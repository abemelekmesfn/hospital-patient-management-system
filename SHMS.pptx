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06973" y="2653178"/>
            <a:ext cx="5816600" cy="966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6996" y="1553167"/>
            <a:ext cx="17294006" cy="2883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50075" y="2192454"/>
            <a:ext cx="8305165" cy="2244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openxmlformats.org/officeDocument/2006/relationships/image" Target="../media/image18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1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26.png"/><Relationship Id="rId10" Type="http://schemas.openxmlformats.org/officeDocument/2006/relationships/image" Target="../media/image47.png"/><Relationship Id="rId4" Type="http://schemas.openxmlformats.org/officeDocument/2006/relationships/image" Target="../media/image25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" y="0"/>
            <a:ext cx="18288000" cy="10287000"/>
            <a:chOff x="-3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3536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03452" y="1526783"/>
              <a:ext cx="1876425" cy="1876425"/>
            </a:xfrm>
            <a:custGeom>
              <a:avLst/>
              <a:gdLst/>
              <a:ahLst/>
              <a:cxnLst/>
              <a:rect l="l" t="t" r="r" b="b"/>
              <a:pathLst>
                <a:path w="1876425" h="1876425">
                  <a:moveTo>
                    <a:pt x="1034129" y="1876424"/>
                  </a:moveTo>
                  <a:lnTo>
                    <a:pt x="846908" y="1876424"/>
                  </a:lnTo>
                  <a:lnTo>
                    <a:pt x="844006" y="1876206"/>
                  </a:lnTo>
                  <a:lnTo>
                    <a:pt x="796796" y="1870252"/>
                  </a:lnTo>
                  <a:lnTo>
                    <a:pt x="750361" y="1862017"/>
                  </a:lnTo>
                  <a:lnTo>
                    <a:pt x="704759" y="1851559"/>
                  </a:lnTo>
                  <a:lnTo>
                    <a:pt x="660047" y="1838936"/>
                  </a:lnTo>
                  <a:lnTo>
                    <a:pt x="616285" y="1824206"/>
                  </a:lnTo>
                  <a:lnTo>
                    <a:pt x="573529" y="1807426"/>
                  </a:lnTo>
                  <a:lnTo>
                    <a:pt x="531838" y="1788655"/>
                  </a:lnTo>
                  <a:lnTo>
                    <a:pt x="491269" y="1767951"/>
                  </a:lnTo>
                  <a:lnTo>
                    <a:pt x="451881" y="1745370"/>
                  </a:lnTo>
                  <a:lnTo>
                    <a:pt x="413731" y="1720973"/>
                  </a:lnTo>
                  <a:lnTo>
                    <a:pt x="376877" y="1694815"/>
                  </a:lnTo>
                  <a:lnTo>
                    <a:pt x="341378" y="1666956"/>
                  </a:lnTo>
                  <a:lnTo>
                    <a:pt x="307291" y="1637453"/>
                  </a:lnTo>
                  <a:lnTo>
                    <a:pt x="274674" y="1606364"/>
                  </a:lnTo>
                  <a:lnTo>
                    <a:pt x="243585" y="1573746"/>
                  </a:lnTo>
                  <a:lnTo>
                    <a:pt x="214081" y="1539659"/>
                  </a:lnTo>
                  <a:lnTo>
                    <a:pt x="186222" y="1504160"/>
                  </a:lnTo>
                  <a:lnTo>
                    <a:pt x="160065" y="1467306"/>
                  </a:lnTo>
                  <a:lnTo>
                    <a:pt x="135667" y="1429156"/>
                  </a:lnTo>
                  <a:lnTo>
                    <a:pt x="113087" y="1389768"/>
                  </a:lnTo>
                  <a:lnTo>
                    <a:pt x="92382" y="1349200"/>
                  </a:lnTo>
                  <a:lnTo>
                    <a:pt x="73611" y="1307508"/>
                  </a:lnTo>
                  <a:lnTo>
                    <a:pt x="56831" y="1264752"/>
                  </a:lnTo>
                  <a:lnTo>
                    <a:pt x="42101" y="1220990"/>
                  </a:lnTo>
                  <a:lnTo>
                    <a:pt x="29478" y="1176279"/>
                  </a:lnTo>
                  <a:lnTo>
                    <a:pt x="19020" y="1130677"/>
                  </a:lnTo>
                  <a:lnTo>
                    <a:pt x="10785" y="1084242"/>
                  </a:lnTo>
                  <a:lnTo>
                    <a:pt x="4832" y="1037032"/>
                  </a:lnTo>
                  <a:lnTo>
                    <a:pt x="1217" y="989105"/>
                  </a:lnTo>
                  <a:lnTo>
                    <a:pt x="0" y="940519"/>
                  </a:lnTo>
                  <a:lnTo>
                    <a:pt x="1217" y="891933"/>
                  </a:lnTo>
                  <a:lnTo>
                    <a:pt x="4832" y="844006"/>
                  </a:lnTo>
                  <a:lnTo>
                    <a:pt x="10785" y="796796"/>
                  </a:lnTo>
                  <a:lnTo>
                    <a:pt x="19020" y="750361"/>
                  </a:lnTo>
                  <a:lnTo>
                    <a:pt x="29478" y="704759"/>
                  </a:lnTo>
                  <a:lnTo>
                    <a:pt x="42101" y="660047"/>
                  </a:lnTo>
                  <a:lnTo>
                    <a:pt x="56831" y="616285"/>
                  </a:lnTo>
                  <a:lnTo>
                    <a:pt x="73611" y="573529"/>
                  </a:lnTo>
                  <a:lnTo>
                    <a:pt x="92382" y="531838"/>
                  </a:lnTo>
                  <a:lnTo>
                    <a:pt x="113087" y="491269"/>
                  </a:lnTo>
                  <a:lnTo>
                    <a:pt x="135667" y="451881"/>
                  </a:lnTo>
                  <a:lnTo>
                    <a:pt x="160065" y="413731"/>
                  </a:lnTo>
                  <a:lnTo>
                    <a:pt x="186222" y="376877"/>
                  </a:lnTo>
                  <a:lnTo>
                    <a:pt x="214081" y="341378"/>
                  </a:lnTo>
                  <a:lnTo>
                    <a:pt x="243585" y="307291"/>
                  </a:lnTo>
                  <a:lnTo>
                    <a:pt x="274674" y="274674"/>
                  </a:lnTo>
                  <a:lnTo>
                    <a:pt x="307291" y="243585"/>
                  </a:lnTo>
                  <a:lnTo>
                    <a:pt x="341378" y="214082"/>
                  </a:lnTo>
                  <a:lnTo>
                    <a:pt x="376877" y="186222"/>
                  </a:lnTo>
                  <a:lnTo>
                    <a:pt x="413731" y="160065"/>
                  </a:lnTo>
                  <a:lnTo>
                    <a:pt x="451881" y="135667"/>
                  </a:lnTo>
                  <a:lnTo>
                    <a:pt x="491269" y="113087"/>
                  </a:lnTo>
                  <a:lnTo>
                    <a:pt x="531838" y="92382"/>
                  </a:lnTo>
                  <a:lnTo>
                    <a:pt x="573529" y="73611"/>
                  </a:lnTo>
                  <a:lnTo>
                    <a:pt x="616285" y="56831"/>
                  </a:lnTo>
                  <a:lnTo>
                    <a:pt x="660047" y="42101"/>
                  </a:lnTo>
                  <a:lnTo>
                    <a:pt x="704759" y="29478"/>
                  </a:lnTo>
                  <a:lnTo>
                    <a:pt x="750361" y="19020"/>
                  </a:lnTo>
                  <a:lnTo>
                    <a:pt x="796796" y="10786"/>
                  </a:lnTo>
                  <a:lnTo>
                    <a:pt x="844006" y="4832"/>
                  </a:lnTo>
                  <a:lnTo>
                    <a:pt x="891933" y="1217"/>
                  </a:lnTo>
                  <a:lnTo>
                    <a:pt x="940519" y="0"/>
                  </a:lnTo>
                  <a:lnTo>
                    <a:pt x="989105" y="1217"/>
                  </a:lnTo>
                  <a:lnTo>
                    <a:pt x="1037032" y="4832"/>
                  </a:lnTo>
                  <a:lnTo>
                    <a:pt x="1084242" y="10786"/>
                  </a:lnTo>
                  <a:lnTo>
                    <a:pt x="1130677" y="19020"/>
                  </a:lnTo>
                  <a:lnTo>
                    <a:pt x="1176279" y="29478"/>
                  </a:lnTo>
                  <a:lnTo>
                    <a:pt x="1220990" y="42101"/>
                  </a:lnTo>
                  <a:lnTo>
                    <a:pt x="1264752" y="56831"/>
                  </a:lnTo>
                  <a:lnTo>
                    <a:pt x="1307508" y="73611"/>
                  </a:lnTo>
                  <a:lnTo>
                    <a:pt x="1349199" y="92382"/>
                  </a:lnTo>
                  <a:lnTo>
                    <a:pt x="1389768" y="113087"/>
                  </a:lnTo>
                  <a:lnTo>
                    <a:pt x="1429156" y="135667"/>
                  </a:lnTo>
                  <a:lnTo>
                    <a:pt x="1467306" y="160065"/>
                  </a:lnTo>
                  <a:lnTo>
                    <a:pt x="1504160" y="186222"/>
                  </a:lnTo>
                  <a:lnTo>
                    <a:pt x="1539659" y="214082"/>
                  </a:lnTo>
                  <a:lnTo>
                    <a:pt x="1573746" y="243585"/>
                  </a:lnTo>
                  <a:lnTo>
                    <a:pt x="1606364" y="274674"/>
                  </a:lnTo>
                  <a:lnTo>
                    <a:pt x="1637453" y="307291"/>
                  </a:lnTo>
                  <a:lnTo>
                    <a:pt x="1666956" y="341378"/>
                  </a:lnTo>
                  <a:lnTo>
                    <a:pt x="1667449" y="342006"/>
                  </a:lnTo>
                  <a:lnTo>
                    <a:pt x="718214" y="342006"/>
                  </a:lnTo>
                  <a:lnTo>
                    <a:pt x="718214" y="722489"/>
                  </a:lnTo>
                  <a:lnTo>
                    <a:pt x="337731" y="722489"/>
                  </a:lnTo>
                  <a:lnTo>
                    <a:pt x="337731" y="1162823"/>
                  </a:lnTo>
                  <a:lnTo>
                    <a:pt x="718214" y="1162823"/>
                  </a:lnTo>
                  <a:lnTo>
                    <a:pt x="718214" y="1539031"/>
                  </a:lnTo>
                  <a:lnTo>
                    <a:pt x="1667449" y="1539031"/>
                  </a:lnTo>
                  <a:lnTo>
                    <a:pt x="1666956" y="1539659"/>
                  </a:lnTo>
                  <a:lnTo>
                    <a:pt x="1637453" y="1573746"/>
                  </a:lnTo>
                  <a:lnTo>
                    <a:pt x="1606364" y="1606364"/>
                  </a:lnTo>
                  <a:lnTo>
                    <a:pt x="1573746" y="1637453"/>
                  </a:lnTo>
                  <a:lnTo>
                    <a:pt x="1539659" y="1666956"/>
                  </a:lnTo>
                  <a:lnTo>
                    <a:pt x="1504160" y="1694815"/>
                  </a:lnTo>
                  <a:lnTo>
                    <a:pt x="1467306" y="1720973"/>
                  </a:lnTo>
                  <a:lnTo>
                    <a:pt x="1429156" y="1745370"/>
                  </a:lnTo>
                  <a:lnTo>
                    <a:pt x="1389768" y="1767951"/>
                  </a:lnTo>
                  <a:lnTo>
                    <a:pt x="1349199" y="1788655"/>
                  </a:lnTo>
                  <a:lnTo>
                    <a:pt x="1307508" y="1807426"/>
                  </a:lnTo>
                  <a:lnTo>
                    <a:pt x="1264752" y="1824206"/>
                  </a:lnTo>
                  <a:lnTo>
                    <a:pt x="1220990" y="1838936"/>
                  </a:lnTo>
                  <a:lnTo>
                    <a:pt x="1176279" y="1851559"/>
                  </a:lnTo>
                  <a:lnTo>
                    <a:pt x="1130677" y="1862017"/>
                  </a:lnTo>
                  <a:lnTo>
                    <a:pt x="1084242" y="1870252"/>
                  </a:lnTo>
                  <a:lnTo>
                    <a:pt x="1037032" y="1876206"/>
                  </a:lnTo>
                  <a:lnTo>
                    <a:pt x="1034129" y="1876424"/>
                  </a:lnTo>
                  <a:close/>
                </a:path>
                <a:path w="1876425" h="1876425">
                  <a:moveTo>
                    <a:pt x="1667449" y="1539031"/>
                  </a:moveTo>
                  <a:lnTo>
                    <a:pt x="1158548" y="1539031"/>
                  </a:lnTo>
                  <a:lnTo>
                    <a:pt x="1158548" y="1158548"/>
                  </a:lnTo>
                  <a:lnTo>
                    <a:pt x="1539031" y="1158548"/>
                  </a:lnTo>
                  <a:lnTo>
                    <a:pt x="1539031" y="722489"/>
                  </a:lnTo>
                  <a:lnTo>
                    <a:pt x="1158548" y="722489"/>
                  </a:lnTo>
                  <a:lnTo>
                    <a:pt x="1158548" y="342006"/>
                  </a:lnTo>
                  <a:lnTo>
                    <a:pt x="1667449" y="342006"/>
                  </a:lnTo>
                  <a:lnTo>
                    <a:pt x="1694815" y="376877"/>
                  </a:lnTo>
                  <a:lnTo>
                    <a:pt x="1720973" y="413731"/>
                  </a:lnTo>
                  <a:lnTo>
                    <a:pt x="1745370" y="451881"/>
                  </a:lnTo>
                  <a:lnTo>
                    <a:pt x="1767951" y="491269"/>
                  </a:lnTo>
                  <a:lnTo>
                    <a:pt x="1788655" y="531838"/>
                  </a:lnTo>
                  <a:lnTo>
                    <a:pt x="1807426" y="573529"/>
                  </a:lnTo>
                  <a:lnTo>
                    <a:pt x="1824206" y="616285"/>
                  </a:lnTo>
                  <a:lnTo>
                    <a:pt x="1838936" y="660047"/>
                  </a:lnTo>
                  <a:lnTo>
                    <a:pt x="1851559" y="704759"/>
                  </a:lnTo>
                  <a:lnTo>
                    <a:pt x="1862017" y="750361"/>
                  </a:lnTo>
                  <a:lnTo>
                    <a:pt x="1870252" y="796796"/>
                  </a:lnTo>
                  <a:lnTo>
                    <a:pt x="1876205" y="844006"/>
                  </a:lnTo>
                  <a:lnTo>
                    <a:pt x="1876424" y="846909"/>
                  </a:lnTo>
                  <a:lnTo>
                    <a:pt x="1876424" y="1034128"/>
                  </a:lnTo>
                  <a:lnTo>
                    <a:pt x="1870252" y="1084242"/>
                  </a:lnTo>
                  <a:lnTo>
                    <a:pt x="1862017" y="1130677"/>
                  </a:lnTo>
                  <a:lnTo>
                    <a:pt x="1851559" y="1176279"/>
                  </a:lnTo>
                  <a:lnTo>
                    <a:pt x="1838936" y="1220990"/>
                  </a:lnTo>
                  <a:lnTo>
                    <a:pt x="1824206" y="1264752"/>
                  </a:lnTo>
                  <a:lnTo>
                    <a:pt x="1807426" y="1307508"/>
                  </a:lnTo>
                  <a:lnTo>
                    <a:pt x="1788655" y="1349200"/>
                  </a:lnTo>
                  <a:lnTo>
                    <a:pt x="1767951" y="1389768"/>
                  </a:lnTo>
                  <a:lnTo>
                    <a:pt x="1745370" y="1429156"/>
                  </a:lnTo>
                  <a:lnTo>
                    <a:pt x="1720973" y="1467306"/>
                  </a:lnTo>
                  <a:lnTo>
                    <a:pt x="1694815" y="1504160"/>
                  </a:lnTo>
                  <a:lnTo>
                    <a:pt x="1667449" y="15390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17" y="5275935"/>
                  </a:moveTo>
                  <a:lnTo>
                    <a:pt x="0" y="5263235"/>
                  </a:lnTo>
                  <a:lnTo>
                    <a:pt x="0" y="5275935"/>
                  </a:lnTo>
                  <a:lnTo>
                    <a:pt x="317" y="5275935"/>
                  </a:lnTo>
                  <a:close/>
                </a:path>
                <a:path w="18288000" h="10287000">
                  <a:moveTo>
                    <a:pt x="1193" y="2532735"/>
                  </a:moveTo>
                  <a:lnTo>
                    <a:pt x="0" y="2520035"/>
                  </a:lnTo>
                  <a:lnTo>
                    <a:pt x="0" y="2532735"/>
                  </a:lnTo>
                  <a:lnTo>
                    <a:pt x="1193" y="2532735"/>
                  </a:lnTo>
                  <a:close/>
                </a:path>
                <a:path w="18288000" h="10287000">
                  <a:moveTo>
                    <a:pt x="7391" y="4069435"/>
                  </a:moveTo>
                  <a:lnTo>
                    <a:pt x="0" y="4056735"/>
                  </a:lnTo>
                  <a:lnTo>
                    <a:pt x="0" y="4069435"/>
                  </a:lnTo>
                  <a:lnTo>
                    <a:pt x="7391" y="4069435"/>
                  </a:lnTo>
                  <a:close/>
                </a:path>
                <a:path w="18288000" h="10287000">
                  <a:moveTo>
                    <a:pt x="13068" y="1326235"/>
                  </a:moveTo>
                  <a:lnTo>
                    <a:pt x="0" y="1300835"/>
                  </a:lnTo>
                  <a:lnTo>
                    <a:pt x="0" y="1326235"/>
                  </a:lnTo>
                  <a:lnTo>
                    <a:pt x="13068" y="1326235"/>
                  </a:lnTo>
                  <a:close/>
                </a:path>
                <a:path w="18288000" h="10287000">
                  <a:moveTo>
                    <a:pt x="14947" y="6803060"/>
                  </a:moveTo>
                  <a:lnTo>
                    <a:pt x="13182" y="6800012"/>
                  </a:lnTo>
                  <a:lnTo>
                    <a:pt x="10121" y="6801764"/>
                  </a:lnTo>
                  <a:lnTo>
                    <a:pt x="11887" y="6804825"/>
                  </a:lnTo>
                  <a:lnTo>
                    <a:pt x="14947" y="6803060"/>
                  </a:lnTo>
                  <a:close/>
                </a:path>
                <a:path w="18288000" h="10287000">
                  <a:moveTo>
                    <a:pt x="16840" y="2862935"/>
                  </a:moveTo>
                  <a:lnTo>
                    <a:pt x="0" y="2837535"/>
                  </a:lnTo>
                  <a:lnTo>
                    <a:pt x="0" y="2875635"/>
                  </a:lnTo>
                  <a:lnTo>
                    <a:pt x="16840" y="2862935"/>
                  </a:lnTo>
                  <a:close/>
                </a:path>
                <a:path w="18288000" h="10287000">
                  <a:moveTo>
                    <a:pt x="17627" y="5597296"/>
                  </a:moveTo>
                  <a:lnTo>
                    <a:pt x="9944" y="5583987"/>
                  </a:lnTo>
                  <a:lnTo>
                    <a:pt x="0" y="5589740"/>
                  </a:lnTo>
                  <a:lnTo>
                    <a:pt x="0" y="5597296"/>
                  </a:lnTo>
                  <a:lnTo>
                    <a:pt x="4356" y="5604865"/>
                  </a:lnTo>
                  <a:lnTo>
                    <a:pt x="17462" y="5597296"/>
                  </a:lnTo>
                  <a:lnTo>
                    <a:pt x="17627" y="5597296"/>
                  </a:lnTo>
                  <a:close/>
                </a:path>
                <a:path w="18288000" h="10287000">
                  <a:moveTo>
                    <a:pt x="22923" y="119735"/>
                  </a:moveTo>
                  <a:lnTo>
                    <a:pt x="0" y="81635"/>
                  </a:lnTo>
                  <a:lnTo>
                    <a:pt x="0" y="132435"/>
                  </a:lnTo>
                  <a:lnTo>
                    <a:pt x="22923" y="119735"/>
                  </a:lnTo>
                  <a:close/>
                </a:path>
                <a:path w="18288000" h="10287000">
                  <a:moveTo>
                    <a:pt x="23850" y="4399635"/>
                  </a:moveTo>
                  <a:lnTo>
                    <a:pt x="7683" y="4374235"/>
                  </a:lnTo>
                  <a:lnTo>
                    <a:pt x="0" y="4374235"/>
                  </a:lnTo>
                  <a:lnTo>
                    <a:pt x="0" y="4412335"/>
                  </a:lnTo>
                  <a:lnTo>
                    <a:pt x="23850" y="4399635"/>
                  </a:lnTo>
                  <a:close/>
                </a:path>
                <a:path w="18288000" h="10287000">
                  <a:moveTo>
                    <a:pt x="27520" y="1656435"/>
                  </a:moveTo>
                  <a:lnTo>
                    <a:pt x="0" y="1605635"/>
                  </a:lnTo>
                  <a:lnTo>
                    <a:pt x="0" y="1669135"/>
                  </a:lnTo>
                  <a:lnTo>
                    <a:pt x="27520" y="1656435"/>
                  </a:lnTo>
                  <a:close/>
                </a:path>
                <a:path w="18288000" h="10287000">
                  <a:moveTo>
                    <a:pt x="32512" y="3193135"/>
                  </a:moveTo>
                  <a:lnTo>
                    <a:pt x="6070" y="3142335"/>
                  </a:lnTo>
                  <a:lnTo>
                    <a:pt x="0" y="3155035"/>
                  </a:lnTo>
                  <a:lnTo>
                    <a:pt x="0" y="3218535"/>
                  </a:lnTo>
                  <a:lnTo>
                    <a:pt x="32512" y="3193135"/>
                  </a:lnTo>
                  <a:close/>
                </a:path>
                <a:path w="18288000" h="10287000">
                  <a:moveTo>
                    <a:pt x="34455" y="5930798"/>
                  </a:moveTo>
                  <a:lnTo>
                    <a:pt x="29171" y="5921641"/>
                  </a:lnTo>
                  <a:lnTo>
                    <a:pt x="20002" y="5926925"/>
                  </a:lnTo>
                  <a:lnTo>
                    <a:pt x="25298" y="5936094"/>
                  </a:lnTo>
                  <a:lnTo>
                    <a:pt x="34455" y="5930798"/>
                  </a:lnTo>
                  <a:close/>
                </a:path>
                <a:path w="18288000" h="10287000">
                  <a:moveTo>
                    <a:pt x="38989" y="449935"/>
                  </a:moveTo>
                  <a:lnTo>
                    <a:pt x="0" y="386435"/>
                  </a:lnTo>
                  <a:lnTo>
                    <a:pt x="0" y="475335"/>
                  </a:lnTo>
                  <a:lnTo>
                    <a:pt x="38989" y="449935"/>
                  </a:lnTo>
                  <a:close/>
                </a:path>
                <a:path w="18288000" h="10287000">
                  <a:moveTo>
                    <a:pt x="39916" y="4729835"/>
                  </a:moveTo>
                  <a:lnTo>
                    <a:pt x="26695" y="4704435"/>
                  </a:lnTo>
                  <a:lnTo>
                    <a:pt x="3797" y="4717135"/>
                  </a:lnTo>
                  <a:lnTo>
                    <a:pt x="17018" y="4742535"/>
                  </a:lnTo>
                  <a:lnTo>
                    <a:pt x="39916" y="4729835"/>
                  </a:lnTo>
                  <a:close/>
                </a:path>
                <a:path w="18288000" h="10287000">
                  <a:moveTo>
                    <a:pt x="43586" y="1986635"/>
                  </a:moveTo>
                  <a:lnTo>
                    <a:pt x="5092" y="1923135"/>
                  </a:lnTo>
                  <a:lnTo>
                    <a:pt x="0" y="1923135"/>
                  </a:lnTo>
                  <a:lnTo>
                    <a:pt x="0" y="2012035"/>
                  </a:lnTo>
                  <a:lnTo>
                    <a:pt x="43586" y="1986635"/>
                  </a:lnTo>
                  <a:close/>
                </a:path>
                <a:path w="18288000" h="10287000">
                  <a:moveTo>
                    <a:pt x="48171" y="3523335"/>
                  </a:moveTo>
                  <a:lnTo>
                    <a:pt x="24968" y="3485235"/>
                  </a:lnTo>
                  <a:lnTo>
                    <a:pt x="0" y="3497935"/>
                  </a:lnTo>
                  <a:lnTo>
                    <a:pt x="0" y="3536035"/>
                  </a:lnTo>
                  <a:lnTo>
                    <a:pt x="7975" y="3548735"/>
                  </a:lnTo>
                  <a:lnTo>
                    <a:pt x="48171" y="3523335"/>
                  </a:lnTo>
                  <a:close/>
                </a:path>
                <a:path w="18288000" h="10287000">
                  <a:moveTo>
                    <a:pt x="52920" y="6264808"/>
                  </a:moveTo>
                  <a:lnTo>
                    <a:pt x="48806" y="6257683"/>
                  </a:lnTo>
                  <a:lnTo>
                    <a:pt x="41681" y="6261798"/>
                  </a:lnTo>
                  <a:lnTo>
                    <a:pt x="45796" y="6268923"/>
                  </a:lnTo>
                  <a:lnTo>
                    <a:pt x="52920" y="6264808"/>
                  </a:lnTo>
                  <a:close/>
                </a:path>
                <a:path w="18288000" h="10287000">
                  <a:moveTo>
                    <a:pt x="54648" y="792835"/>
                  </a:moveTo>
                  <a:lnTo>
                    <a:pt x="4127" y="703935"/>
                  </a:lnTo>
                  <a:lnTo>
                    <a:pt x="0" y="703935"/>
                  </a:lnTo>
                  <a:lnTo>
                    <a:pt x="0" y="818235"/>
                  </a:lnTo>
                  <a:lnTo>
                    <a:pt x="54648" y="792835"/>
                  </a:lnTo>
                  <a:close/>
                </a:path>
                <a:path w="18288000" h="10287000">
                  <a:moveTo>
                    <a:pt x="56769" y="5060035"/>
                  </a:moveTo>
                  <a:lnTo>
                    <a:pt x="45910" y="5047335"/>
                  </a:lnTo>
                  <a:lnTo>
                    <a:pt x="27076" y="5060035"/>
                  </a:lnTo>
                  <a:lnTo>
                    <a:pt x="37947" y="5072735"/>
                  </a:lnTo>
                  <a:lnTo>
                    <a:pt x="56769" y="5060035"/>
                  </a:lnTo>
                  <a:close/>
                </a:path>
                <a:path w="18288000" h="10287000">
                  <a:moveTo>
                    <a:pt x="58445" y="2329535"/>
                  </a:moveTo>
                  <a:lnTo>
                    <a:pt x="23774" y="2266035"/>
                  </a:lnTo>
                  <a:lnTo>
                    <a:pt x="0" y="2278735"/>
                  </a:lnTo>
                  <a:lnTo>
                    <a:pt x="0" y="2354935"/>
                  </a:lnTo>
                  <a:lnTo>
                    <a:pt x="58445" y="2329535"/>
                  </a:lnTo>
                  <a:close/>
                </a:path>
                <a:path w="18288000" h="10287000">
                  <a:moveTo>
                    <a:pt x="64630" y="3866235"/>
                  </a:moveTo>
                  <a:lnTo>
                    <a:pt x="44069" y="3828135"/>
                  </a:lnTo>
                  <a:lnTo>
                    <a:pt x="8445" y="3840835"/>
                  </a:lnTo>
                  <a:lnTo>
                    <a:pt x="29019" y="3878935"/>
                  </a:lnTo>
                  <a:lnTo>
                    <a:pt x="64630" y="3866235"/>
                  </a:lnTo>
                  <a:close/>
                </a:path>
                <a:path w="18288000" h="10287000">
                  <a:moveTo>
                    <a:pt x="70307" y="1123035"/>
                  </a:moveTo>
                  <a:lnTo>
                    <a:pt x="23012" y="1034135"/>
                  </a:lnTo>
                  <a:lnTo>
                    <a:pt x="0" y="1046835"/>
                  </a:lnTo>
                  <a:lnTo>
                    <a:pt x="0" y="1161135"/>
                  </a:lnTo>
                  <a:lnTo>
                    <a:pt x="70307" y="1123035"/>
                  </a:lnTo>
                  <a:close/>
                </a:path>
                <a:path w="18288000" h="10287000">
                  <a:moveTo>
                    <a:pt x="70586" y="6598602"/>
                  </a:moveTo>
                  <a:lnTo>
                    <a:pt x="68237" y="6594526"/>
                  </a:lnTo>
                  <a:lnTo>
                    <a:pt x="64173" y="6596875"/>
                  </a:lnTo>
                  <a:lnTo>
                    <a:pt x="66522" y="6600952"/>
                  </a:lnTo>
                  <a:lnTo>
                    <a:pt x="70586" y="6598602"/>
                  </a:lnTo>
                  <a:close/>
                </a:path>
                <a:path w="18288000" h="10287000">
                  <a:moveTo>
                    <a:pt x="74041" y="5402935"/>
                  </a:moveTo>
                  <a:lnTo>
                    <a:pt x="65227" y="5390235"/>
                  </a:lnTo>
                  <a:lnTo>
                    <a:pt x="49961" y="5390235"/>
                  </a:lnTo>
                  <a:lnTo>
                    <a:pt x="58775" y="5402935"/>
                  </a:lnTo>
                  <a:lnTo>
                    <a:pt x="74041" y="5402935"/>
                  </a:lnTo>
                  <a:close/>
                </a:path>
                <a:path w="18288000" h="10287000">
                  <a:moveTo>
                    <a:pt x="74104" y="2659735"/>
                  </a:moveTo>
                  <a:lnTo>
                    <a:pt x="42659" y="2608935"/>
                  </a:lnTo>
                  <a:lnTo>
                    <a:pt x="0" y="2621635"/>
                  </a:lnTo>
                  <a:lnTo>
                    <a:pt x="0" y="2659735"/>
                  </a:lnTo>
                  <a:lnTo>
                    <a:pt x="19646" y="2685135"/>
                  </a:lnTo>
                  <a:lnTo>
                    <a:pt x="74104" y="2659735"/>
                  </a:lnTo>
                  <a:close/>
                </a:path>
                <a:path w="18288000" h="10287000">
                  <a:moveTo>
                    <a:pt x="80695" y="4196435"/>
                  </a:moveTo>
                  <a:lnTo>
                    <a:pt x="63068" y="4158335"/>
                  </a:lnTo>
                  <a:lnTo>
                    <a:pt x="32537" y="4183735"/>
                  </a:lnTo>
                  <a:lnTo>
                    <a:pt x="50165" y="4209135"/>
                  </a:lnTo>
                  <a:lnTo>
                    <a:pt x="80695" y="4196435"/>
                  </a:lnTo>
                  <a:close/>
                </a:path>
                <a:path w="18288000" h="10287000">
                  <a:moveTo>
                    <a:pt x="85572" y="1453235"/>
                  </a:moveTo>
                  <a:lnTo>
                    <a:pt x="41795" y="1377035"/>
                  </a:lnTo>
                  <a:lnTo>
                    <a:pt x="0" y="1402435"/>
                  </a:lnTo>
                  <a:lnTo>
                    <a:pt x="0" y="1478635"/>
                  </a:lnTo>
                  <a:lnTo>
                    <a:pt x="9753" y="1491335"/>
                  </a:lnTo>
                  <a:lnTo>
                    <a:pt x="85572" y="1453235"/>
                  </a:lnTo>
                  <a:close/>
                </a:path>
                <a:path w="18288000" h="10287000">
                  <a:moveTo>
                    <a:pt x="89052" y="6932612"/>
                  </a:moveTo>
                  <a:lnTo>
                    <a:pt x="87884" y="6930568"/>
                  </a:lnTo>
                  <a:lnTo>
                    <a:pt x="85852" y="6931749"/>
                  </a:lnTo>
                  <a:lnTo>
                    <a:pt x="87020" y="6933781"/>
                  </a:lnTo>
                  <a:lnTo>
                    <a:pt x="89052" y="6932612"/>
                  </a:lnTo>
                  <a:close/>
                </a:path>
                <a:path w="18288000" h="10287000">
                  <a:moveTo>
                    <a:pt x="89763" y="2989935"/>
                  </a:moveTo>
                  <a:lnTo>
                    <a:pt x="61556" y="2939135"/>
                  </a:lnTo>
                  <a:lnTo>
                    <a:pt x="12700" y="2964535"/>
                  </a:lnTo>
                  <a:lnTo>
                    <a:pt x="40906" y="3015335"/>
                  </a:lnTo>
                  <a:lnTo>
                    <a:pt x="89763" y="2989935"/>
                  </a:lnTo>
                  <a:close/>
                </a:path>
                <a:path w="18288000" h="10287000">
                  <a:moveTo>
                    <a:pt x="91313" y="5726658"/>
                  </a:moveTo>
                  <a:lnTo>
                    <a:pt x="84543" y="5714962"/>
                  </a:lnTo>
                  <a:lnTo>
                    <a:pt x="72847" y="5721718"/>
                  </a:lnTo>
                  <a:lnTo>
                    <a:pt x="79603" y="5733415"/>
                  </a:lnTo>
                  <a:lnTo>
                    <a:pt x="91313" y="5726658"/>
                  </a:lnTo>
                  <a:close/>
                </a:path>
                <a:path w="18288000" h="10287000">
                  <a:moveTo>
                    <a:pt x="95440" y="246735"/>
                  </a:moveTo>
                  <a:lnTo>
                    <a:pt x="40500" y="157835"/>
                  </a:lnTo>
                  <a:lnTo>
                    <a:pt x="0" y="183235"/>
                  </a:lnTo>
                  <a:lnTo>
                    <a:pt x="0" y="310235"/>
                  </a:lnTo>
                  <a:lnTo>
                    <a:pt x="279" y="310235"/>
                  </a:lnTo>
                  <a:lnTo>
                    <a:pt x="95440" y="246735"/>
                  </a:lnTo>
                  <a:close/>
                </a:path>
                <a:path w="18288000" h="10287000">
                  <a:moveTo>
                    <a:pt x="97167" y="4526635"/>
                  </a:moveTo>
                  <a:lnTo>
                    <a:pt x="82181" y="4501235"/>
                  </a:lnTo>
                  <a:lnTo>
                    <a:pt x="56222" y="4513935"/>
                  </a:lnTo>
                  <a:lnTo>
                    <a:pt x="71208" y="4539335"/>
                  </a:lnTo>
                  <a:lnTo>
                    <a:pt x="97167" y="4526635"/>
                  </a:lnTo>
                  <a:close/>
                </a:path>
                <a:path w="18288000" h="10287000">
                  <a:moveTo>
                    <a:pt x="100431" y="1783435"/>
                  </a:moveTo>
                  <a:lnTo>
                    <a:pt x="60477" y="1719935"/>
                  </a:lnTo>
                  <a:lnTo>
                    <a:pt x="0" y="1758035"/>
                  </a:lnTo>
                  <a:lnTo>
                    <a:pt x="0" y="1770735"/>
                  </a:lnTo>
                  <a:lnTo>
                    <a:pt x="31229" y="1821535"/>
                  </a:lnTo>
                  <a:lnTo>
                    <a:pt x="100431" y="1783435"/>
                  </a:lnTo>
                  <a:close/>
                </a:path>
                <a:path w="18288000" h="10287000">
                  <a:moveTo>
                    <a:pt x="105016" y="3320135"/>
                  </a:moveTo>
                  <a:lnTo>
                    <a:pt x="80340" y="3282035"/>
                  </a:lnTo>
                  <a:lnTo>
                    <a:pt x="37592" y="3307435"/>
                  </a:lnTo>
                  <a:lnTo>
                    <a:pt x="62268" y="3345535"/>
                  </a:lnTo>
                  <a:lnTo>
                    <a:pt x="105016" y="3320135"/>
                  </a:lnTo>
                  <a:close/>
                </a:path>
                <a:path w="18288000" h="10287000">
                  <a:moveTo>
                    <a:pt x="108572" y="6060351"/>
                  </a:moveTo>
                  <a:lnTo>
                    <a:pt x="103873" y="6052197"/>
                  </a:lnTo>
                  <a:lnTo>
                    <a:pt x="95732" y="6056896"/>
                  </a:lnTo>
                  <a:lnTo>
                    <a:pt x="100431" y="6065050"/>
                  </a:lnTo>
                  <a:lnTo>
                    <a:pt x="108572" y="6060351"/>
                  </a:lnTo>
                  <a:close/>
                </a:path>
                <a:path w="18288000" h="10287000">
                  <a:moveTo>
                    <a:pt x="111493" y="576935"/>
                  </a:moveTo>
                  <a:lnTo>
                    <a:pt x="59499" y="488035"/>
                  </a:lnTo>
                  <a:lnTo>
                    <a:pt x="0" y="526135"/>
                  </a:lnTo>
                  <a:lnTo>
                    <a:pt x="0" y="602335"/>
                  </a:lnTo>
                  <a:lnTo>
                    <a:pt x="21424" y="640435"/>
                  </a:lnTo>
                  <a:lnTo>
                    <a:pt x="111493" y="576935"/>
                  </a:lnTo>
                  <a:close/>
                </a:path>
                <a:path w="18288000" h="10287000">
                  <a:moveTo>
                    <a:pt x="113626" y="4856835"/>
                  </a:moveTo>
                  <a:lnTo>
                    <a:pt x="101282" y="4844135"/>
                  </a:lnTo>
                  <a:lnTo>
                    <a:pt x="79908" y="4856835"/>
                  </a:lnTo>
                  <a:lnTo>
                    <a:pt x="92252" y="4869535"/>
                  </a:lnTo>
                  <a:lnTo>
                    <a:pt x="113626" y="4856835"/>
                  </a:lnTo>
                  <a:close/>
                </a:path>
                <a:path w="18288000" h="10287000">
                  <a:moveTo>
                    <a:pt x="116090" y="2126335"/>
                  </a:moveTo>
                  <a:lnTo>
                    <a:pt x="79362" y="2050135"/>
                  </a:lnTo>
                  <a:lnTo>
                    <a:pt x="15760" y="2088235"/>
                  </a:lnTo>
                  <a:lnTo>
                    <a:pt x="52489" y="2151735"/>
                  </a:lnTo>
                  <a:lnTo>
                    <a:pt x="116090" y="2126335"/>
                  </a:lnTo>
                  <a:close/>
                </a:path>
                <a:path w="18288000" h="10287000">
                  <a:moveTo>
                    <a:pt x="121475" y="3663035"/>
                  </a:moveTo>
                  <a:lnTo>
                    <a:pt x="99441" y="3624935"/>
                  </a:lnTo>
                  <a:lnTo>
                    <a:pt x="61277" y="3637635"/>
                  </a:lnTo>
                  <a:lnTo>
                    <a:pt x="83312" y="3675735"/>
                  </a:lnTo>
                  <a:lnTo>
                    <a:pt x="121475" y="3663035"/>
                  </a:lnTo>
                  <a:close/>
                </a:path>
                <a:path w="18288000" h="10287000">
                  <a:moveTo>
                    <a:pt x="126644" y="6394247"/>
                  </a:moveTo>
                  <a:lnTo>
                    <a:pt x="123405" y="6388646"/>
                  </a:lnTo>
                  <a:lnTo>
                    <a:pt x="117805" y="6391884"/>
                  </a:lnTo>
                  <a:lnTo>
                    <a:pt x="121043" y="6397472"/>
                  </a:lnTo>
                  <a:lnTo>
                    <a:pt x="126644" y="6394247"/>
                  </a:lnTo>
                  <a:close/>
                </a:path>
                <a:path w="18288000" h="10287000">
                  <a:moveTo>
                    <a:pt x="126758" y="919835"/>
                  </a:moveTo>
                  <a:lnTo>
                    <a:pt x="78282" y="830935"/>
                  </a:lnTo>
                  <a:lnTo>
                    <a:pt x="0" y="881735"/>
                  </a:lnTo>
                  <a:lnTo>
                    <a:pt x="0" y="894435"/>
                  </a:lnTo>
                  <a:lnTo>
                    <a:pt x="42799" y="970635"/>
                  </a:lnTo>
                  <a:lnTo>
                    <a:pt x="126758" y="919835"/>
                  </a:lnTo>
                  <a:close/>
                </a:path>
                <a:path w="18288000" h="10287000">
                  <a:moveTo>
                    <a:pt x="130886" y="5199735"/>
                  </a:moveTo>
                  <a:lnTo>
                    <a:pt x="120599" y="5174335"/>
                  </a:lnTo>
                  <a:lnTo>
                    <a:pt x="102793" y="5187035"/>
                  </a:lnTo>
                  <a:lnTo>
                    <a:pt x="113068" y="5199735"/>
                  </a:lnTo>
                  <a:lnTo>
                    <a:pt x="130886" y="5199735"/>
                  </a:lnTo>
                  <a:close/>
                </a:path>
                <a:path w="18288000" h="10287000">
                  <a:moveTo>
                    <a:pt x="131343" y="2456535"/>
                  </a:moveTo>
                  <a:lnTo>
                    <a:pt x="98145" y="2393035"/>
                  </a:lnTo>
                  <a:lnTo>
                    <a:pt x="40652" y="2431135"/>
                  </a:lnTo>
                  <a:lnTo>
                    <a:pt x="73850" y="2481935"/>
                  </a:lnTo>
                  <a:lnTo>
                    <a:pt x="131343" y="2456535"/>
                  </a:lnTo>
                  <a:close/>
                </a:path>
                <a:path w="18288000" h="10287000">
                  <a:moveTo>
                    <a:pt x="137541" y="3993235"/>
                  </a:moveTo>
                  <a:lnTo>
                    <a:pt x="118452" y="3955135"/>
                  </a:lnTo>
                  <a:lnTo>
                    <a:pt x="85369" y="3980535"/>
                  </a:lnTo>
                  <a:lnTo>
                    <a:pt x="104470" y="4005935"/>
                  </a:lnTo>
                  <a:lnTo>
                    <a:pt x="137541" y="3993235"/>
                  </a:lnTo>
                  <a:close/>
                </a:path>
                <a:path w="18288000" h="10287000">
                  <a:moveTo>
                    <a:pt x="142824" y="1250035"/>
                  </a:moveTo>
                  <a:lnTo>
                    <a:pt x="97282" y="1173835"/>
                  </a:lnTo>
                  <a:lnTo>
                    <a:pt x="18402" y="1211935"/>
                  </a:lnTo>
                  <a:lnTo>
                    <a:pt x="63944" y="1300835"/>
                  </a:lnTo>
                  <a:lnTo>
                    <a:pt x="142824" y="1250035"/>
                  </a:lnTo>
                  <a:close/>
                </a:path>
                <a:path w="18288000" h="10287000">
                  <a:moveTo>
                    <a:pt x="144703" y="6728155"/>
                  </a:moveTo>
                  <a:lnTo>
                    <a:pt x="142938" y="6725082"/>
                  </a:lnTo>
                  <a:lnTo>
                    <a:pt x="139890" y="6726847"/>
                  </a:lnTo>
                  <a:lnTo>
                    <a:pt x="141655" y="6729908"/>
                  </a:lnTo>
                  <a:lnTo>
                    <a:pt x="144703" y="6728155"/>
                  </a:lnTo>
                  <a:close/>
                </a:path>
                <a:path w="18288000" h="10287000">
                  <a:moveTo>
                    <a:pt x="147015" y="2786735"/>
                  </a:moveTo>
                  <a:lnTo>
                    <a:pt x="117043" y="2735935"/>
                  </a:lnTo>
                  <a:lnTo>
                    <a:pt x="65138" y="2761335"/>
                  </a:lnTo>
                  <a:lnTo>
                    <a:pt x="95110" y="2812135"/>
                  </a:lnTo>
                  <a:lnTo>
                    <a:pt x="147015" y="2786735"/>
                  </a:lnTo>
                  <a:close/>
                </a:path>
                <a:path w="18288000" h="10287000">
                  <a:moveTo>
                    <a:pt x="147751" y="5529935"/>
                  </a:moveTo>
                  <a:lnTo>
                    <a:pt x="139827" y="5517235"/>
                  </a:lnTo>
                  <a:lnTo>
                    <a:pt x="126072" y="5517235"/>
                  </a:lnTo>
                  <a:lnTo>
                    <a:pt x="134010" y="5542635"/>
                  </a:lnTo>
                  <a:lnTo>
                    <a:pt x="147751" y="5529935"/>
                  </a:lnTo>
                  <a:close/>
                </a:path>
                <a:path w="18288000" h="10287000">
                  <a:moveTo>
                    <a:pt x="151485" y="43535"/>
                  </a:moveTo>
                  <a:lnTo>
                    <a:pt x="128905" y="5435"/>
                  </a:lnTo>
                  <a:lnTo>
                    <a:pt x="0" y="5435"/>
                  </a:lnTo>
                  <a:lnTo>
                    <a:pt x="54800" y="107035"/>
                  </a:lnTo>
                  <a:lnTo>
                    <a:pt x="151485" y="43535"/>
                  </a:lnTo>
                  <a:close/>
                </a:path>
                <a:path w="18288000" h="10287000">
                  <a:moveTo>
                    <a:pt x="153606" y="4323435"/>
                  </a:moveTo>
                  <a:lnTo>
                    <a:pt x="137452" y="4298035"/>
                  </a:lnTo>
                  <a:lnTo>
                    <a:pt x="109461" y="4310735"/>
                  </a:lnTo>
                  <a:lnTo>
                    <a:pt x="125615" y="4336135"/>
                  </a:lnTo>
                  <a:lnTo>
                    <a:pt x="153606" y="4323435"/>
                  </a:lnTo>
                  <a:close/>
                </a:path>
                <a:path w="18288000" h="10287000">
                  <a:moveTo>
                    <a:pt x="157683" y="1580235"/>
                  </a:moveTo>
                  <a:lnTo>
                    <a:pt x="115963" y="1516735"/>
                  </a:lnTo>
                  <a:lnTo>
                    <a:pt x="43700" y="1554835"/>
                  </a:lnTo>
                  <a:lnTo>
                    <a:pt x="85420" y="1618335"/>
                  </a:lnTo>
                  <a:lnTo>
                    <a:pt x="157683" y="1580235"/>
                  </a:lnTo>
                  <a:close/>
                </a:path>
                <a:path w="18288000" h="10287000">
                  <a:moveTo>
                    <a:pt x="162674" y="3116935"/>
                  </a:moveTo>
                  <a:lnTo>
                    <a:pt x="135940" y="3078835"/>
                  </a:lnTo>
                  <a:lnTo>
                    <a:pt x="89623" y="3104235"/>
                  </a:lnTo>
                  <a:lnTo>
                    <a:pt x="116370" y="3142335"/>
                  </a:lnTo>
                  <a:lnTo>
                    <a:pt x="162674" y="3116935"/>
                  </a:lnTo>
                  <a:close/>
                </a:path>
                <a:path w="18288000" h="10287000">
                  <a:moveTo>
                    <a:pt x="164617" y="5855995"/>
                  </a:moveTo>
                  <a:lnTo>
                    <a:pt x="159029" y="5846330"/>
                  </a:lnTo>
                  <a:lnTo>
                    <a:pt x="149364" y="5851906"/>
                  </a:lnTo>
                  <a:lnTo>
                    <a:pt x="154940" y="5861570"/>
                  </a:lnTo>
                  <a:lnTo>
                    <a:pt x="164617" y="5855995"/>
                  </a:lnTo>
                  <a:close/>
                </a:path>
                <a:path w="18288000" h="10287000">
                  <a:moveTo>
                    <a:pt x="167944" y="373735"/>
                  </a:moveTo>
                  <a:lnTo>
                    <a:pt x="114769" y="284835"/>
                  </a:lnTo>
                  <a:lnTo>
                    <a:pt x="22669" y="335635"/>
                  </a:lnTo>
                  <a:lnTo>
                    <a:pt x="75844" y="437235"/>
                  </a:lnTo>
                  <a:lnTo>
                    <a:pt x="167944" y="373735"/>
                  </a:lnTo>
                  <a:close/>
                </a:path>
                <a:path w="18288000" h="10287000">
                  <a:moveTo>
                    <a:pt x="170472" y="4653635"/>
                  </a:moveTo>
                  <a:lnTo>
                    <a:pt x="156667" y="4628235"/>
                  </a:lnTo>
                  <a:lnTo>
                    <a:pt x="132753" y="4640935"/>
                  </a:lnTo>
                  <a:lnTo>
                    <a:pt x="146558" y="4666335"/>
                  </a:lnTo>
                  <a:lnTo>
                    <a:pt x="170472" y="4653635"/>
                  </a:lnTo>
                  <a:close/>
                </a:path>
                <a:path w="18288000" h="10287000">
                  <a:moveTo>
                    <a:pt x="173342" y="1910435"/>
                  </a:moveTo>
                  <a:lnTo>
                    <a:pt x="134861" y="1846935"/>
                  </a:lnTo>
                  <a:lnTo>
                    <a:pt x="68186" y="1885035"/>
                  </a:lnTo>
                  <a:lnTo>
                    <a:pt x="106680" y="1948535"/>
                  </a:lnTo>
                  <a:lnTo>
                    <a:pt x="173342" y="1910435"/>
                  </a:lnTo>
                  <a:close/>
                </a:path>
                <a:path w="18288000" h="10287000">
                  <a:moveTo>
                    <a:pt x="178333" y="3447135"/>
                  </a:moveTo>
                  <a:lnTo>
                    <a:pt x="154825" y="3409035"/>
                  </a:lnTo>
                  <a:lnTo>
                    <a:pt x="114122" y="3434435"/>
                  </a:lnTo>
                  <a:lnTo>
                    <a:pt x="137629" y="3472535"/>
                  </a:lnTo>
                  <a:lnTo>
                    <a:pt x="178333" y="3447135"/>
                  </a:lnTo>
                  <a:close/>
                </a:path>
                <a:path w="18288000" h="10287000">
                  <a:moveTo>
                    <a:pt x="182689" y="6189891"/>
                  </a:moveTo>
                  <a:lnTo>
                    <a:pt x="178562" y="6182766"/>
                  </a:lnTo>
                  <a:lnTo>
                    <a:pt x="171450" y="6186881"/>
                  </a:lnTo>
                  <a:lnTo>
                    <a:pt x="175564" y="6194006"/>
                  </a:lnTo>
                  <a:lnTo>
                    <a:pt x="182689" y="6189891"/>
                  </a:lnTo>
                  <a:close/>
                </a:path>
                <a:path w="18288000" h="10287000">
                  <a:moveTo>
                    <a:pt x="183603" y="716635"/>
                  </a:moveTo>
                  <a:lnTo>
                    <a:pt x="133654" y="627735"/>
                  </a:lnTo>
                  <a:lnTo>
                    <a:pt x="47155" y="678535"/>
                  </a:lnTo>
                  <a:lnTo>
                    <a:pt x="97104" y="767435"/>
                  </a:lnTo>
                  <a:lnTo>
                    <a:pt x="183603" y="716635"/>
                  </a:lnTo>
                  <a:close/>
                </a:path>
                <a:path w="18288000" h="10287000">
                  <a:moveTo>
                    <a:pt x="187337" y="4996535"/>
                  </a:moveTo>
                  <a:lnTo>
                    <a:pt x="175882" y="4971135"/>
                  </a:lnTo>
                  <a:lnTo>
                    <a:pt x="156032" y="4983835"/>
                  </a:lnTo>
                  <a:lnTo>
                    <a:pt x="167487" y="4996535"/>
                  </a:lnTo>
                  <a:lnTo>
                    <a:pt x="187337" y="4996535"/>
                  </a:lnTo>
                  <a:close/>
                </a:path>
                <a:path w="18288000" h="10287000">
                  <a:moveTo>
                    <a:pt x="188607" y="2253335"/>
                  </a:moveTo>
                  <a:lnTo>
                    <a:pt x="153644" y="2189835"/>
                  </a:lnTo>
                  <a:lnTo>
                    <a:pt x="93078" y="2227935"/>
                  </a:lnTo>
                  <a:lnTo>
                    <a:pt x="128041" y="2278735"/>
                  </a:lnTo>
                  <a:lnTo>
                    <a:pt x="188607" y="2253335"/>
                  </a:lnTo>
                  <a:close/>
                </a:path>
                <a:path w="18288000" h="10287000">
                  <a:moveTo>
                    <a:pt x="194792" y="3790035"/>
                  </a:moveTo>
                  <a:lnTo>
                    <a:pt x="173939" y="3751935"/>
                  </a:lnTo>
                  <a:lnTo>
                    <a:pt x="137807" y="3777335"/>
                  </a:lnTo>
                  <a:lnTo>
                    <a:pt x="158661" y="3802735"/>
                  </a:lnTo>
                  <a:lnTo>
                    <a:pt x="194792" y="3790035"/>
                  </a:lnTo>
                  <a:close/>
                </a:path>
                <a:path w="18288000" h="10287000">
                  <a:moveTo>
                    <a:pt x="199669" y="1046835"/>
                  </a:moveTo>
                  <a:lnTo>
                    <a:pt x="152666" y="957935"/>
                  </a:lnTo>
                  <a:lnTo>
                    <a:pt x="71247" y="1008735"/>
                  </a:lnTo>
                  <a:lnTo>
                    <a:pt x="118249" y="1097635"/>
                  </a:lnTo>
                  <a:lnTo>
                    <a:pt x="199669" y="1046835"/>
                  </a:lnTo>
                  <a:close/>
                </a:path>
                <a:path w="18288000" h="10287000">
                  <a:moveTo>
                    <a:pt x="200748" y="6523787"/>
                  </a:moveTo>
                  <a:lnTo>
                    <a:pt x="198107" y="6519215"/>
                  </a:lnTo>
                  <a:lnTo>
                    <a:pt x="193522" y="6521856"/>
                  </a:lnTo>
                  <a:lnTo>
                    <a:pt x="196176" y="6526428"/>
                  </a:lnTo>
                  <a:lnTo>
                    <a:pt x="200748" y="6523787"/>
                  </a:lnTo>
                  <a:close/>
                </a:path>
                <a:path w="18288000" h="10287000">
                  <a:moveTo>
                    <a:pt x="204203" y="5326735"/>
                  </a:moveTo>
                  <a:lnTo>
                    <a:pt x="195084" y="5314035"/>
                  </a:lnTo>
                  <a:lnTo>
                    <a:pt x="179311" y="5314035"/>
                  </a:lnTo>
                  <a:lnTo>
                    <a:pt x="188429" y="5339435"/>
                  </a:lnTo>
                  <a:lnTo>
                    <a:pt x="204203" y="5326735"/>
                  </a:lnTo>
                  <a:close/>
                </a:path>
                <a:path w="18288000" h="10287000">
                  <a:moveTo>
                    <a:pt x="204254" y="2583535"/>
                  </a:moveTo>
                  <a:lnTo>
                    <a:pt x="172529" y="2532735"/>
                  </a:lnTo>
                  <a:lnTo>
                    <a:pt x="117563" y="2558135"/>
                  </a:lnTo>
                  <a:lnTo>
                    <a:pt x="149301" y="2608935"/>
                  </a:lnTo>
                  <a:lnTo>
                    <a:pt x="204254" y="2583535"/>
                  </a:lnTo>
                  <a:close/>
                </a:path>
                <a:path w="18288000" h="10287000">
                  <a:moveTo>
                    <a:pt x="205727" y="5435"/>
                  </a:moveTo>
                  <a:lnTo>
                    <a:pt x="180809" y="5435"/>
                  </a:lnTo>
                  <a:lnTo>
                    <a:pt x="187032" y="18135"/>
                  </a:lnTo>
                  <a:lnTo>
                    <a:pt x="205727" y="5435"/>
                  </a:lnTo>
                  <a:close/>
                </a:path>
                <a:path w="18288000" h="10287000">
                  <a:moveTo>
                    <a:pt x="210858" y="4120235"/>
                  </a:moveTo>
                  <a:lnTo>
                    <a:pt x="192938" y="4094835"/>
                  </a:lnTo>
                  <a:lnTo>
                    <a:pt x="161899" y="4107535"/>
                  </a:lnTo>
                  <a:lnTo>
                    <a:pt x="179819" y="4132935"/>
                  </a:lnTo>
                  <a:lnTo>
                    <a:pt x="210858" y="4120235"/>
                  </a:lnTo>
                  <a:close/>
                </a:path>
                <a:path w="18288000" h="10287000">
                  <a:moveTo>
                    <a:pt x="215328" y="1377035"/>
                  </a:moveTo>
                  <a:lnTo>
                    <a:pt x="171564" y="1300835"/>
                  </a:lnTo>
                  <a:lnTo>
                    <a:pt x="95732" y="1351635"/>
                  </a:lnTo>
                  <a:lnTo>
                    <a:pt x="139509" y="1427835"/>
                  </a:lnTo>
                  <a:lnTo>
                    <a:pt x="215328" y="1377035"/>
                  </a:lnTo>
                  <a:close/>
                </a:path>
                <a:path w="18288000" h="10287000">
                  <a:moveTo>
                    <a:pt x="218821" y="6857682"/>
                  </a:moveTo>
                  <a:lnTo>
                    <a:pt x="217639" y="6855650"/>
                  </a:lnTo>
                  <a:lnTo>
                    <a:pt x="215607" y="6856831"/>
                  </a:lnTo>
                  <a:lnTo>
                    <a:pt x="216789" y="6858863"/>
                  </a:lnTo>
                  <a:lnTo>
                    <a:pt x="218821" y="6857682"/>
                  </a:lnTo>
                  <a:close/>
                </a:path>
                <a:path w="18288000" h="10287000">
                  <a:moveTo>
                    <a:pt x="219925" y="2913735"/>
                  </a:moveTo>
                  <a:lnTo>
                    <a:pt x="191427" y="2862935"/>
                  </a:lnTo>
                  <a:lnTo>
                    <a:pt x="142062" y="2901035"/>
                  </a:lnTo>
                  <a:lnTo>
                    <a:pt x="170561" y="2939135"/>
                  </a:lnTo>
                  <a:lnTo>
                    <a:pt x="219925" y="2913735"/>
                  </a:lnTo>
                  <a:close/>
                </a:path>
                <a:path w="18288000" h="10287000">
                  <a:moveTo>
                    <a:pt x="221462" y="5651855"/>
                  </a:moveTo>
                  <a:lnTo>
                    <a:pt x="214414" y="5639638"/>
                  </a:lnTo>
                  <a:lnTo>
                    <a:pt x="202196" y="5646686"/>
                  </a:lnTo>
                  <a:lnTo>
                    <a:pt x="209257" y="5658904"/>
                  </a:lnTo>
                  <a:lnTo>
                    <a:pt x="221462" y="5651855"/>
                  </a:lnTo>
                  <a:close/>
                </a:path>
                <a:path w="18288000" h="10287000">
                  <a:moveTo>
                    <a:pt x="223989" y="170535"/>
                  </a:moveTo>
                  <a:lnTo>
                    <a:pt x="169926" y="81635"/>
                  </a:lnTo>
                  <a:lnTo>
                    <a:pt x="76301" y="132435"/>
                  </a:lnTo>
                  <a:lnTo>
                    <a:pt x="130365" y="234035"/>
                  </a:lnTo>
                  <a:lnTo>
                    <a:pt x="223989" y="170535"/>
                  </a:lnTo>
                  <a:close/>
                </a:path>
                <a:path w="18288000" h="10287000">
                  <a:moveTo>
                    <a:pt x="227317" y="4450435"/>
                  </a:moveTo>
                  <a:lnTo>
                    <a:pt x="212039" y="4425035"/>
                  </a:lnTo>
                  <a:lnTo>
                    <a:pt x="185585" y="4437735"/>
                  </a:lnTo>
                  <a:lnTo>
                    <a:pt x="200850" y="4463135"/>
                  </a:lnTo>
                  <a:lnTo>
                    <a:pt x="227317" y="4450435"/>
                  </a:lnTo>
                  <a:close/>
                </a:path>
                <a:path w="18288000" h="10287000">
                  <a:moveTo>
                    <a:pt x="230187" y="1707235"/>
                  </a:moveTo>
                  <a:lnTo>
                    <a:pt x="190233" y="1643735"/>
                  </a:lnTo>
                  <a:lnTo>
                    <a:pt x="121031" y="1681835"/>
                  </a:lnTo>
                  <a:lnTo>
                    <a:pt x="160985" y="1758035"/>
                  </a:lnTo>
                  <a:lnTo>
                    <a:pt x="230187" y="1707235"/>
                  </a:lnTo>
                  <a:close/>
                </a:path>
                <a:path w="18288000" h="10287000">
                  <a:moveTo>
                    <a:pt x="235178" y="3243935"/>
                  </a:moveTo>
                  <a:lnTo>
                    <a:pt x="210210" y="3205835"/>
                  </a:lnTo>
                  <a:lnTo>
                    <a:pt x="166966" y="3231235"/>
                  </a:lnTo>
                  <a:lnTo>
                    <a:pt x="191935" y="3269335"/>
                  </a:lnTo>
                  <a:lnTo>
                    <a:pt x="235178" y="3243935"/>
                  </a:lnTo>
                  <a:close/>
                </a:path>
                <a:path w="18288000" h="10287000">
                  <a:moveTo>
                    <a:pt x="238734" y="5985535"/>
                  </a:moveTo>
                  <a:lnTo>
                    <a:pt x="233743" y="5976886"/>
                  </a:lnTo>
                  <a:lnTo>
                    <a:pt x="225094" y="5981878"/>
                  </a:lnTo>
                  <a:lnTo>
                    <a:pt x="230085" y="5990526"/>
                  </a:lnTo>
                  <a:lnTo>
                    <a:pt x="238734" y="5985535"/>
                  </a:lnTo>
                  <a:close/>
                </a:path>
                <a:path w="18288000" h="10287000">
                  <a:moveTo>
                    <a:pt x="240461" y="513435"/>
                  </a:moveTo>
                  <a:lnTo>
                    <a:pt x="189039" y="424535"/>
                  </a:lnTo>
                  <a:lnTo>
                    <a:pt x="99987" y="475335"/>
                  </a:lnTo>
                  <a:lnTo>
                    <a:pt x="151409" y="564235"/>
                  </a:lnTo>
                  <a:lnTo>
                    <a:pt x="240461" y="513435"/>
                  </a:lnTo>
                  <a:close/>
                </a:path>
                <a:path w="18288000" h="10287000">
                  <a:moveTo>
                    <a:pt x="243776" y="4780635"/>
                  </a:moveTo>
                  <a:lnTo>
                    <a:pt x="231152" y="4767935"/>
                  </a:lnTo>
                  <a:lnTo>
                    <a:pt x="209270" y="4780635"/>
                  </a:lnTo>
                  <a:lnTo>
                    <a:pt x="221907" y="4793335"/>
                  </a:lnTo>
                  <a:lnTo>
                    <a:pt x="243776" y="4780635"/>
                  </a:lnTo>
                  <a:close/>
                </a:path>
                <a:path w="18288000" h="10287000">
                  <a:moveTo>
                    <a:pt x="245846" y="2050135"/>
                  </a:moveTo>
                  <a:lnTo>
                    <a:pt x="209130" y="1986635"/>
                  </a:lnTo>
                  <a:lnTo>
                    <a:pt x="145516" y="2012035"/>
                  </a:lnTo>
                  <a:lnTo>
                    <a:pt x="182245" y="2075535"/>
                  </a:lnTo>
                  <a:lnTo>
                    <a:pt x="245846" y="2050135"/>
                  </a:lnTo>
                  <a:close/>
                </a:path>
                <a:path w="18288000" h="10287000">
                  <a:moveTo>
                    <a:pt x="251650" y="3586835"/>
                  </a:moveTo>
                  <a:lnTo>
                    <a:pt x="229323" y="3548735"/>
                  </a:lnTo>
                  <a:lnTo>
                    <a:pt x="190639" y="3561435"/>
                  </a:lnTo>
                  <a:lnTo>
                    <a:pt x="212966" y="3599535"/>
                  </a:lnTo>
                  <a:lnTo>
                    <a:pt x="251650" y="3586835"/>
                  </a:lnTo>
                  <a:close/>
                </a:path>
                <a:path w="18288000" h="10287000">
                  <a:moveTo>
                    <a:pt x="256108" y="843635"/>
                  </a:moveTo>
                  <a:lnTo>
                    <a:pt x="207924" y="754735"/>
                  </a:lnTo>
                  <a:lnTo>
                    <a:pt x="124485" y="805535"/>
                  </a:lnTo>
                  <a:lnTo>
                    <a:pt x="172669" y="894435"/>
                  </a:lnTo>
                  <a:lnTo>
                    <a:pt x="256108" y="843635"/>
                  </a:lnTo>
                  <a:close/>
                </a:path>
                <a:path w="18288000" h="10287000">
                  <a:moveTo>
                    <a:pt x="256794" y="6319431"/>
                  </a:moveTo>
                  <a:lnTo>
                    <a:pt x="253276" y="6313335"/>
                  </a:lnTo>
                  <a:lnTo>
                    <a:pt x="247167" y="6316853"/>
                  </a:lnTo>
                  <a:lnTo>
                    <a:pt x="250698" y="6322962"/>
                  </a:lnTo>
                  <a:lnTo>
                    <a:pt x="256794" y="6319431"/>
                  </a:lnTo>
                  <a:close/>
                </a:path>
                <a:path w="18288000" h="10287000">
                  <a:moveTo>
                    <a:pt x="260642" y="5123535"/>
                  </a:moveTo>
                  <a:lnTo>
                    <a:pt x="250367" y="5098135"/>
                  </a:lnTo>
                  <a:lnTo>
                    <a:pt x="232549" y="5110835"/>
                  </a:lnTo>
                  <a:lnTo>
                    <a:pt x="242836" y="5136235"/>
                  </a:lnTo>
                  <a:lnTo>
                    <a:pt x="260642" y="5123535"/>
                  </a:lnTo>
                  <a:close/>
                </a:path>
                <a:path w="18288000" h="10287000">
                  <a:moveTo>
                    <a:pt x="261112" y="2380335"/>
                  </a:moveTo>
                  <a:lnTo>
                    <a:pt x="227914" y="2316835"/>
                  </a:lnTo>
                  <a:lnTo>
                    <a:pt x="170408" y="2354935"/>
                  </a:lnTo>
                  <a:lnTo>
                    <a:pt x="203606" y="2405735"/>
                  </a:lnTo>
                  <a:lnTo>
                    <a:pt x="261112" y="2380335"/>
                  </a:lnTo>
                  <a:close/>
                </a:path>
                <a:path w="18288000" h="10287000">
                  <a:moveTo>
                    <a:pt x="267703" y="3917035"/>
                  </a:moveTo>
                  <a:lnTo>
                    <a:pt x="248310" y="3878935"/>
                  </a:lnTo>
                  <a:lnTo>
                    <a:pt x="214731" y="3904335"/>
                  </a:lnTo>
                  <a:lnTo>
                    <a:pt x="234111" y="3929735"/>
                  </a:lnTo>
                  <a:lnTo>
                    <a:pt x="267703" y="3917035"/>
                  </a:lnTo>
                  <a:close/>
                </a:path>
                <a:path w="18288000" h="10287000">
                  <a:moveTo>
                    <a:pt x="272173" y="1173835"/>
                  </a:moveTo>
                  <a:lnTo>
                    <a:pt x="226936" y="1097635"/>
                  </a:lnTo>
                  <a:lnTo>
                    <a:pt x="148564" y="1135735"/>
                  </a:lnTo>
                  <a:lnTo>
                    <a:pt x="193814" y="1224635"/>
                  </a:lnTo>
                  <a:lnTo>
                    <a:pt x="272173" y="1173835"/>
                  </a:lnTo>
                  <a:close/>
                </a:path>
                <a:path w="18288000" h="10287000">
                  <a:moveTo>
                    <a:pt x="274866" y="6653339"/>
                  </a:moveTo>
                  <a:lnTo>
                    <a:pt x="272808" y="6649771"/>
                  </a:lnTo>
                  <a:lnTo>
                    <a:pt x="269252" y="6651828"/>
                  </a:lnTo>
                  <a:lnTo>
                    <a:pt x="271310" y="6655397"/>
                  </a:lnTo>
                  <a:lnTo>
                    <a:pt x="274866" y="6653339"/>
                  </a:lnTo>
                  <a:close/>
                </a:path>
                <a:path w="18288000" h="10287000">
                  <a:moveTo>
                    <a:pt x="277164" y="2710535"/>
                  </a:moveTo>
                  <a:lnTo>
                    <a:pt x="246900" y="2659735"/>
                  </a:lnTo>
                  <a:lnTo>
                    <a:pt x="194487" y="2685135"/>
                  </a:lnTo>
                  <a:lnTo>
                    <a:pt x="224751" y="2735935"/>
                  </a:lnTo>
                  <a:lnTo>
                    <a:pt x="277164" y="2710535"/>
                  </a:lnTo>
                  <a:close/>
                </a:path>
                <a:path w="18288000" h="10287000">
                  <a:moveTo>
                    <a:pt x="277914" y="5453735"/>
                  </a:moveTo>
                  <a:lnTo>
                    <a:pt x="269684" y="5441035"/>
                  </a:lnTo>
                  <a:lnTo>
                    <a:pt x="255435" y="5453735"/>
                  </a:lnTo>
                  <a:lnTo>
                    <a:pt x="263664" y="5466435"/>
                  </a:lnTo>
                  <a:lnTo>
                    <a:pt x="277914" y="5453735"/>
                  </a:lnTo>
                  <a:close/>
                </a:path>
                <a:path w="18288000" h="10287000">
                  <a:moveTo>
                    <a:pt x="283768" y="4247235"/>
                  </a:moveTo>
                  <a:lnTo>
                    <a:pt x="267322" y="4221835"/>
                  </a:lnTo>
                  <a:lnTo>
                    <a:pt x="238823" y="4234535"/>
                  </a:lnTo>
                  <a:lnTo>
                    <a:pt x="255270" y="4259935"/>
                  </a:lnTo>
                  <a:lnTo>
                    <a:pt x="283768" y="4247235"/>
                  </a:lnTo>
                  <a:close/>
                </a:path>
                <a:path w="18288000" h="10287000">
                  <a:moveTo>
                    <a:pt x="287439" y="1504035"/>
                  </a:moveTo>
                  <a:lnTo>
                    <a:pt x="245719" y="1440535"/>
                  </a:lnTo>
                  <a:lnTo>
                    <a:pt x="173456" y="1478635"/>
                  </a:lnTo>
                  <a:lnTo>
                    <a:pt x="215176" y="1554835"/>
                  </a:lnTo>
                  <a:lnTo>
                    <a:pt x="287439" y="1504035"/>
                  </a:lnTo>
                  <a:close/>
                </a:path>
                <a:path w="18288000" h="10287000">
                  <a:moveTo>
                    <a:pt x="292823" y="3040735"/>
                  </a:moveTo>
                  <a:lnTo>
                    <a:pt x="265798" y="3002635"/>
                  </a:lnTo>
                  <a:lnTo>
                    <a:pt x="218986" y="3028035"/>
                  </a:lnTo>
                  <a:lnTo>
                    <a:pt x="246011" y="3066135"/>
                  </a:lnTo>
                  <a:lnTo>
                    <a:pt x="292823" y="3040735"/>
                  </a:lnTo>
                  <a:close/>
                </a:path>
                <a:path w="18288000" h="10287000">
                  <a:moveTo>
                    <a:pt x="293331" y="6987337"/>
                  </a:moveTo>
                  <a:lnTo>
                    <a:pt x="292455" y="6985825"/>
                  </a:lnTo>
                  <a:lnTo>
                    <a:pt x="290931" y="6986702"/>
                  </a:lnTo>
                  <a:lnTo>
                    <a:pt x="291807" y="6988226"/>
                  </a:lnTo>
                  <a:lnTo>
                    <a:pt x="293331" y="6987337"/>
                  </a:lnTo>
                  <a:close/>
                </a:path>
                <a:path w="18288000" h="10287000">
                  <a:moveTo>
                    <a:pt x="294779" y="5781179"/>
                  </a:moveTo>
                  <a:lnTo>
                    <a:pt x="288912" y="5771007"/>
                  </a:lnTo>
                  <a:lnTo>
                    <a:pt x="278726" y="5776874"/>
                  </a:lnTo>
                  <a:lnTo>
                    <a:pt x="284594" y="5787047"/>
                  </a:lnTo>
                  <a:lnTo>
                    <a:pt x="294779" y="5781179"/>
                  </a:lnTo>
                  <a:close/>
                </a:path>
                <a:path w="18288000" h="10287000">
                  <a:moveTo>
                    <a:pt x="296506" y="297535"/>
                  </a:moveTo>
                  <a:lnTo>
                    <a:pt x="244208" y="208635"/>
                  </a:lnTo>
                  <a:lnTo>
                    <a:pt x="153631" y="259435"/>
                  </a:lnTo>
                  <a:lnTo>
                    <a:pt x="205930" y="361035"/>
                  </a:lnTo>
                  <a:lnTo>
                    <a:pt x="296506" y="297535"/>
                  </a:lnTo>
                  <a:close/>
                </a:path>
                <a:path w="18288000" h="10287000">
                  <a:moveTo>
                    <a:pt x="300634" y="4577435"/>
                  </a:moveTo>
                  <a:lnTo>
                    <a:pt x="286537" y="4552035"/>
                  </a:lnTo>
                  <a:lnTo>
                    <a:pt x="262102" y="4577435"/>
                  </a:lnTo>
                  <a:lnTo>
                    <a:pt x="276212" y="4602835"/>
                  </a:lnTo>
                  <a:lnTo>
                    <a:pt x="300634" y="4577435"/>
                  </a:lnTo>
                  <a:close/>
                </a:path>
                <a:path w="18288000" h="10287000">
                  <a:moveTo>
                    <a:pt x="303504" y="1846935"/>
                  </a:moveTo>
                  <a:lnTo>
                    <a:pt x="264718" y="1770735"/>
                  </a:lnTo>
                  <a:lnTo>
                    <a:pt x="197548" y="1808835"/>
                  </a:lnTo>
                  <a:lnTo>
                    <a:pt x="236334" y="1885035"/>
                  </a:lnTo>
                  <a:lnTo>
                    <a:pt x="303504" y="1846935"/>
                  </a:lnTo>
                  <a:close/>
                </a:path>
                <a:path w="18288000" h="10287000">
                  <a:moveTo>
                    <a:pt x="308495" y="3383635"/>
                  </a:moveTo>
                  <a:lnTo>
                    <a:pt x="284695" y="3332835"/>
                  </a:lnTo>
                  <a:lnTo>
                    <a:pt x="243484" y="3358235"/>
                  </a:lnTo>
                  <a:lnTo>
                    <a:pt x="267271" y="3396335"/>
                  </a:lnTo>
                  <a:lnTo>
                    <a:pt x="308495" y="3383635"/>
                  </a:lnTo>
                  <a:close/>
                </a:path>
                <a:path w="18288000" h="10287000">
                  <a:moveTo>
                    <a:pt x="312851" y="6115088"/>
                  </a:moveTo>
                  <a:lnTo>
                    <a:pt x="308444" y="6107442"/>
                  </a:lnTo>
                  <a:lnTo>
                    <a:pt x="300812" y="6111849"/>
                  </a:lnTo>
                  <a:lnTo>
                    <a:pt x="305219" y="6119495"/>
                  </a:lnTo>
                  <a:lnTo>
                    <a:pt x="312851" y="6115088"/>
                  </a:lnTo>
                  <a:close/>
                </a:path>
                <a:path w="18288000" h="10287000">
                  <a:moveTo>
                    <a:pt x="312966" y="640435"/>
                  </a:moveTo>
                  <a:lnTo>
                    <a:pt x="263309" y="551535"/>
                  </a:lnTo>
                  <a:lnTo>
                    <a:pt x="177317" y="602335"/>
                  </a:lnTo>
                  <a:lnTo>
                    <a:pt x="226961" y="691235"/>
                  </a:lnTo>
                  <a:lnTo>
                    <a:pt x="312966" y="640435"/>
                  </a:lnTo>
                  <a:close/>
                </a:path>
                <a:path w="18288000" h="10287000">
                  <a:moveTo>
                    <a:pt x="317487" y="4920335"/>
                  </a:moveTo>
                  <a:lnTo>
                    <a:pt x="305739" y="4894935"/>
                  </a:lnTo>
                  <a:lnTo>
                    <a:pt x="285394" y="4907635"/>
                  </a:lnTo>
                  <a:lnTo>
                    <a:pt x="297141" y="4933035"/>
                  </a:lnTo>
                  <a:lnTo>
                    <a:pt x="317487" y="4920335"/>
                  </a:lnTo>
                  <a:close/>
                </a:path>
                <a:path w="18288000" h="10287000">
                  <a:moveTo>
                    <a:pt x="318363" y="2177135"/>
                  </a:moveTo>
                  <a:lnTo>
                    <a:pt x="283400" y="2113635"/>
                  </a:lnTo>
                  <a:lnTo>
                    <a:pt x="222846" y="2151735"/>
                  </a:lnTo>
                  <a:lnTo>
                    <a:pt x="257797" y="2215235"/>
                  </a:lnTo>
                  <a:lnTo>
                    <a:pt x="318363" y="2177135"/>
                  </a:lnTo>
                  <a:close/>
                </a:path>
                <a:path w="18288000" h="10287000">
                  <a:moveTo>
                    <a:pt x="324954" y="3713835"/>
                  </a:moveTo>
                  <a:lnTo>
                    <a:pt x="303796" y="3675735"/>
                  </a:lnTo>
                  <a:lnTo>
                    <a:pt x="267169" y="3701135"/>
                  </a:lnTo>
                  <a:lnTo>
                    <a:pt x="288315" y="3726535"/>
                  </a:lnTo>
                  <a:lnTo>
                    <a:pt x="324954" y="3713835"/>
                  </a:lnTo>
                  <a:close/>
                </a:path>
                <a:path w="18288000" h="10287000">
                  <a:moveTo>
                    <a:pt x="329018" y="970635"/>
                  </a:moveTo>
                  <a:lnTo>
                    <a:pt x="282308" y="894435"/>
                  </a:lnTo>
                  <a:lnTo>
                    <a:pt x="201396" y="932535"/>
                  </a:lnTo>
                  <a:lnTo>
                    <a:pt x="248119" y="1021435"/>
                  </a:lnTo>
                  <a:lnTo>
                    <a:pt x="329018" y="970635"/>
                  </a:lnTo>
                  <a:close/>
                </a:path>
                <a:path w="18288000" h="10287000">
                  <a:moveTo>
                    <a:pt x="330504" y="6448882"/>
                  </a:moveTo>
                  <a:lnTo>
                    <a:pt x="327863" y="6444297"/>
                  </a:lnTo>
                  <a:lnTo>
                    <a:pt x="323291" y="6446939"/>
                  </a:lnTo>
                  <a:lnTo>
                    <a:pt x="325932" y="6451524"/>
                  </a:lnTo>
                  <a:lnTo>
                    <a:pt x="330504" y="6448882"/>
                  </a:lnTo>
                  <a:close/>
                </a:path>
                <a:path w="18288000" h="10287000">
                  <a:moveTo>
                    <a:pt x="334022" y="2507335"/>
                  </a:moveTo>
                  <a:lnTo>
                    <a:pt x="302285" y="2456535"/>
                  </a:lnTo>
                  <a:lnTo>
                    <a:pt x="247332" y="2481935"/>
                  </a:lnTo>
                  <a:lnTo>
                    <a:pt x="279057" y="2545435"/>
                  </a:lnTo>
                  <a:lnTo>
                    <a:pt x="334022" y="2507335"/>
                  </a:lnTo>
                  <a:close/>
                </a:path>
                <a:path w="18288000" h="10287000">
                  <a:moveTo>
                    <a:pt x="334352" y="5250535"/>
                  </a:moveTo>
                  <a:lnTo>
                    <a:pt x="324954" y="5237835"/>
                  </a:lnTo>
                  <a:lnTo>
                    <a:pt x="308673" y="5237835"/>
                  </a:lnTo>
                  <a:lnTo>
                    <a:pt x="318071" y="5263235"/>
                  </a:lnTo>
                  <a:lnTo>
                    <a:pt x="334352" y="5250535"/>
                  </a:lnTo>
                  <a:close/>
                </a:path>
                <a:path w="18288000" h="10287000">
                  <a:moveTo>
                    <a:pt x="341020" y="4044035"/>
                  </a:moveTo>
                  <a:lnTo>
                    <a:pt x="322795" y="4018635"/>
                  </a:lnTo>
                  <a:lnTo>
                    <a:pt x="291249" y="4031335"/>
                  </a:lnTo>
                  <a:lnTo>
                    <a:pt x="309473" y="4069435"/>
                  </a:lnTo>
                  <a:lnTo>
                    <a:pt x="341020" y="4044035"/>
                  </a:lnTo>
                  <a:close/>
                </a:path>
                <a:path w="18288000" h="10287000">
                  <a:moveTo>
                    <a:pt x="344690" y="1300835"/>
                  </a:moveTo>
                  <a:lnTo>
                    <a:pt x="301205" y="1224635"/>
                  </a:lnTo>
                  <a:lnTo>
                    <a:pt x="225894" y="1275435"/>
                  </a:lnTo>
                  <a:lnTo>
                    <a:pt x="269379" y="1351635"/>
                  </a:lnTo>
                  <a:lnTo>
                    <a:pt x="344690" y="1300835"/>
                  </a:lnTo>
                  <a:close/>
                </a:path>
                <a:path w="18288000" h="10287000">
                  <a:moveTo>
                    <a:pt x="348983" y="6782879"/>
                  </a:moveTo>
                  <a:lnTo>
                    <a:pt x="347510" y="6780339"/>
                  </a:lnTo>
                  <a:lnTo>
                    <a:pt x="344970" y="6781813"/>
                  </a:lnTo>
                  <a:lnTo>
                    <a:pt x="346443" y="6784353"/>
                  </a:lnTo>
                  <a:lnTo>
                    <a:pt x="348983" y="6782879"/>
                  </a:lnTo>
                  <a:close/>
                </a:path>
                <a:path w="18288000" h="10287000">
                  <a:moveTo>
                    <a:pt x="350075" y="2837535"/>
                  </a:moveTo>
                  <a:lnTo>
                    <a:pt x="321284" y="2786735"/>
                  </a:lnTo>
                  <a:lnTo>
                    <a:pt x="271424" y="2824835"/>
                  </a:lnTo>
                  <a:lnTo>
                    <a:pt x="300215" y="2875635"/>
                  </a:lnTo>
                  <a:lnTo>
                    <a:pt x="350075" y="2837535"/>
                  </a:lnTo>
                  <a:close/>
                </a:path>
                <a:path w="18288000" h="10287000">
                  <a:moveTo>
                    <a:pt x="351624" y="5577040"/>
                  </a:moveTo>
                  <a:lnTo>
                    <a:pt x="344284" y="5564314"/>
                  </a:lnTo>
                  <a:lnTo>
                    <a:pt x="331558" y="5571655"/>
                  </a:lnTo>
                  <a:lnTo>
                    <a:pt x="338899" y="5584380"/>
                  </a:lnTo>
                  <a:lnTo>
                    <a:pt x="351624" y="5577040"/>
                  </a:lnTo>
                  <a:close/>
                </a:path>
                <a:path w="18288000" h="10287000">
                  <a:moveTo>
                    <a:pt x="352552" y="94335"/>
                  </a:moveTo>
                  <a:lnTo>
                    <a:pt x="299377" y="5435"/>
                  </a:lnTo>
                  <a:lnTo>
                    <a:pt x="207264" y="56235"/>
                  </a:lnTo>
                  <a:lnTo>
                    <a:pt x="260438" y="157835"/>
                  </a:lnTo>
                  <a:lnTo>
                    <a:pt x="352552" y="94335"/>
                  </a:lnTo>
                  <a:close/>
                </a:path>
                <a:path w="18288000" h="10287000">
                  <a:moveTo>
                    <a:pt x="357479" y="4374235"/>
                  </a:moveTo>
                  <a:lnTo>
                    <a:pt x="341909" y="4348835"/>
                  </a:lnTo>
                  <a:lnTo>
                    <a:pt x="314934" y="4361535"/>
                  </a:lnTo>
                  <a:lnTo>
                    <a:pt x="330504" y="4399635"/>
                  </a:lnTo>
                  <a:lnTo>
                    <a:pt x="357479" y="4374235"/>
                  </a:lnTo>
                  <a:close/>
                </a:path>
                <a:path w="18288000" h="10287000">
                  <a:moveTo>
                    <a:pt x="359943" y="1631035"/>
                  </a:moveTo>
                  <a:lnTo>
                    <a:pt x="319989" y="1567535"/>
                  </a:lnTo>
                  <a:lnTo>
                    <a:pt x="250786" y="1605635"/>
                  </a:lnTo>
                  <a:lnTo>
                    <a:pt x="290741" y="1681835"/>
                  </a:lnTo>
                  <a:lnTo>
                    <a:pt x="359943" y="1631035"/>
                  </a:lnTo>
                  <a:close/>
                </a:path>
                <a:path w="18288000" h="10287000">
                  <a:moveTo>
                    <a:pt x="365340" y="3167735"/>
                  </a:moveTo>
                  <a:lnTo>
                    <a:pt x="340067" y="3129635"/>
                  </a:lnTo>
                  <a:lnTo>
                    <a:pt x="296316" y="3155035"/>
                  </a:lnTo>
                  <a:lnTo>
                    <a:pt x="321576" y="3193135"/>
                  </a:lnTo>
                  <a:lnTo>
                    <a:pt x="365340" y="3167735"/>
                  </a:lnTo>
                  <a:close/>
                </a:path>
                <a:path w="18288000" h="10287000">
                  <a:moveTo>
                    <a:pt x="368490" y="5910618"/>
                  </a:moveTo>
                  <a:lnTo>
                    <a:pt x="363499" y="5901969"/>
                  </a:lnTo>
                  <a:lnTo>
                    <a:pt x="354838" y="5906960"/>
                  </a:lnTo>
                  <a:lnTo>
                    <a:pt x="359829" y="5915609"/>
                  </a:lnTo>
                  <a:lnTo>
                    <a:pt x="368490" y="5910618"/>
                  </a:lnTo>
                  <a:close/>
                </a:path>
                <a:path w="18288000" h="10287000">
                  <a:moveTo>
                    <a:pt x="369417" y="437235"/>
                  </a:moveTo>
                  <a:lnTo>
                    <a:pt x="318579" y="348335"/>
                  </a:lnTo>
                  <a:lnTo>
                    <a:pt x="230543" y="399135"/>
                  </a:lnTo>
                  <a:lnTo>
                    <a:pt x="281381" y="488035"/>
                  </a:lnTo>
                  <a:lnTo>
                    <a:pt x="369417" y="437235"/>
                  </a:lnTo>
                  <a:close/>
                </a:path>
                <a:path w="18288000" h="10287000">
                  <a:moveTo>
                    <a:pt x="373951" y="4717135"/>
                  </a:moveTo>
                  <a:lnTo>
                    <a:pt x="361010" y="4691735"/>
                  </a:lnTo>
                  <a:lnTo>
                    <a:pt x="338632" y="4704435"/>
                  </a:lnTo>
                  <a:lnTo>
                    <a:pt x="351548" y="4729835"/>
                  </a:lnTo>
                  <a:lnTo>
                    <a:pt x="373951" y="4717135"/>
                  </a:lnTo>
                  <a:close/>
                </a:path>
                <a:path w="18288000" h="10287000">
                  <a:moveTo>
                    <a:pt x="376008" y="1973935"/>
                  </a:moveTo>
                  <a:lnTo>
                    <a:pt x="338988" y="1910435"/>
                  </a:lnTo>
                  <a:lnTo>
                    <a:pt x="274878" y="1948535"/>
                  </a:lnTo>
                  <a:lnTo>
                    <a:pt x="311899" y="2012035"/>
                  </a:lnTo>
                  <a:lnTo>
                    <a:pt x="376008" y="1973935"/>
                  </a:lnTo>
                  <a:close/>
                </a:path>
                <a:path w="18288000" h="10287000">
                  <a:moveTo>
                    <a:pt x="381393" y="3510635"/>
                  </a:moveTo>
                  <a:lnTo>
                    <a:pt x="359079" y="3472535"/>
                  </a:lnTo>
                  <a:lnTo>
                    <a:pt x="320408" y="3485235"/>
                  </a:lnTo>
                  <a:lnTo>
                    <a:pt x="342734" y="3523335"/>
                  </a:lnTo>
                  <a:lnTo>
                    <a:pt x="381393" y="3510635"/>
                  </a:lnTo>
                  <a:close/>
                </a:path>
                <a:path w="18288000" h="10287000">
                  <a:moveTo>
                    <a:pt x="385483" y="767435"/>
                  </a:moveTo>
                  <a:lnTo>
                    <a:pt x="337591" y="678535"/>
                  </a:lnTo>
                  <a:lnTo>
                    <a:pt x="254647" y="729335"/>
                  </a:lnTo>
                  <a:lnTo>
                    <a:pt x="302526" y="818235"/>
                  </a:lnTo>
                  <a:lnTo>
                    <a:pt x="385483" y="767435"/>
                  </a:lnTo>
                  <a:close/>
                </a:path>
                <a:path w="18288000" h="10287000">
                  <a:moveTo>
                    <a:pt x="386969" y="6244615"/>
                  </a:moveTo>
                  <a:lnTo>
                    <a:pt x="383146" y="6238011"/>
                  </a:lnTo>
                  <a:lnTo>
                    <a:pt x="376529" y="6241834"/>
                  </a:lnTo>
                  <a:lnTo>
                    <a:pt x="380339" y="6248438"/>
                  </a:lnTo>
                  <a:lnTo>
                    <a:pt x="386969" y="6244615"/>
                  </a:lnTo>
                  <a:close/>
                </a:path>
                <a:path w="18288000" h="10287000">
                  <a:moveTo>
                    <a:pt x="390804" y="5047335"/>
                  </a:moveTo>
                  <a:lnTo>
                    <a:pt x="380225" y="5021935"/>
                  </a:lnTo>
                  <a:lnTo>
                    <a:pt x="361911" y="5034635"/>
                  </a:lnTo>
                  <a:lnTo>
                    <a:pt x="372491" y="5060035"/>
                  </a:lnTo>
                  <a:lnTo>
                    <a:pt x="390804" y="5047335"/>
                  </a:lnTo>
                  <a:close/>
                </a:path>
                <a:path w="18288000" h="10287000">
                  <a:moveTo>
                    <a:pt x="391261" y="2304135"/>
                  </a:moveTo>
                  <a:lnTo>
                    <a:pt x="357771" y="2240635"/>
                  </a:lnTo>
                  <a:lnTo>
                    <a:pt x="299770" y="2278735"/>
                  </a:lnTo>
                  <a:lnTo>
                    <a:pt x="333260" y="2342235"/>
                  </a:lnTo>
                  <a:lnTo>
                    <a:pt x="391261" y="2304135"/>
                  </a:lnTo>
                  <a:close/>
                </a:path>
                <a:path w="18288000" h="10287000">
                  <a:moveTo>
                    <a:pt x="397865" y="3840835"/>
                  </a:moveTo>
                  <a:lnTo>
                    <a:pt x="378180" y="3802735"/>
                  </a:lnTo>
                  <a:lnTo>
                    <a:pt x="344093" y="3828135"/>
                  </a:lnTo>
                  <a:lnTo>
                    <a:pt x="363778" y="3866235"/>
                  </a:lnTo>
                  <a:lnTo>
                    <a:pt x="397865" y="3840835"/>
                  </a:lnTo>
                  <a:close/>
                </a:path>
                <a:path w="18288000" h="10287000">
                  <a:moveTo>
                    <a:pt x="401535" y="1097635"/>
                  </a:moveTo>
                  <a:lnTo>
                    <a:pt x="356590" y="1021435"/>
                  </a:lnTo>
                  <a:lnTo>
                    <a:pt x="278726" y="1072235"/>
                  </a:lnTo>
                  <a:lnTo>
                    <a:pt x="323684" y="1148435"/>
                  </a:lnTo>
                  <a:lnTo>
                    <a:pt x="401535" y="1097635"/>
                  </a:lnTo>
                  <a:close/>
                </a:path>
                <a:path w="18288000" h="10287000">
                  <a:moveTo>
                    <a:pt x="405028" y="6578524"/>
                  </a:moveTo>
                  <a:lnTo>
                    <a:pt x="402678" y="6574447"/>
                  </a:lnTo>
                  <a:lnTo>
                    <a:pt x="398602" y="6576809"/>
                  </a:lnTo>
                  <a:lnTo>
                    <a:pt x="400951" y="6580873"/>
                  </a:lnTo>
                  <a:lnTo>
                    <a:pt x="405028" y="6578524"/>
                  </a:lnTo>
                  <a:close/>
                </a:path>
                <a:path w="18288000" h="10287000">
                  <a:moveTo>
                    <a:pt x="406933" y="2634335"/>
                  </a:moveTo>
                  <a:lnTo>
                    <a:pt x="376669" y="2583535"/>
                  </a:lnTo>
                  <a:lnTo>
                    <a:pt x="324256" y="2608935"/>
                  </a:lnTo>
                  <a:lnTo>
                    <a:pt x="354520" y="2672435"/>
                  </a:lnTo>
                  <a:lnTo>
                    <a:pt x="406933" y="2634335"/>
                  </a:lnTo>
                  <a:close/>
                </a:path>
                <a:path w="18288000" h="10287000">
                  <a:moveTo>
                    <a:pt x="408076" y="5377535"/>
                  </a:moveTo>
                  <a:lnTo>
                    <a:pt x="399554" y="5364835"/>
                  </a:lnTo>
                  <a:lnTo>
                    <a:pt x="384797" y="5377535"/>
                  </a:lnTo>
                  <a:lnTo>
                    <a:pt x="393319" y="5390235"/>
                  </a:lnTo>
                  <a:lnTo>
                    <a:pt x="408076" y="5377535"/>
                  </a:lnTo>
                  <a:close/>
                </a:path>
                <a:path w="18288000" h="10287000">
                  <a:moveTo>
                    <a:pt x="413931" y="4171035"/>
                  </a:moveTo>
                  <a:lnTo>
                    <a:pt x="397179" y="4145635"/>
                  </a:lnTo>
                  <a:lnTo>
                    <a:pt x="368173" y="4158335"/>
                  </a:lnTo>
                  <a:lnTo>
                    <a:pt x="384924" y="4196435"/>
                  </a:lnTo>
                  <a:lnTo>
                    <a:pt x="413931" y="4171035"/>
                  </a:lnTo>
                  <a:close/>
                </a:path>
                <a:path w="18288000" h="10287000">
                  <a:moveTo>
                    <a:pt x="416801" y="1427835"/>
                  </a:moveTo>
                  <a:lnTo>
                    <a:pt x="375373" y="1364335"/>
                  </a:lnTo>
                  <a:lnTo>
                    <a:pt x="303618" y="1402435"/>
                  </a:lnTo>
                  <a:lnTo>
                    <a:pt x="345046" y="1478635"/>
                  </a:lnTo>
                  <a:lnTo>
                    <a:pt x="416801" y="1427835"/>
                  </a:lnTo>
                  <a:close/>
                </a:path>
                <a:path w="18288000" h="10287000">
                  <a:moveTo>
                    <a:pt x="422998" y="2964535"/>
                  </a:moveTo>
                  <a:lnTo>
                    <a:pt x="395668" y="2926435"/>
                  </a:lnTo>
                  <a:lnTo>
                    <a:pt x="348348" y="2951835"/>
                  </a:lnTo>
                  <a:lnTo>
                    <a:pt x="375666" y="3002635"/>
                  </a:lnTo>
                  <a:lnTo>
                    <a:pt x="422998" y="2964535"/>
                  </a:lnTo>
                  <a:close/>
                </a:path>
                <a:path w="18288000" h="10287000">
                  <a:moveTo>
                    <a:pt x="423100" y="6912419"/>
                  </a:moveTo>
                  <a:lnTo>
                    <a:pt x="422211" y="6910895"/>
                  </a:lnTo>
                  <a:lnTo>
                    <a:pt x="420687" y="6911784"/>
                  </a:lnTo>
                  <a:lnTo>
                    <a:pt x="421563" y="6913308"/>
                  </a:lnTo>
                  <a:lnTo>
                    <a:pt x="423100" y="6912419"/>
                  </a:lnTo>
                  <a:close/>
                </a:path>
                <a:path w="18288000" h="10287000">
                  <a:moveTo>
                    <a:pt x="424942" y="5706376"/>
                  </a:moveTo>
                  <a:lnTo>
                    <a:pt x="418769" y="5695696"/>
                  </a:lnTo>
                  <a:lnTo>
                    <a:pt x="408089" y="5701855"/>
                  </a:lnTo>
                  <a:lnTo>
                    <a:pt x="414261" y="5712536"/>
                  </a:lnTo>
                  <a:lnTo>
                    <a:pt x="424942" y="5706376"/>
                  </a:lnTo>
                  <a:close/>
                </a:path>
                <a:path w="18288000" h="10287000">
                  <a:moveTo>
                    <a:pt x="425056" y="234035"/>
                  </a:moveTo>
                  <a:lnTo>
                    <a:pt x="373646" y="145135"/>
                  </a:lnTo>
                  <a:lnTo>
                    <a:pt x="284594" y="195935"/>
                  </a:lnTo>
                  <a:lnTo>
                    <a:pt x="336003" y="284835"/>
                  </a:lnTo>
                  <a:lnTo>
                    <a:pt x="425056" y="234035"/>
                  </a:lnTo>
                  <a:close/>
                </a:path>
                <a:path w="18288000" h="10287000">
                  <a:moveTo>
                    <a:pt x="430796" y="4513935"/>
                  </a:moveTo>
                  <a:lnTo>
                    <a:pt x="416394" y="4488535"/>
                  </a:lnTo>
                  <a:lnTo>
                    <a:pt x="391464" y="4501235"/>
                  </a:lnTo>
                  <a:lnTo>
                    <a:pt x="405853" y="4526635"/>
                  </a:lnTo>
                  <a:lnTo>
                    <a:pt x="430796" y="4513935"/>
                  </a:lnTo>
                  <a:close/>
                </a:path>
                <a:path w="18288000" h="10287000">
                  <a:moveTo>
                    <a:pt x="433260" y="1770735"/>
                  </a:moveTo>
                  <a:lnTo>
                    <a:pt x="394474" y="1694535"/>
                  </a:lnTo>
                  <a:lnTo>
                    <a:pt x="327304" y="1732635"/>
                  </a:lnTo>
                  <a:lnTo>
                    <a:pt x="366090" y="1808835"/>
                  </a:lnTo>
                  <a:lnTo>
                    <a:pt x="433260" y="1770735"/>
                  </a:lnTo>
                  <a:close/>
                </a:path>
                <a:path w="18288000" h="10287000">
                  <a:moveTo>
                    <a:pt x="438251" y="3307435"/>
                  </a:moveTo>
                  <a:lnTo>
                    <a:pt x="414451" y="3256635"/>
                  </a:lnTo>
                  <a:lnTo>
                    <a:pt x="373240" y="3282035"/>
                  </a:lnTo>
                  <a:lnTo>
                    <a:pt x="397040" y="3332835"/>
                  </a:lnTo>
                  <a:lnTo>
                    <a:pt x="438251" y="3307435"/>
                  </a:lnTo>
                  <a:close/>
                </a:path>
                <a:path w="18288000" h="10287000">
                  <a:moveTo>
                    <a:pt x="441515" y="564235"/>
                  </a:moveTo>
                  <a:lnTo>
                    <a:pt x="392747" y="475335"/>
                  </a:lnTo>
                  <a:lnTo>
                    <a:pt x="308279" y="526135"/>
                  </a:lnTo>
                  <a:lnTo>
                    <a:pt x="357047" y="615035"/>
                  </a:lnTo>
                  <a:lnTo>
                    <a:pt x="441515" y="564235"/>
                  </a:lnTo>
                  <a:close/>
                </a:path>
                <a:path w="18288000" h="10287000">
                  <a:moveTo>
                    <a:pt x="443001" y="6040272"/>
                  </a:moveTo>
                  <a:lnTo>
                    <a:pt x="438302" y="6032131"/>
                  </a:lnTo>
                  <a:lnTo>
                    <a:pt x="430161" y="6036830"/>
                  </a:lnTo>
                  <a:lnTo>
                    <a:pt x="434860" y="6044971"/>
                  </a:lnTo>
                  <a:lnTo>
                    <a:pt x="443001" y="6040272"/>
                  </a:lnTo>
                  <a:close/>
                </a:path>
                <a:path w="18288000" h="10287000">
                  <a:moveTo>
                    <a:pt x="447662" y="4844135"/>
                  </a:moveTo>
                  <a:lnTo>
                    <a:pt x="435610" y="4818735"/>
                  </a:lnTo>
                  <a:lnTo>
                    <a:pt x="414743" y="4831435"/>
                  </a:lnTo>
                  <a:lnTo>
                    <a:pt x="426796" y="4856835"/>
                  </a:lnTo>
                  <a:lnTo>
                    <a:pt x="447662" y="4844135"/>
                  </a:lnTo>
                  <a:close/>
                </a:path>
                <a:path w="18288000" h="10287000">
                  <a:moveTo>
                    <a:pt x="448513" y="2100935"/>
                  </a:moveTo>
                  <a:lnTo>
                    <a:pt x="413258" y="2037435"/>
                  </a:lnTo>
                  <a:lnTo>
                    <a:pt x="352196" y="2075535"/>
                  </a:lnTo>
                  <a:lnTo>
                    <a:pt x="387451" y="2139035"/>
                  </a:lnTo>
                  <a:lnTo>
                    <a:pt x="448513" y="2100935"/>
                  </a:lnTo>
                  <a:close/>
                </a:path>
                <a:path w="18288000" h="10287000">
                  <a:moveTo>
                    <a:pt x="454710" y="3637635"/>
                  </a:moveTo>
                  <a:lnTo>
                    <a:pt x="433565" y="3599535"/>
                  </a:lnTo>
                  <a:lnTo>
                    <a:pt x="396925" y="3624935"/>
                  </a:lnTo>
                  <a:lnTo>
                    <a:pt x="418071" y="3663035"/>
                  </a:lnTo>
                  <a:lnTo>
                    <a:pt x="454710" y="3637635"/>
                  </a:lnTo>
                  <a:close/>
                </a:path>
                <a:path w="18288000" h="10287000">
                  <a:moveTo>
                    <a:pt x="458381" y="894435"/>
                  </a:moveTo>
                  <a:lnTo>
                    <a:pt x="411962" y="818235"/>
                  </a:lnTo>
                  <a:lnTo>
                    <a:pt x="331571" y="856335"/>
                  </a:lnTo>
                  <a:lnTo>
                    <a:pt x="377990" y="945235"/>
                  </a:lnTo>
                  <a:lnTo>
                    <a:pt x="458381" y="894435"/>
                  </a:lnTo>
                  <a:close/>
                </a:path>
                <a:path w="18288000" h="10287000">
                  <a:moveTo>
                    <a:pt x="460679" y="6374066"/>
                  </a:moveTo>
                  <a:lnTo>
                    <a:pt x="457733" y="6368974"/>
                  </a:lnTo>
                  <a:lnTo>
                    <a:pt x="452653" y="6371907"/>
                  </a:lnTo>
                  <a:lnTo>
                    <a:pt x="455587" y="6377000"/>
                  </a:lnTo>
                  <a:lnTo>
                    <a:pt x="460679" y="6374066"/>
                  </a:lnTo>
                  <a:close/>
                </a:path>
                <a:path w="18288000" h="10287000">
                  <a:moveTo>
                    <a:pt x="464185" y="2431135"/>
                  </a:moveTo>
                  <a:lnTo>
                    <a:pt x="432155" y="2380335"/>
                  </a:lnTo>
                  <a:lnTo>
                    <a:pt x="376694" y="2405735"/>
                  </a:lnTo>
                  <a:lnTo>
                    <a:pt x="408711" y="2469235"/>
                  </a:lnTo>
                  <a:lnTo>
                    <a:pt x="464185" y="2431135"/>
                  </a:lnTo>
                  <a:close/>
                </a:path>
                <a:path w="18288000" h="10287000">
                  <a:moveTo>
                    <a:pt x="464515" y="5174335"/>
                  </a:moveTo>
                  <a:lnTo>
                    <a:pt x="454825" y="5161635"/>
                  </a:lnTo>
                  <a:lnTo>
                    <a:pt x="438035" y="5161635"/>
                  </a:lnTo>
                  <a:lnTo>
                    <a:pt x="447725" y="5187035"/>
                  </a:lnTo>
                  <a:lnTo>
                    <a:pt x="464515" y="5174335"/>
                  </a:lnTo>
                  <a:close/>
                </a:path>
                <a:path w="18288000" h="10287000">
                  <a:moveTo>
                    <a:pt x="471170" y="3967835"/>
                  </a:moveTo>
                  <a:lnTo>
                    <a:pt x="452666" y="3942435"/>
                  </a:lnTo>
                  <a:lnTo>
                    <a:pt x="420611" y="3955135"/>
                  </a:lnTo>
                  <a:lnTo>
                    <a:pt x="439115" y="3993235"/>
                  </a:lnTo>
                  <a:lnTo>
                    <a:pt x="471170" y="3967835"/>
                  </a:lnTo>
                  <a:close/>
                </a:path>
                <a:path w="18288000" h="10287000">
                  <a:moveTo>
                    <a:pt x="474040" y="1224635"/>
                  </a:moveTo>
                  <a:lnTo>
                    <a:pt x="430860" y="1148435"/>
                  </a:lnTo>
                  <a:lnTo>
                    <a:pt x="356057" y="1199235"/>
                  </a:lnTo>
                  <a:lnTo>
                    <a:pt x="399237" y="1275435"/>
                  </a:lnTo>
                  <a:lnTo>
                    <a:pt x="474040" y="1224635"/>
                  </a:lnTo>
                  <a:close/>
                </a:path>
                <a:path w="18288000" h="10287000">
                  <a:moveTo>
                    <a:pt x="479145" y="6708076"/>
                  </a:moveTo>
                  <a:lnTo>
                    <a:pt x="477380" y="6705016"/>
                  </a:lnTo>
                  <a:lnTo>
                    <a:pt x="474319" y="6706781"/>
                  </a:lnTo>
                  <a:lnTo>
                    <a:pt x="476084" y="6709842"/>
                  </a:lnTo>
                  <a:lnTo>
                    <a:pt x="479145" y="6708076"/>
                  </a:lnTo>
                  <a:close/>
                </a:path>
                <a:path w="18288000" h="10287000">
                  <a:moveTo>
                    <a:pt x="480237" y="2761335"/>
                  </a:moveTo>
                  <a:lnTo>
                    <a:pt x="451154" y="2710535"/>
                  </a:lnTo>
                  <a:lnTo>
                    <a:pt x="400773" y="2748635"/>
                  </a:lnTo>
                  <a:lnTo>
                    <a:pt x="429856" y="2799435"/>
                  </a:lnTo>
                  <a:lnTo>
                    <a:pt x="480237" y="2761335"/>
                  </a:lnTo>
                  <a:close/>
                </a:path>
                <a:path w="18288000" h="10287000">
                  <a:moveTo>
                    <a:pt x="480695" y="18135"/>
                  </a:moveTo>
                  <a:lnTo>
                    <a:pt x="470509" y="5435"/>
                  </a:lnTo>
                  <a:lnTo>
                    <a:pt x="350418" y="5435"/>
                  </a:lnTo>
                  <a:lnTo>
                    <a:pt x="390626" y="81635"/>
                  </a:lnTo>
                  <a:lnTo>
                    <a:pt x="480695" y="18135"/>
                  </a:lnTo>
                  <a:close/>
                </a:path>
                <a:path w="18288000" h="10287000">
                  <a:moveTo>
                    <a:pt x="481787" y="5504535"/>
                  </a:moveTo>
                  <a:lnTo>
                    <a:pt x="474141" y="5491835"/>
                  </a:lnTo>
                  <a:lnTo>
                    <a:pt x="460921" y="5504535"/>
                  </a:lnTo>
                  <a:lnTo>
                    <a:pt x="468553" y="5517235"/>
                  </a:lnTo>
                  <a:lnTo>
                    <a:pt x="481787" y="5504535"/>
                  </a:lnTo>
                  <a:close/>
                </a:path>
                <a:path w="18288000" h="10287000">
                  <a:moveTo>
                    <a:pt x="487641" y="4298035"/>
                  </a:moveTo>
                  <a:lnTo>
                    <a:pt x="471779" y="4272635"/>
                  </a:lnTo>
                  <a:lnTo>
                    <a:pt x="444309" y="4298035"/>
                  </a:lnTo>
                  <a:lnTo>
                    <a:pt x="460171" y="4323435"/>
                  </a:lnTo>
                  <a:lnTo>
                    <a:pt x="487641" y="4298035"/>
                  </a:lnTo>
                  <a:close/>
                </a:path>
                <a:path w="18288000" h="10287000">
                  <a:moveTo>
                    <a:pt x="489712" y="1567535"/>
                  </a:moveTo>
                  <a:lnTo>
                    <a:pt x="449745" y="1491335"/>
                  </a:lnTo>
                  <a:lnTo>
                    <a:pt x="380542" y="1529435"/>
                  </a:lnTo>
                  <a:lnTo>
                    <a:pt x="420497" y="1605635"/>
                  </a:lnTo>
                  <a:lnTo>
                    <a:pt x="489712" y="1567535"/>
                  </a:lnTo>
                  <a:close/>
                </a:path>
                <a:path w="18288000" h="10287000">
                  <a:moveTo>
                    <a:pt x="495503" y="3104235"/>
                  </a:moveTo>
                  <a:lnTo>
                    <a:pt x="469950" y="3053435"/>
                  </a:lnTo>
                  <a:lnTo>
                    <a:pt x="425665" y="3078835"/>
                  </a:lnTo>
                  <a:lnTo>
                    <a:pt x="451231" y="3129635"/>
                  </a:lnTo>
                  <a:lnTo>
                    <a:pt x="495503" y="3104235"/>
                  </a:lnTo>
                  <a:close/>
                </a:path>
                <a:path w="18288000" h="10287000">
                  <a:moveTo>
                    <a:pt x="497967" y="361035"/>
                  </a:moveTo>
                  <a:lnTo>
                    <a:pt x="448017" y="272135"/>
                  </a:lnTo>
                  <a:lnTo>
                    <a:pt x="361518" y="322935"/>
                  </a:lnTo>
                  <a:lnTo>
                    <a:pt x="411454" y="411835"/>
                  </a:lnTo>
                  <a:lnTo>
                    <a:pt x="497967" y="361035"/>
                  </a:lnTo>
                  <a:close/>
                </a:path>
                <a:path w="18288000" h="10287000">
                  <a:moveTo>
                    <a:pt x="498652" y="5835815"/>
                  </a:moveTo>
                  <a:lnTo>
                    <a:pt x="493369" y="5826645"/>
                  </a:lnTo>
                  <a:lnTo>
                    <a:pt x="484212" y="5831941"/>
                  </a:lnTo>
                  <a:lnTo>
                    <a:pt x="489496" y="5841098"/>
                  </a:lnTo>
                  <a:lnTo>
                    <a:pt x="498652" y="5835815"/>
                  </a:lnTo>
                  <a:close/>
                </a:path>
                <a:path w="18288000" h="10287000">
                  <a:moveTo>
                    <a:pt x="504101" y="4640935"/>
                  </a:moveTo>
                  <a:lnTo>
                    <a:pt x="490880" y="4615535"/>
                  </a:lnTo>
                  <a:lnTo>
                    <a:pt x="467982" y="4628235"/>
                  </a:lnTo>
                  <a:lnTo>
                    <a:pt x="481203" y="4653635"/>
                  </a:lnTo>
                  <a:lnTo>
                    <a:pt x="504101" y="4640935"/>
                  </a:lnTo>
                  <a:close/>
                </a:path>
                <a:path w="18288000" h="10287000">
                  <a:moveTo>
                    <a:pt x="505764" y="1897735"/>
                  </a:moveTo>
                  <a:lnTo>
                    <a:pt x="468744" y="1834235"/>
                  </a:lnTo>
                  <a:lnTo>
                    <a:pt x="404634" y="1872335"/>
                  </a:lnTo>
                  <a:lnTo>
                    <a:pt x="441655" y="1935835"/>
                  </a:lnTo>
                  <a:lnTo>
                    <a:pt x="505764" y="1897735"/>
                  </a:lnTo>
                  <a:close/>
                </a:path>
                <a:path w="18288000" h="10287000">
                  <a:moveTo>
                    <a:pt x="511568" y="3434435"/>
                  </a:moveTo>
                  <a:lnTo>
                    <a:pt x="488937" y="3396335"/>
                  </a:lnTo>
                  <a:lnTo>
                    <a:pt x="449757" y="3421735"/>
                  </a:lnTo>
                  <a:lnTo>
                    <a:pt x="472376" y="3459835"/>
                  </a:lnTo>
                  <a:lnTo>
                    <a:pt x="511568" y="3434435"/>
                  </a:lnTo>
                  <a:close/>
                </a:path>
                <a:path w="18288000" h="10287000">
                  <a:moveTo>
                    <a:pt x="514832" y="691235"/>
                  </a:moveTo>
                  <a:lnTo>
                    <a:pt x="467233" y="615035"/>
                  </a:lnTo>
                  <a:lnTo>
                    <a:pt x="384797" y="653135"/>
                  </a:lnTo>
                  <a:lnTo>
                    <a:pt x="432396" y="742035"/>
                  </a:lnTo>
                  <a:lnTo>
                    <a:pt x="514832" y="691235"/>
                  </a:lnTo>
                  <a:close/>
                </a:path>
                <a:path w="18288000" h="10287000">
                  <a:moveTo>
                    <a:pt x="517118" y="6169812"/>
                  </a:moveTo>
                  <a:lnTo>
                    <a:pt x="513003" y="6162687"/>
                  </a:lnTo>
                  <a:lnTo>
                    <a:pt x="505879" y="6166802"/>
                  </a:lnTo>
                  <a:lnTo>
                    <a:pt x="509993" y="6173927"/>
                  </a:lnTo>
                  <a:lnTo>
                    <a:pt x="517118" y="6169812"/>
                  </a:lnTo>
                  <a:close/>
                </a:path>
                <a:path w="18288000" h="10287000">
                  <a:moveTo>
                    <a:pt x="520966" y="4971135"/>
                  </a:moveTo>
                  <a:lnTo>
                    <a:pt x="510095" y="4945735"/>
                  </a:lnTo>
                  <a:lnTo>
                    <a:pt x="491274" y="4958435"/>
                  </a:lnTo>
                  <a:lnTo>
                    <a:pt x="502132" y="4983835"/>
                  </a:lnTo>
                  <a:lnTo>
                    <a:pt x="520966" y="4971135"/>
                  </a:lnTo>
                  <a:close/>
                </a:path>
                <a:path w="18288000" h="10287000">
                  <a:moveTo>
                    <a:pt x="521030" y="2227935"/>
                  </a:moveTo>
                  <a:lnTo>
                    <a:pt x="487527" y="2164435"/>
                  </a:lnTo>
                  <a:lnTo>
                    <a:pt x="429526" y="2202535"/>
                  </a:lnTo>
                  <a:lnTo>
                    <a:pt x="463016" y="2266035"/>
                  </a:lnTo>
                  <a:lnTo>
                    <a:pt x="521030" y="2227935"/>
                  </a:lnTo>
                  <a:close/>
                </a:path>
                <a:path w="18288000" h="10287000">
                  <a:moveTo>
                    <a:pt x="528027" y="3764635"/>
                  </a:moveTo>
                  <a:lnTo>
                    <a:pt x="508050" y="3726535"/>
                  </a:lnTo>
                  <a:lnTo>
                    <a:pt x="473443" y="3751935"/>
                  </a:lnTo>
                  <a:lnTo>
                    <a:pt x="493433" y="3790035"/>
                  </a:lnTo>
                  <a:lnTo>
                    <a:pt x="528027" y="3764635"/>
                  </a:lnTo>
                  <a:close/>
                </a:path>
                <a:path w="18288000" h="10287000">
                  <a:moveTo>
                    <a:pt x="530898" y="1021435"/>
                  </a:moveTo>
                  <a:lnTo>
                    <a:pt x="486232" y="945235"/>
                  </a:lnTo>
                  <a:lnTo>
                    <a:pt x="408889" y="996035"/>
                  </a:lnTo>
                  <a:lnTo>
                    <a:pt x="453542" y="1072235"/>
                  </a:lnTo>
                  <a:lnTo>
                    <a:pt x="530898" y="1021435"/>
                  </a:lnTo>
                  <a:close/>
                </a:path>
                <a:path w="18288000" h="10287000">
                  <a:moveTo>
                    <a:pt x="534797" y="6503606"/>
                  </a:moveTo>
                  <a:lnTo>
                    <a:pt x="532434" y="6499542"/>
                  </a:lnTo>
                  <a:lnTo>
                    <a:pt x="528370" y="6501892"/>
                  </a:lnTo>
                  <a:lnTo>
                    <a:pt x="530720" y="6505956"/>
                  </a:lnTo>
                  <a:lnTo>
                    <a:pt x="534797" y="6503606"/>
                  </a:lnTo>
                  <a:close/>
                </a:path>
                <a:path w="18288000" h="10287000">
                  <a:moveTo>
                    <a:pt x="537083" y="2558135"/>
                  </a:moveTo>
                  <a:lnTo>
                    <a:pt x="506539" y="2507335"/>
                  </a:lnTo>
                  <a:lnTo>
                    <a:pt x="453618" y="2545435"/>
                  </a:lnTo>
                  <a:lnTo>
                    <a:pt x="484174" y="2596235"/>
                  </a:lnTo>
                  <a:lnTo>
                    <a:pt x="537083" y="2558135"/>
                  </a:lnTo>
                  <a:close/>
                </a:path>
                <a:path w="18288000" h="10287000">
                  <a:moveTo>
                    <a:pt x="537832" y="5301335"/>
                  </a:moveTo>
                  <a:lnTo>
                    <a:pt x="529310" y="5288635"/>
                  </a:lnTo>
                  <a:lnTo>
                    <a:pt x="514553" y="5301335"/>
                  </a:lnTo>
                  <a:lnTo>
                    <a:pt x="523074" y="5314035"/>
                  </a:lnTo>
                  <a:lnTo>
                    <a:pt x="537832" y="5301335"/>
                  </a:lnTo>
                  <a:close/>
                </a:path>
                <a:path w="18288000" h="10287000">
                  <a:moveTo>
                    <a:pt x="544093" y="4094835"/>
                  </a:moveTo>
                  <a:lnTo>
                    <a:pt x="527050" y="4069435"/>
                  </a:lnTo>
                  <a:lnTo>
                    <a:pt x="497535" y="4082135"/>
                  </a:lnTo>
                  <a:lnTo>
                    <a:pt x="514578" y="4120235"/>
                  </a:lnTo>
                  <a:lnTo>
                    <a:pt x="544093" y="4094835"/>
                  </a:lnTo>
                  <a:close/>
                </a:path>
                <a:path w="18288000" h="10287000">
                  <a:moveTo>
                    <a:pt x="546150" y="1351635"/>
                  </a:moveTo>
                  <a:lnTo>
                    <a:pt x="505028" y="1288135"/>
                  </a:lnTo>
                  <a:lnTo>
                    <a:pt x="433781" y="1326235"/>
                  </a:lnTo>
                  <a:lnTo>
                    <a:pt x="474916" y="1402435"/>
                  </a:lnTo>
                  <a:lnTo>
                    <a:pt x="546150" y="1351635"/>
                  </a:lnTo>
                  <a:close/>
                </a:path>
                <a:path w="18288000" h="10287000">
                  <a:moveTo>
                    <a:pt x="552754" y="2901035"/>
                  </a:moveTo>
                  <a:lnTo>
                    <a:pt x="525424" y="2850235"/>
                  </a:lnTo>
                  <a:lnTo>
                    <a:pt x="478104" y="2875635"/>
                  </a:lnTo>
                  <a:lnTo>
                    <a:pt x="505421" y="2926435"/>
                  </a:lnTo>
                  <a:lnTo>
                    <a:pt x="552754" y="2901035"/>
                  </a:lnTo>
                  <a:close/>
                </a:path>
                <a:path w="18288000" h="10287000">
                  <a:moveTo>
                    <a:pt x="553250" y="6837616"/>
                  </a:moveTo>
                  <a:lnTo>
                    <a:pt x="552081" y="6835584"/>
                  </a:lnTo>
                  <a:lnTo>
                    <a:pt x="550049" y="6836753"/>
                  </a:lnTo>
                  <a:lnTo>
                    <a:pt x="551218" y="6838797"/>
                  </a:lnTo>
                  <a:lnTo>
                    <a:pt x="553250" y="6837616"/>
                  </a:lnTo>
                  <a:close/>
                </a:path>
                <a:path w="18288000" h="10287000">
                  <a:moveTo>
                    <a:pt x="553605" y="157835"/>
                  </a:moveTo>
                  <a:lnTo>
                    <a:pt x="503072" y="68935"/>
                  </a:lnTo>
                  <a:lnTo>
                    <a:pt x="415544" y="119735"/>
                  </a:lnTo>
                  <a:lnTo>
                    <a:pt x="466090" y="208635"/>
                  </a:lnTo>
                  <a:lnTo>
                    <a:pt x="553605" y="157835"/>
                  </a:lnTo>
                  <a:close/>
                </a:path>
                <a:path w="18288000" h="10287000">
                  <a:moveTo>
                    <a:pt x="555104" y="5631561"/>
                  </a:moveTo>
                  <a:lnTo>
                    <a:pt x="548640" y="5620372"/>
                  </a:lnTo>
                  <a:lnTo>
                    <a:pt x="537438" y="5626824"/>
                  </a:lnTo>
                  <a:lnTo>
                    <a:pt x="543902" y="5638025"/>
                  </a:lnTo>
                  <a:lnTo>
                    <a:pt x="555104" y="5631561"/>
                  </a:lnTo>
                  <a:close/>
                </a:path>
                <a:path w="18288000" h="10287000">
                  <a:moveTo>
                    <a:pt x="560946" y="4437735"/>
                  </a:moveTo>
                  <a:lnTo>
                    <a:pt x="546265" y="4412335"/>
                  </a:lnTo>
                  <a:lnTo>
                    <a:pt x="520827" y="4425035"/>
                  </a:lnTo>
                  <a:lnTo>
                    <a:pt x="535508" y="4450435"/>
                  </a:lnTo>
                  <a:lnTo>
                    <a:pt x="560946" y="4437735"/>
                  </a:lnTo>
                  <a:close/>
                </a:path>
                <a:path w="18288000" h="10287000">
                  <a:moveTo>
                    <a:pt x="562610" y="1694535"/>
                  </a:moveTo>
                  <a:lnTo>
                    <a:pt x="524129" y="1618335"/>
                  </a:lnTo>
                  <a:lnTo>
                    <a:pt x="457466" y="1669135"/>
                  </a:lnTo>
                  <a:lnTo>
                    <a:pt x="495947" y="1732635"/>
                  </a:lnTo>
                  <a:lnTo>
                    <a:pt x="562610" y="1694535"/>
                  </a:lnTo>
                  <a:close/>
                </a:path>
                <a:path w="18288000" h="10287000">
                  <a:moveTo>
                    <a:pt x="568413" y="3231235"/>
                  </a:moveTo>
                  <a:lnTo>
                    <a:pt x="544322" y="3180435"/>
                  </a:lnTo>
                  <a:lnTo>
                    <a:pt x="502589" y="3205835"/>
                  </a:lnTo>
                  <a:lnTo>
                    <a:pt x="526681" y="3256635"/>
                  </a:lnTo>
                  <a:lnTo>
                    <a:pt x="568413" y="3231235"/>
                  </a:lnTo>
                  <a:close/>
                </a:path>
                <a:path w="18288000" h="10287000">
                  <a:moveTo>
                    <a:pt x="570471" y="488035"/>
                  </a:moveTo>
                  <a:lnTo>
                    <a:pt x="522300" y="399135"/>
                  </a:lnTo>
                  <a:lnTo>
                    <a:pt x="438835" y="449935"/>
                  </a:lnTo>
                  <a:lnTo>
                    <a:pt x="487019" y="538835"/>
                  </a:lnTo>
                  <a:lnTo>
                    <a:pt x="570471" y="488035"/>
                  </a:lnTo>
                  <a:close/>
                </a:path>
                <a:path w="18288000" h="10287000">
                  <a:moveTo>
                    <a:pt x="572770" y="5965355"/>
                  </a:moveTo>
                  <a:lnTo>
                    <a:pt x="568071" y="5957214"/>
                  </a:lnTo>
                  <a:lnTo>
                    <a:pt x="559930" y="5961913"/>
                  </a:lnTo>
                  <a:lnTo>
                    <a:pt x="564629" y="5970054"/>
                  </a:lnTo>
                  <a:lnTo>
                    <a:pt x="572770" y="5965355"/>
                  </a:lnTo>
                  <a:close/>
                </a:path>
                <a:path w="18288000" h="10287000">
                  <a:moveTo>
                    <a:pt x="577824" y="4767935"/>
                  </a:moveTo>
                  <a:lnTo>
                    <a:pt x="565480" y="4742535"/>
                  </a:lnTo>
                  <a:lnTo>
                    <a:pt x="544106" y="4755235"/>
                  </a:lnTo>
                  <a:lnTo>
                    <a:pt x="556450" y="4780635"/>
                  </a:lnTo>
                  <a:lnTo>
                    <a:pt x="577824" y="4767935"/>
                  </a:lnTo>
                  <a:close/>
                </a:path>
                <a:path w="18288000" h="10287000">
                  <a:moveTo>
                    <a:pt x="578269" y="2024735"/>
                  </a:moveTo>
                  <a:lnTo>
                    <a:pt x="543013" y="1961235"/>
                  </a:lnTo>
                  <a:lnTo>
                    <a:pt x="481952" y="1999335"/>
                  </a:lnTo>
                  <a:lnTo>
                    <a:pt x="517207" y="2062835"/>
                  </a:lnTo>
                  <a:lnTo>
                    <a:pt x="578269" y="2024735"/>
                  </a:lnTo>
                  <a:close/>
                </a:path>
                <a:path w="18288000" h="10287000">
                  <a:moveTo>
                    <a:pt x="584873" y="3561435"/>
                  </a:moveTo>
                  <a:lnTo>
                    <a:pt x="563422" y="3523335"/>
                  </a:lnTo>
                  <a:lnTo>
                    <a:pt x="526275" y="3548735"/>
                  </a:lnTo>
                  <a:lnTo>
                    <a:pt x="547725" y="3586835"/>
                  </a:lnTo>
                  <a:lnTo>
                    <a:pt x="584873" y="3561435"/>
                  </a:lnTo>
                  <a:close/>
                </a:path>
                <a:path w="18288000" h="10287000">
                  <a:moveTo>
                    <a:pt x="587336" y="818235"/>
                  </a:moveTo>
                  <a:lnTo>
                    <a:pt x="541502" y="742035"/>
                  </a:lnTo>
                  <a:lnTo>
                    <a:pt x="462127" y="792835"/>
                  </a:lnTo>
                  <a:lnTo>
                    <a:pt x="507961" y="869035"/>
                  </a:lnTo>
                  <a:lnTo>
                    <a:pt x="587336" y="818235"/>
                  </a:lnTo>
                  <a:close/>
                </a:path>
                <a:path w="18288000" h="10287000">
                  <a:moveTo>
                    <a:pt x="590829" y="6299251"/>
                  </a:moveTo>
                  <a:lnTo>
                    <a:pt x="587603" y="6293663"/>
                  </a:lnTo>
                  <a:lnTo>
                    <a:pt x="582002" y="6296888"/>
                  </a:lnTo>
                  <a:lnTo>
                    <a:pt x="585241" y="6302489"/>
                  </a:lnTo>
                  <a:lnTo>
                    <a:pt x="590829" y="6299251"/>
                  </a:lnTo>
                  <a:close/>
                </a:path>
                <a:path w="18288000" h="10287000">
                  <a:moveTo>
                    <a:pt x="593940" y="2354935"/>
                  </a:moveTo>
                  <a:lnTo>
                    <a:pt x="561911" y="2304135"/>
                  </a:lnTo>
                  <a:lnTo>
                    <a:pt x="506450" y="2329535"/>
                  </a:lnTo>
                  <a:lnTo>
                    <a:pt x="538467" y="2393035"/>
                  </a:lnTo>
                  <a:lnTo>
                    <a:pt x="593940" y="2354935"/>
                  </a:lnTo>
                  <a:close/>
                </a:path>
                <a:path w="18288000" h="10287000">
                  <a:moveTo>
                    <a:pt x="594677" y="5098135"/>
                  </a:moveTo>
                  <a:lnTo>
                    <a:pt x="584695" y="5085435"/>
                  </a:lnTo>
                  <a:lnTo>
                    <a:pt x="567385" y="5098135"/>
                  </a:lnTo>
                  <a:lnTo>
                    <a:pt x="577380" y="5110835"/>
                  </a:lnTo>
                  <a:lnTo>
                    <a:pt x="594677" y="5098135"/>
                  </a:lnTo>
                  <a:close/>
                </a:path>
                <a:path w="18288000" h="10287000">
                  <a:moveTo>
                    <a:pt x="600938" y="3891635"/>
                  </a:moveTo>
                  <a:lnTo>
                    <a:pt x="582434" y="3866235"/>
                  </a:lnTo>
                  <a:lnTo>
                    <a:pt x="550367" y="3878935"/>
                  </a:lnTo>
                  <a:lnTo>
                    <a:pt x="568883" y="3917035"/>
                  </a:lnTo>
                  <a:lnTo>
                    <a:pt x="600938" y="3891635"/>
                  </a:lnTo>
                  <a:close/>
                </a:path>
                <a:path w="18288000" h="10287000">
                  <a:moveTo>
                    <a:pt x="603402" y="1148435"/>
                  </a:moveTo>
                  <a:lnTo>
                    <a:pt x="560501" y="1084935"/>
                  </a:lnTo>
                  <a:lnTo>
                    <a:pt x="486219" y="1123035"/>
                  </a:lnTo>
                  <a:lnTo>
                    <a:pt x="529107" y="1199235"/>
                  </a:lnTo>
                  <a:lnTo>
                    <a:pt x="603402" y="1148435"/>
                  </a:lnTo>
                  <a:close/>
                </a:path>
                <a:path w="18288000" h="10287000">
                  <a:moveTo>
                    <a:pt x="608901" y="6633159"/>
                  </a:moveTo>
                  <a:lnTo>
                    <a:pt x="607136" y="6630098"/>
                  </a:lnTo>
                  <a:lnTo>
                    <a:pt x="604088" y="6631864"/>
                  </a:lnTo>
                  <a:lnTo>
                    <a:pt x="605840" y="6634912"/>
                  </a:lnTo>
                  <a:lnTo>
                    <a:pt x="608901" y="6633159"/>
                  </a:lnTo>
                  <a:close/>
                </a:path>
                <a:path w="18288000" h="10287000">
                  <a:moveTo>
                    <a:pt x="609993" y="2685135"/>
                  </a:moveTo>
                  <a:lnTo>
                    <a:pt x="580910" y="2647035"/>
                  </a:lnTo>
                  <a:lnTo>
                    <a:pt x="530529" y="2672435"/>
                  </a:lnTo>
                  <a:lnTo>
                    <a:pt x="559625" y="2723235"/>
                  </a:lnTo>
                  <a:lnTo>
                    <a:pt x="609993" y="2685135"/>
                  </a:lnTo>
                  <a:close/>
                </a:path>
                <a:path w="18288000" h="10287000">
                  <a:moveTo>
                    <a:pt x="611555" y="5428335"/>
                  </a:moveTo>
                  <a:lnTo>
                    <a:pt x="603910" y="5415635"/>
                  </a:lnTo>
                  <a:lnTo>
                    <a:pt x="590677" y="5428335"/>
                  </a:lnTo>
                  <a:lnTo>
                    <a:pt x="598309" y="5441035"/>
                  </a:lnTo>
                  <a:lnTo>
                    <a:pt x="611555" y="5428335"/>
                  </a:lnTo>
                  <a:close/>
                </a:path>
                <a:path w="18288000" h="10287000">
                  <a:moveTo>
                    <a:pt x="617397" y="4234535"/>
                  </a:moveTo>
                  <a:lnTo>
                    <a:pt x="601535" y="4196435"/>
                  </a:lnTo>
                  <a:lnTo>
                    <a:pt x="574052" y="4221835"/>
                  </a:lnTo>
                  <a:lnTo>
                    <a:pt x="589915" y="4247235"/>
                  </a:lnTo>
                  <a:lnTo>
                    <a:pt x="617397" y="4234535"/>
                  </a:lnTo>
                  <a:close/>
                </a:path>
                <a:path w="18288000" h="10287000">
                  <a:moveTo>
                    <a:pt x="619061" y="1491335"/>
                  </a:moveTo>
                  <a:lnTo>
                    <a:pt x="579399" y="1415135"/>
                  </a:lnTo>
                  <a:lnTo>
                    <a:pt x="510705" y="1453235"/>
                  </a:lnTo>
                  <a:lnTo>
                    <a:pt x="550367" y="1529435"/>
                  </a:lnTo>
                  <a:lnTo>
                    <a:pt x="619061" y="1491335"/>
                  </a:lnTo>
                  <a:close/>
                </a:path>
                <a:path w="18288000" h="10287000">
                  <a:moveTo>
                    <a:pt x="625665" y="3028035"/>
                  </a:moveTo>
                  <a:lnTo>
                    <a:pt x="599808" y="2977235"/>
                  </a:lnTo>
                  <a:lnTo>
                    <a:pt x="555028" y="3002635"/>
                  </a:lnTo>
                  <a:lnTo>
                    <a:pt x="580885" y="3053435"/>
                  </a:lnTo>
                  <a:lnTo>
                    <a:pt x="625665" y="3028035"/>
                  </a:lnTo>
                  <a:close/>
                </a:path>
                <a:path w="18288000" h="10287000">
                  <a:moveTo>
                    <a:pt x="626516" y="284835"/>
                  </a:moveTo>
                  <a:lnTo>
                    <a:pt x="577456" y="195935"/>
                  </a:lnTo>
                  <a:lnTo>
                    <a:pt x="492467" y="246735"/>
                  </a:lnTo>
                  <a:lnTo>
                    <a:pt x="541540" y="335635"/>
                  </a:lnTo>
                  <a:lnTo>
                    <a:pt x="626516" y="284835"/>
                  </a:lnTo>
                  <a:close/>
                </a:path>
                <a:path w="18288000" h="10287000">
                  <a:moveTo>
                    <a:pt x="628815" y="5760999"/>
                  </a:moveTo>
                  <a:lnTo>
                    <a:pt x="623227" y="5751334"/>
                  </a:lnTo>
                  <a:lnTo>
                    <a:pt x="613562" y="5756910"/>
                  </a:lnTo>
                  <a:lnTo>
                    <a:pt x="619150" y="5766574"/>
                  </a:lnTo>
                  <a:lnTo>
                    <a:pt x="628815" y="5760999"/>
                  </a:lnTo>
                  <a:close/>
                </a:path>
                <a:path w="18288000" h="10287000">
                  <a:moveTo>
                    <a:pt x="633869" y="4564735"/>
                  </a:moveTo>
                  <a:lnTo>
                    <a:pt x="620649" y="4539335"/>
                  </a:lnTo>
                  <a:lnTo>
                    <a:pt x="597750" y="4552035"/>
                  </a:lnTo>
                  <a:lnTo>
                    <a:pt x="610971" y="4577435"/>
                  </a:lnTo>
                  <a:lnTo>
                    <a:pt x="633869" y="4564735"/>
                  </a:lnTo>
                  <a:close/>
                </a:path>
                <a:path w="18288000" h="10287000">
                  <a:moveTo>
                    <a:pt x="635127" y="1821535"/>
                  </a:moveTo>
                  <a:lnTo>
                    <a:pt x="598398" y="1758035"/>
                  </a:lnTo>
                  <a:lnTo>
                    <a:pt x="534797" y="1796135"/>
                  </a:lnTo>
                  <a:lnTo>
                    <a:pt x="571512" y="1859635"/>
                  </a:lnTo>
                  <a:lnTo>
                    <a:pt x="635127" y="1821535"/>
                  </a:lnTo>
                  <a:close/>
                </a:path>
                <a:path w="18288000" h="10287000">
                  <a:moveTo>
                    <a:pt x="641324" y="3358235"/>
                  </a:moveTo>
                  <a:lnTo>
                    <a:pt x="618705" y="3320135"/>
                  </a:lnTo>
                  <a:lnTo>
                    <a:pt x="579513" y="3345535"/>
                  </a:lnTo>
                  <a:lnTo>
                    <a:pt x="602145" y="3383635"/>
                  </a:lnTo>
                  <a:lnTo>
                    <a:pt x="641324" y="3358235"/>
                  </a:lnTo>
                  <a:close/>
                </a:path>
                <a:path w="18288000" h="10287000">
                  <a:moveTo>
                    <a:pt x="643394" y="615035"/>
                  </a:moveTo>
                  <a:lnTo>
                    <a:pt x="596671" y="538835"/>
                  </a:lnTo>
                  <a:lnTo>
                    <a:pt x="515759" y="576935"/>
                  </a:lnTo>
                  <a:lnTo>
                    <a:pt x="562470" y="665835"/>
                  </a:lnTo>
                  <a:lnTo>
                    <a:pt x="643394" y="615035"/>
                  </a:lnTo>
                  <a:close/>
                </a:path>
                <a:path w="18288000" h="10287000">
                  <a:moveTo>
                    <a:pt x="646887" y="6094895"/>
                  </a:moveTo>
                  <a:lnTo>
                    <a:pt x="642772" y="6087770"/>
                  </a:lnTo>
                  <a:lnTo>
                    <a:pt x="635647" y="6091885"/>
                  </a:lnTo>
                  <a:lnTo>
                    <a:pt x="639762" y="6099010"/>
                  </a:lnTo>
                  <a:lnTo>
                    <a:pt x="646887" y="6094895"/>
                  </a:lnTo>
                  <a:close/>
                </a:path>
                <a:path w="18288000" h="10287000">
                  <a:moveTo>
                    <a:pt x="650786" y="2151735"/>
                  </a:moveTo>
                  <a:lnTo>
                    <a:pt x="617296" y="2100935"/>
                  </a:lnTo>
                  <a:lnTo>
                    <a:pt x="559282" y="2126335"/>
                  </a:lnTo>
                  <a:lnTo>
                    <a:pt x="592772" y="2189835"/>
                  </a:lnTo>
                  <a:lnTo>
                    <a:pt x="650786" y="2151735"/>
                  </a:lnTo>
                  <a:close/>
                </a:path>
                <a:path w="18288000" h="10287000">
                  <a:moveTo>
                    <a:pt x="651129" y="4894935"/>
                  </a:moveTo>
                  <a:lnTo>
                    <a:pt x="639965" y="4882235"/>
                  </a:lnTo>
                  <a:lnTo>
                    <a:pt x="620623" y="4882235"/>
                  </a:lnTo>
                  <a:lnTo>
                    <a:pt x="631786" y="4907635"/>
                  </a:lnTo>
                  <a:lnTo>
                    <a:pt x="651129" y="4894935"/>
                  </a:lnTo>
                  <a:close/>
                </a:path>
                <a:path w="18288000" h="10287000">
                  <a:moveTo>
                    <a:pt x="658190" y="3688435"/>
                  </a:moveTo>
                  <a:lnTo>
                    <a:pt x="637908" y="3650335"/>
                  </a:lnTo>
                  <a:lnTo>
                    <a:pt x="602805" y="3675735"/>
                  </a:lnTo>
                  <a:lnTo>
                    <a:pt x="623074" y="3713835"/>
                  </a:lnTo>
                  <a:lnTo>
                    <a:pt x="658190" y="3688435"/>
                  </a:lnTo>
                  <a:close/>
                </a:path>
                <a:path w="18288000" h="10287000">
                  <a:moveTo>
                    <a:pt x="659853" y="945235"/>
                  </a:moveTo>
                  <a:lnTo>
                    <a:pt x="615784" y="869035"/>
                  </a:lnTo>
                  <a:lnTo>
                    <a:pt x="539457" y="919835"/>
                  </a:lnTo>
                  <a:lnTo>
                    <a:pt x="583514" y="996035"/>
                  </a:lnTo>
                  <a:lnTo>
                    <a:pt x="659853" y="945235"/>
                  </a:lnTo>
                  <a:close/>
                </a:path>
                <a:path w="18288000" h="10287000">
                  <a:moveTo>
                    <a:pt x="664946" y="6428803"/>
                  </a:moveTo>
                  <a:lnTo>
                    <a:pt x="662305" y="6424219"/>
                  </a:lnTo>
                  <a:lnTo>
                    <a:pt x="657720" y="6426873"/>
                  </a:lnTo>
                  <a:lnTo>
                    <a:pt x="660361" y="6431445"/>
                  </a:lnTo>
                  <a:lnTo>
                    <a:pt x="664946" y="6428803"/>
                  </a:lnTo>
                  <a:close/>
                </a:path>
                <a:path w="18288000" h="10287000">
                  <a:moveTo>
                    <a:pt x="666851" y="2481935"/>
                  </a:moveTo>
                  <a:lnTo>
                    <a:pt x="636295" y="2431135"/>
                  </a:lnTo>
                  <a:lnTo>
                    <a:pt x="583374" y="2469235"/>
                  </a:lnTo>
                  <a:lnTo>
                    <a:pt x="613930" y="2520035"/>
                  </a:lnTo>
                  <a:lnTo>
                    <a:pt x="666851" y="2481935"/>
                  </a:lnTo>
                  <a:close/>
                </a:path>
                <a:path w="18288000" h="10287000">
                  <a:moveTo>
                    <a:pt x="667994" y="5225135"/>
                  </a:moveTo>
                  <a:lnTo>
                    <a:pt x="659180" y="5212435"/>
                  </a:lnTo>
                  <a:lnTo>
                    <a:pt x="643915" y="5225135"/>
                  </a:lnTo>
                  <a:lnTo>
                    <a:pt x="652729" y="5237835"/>
                  </a:lnTo>
                  <a:lnTo>
                    <a:pt x="667994" y="5225135"/>
                  </a:lnTo>
                  <a:close/>
                </a:path>
                <a:path w="18288000" h="10287000">
                  <a:moveTo>
                    <a:pt x="674243" y="4018635"/>
                  </a:moveTo>
                  <a:lnTo>
                    <a:pt x="656920" y="3993235"/>
                  </a:lnTo>
                  <a:lnTo>
                    <a:pt x="626897" y="4005935"/>
                  </a:lnTo>
                  <a:lnTo>
                    <a:pt x="644232" y="4044035"/>
                  </a:lnTo>
                  <a:lnTo>
                    <a:pt x="674243" y="4018635"/>
                  </a:lnTo>
                  <a:close/>
                </a:path>
                <a:path w="18288000" h="10287000">
                  <a:moveTo>
                    <a:pt x="675513" y="1288135"/>
                  </a:moveTo>
                  <a:lnTo>
                    <a:pt x="634669" y="1211935"/>
                  </a:lnTo>
                  <a:lnTo>
                    <a:pt x="563943" y="1250035"/>
                  </a:lnTo>
                  <a:lnTo>
                    <a:pt x="604774" y="1326235"/>
                  </a:lnTo>
                  <a:lnTo>
                    <a:pt x="675513" y="1288135"/>
                  </a:lnTo>
                  <a:close/>
                </a:path>
                <a:path w="18288000" h="10287000">
                  <a:moveTo>
                    <a:pt x="681761" y="81635"/>
                  </a:moveTo>
                  <a:lnTo>
                    <a:pt x="640473" y="5435"/>
                  </a:lnTo>
                  <a:lnTo>
                    <a:pt x="608215" y="5435"/>
                  </a:lnTo>
                  <a:lnTo>
                    <a:pt x="546925" y="43535"/>
                  </a:lnTo>
                  <a:lnTo>
                    <a:pt x="596277" y="132435"/>
                  </a:lnTo>
                  <a:lnTo>
                    <a:pt x="681761" y="81635"/>
                  </a:lnTo>
                  <a:close/>
                </a:path>
                <a:path w="18288000" h="10287000">
                  <a:moveTo>
                    <a:pt x="682904" y="2824835"/>
                  </a:moveTo>
                  <a:lnTo>
                    <a:pt x="655294" y="2774035"/>
                  </a:lnTo>
                  <a:lnTo>
                    <a:pt x="607453" y="2799435"/>
                  </a:lnTo>
                  <a:lnTo>
                    <a:pt x="635076" y="2850235"/>
                  </a:lnTo>
                  <a:lnTo>
                    <a:pt x="682904" y="2824835"/>
                  </a:lnTo>
                  <a:close/>
                </a:path>
                <a:path w="18288000" h="10287000">
                  <a:moveTo>
                    <a:pt x="683018" y="6762699"/>
                  </a:moveTo>
                  <a:lnTo>
                    <a:pt x="681837" y="6760667"/>
                  </a:lnTo>
                  <a:lnTo>
                    <a:pt x="679805" y="6761835"/>
                  </a:lnTo>
                  <a:lnTo>
                    <a:pt x="680974" y="6763880"/>
                  </a:lnTo>
                  <a:lnTo>
                    <a:pt x="683018" y="6762699"/>
                  </a:lnTo>
                  <a:close/>
                </a:path>
                <a:path w="18288000" h="10287000">
                  <a:moveTo>
                    <a:pt x="685266" y="5556758"/>
                  </a:moveTo>
                  <a:lnTo>
                    <a:pt x="678510" y="5545048"/>
                  </a:lnTo>
                  <a:lnTo>
                    <a:pt x="666788" y="5551805"/>
                  </a:lnTo>
                  <a:lnTo>
                    <a:pt x="673557" y="5563514"/>
                  </a:lnTo>
                  <a:lnTo>
                    <a:pt x="685266" y="5556758"/>
                  </a:lnTo>
                  <a:close/>
                </a:path>
                <a:path w="18288000" h="10287000">
                  <a:moveTo>
                    <a:pt x="691121" y="4361535"/>
                  </a:moveTo>
                  <a:lnTo>
                    <a:pt x="676135" y="4336135"/>
                  </a:lnTo>
                  <a:lnTo>
                    <a:pt x="650176" y="4348835"/>
                  </a:lnTo>
                  <a:lnTo>
                    <a:pt x="665162" y="4374235"/>
                  </a:lnTo>
                  <a:lnTo>
                    <a:pt x="691121" y="4361535"/>
                  </a:lnTo>
                  <a:close/>
                </a:path>
                <a:path w="18288000" h="10287000">
                  <a:moveTo>
                    <a:pt x="692378" y="1618335"/>
                  </a:moveTo>
                  <a:lnTo>
                    <a:pt x="653884" y="1554835"/>
                  </a:lnTo>
                  <a:lnTo>
                    <a:pt x="587235" y="1592935"/>
                  </a:lnTo>
                  <a:lnTo>
                    <a:pt x="625716" y="1656435"/>
                  </a:lnTo>
                  <a:lnTo>
                    <a:pt x="692378" y="1618335"/>
                  </a:lnTo>
                  <a:close/>
                </a:path>
                <a:path w="18288000" h="10287000">
                  <a:moveTo>
                    <a:pt x="698576" y="3155035"/>
                  </a:moveTo>
                  <a:lnTo>
                    <a:pt x="674192" y="3116935"/>
                  </a:lnTo>
                  <a:lnTo>
                    <a:pt x="631952" y="3129635"/>
                  </a:lnTo>
                  <a:lnTo>
                    <a:pt x="656336" y="3180435"/>
                  </a:lnTo>
                  <a:lnTo>
                    <a:pt x="698576" y="3155035"/>
                  </a:lnTo>
                  <a:close/>
                </a:path>
                <a:path w="18288000" h="10287000">
                  <a:moveTo>
                    <a:pt x="699427" y="411835"/>
                  </a:moveTo>
                  <a:lnTo>
                    <a:pt x="651827" y="322935"/>
                  </a:lnTo>
                  <a:lnTo>
                    <a:pt x="569404" y="373735"/>
                  </a:lnTo>
                  <a:lnTo>
                    <a:pt x="616991" y="462635"/>
                  </a:lnTo>
                  <a:lnTo>
                    <a:pt x="699427" y="411835"/>
                  </a:lnTo>
                  <a:close/>
                </a:path>
                <a:path w="18288000" h="10287000">
                  <a:moveTo>
                    <a:pt x="702932" y="5890552"/>
                  </a:moveTo>
                  <a:lnTo>
                    <a:pt x="697928" y="5881890"/>
                  </a:lnTo>
                  <a:lnTo>
                    <a:pt x="689279" y="5886882"/>
                  </a:lnTo>
                  <a:lnTo>
                    <a:pt x="694283" y="5895543"/>
                  </a:lnTo>
                  <a:lnTo>
                    <a:pt x="702932" y="5890552"/>
                  </a:lnTo>
                  <a:close/>
                </a:path>
                <a:path w="18288000" h="10287000">
                  <a:moveTo>
                    <a:pt x="707580" y="4691735"/>
                  </a:moveTo>
                  <a:lnTo>
                    <a:pt x="695236" y="4666335"/>
                  </a:lnTo>
                  <a:lnTo>
                    <a:pt x="673862" y="4679035"/>
                  </a:lnTo>
                  <a:lnTo>
                    <a:pt x="686206" y="4704435"/>
                  </a:lnTo>
                  <a:lnTo>
                    <a:pt x="707580" y="4691735"/>
                  </a:lnTo>
                  <a:close/>
                </a:path>
                <a:path w="18288000" h="10287000">
                  <a:moveTo>
                    <a:pt x="707631" y="1948535"/>
                  </a:moveTo>
                  <a:lnTo>
                    <a:pt x="672680" y="1885035"/>
                  </a:lnTo>
                  <a:lnTo>
                    <a:pt x="612114" y="1923135"/>
                  </a:lnTo>
                  <a:lnTo>
                    <a:pt x="647077" y="1986635"/>
                  </a:lnTo>
                  <a:lnTo>
                    <a:pt x="707631" y="1948535"/>
                  </a:lnTo>
                  <a:close/>
                </a:path>
                <a:path w="18288000" h="10287000">
                  <a:moveTo>
                    <a:pt x="714629" y="3485235"/>
                  </a:moveTo>
                  <a:lnTo>
                    <a:pt x="693191" y="3447135"/>
                  </a:lnTo>
                  <a:lnTo>
                    <a:pt x="656031" y="3472535"/>
                  </a:lnTo>
                  <a:lnTo>
                    <a:pt x="677481" y="3510635"/>
                  </a:lnTo>
                  <a:lnTo>
                    <a:pt x="714629" y="3485235"/>
                  </a:lnTo>
                  <a:close/>
                </a:path>
                <a:path w="18288000" h="10287000">
                  <a:moveTo>
                    <a:pt x="716292" y="742035"/>
                  </a:moveTo>
                  <a:lnTo>
                    <a:pt x="671055" y="665835"/>
                  </a:lnTo>
                  <a:lnTo>
                    <a:pt x="592683" y="716635"/>
                  </a:lnTo>
                  <a:lnTo>
                    <a:pt x="637933" y="792835"/>
                  </a:lnTo>
                  <a:lnTo>
                    <a:pt x="716292" y="742035"/>
                  </a:lnTo>
                  <a:close/>
                </a:path>
                <a:path w="18288000" h="10287000">
                  <a:moveTo>
                    <a:pt x="720598" y="6224346"/>
                  </a:moveTo>
                  <a:lnTo>
                    <a:pt x="717359" y="6218745"/>
                  </a:lnTo>
                  <a:lnTo>
                    <a:pt x="711758" y="6221971"/>
                  </a:lnTo>
                  <a:lnTo>
                    <a:pt x="714997" y="6227572"/>
                  </a:lnTo>
                  <a:lnTo>
                    <a:pt x="720598" y="6224346"/>
                  </a:lnTo>
                  <a:close/>
                </a:path>
                <a:path w="18288000" h="10287000">
                  <a:moveTo>
                    <a:pt x="723696" y="2278735"/>
                  </a:moveTo>
                  <a:lnTo>
                    <a:pt x="691680" y="2227935"/>
                  </a:lnTo>
                  <a:lnTo>
                    <a:pt x="636206" y="2253335"/>
                  </a:lnTo>
                  <a:lnTo>
                    <a:pt x="668235" y="2316835"/>
                  </a:lnTo>
                  <a:lnTo>
                    <a:pt x="723696" y="2278735"/>
                  </a:lnTo>
                  <a:close/>
                </a:path>
                <a:path w="18288000" h="10287000">
                  <a:moveTo>
                    <a:pt x="724839" y="5021935"/>
                  </a:moveTo>
                  <a:lnTo>
                    <a:pt x="714552" y="5009235"/>
                  </a:lnTo>
                  <a:lnTo>
                    <a:pt x="696747" y="5021935"/>
                  </a:lnTo>
                  <a:lnTo>
                    <a:pt x="707021" y="5034635"/>
                  </a:lnTo>
                  <a:lnTo>
                    <a:pt x="724839" y="5021935"/>
                  </a:lnTo>
                  <a:close/>
                </a:path>
                <a:path w="18288000" h="10287000">
                  <a:moveTo>
                    <a:pt x="731100" y="3815435"/>
                  </a:moveTo>
                  <a:lnTo>
                    <a:pt x="712292" y="3790035"/>
                  </a:lnTo>
                  <a:lnTo>
                    <a:pt x="679729" y="3802735"/>
                  </a:lnTo>
                  <a:lnTo>
                    <a:pt x="698525" y="3840835"/>
                  </a:lnTo>
                  <a:lnTo>
                    <a:pt x="731100" y="3815435"/>
                  </a:lnTo>
                  <a:close/>
                </a:path>
                <a:path w="18288000" h="10287000">
                  <a:moveTo>
                    <a:pt x="732358" y="1084935"/>
                  </a:moveTo>
                  <a:lnTo>
                    <a:pt x="690054" y="1008735"/>
                  </a:lnTo>
                  <a:lnTo>
                    <a:pt x="616775" y="1046835"/>
                  </a:lnTo>
                  <a:lnTo>
                    <a:pt x="659091" y="1123035"/>
                  </a:lnTo>
                  <a:lnTo>
                    <a:pt x="732358" y="1084935"/>
                  </a:lnTo>
                  <a:close/>
                </a:path>
                <a:path w="18288000" h="10287000">
                  <a:moveTo>
                    <a:pt x="739063" y="6558343"/>
                  </a:moveTo>
                  <a:lnTo>
                    <a:pt x="737006" y="6554787"/>
                  </a:lnTo>
                  <a:lnTo>
                    <a:pt x="733437" y="6556845"/>
                  </a:lnTo>
                  <a:lnTo>
                    <a:pt x="735495" y="6560401"/>
                  </a:lnTo>
                  <a:lnTo>
                    <a:pt x="739063" y="6558343"/>
                  </a:lnTo>
                  <a:close/>
                </a:path>
                <a:path w="18288000" h="10287000">
                  <a:moveTo>
                    <a:pt x="739762" y="2621635"/>
                  </a:moveTo>
                  <a:lnTo>
                    <a:pt x="710666" y="2570835"/>
                  </a:lnTo>
                  <a:lnTo>
                    <a:pt x="660298" y="2596235"/>
                  </a:lnTo>
                  <a:lnTo>
                    <a:pt x="689381" y="2647035"/>
                  </a:lnTo>
                  <a:lnTo>
                    <a:pt x="739762" y="2621635"/>
                  </a:lnTo>
                  <a:close/>
                </a:path>
                <a:path w="18288000" h="10287000">
                  <a:moveTo>
                    <a:pt x="741705" y="5364835"/>
                  </a:moveTo>
                  <a:lnTo>
                    <a:pt x="733780" y="5339435"/>
                  </a:lnTo>
                  <a:lnTo>
                    <a:pt x="720026" y="5352135"/>
                  </a:lnTo>
                  <a:lnTo>
                    <a:pt x="727964" y="5364835"/>
                  </a:lnTo>
                  <a:lnTo>
                    <a:pt x="741705" y="5364835"/>
                  </a:lnTo>
                  <a:close/>
                </a:path>
                <a:path w="18288000" h="10287000">
                  <a:moveTo>
                    <a:pt x="747560" y="4158335"/>
                  </a:moveTo>
                  <a:lnTo>
                    <a:pt x="731405" y="4120235"/>
                  </a:lnTo>
                  <a:lnTo>
                    <a:pt x="703414" y="4145635"/>
                  </a:lnTo>
                  <a:lnTo>
                    <a:pt x="719569" y="4171035"/>
                  </a:lnTo>
                  <a:lnTo>
                    <a:pt x="747560" y="4158335"/>
                  </a:lnTo>
                  <a:close/>
                </a:path>
                <a:path w="18288000" h="10287000">
                  <a:moveTo>
                    <a:pt x="748423" y="1415135"/>
                  </a:moveTo>
                  <a:lnTo>
                    <a:pt x="709053" y="1338935"/>
                  </a:lnTo>
                  <a:lnTo>
                    <a:pt x="640867" y="1377035"/>
                  </a:lnTo>
                  <a:lnTo>
                    <a:pt x="680237" y="1453235"/>
                  </a:lnTo>
                  <a:lnTo>
                    <a:pt x="748423" y="1415135"/>
                  </a:lnTo>
                  <a:close/>
                </a:path>
                <a:path w="18288000" h="10287000">
                  <a:moveTo>
                    <a:pt x="755078" y="208635"/>
                  </a:moveTo>
                  <a:lnTo>
                    <a:pt x="706894" y="119735"/>
                  </a:lnTo>
                  <a:lnTo>
                    <a:pt x="623443" y="170535"/>
                  </a:lnTo>
                  <a:lnTo>
                    <a:pt x="671614" y="259435"/>
                  </a:lnTo>
                  <a:lnTo>
                    <a:pt x="755078" y="208635"/>
                  </a:lnTo>
                  <a:close/>
                </a:path>
                <a:path w="18288000" h="10287000">
                  <a:moveTo>
                    <a:pt x="755421" y="2951835"/>
                  </a:moveTo>
                  <a:lnTo>
                    <a:pt x="729564" y="2901035"/>
                  </a:lnTo>
                  <a:lnTo>
                    <a:pt x="684784" y="2926435"/>
                  </a:lnTo>
                  <a:lnTo>
                    <a:pt x="710641" y="2977235"/>
                  </a:lnTo>
                  <a:lnTo>
                    <a:pt x="755421" y="2951835"/>
                  </a:lnTo>
                  <a:close/>
                </a:path>
                <a:path w="18288000" h="10287000">
                  <a:moveTo>
                    <a:pt x="757135" y="6892239"/>
                  </a:moveTo>
                  <a:lnTo>
                    <a:pt x="756881" y="6891807"/>
                  </a:lnTo>
                  <a:lnTo>
                    <a:pt x="755523" y="6891807"/>
                  </a:lnTo>
                  <a:lnTo>
                    <a:pt x="755777" y="6892239"/>
                  </a:lnTo>
                  <a:lnTo>
                    <a:pt x="757135" y="6892239"/>
                  </a:lnTo>
                  <a:close/>
                </a:path>
                <a:path w="18288000" h="10287000">
                  <a:moveTo>
                    <a:pt x="758977" y="5686183"/>
                  </a:moveTo>
                  <a:lnTo>
                    <a:pt x="753097" y="5676011"/>
                  </a:lnTo>
                  <a:lnTo>
                    <a:pt x="742911" y="5681891"/>
                  </a:lnTo>
                  <a:lnTo>
                    <a:pt x="748792" y="5692064"/>
                  </a:lnTo>
                  <a:lnTo>
                    <a:pt x="758977" y="5686183"/>
                  </a:lnTo>
                  <a:close/>
                </a:path>
                <a:path w="18288000" h="10287000">
                  <a:moveTo>
                    <a:pt x="764019" y="4488535"/>
                  </a:moveTo>
                  <a:lnTo>
                    <a:pt x="750506" y="4463135"/>
                  </a:lnTo>
                  <a:lnTo>
                    <a:pt x="727100" y="4475835"/>
                  </a:lnTo>
                  <a:lnTo>
                    <a:pt x="740613" y="4501235"/>
                  </a:lnTo>
                  <a:lnTo>
                    <a:pt x="764019" y="4488535"/>
                  </a:lnTo>
                  <a:close/>
                </a:path>
                <a:path w="18288000" h="10287000">
                  <a:moveTo>
                    <a:pt x="764882" y="1745335"/>
                  </a:moveTo>
                  <a:lnTo>
                    <a:pt x="728154" y="1681835"/>
                  </a:lnTo>
                  <a:lnTo>
                    <a:pt x="664552" y="1719935"/>
                  </a:lnTo>
                  <a:lnTo>
                    <a:pt x="701281" y="1783435"/>
                  </a:lnTo>
                  <a:lnTo>
                    <a:pt x="764882" y="1745335"/>
                  </a:lnTo>
                  <a:close/>
                </a:path>
                <a:path w="18288000" h="10287000">
                  <a:moveTo>
                    <a:pt x="771474" y="3282035"/>
                  </a:moveTo>
                  <a:lnTo>
                    <a:pt x="748563" y="3243935"/>
                  </a:lnTo>
                  <a:lnTo>
                    <a:pt x="708875" y="3269335"/>
                  </a:lnTo>
                  <a:lnTo>
                    <a:pt x="731786" y="3307435"/>
                  </a:lnTo>
                  <a:lnTo>
                    <a:pt x="771474" y="3282035"/>
                  </a:lnTo>
                  <a:close/>
                </a:path>
                <a:path w="18288000" h="10287000">
                  <a:moveTo>
                    <a:pt x="772337" y="538835"/>
                  </a:moveTo>
                  <a:lnTo>
                    <a:pt x="726211" y="462635"/>
                  </a:lnTo>
                  <a:lnTo>
                    <a:pt x="646328" y="513435"/>
                  </a:lnTo>
                  <a:lnTo>
                    <a:pt x="692442" y="589635"/>
                  </a:lnTo>
                  <a:lnTo>
                    <a:pt x="772337" y="538835"/>
                  </a:lnTo>
                  <a:close/>
                </a:path>
                <a:path w="18288000" h="10287000">
                  <a:moveTo>
                    <a:pt x="777036" y="6020092"/>
                  </a:moveTo>
                  <a:lnTo>
                    <a:pt x="772629" y="6012459"/>
                  </a:lnTo>
                  <a:lnTo>
                    <a:pt x="764997" y="6016866"/>
                  </a:lnTo>
                  <a:lnTo>
                    <a:pt x="769404" y="6024499"/>
                  </a:lnTo>
                  <a:lnTo>
                    <a:pt x="777036" y="6020092"/>
                  </a:lnTo>
                  <a:close/>
                </a:path>
                <a:path w="18288000" h="10287000">
                  <a:moveTo>
                    <a:pt x="780542" y="2075535"/>
                  </a:moveTo>
                  <a:lnTo>
                    <a:pt x="747052" y="2024735"/>
                  </a:lnTo>
                  <a:lnTo>
                    <a:pt x="689038" y="2050135"/>
                  </a:lnTo>
                  <a:lnTo>
                    <a:pt x="722528" y="2113635"/>
                  </a:lnTo>
                  <a:lnTo>
                    <a:pt x="780542" y="2075535"/>
                  </a:lnTo>
                  <a:close/>
                </a:path>
                <a:path w="18288000" h="10287000">
                  <a:moveTo>
                    <a:pt x="780884" y="4818735"/>
                  </a:moveTo>
                  <a:lnTo>
                    <a:pt x="769721" y="4806035"/>
                  </a:lnTo>
                  <a:lnTo>
                    <a:pt x="750379" y="4818735"/>
                  </a:lnTo>
                  <a:lnTo>
                    <a:pt x="761542" y="4831435"/>
                  </a:lnTo>
                  <a:lnTo>
                    <a:pt x="780884" y="4818735"/>
                  </a:lnTo>
                  <a:close/>
                </a:path>
                <a:path w="18288000" h="10287000">
                  <a:moveTo>
                    <a:pt x="787946" y="3612235"/>
                  </a:moveTo>
                  <a:lnTo>
                    <a:pt x="767676" y="3586835"/>
                  </a:lnTo>
                  <a:lnTo>
                    <a:pt x="732561" y="3599535"/>
                  </a:lnTo>
                  <a:lnTo>
                    <a:pt x="752830" y="3637635"/>
                  </a:lnTo>
                  <a:lnTo>
                    <a:pt x="787946" y="3612235"/>
                  </a:lnTo>
                  <a:close/>
                </a:path>
                <a:path w="18288000" h="10287000">
                  <a:moveTo>
                    <a:pt x="788809" y="869035"/>
                  </a:moveTo>
                  <a:lnTo>
                    <a:pt x="745324" y="792835"/>
                  </a:lnTo>
                  <a:lnTo>
                    <a:pt x="670013" y="843635"/>
                  </a:lnTo>
                  <a:lnTo>
                    <a:pt x="713498" y="919835"/>
                  </a:lnTo>
                  <a:lnTo>
                    <a:pt x="788809" y="869035"/>
                  </a:lnTo>
                  <a:close/>
                </a:path>
                <a:path w="18288000" h="10287000">
                  <a:moveTo>
                    <a:pt x="794715" y="6353873"/>
                  </a:moveTo>
                  <a:lnTo>
                    <a:pt x="792073" y="6349301"/>
                  </a:lnTo>
                  <a:lnTo>
                    <a:pt x="787488" y="6351943"/>
                  </a:lnTo>
                  <a:lnTo>
                    <a:pt x="790130" y="6356528"/>
                  </a:lnTo>
                  <a:lnTo>
                    <a:pt x="794715" y="6353873"/>
                  </a:lnTo>
                  <a:close/>
                </a:path>
                <a:path w="18288000" h="10287000">
                  <a:moveTo>
                    <a:pt x="796607" y="2405735"/>
                  </a:moveTo>
                  <a:lnTo>
                    <a:pt x="766051" y="2354935"/>
                  </a:lnTo>
                  <a:lnTo>
                    <a:pt x="713130" y="2393035"/>
                  </a:lnTo>
                  <a:lnTo>
                    <a:pt x="743686" y="2443835"/>
                  </a:lnTo>
                  <a:lnTo>
                    <a:pt x="796607" y="2405735"/>
                  </a:lnTo>
                  <a:close/>
                </a:path>
                <a:path w="18288000" h="10287000">
                  <a:moveTo>
                    <a:pt x="798156" y="5148935"/>
                  </a:moveTo>
                  <a:lnTo>
                    <a:pt x="789038" y="5136235"/>
                  </a:lnTo>
                  <a:lnTo>
                    <a:pt x="773264" y="5148935"/>
                  </a:lnTo>
                  <a:lnTo>
                    <a:pt x="782383" y="5161635"/>
                  </a:lnTo>
                  <a:lnTo>
                    <a:pt x="798156" y="5148935"/>
                  </a:lnTo>
                  <a:close/>
                </a:path>
                <a:path w="18288000" h="10287000">
                  <a:moveTo>
                    <a:pt x="803287" y="5435"/>
                  </a:moveTo>
                  <a:lnTo>
                    <a:pt x="700862" y="5435"/>
                  </a:lnTo>
                  <a:lnTo>
                    <a:pt x="726465" y="56235"/>
                  </a:lnTo>
                  <a:lnTo>
                    <a:pt x="803287" y="5435"/>
                  </a:lnTo>
                  <a:close/>
                </a:path>
                <a:path w="18288000" h="10287000">
                  <a:moveTo>
                    <a:pt x="804405" y="3955135"/>
                  </a:moveTo>
                  <a:lnTo>
                    <a:pt x="786777" y="3917035"/>
                  </a:lnTo>
                  <a:lnTo>
                    <a:pt x="756246" y="3942435"/>
                  </a:lnTo>
                  <a:lnTo>
                    <a:pt x="773874" y="3967835"/>
                  </a:lnTo>
                  <a:lnTo>
                    <a:pt x="804405" y="3955135"/>
                  </a:lnTo>
                  <a:close/>
                </a:path>
                <a:path w="18288000" h="10287000">
                  <a:moveTo>
                    <a:pt x="804862" y="1211935"/>
                  </a:moveTo>
                  <a:lnTo>
                    <a:pt x="764324" y="1135735"/>
                  </a:lnTo>
                  <a:lnTo>
                    <a:pt x="694093" y="1173835"/>
                  </a:lnTo>
                  <a:lnTo>
                    <a:pt x="734644" y="1250035"/>
                  </a:lnTo>
                  <a:lnTo>
                    <a:pt x="804862" y="1211935"/>
                  </a:lnTo>
                  <a:close/>
                </a:path>
                <a:path w="18288000" h="10287000">
                  <a:moveTo>
                    <a:pt x="812673" y="2748635"/>
                  </a:moveTo>
                  <a:lnTo>
                    <a:pt x="785050" y="2697835"/>
                  </a:lnTo>
                  <a:lnTo>
                    <a:pt x="737222" y="2723235"/>
                  </a:lnTo>
                  <a:lnTo>
                    <a:pt x="764832" y="2774035"/>
                  </a:lnTo>
                  <a:lnTo>
                    <a:pt x="812673" y="2748635"/>
                  </a:lnTo>
                  <a:close/>
                </a:path>
                <a:path w="18288000" h="10287000">
                  <a:moveTo>
                    <a:pt x="813181" y="6687896"/>
                  </a:moveTo>
                  <a:lnTo>
                    <a:pt x="811707" y="6685343"/>
                  </a:lnTo>
                  <a:lnTo>
                    <a:pt x="809167" y="6686817"/>
                  </a:lnTo>
                  <a:lnTo>
                    <a:pt x="810641" y="6689357"/>
                  </a:lnTo>
                  <a:lnTo>
                    <a:pt x="813181" y="6687896"/>
                  </a:lnTo>
                  <a:close/>
                </a:path>
                <a:path w="18288000" h="10287000">
                  <a:moveTo>
                    <a:pt x="815416" y="5491835"/>
                  </a:moveTo>
                  <a:lnTo>
                    <a:pt x="808367" y="5479135"/>
                  </a:lnTo>
                  <a:lnTo>
                    <a:pt x="796150" y="5479135"/>
                  </a:lnTo>
                  <a:lnTo>
                    <a:pt x="803211" y="5491835"/>
                  </a:lnTo>
                  <a:lnTo>
                    <a:pt x="815416" y="5491835"/>
                  </a:lnTo>
                  <a:close/>
                </a:path>
                <a:path w="18288000" h="10287000">
                  <a:moveTo>
                    <a:pt x="821270" y="4285335"/>
                  </a:moveTo>
                  <a:lnTo>
                    <a:pt x="805992" y="4259935"/>
                  </a:lnTo>
                  <a:lnTo>
                    <a:pt x="779538" y="4272635"/>
                  </a:lnTo>
                  <a:lnTo>
                    <a:pt x="794816" y="4298035"/>
                  </a:lnTo>
                  <a:lnTo>
                    <a:pt x="821270" y="4285335"/>
                  </a:lnTo>
                  <a:close/>
                </a:path>
                <a:path w="18288000" h="10287000">
                  <a:moveTo>
                    <a:pt x="821728" y="1542135"/>
                  </a:moveTo>
                  <a:lnTo>
                    <a:pt x="783539" y="1478635"/>
                  </a:lnTo>
                  <a:lnTo>
                    <a:pt x="717384" y="1516735"/>
                  </a:lnTo>
                  <a:lnTo>
                    <a:pt x="755573" y="1580235"/>
                  </a:lnTo>
                  <a:lnTo>
                    <a:pt x="821728" y="1542135"/>
                  </a:lnTo>
                  <a:close/>
                </a:path>
                <a:path w="18288000" h="10287000">
                  <a:moveTo>
                    <a:pt x="827976" y="335635"/>
                  </a:moveTo>
                  <a:lnTo>
                    <a:pt x="781278" y="259435"/>
                  </a:lnTo>
                  <a:lnTo>
                    <a:pt x="700366" y="297535"/>
                  </a:lnTo>
                  <a:lnTo>
                    <a:pt x="747077" y="386435"/>
                  </a:lnTo>
                  <a:lnTo>
                    <a:pt x="827976" y="335635"/>
                  </a:lnTo>
                  <a:close/>
                </a:path>
                <a:path w="18288000" h="10287000">
                  <a:moveTo>
                    <a:pt x="828332" y="3078835"/>
                  </a:moveTo>
                  <a:lnTo>
                    <a:pt x="803948" y="3040735"/>
                  </a:lnTo>
                  <a:lnTo>
                    <a:pt x="761707" y="3066135"/>
                  </a:lnTo>
                  <a:lnTo>
                    <a:pt x="786091" y="3104235"/>
                  </a:lnTo>
                  <a:lnTo>
                    <a:pt x="828332" y="3078835"/>
                  </a:lnTo>
                  <a:close/>
                </a:path>
                <a:path w="18288000" h="10287000">
                  <a:moveTo>
                    <a:pt x="832688" y="5815622"/>
                  </a:moveTo>
                  <a:lnTo>
                    <a:pt x="827684" y="5806973"/>
                  </a:lnTo>
                  <a:lnTo>
                    <a:pt x="819035" y="5811964"/>
                  </a:lnTo>
                  <a:lnTo>
                    <a:pt x="824039" y="5820613"/>
                  </a:lnTo>
                  <a:lnTo>
                    <a:pt x="832688" y="5815622"/>
                  </a:lnTo>
                  <a:close/>
                </a:path>
                <a:path w="18288000" h="10287000">
                  <a:moveTo>
                    <a:pt x="837387" y="1872335"/>
                  </a:moveTo>
                  <a:lnTo>
                    <a:pt x="802436" y="1808835"/>
                  </a:lnTo>
                  <a:lnTo>
                    <a:pt x="741870" y="1846935"/>
                  </a:lnTo>
                  <a:lnTo>
                    <a:pt x="776833" y="1910435"/>
                  </a:lnTo>
                  <a:lnTo>
                    <a:pt x="837387" y="1872335"/>
                  </a:lnTo>
                  <a:close/>
                </a:path>
                <a:path w="18288000" h="10287000">
                  <a:moveTo>
                    <a:pt x="837730" y="4615535"/>
                  </a:moveTo>
                  <a:lnTo>
                    <a:pt x="825106" y="4590135"/>
                  </a:lnTo>
                  <a:lnTo>
                    <a:pt x="803224" y="4602835"/>
                  </a:lnTo>
                  <a:lnTo>
                    <a:pt x="815860" y="4628235"/>
                  </a:lnTo>
                  <a:lnTo>
                    <a:pt x="837730" y="4615535"/>
                  </a:lnTo>
                  <a:close/>
                </a:path>
                <a:path w="18288000" h="10287000">
                  <a:moveTo>
                    <a:pt x="844791" y="3409035"/>
                  </a:moveTo>
                  <a:lnTo>
                    <a:pt x="823048" y="3370935"/>
                  </a:lnTo>
                  <a:lnTo>
                    <a:pt x="785393" y="3396335"/>
                  </a:lnTo>
                  <a:lnTo>
                    <a:pt x="807135" y="3434435"/>
                  </a:lnTo>
                  <a:lnTo>
                    <a:pt x="844791" y="3409035"/>
                  </a:lnTo>
                  <a:close/>
                </a:path>
                <a:path w="18288000" h="10287000">
                  <a:moveTo>
                    <a:pt x="844854" y="665835"/>
                  </a:moveTo>
                  <a:lnTo>
                    <a:pt x="800493" y="589635"/>
                  </a:lnTo>
                  <a:lnTo>
                    <a:pt x="723646" y="640435"/>
                  </a:lnTo>
                  <a:lnTo>
                    <a:pt x="768019" y="716635"/>
                  </a:lnTo>
                  <a:lnTo>
                    <a:pt x="844854" y="665835"/>
                  </a:lnTo>
                  <a:close/>
                </a:path>
                <a:path w="18288000" h="10287000">
                  <a:moveTo>
                    <a:pt x="850760" y="6149530"/>
                  </a:moveTo>
                  <a:lnTo>
                    <a:pt x="847229" y="6143422"/>
                  </a:lnTo>
                  <a:lnTo>
                    <a:pt x="841121" y="6146939"/>
                  </a:lnTo>
                  <a:lnTo>
                    <a:pt x="844651" y="6153048"/>
                  </a:lnTo>
                  <a:lnTo>
                    <a:pt x="850760" y="6149530"/>
                  </a:lnTo>
                  <a:close/>
                </a:path>
                <a:path w="18288000" h="10287000">
                  <a:moveTo>
                    <a:pt x="853452" y="2202535"/>
                  </a:moveTo>
                  <a:lnTo>
                    <a:pt x="821436" y="2151735"/>
                  </a:lnTo>
                  <a:lnTo>
                    <a:pt x="765962" y="2189835"/>
                  </a:lnTo>
                  <a:lnTo>
                    <a:pt x="797991" y="2240635"/>
                  </a:lnTo>
                  <a:lnTo>
                    <a:pt x="853452" y="2202535"/>
                  </a:lnTo>
                  <a:close/>
                </a:path>
                <a:path w="18288000" h="10287000">
                  <a:moveTo>
                    <a:pt x="854595" y="4945735"/>
                  </a:moveTo>
                  <a:lnTo>
                    <a:pt x="844321" y="4933035"/>
                  </a:lnTo>
                  <a:lnTo>
                    <a:pt x="826503" y="4945735"/>
                  </a:lnTo>
                  <a:lnTo>
                    <a:pt x="836790" y="4958435"/>
                  </a:lnTo>
                  <a:lnTo>
                    <a:pt x="854595" y="4945735"/>
                  </a:lnTo>
                  <a:close/>
                </a:path>
                <a:path w="18288000" h="10287000">
                  <a:moveTo>
                    <a:pt x="860856" y="3739235"/>
                  </a:moveTo>
                  <a:lnTo>
                    <a:pt x="842060" y="3713835"/>
                  </a:lnTo>
                  <a:lnTo>
                    <a:pt x="809485" y="3726535"/>
                  </a:lnTo>
                  <a:lnTo>
                    <a:pt x="828294" y="3764635"/>
                  </a:lnTo>
                  <a:lnTo>
                    <a:pt x="860856" y="3739235"/>
                  </a:lnTo>
                  <a:close/>
                </a:path>
                <a:path w="18288000" h="10287000">
                  <a:moveTo>
                    <a:pt x="861314" y="1008735"/>
                  </a:moveTo>
                  <a:lnTo>
                    <a:pt x="819594" y="932535"/>
                  </a:lnTo>
                  <a:lnTo>
                    <a:pt x="747344" y="970635"/>
                  </a:lnTo>
                  <a:lnTo>
                    <a:pt x="789063" y="1046835"/>
                  </a:lnTo>
                  <a:lnTo>
                    <a:pt x="861314" y="1008735"/>
                  </a:lnTo>
                  <a:close/>
                </a:path>
                <a:path w="18288000" h="10287000">
                  <a:moveTo>
                    <a:pt x="868832" y="6483426"/>
                  </a:moveTo>
                  <a:lnTo>
                    <a:pt x="866775" y="6479870"/>
                  </a:lnTo>
                  <a:lnTo>
                    <a:pt x="863206" y="6481927"/>
                  </a:lnTo>
                  <a:lnTo>
                    <a:pt x="865263" y="6485483"/>
                  </a:lnTo>
                  <a:lnTo>
                    <a:pt x="868832" y="6483426"/>
                  </a:lnTo>
                  <a:close/>
                </a:path>
                <a:path w="18288000" h="10287000">
                  <a:moveTo>
                    <a:pt x="869518" y="2545435"/>
                  </a:moveTo>
                  <a:lnTo>
                    <a:pt x="840435" y="2494635"/>
                  </a:lnTo>
                  <a:lnTo>
                    <a:pt x="790054" y="2520035"/>
                  </a:lnTo>
                  <a:lnTo>
                    <a:pt x="819150" y="2570835"/>
                  </a:lnTo>
                  <a:lnTo>
                    <a:pt x="869518" y="2545435"/>
                  </a:lnTo>
                  <a:close/>
                </a:path>
                <a:path w="18288000" h="10287000">
                  <a:moveTo>
                    <a:pt x="871867" y="5288635"/>
                  </a:moveTo>
                  <a:lnTo>
                    <a:pt x="863638" y="5275935"/>
                  </a:lnTo>
                  <a:lnTo>
                    <a:pt x="849388" y="5275935"/>
                  </a:lnTo>
                  <a:lnTo>
                    <a:pt x="857618" y="5288635"/>
                  </a:lnTo>
                  <a:lnTo>
                    <a:pt x="871867" y="5288635"/>
                  </a:lnTo>
                  <a:close/>
                </a:path>
                <a:path w="18288000" h="10287000">
                  <a:moveTo>
                    <a:pt x="877328" y="4082135"/>
                  </a:moveTo>
                  <a:lnTo>
                    <a:pt x="861161" y="4056735"/>
                  </a:lnTo>
                  <a:lnTo>
                    <a:pt x="833170" y="4069435"/>
                  </a:lnTo>
                  <a:lnTo>
                    <a:pt x="849325" y="4094835"/>
                  </a:lnTo>
                  <a:lnTo>
                    <a:pt x="877328" y="4082135"/>
                  </a:lnTo>
                  <a:close/>
                </a:path>
                <a:path w="18288000" h="10287000">
                  <a:moveTo>
                    <a:pt x="878179" y="1338935"/>
                  </a:moveTo>
                  <a:lnTo>
                    <a:pt x="838809" y="1262735"/>
                  </a:lnTo>
                  <a:lnTo>
                    <a:pt x="770623" y="1313535"/>
                  </a:lnTo>
                  <a:lnTo>
                    <a:pt x="809993" y="1377035"/>
                  </a:lnTo>
                  <a:lnTo>
                    <a:pt x="878179" y="1338935"/>
                  </a:lnTo>
                  <a:close/>
                </a:path>
                <a:path w="18288000" h="10287000">
                  <a:moveTo>
                    <a:pt x="883627" y="132435"/>
                  </a:moveTo>
                  <a:lnTo>
                    <a:pt x="836320" y="56235"/>
                  </a:lnTo>
                  <a:lnTo>
                    <a:pt x="754405" y="94335"/>
                  </a:lnTo>
                  <a:lnTo>
                    <a:pt x="801700" y="183235"/>
                  </a:lnTo>
                  <a:lnTo>
                    <a:pt x="883627" y="132435"/>
                  </a:lnTo>
                  <a:close/>
                </a:path>
                <a:path w="18288000" h="10287000">
                  <a:moveTo>
                    <a:pt x="885177" y="2875635"/>
                  </a:moveTo>
                  <a:lnTo>
                    <a:pt x="859320" y="2824835"/>
                  </a:lnTo>
                  <a:lnTo>
                    <a:pt x="814552" y="2850235"/>
                  </a:lnTo>
                  <a:lnTo>
                    <a:pt x="840409" y="2901035"/>
                  </a:lnTo>
                  <a:lnTo>
                    <a:pt x="885177" y="2875635"/>
                  </a:lnTo>
                  <a:close/>
                </a:path>
                <a:path w="18288000" h="10287000">
                  <a:moveTo>
                    <a:pt x="887285" y="6817436"/>
                  </a:moveTo>
                  <a:lnTo>
                    <a:pt x="886409" y="6815899"/>
                  </a:lnTo>
                  <a:lnTo>
                    <a:pt x="884885" y="6816788"/>
                  </a:lnTo>
                  <a:lnTo>
                    <a:pt x="885761" y="6818312"/>
                  </a:lnTo>
                  <a:lnTo>
                    <a:pt x="887285" y="6817436"/>
                  </a:lnTo>
                  <a:close/>
                </a:path>
                <a:path w="18288000" h="10287000">
                  <a:moveTo>
                    <a:pt x="888733" y="5611279"/>
                  </a:moveTo>
                  <a:lnTo>
                    <a:pt x="882865" y="5601093"/>
                  </a:lnTo>
                  <a:lnTo>
                    <a:pt x="872680" y="5606974"/>
                  </a:lnTo>
                  <a:lnTo>
                    <a:pt x="878560" y="5617146"/>
                  </a:lnTo>
                  <a:lnTo>
                    <a:pt x="888733" y="5611279"/>
                  </a:lnTo>
                  <a:close/>
                </a:path>
                <a:path w="18288000" h="10287000">
                  <a:moveTo>
                    <a:pt x="894181" y="4412335"/>
                  </a:moveTo>
                  <a:lnTo>
                    <a:pt x="880376" y="4386935"/>
                  </a:lnTo>
                  <a:lnTo>
                    <a:pt x="856462" y="4399635"/>
                  </a:lnTo>
                  <a:lnTo>
                    <a:pt x="870267" y="4425035"/>
                  </a:lnTo>
                  <a:lnTo>
                    <a:pt x="894181" y="4412335"/>
                  </a:lnTo>
                  <a:close/>
                </a:path>
                <a:path w="18288000" h="10287000">
                  <a:moveTo>
                    <a:pt x="894232" y="1669135"/>
                  </a:moveTo>
                  <a:lnTo>
                    <a:pt x="857808" y="1605635"/>
                  </a:lnTo>
                  <a:lnTo>
                    <a:pt x="794715" y="1643735"/>
                  </a:lnTo>
                  <a:lnTo>
                    <a:pt x="831138" y="1707235"/>
                  </a:lnTo>
                  <a:lnTo>
                    <a:pt x="894232" y="1669135"/>
                  </a:lnTo>
                  <a:close/>
                </a:path>
                <a:path w="18288000" h="10287000">
                  <a:moveTo>
                    <a:pt x="900899" y="462635"/>
                  </a:moveTo>
                  <a:lnTo>
                    <a:pt x="855649" y="386435"/>
                  </a:lnTo>
                  <a:lnTo>
                    <a:pt x="777290" y="437235"/>
                  </a:lnTo>
                  <a:lnTo>
                    <a:pt x="822528" y="513435"/>
                  </a:lnTo>
                  <a:lnTo>
                    <a:pt x="900899" y="462635"/>
                  </a:lnTo>
                  <a:close/>
                </a:path>
                <a:path w="18288000" h="10287000">
                  <a:moveTo>
                    <a:pt x="901242" y="3205835"/>
                  </a:moveTo>
                  <a:lnTo>
                    <a:pt x="878332" y="3167735"/>
                  </a:lnTo>
                  <a:lnTo>
                    <a:pt x="838631" y="3193135"/>
                  </a:lnTo>
                  <a:lnTo>
                    <a:pt x="861555" y="3231235"/>
                  </a:lnTo>
                  <a:lnTo>
                    <a:pt x="901242" y="3205835"/>
                  </a:lnTo>
                  <a:close/>
                </a:path>
                <a:path w="18288000" h="10287000">
                  <a:moveTo>
                    <a:pt x="906792" y="5945175"/>
                  </a:moveTo>
                  <a:lnTo>
                    <a:pt x="902385" y="5937529"/>
                  </a:lnTo>
                  <a:lnTo>
                    <a:pt x="894765" y="5941936"/>
                  </a:lnTo>
                  <a:lnTo>
                    <a:pt x="899172" y="5949581"/>
                  </a:lnTo>
                  <a:lnTo>
                    <a:pt x="906792" y="5945175"/>
                  </a:lnTo>
                  <a:close/>
                </a:path>
                <a:path w="18288000" h="10287000">
                  <a:moveTo>
                    <a:pt x="909904" y="1999335"/>
                  </a:moveTo>
                  <a:lnTo>
                    <a:pt x="876706" y="1948535"/>
                  </a:lnTo>
                  <a:lnTo>
                    <a:pt x="819200" y="1973935"/>
                  </a:lnTo>
                  <a:lnTo>
                    <a:pt x="852398" y="2037435"/>
                  </a:lnTo>
                  <a:lnTo>
                    <a:pt x="909904" y="1999335"/>
                  </a:lnTo>
                  <a:close/>
                </a:path>
                <a:path w="18288000" h="10287000">
                  <a:moveTo>
                    <a:pt x="911047" y="4742535"/>
                  </a:moveTo>
                  <a:lnTo>
                    <a:pt x="899591" y="4729835"/>
                  </a:lnTo>
                  <a:lnTo>
                    <a:pt x="879741" y="4742535"/>
                  </a:lnTo>
                  <a:lnTo>
                    <a:pt x="891197" y="4755235"/>
                  </a:lnTo>
                  <a:lnTo>
                    <a:pt x="911047" y="4742535"/>
                  </a:lnTo>
                  <a:close/>
                </a:path>
                <a:path w="18288000" h="10287000">
                  <a:moveTo>
                    <a:pt x="917765" y="805535"/>
                  </a:moveTo>
                  <a:lnTo>
                    <a:pt x="874877" y="729335"/>
                  </a:lnTo>
                  <a:lnTo>
                    <a:pt x="800569" y="767435"/>
                  </a:lnTo>
                  <a:lnTo>
                    <a:pt x="843470" y="843635"/>
                  </a:lnTo>
                  <a:lnTo>
                    <a:pt x="917765" y="805535"/>
                  </a:lnTo>
                  <a:close/>
                </a:path>
                <a:path w="18288000" h="10287000">
                  <a:moveTo>
                    <a:pt x="918108" y="3536035"/>
                  </a:moveTo>
                  <a:lnTo>
                    <a:pt x="897534" y="3510635"/>
                  </a:lnTo>
                  <a:lnTo>
                    <a:pt x="861923" y="3523335"/>
                  </a:lnTo>
                  <a:lnTo>
                    <a:pt x="882484" y="3561435"/>
                  </a:lnTo>
                  <a:lnTo>
                    <a:pt x="918108" y="3536035"/>
                  </a:lnTo>
                  <a:close/>
                </a:path>
                <a:path w="18288000" h="10287000">
                  <a:moveTo>
                    <a:pt x="924864" y="6279070"/>
                  </a:moveTo>
                  <a:lnTo>
                    <a:pt x="921931" y="6273978"/>
                  </a:lnTo>
                  <a:lnTo>
                    <a:pt x="916838" y="6276924"/>
                  </a:lnTo>
                  <a:lnTo>
                    <a:pt x="919784" y="6282017"/>
                  </a:lnTo>
                  <a:lnTo>
                    <a:pt x="924864" y="6279070"/>
                  </a:lnTo>
                  <a:close/>
                </a:path>
                <a:path w="18288000" h="10287000">
                  <a:moveTo>
                    <a:pt x="926363" y="2342235"/>
                  </a:moveTo>
                  <a:lnTo>
                    <a:pt x="895807" y="2278735"/>
                  </a:lnTo>
                  <a:lnTo>
                    <a:pt x="842886" y="2316835"/>
                  </a:lnTo>
                  <a:lnTo>
                    <a:pt x="873442" y="2367635"/>
                  </a:lnTo>
                  <a:lnTo>
                    <a:pt x="926363" y="2342235"/>
                  </a:lnTo>
                  <a:close/>
                </a:path>
                <a:path w="18288000" h="10287000">
                  <a:moveTo>
                    <a:pt x="928306" y="5085435"/>
                  </a:moveTo>
                  <a:lnTo>
                    <a:pt x="918908" y="5060035"/>
                  </a:lnTo>
                  <a:lnTo>
                    <a:pt x="902627" y="5072735"/>
                  </a:lnTo>
                  <a:lnTo>
                    <a:pt x="912025" y="5085435"/>
                  </a:lnTo>
                  <a:lnTo>
                    <a:pt x="928306" y="5085435"/>
                  </a:lnTo>
                  <a:close/>
                </a:path>
                <a:path w="18288000" h="10287000">
                  <a:moveTo>
                    <a:pt x="933831" y="1135735"/>
                  </a:moveTo>
                  <a:lnTo>
                    <a:pt x="893864" y="1059535"/>
                  </a:lnTo>
                  <a:lnTo>
                    <a:pt x="824661" y="1097635"/>
                  </a:lnTo>
                  <a:lnTo>
                    <a:pt x="864616" y="1173835"/>
                  </a:lnTo>
                  <a:lnTo>
                    <a:pt x="933831" y="1135735"/>
                  </a:lnTo>
                  <a:close/>
                </a:path>
                <a:path w="18288000" h="10287000">
                  <a:moveTo>
                    <a:pt x="934161" y="3878935"/>
                  </a:moveTo>
                  <a:lnTo>
                    <a:pt x="916533" y="3840835"/>
                  </a:lnTo>
                  <a:lnTo>
                    <a:pt x="886002" y="3866235"/>
                  </a:lnTo>
                  <a:lnTo>
                    <a:pt x="903630" y="3891635"/>
                  </a:lnTo>
                  <a:lnTo>
                    <a:pt x="934161" y="3878935"/>
                  </a:lnTo>
                  <a:close/>
                </a:path>
                <a:path w="18288000" h="10287000">
                  <a:moveTo>
                    <a:pt x="942428" y="2672435"/>
                  </a:moveTo>
                  <a:lnTo>
                    <a:pt x="914819" y="2621635"/>
                  </a:lnTo>
                  <a:lnTo>
                    <a:pt x="866978" y="2647035"/>
                  </a:lnTo>
                  <a:lnTo>
                    <a:pt x="894588" y="2697835"/>
                  </a:lnTo>
                  <a:lnTo>
                    <a:pt x="942428" y="2672435"/>
                  </a:lnTo>
                  <a:close/>
                </a:path>
                <a:path w="18288000" h="10287000">
                  <a:moveTo>
                    <a:pt x="942936" y="6612979"/>
                  </a:moveTo>
                  <a:lnTo>
                    <a:pt x="941463" y="6610426"/>
                  </a:lnTo>
                  <a:lnTo>
                    <a:pt x="938923" y="6611899"/>
                  </a:lnTo>
                  <a:lnTo>
                    <a:pt x="940396" y="6614439"/>
                  </a:lnTo>
                  <a:lnTo>
                    <a:pt x="942936" y="6612979"/>
                  </a:lnTo>
                  <a:close/>
                </a:path>
                <a:path w="18288000" h="10287000">
                  <a:moveTo>
                    <a:pt x="945578" y="5415635"/>
                  </a:moveTo>
                  <a:lnTo>
                    <a:pt x="938237" y="5402935"/>
                  </a:lnTo>
                  <a:lnTo>
                    <a:pt x="925512" y="5402935"/>
                  </a:lnTo>
                  <a:lnTo>
                    <a:pt x="932853" y="5415635"/>
                  </a:lnTo>
                  <a:lnTo>
                    <a:pt x="945578" y="5415635"/>
                  </a:lnTo>
                  <a:close/>
                </a:path>
                <a:path w="18288000" h="10287000">
                  <a:moveTo>
                    <a:pt x="950696" y="1465935"/>
                  </a:moveTo>
                  <a:lnTo>
                    <a:pt x="913079" y="1402435"/>
                  </a:lnTo>
                  <a:lnTo>
                    <a:pt x="847953" y="1440535"/>
                  </a:lnTo>
                  <a:lnTo>
                    <a:pt x="885558" y="1504035"/>
                  </a:lnTo>
                  <a:lnTo>
                    <a:pt x="950696" y="1465935"/>
                  </a:lnTo>
                  <a:close/>
                </a:path>
                <a:path w="18288000" h="10287000">
                  <a:moveTo>
                    <a:pt x="951039" y="4209135"/>
                  </a:moveTo>
                  <a:lnTo>
                    <a:pt x="935761" y="4183735"/>
                  </a:lnTo>
                  <a:lnTo>
                    <a:pt x="909294" y="4196435"/>
                  </a:lnTo>
                  <a:lnTo>
                    <a:pt x="924572" y="4221835"/>
                  </a:lnTo>
                  <a:lnTo>
                    <a:pt x="951039" y="4209135"/>
                  </a:lnTo>
                  <a:close/>
                </a:path>
                <a:path w="18288000" h="10287000">
                  <a:moveTo>
                    <a:pt x="956538" y="259435"/>
                  </a:moveTo>
                  <a:lnTo>
                    <a:pt x="910704" y="183235"/>
                  </a:lnTo>
                  <a:lnTo>
                    <a:pt x="831329" y="221335"/>
                  </a:lnTo>
                  <a:lnTo>
                    <a:pt x="877163" y="310235"/>
                  </a:lnTo>
                  <a:lnTo>
                    <a:pt x="956538" y="259435"/>
                  </a:lnTo>
                  <a:close/>
                </a:path>
                <a:path w="18288000" h="10287000">
                  <a:moveTo>
                    <a:pt x="958088" y="3002635"/>
                  </a:moveTo>
                  <a:lnTo>
                    <a:pt x="933704" y="2964535"/>
                  </a:lnTo>
                  <a:lnTo>
                    <a:pt x="891476" y="2989935"/>
                  </a:lnTo>
                  <a:lnTo>
                    <a:pt x="915847" y="3028035"/>
                  </a:lnTo>
                  <a:lnTo>
                    <a:pt x="958088" y="3002635"/>
                  </a:lnTo>
                  <a:close/>
                </a:path>
                <a:path w="18288000" h="10287000">
                  <a:moveTo>
                    <a:pt x="962444" y="5740717"/>
                  </a:moveTo>
                  <a:lnTo>
                    <a:pt x="957453" y="5732056"/>
                  </a:lnTo>
                  <a:lnTo>
                    <a:pt x="948791" y="5737047"/>
                  </a:lnTo>
                  <a:lnTo>
                    <a:pt x="953795" y="5745708"/>
                  </a:lnTo>
                  <a:lnTo>
                    <a:pt x="962444" y="5740717"/>
                  </a:lnTo>
                  <a:close/>
                </a:path>
                <a:path w="18288000" h="10287000">
                  <a:moveTo>
                    <a:pt x="966749" y="1796135"/>
                  </a:moveTo>
                  <a:lnTo>
                    <a:pt x="932091" y="1745335"/>
                  </a:lnTo>
                  <a:lnTo>
                    <a:pt x="872045" y="1770735"/>
                  </a:lnTo>
                  <a:lnTo>
                    <a:pt x="906703" y="1834235"/>
                  </a:lnTo>
                  <a:lnTo>
                    <a:pt x="966749" y="1796135"/>
                  </a:lnTo>
                  <a:close/>
                </a:path>
                <a:path w="18288000" h="10287000">
                  <a:moveTo>
                    <a:pt x="967498" y="4539335"/>
                  </a:moveTo>
                  <a:lnTo>
                    <a:pt x="954862" y="4513935"/>
                  </a:lnTo>
                  <a:lnTo>
                    <a:pt x="932980" y="4526635"/>
                  </a:lnTo>
                  <a:lnTo>
                    <a:pt x="945616" y="4552035"/>
                  </a:lnTo>
                  <a:lnTo>
                    <a:pt x="967498" y="4539335"/>
                  </a:lnTo>
                  <a:close/>
                </a:path>
                <a:path w="18288000" h="10287000">
                  <a:moveTo>
                    <a:pt x="973797" y="589635"/>
                  </a:moveTo>
                  <a:lnTo>
                    <a:pt x="930033" y="513435"/>
                  </a:lnTo>
                  <a:lnTo>
                    <a:pt x="854214" y="564235"/>
                  </a:lnTo>
                  <a:lnTo>
                    <a:pt x="897991" y="640435"/>
                  </a:lnTo>
                  <a:lnTo>
                    <a:pt x="973797" y="589635"/>
                  </a:lnTo>
                  <a:close/>
                </a:path>
                <a:path w="18288000" h="10287000">
                  <a:moveTo>
                    <a:pt x="974547" y="3332835"/>
                  </a:moveTo>
                  <a:lnTo>
                    <a:pt x="952804" y="3294735"/>
                  </a:lnTo>
                  <a:lnTo>
                    <a:pt x="915149" y="3320135"/>
                  </a:lnTo>
                  <a:lnTo>
                    <a:pt x="936891" y="3358235"/>
                  </a:lnTo>
                  <a:lnTo>
                    <a:pt x="974547" y="3332835"/>
                  </a:lnTo>
                  <a:close/>
                </a:path>
                <a:path w="18288000" h="10287000">
                  <a:moveTo>
                    <a:pt x="980922" y="6074715"/>
                  </a:moveTo>
                  <a:lnTo>
                    <a:pt x="977099" y="6068098"/>
                  </a:lnTo>
                  <a:lnTo>
                    <a:pt x="970470" y="6071921"/>
                  </a:lnTo>
                  <a:lnTo>
                    <a:pt x="974293" y="6078537"/>
                  </a:lnTo>
                  <a:lnTo>
                    <a:pt x="980922" y="6074715"/>
                  </a:lnTo>
                  <a:close/>
                </a:path>
                <a:path w="18288000" h="10287000">
                  <a:moveTo>
                    <a:pt x="982814" y="2139035"/>
                  </a:moveTo>
                  <a:lnTo>
                    <a:pt x="951077" y="2075535"/>
                  </a:lnTo>
                  <a:lnTo>
                    <a:pt x="896124" y="2113635"/>
                  </a:lnTo>
                  <a:lnTo>
                    <a:pt x="927862" y="2164435"/>
                  </a:lnTo>
                  <a:lnTo>
                    <a:pt x="982814" y="2139035"/>
                  </a:lnTo>
                  <a:close/>
                </a:path>
                <a:path w="18288000" h="10287000">
                  <a:moveTo>
                    <a:pt x="984758" y="4869535"/>
                  </a:moveTo>
                  <a:lnTo>
                    <a:pt x="974178" y="4856835"/>
                  </a:lnTo>
                  <a:lnTo>
                    <a:pt x="955865" y="4869535"/>
                  </a:lnTo>
                  <a:lnTo>
                    <a:pt x="966444" y="4882235"/>
                  </a:lnTo>
                  <a:lnTo>
                    <a:pt x="984758" y="4869535"/>
                  </a:lnTo>
                  <a:close/>
                </a:path>
                <a:path w="18288000" h="10287000">
                  <a:moveTo>
                    <a:pt x="990269" y="932535"/>
                  </a:moveTo>
                  <a:lnTo>
                    <a:pt x="949147" y="856335"/>
                  </a:lnTo>
                  <a:lnTo>
                    <a:pt x="877900" y="894435"/>
                  </a:lnTo>
                  <a:lnTo>
                    <a:pt x="919022" y="970635"/>
                  </a:lnTo>
                  <a:lnTo>
                    <a:pt x="990269" y="932535"/>
                  </a:lnTo>
                  <a:close/>
                </a:path>
                <a:path w="18288000" h="10287000">
                  <a:moveTo>
                    <a:pt x="991019" y="3675735"/>
                  </a:moveTo>
                  <a:lnTo>
                    <a:pt x="971918" y="3637635"/>
                  </a:lnTo>
                  <a:lnTo>
                    <a:pt x="938847" y="3663035"/>
                  </a:lnTo>
                  <a:lnTo>
                    <a:pt x="957948" y="3688435"/>
                  </a:lnTo>
                  <a:lnTo>
                    <a:pt x="991019" y="3675735"/>
                  </a:lnTo>
                  <a:close/>
                </a:path>
                <a:path w="18288000" h="10287000">
                  <a:moveTo>
                    <a:pt x="998982" y="6408623"/>
                  </a:moveTo>
                  <a:lnTo>
                    <a:pt x="996632" y="6404546"/>
                  </a:lnTo>
                  <a:lnTo>
                    <a:pt x="992555" y="6406896"/>
                  </a:lnTo>
                  <a:lnTo>
                    <a:pt x="994905" y="6410973"/>
                  </a:lnTo>
                  <a:lnTo>
                    <a:pt x="998982" y="6408623"/>
                  </a:lnTo>
                  <a:close/>
                </a:path>
                <a:path w="18288000" h="10287000">
                  <a:moveTo>
                    <a:pt x="999286" y="2469235"/>
                  </a:moveTo>
                  <a:lnTo>
                    <a:pt x="970191" y="2418435"/>
                  </a:lnTo>
                  <a:lnTo>
                    <a:pt x="919822" y="2443835"/>
                  </a:lnTo>
                  <a:lnTo>
                    <a:pt x="948905" y="2494635"/>
                  </a:lnTo>
                  <a:lnTo>
                    <a:pt x="999286" y="2469235"/>
                  </a:lnTo>
                  <a:close/>
                </a:path>
                <a:path w="18288000" h="10287000">
                  <a:moveTo>
                    <a:pt x="1001623" y="5212435"/>
                  </a:moveTo>
                  <a:lnTo>
                    <a:pt x="993406" y="5199735"/>
                  </a:lnTo>
                  <a:lnTo>
                    <a:pt x="979144" y="5199735"/>
                  </a:lnTo>
                  <a:lnTo>
                    <a:pt x="987374" y="5212435"/>
                  </a:lnTo>
                  <a:lnTo>
                    <a:pt x="1001623" y="5212435"/>
                  </a:lnTo>
                  <a:close/>
                </a:path>
                <a:path w="18288000" h="10287000">
                  <a:moveTo>
                    <a:pt x="1007135" y="1262735"/>
                  </a:moveTo>
                  <a:lnTo>
                    <a:pt x="968362" y="1199235"/>
                  </a:lnTo>
                  <a:lnTo>
                    <a:pt x="901179" y="1237335"/>
                  </a:lnTo>
                  <a:lnTo>
                    <a:pt x="939965" y="1300835"/>
                  </a:lnTo>
                  <a:lnTo>
                    <a:pt x="1007135" y="1262735"/>
                  </a:lnTo>
                  <a:close/>
                </a:path>
                <a:path w="18288000" h="10287000">
                  <a:moveTo>
                    <a:pt x="1007478" y="4005935"/>
                  </a:moveTo>
                  <a:lnTo>
                    <a:pt x="991031" y="3980535"/>
                  </a:lnTo>
                  <a:lnTo>
                    <a:pt x="962533" y="3993235"/>
                  </a:lnTo>
                  <a:lnTo>
                    <a:pt x="978979" y="4018635"/>
                  </a:lnTo>
                  <a:lnTo>
                    <a:pt x="1007478" y="4005935"/>
                  </a:lnTo>
                  <a:close/>
                </a:path>
                <a:path w="18288000" h="10287000">
                  <a:moveTo>
                    <a:pt x="1011783" y="50253"/>
                  </a:moveTo>
                  <a:lnTo>
                    <a:pt x="982764" y="0"/>
                  </a:lnTo>
                  <a:lnTo>
                    <a:pt x="914336" y="0"/>
                  </a:lnTo>
                  <a:lnTo>
                    <a:pt x="885761" y="16484"/>
                  </a:lnTo>
                  <a:lnTo>
                    <a:pt x="931887" y="96380"/>
                  </a:lnTo>
                  <a:lnTo>
                    <a:pt x="1011783" y="50253"/>
                  </a:lnTo>
                  <a:close/>
                </a:path>
                <a:path w="18288000" h="10287000">
                  <a:moveTo>
                    <a:pt x="1014933" y="2799435"/>
                  </a:moveTo>
                  <a:lnTo>
                    <a:pt x="989088" y="2748635"/>
                  </a:lnTo>
                  <a:lnTo>
                    <a:pt x="944308" y="2786735"/>
                  </a:lnTo>
                  <a:lnTo>
                    <a:pt x="970153" y="2824835"/>
                  </a:lnTo>
                  <a:lnTo>
                    <a:pt x="1014933" y="2799435"/>
                  </a:lnTo>
                  <a:close/>
                </a:path>
                <a:path w="18288000" h="10287000">
                  <a:moveTo>
                    <a:pt x="1017054" y="6742519"/>
                  </a:moveTo>
                  <a:lnTo>
                    <a:pt x="1016165" y="6740995"/>
                  </a:lnTo>
                  <a:lnTo>
                    <a:pt x="1014641" y="6741871"/>
                  </a:lnTo>
                  <a:lnTo>
                    <a:pt x="1015530" y="6743395"/>
                  </a:lnTo>
                  <a:lnTo>
                    <a:pt x="1017054" y="6742519"/>
                  </a:lnTo>
                  <a:close/>
                </a:path>
                <a:path w="18288000" h="10287000">
                  <a:moveTo>
                    <a:pt x="1018895" y="5542635"/>
                  </a:moveTo>
                  <a:lnTo>
                    <a:pt x="1012723" y="5529935"/>
                  </a:lnTo>
                  <a:lnTo>
                    <a:pt x="1002042" y="5542635"/>
                  </a:lnTo>
                  <a:lnTo>
                    <a:pt x="1018895" y="5542635"/>
                  </a:lnTo>
                  <a:close/>
                </a:path>
                <a:path w="18288000" h="10287000">
                  <a:moveTo>
                    <a:pt x="1023200" y="1592935"/>
                  </a:moveTo>
                  <a:lnTo>
                    <a:pt x="987348" y="1529435"/>
                  </a:lnTo>
                  <a:lnTo>
                    <a:pt x="925271" y="1567535"/>
                  </a:lnTo>
                  <a:lnTo>
                    <a:pt x="961110" y="1631035"/>
                  </a:lnTo>
                  <a:lnTo>
                    <a:pt x="1023200" y="1592935"/>
                  </a:lnTo>
                  <a:close/>
                </a:path>
                <a:path w="18288000" h="10287000">
                  <a:moveTo>
                    <a:pt x="1024343" y="4336135"/>
                  </a:moveTo>
                  <a:lnTo>
                    <a:pt x="1010246" y="4310735"/>
                  </a:lnTo>
                  <a:lnTo>
                    <a:pt x="985824" y="4323435"/>
                  </a:lnTo>
                  <a:lnTo>
                    <a:pt x="999921" y="4348835"/>
                  </a:lnTo>
                  <a:lnTo>
                    <a:pt x="1024343" y="4336135"/>
                  </a:lnTo>
                  <a:close/>
                </a:path>
                <a:path w="18288000" h="10287000">
                  <a:moveTo>
                    <a:pt x="1029449" y="386435"/>
                  </a:moveTo>
                  <a:lnTo>
                    <a:pt x="985088" y="310235"/>
                  </a:lnTo>
                  <a:lnTo>
                    <a:pt x="908253" y="361035"/>
                  </a:lnTo>
                  <a:lnTo>
                    <a:pt x="952614" y="437235"/>
                  </a:lnTo>
                  <a:lnTo>
                    <a:pt x="1029449" y="386435"/>
                  </a:lnTo>
                  <a:close/>
                </a:path>
                <a:path w="18288000" h="10287000">
                  <a:moveTo>
                    <a:pt x="1030998" y="3129635"/>
                  </a:moveTo>
                  <a:lnTo>
                    <a:pt x="1008075" y="3091535"/>
                  </a:lnTo>
                  <a:lnTo>
                    <a:pt x="968400" y="3116935"/>
                  </a:lnTo>
                  <a:lnTo>
                    <a:pt x="991311" y="3155035"/>
                  </a:lnTo>
                  <a:lnTo>
                    <a:pt x="1030998" y="3129635"/>
                  </a:lnTo>
                  <a:close/>
                </a:path>
                <a:path w="18288000" h="10287000">
                  <a:moveTo>
                    <a:pt x="1036561" y="5870257"/>
                  </a:moveTo>
                  <a:lnTo>
                    <a:pt x="1032154" y="5862625"/>
                  </a:lnTo>
                  <a:lnTo>
                    <a:pt x="1024521" y="5867031"/>
                  </a:lnTo>
                  <a:lnTo>
                    <a:pt x="1028928" y="5874664"/>
                  </a:lnTo>
                  <a:lnTo>
                    <a:pt x="1036561" y="5870257"/>
                  </a:lnTo>
                  <a:close/>
                </a:path>
                <a:path w="18288000" h="10287000">
                  <a:moveTo>
                    <a:pt x="1039253" y="1923135"/>
                  </a:moveTo>
                  <a:lnTo>
                    <a:pt x="1006360" y="1872335"/>
                  </a:lnTo>
                  <a:lnTo>
                    <a:pt x="949363" y="1910435"/>
                  </a:lnTo>
                  <a:lnTo>
                    <a:pt x="982268" y="1961235"/>
                  </a:lnTo>
                  <a:lnTo>
                    <a:pt x="1039253" y="1923135"/>
                  </a:lnTo>
                  <a:close/>
                </a:path>
                <a:path w="18288000" h="10287000">
                  <a:moveTo>
                    <a:pt x="1041209" y="4666335"/>
                  </a:moveTo>
                  <a:lnTo>
                    <a:pt x="1029462" y="4653635"/>
                  </a:lnTo>
                  <a:lnTo>
                    <a:pt x="1009103" y="4666335"/>
                  </a:lnTo>
                  <a:lnTo>
                    <a:pt x="1020864" y="4679035"/>
                  </a:lnTo>
                  <a:lnTo>
                    <a:pt x="1041209" y="4666335"/>
                  </a:lnTo>
                  <a:close/>
                </a:path>
                <a:path w="18288000" h="10287000">
                  <a:moveTo>
                    <a:pt x="1046314" y="729335"/>
                  </a:moveTo>
                  <a:lnTo>
                    <a:pt x="1004303" y="653135"/>
                  </a:lnTo>
                  <a:lnTo>
                    <a:pt x="931532" y="691235"/>
                  </a:lnTo>
                  <a:lnTo>
                    <a:pt x="973556" y="767435"/>
                  </a:lnTo>
                  <a:lnTo>
                    <a:pt x="1046314" y="729335"/>
                  </a:lnTo>
                  <a:close/>
                </a:path>
                <a:path w="18288000" h="10287000">
                  <a:moveTo>
                    <a:pt x="1047864" y="3472535"/>
                  </a:moveTo>
                  <a:lnTo>
                    <a:pt x="1027303" y="3434435"/>
                  </a:lnTo>
                  <a:lnTo>
                    <a:pt x="991679" y="3447135"/>
                  </a:lnTo>
                  <a:lnTo>
                    <a:pt x="1012240" y="3485235"/>
                  </a:lnTo>
                  <a:lnTo>
                    <a:pt x="1047864" y="3472535"/>
                  </a:lnTo>
                  <a:close/>
                </a:path>
                <a:path w="18288000" h="10287000">
                  <a:moveTo>
                    <a:pt x="1054633" y="6204153"/>
                  </a:moveTo>
                  <a:lnTo>
                    <a:pt x="1051687" y="6199073"/>
                  </a:lnTo>
                  <a:lnTo>
                    <a:pt x="1046607" y="6202007"/>
                  </a:lnTo>
                  <a:lnTo>
                    <a:pt x="1049540" y="6207087"/>
                  </a:lnTo>
                  <a:lnTo>
                    <a:pt x="1054633" y="6204153"/>
                  </a:lnTo>
                  <a:close/>
                </a:path>
                <a:path w="18288000" h="10287000">
                  <a:moveTo>
                    <a:pt x="1055725" y="2266035"/>
                  </a:moveTo>
                  <a:lnTo>
                    <a:pt x="1025461" y="2215235"/>
                  </a:lnTo>
                  <a:lnTo>
                    <a:pt x="973048" y="2240635"/>
                  </a:lnTo>
                  <a:lnTo>
                    <a:pt x="1003312" y="2291435"/>
                  </a:lnTo>
                  <a:lnTo>
                    <a:pt x="1055725" y="2266035"/>
                  </a:lnTo>
                  <a:close/>
                </a:path>
                <a:path w="18288000" h="10287000">
                  <a:moveTo>
                    <a:pt x="1058075" y="5009235"/>
                  </a:moveTo>
                  <a:lnTo>
                    <a:pt x="1048664" y="4983835"/>
                  </a:lnTo>
                  <a:lnTo>
                    <a:pt x="1032395" y="4996535"/>
                  </a:lnTo>
                  <a:lnTo>
                    <a:pt x="1041793" y="5009235"/>
                  </a:lnTo>
                  <a:lnTo>
                    <a:pt x="1058075" y="5009235"/>
                  </a:lnTo>
                  <a:close/>
                </a:path>
                <a:path w="18288000" h="10287000">
                  <a:moveTo>
                    <a:pt x="1063180" y="1059535"/>
                  </a:moveTo>
                  <a:lnTo>
                    <a:pt x="1023518" y="983335"/>
                  </a:lnTo>
                  <a:lnTo>
                    <a:pt x="954824" y="1034135"/>
                  </a:lnTo>
                  <a:lnTo>
                    <a:pt x="994486" y="1097635"/>
                  </a:lnTo>
                  <a:lnTo>
                    <a:pt x="1063180" y="1059535"/>
                  </a:lnTo>
                  <a:close/>
                </a:path>
                <a:path w="18288000" h="10287000">
                  <a:moveTo>
                    <a:pt x="1064323" y="3802735"/>
                  </a:moveTo>
                  <a:lnTo>
                    <a:pt x="1046416" y="3764635"/>
                  </a:lnTo>
                  <a:lnTo>
                    <a:pt x="1015365" y="3790035"/>
                  </a:lnTo>
                  <a:lnTo>
                    <a:pt x="1033284" y="3815435"/>
                  </a:lnTo>
                  <a:lnTo>
                    <a:pt x="1064323" y="3802735"/>
                  </a:lnTo>
                  <a:close/>
                </a:path>
                <a:path w="18288000" h="10287000">
                  <a:moveTo>
                    <a:pt x="1071791" y="2596235"/>
                  </a:moveTo>
                  <a:lnTo>
                    <a:pt x="1044460" y="2545435"/>
                  </a:lnTo>
                  <a:lnTo>
                    <a:pt x="997140" y="2570835"/>
                  </a:lnTo>
                  <a:lnTo>
                    <a:pt x="1024458" y="2621635"/>
                  </a:lnTo>
                  <a:lnTo>
                    <a:pt x="1071791" y="2596235"/>
                  </a:lnTo>
                  <a:close/>
                </a:path>
                <a:path w="18288000" h="10287000">
                  <a:moveTo>
                    <a:pt x="1073099" y="6538163"/>
                  </a:moveTo>
                  <a:lnTo>
                    <a:pt x="1071333" y="6535115"/>
                  </a:lnTo>
                  <a:lnTo>
                    <a:pt x="1068273" y="6536880"/>
                  </a:lnTo>
                  <a:lnTo>
                    <a:pt x="1070038" y="6539928"/>
                  </a:lnTo>
                  <a:lnTo>
                    <a:pt x="1073099" y="6538163"/>
                  </a:lnTo>
                  <a:close/>
                </a:path>
                <a:path w="18288000" h="10287000">
                  <a:moveTo>
                    <a:pt x="1075347" y="5339435"/>
                  </a:moveTo>
                  <a:lnTo>
                    <a:pt x="1067993" y="5326735"/>
                  </a:lnTo>
                  <a:lnTo>
                    <a:pt x="1055268" y="5339435"/>
                  </a:lnTo>
                  <a:lnTo>
                    <a:pt x="1062621" y="5352135"/>
                  </a:lnTo>
                  <a:lnTo>
                    <a:pt x="1075347" y="5339435"/>
                  </a:lnTo>
                  <a:close/>
                </a:path>
                <a:path w="18288000" h="10287000">
                  <a:moveTo>
                    <a:pt x="1080046" y="1389735"/>
                  </a:moveTo>
                  <a:lnTo>
                    <a:pt x="1042733" y="1326235"/>
                  </a:lnTo>
                  <a:lnTo>
                    <a:pt x="978115" y="1364335"/>
                  </a:lnTo>
                  <a:lnTo>
                    <a:pt x="1015415" y="1427835"/>
                  </a:lnTo>
                  <a:lnTo>
                    <a:pt x="1080046" y="1389735"/>
                  </a:lnTo>
                  <a:close/>
                </a:path>
                <a:path w="18288000" h="10287000">
                  <a:moveTo>
                    <a:pt x="1081189" y="4132935"/>
                  </a:moveTo>
                  <a:lnTo>
                    <a:pt x="1065618" y="4107535"/>
                  </a:lnTo>
                  <a:lnTo>
                    <a:pt x="1038644" y="4120235"/>
                  </a:lnTo>
                  <a:lnTo>
                    <a:pt x="1054214" y="4145635"/>
                  </a:lnTo>
                  <a:lnTo>
                    <a:pt x="1081189" y="4132935"/>
                  </a:lnTo>
                  <a:close/>
                </a:path>
                <a:path w="18288000" h="10287000">
                  <a:moveTo>
                    <a:pt x="1084694" y="179476"/>
                  </a:moveTo>
                  <a:lnTo>
                    <a:pt x="1040041" y="102133"/>
                  </a:lnTo>
                  <a:lnTo>
                    <a:pt x="962698" y="146786"/>
                  </a:lnTo>
                  <a:lnTo>
                    <a:pt x="1007351" y="224142"/>
                  </a:lnTo>
                  <a:lnTo>
                    <a:pt x="1084694" y="179476"/>
                  </a:lnTo>
                  <a:close/>
                </a:path>
                <a:path w="18288000" h="10287000">
                  <a:moveTo>
                    <a:pt x="1087843" y="2926435"/>
                  </a:moveTo>
                  <a:lnTo>
                    <a:pt x="1063459" y="2888335"/>
                  </a:lnTo>
                  <a:lnTo>
                    <a:pt x="1021232" y="2913735"/>
                  </a:lnTo>
                  <a:lnTo>
                    <a:pt x="1045603" y="2951835"/>
                  </a:lnTo>
                  <a:lnTo>
                    <a:pt x="1087843" y="2926435"/>
                  </a:lnTo>
                  <a:close/>
                </a:path>
                <a:path w="18288000" h="10287000">
                  <a:moveTo>
                    <a:pt x="1091793" y="0"/>
                  </a:moveTo>
                  <a:lnTo>
                    <a:pt x="1053325" y="0"/>
                  </a:lnTo>
                  <a:lnTo>
                    <a:pt x="1062939" y="16649"/>
                  </a:lnTo>
                  <a:lnTo>
                    <a:pt x="1091793" y="0"/>
                  </a:lnTo>
                  <a:close/>
                </a:path>
                <a:path w="18288000" h="10287000">
                  <a:moveTo>
                    <a:pt x="1092606" y="5665902"/>
                  </a:moveTo>
                  <a:lnTo>
                    <a:pt x="1087323" y="5656745"/>
                  </a:lnTo>
                  <a:lnTo>
                    <a:pt x="1078166" y="5662028"/>
                  </a:lnTo>
                  <a:lnTo>
                    <a:pt x="1083449" y="5671197"/>
                  </a:lnTo>
                  <a:lnTo>
                    <a:pt x="1092606" y="5665902"/>
                  </a:lnTo>
                  <a:close/>
                </a:path>
                <a:path w="18288000" h="10287000">
                  <a:moveTo>
                    <a:pt x="1095705" y="1719935"/>
                  </a:moveTo>
                  <a:lnTo>
                    <a:pt x="1061618" y="1669135"/>
                  </a:lnTo>
                  <a:lnTo>
                    <a:pt x="1002601" y="1694535"/>
                  </a:lnTo>
                  <a:lnTo>
                    <a:pt x="1036675" y="1758035"/>
                  </a:lnTo>
                  <a:lnTo>
                    <a:pt x="1095705" y="1719935"/>
                  </a:lnTo>
                  <a:close/>
                </a:path>
                <a:path w="18288000" h="10287000">
                  <a:moveTo>
                    <a:pt x="1097254" y="4463135"/>
                  </a:moveTo>
                  <a:lnTo>
                    <a:pt x="1084618" y="4450435"/>
                  </a:lnTo>
                  <a:lnTo>
                    <a:pt x="1062748" y="4463135"/>
                  </a:lnTo>
                  <a:lnTo>
                    <a:pt x="1075372" y="4475835"/>
                  </a:lnTo>
                  <a:lnTo>
                    <a:pt x="1097254" y="4463135"/>
                  </a:lnTo>
                  <a:close/>
                </a:path>
                <a:path w="18288000" h="10287000">
                  <a:moveTo>
                    <a:pt x="1101966" y="513435"/>
                  </a:moveTo>
                  <a:lnTo>
                    <a:pt x="1059370" y="449935"/>
                  </a:lnTo>
                  <a:lnTo>
                    <a:pt x="985570" y="488035"/>
                  </a:lnTo>
                  <a:lnTo>
                    <a:pt x="1028179" y="564235"/>
                  </a:lnTo>
                  <a:lnTo>
                    <a:pt x="1101966" y="513435"/>
                  </a:lnTo>
                  <a:close/>
                </a:path>
                <a:path w="18288000" h="10287000">
                  <a:moveTo>
                    <a:pt x="1104315" y="3256635"/>
                  </a:moveTo>
                  <a:lnTo>
                    <a:pt x="1082573" y="3218535"/>
                  </a:lnTo>
                  <a:lnTo>
                    <a:pt x="1044917" y="3243935"/>
                  </a:lnTo>
                  <a:lnTo>
                    <a:pt x="1066647" y="3282035"/>
                  </a:lnTo>
                  <a:lnTo>
                    <a:pt x="1104315" y="3256635"/>
                  </a:lnTo>
                  <a:close/>
                </a:path>
                <a:path w="18288000" h="10287000">
                  <a:moveTo>
                    <a:pt x="1111072" y="5999912"/>
                  </a:moveTo>
                  <a:lnTo>
                    <a:pt x="1106957" y="5992787"/>
                  </a:lnTo>
                  <a:lnTo>
                    <a:pt x="1099845" y="5996902"/>
                  </a:lnTo>
                  <a:lnTo>
                    <a:pt x="1103947" y="6004026"/>
                  </a:lnTo>
                  <a:lnTo>
                    <a:pt x="1111072" y="5999912"/>
                  </a:lnTo>
                  <a:close/>
                </a:path>
                <a:path w="18288000" h="10287000">
                  <a:moveTo>
                    <a:pt x="1112177" y="2062835"/>
                  </a:moveTo>
                  <a:lnTo>
                    <a:pt x="1080731" y="1999335"/>
                  </a:lnTo>
                  <a:lnTo>
                    <a:pt x="1026287" y="2037435"/>
                  </a:lnTo>
                  <a:lnTo>
                    <a:pt x="1057719" y="2088235"/>
                  </a:lnTo>
                  <a:lnTo>
                    <a:pt x="1112177" y="2062835"/>
                  </a:lnTo>
                  <a:close/>
                </a:path>
                <a:path w="18288000" h="10287000">
                  <a:moveTo>
                    <a:pt x="1114513" y="4806035"/>
                  </a:moveTo>
                  <a:lnTo>
                    <a:pt x="1103934" y="4780635"/>
                  </a:lnTo>
                  <a:lnTo>
                    <a:pt x="1085621" y="4793335"/>
                  </a:lnTo>
                  <a:lnTo>
                    <a:pt x="1096200" y="4806035"/>
                  </a:lnTo>
                  <a:lnTo>
                    <a:pt x="1114513" y="4806035"/>
                  </a:lnTo>
                  <a:close/>
                </a:path>
                <a:path w="18288000" h="10287000">
                  <a:moveTo>
                    <a:pt x="1118819" y="856335"/>
                  </a:moveTo>
                  <a:lnTo>
                    <a:pt x="1078572" y="780135"/>
                  </a:lnTo>
                  <a:lnTo>
                    <a:pt x="1008862" y="818235"/>
                  </a:lnTo>
                  <a:lnTo>
                    <a:pt x="1049108" y="894435"/>
                  </a:lnTo>
                  <a:lnTo>
                    <a:pt x="1118819" y="856335"/>
                  </a:lnTo>
                  <a:close/>
                </a:path>
                <a:path w="18288000" h="10287000">
                  <a:moveTo>
                    <a:pt x="1120775" y="3599535"/>
                  </a:moveTo>
                  <a:lnTo>
                    <a:pt x="1101674" y="3561435"/>
                  </a:lnTo>
                  <a:lnTo>
                    <a:pt x="1068603" y="3586835"/>
                  </a:lnTo>
                  <a:lnTo>
                    <a:pt x="1087704" y="3612235"/>
                  </a:lnTo>
                  <a:lnTo>
                    <a:pt x="1120775" y="3599535"/>
                  </a:lnTo>
                  <a:close/>
                </a:path>
                <a:path w="18288000" h="10287000">
                  <a:moveTo>
                    <a:pt x="1128636" y="2393035"/>
                  </a:moveTo>
                  <a:lnTo>
                    <a:pt x="1099845" y="2342235"/>
                  </a:lnTo>
                  <a:lnTo>
                    <a:pt x="1049972" y="2367635"/>
                  </a:lnTo>
                  <a:lnTo>
                    <a:pt x="1078763" y="2418435"/>
                  </a:lnTo>
                  <a:lnTo>
                    <a:pt x="1128636" y="2393035"/>
                  </a:lnTo>
                  <a:close/>
                </a:path>
                <a:path w="18288000" h="10287000">
                  <a:moveTo>
                    <a:pt x="1128750" y="6333706"/>
                  </a:moveTo>
                  <a:lnTo>
                    <a:pt x="1126388" y="6329629"/>
                  </a:lnTo>
                  <a:lnTo>
                    <a:pt x="1122324" y="6331979"/>
                  </a:lnTo>
                  <a:lnTo>
                    <a:pt x="1124673" y="6336055"/>
                  </a:lnTo>
                  <a:lnTo>
                    <a:pt x="1128750" y="6333706"/>
                  </a:lnTo>
                  <a:close/>
                </a:path>
                <a:path w="18288000" h="10287000">
                  <a:moveTo>
                    <a:pt x="1131785" y="5136235"/>
                  </a:moveTo>
                  <a:lnTo>
                    <a:pt x="1123264" y="5123535"/>
                  </a:lnTo>
                  <a:lnTo>
                    <a:pt x="1108506" y="5123535"/>
                  </a:lnTo>
                  <a:lnTo>
                    <a:pt x="1117028" y="5148935"/>
                  </a:lnTo>
                  <a:lnTo>
                    <a:pt x="1131785" y="5136235"/>
                  </a:lnTo>
                  <a:close/>
                </a:path>
                <a:path w="18288000" h="10287000">
                  <a:moveTo>
                    <a:pt x="1136091" y="1186535"/>
                  </a:moveTo>
                  <a:lnTo>
                    <a:pt x="1097902" y="1123035"/>
                  </a:lnTo>
                  <a:lnTo>
                    <a:pt x="1031748" y="1161135"/>
                  </a:lnTo>
                  <a:lnTo>
                    <a:pt x="1069936" y="1224635"/>
                  </a:lnTo>
                  <a:lnTo>
                    <a:pt x="1136091" y="1186535"/>
                  </a:lnTo>
                  <a:close/>
                </a:path>
                <a:path w="18288000" h="10287000">
                  <a:moveTo>
                    <a:pt x="1137246" y="3929735"/>
                  </a:moveTo>
                  <a:lnTo>
                    <a:pt x="1120787" y="3904335"/>
                  </a:lnTo>
                  <a:lnTo>
                    <a:pt x="1092288" y="3917035"/>
                  </a:lnTo>
                  <a:lnTo>
                    <a:pt x="1108735" y="3942435"/>
                  </a:lnTo>
                  <a:lnTo>
                    <a:pt x="1137246" y="3929735"/>
                  </a:lnTo>
                  <a:close/>
                </a:path>
                <a:path w="18288000" h="10287000">
                  <a:moveTo>
                    <a:pt x="1144701" y="2723235"/>
                  </a:moveTo>
                  <a:lnTo>
                    <a:pt x="1118844" y="2685135"/>
                  </a:lnTo>
                  <a:lnTo>
                    <a:pt x="1074064" y="2710535"/>
                  </a:lnTo>
                  <a:lnTo>
                    <a:pt x="1099908" y="2748635"/>
                  </a:lnTo>
                  <a:lnTo>
                    <a:pt x="1144701" y="2723235"/>
                  </a:lnTo>
                  <a:close/>
                </a:path>
                <a:path w="18288000" h="10287000">
                  <a:moveTo>
                    <a:pt x="1147216" y="6667716"/>
                  </a:moveTo>
                  <a:lnTo>
                    <a:pt x="1146048" y="6665671"/>
                  </a:lnTo>
                  <a:lnTo>
                    <a:pt x="1144003" y="6666852"/>
                  </a:lnTo>
                  <a:lnTo>
                    <a:pt x="1145171" y="6668884"/>
                  </a:lnTo>
                  <a:lnTo>
                    <a:pt x="1147216" y="6667716"/>
                  </a:lnTo>
                  <a:close/>
                </a:path>
                <a:path w="18288000" h="10287000">
                  <a:moveTo>
                    <a:pt x="1149057" y="5466435"/>
                  </a:moveTo>
                  <a:lnTo>
                    <a:pt x="1142593" y="5453735"/>
                  </a:lnTo>
                  <a:lnTo>
                    <a:pt x="1131392" y="5466435"/>
                  </a:lnTo>
                  <a:lnTo>
                    <a:pt x="1137856" y="5479135"/>
                  </a:lnTo>
                  <a:lnTo>
                    <a:pt x="1149057" y="5466435"/>
                  </a:lnTo>
                  <a:close/>
                </a:path>
                <a:path w="18288000" h="10287000">
                  <a:moveTo>
                    <a:pt x="1152563" y="1516735"/>
                  </a:moveTo>
                  <a:lnTo>
                    <a:pt x="1117003" y="1453235"/>
                  </a:lnTo>
                  <a:lnTo>
                    <a:pt x="1055433" y="1491335"/>
                  </a:lnTo>
                  <a:lnTo>
                    <a:pt x="1090980" y="1554835"/>
                  </a:lnTo>
                  <a:lnTo>
                    <a:pt x="1152563" y="1516735"/>
                  </a:lnTo>
                  <a:close/>
                </a:path>
                <a:path w="18288000" h="10287000">
                  <a:moveTo>
                    <a:pt x="1154099" y="4259935"/>
                  </a:moveTo>
                  <a:lnTo>
                    <a:pt x="1140002" y="4234535"/>
                  </a:lnTo>
                  <a:lnTo>
                    <a:pt x="1115580" y="4247235"/>
                  </a:lnTo>
                  <a:lnTo>
                    <a:pt x="1129677" y="4272635"/>
                  </a:lnTo>
                  <a:lnTo>
                    <a:pt x="1154099" y="4259935"/>
                  </a:lnTo>
                  <a:close/>
                </a:path>
                <a:path w="18288000" h="10287000">
                  <a:moveTo>
                    <a:pt x="1157605" y="308698"/>
                  </a:moveTo>
                  <a:lnTo>
                    <a:pt x="1114412" y="233895"/>
                  </a:lnTo>
                  <a:lnTo>
                    <a:pt x="1039609" y="277088"/>
                  </a:lnTo>
                  <a:lnTo>
                    <a:pt x="1082802" y="351891"/>
                  </a:lnTo>
                  <a:lnTo>
                    <a:pt x="1157605" y="308698"/>
                  </a:lnTo>
                  <a:close/>
                </a:path>
                <a:path w="18288000" h="10287000">
                  <a:moveTo>
                    <a:pt x="1160754" y="3053435"/>
                  </a:moveTo>
                  <a:lnTo>
                    <a:pt x="1137843" y="3015335"/>
                  </a:lnTo>
                  <a:lnTo>
                    <a:pt x="1098156" y="3040735"/>
                  </a:lnTo>
                  <a:lnTo>
                    <a:pt x="1121067" y="3078835"/>
                  </a:lnTo>
                  <a:lnTo>
                    <a:pt x="1160754" y="3053435"/>
                  </a:lnTo>
                  <a:close/>
                </a:path>
                <a:path w="18288000" h="10287000">
                  <a:moveTo>
                    <a:pt x="1166723" y="5795442"/>
                  </a:moveTo>
                  <a:lnTo>
                    <a:pt x="1162024" y="5787314"/>
                  </a:lnTo>
                  <a:lnTo>
                    <a:pt x="1153883" y="5792000"/>
                  </a:lnTo>
                  <a:lnTo>
                    <a:pt x="1158582" y="5800141"/>
                  </a:lnTo>
                  <a:lnTo>
                    <a:pt x="1166723" y="5795442"/>
                  </a:lnTo>
                  <a:close/>
                </a:path>
                <a:path w="18288000" h="10287000">
                  <a:moveTo>
                    <a:pt x="1168615" y="1859635"/>
                  </a:moveTo>
                  <a:lnTo>
                    <a:pt x="1136002" y="1796135"/>
                  </a:lnTo>
                  <a:lnTo>
                    <a:pt x="1079525" y="1834235"/>
                  </a:lnTo>
                  <a:lnTo>
                    <a:pt x="1112139" y="1885035"/>
                  </a:lnTo>
                  <a:lnTo>
                    <a:pt x="1168615" y="1859635"/>
                  </a:lnTo>
                  <a:close/>
                </a:path>
                <a:path w="18288000" h="10287000">
                  <a:moveTo>
                    <a:pt x="1170965" y="4590135"/>
                  </a:moveTo>
                  <a:lnTo>
                    <a:pt x="1159217" y="4577435"/>
                  </a:lnTo>
                  <a:lnTo>
                    <a:pt x="1138859" y="4590135"/>
                  </a:lnTo>
                  <a:lnTo>
                    <a:pt x="1150607" y="4602835"/>
                  </a:lnTo>
                  <a:lnTo>
                    <a:pt x="1170965" y="4590135"/>
                  </a:lnTo>
                  <a:close/>
                </a:path>
                <a:path w="18288000" h="10287000">
                  <a:moveTo>
                    <a:pt x="1174877" y="653135"/>
                  </a:moveTo>
                  <a:lnTo>
                    <a:pt x="1133741" y="576935"/>
                  </a:lnTo>
                  <a:lnTo>
                    <a:pt x="1062494" y="615035"/>
                  </a:lnTo>
                  <a:lnTo>
                    <a:pt x="1103630" y="691235"/>
                  </a:lnTo>
                  <a:lnTo>
                    <a:pt x="1174877" y="653135"/>
                  </a:lnTo>
                  <a:close/>
                </a:path>
                <a:path w="18288000" h="10287000">
                  <a:moveTo>
                    <a:pt x="1177632" y="3396335"/>
                  </a:moveTo>
                  <a:lnTo>
                    <a:pt x="1157058" y="3358235"/>
                  </a:lnTo>
                  <a:lnTo>
                    <a:pt x="1121435" y="3370935"/>
                  </a:lnTo>
                  <a:lnTo>
                    <a:pt x="1141996" y="3409035"/>
                  </a:lnTo>
                  <a:lnTo>
                    <a:pt x="1177632" y="3396335"/>
                  </a:lnTo>
                  <a:close/>
                </a:path>
                <a:path w="18288000" h="10287000">
                  <a:moveTo>
                    <a:pt x="1184783" y="6129350"/>
                  </a:moveTo>
                  <a:lnTo>
                    <a:pt x="1181557" y="6123749"/>
                  </a:lnTo>
                  <a:lnTo>
                    <a:pt x="1175956" y="6126975"/>
                  </a:lnTo>
                  <a:lnTo>
                    <a:pt x="1179195" y="6132576"/>
                  </a:lnTo>
                  <a:lnTo>
                    <a:pt x="1184783" y="6129350"/>
                  </a:lnTo>
                  <a:close/>
                </a:path>
                <a:path w="18288000" h="10287000">
                  <a:moveTo>
                    <a:pt x="1185087" y="2189835"/>
                  </a:moveTo>
                  <a:lnTo>
                    <a:pt x="1155115" y="2139035"/>
                  </a:lnTo>
                  <a:lnTo>
                    <a:pt x="1103210" y="2164435"/>
                  </a:lnTo>
                  <a:lnTo>
                    <a:pt x="1133170" y="2215235"/>
                  </a:lnTo>
                  <a:lnTo>
                    <a:pt x="1185087" y="2189835"/>
                  </a:lnTo>
                  <a:close/>
                </a:path>
                <a:path w="18288000" h="10287000">
                  <a:moveTo>
                    <a:pt x="1188237" y="4933035"/>
                  </a:moveTo>
                  <a:lnTo>
                    <a:pt x="1178547" y="4907635"/>
                  </a:lnTo>
                  <a:lnTo>
                    <a:pt x="1161745" y="4920335"/>
                  </a:lnTo>
                  <a:lnTo>
                    <a:pt x="1171435" y="4945735"/>
                  </a:lnTo>
                  <a:lnTo>
                    <a:pt x="1188237" y="4933035"/>
                  </a:lnTo>
                  <a:close/>
                </a:path>
                <a:path w="18288000" h="10287000">
                  <a:moveTo>
                    <a:pt x="1192136" y="983335"/>
                  </a:moveTo>
                  <a:lnTo>
                    <a:pt x="1153058" y="919835"/>
                  </a:lnTo>
                  <a:lnTo>
                    <a:pt x="1085392" y="957935"/>
                  </a:lnTo>
                  <a:lnTo>
                    <a:pt x="1124458" y="1021435"/>
                  </a:lnTo>
                  <a:lnTo>
                    <a:pt x="1192136" y="983335"/>
                  </a:lnTo>
                  <a:close/>
                </a:path>
                <a:path w="18288000" h="10287000">
                  <a:moveTo>
                    <a:pt x="1194079" y="3726535"/>
                  </a:moveTo>
                  <a:lnTo>
                    <a:pt x="1176172" y="3688435"/>
                  </a:lnTo>
                  <a:lnTo>
                    <a:pt x="1145120" y="3713835"/>
                  </a:lnTo>
                  <a:lnTo>
                    <a:pt x="1163040" y="3739235"/>
                  </a:lnTo>
                  <a:lnTo>
                    <a:pt x="1194079" y="3726535"/>
                  </a:lnTo>
                  <a:close/>
                </a:path>
                <a:path w="18288000" h="10287000">
                  <a:moveTo>
                    <a:pt x="1201547" y="2520035"/>
                  </a:moveTo>
                  <a:lnTo>
                    <a:pt x="1174229" y="2469235"/>
                  </a:lnTo>
                  <a:lnTo>
                    <a:pt x="1126896" y="2494635"/>
                  </a:lnTo>
                  <a:lnTo>
                    <a:pt x="1154226" y="2545435"/>
                  </a:lnTo>
                  <a:lnTo>
                    <a:pt x="1201547" y="2520035"/>
                  </a:lnTo>
                  <a:close/>
                </a:path>
                <a:path w="18288000" h="10287000">
                  <a:moveTo>
                    <a:pt x="1202855" y="6463246"/>
                  </a:moveTo>
                  <a:lnTo>
                    <a:pt x="1201089" y="6460198"/>
                  </a:lnTo>
                  <a:lnTo>
                    <a:pt x="1198041" y="6461950"/>
                  </a:lnTo>
                  <a:lnTo>
                    <a:pt x="1199807" y="6465011"/>
                  </a:lnTo>
                  <a:lnTo>
                    <a:pt x="1202855" y="6463246"/>
                  </a:lnTo>
                  <a:close/>
                </a:path>
                <a:path w="18288000" h="10287000">
                  <a:moveTo>
                    <a:pt x="1205509" y="5263235"/>
                  </a:moveTo>
                  <a:lnTo>
                    <a:pt x="1197864" y="5250535"/>
                  </a:lnTo>
                  <a:lnTo>
                    <a:pt x="1184630" y="5263235"/>
                  </a:lnTo>
                  <a:lnTo>
                    <a:pt x="1192263" y="5275935"/>
                  </a:lnTo>
                  <a:lnTo>
                    <a:pt x="1205509" y="5263235"/>
                  </a:lnTo>
                  <a:close/>
                </a:path>
                <a:path w="18288000" h="10287000">
                  <a:moveTo>
                    <a:pt x="1209001" y="1313535"/>
                  </a:moveTo>
                  <a:lnTo>
                    <a:pt x="1172273" y="1250035"/>
                  </a:lnTo>
                  <a:lnTo>
                    <a:pt x="1108671" y="1288135"/>
                  </a:lnTo>
                  <a:lnTo>
                    <a:pt x="1145400" y="1351635"/>
                  </a:lnTo>
                  <a:lnTo>
                    <a:pt x="1209001" y="1313535"/>
                  </a:lnTo>
                  <a:close/>
                </a:path>
                <a:path w="18288000" h="10287000">
                  <a:moveTo>
                    <a:pt x="1210957" y="4056735"/>
                  </a:moveTo>
                  <a:lnTo>
                    <a:pt x="1195387" y="4031335"/>
                  </a:lnTo>
                  <a:lnTo>
                    <a:pt x="1168412" y="4044035"/>
                  </a:lnTo>
                  <a:lnTo>
                    <a:pt x="1183982" y="4069435"/>
                  </a:lnTo>
                  <a:lnTo>
                    <a:pt x="1210957" y="4056735"/>
                  </a:lnTo>
                  <a:close/>
                </a:path>
                <a:path w="18288000" h="10287000">
                  <a:moveTo>
                    <a:pt x="1212850" y="104127"/>
                  </a:moveTo>
                  <a:lnTo>
                    <a:pt x="1169365" y="28816"/>
                  </a:lnTo>
                  <a:lnTo>
                    <a:pt x="1094054" y="72301"/>
                  </a:lnTo>
                  <a:lnTo>
                    <a:pt x="1137539" y="147612"/>
                  </a:lnTo>
                  <a:lnTo>
                    <a:pt x="1212850" y="104127"/>
                  </a:lnTo>
                  <a:close/>
                </a:path>
                <a:path w="18288000" h="10287000">
                  <a:moveTo>
                    <a:pt x="1217599" y="2850235"/>
                  </a:moveTo>
                  <a:lnTo>
                    <a:pt x="1193228" y="2812135"/>
                  </a:lnTo>
                  <a:lnTo>
                    <a:pt x="1150988" y="2837535"/>
                  </a:lnTo>
                  <a:lnTo>
                    <a:pt x="1175372" y="2875635"/>
                  </a:lnTo>
                  <a:lnTo>
                    <a:pt x="1217599" y="2850235"/>
                  </a:lnTo>
                  <a:close/>
                </a:path>
                <a:path w="18288000" h="10287000">
                  <a:moveTo>
                    <a:pt x="1221320" y="6797256"/>
                  </a:moveTo>
                  <a:lnTo>
                    <a:pt x="1221079" y="6796824"/>
                  </a:lnTo>
                  <a:lnTo>
                    <a:pt x="1219720" y="6796824"/>
                  </a:lnTo>
                  <a:lnTo>
                    <a:pt x="1219974" y="6797256"/>
                  </a:lnTo>
                  <a:lnTo>
                    <a:pt x="1221320" y="6797256"/>
                  </a:lnTo>
                  <a:close/>
                </a:path>
                <a:path w="18288000" h="10287000">
                  <a:moveTo>
                    <a:pt x="1222362" y="5590984"/>
                  </a:moveTo>
                  <a:lnTo>
                    <a:pt x="1217079" y="5581828"/>
                  </a:lnTo>
                  <a:lnTo>
                    <a:pt x="1207922" y="5587111"/>
                  </a:lnTo>
                  <a:lnTo>
                    <a:pt x="1213205" y="5596280"/>
                  </a:lnTo>
                  <a:lnTo>
                    <a:pt x="1222362" y="5590984"/>
                  </a:lnTo>
                  <a:close/>
                </a:path>
                <a:path w="18288000" h="10287000">
                  <a:moveTo>
                    <a:pt x="1225067" y="1643735"/>
                  </a:moveTo>
                  <a:lnTo>
                    <a:pt x="1191272" y="1592935"/>
                  </a:lnTo>
                  <a:lnTo>
                    <a:pt x="1132763" y="1618335"/>
                  </a:lnTo>
                  <a:lnTo>
                    <a:pt x="1166545" y="1681835"/>
                  </a:lnTo>
                  <a:lnTo>
                    <a:pt x="1225067" y="1643735"/>
                  </a:lnTo>
                  <a:close/>
                </a:path>
                <a:path w="18288000" h="10287000">
                  <a:moveTo>
                    <a:pt x="1227416" y="4386935"/>
                  </a:moveTo>
                  <a:lnTo>
                    <a:pt x="1214488" y="4374235"/>
                  </a:lnTo>
                  <a:lnTo>
                    <a:pt x="1192098" y="4386935"/>
                  </a:lnTo>
                  <a:lnTo>
                    <a:pt x="1205026" y="4399635"/>
                  </a:lnTo>
                  <a:lnTo>
                    <a:pt x="1227416" y="4386935"/>
                  </a:lnTo>
                  <a:close/>
                </a:path>
                <a:path w="18288000" h="10287000">
                  <a:moveTo>
                    <a:pt x="1230109" y="437819"/>
                  </a:moveTo>
                  <a:lnTo>
                    <a:pt x="1188681" y="366064"/>
                  </a:lnTo>
                  <a:lnTo>
                    <a:pt x="1116939" y="407492"/>
                  </a:lnTo>
                  <a:lnTo>
                    <a:pt x="1158367" y="479247"/>
                  </a:lnTo>
                  <a:lnTo>
                    <a:pt x="1230109" y="437819"/>
                  </a:lnTo>
                  <a:close/>
                </a:path>
                <a:path w="18288000" h="10287000">
                  <a:moveTo>
                    <a:pt x="1234071" y="3193135"/>
                  </a:moveTo>
                  <a:lnTo>
                    <a:pt x="1212329" y="3155035"/>
                  </a:lnTo>
                  <a:lnTo>
                    <a:pt x="1174673" y="3167735"/>
                  </a:lnTo>
                  <a:lnTo>
                    <a:pt x="1196416" y="3205835"/>
                  </a:lnTo>
                  <a:lnTo>
                    <a:pt x="1234071" y="3193135"/>
                  </a:lnTo>
                  <a:close/>
                </a:path>
                <a:path w="18288000" h="10287000">
                  <a:moveTo>
                    <a:pt x="1240840" y="5924994"/>
                  </a:moveTo>
                  <a:lnTo>
                    <a:pt x="1236726" y="5917870"/>
                  </a:lnTo>
                  <a:lnTo>
                    <a:pt x="1229601" y="5921984"/>
                  </a:lnTo>
                  <a:lnTo>
                    <a:pt x="1233716" y="5929109"/>
                  </a:lnTo>
                  <a:lnTo>
                    <a:pt x="1240840" y="5924994"/>
                  </a:lnTo>
                  <a:close/>
                </a:path>
                <a:path w="18288000" h="10287000">
                  <a:moveTo>
                    <a:pt x="1241526" y="1986635"/>
                  </a:moveTo>
                  <a:lnTo>
                    <a:pt x="1210386" y="1923135"/>
                  </a:lnTo>
                  <a:lnTo>
                    <a:pt x="1156449" y="1961235"/>
                  </a:lnTo>
                  <a:lnTo>
                    <a:pt x="1187589" y="2012035"/>
                  </a:lnTo>
                  <a:lnTo>
                    <a:pt x="1241526" y="1986635"/>
                  </a:lnTo>
                  <a:close/>
                </a:path>
                <a:path w="18288000" h="10287000">
                  <a:moveTo>
                    <a:pt x="1244282" y="4729835"/>
                  </a:moveTo>
                  <a:lnTo>
                    <a:pt x="1233703" y="4704435"/>
                  </a:lnTo>
                  <a:lnTo>
                    <a:pt x="1215390" y="4717135"/>
                  </a:lnTo>
                  <a:lnTo>
                    <a:pt x="1225969" y="4742535"/>
                  </a:lnTo>
                  <a:lnTo>
                    <a:pt x="1244282" y="4729835"/>
                  </a:lnTo>
                  <a:close/>
                </a:path>
                <a:path w="18288000" h="10287000">
                  <a:moveTo>
                    <a:pt x="1247787" y="780135"/>
                  </a:moveTo>
                  <a:lnTo>
                    <a:pt x="1208125" y="703935"/>
                  </a:lnTo>
                  <a:lnTo>
                    <a:pt x="1139418" y="754735"/>
                  </a:lnTo>
                  <a:lnTo>
                    <a:pt x="1179080" y="818235"/>
                  </a:lnTo>
                  <a:lnTo>
                    <a:pt x="1247787" y="780135"/>
                  </a:lnTo>
                  <a:close/>
                </a:path>
                <a:path w="18288000" h="10287000">
                  <a:moveTo>
                    <a:pt x="1250530" y="3523335"/>
                  </a:moveTo>
                  <a:lnTo>
                    <a:pt x="1231442" y="3485235"/>
                  </a:lnTo>
                  <a:lnTo>
                    <a:pt x="1198359" y="3510635"/>
                  </a:lnTo>
                  <a:lnTo>
                    <a:pt x="1217460" y="3536035"/>
                  </a:lnTo>
                  <a:lnTo>
                    <a:pt x="1250530" y="3523335"/>
                  </a:lnTo>
                  <a:close/>
                </a:path>
                <a:path w="18288000" h="10287000">
                  <a:moveTo>
                    <a:pt x="1257985" y="2316835"/>
                  </a:moveTo>
                  <a:lnTo>
                    <a:pt x="1229499" y="2266035"/>
                  </a:lnTo>
                  <a:lnTo>
                    <a:pt x="1180134" y="2291435"/>
                  </a:lnTo>
                  <a:lnTo>
                    <a:pt x="1208633" y="2342235"/>
                  </a:lnTo>
                  <a:lnTo>
                    <a:pt x="1257985" y="2316835"/>
                  </a:lnTo>
                  <a:close/>
                </a:path>
                <a:path w="18288000" h="10287000">
                  <a:moveTo>
                    <a:pt x="1258900" y="6258890"/>
                  </a:moveTo>
                  <a:lnTo>
                    <a:pt x="1256258" y="6254318"/>
                  </a:lnTo>
                  <a:lnTo>
                    <a:pt x="1251673" y="6256960"/>
                  </a:lnTo>
                  <a:lnTo>
                    <a:pt x="1254315" y="6261544"/>
                  </a:lnTo>
                  <a:lnTo>
                    <a:pt x="1258900" y="6258890"/>
                  </a:lnTo>
                  <a:close/>
                </a:path>
                <a:path w="18288000" h="10287000">
                  <a:moveTo>
                    <a:pt x="1261541" y="5060035"/>
                  </a:moveTo>
                  <a:lnTo>
                    <a:pt x="1253020" y="5047335"/>
                  </a:lnTo>
                  <a:lnTo>
                    <a:pt x="1238275" y="5047335"/>
                  </a:lnTo>
                  <a:lnTo>
                    <a:pt x="1246784" y="5072735"/>
                  </a:lnTo>
                  <a:lnTo>
                    <a:pt x="1261541" y="5060035"/>
                  </a:lnTo>
                  <a:close/>
                </a:path>
                <a:path w="18288000" h="10287000">
                  <a:moveTo>
                    <a:pt x="1265047" y="1110335"/>
                  </a:moveTo>
                  <a:lnTo>
                    <a:pt x="1227442" y="1046835"/>
                  </a:lnTo>
                  <a:lnTo>
                    <a:pt x="1162304" y="1084935"/>
                  </a:lnTo>
                  <a:lnTo>
                    <a:pt x="1199921" y="1148435"/>
                  </a:lnTo>
                  <a:lnTo>
                    <a:pt x="1265047" y="1110335"/>
                  </a:lnTo>
                  <a:close/>
                </a:path>
                <a:path w="18288000" h="10287000">
                  <a:moveTo>
                    <a:pt x="1267002" y="3853535"/>
                  </a:moveTo>
                  <a:lnTo>
                    <a:pt x="1250543" y="3828135"/>
                  </a:lnTo>
                  <a:lnTo>
                    <a:pt x="1222044" y="3840835"/>
                  </a:lnTo>
                  <a:lnTo>
                    <a:pt x="1238504" y="3866235"/>
                  </a:lnTo>
                  <a:lnTo>
                    <a:pt x="1267002" y="3853535"/>
                  </a:lnTo>
                  <a:close/>
                </a:path>
                <a:path w="18288000" h="10287000">
                  <a:moveTo>
                    <a:pt x="1274051" y="2647035"/>
                  </a:moveTo>
                  <a:lnTo>
                    <a:pt x="1248486" y="2608935"/>
                  </a:lnTo>
                  <a:lnTo>
                    <a:pt x="1204214" y="2634335"/>
                  </a:lnTo>
                  <a:lnTo>
                    <a:pt x="1229779" y="2672435"/>
                  </a:lnTo>
                  <a:lnTo>
                    <a:pt x="1274051" y="2647035"/>
                  </a:lnTo>
                  <a:close/>
                </a:path>
                <a:path w="18288000" h="10287000">
                  <a:moveTo>
                    <a:pt x="1276972" y="6592798"/>
                  </a:moveTo>
                  <a:lnTo>
                    <a:pt x="1275803" y="6590754"/>
                  </a:lnTo>
                  <a:lnTo>
                    <a:pt x="1273759" y="6591935"/>
                  </a:lnTo>
                  <a:lnTo>
                    <a:pt x="1274927" y="6593967"/>
                  </a:lnTo>
                  <a:lnTo>
                    <a:pt x="1276972" y="6592798"/>
                  </a:lnTo>
                  <a:close/>
                </a:path>
                <a:path w="18288000" h="10287000">
                  <a:moveTo>
                    <a:pt x="1278813" y="5390235"/>
                  </a:moveTo>
                  <a:lnTo>
                    <a:pt x="1272349" y="5377535"/>
                  </a:lnTo>
                  <a:lnTo>
                    <a:pt x="1261160" y="5390235"/>
                  </a:lnTo>
                  <a:lnTo>
                    <a:pt x="1267625" y="5402935"/>
                  </a:lnTo>
                  <a:lnTo>
                    <a:pt x="1278813" y="5390235"/>
                  </a:lnTo>
                  <a:close/>
                </a:path>
                <a:path w="18288000" h="10287000">
                  <a:moveTo>
                    <a:pt x="1281506" y="1440535"/>
                  </a:moveTo>
                  <a:lnTo>
                    <a:pt x="1246555" y="1389735"/>
                  </a:lnTo>
                  <a:lnTo>
                    <a:pt x="1185989" y="1415135"/>
                  </a:lnTo>
                  <a:lnTo>
                    <a:pt x="1220952" y="1478635"/>
                  </a:lnTo>
                  <a:lnTo>
                    <a:pt x="1281506" y="1440535"/>
                  </a:lnTo>
                  <a:close/>
                </a:path>
                <a:path w="18288000" h="10287000">
                  <a:moveTo>
                    <a:pt x="1284262" y="4183735"/>
                  </a:moveTo>
                  <a:lnTo>
                    <a:pt x="1269860" y="4158335"/>
                  </a:lnTo>
                  <a:lnTo>
                    <a:pt x="1244930" y="4183735"/>
                  </a:lnTo>
                  <a:lnTo>
                    <a:pt x="1259332" y="4196435"/>
                  </a:lnTo>
                  <a:lnTo>
                    <a:pt x="1284262" y="4183735"/>
                  </a:lnTo>
                  <a:close/>
                </a:path>
                <a:path w="18288000" h="10287000">
                  <a:moveTo>
                    <a:pt x="1285760" y="233362"/>
                  </a:moveTo>
                  <a:lnTo>
                    <a:pt x="1243749" y="160591"/>
                  </a:lnTo>
                  <a:lnTo>
                    <a:pt x="1170978" y="202603"/>
                  </a:lnTo>
                  <a:lnTo>
                    <a:pt x="1212989" y="275374"/>
                  </a:lnTo>
                  <a:lnTo>
                    <a:pt x="1285760" y="233362"/>
                  </a:lnTo>
                  <a:close/>
                </a:path>
                <a:path w="18288000" h="10287000">
                  <a:moveTo>
                    <a:pt x="1290523" y="2977235"/>
                  </a:moveTo>
                  <a:lnTo>
                    <a:pt x="1267599" y="2939135"/>
                  </a:lnTo>
                  <a:lnTo>
                    <a:pt x="1227899" y="2964535"/>
                  </a:lnTo>
                  <a:lnTo>
                    <a:pt x="1250823" y="3002635"/>
                  </a:lnTo>
                  <a:lnTo>
                    <a:pt x="1290523" y="2977235"/>
                  </a:lnTo>
                  <a:close/>
                </a:path>
                <a:path w="18288000" h="10287000">
                  <a:moveTo>
                    <a:pt x="1296479" y="5720524"/>
                  </a:moveTo>
                  <a:lnTo>
                    <a:pt x="1291780" y="5712384"/>
                  </a:lnTo>
                  <a:lnTo>
                    <a:pt x="1283639" y="5717095"/>
                  </a:lnTo>
                  <a:lnTo>
                    <a:pt x="1288338" y="5725223"/>
                  </a:lnTo>
                  <a:lnTo>
                    <a:pt x="1296479" y="5720524"/>
                  </a:lnTo>
                  <a:close/>
                </a:path>
                <a:path w="18288000" h="10287000">
                  <a:moveTo>
                    <a:pt x="1297978" y="1783435"/>
                  </a:moveTo>
                  <a:lnTo>
                    <a:pt x="1265656" y="1719935"/>
                  </a:lnTo>
                  <a:lnTo>
                    <a:pt x="1209687" y="1758035"/>
                  </a:lnTo>
                  <a:lnTo>
                    <a:pt x="1241996" y="1808835"/>
                  </a:lnTo>
                  <a:lnTo>
                    <a:pt x="1297978" y="1783435"/>
                  </a:lnTo>
                  <a:close/>
                </a:path>
                <a:path w="18288000" h="10287000">
                  <a:moveTo>
                    <a:pt x="1301127" y="4526635"/>
                  </a:moveTo>
                  <a:lnTo>
                    <a:pt x="1289075" y="4501235"/>
                  </a:lnTo>
                  <a:lnTo>
                    <a:pt x="1268222" y="4513935"/>
                  </a:lnTo>
                  <a:lnTo>
                    <a:pt x="1280261" y="4539335"/>
                  </a:lnTo>
                  <a:lnTo>
                    <a:pt x="1301127" y="4526635"/>
                  </a:lnTo>
                  <a:close/>
                </a:path>
                <a:path w="18288000" h="10287000">
                  <a:moveTo>
                    <a:pt x="1303426" y="567156"/>
                  </a:moveTo>
                  <a:lnTo>
                    <a:pt x="1263180" y="497433"/>
                  </a:lnTo>
                  <a:lnTo>
                    <a:pt x="1193457" y="537679"/>
                  </a:lnTo>
                  <a:lnTo>
                    <a:pt x="1233716" y="607402"/>
                  </a:lnTo>
                  <a:lnTo>
                    <a:pt x="1303426" y="567156"/>
                  </a:lnTo>
                  <a:close/>
                </a:path>
                <a:path w="18288000" h="10287000">
                  <a:moveTo>
                    <a:pt x="1307376" y="3320135"/>
                  </a:moveTo>
                  <a:lnTo>
                    <a:pt x="1286814" y="3282035"/>
                  </a:lnTo>
                  <a:lnTo>
                    <a:pt x="1251191" y="3307435"/>
                  </a:lnTo>
                  <a:lnTo>
                    <a:pt x="1271765" y="3332835"/>
                  </a:lnTo>
                  <a:lnTo>
                    <a:pt x="1307376" y="3320135"/>
                  </a:lnTo>
                  <a:close/>
                </a:path>
                <a:path w="18288000" h="10287000">
                  <a:moveTo>
                    <a:pt x="1314437" y="2113635"/>
                  </a:moveTo>
                  <a:lnTo>
                    <a:pt x="1284770" y="2062835"/>
                  </a:lnTo>
                  <a:lnTo>
                    <a:pt x="1233373" y="2088235"/>
                  </a:lnTo>
                  <a:lnTo>
                    <a:pt x="1263040" y="2139035"/>
                  </a:lnTo>
                  <a:lnTo>
                    <a:pt x="1314437" y="2113635"/>
                  </a:lnTo>
                  <a:close/>
                </a:path>
                <a:path w="18288000" h="10287000">
                  <a:moveTo>
                    <a:pt x="1314551" y="6054433"/>
                  </a:moveTo>
                  <a:lnTo>
                    <a:pt x="1311313" y="6048832"/>
                  </a:lnTo>
                  <a:lnTo>
                    <a:pt x="1305725" y="6052058"/>
                  </a:lnTo>
                  <a:lnTo>
                    <a:pt x="1308950" y="6057658"/>
                  </a:lnTo>
                  <a:lnTo>
                    <a:pt x="1314551" y="6054433"/>
                  </a:lnTo>
                  <a:close/>
                </a:path>
                <a:path w="18288000" h="10287000">
                  <a:moveTo>
                    <a:pt x="1317993" y="4856835"/>
                  </a:moveTo>
                  <a:lnTo>
                    <a:pt x="1308303" y="4844135"/>
                  </a:lnTo>
                  <a:lnTo>
                    <a:pt x="1291513" y="4844135"/>
                  </a:lnTo>
                  <a:lnTo>
                    <a:pt x="1301203" y="4869535"/>
                  </a:lnTo>
                  <a:lnTo>
                    <a:pt x="1317993" y="4856835"/>
                  </a:lnTo>
                  <a:close/>
                </a:path>
                <a:path w="18288000" h="10287000">
                  <a:moveTo>
                    <a:pt x="1321092" y="907135"/>
                  </a:moveTo>
                  <a:lnTo>
                    <a:pt x="1282611" y="843635"/>
                  </a:lnTo>
                  <a:lnTo>
                    <a:pt x="1215948" y="881735"/>
                  </a:lnTo>
                  <a:lnTo>
                    <a:pt x="1254429" y="945235"/>
                  </a:lnTo>
                  <a:lnTo>
                    <a:pt x="1321092" y="907135"/>
                  </a:lnTo>
                  <a:close/>
                </a:path>
                <a:path w="18288000" h="10287000">
                  <a:moveTo>
                    <a:pt x="1323848" y="3650335"/>
                  </a:moveTo>
                  <a:lnTo>
                    <a:pt x="1305928" y="3624935"/>
                  </a:lnTo>
                  <a:lnTo>
                    <a:pt x="1274889" y="3637635"/>
                  </a:lnTo>
                  <a:lnTo>
                    <a:pt x="1292809" y="3663035"/>
                  </a:lnTo>
                  <a:lnTo>
                    <a:pt x="1323848" y="3650335"/>
                  </a:lnTo>
                  <a:close/>
                </a:path>
                <a:path w="18288000" h="10287000">
                  <a:moveTo>
                    <a:pt x="1330896" y="2443835"/>
                  </a:moveTo>
                  <a:lnTo>
                    <a:pt x="1303870" y="2393035"/>
                  </a:lnTo>
                  <a:lnTo>
                    <a:pt x="1257058" y="2431135"/>
                  </a:lnTo>
                  <a:lnTo>
                    <a:pt x="1284084" y="2469235"/>
                  </a:lnTo>
                  <a:lnTo>
                    <a:pt x="1330896" y="2443835"/>
                  </a:lnTo>
                  <a:close/>
                </a:path>
                <a:path w="18288000" h="10287000">
                  <a:moveTo>
                    <a:pt x="1333017" y="6388443"/>
                  </a:moveTo>
                  <a:lnTo>
                    <a:pt x="1330960" y="6384874"/>
                  </a:lnTo>
                  <a:lnTo>
                    <a:pt x="1327404" y="6386931"/>
                  </a:lnTo>
                  <a:lnTo>
                    <a:pt x="1329448" y="6390500"/>
                  </a:lnTo>
                  <a:lnTo>
                    <a:pt x="1333017" y="6388443"/>
                  </a:lnTo>
                  <a:close/>
                </a:path>
                <a:path w="18288000" h="10287000">
                  <a:moveTo>
                    <a:pt x="1335265" y="5187035"/>
                  </a:moveTo>
                  <a:lnTo>
                    <a:pt x="1327619" y="5174335"/>
                  </a:lnTo>
                  <a:lnTo>
                    <a:pt x="1314399" y="5187035"/>
                  </a:lnTo>
                  <a:lnTo>
                    <a:pt x="1322031" y="5199735"/>
                  </a:lnTo>
                  <a:lnTo>
                    <a:pt x="1335265" y="5187035"/>
                  </a:lnTo>
                  <a:close/>
                </a:path>
                <a:path w="18288000" h="10287000">
                  <a:moveTo>
                    <a:pt x="1337551" y="1237335"/>
                  </a:moveTo>
                  <a:lnTo>
                    <a:pt x="1301711" y="1173835"/>
                  </a:lnTo>
                  <a:lnTo>
                    <a:pt x="1239634" y="1211935"/>
                  </a:lnTo>
                  <a:lnTo>
                    <a:pt x="1275473" y="1275435"/>
                  </a:lnTo>
                  <a:lnTo>
                    <a:pt x="1337551" y="1237335"/>
                  </a:lnTo>
                  <a:close/>
                </a:path>
                <a:path w="18288000" h="10287000">
                  <a:moveTo>
                    <a:pt x="1340599" y="28676"/>
                  </a:moveTo>
                  <a:lnTo>
                    <a:pt x="1324038" y="0"/>
                  </a:lnTo>
                  <a:lnTo>
                    <a:pt x="1227023" y="0"/>
                  </a:lnTo>
                  <a:lnTo>
                    <a:pt x="1267828" y="70688"/>
                  </a:lnTo>
                  <a:lnTo>
                    <a:pt x="1340599" y="28676"/>
                  </a:lnTo>
                  <a:close/>
                </a:path>
                <a:path w="18288000" h="10287000">
                  <a:moveTo>
                    <a:pt x="1340713" y="3980535"/>
                  </a:moveTo>
                  <a:lnTo>
                    <a:pt x="1325143" y="3955135"/>
                  </a:lnTo>
                  <a:lnTo>
                    <a:pt x="1298168" y="3967835"/>
                  </a:lnTo>
                  <a:lnTo>
                    <a:pt x="1313738" y="3993235"/>
                  </a:lnTo>
                  <a:lnTo>
                    <a:pt x="1340713" y="3980535"/>
                  </a:lnTo>
                  <a:close/>
                </a:path>
                <a:path w="18288000" h="10287000">
                  <a:moveTo>
                    <a:pt x="1346962" y="2774035"/>
                  </a:moveTo>
                  <a:lnTo>
                    <a:pt x="1322870" y="2735935"/>
                  </a:lnTo>
                  <a:lnTo>
                    <a:pt x="1281137" y="2761335"/>
                  </a:lnTo>
                  <a:lnTo>
                    <a:pt x="1305229" y="2799435"/>
                  </a:lnTo>
                  <a:lnTo>
                    <a:pt x="1346962" y="2774035"/>
                  </a:lnTo>
                  <a:close/>
                </a:path>
                <a:path w="18288000" h="10287000">
                  <a:moveTo>
                    <a:pt x="1351089" y="6722338"/>
                  </a:moveTo>
                  <a:lnTo>
                    <a:pt x="1350835" y="6721907"/>
                  </a:lnTo>
                  <a:lnTo>
                    <a:pt x="1349476" y="6721907"/>
                  </a:lnTo>
                  <a:lnTo>
                    <a:pt x="1349730" y="6722338"/>
                  </a:lnTo>
                  <a:lnTo>
                    <a:pt x="1351089" y="6722338"/>
                  </a:lnTo>
                  <a:close/>
                </a:path>
                <a:path w="18288000" h="10287000">
                  <a:moveTo>
                    <a:pt x="1352524" y="5517235"/>
                  </a:moveTo>
                  <a:lnTo>
                    <a:pt x="1337271" y="5517235"/>
                  </a:lnTo>
                  <a:lnTo>
                    <a:pt x="1342859" y="5529935"/>
                  </a:lnTo>
                  <a:lnTo>
                    <a:pt x="1352524" y="5517235"/>
                  </a:lnTo>
                  <a:close/>
                </a:path>
                <a:path w="18288000" h="10287000">
                  <a:moveTo>
                    <a:pt x="1354416" y="1580235"/>
                  </a:moveTo>
                  <a:lnTo>
                    <a:pt x="1320927" y="1516735"/>
                  </a:lnTo>
                  <a:lnTo>
                    <a:pt x="1262926" y="1554835"/>
                  </a:lnTo>
                  <a:lnTo>
                    <a:pt x="1296416" y="1605635"/>
                  </a:lnTo>
                  <a:lnTo>
                    <a:pt x="1354416" y="1580235"/>
                  </a:lnTo>
                  <a:close/>
                </a:path>
                <a:path w="18288000" h="10287000">
                  <a:moveTo>
                    <a:pt x="1357172" y="4323435"/>
                  </a:moveTo>
                  <a:lnTo>
                    <a:pt x="1344244" y="4298035"/>
                  </a:lnTo>
                  <a:lnTo>
                    <a:pt x="1321854" y="4310735"/>
                  </a:lnTo>
                  <a:lnTo>
                    <a:pt x="1334782" y="4336135"/>
                  </a:lnTo>
                  <a:lnTo>
                    <a:pt x="1357172" y="4323435"/>
                  </a:lnTo>
                  <a:close/>
                </a:path>
                <a:path w="18288000" h="10287000">
                  <a:moveTo>
                    <a:pt x="1358671" y="362585"/>
                  </a:moveTo>
                  <a:lnTo>
                    <a:pt x="1318120" y="292354"/>
                  </a:lnTo>
                  <a:lnTo>
                    <a:pt x="1247902" y="332905"/>
                  </a:lnTo>
                  <a:lnTo>
                    <a:pt x="1288453" y="403123"/>
                  </a:lnTo>
                  <a:lnTo>
                    <a:pt x="1358671" y="362585"/>
                  </a:lnTo>
                  <a:close/>
                </a:path>
                <a:path w="18288000" h="10287000">
                  <a:moveTo>
                    <a:pt x="1363827" y="3116935"/>
                  </a:moveTo>
                  <a:lnTo>
                    <a:pt x="1342085" y="3078835"/>
                  </a:lnTo>
                  <a:lnTo>
                    <a:pt x="1304429" y="3091535"/>
                  </a:lnTo>
                  <a:lnTo>
                    <a:pt x="1326172" y="3129635"/>
                  </a:lnTo>
                  <a:lnTo>
                    <a:pt x="1363827" y="3116935"/>
                  </a:lnTo>
                  <a:close/>
                </a:path>
                <a:path w="18288000" h="10287000">
                  <a:moveTo>
                    <a:pt x="1370596" y="5850077"/>
                  </a:moveTo>
                  <a:lnTo>
                    <a:pt x="1366481" y="5842952"/>
                  </a:lnTo>
                  <a:lnTo>
                    <a:pt x="1359357" y="5847067"/>
                  </a:lnTo>
                  <a:lnTo>
                    <a:pt x="1363472" y="5854192"/>
                  </a:lnTo>
                  <a:lnTo>
                    <a:pt x="1370596" y="5850077"/>
                  </a:lnTo>
                  <a:close/>
                </a:path>
                <a:path w="18288000" h="10287000">
                  <a:moveTo>
                    <a:pt x="1370876" y="1910435"/>
                  </a:moveTo>
                  <a:lnTo>
                    <a:pt x="1340040" y="1859635"/>
                  </a:lnTo>
                  <a:lnTo>
                    <a:pt x="1286598" y="1885035"/>
                  </a:lnTo>
                  <a:lnTo>
                    <a:pt x="1317459" y="1935835"/>
                  </a:lnTo>
                  <a:lnTo>
                    <a:pt x="1370876" y="1910435"/>
                  </a:lnTo>
                  <a:close/>
                </a:path>
                <a:path w="18288000" h="10287000">
                  <a:moveTo>
                    <a:pt x="1374432" y="4653635"/>
                  </a:moveTo>
                  <a:lnTo>
                    <a:pt x="1363573" y="4628235"/>
                  </a:lnTo>
                  <a:lnTo>
                    <a:pt x="1344739" y="4640935"/>
                  </a:lnTo>
                  <a:lnTo>
                    <a:pt x="1355610" y="4666335"/>
                  </a:lnTo>
                  <a:lnTo>
                    <a:pt x="1374432" y="4653635"/>
                  </a:lnTo>
                  <a:close/>
                </a:path>
                <a:path w="18288000" h="10287000">
                  <a:moveTo>
                    <a:pt x="1376730" y="696480"/>
                  </a:moveTo>
                  <a:lnTo>
                    <a:pt x="1337652" y="628802"/>
                  </a:lnTo>
                  <a:lnTo>
                    <a:pt x="1269987" y="667867"/>
                  </a:lnTo>
                  <a:lnTo>
                    <a:pt x="1309052" y="735558"/>
                  </a:lnTo>
                  <a:lnTo>
                    <a:pt x="1376730" y="696480"/>
                  </a:lnTo>
                  <a:close/>
                </a:path>
                <a:path w="18288000" h="10287000">
                  <a:moveTo>
                    <a:pt x="1380286" y="3447135"/>
                  </a:moveTo>
                  <a:lnTo>
                    <a:pt x="1361198" y="3409035"/>
                  </a:lnTo>
                  <a:lnTo>
                    <a:pt x="1328115" y="3434435"/>
                  </a:lnTo>
                  <a:lnTo>
                    <a:pt x="1347216" y="3459835"/>
                  </a:lnTo>
                  <a:lnTo>
                    <a:pt x="1380286" y="3447135"/>
                  </a:lnTo>
                  <a:close/>
                </a:path>
                <a:path w="18288000" h="10287000">
                  <a:moveTo>
                    <a:pt x="1387348" y="2240635"/>
                  </a:moveTo>
                  <a:lnTo>
                    <a:pt x="1359141" y="2189835"/>
                  </a:lnTo>
                  <a:lnTo>
                    <a:pt x="1310297" y="2215235"/>
                  </a:lnTo>
                  <a:lnTo>
                    <a:pt x="1338503" y="2266035"/>
                  </a:lnTo>
                  <a:lnTo>
                    <a:pt x="1387348" y="2240635"/>
                  </a:lnTo>
                  <a:close/>
                </a:path>
                <a:path w="18288000" h="10287000">
                  <a:moveTo>
                    <a:pt x="1388668" y="6183973"/>
                  </a:moveTo>
                  <a:lnTo>
                    <a:pt x="1386014" y="6179388"/>
                  </a:lnTo>
                  <a:lnTo>
                    <a:pt x="1381442" y="6182042"/>
                  </a:lnTo>
                  <a:lnTo>
                    <a:pt x="1384084" y="6186614"/>
                  </a:lnTo>
                  <a:lnTo>
                    <a:pt x="1388668" y="6183973"/>
                  </a:lnTo>
                  <a:close/>
                </a:path>
                <a:path w="18288000" h="10287000">
                  <a:moveTo>
                    <a:pt x="1391310" y="4983835"/>
                  </a:moveTo>
                  <a:lnTo>
                    <a:pt x="1382788" y="4971135"/>
                  </a:lnTo>
                  <a:lnTo>
                    <a:pt x="1368031" y="4983835"/>
                  </a:lnTo>
                  <a:lnTo>
                    <a:pt x="1376553" y="4996535"/>
                  </a:lnTo>
                  <a:lnTo>
                    <a:pt x="1391310" y="4983835"/>
                  </a:lnTo>
                  <a:close/>
                </a:path>
                <a:path w="18288000" h="10287000">
                  <a:moveTo>
                    <a:pt x="1394002" y="1034135"/>
                  </a:moveTo>
                  <a:lnTo>
                    <a:pt x="1356982" y="970635"/>
                  </a:lnTo>
                  <a:lnTo>
                    <a:pt x="1292872" y="1008735"/>
                  </a:lnTo>
                  <a:lnTo>
                    <a:pt x="1329893" y="1072235"/>
                  </a:lnTo>
                  <a:lnTo>
                    <a:pt x="1394002" y="1034135"/>
                  </a:lnTo>
                  <a:close/>
                </a:path>
                <a:path w="18288000" h="10287000">
                  <a:moveTo>
                    <a:pt x="1396758" y="3777335"/>
                  </a:moveTo>
                  <a:lnTo>
                    <a:pt x="1380299" y="3751935"/>
                  </a:lnTo>
                  <a:lnTo>
                    <a:pt x="1351813" y="3764635"/>
                  </a:lnTo>
                  <a:lnTo>
                    <a:pt x="1368259" y="3790035"/>
                  </a:lnTo>
                  <a:lnTo>
                    <a:pt x="1396758" y="3777335"/>
                  </a:lnTo>
                  <a:close/>
                </a:path>
                <a:path w="18288000" h="10287000">
                  <a:moveTo>
                    <a:pt x="1403413" y="2570835"/>
                  </a:moveTo>
                  <a:lnTo>
                    <a:pt x="1378140" y="2532735"/>
                  </a:lnTo>
                  <a:lnTo>
                    <a:pt x="1334376" y="2558135"/>
                  </a:lnTo>
                  <a:lnTo>
                    <a:pt x="1359649" y="2596235"/>
                  </a:lnTo>
                  <a:lnTo>
                    <a:pt x="1403413" y="2570835"/>
                  </a:lnTo>
                  <a:close/>
                </a:path>
                <a:path w="18288000" h="10287000">
                  <a:moveTo>
                    <a:pt x="1407134" y="6517983"/>
                  </a:moveTo>
                  <a:lnTo>
                    <a:pt x="1405661" y="6515430"/>
                  </a:lnTo>
                  <a:lnTo>
                    <a:pt x="1403121" y="6516903"/>
                  </a:lnTo>
                  <a:lnTo>
                    <a:pt x="1404581" y="6519443"/>
                  </a:lnTo>
                  <a:lnTo>
                    <a:pt x="1407134" y="6517983"/>
                  </a:lnTo>
                  <a:close/>
                </a:path>
                <a:path w="18288000" h="10287000">
                  <a:moveTo>
                    <a:pt x="1408976" y="5314035"/>
                  </a:moveTo>
                  <a:lnTo>
                    <a:pt x="1402219" y="5301335"/>
                  </a:lnTo>
                  <a:lnTo>
                    <a:pt x="1390510" y="5314035"/>
                  </a:lnTo>
                  <a:lnTo>
                    <a:pt x="1397266" y="5326735"/>
                  </a:lnTo>
                  <a:lnTo>
                    <a:pt x="1408976" y="5314035"/>
                  </a:lnTo>
                  <a:close/>
                </a:path>
                <a:path w="18288000" h="10287000">
                  <a:moveTo>
                    <a:pt x="1410462" y="1364335"/>
                  </a:moveTo>
                  <a:lnTo>
                    <a:pt x="1376095" y="1313535"/>
                  </a:lnTo>
                  <a:lnTo>
                    <a:pt x="1316558" y="1338935"/>
                  </a:lnTo>
                  <a:lnTo>
                    <a:pt x="1350924" y="1402435"/>
                  </a:lnTo>
                  <a:lnTo>
                    <a:pt x="1410462" y="1364335"/>
                  </a:lnTo>
                  <a:close/>
                </a:path>
                <a:path w="18288000" h="10287000">
                  <a:moveTo>
                    <a:pt x="1413903" y="158013"/>
                  </a:moveTo>
                  <a:lnTo>
                    <a:pt x="1373073" y="87274"/>
                  </a:lnTo>
                  <a:lnTo>
                    <a:pt x="1302346" y="128104"/>
                  </a:lnTo>
                  <a:lnTo>
                    <a:pt x="1343177" y="198843"/>
                  </a:lnTo>
                  <a:lnTo>
                    <a:pt x="1413903" y="158013"/>
                  </a:lnTo>
                  <a:close/>
                </a:path>
                <a:path w="18288000" h="10287000">
                  <a:moveTo>
                    <a:pt x="1414018" y="4107535"/>
                  </a:moveTo>
                  <a:lnTo>
                    <a:pt x="1399628" y="4082135"/>
                  </a:lnTo>
                  <a:lnTo>
                    <a:pt x="1374686" y="4107535"/>
                  </a:lnTo>
                  <a:lnTo>
                    <a:pt x="1389087" y="4132935"/>
                  </a:lnTo>
                  <a:lnTo>
                    <a:pt x="1414018" y="4107535"/>
                  </a:lnTo>
                  <a:close/>
                </a:path>
                <a:path w="18288000" h="10287000">
                  <a:moveTo>
                    <a:pt x="1420279" y="2913735"/>
                  </a:moveTo>
                  <a:lnTo>
                    <a:pt x="1397368" y="2862935"/>
                  </a:lnTo>
                  <a:lnTo>
                    <a:pt x="1357668" y="2888335"/>
                  </a:lnTo>
                  <a:lnTo>
                    <a:pt x="1380578" y="2926435"/>
                  </a:lnTo>
                  <a:lnTo>
                    <a:pt x="1420279" y="2913735"/>
                  </a:lnTo>
                  <a:close/>
                </a:path>
                <a:path w="18288000" h="10287000">
                  <a:moveTo>
                    <a:pt x="1426235" y="5645607"/>
                  </a:moveTo>
                  <a:lnTo>
                    <a:pt x="1421536" y="5637466"/>
                  </a:lnTo>
                  <a:lnTo>
                    <a:pt x="1413395" y="5642178"/>
                  </a:lnTo>
                  <a:lnTo>
                    <a:pt x="1418094" y="5650319"/>
                  </a:lnTo>
                  <a:lnTo>
                    <a:pt x="1426235" y="5645607"/>
                  </a:lnTo>
                  <a:close/>
                </a:path>
                <a:path w="18288000" h="10287000">
                  <a:moveTo>
                    <a:pt x="1427327" y="1707235"/>
                  </a:moveTo>
                  <a:lnTo>
                    <a:pt x="1395310" y="1643735"/>
                  </a:lnTo>
                  <a:lnTo>
                    <a:pt x="1339837" y="1681835"/>
                  </a:lnTo>
                  <a:lnTo>
                    <a:pt x="1371866" y="1732635"/>
                  </a:lnTo>
                  <a:lnTo>
                    <a:pt x="1427327" y="1707235"/>
                  </a:lnTo>
                  <a:close/>
                </a:path>
                <a:path w="18288000" h="10287000">
                  <a:moveTo>
                    <a:pt x="1430883" y="4450435"/>
                  </a:moveTo>
                  <a:lnTo>
                    <a:pt x="1418844" y="4425035"/>
                  </a:lnTo>
                  <a:lnTo>
                    <a:pt x="1397977" y="4437735"/>
                  </a:lnTo>
                  <a:lnTo>
                    <a:pt x="1410017" y="4463135"/>
                  </a:lnTo>
                  <a:lnTo>
                    <a:pt x="1430883" y="4450435"/>
                  </a:lnTo>
                  <a:close/>
                </a:path>
                <a:path w="18288000" h="10287000">
                  <a:moveTo>
                    <a:pt x="1431975" y="491909"/>
                  </a:moveTo>
                  <a:lnTo>
                    <a:pt x="1392605" y="423722"/>
                  </a:lnTo>
                  <a:lnTo>
                    <a:pt x="1324419" y="463092"/>
                  </a:lnTo>
                  <a:lnTo>
                    <a:pt x="1363789" y="531279"/>
                  </a:lnTo>
                  <a:lnTo>
                    <a:pt x="1431975" y="491909"/>
                  </a:lnTo>
                  <a:close/>
                </a:path>
                <a:path w="18288000" h="10287000">
                  <a:moveTo>
                    <a:pt x="1437132" y="3243935"/>
                  </a:moveTo>
                  <a:lnTo>
                    <a:pt x="1416570" y="3205835"/>
                  </a:lnTo>
                  <a:lnTo>
                    <a:pt x="1380959" y="3231235"/>
                  </a:lnTo>
                  <a:lnTo>
                    <a:pt x="1401521" y="3256635"/>
                  </a:lnTo>
                  <a:lnTo>
                    <a:pt x="1437132" y="3243935"/>
                  </a:lnTo>
                  <a:close/>
                </a:path>
                <a:path w="18288000" h="10287000">
                  <a:moveTo>
                    <a:pt x="1443799" y="2037435"/>
                  </a:moveTo>
                  <a:lnTo>
                    <a:pt x="1414411" y="1986635"/>
                  </a:lnTo>
                  <a:lnTo>
                    <a:pt x="1363535" y="2012035"/>
                  </a:lnTo>
                  <a:lnTo>
                    <a:pt x="1392910" y="2062835"/>
                  </a:lnTo>
                  <a:lnTo>
                    <a:pt x="1443799" y="2037435"/>
                  </a:lnTo>
                  <a:close/>
                </a:path>
                <a:path w="18288000" h="10287000">
                  <a:moveTo>
                    <a:pt x="1444307" y="5979515"/>
                  </a:moveTo>
                  <a:lnTo>
                    <a:pt x="1441081" y="5973915"/>
                  </a:lnTo>
                  <a:lnTo>
                    <a:pt x="1435481" y="5977140"/>
                  </a:lnTo>
                  <a:lnTo>
                    <a:pt x="1438719" y="5982741"/>
                  </a:lnTo>
                  <a:lnTo>
                    <a:pt x="1444307" y="5979515"/>
                  </a:lnTo>
                  <a:close/>
                </a:path>
                <a:path w="18288000" h="10287000">
                  <a:moveTo>
                    <a:pt x="1448155" y="4780635"/>
                  </a:moveTo>
                  <a:lnTo>
                    <a:pt x="1438160" y="4767935"/>
                  </a:lnTo>
                  <a:lnTo>
                    <a:pt x="1420863" y="4767935"/>
                  </a:lnTo>
                  <a:lnTo>
                    <a:pt x="1430858" y="4793335"/>
                  </a:lnTo>
                  <a:lnTo>
                    <a:pt x="1448155" y="4780635"/>
                  </a:lnTo>
                  <a:close/>
                </a:path>
                <a:path w="18288000" h="10287000">
                  <a:moveTo>
                    <a:pt x="1449641" y="825703"/>
                  </a:moveTo>
                  <a:lnTo>
                    <a:pt x="1412036" y="760564"/>
                  </a:lnTo>
                  <a:lnTo>
                    <a:pt x="1346898" y="798169"/>
                  </a:lnTo>
                  <a:lnTo>
                    <a:pt x="1384503" y="863307"/>
                  </a:lnTo>
                  <a:lnTo>
                    <a:pt x="1449641" y="825703"/>
                  </a:lnTo>
                  <a:close/>
                </a:path>
                <a:path w="18288000" h="10287000">
                  <a:moveTo>
                    <a:pt x="1453603" y="3574135"/>
                  </a:moveTo>
                  <a:lnTo>
                    <a:pt x="1435684" y="3548735"/>
                  </a:lnTo>
                  <a:lnTo>
                    <a:pt x="1404645" y="3561435"/>
                  </a:lnTo>
                  <a:lnTo>
                    <a:pt x="1422565" y="3586835"/>
                  </a:lnTo>
                  <a:lnTo>
                    <a:pt x="1453603" y="3574135"/>
                  </a:lnTo>
                  <a:close/>
                </a:path>
                <a:path w="18288000" h="10287000">
                  <a:moveTo>
                    <a:pt x="1460258" y="2367635"/>
                  </a:moveTo>
                  <a:lnTo>
                    <a:pt x="1433525" y="2329535"/>
                  </a:lnTo>
                  <a:lnTo>
                    <a:pt x="1387221" y="2354935"/>
                  </a:lnTo>
                  <a:lnTo>
                    <a:pt x="1413954" y="2393035"/>
                  </a:lnTo>
                  <a:lnTo>
                    <a:pt x="1460258" y="2367635"/>
                  </a:lnTo>
                  <a:close/>
                </a:path>
                <a:path w="18288000" h="10287000">
                  <a:moveTo>
                    <a:pt x="1462786" y="6313525"/>
                  </a:moveTo>
                  <a:lnTo>
                    <a:pt x="1460715" y="6309957"/>
                  </a:lnTo>
                  <a:lnTo>
                    <a:pt x="1457159" y="6312014"/>
                  </a:lnTo>
                  <a:lnTo>
                    <a:pt x="1459217" y="6315583"/>
                  </a:lnTo>
                  <a:lnTo>
                    <a:pt x="1462786" y="6313525"/>
                  </a:lnTo>
                  <a:close/>
                </a:path>
                <a:path w="18288000" h="10287000">
                  <a:moveTo>
                    <a:pt x="1465414" y="5110835"/>
                  </a:moveTo>
                  <a:lnTo>
                    <a:pt x="1457490" y="5098135"/>
                  </a:lnTo>
                  <a:lnTo>
                    <a:pt x="1443748" y="5110835"/>
                  </a:lnTo>
                  <a:lnTo>
                    <a:pt x="1451673" y="5123535"/>
                  </a:lnTo>
                  <a:lnTo>
                    <a:pt x="1465414" y="5110835"/>
                  </a:lnTo>
                  <a:close/>
                </a:path>
                <a:path w="18288000" h="10287000">
                  <a:moveTo>
                    <a:pt x="1466519" y="1161135"/>
                  </a:moveTo>
                  <a:lnTo>
                    <a:pt x="1431251" y="1110335"/>
                  </a:lnTo>
                  <a:lnTo>
                    <a:pt x="1370190" y="1135735"/>
                  </a:lnTo>
                  <a:lnTo>
                    <a:pt x="1405445" y="1199235"/>
                  </a:lnTo>
                  <a:lnTo>
                    <a:pt x="1466519" y="1161135"/>
                  </a:lnTo>
                  <a:close/>
                </a:path>
                <a:path w="18288000" h="10287000">
                  <a:moveTo>
                    <a:pt x="1470469" y="3904335"/>
                  </a:moveTo>
                  <a:lnTo>
                    <a:pt x="1454899" y="3878935"/>
                  </a:lnTo>
                  <a:lnTo>
                    <a:pt x="1427924" y="3891635"/>
                  </a:lnTo>
                  <a:lnTo>
                    <a:pt x="1443507" y="3929735"/>
                  </a:lnTo>
                  <a:lnTo>
                    <a:pt x="1470469" y="3904335"/>
                  </a:lnTo>
                  <a:close/>
                </a:path>
                <a:path w="18288000" h="10287000">
                  <a:moveTo>
                    <a:pt x="1476717" y="2697835"/>
                  </a:moveTo>
                  <a:lnTo>
                    <a:pt x="1452626" y="2659735"/>
                  </a:lnTo>
                  <a:lnTo>
                    <a:pt x="1410906" y="2685135"/>
                  </a:lnTo>
                  <a:lnTo>
                    <a:pt x="1434998" y="2723235"/>
                  </a:lnTo>
                  <a:lnTo>
                    <a:pt x="1476717" y="2697835"/>
                  </a:lnTo>
                  <a:close/>
                </a:path>
                <a:path w="18288000" h="10287000">
                  <a:moveTo>
                    <a:pt x="1481239" y="6647535"/>
                  </a:moveTo>
                  <a:lnTo>
                    <a:pt x="1480362" y="6645999"/>
                  </a:lnTo>
                  <a:lnTo>
                    <a:pt x="1478838" y="6646875"/>
                  </a:lnTo>
                  <a:lnTo>
                    <a:pt x="1479727" y="6648412"/>
                  </a:lnTo>
                  <a:lnTo>
                    <a:pt x="1481239" y="6647535"/>
                  </a:lnTo>
                  <a:close/>
                </a:path>
                <a:path w="18288000" h="10287000">
                  <a:moveTo>
                    <a:pt x="1482280" y="5453735"/>
                  </a:moveTo>
                  <a:lnTo>
                    <a:pt x="1476705" y="5441035"/>
                  </a:lnTo>
                  <a:lnTo>
                    <a:pt x="1467027" y="5441035"/>
                  </a:lnTo>
                  <a:lnTo>
                    <a:pt x="1472615" y="5453735"/>
                  </a:lnTo>
                  <a:lnTo>
                    <a:pt x="1482280" y="5453735"/>
                  </a:lnTo>
                  <a:close/>
                </a:path>
                <a:path w="18288000" h="10287000">
                  <a:moveTo>
                    <a:pt x="1483372" y="1504035"/>
                  </a:moveTo>
                  <a:lnTo>
                    <a:pt x="1450467" y="1440535"/>
                  </a:lnTo>
                  <a:lnTo>
                    <a:pt x="1393482" y="1478635"/>
                  </a:lnTo>
                  <a:lnTo>
                    <a:pt x="1426387" y="1529435"/>
                  </a:lnTo>
                  <a:lnTo>
                    <a:pt x="1483372" y="1504035"/>
                  </a:lnTo>
                  <a:close/>
                </a:path>
                <a:path w="18288000" h="10287000">
                  <a:moveTo>
                    <a:pt x="1486928" y="4247235"/>
                  </a:moveTo>
                  <a:lnTo>
                    <a:pt x="1474012" y="4221835"/>
                  </a:lnTo>
                  <a:lnTo>
                    <a:pt x="1451610" y="4234535"/>
                  </a:lnTo>
                  <a:lnTo>
                    <a:pt x="1464538" y="4259935"/>
                  </a:lnTo>
                  <a:lnTo>
                    <a:pt x="1486928" y="4247235"/>
                  </a:lnTo>
                  <a:close/>
                </a:path>
                <a:path w="18288000" h="10287000">
                  <a:moveTo>
                    <a:pt x="1487220" y="287337"/>
                  </a:moveTo>
                  <a:lnTo>
                    <a:pt x="1447558" y="218643"/>
                  </a:lnTo>
                  <a:lnTo>
                    <a:pt x="1378864" y="258305"/>
                  </a:lnTo>
                  <a:lnTo>
                    <a:pt x="1418526" y="326999"/>
                  </a:lnTo>
                  <a:lnTo>
                    <a:pt x="1487220" y="287337"/>
                  </a:lnTo>
                  <a:close/>
                </a:path>
                <a:path w="18288000" h="10287000">
                  <a:moveTo>
                    <a:pt x="1493583" y="3040735"/>
                  </a:moveTo>
                  <a:lnTo>
                    <a:pt x="1471841" y="3002635"/>
                  </a:lnTo>
                  <a:lnTo>
                    <a:pt x="1434185" y="3015335"/>
                  </a:lnTo>
                  <a:lnTo>
                    <a:pt x="1455928" y="3053435"/>
                  </a:lnTo>
                  <a:lnTo>
                    <a:pt x="1493583" y="3040735"/>
                  </a:lnTo>
                  <a:close/>
                </a:path>
                <a:path w="18288000" h="10287000">
                  <a:moveTo>
                    <a:pt x="1500238" y="1834235"/>
                  </a:moveTo>
                  <a:lnTo>
                    <a:pt x="1469682" y="1783435"/>
                  </a:lnTo>
                  <a:lnTo>
                    <a:pt x="1416761" y="1808835"/>
                  </a:lnTo>
                  <a:lnTo>
                    <a:pt x="1447317" y="1859635"/>
                  </a:lnTo>
                  <a:lnTo>
                    <a:pt x="1500238" y="1834235"/>
                  </a:lnTo>
                  <a:close/>
                </a:path>
                <a:path w="18288000" h="10287000">
                  <a:moveTo>
                    <a:pt x="1500352" y="5775160"/>
                  </a:moveTo>
                  <a:lnTo>
                    <a:pt x="1496237" y="5768035"/>
                  </a:lnTo>
                  <a:lnTo>
                    <a:pt x="1489113" y="5772150"/>
                  </a:lnTo>
                  <a:lnTo>
                    <a:pt x="1493240" y="5779274"/>
                  </a:lnTo>
                  <a:lnTo>
                    <a:pt x="1500352" y="5775160"/>
                  </a:lnTo>
                  <a:close/>
                </a:path>
                <a:path w="18288000" h="10287000">
                  <a:moveTo>
                    <a:pt x="1504200" y="4577435"/>
                  </a:moveTo>
                  <a:lnTo>
                    <a:pt x="1493329" y="4552035"/>
                  </a:lnTo>
                  <a:lnTo>
                    <a:pt x="1474495" y="4564735"/>
                  </a:lnTo>
                  <a:lnTo>
                    <a:pt x="1485366" y="4590135"/>
                  </a:lnTo>
                  <a:lnTo>
                    <a:pt x="1504200" y="4577435"/>
                  </a:lnTo>
                  <a:close/>
                </a:path>
                <a:path w="18288000" h="10287000">
                  <a:moveTo>
                    <a:pt x="1505292" y="621245"/>
                  </a:moveTo>
                  <a:lnTo>
                    <a:pt x="1467104" y="555078"/>
                  </a:lnTo>
                  <a:lnTo>
                    <a:pt x="1400949" y="593280"/>
                  </a:lnTo>
                  <a:lnTo>
                    <a:pt x="1439138" y="659434"/>
                  </a:lnTo>
                  <a:lnTo>
                    <a:pt x="1505292" y="621245"/>
                  </a:lnTo>
                  <a:close/>
                </a:path>
                <a:path w="18288000" h="10287000">
                  <a:moveTo>
                    <a:pt x="1510055" y="3370935"/>
                  </a:moveTo>
                  <a:lnTo>
                    <a:pt x="1490954" y="3332835"/>
                  </a:lnTo>
                  <a:lnTo>
                    <a:pt x="1457883" y="3358235"/>
                  </a:lnTo>
                  <a:lnTo>
                    <a:pt x="1476971" y="3396335"/>
                  </a:lnTo>
                  <a:lnTo>
                    <a:pt x="1510055" y="3370935"/>
                  </a:lnTo>
                  <a:close/>
                </a:path>
                <a:path w="18288000" h="10287000">
                  <a:moveTo>
                    <a:pt x="1516697" y="2164435"/>
                  </a:moveTo>
                  <a:lnTo>
                    <a:pt x="1488795" y="2113635"/>
                  </a:lnTo>
                  <a:lnTo>
                    <a:pt x="1440459" y="2151735"/>
                  </a:lnTo>
                  <a:lnTo>
                    <a:pt x="1468361" y="2189835"/>
                  </a:lnTo>
                  <a:lnTo>
                    <a:pt x="1516697" y="2164435"/>
                  </a:lnTo>
                  <a:close/>
                </a:path>
                <a:path w="18288000" h="10287000">
                  <a:moveTo>
                    <a:pt x="1518424" y="6109055"/>
                  </a:moveTo>
                  <a:lnTo>
                    <a:pt x="1515783" y="6104471"/>
                  </a:lnTo>
                  <a:lnTo>
                    <a:pt x="1511198" y="6107112"/>
                  </a:lnTo>
                  <a:lnTo>
                    <a:pt x="1513840" y="6111697"/>
                  </a:lnTo>
                  <a:lnTo>
                    <a:pt x="1518424" y="6109055"/>
                  </a:lnTo>
                  <a:close/>
                </a:path>
                <a:path w="18288000" h="10287000">
                  <a:moveTo>
                    <a:pt x="1521460" y="4907635"/>
                  </a:moveTo>
                  <a:lnTo>
                    <a:pt x="1512646" y="4894935"/>
                  </a:lnTo>
                  <a:lnTo>
                    <a:pt x="1497380" y="4907635"/>
                  </a:lnTo>
                  <a:lnTo>
                    <a:pt x="1506194" y="4920335"/>
                  </a:lnTo>
                  <a:lnTo>
                    <a:pt x="1521460" y="4907635"/>
                  </a:lnTo>
                  <a:close/>
                </a:path>
                <a:path w="18288000" h="10287000">
                  <a:moveTo>
                    <a:pt x="1522552" y="954925"/>
                  </a:moveTo>
                  <a:lnTo>
                    <a:pt x="1486420" y="892327"/>
                  </a:lnTo>
                  <a:lnTo>
                    <a:pt x="1423835" y="928471"/>
                  </a:lnTo>
                  <a:lnTo>
                    <a:pt x="1459966" y="991057"/>
                  </a:lnTo>
                  <a:lnTo>
                    <a:pt x="1522552" y="954925"/>
                  </a:lnTo>
                  <a:close/>
                </a:path>
                <a:path w="18288000" h="10287000">
                  <a:moveTo>
                    <a:pt x="1526514" y="3701135"/>
                  </a:moveTo>
                  <a:lnTo>
                    <a:pt x="1510068" y="3675735"/>
                  </a:lnTo>
                  <a:lnTo>
                    <a:pt x="1481569" y="3688435"/>
                  </a:lnTo>
                  <a:lnTo>
                    <a:pt x="1498015" y="3726535"/>
                  </a:lnTo>
                  <a:lnTo>
                    <a:pt x="1526514" y="3701135"/>
                  </a:lnTo>
                  <a:close/>
                </a:path>
                <a:path w="18288000" h="10287000">
                  <a:moveTo>
                    <a:pt x="1533169" y="2494635"/>
                  </a:moveTo>
                  <a:lnTo>
                    <a:pt x="1507896" y="2456535"/>
                  </a:lnTo>
                  <a:lnTo>
                    <a:pt x="1464144" y="2481935"/>
                  </a:lnTo>
                  <a:lnTo>
                    <a:pt x="1489405" y="2520035"/>
                  </a:lnTo>
                  <a:lnTo>
                    <a:pt x="1533169" y="2494635"/>
                  </a:lnTo>
                  <a:close/>
                </a:path>
                <a:path w="18288000" h="10287000">
                  <a:moveTo>
                    <a:pt x="1536890" y="6443065"/>
                  </a:moveTo>
                  <a:lnTo>
                    <a:pt x="1535417" y="6440525"/>
                  </a:lnTo>
                  <a:lnTo>
                    <a:pt x="1532877" y="6441986"/>
                  </a:lnTo>
                  <a:lnTo>
                    <a:pt x="1534350" y="6444526"/>
                  </a:lnTo>
                  <a:lnTo>
                    <a:pt x="1536890" y="6443065"/>
                  </a:lnTo>
                  <a:close/>
                </a:path>
                <a:path w="18288000" h="10287000">
                  <a:moveTo>
                    <a:pt x="1538732" y="5237835"/>
                  </a:moveTo>
                  <a:lnTo>
                    <a:pt x="1520266" y="5237835"/>
                  </a:lnTo>
                  <a:lnTo>
                    <a:pt x="1527035" y="5250535"/>
                  </a:lnTo>
                  <a:lnTo>
                    <a:pt x="1538732" y="5237835"/>
                  </a:lnTo>
                  <a:close/>
                </a:path>
                <a:path w="18288000" h="10287000">
                  <a:moveTo>
                    <a:pt x="1539417" y="1300835"/>
                  </a:moveTo>
                  <a:lnTo>
                    <a:pt x="1505635" y="1237335"/>
                  </a:lnTo>
                  <a:lnTo>
                    <a:pt x="1447114" y="1275435"/>
                  </a:lnTo>
                  <a:lnTo>
                    <a:pt x="1480908" y="1326235"/>
                  </a:lnTo>
                  <a:lnTo>
                    <a:pt x="1539417" y="1300835"/>
                  </a:lnTo>
                  <a:close/>
                </a:path>
                <a:path w="18288000" h="10287000">
                  <a:moveTo>
                    <a:pt x="1542059" y="82664"/>
                  </a:moveTo>
                  <a:lnTo>
                    <a:pt x="1502410" y="13970"/>
                  </a:lnTo>
                  <a:lnTo>
                    <a:pt x="1433703" y="53632"/>
                  </a:lnTo>
                  <a:lnTo>
                    <a:pt x="1473365" y="122326"/>
                  </a:lnTo>
                  <a:lnTo>
                    <a:pt x="1542059" y="82664"/>
                  </a:lnTo>
                  <a:close/>
                </a:path>
                <a:path w="18288000" h="10287000">
                  <a:moveTo>
                    <a:pt x="1543773" y="4044035"/>
                  </a:moveTo>
                  <a:lnTo>
                    <a:pt x="1529384" y="4018635"/>
                  </a:lnTo>
                  <a:lnTo>
                    <a:pt x="1504454" y="4031335"/>
                  </a:lnTo>
                  <a:lnTo>
                    <a:pt x="1518843" y="4056735"/>
                  </a:lnTo>
                  <a:lnTo>
                    <a:pt x="1543773" y="4044035"/>
                  </a:lnTo>
                  <a:close/>
                </a:path>
                <a:path w="18288000" h="10287000">
                  <a:moveTo>
                    <a:pt x="1549641" y="2837535"/>
                  </a:moveTo>
                  <a:lnTo>
                    <a:pt x="1527009" y="2799435"/>
                  </a:lnTo>
                  <a:lnTo>
                    <a:pt x="1487830" y="2812135"/>
                  </a:lnTo>
                  <a:lnTo>
                    <a:pt x="1510449" y="2850235"/>
                  </a:lnTo>
                  <a:lnTo>
                    <a:pt x="1549641" y="2837535"/>
                  </a:lnTo>
                  <a:close/>
                </a:path>
                <a:path w="18288000" h="10287000">
                  <a:moveTo>
                    <a:pt x="1556283" y="1631035"/>
                  </a:moveTo>
                  <a:lnTo>
                    <a:pt x="1524850" y="1580235"/>
                  </a:lnTo>
                  <a:lnTo>
                    <a:pt x="1470406" y="1605635"/>
                  </a:lnTo>
                  <a:lnTo>
                    <a:pt x="1501838" y="1656435"/>
                  </a:lnTo>
                  <a:lnTo>
                    <a:pt x="1556283" y="1631035"/>
                  </a:lnTo>
                  <a:close/>
                </a:path>
                <a:path w="18288000" h="10287000">
                  <a:moveTo>
                    <a:pt x="1556397" y="5570804"/>
                  </a:moveTo>
                  <a:lnTo>
                    <a:pt x="1551406" y="5562143"/>
                  </a:lnTo>
                  <a:lnTo>
                    <a:pt x="1542745" y="5567146"/>
                  </a:lnTo>
                  <a:lnTo>
                    <a:pt x="1547749" y="5575795"/>
                  </a:lnTo>
                  <a:lnTo>
                    <a:pt x="1556397" y="5570804"/>
                  </a:lnTo>
                  <a:close/>
                </a:path>
                <a:path w="18288000" h="10287000">
                  <a:moveTo>
                    <a:pt x="1560537" y="416661"/>
                  </a:moveTo>
                  <a:lnTo>
                    <a:pt x="1522056" y="349999"/>
                  </a:lnTo>
                  <a:lnTo>
                    <a:pt x="1455381" y="388493"/>
                  </a:lnTo>
                  <a:lnTo>
                    <a:pt x="1493875" y="455155"/>
                  </a:lnTo>
                  <a:lnTo>
                    <a:pt x="1560537" y="416661"/>
                  </a:lnTo>
                  <a:close/>
                </a:path>
                <a:path w="18288000" h="10287000">
                  <a:moveTo>
                    <a:pt x="1560639" y="4374235"/>
                  </a:moveTo>
                  <a:lnTo>
                    <a:pt x="1548599" y="4348835"/>
                  </a:lnTo>
                  <a:lnTo>
                    <a:pt x="1527733" y="4361535"/>
                  </a:lnTo>
                  <a:lnTo>
                    <a:pt x="1539786" y="4386935"/>
                  </a:lnTo>
                  <a:lnTo>
                    <a:pt x="1560639" y="4374235"/>
                  </a:lnTo>
                  <a:close/>
                </a:path>
                <a:path w="18288000" h="10287000">
                  <a:moveTo>
                    <a:pt x="1566494" y="3167735"/>
                  </a:moveTo>
                  <a:lnTo>
                    <a:pt x="1546225" y="3129635"/>
                  </a:lnTo>
                  <a:lnTo>
                    <a:pt x="1511109" y="3155035"/>
                  </a:lnTo>
                  <a:lnTo>
                    <a:pt x="1531378" y="3193135"/>
                  </a:lnTo>
                  <a:lnTo>
                    <a:pt x="1566494" y="3167735"/>
                  </a:lnTo>
                  <a:close/>
                </a:path>
                <a:path w="18288000" h="10287000">
                  <a:moveTo>
                    <a:pt x="1573149" y="1961235"/>
                  </a:moveTo>
                  <a:lnTo>
                    <a:pt x="1544066" y="1910435"/>
                  </a:lnTo>
                  <a:lnTo>
                    <a:pt x="1493685" y="1935835"/>
                  </a:lnTo>
                  <a:lnTo>
                    <a:pt x="1522768" y="1986635"/>
                  </a:lnTo>
                  <a:lnTo>
                    <a:pt x="1573149" y="1961235"/>
                  </a:lnTo>
                  <a:close/>
                </a:path>
                <a:path w="18288000" h="10287000">
                  <a:moveTo>
                    <a:pt x="1574469" y="5904700"/>
                  </a:moveTo>
                  <a:lnTo>
                    <a:pt x="1570939" y="5898591"/>
                  </a:lnTo>
                  <a:lnTo>
                    <a:pt x="1564843" y="5902122"/>
                  </a:lnTo>
                  <a:lnTo>
                    <a:pt x="1568361" y="5908230"/>
                  </a:lnTo>
                  <a:lnTo>
                    <a:pt x="1574469" y="5904700"/>
                  </a:lnTo>
                  <a:close/>
                </a:path>
                <a:path w="18288000" h="10287000">
                  <a:moveTo>
                    <a:pt x="1577911" y="4704435"/>
                  </a:moveTo>
                  <a:lnTo>
                    <a:pt x="1567916" y="4691735"/>
                  </a:lnTo>
                  <a:lnTo>
                    <a:pt x="1550619" y="4704435"/>
                  </a:lnTo>
                  <a:lnTo>
                    <a:pt x="1560614" y="4717135"/>
                  </a:lnTo>
                  <a:lnTo>
                    <a:pt x="1577911" y="4704435"/>
                  </a:lnTo>
                  <a:close/>
                </a:path>
                <a:path w="18288000" h="10287000">
                  <a:moveTo>
                    <a:pt x="1578203" y="750468"/>
                  </a:moveTo>
                  <a:lnTo>
                    <a:pt x="1541475" y="686854"/>
                  </a:lnTo>
                  <a:lnTo>
                    <a:pt x="1477873" y="723582"/>
                  </a:lnTo>
                  <a:lnTo>
                    <a:pt x="1514602" y="787184"/>
                  </a:lnTo>
                  <a:lnTo>
                    <a:pt x="1578203" y="750468"/>
                  </a:lnTo>
                  <a:close/>
                </a:path>
                <a:path w="18288000" h="10287000">
                  <a:moveTo>
                    <a:pt x="1583359" y="3497935"/>
                  </a:moveTo>
                  <a:lnTo>
                    <a:pt x="1565440" y="3472535"/>
                  </a:lnTo>
                  <a:lnTo>
                    <a:pt x="1534401" y="3485235"/>
                  </a:lnTo>
                  <a:lnTo>
                    <a:pt x="1552321" y="3523335"/>
                  </a:lnTo>
                  <a:lnTo>
                    <a:pt x="1583359" y="3497935"/>
                  </a:lnTo>
                  <a:close/>
                </a:path>
                <a:path w="18288000" h="10287000">
                  <a:moveTo>
                    <a:pt x="1589620" y="2291435"/>
                  </a:moveTo>
                  <a:lnTo>
                    <a:pt x="1563179" y="2253335"/>
                  </a:lnTo>
                  <a:lnTo>
                    <a:pt x="1517383" y="2278735"/>
                  </a:lnTo>
                  <a:lnTo>
                    <a:pt x="1543812" y="2316835"/>
                  </a:lnTo>
                  <a:lnTo>
                    <a:pt x="1589620" y="2291435"/>
                  </a:lnTo>
                  <a:close/>
                </a:path>
                <a:path w="18288000" h="10287000">
                  <a:moveTo>
                    <a:pt x="1592541" y="6238608"/>
                  </a:moveTo>
                  <a:lnTo>
                    <a:pt x="1590471" y="6235039"/>
                  </a:lnTo>
                  <a:lnTo>
                    <a:pt x="1586915" y="6237097"/>
                  </a:lnTo>
                  <a:lnTo>
                    <a:pt x="1588973" y="6240665"/>
                  </a:lnTo>
                  <a:lnTo>
                    <a:pt x="1592541" y="6238608"/>
                  </a:lnTo>
                  <a:close/>
                </a:path>
                <a:path w="18288000" h="10287000">
                  <a:moveTo>
                    <a:pt x="1595170" y="5034635"/>
                  </a:moveTo>
                  <a:lnTo>
                    <a:pt x="1587246" y="5021935"/>
                  </a:lnTo>
                  <a:lnTo>
                    <a:pt x="1573504" y="5034635"/>
                  </a:lnTo>
                  <a:lnTo>
                    <a:pt x="1581442" y="5047335"/>
                  </a:lnTo>
                  <a:lnTo>
                    <a:pt x="1595170" y="5034635"/>
                  </a:lnTo>
                  <a:close/>
                </a:path>
                <a:path w="18288000" h="10287000">
                  <a:moveTo>
                    <a:pt x="1595462" y="1084148"/>
                  </a:moveTo>
                  <a:lnTo>
                    <a:pt x="1560791" y="1024102"/>
                  </a:lnTo>
                  <a:lnTo>
                    <a:pt x="1500759" y="1058773"/>
                  </a:lnTo>
                  <a:lnTo>
                    <a:pt x="1535417" y="1118819"/>
                  </a:lnTo>
                  <a:lnTo>
                    <a:pt x="1595462" y="1084148"/>
                  </a:lnTo>
                  <a:close/>
                </a:path>
                <a:path w="18288000" h="10287000">
                  <a:moveTo>
                    <a:pt x="1600225" y="3828135"/>
                  </a:moveTo>
                  <a:lnTo>
                    <a:pt x="1584655" y="3802735"/>
                  </a:lnTo>
                  <a:lnTo>
                    <a:pt x="1557680" y="3828135"/>
                  </a:lnTo>
                  <a:lnTo>
                    <a:pt x="1573250" y="3853535"/>
                  </a:lnTo>
                  <a:lnTo>
                    <a:pt x="1600225" y="3828135"/>
                  </a:lnTo>
                  <a:close/>
                </a:path>
                <a:path w="18288000" h="10287000">
                  <a:moveTo>
                    <a:pt x="1606080" y="2634335"/>
                  </a:moveTo>
                  <a:lnTo>
                    <a:pt x="1582280" y="2583535"/>
                  </a:lnTo>
                  <a:lnTo>
                    <a:pt x="1541068" y="2608935"/>
                  </a:lnTo>
                  <a:lnTo>
                    <a:pt x="1564868" y="2647035"/>
                  </a:lnTo>
                  <a:lnTo>
                    <a:pt x="1606080" y="2634335"/>
                  </a:lnTo>
                  <a:close/>
                </a:path>
                <a:path w="18288000" h="10287000">
                  <a:moveTo>
                    <a:pt x="1611007" y="6572618"/>
                  </a:moveTo>
                  <a:lnTo>
                    <a:pt x="1610118" y="6571081"/>
                  </a:lnTo>
                  <a:lnTo>
                    <a:pt x="1608607" y="6571958"/>
                  </a:lnTo>
                  <a:lnTo>
                    <a:pt x="1609483" y="6573494"/>
                  </a:lnTo>
                  <a:lnTo>
                    <a:pt x="1611007" y="6572618"/>
                  </a:lnTo>
                  <a:close/>
                </a:path>
                <a:path w="18288000" h="10287000">
                  <a:moveTo>
                    <a:pt x="1612341" y="1427835"/>
                  </a:moveTo>
                  <a:lnTo>
                    <a:pt x="1580019" y="1364335"/>
                  </a:lnTo>
                  <a:lnTo>
                    <a:pt x="1524038" y="1402435"/>
                  </a:lnTo>
                  <a:lnTo>
                    <a:pt x="1556359" y="1453235"/>
                  </a:lnTo>
                  <a:lnTo>
                    <a:pt x="1612341" y="1427835"/>
                  </a:lnTo>
                  <a:close/>
                </a:path>
                <a:path w="18288000" h="10287000">
                  <a:moveTo>
                    <a:pt x="1612442" y="5377535"/>
                  </a:moveTo>
                  <a:lnTo>
                    <a:pt x="1606575" y="5364835"/>
                  </a:lnTo>
                  <a:lnTo>
                    <a:pt x="1596390" y="5364835"/>
                  </a:lnTo>
                  <a:lnTo>
                    <a:pt x="1602270" y="5377535"/>
                  </a:lnTo>
                  <a:lnTo>
                    <a:pt x="1612442" y="5377535"/>
                  </a:lnTo>
                  <a:close/>
                </a:path>
                <a:path w="18288000" h="10287000">
                  <a:moveTo>
                    <a:pt x="1616176" y="212204"/>
                  </a:moveTo>
                  <a:lnTo>
                    <a:pt x="1577098" y="144526"/>
                  </a:lnTo>
                  <a:lnTo>
                    <a:pt x="1509420" y="183603"/>
                  </a:lnTo>
                  <a:lnTo>
                    <a:pt x="1548498" y="251282"/>
                  </a:lnTo>
                  <a:lnTo>
                    <a:pt x="1616176" y="212204"/>
                  </a:lnTo>
                  <a:close/>
                </a:path>
                <a:path w="18288000" h="10287000">
                  <a:moveTo>
                    <a:pt x="1616697" y="4171035"/>
                  </a:moveTo>
                  <a:lnTo>
                    <a:pt x="1603768" y="4145635"/>
                  </a:lnTo>
                  <a:lnTo>
                    <a:pt x="1581378" y="4158335"/>
                  </a:lnTo>
                  <a:lnTo>
                    <a:pt x="1594307" y="4183735"/>
                  </a:lnTo>
                  <a:lnTo>
                    <a:pt x="1616697" y="4171035"/>
                  </a:lnTo>
                  <a:close/>
                </a:path>
                <a:path w="18288000" h="10287000">
                  <a:moveTo>
                    <a:pt x="1622945" y="2964535"/>
                  </a:moveTo>
                  <a:lnTo>
                    <a:pt x="1601495" y="2926435"/>
                  </a:lnTo>
                  <a:lnTo>
                    <a:pt x="1564347" y="2951835"/>
                  </a:lnTo>
                  <a:lnTo>
                    <a:pt x="1585798" y="2989935"/>
                  </a:lnTo>
                  <a:lnTo>
                    <a:pt x="1622945" y="2964535"/>
                  </a:lnTo>
                  <a:close/>
                </a:path>
                <a:path w="18288000" h="10287000">
                  <a:moveTo>
                    <a:pt x="1629206" y="1758035"/>
                  </a:moveTo>
                  <a:lnTo>
                    <a:pt x="1599234" y="1707235"/>
                  </a:lnTo>
                  <a:lnTo>
                    <a:pt x="1547329" y="1732635"/>
                  </a:lnTo>
                  <a:lnTo>
                    <a:pt x="1577289" y="1783435"/>
                  </a:lnTo>
                  <a:lnTo>
                    <a:pt x="1629206" y="1758035"/>
                  </a:lnTo>
                  <a:close/>
                </a:path>
                <a:path w="18288000" h="10287000">
                  <a:moveTo>
                    <a:pt x="1630514" y="5700344"/>
                  </a:moveTo>
                  <a:lnTo>
                    <a:pt x="1626108" y="5692711"/>
                  </a:lnTo>
                  <a:lnTo>
                    <a:pt x="1618475" y="5697118"/>
                  </a:lnTo>
                  <a:lnTo>
                    <a:pt x="1622882" y="5704751"/>
                  </a:lnTo>
                  <a:lnTo>
                    <a:pt x="1630514" y="5700344"/>
                  </a:lnTo>
                  <a:close/>
                </a:path>
                <a:path w="18288000" h="10287000">
                  <a:moveTo>
                    <a:pt x="1633842" y="545998"/>
                  </a:moveTo>
                  <a:lnTo>
                    <a:pt x="1596529" y="481368"/>
                  </a:lnTo>
                  <a:lnTo>
                    <a:pt x="1531912" y="518680"/>
                  </a:lnTo>
                  <a:lnTo>
                    <a:pt x="1569212" y="583311"/>
                  </a:lnTo>
                  <a:lnTo>
                    <a:pt x="1633842" y="545998"/>
                  </a:lnTo>
                  <a:close/>
                </a:path>
                <a:path w="18288000" h="10287000">
                  <a:moveTo>
                    <a:pt x="1633956" y="4501235"/>
                  </a:moveTo>
                  <a:lnTo>
                    <a:pt x="1623085" y="4488535"/>
                  </a:lnTo>
                  <a:lnTo>
                    <a:pt x="1604251" y="4488535"/>
                  </a:lnTo>
                  <a:lnTo>
                    <a:pt x="1615122" y="4513935"/>
                  </a:lnTo>
                  <a:lnTo>
                    <a:pt x="1633956" y="4501235"/>
                  </a:lnTo>
                  <a:close/>
                </a:path>
                <a:path w="18288000" h="10287000">
                  <a:moveTo>
                    <a:pt x="1639811" y="3294735"/>
                  </a:moveTo>
                  <a:lnTo>
                    <a:pt x="1620710" y="3269335"/>
                  </a:lnTo>
                  <a:lnTo>
                    <a:pt x="1587639" y="3282035"/>
                  </a:lnTo>
                  <a:lnTo>
                    <a:pt x="1606740" y="3320135"/>
                  </a:lnTo>
                  <a:lnTo>
                    <a:pt x="1639811" y="3294735"/>
                  </a:lnTo>
                  <a:close/>
                </a:path>
                <a:path w="18288000" h="10287000">
                  <a:moveTo>
                    <a:pt x="1646059" y="2088235"/>
                  </a:moveTo>
                  <a:lnTo>
                    <a:pt x="1618449" y="2037435"/>
                  </a:lnTo>
                  <a:lnTo>
                    <a:pt x="1570609" y="2075535"/>
                  </a:lnTo>
                  <a:lnTo>
                    <a:pt x="1598231" y="2113635"/>
                  </a:lnTo>
                  <a:lnTo>
                    <a:pt x="1646059" y="2088235"/>
                  </a:lnTo>
                  <a:close/>
                </a:path>
                <a:path w="18288000" h="10287000">
                  <a:moveTo>
                    <a:pt x="1648587" y="6034252"/>
                  </a:moveTo>
                  <a:lnTo>
                    <a:pt x="1645653" y="6029160"/>
                  </a:lnTo>
                  <a:lnTo>
                    <a:pt x="1640560" y="6032093"/>
                  </a:lnTo>
                  <a:lnTo>
                    <a:pt x="1643494" y="6037186"/>
                  </a:lnTo>
                  <a:lnTo>
                    <a:pt x="1648587" y="6034252"/>
                  </a:lnTo>
                  <a:close/>
                </a:path>
                <a:path w="18288000" h="10287000">
                  <a:moveTo>
                    <a:pt x="1651114" y="879690"/>
                  </a:moveTo>
                  <a:lnTo>
                    <a:pt x="1615859" y="818616"/>
                  </a:lnTo>
                  <a:lnTo>
                    <a:pt x="1554797" y="853871"/>
                  </a:lnTo>
                  <a:lnTo>
                    <a:pt x="1590052" y="914946"/>
                  </a:lnTo>
                  <a:lnTo>
                    <a:pt x="1651114" y="879690"/>
                  </a:lnTo>
                  <a:close/>
                </a:path>
                <a:path w="18288000" h="10287000">
                  <a:moveTo>
                    <a:pt x="1651215" y="4831435"/>
                  </a:moveTo>
                  <a:lnTo>
                    <a:pt x="1642402" y="4818735"/>
                  </a:lnTo>
                  <a:lnTo>
                    <a:pt x="1627149" y="4831435"/>
                  </a:lnTo>
                  <a:lnTo>
                    <a:pt x="1635950" y="4844135"/>
                  </a:lnTo>
                  <a:lnTo>
                    <a:pt x="1651215" y="4831435"/>
                  </a:lnTo>
                  <a:close/>
                </a:path>
                <a:path w="18288000" h="10287000">
                  <a:moveTo>
                    <a:pt x="1656270" y="3624935"/>
                  </a:moveTo>
                  <a:lnTo>
                    <a:pt x="1639824" y="3599535"/>
                  </a:lnTo>
                  <a:lnTo>
                    <a:pt x="1611325" y="3612235"/>
                  </a:lnTo>
                  <a:lnTo>
                    <a:pt x="1627771" y="3650335"/>
                  </a:lnTo>
                  <a:lnTo>
                    <a:pt x="1656270" y="3624935"/>
                  </a:lnTo>
                  <a:close/>
                </a:path>
                <a:path w="18288000" h="10287000">
                  <a:moveTo>
                    <a:pt x="1662531" y="2418435"/>
                  </a:moveTo>
                  <a:lnTo>
                    <a:pt x="1637550" y="2380335"/>
                  </a:lnTo>
                  <a:lnTo>
                    <a:pt x="1594294" y="2405735"/>
                  </a:lnTo>
                  <a:lnTo>
                    <a:pt x="1619275" y="2443835"/>
                  </a:lnTo>
                  <a:lnTo>
                    <a:pt x="1662531" y="2418435"/>
                  </a:lnTo>
                  <a:close/>
                </a:path>
                <a:path w="18288000" h="10287000">
                  <a:moveTo>
                    <a:pt x="1666646" y="6368148"/>
                  </a:moveTo>
                  <a:lnTo>
                    <a:pt x="1665185" y="6365595"/>
                  </a:lnTo>
                  <a:lnTo>
                    <a:pt x="1662633" y="6367069"/>
                  </a:lnTo>
                  <a:lnTo>
                    <a:pt x="1664106" y="6369621"/>
                  </a:lnTo>
                  <a:lnTo>
                    <a:pt x="1666646" y="6368148"/>
                  </a:lnTo>
                  <a:close/>
                </a:path>
                <a:path w="18288000" h="10287000">
                  <a:moveTo>
                    <a:pt x="1668373" y="1213370"/>
                  </a:moveTo>
                  <a:lnTo>
                    <a:pt x="1635175" y="1155865"/>
                  </a:lnTo>
                  <a:lnTo>
                    <a:pt x="1577682" y="1189062"/>
                  </a:lnTo>
                  <a:lnTo>
                    <a:pt x="1610880" y="1246568"/>
                  </a:lnTo>
                  <a:lnTo>
                    <a:pt x="1668373" y="1213370"/>
                  </a:lnTo>
                  <a:close/>
                </a:path>
                <a:path w="18288000" h="10287000">
                  <a:moveTo>
                    <a:pt x="1668894" y="5174335"/>
                  </a:moveTo>
                  <a:lnTo>
                    <a:pt x="1661845" y="5161635"/>
                  </a:lnTo>
                  <a:lnTo>
                    <a:pt x="1649628" y="5161635"/>
                  </a:lnTo>
                  <a:lnTo>
                    <a:pt x="1656676" y="5174335"/>
                  </a:lnTo>
                  <a:lnTo>
                    <a:pt x="1668894" y="5174335"/>
                  </a:lnTo>
                  <a:close/>
                </a:path>
                <a:path w="18288000" h="10287000">
                  <a:moveTo>
                    <a:pt x="1671015" y="7531"/>
                  </a:moveTo>
                  <a:lnTo>
                    <a:pt x="1666671" y="0"/>
                  </a:lnTo>
                  <a:lnTo>
                    <a:pt x="1576425" y="0"/>
                  </a:lnTo>
                  <a:lnTo>
                    <a:pt x="1603336" y="46596"/>
                  </a:lnTo>
                  <a:lnTo>
                    <a:pt x="1671015" y="7531"/>
                  </a:lnTo>
                  <a:close/>
                </a:path>
                <a:path w="18288000" h="10287000">
                  <a:moveTo>
                    <a:pt x="1673542" y="3967835"/>
                  </a:moveTo>
                  <a:lnTo>
                    <a:pt x="1659140" y="3942435"/>
                  </a:lnTo>
                  <a:lnTo>
                    <a:pt x="1634210" y="3955135"/>
                  </a:lnTo>
                  <a:lnTo>
                    <a:pt x="1648599" y="3980535"/>
                  </a:lnTo>
                  <a:lnTo>
                    <a:pt x="1673542" y="3967835"/>
                  </a:lnTo>
                  <a:close/>
                </a:path>
                <a:path w="18288000" h="10287000">
                  <a:moveTo>
                    <a:pt x="1678990" y="2761335"/>
                  </a:moveTo>
                  <a:lnTo>
                    <a:pt x="1656664" y="2723235"/>
                  </a:lnTo>
                  <a:lnTo>
                    <a:pt x="1617992" y="2735935"/>
                  </a:lnTo>
                  <a:lnTo>
                    <a:pt x="1640319" y="2786735"/>
                  </a:lnTo>
                  <a:lnTo>
                    <a:pt x="1678990" y="2761335"/>
                  </a:lnTo>
                  <a:close/>
                </a:path>
                <a:path w="18288000" h="10287000">
                  <a:moveTo>
                    <a:pt x="1685239" y="1554835"/>
                  </a:moveTo>
                  <a:lnTo>
                    <a:pt x="1654390" y="1504035"/>
                  </a:lnTo>
                  <a:lnTo>
                    <a:pt x="1600962" y="1529435"/>
                  </a:lnTo>
                  <a:lnTo>
                    <a:pt x="1631810" y="1580235"/>
                  </a:lnTo>
                  <a:lnTo>
                    <a:pt x="1685239" y="1554835"/>
                  </a:lnTo>
                  <a:close/>
                </a:path>
                <a:path w="18288000" h="10287000">
                  <a:moveTo>
                    <a:pt x="1686153" y="5504535"/>
                  </a:moveTo>
                  <a:lnTo>
                    <a:pt x="1681162" y="5491835"/>
                  </a:lnTo>
                  <a:lnTo>
                    <a:pt x="1672513" y="5504535"/>
                  </a:lnTo>
                  <a:lnTo>
                    <a:pt x="1686153" y="5504535"/>
                  </a:lnTo>
                  <a:close/>
                </a:path>
                <a:path w="18288000" h="10287000">
                  <a:moveTo>
                    <a:pt x="1689087" y="341426"/>
                  </a:moveTo>
                  <a:lnTo>
                    <a:pt x="1651482" y="276301"/>
                  </a:lnTo>
                  <a:lnTo>
                    <a:pt x="1586344" y="313905"/>
                  </a:lnTo>
                  <a:lnTo>
                    <a:pt x="1623949" y="379031"/>
                  </a:lnTo>
                  <a:lnTo>
                    <a:pt x="1689087" y="341426"/>
                  </a:lnTo>
                  <a:close/>
                </a:path>
                <a:path w="18288000" h="10287000">
                  <a:moveTo>
                    <a:pt x="1690408" y="4298035"/>
                  </a:moveTo>
                  <a:lnTo>
                    <a:pt x="1678355" y="4272635"/>
                  </a:lnTo>
                  <a:lnTo>
                    <a:pt x="1657502" y="4285335"/>
                  </a:lnTo>
                  <a:lnTo>
                    <a:pt x="1669542" y="4310735"/>
                  </a:lnTo>
                  <a:lnTo>
                    <a:pt x="1690408" y="4298035"/>
                  </a:lnTo>
                  <a:close/>
                </a:path>
                <a:path w="18288000" h="10287000">
                  <a:moveTo>
                    <a:pt x="1696262" y="3091535"/>
                  </a:moveTo>
                  <a:lnTo>
                    <a:pt x="1675980" y="3053435"/>
                  </a:lnTo>
                  <a:lnTo>
                    <a:pt x="1640865" y="3078835"/>
                  </a:lnTo>
                  <a:lnTo>
                    <a:pt x="1661147" y="3116935"/>
                  </a:lnTo>
                  <a:lnTo>
                    <a:pt x="1696262" y="3091535"/>
                  </a:lnTo>
                  <a:close/>
                </a:path>
                <a:path w="18288000" h="10287000">
                  <a:moveTo>
                    <a:pt x="1702511" y="1885035"/>
                  </a:moveTo>
                  <a:lnTo>
                    <a:pt x="1673720" y="1834235"/>
                  </a:lnTo>
                  <a:lnTo>
                    <a:pt x="1623847" y="1859635"/>
                  </a:lnTo>
                  <a:lnTo>
                    <a:pt x="1652638" y="1910435"/>
                  </a:lnTo>
                  <a:lnTo>
                    <a:pt x="1702511" y="1885035"/>
                  </a:lnTo>
                  <a:close/>
                </a:path>
                <a:path w="18288000" h="10287000">
                  <a:moveTo>
                    <a:pt x="1704225" y="5829782"/>
                  </a:moveTo>
                  <a:lnTo>
                    <a:pt x="1700695" y="5823686"/>
                  </a:lnTo>
                  <a:lnTo>
                    <a:pt x="1694599" y="5827204"/>
                  </a:lnTo>
                  <a:lnTo>
                    <a:pt x="1698117" y="5833313"/>
                  </a:lnTo>
                  <a:lnTo>
                    <a:pt x="1704225" y="5829782"/>
                  </a:lnTo>
                  <a:close/>
                </a:path>
                <a:path w="18288000" h="10287000">
                  <a:moveTo>
                    <a:pt x="1706753" y="675220"/>
                  </a:moveTo>
                  <a:lnTo>
                    <a:pt x="1670913" y="613143"/>
                  </a:lnTo>
                  <a:lnTo>
                    <a:pt x="1608836" y="648982"/>
                  </a:lnTo>
                  <a:lnTo>
                    <a:pt x="1644675" y="711060"/>
                  </a:lnTo>
                  <a:lnTo>
                    <a:pt x="1706753" y="675220"/>
                  </a:lnTo>
                  <a:close/>
                </a:path>
                <a:path w="18288000" h="10287000">
                  <a:moveTo>
                    <a:pt x="1707667" y="4628235"/>
                  </a:moveTo>
                  <a:lnTo>
                    <a:pt x="1697685" y="4615535"/>
                  </a:lnTo>
                  <a:lnTo>
                    <a:pt x="1680375" y="4628235"/>
                  </a:lnTo>
                  <a:lnTo>
                    <a:pt x="1690370" y="4640935"/>
                  </a:lnTo>
                  <a:lnTo>
                    <a:pt x="1707667" y="4628235"/>
                  </a:lnTo>
                  <a:close/>
                </a:path>
                <a:path w="18288000" h="10287000">
                  <a:moveTo>
                    <a:pt x="1712722" y="3421735"/>
                  </a:moveTo>
                  <a:lnTo>
                    <a:pt x="1695094" y="3396335"/>
                  </a:lnTo>
                  <a:lnTo>
                    <a:pt x="1664563" y="3409035"/>
                  </a:lnTo>
                  <a:lnTo>
                    <a:pt x="1682191" y="3447135"/>
                  </a:lnTo>
                  <a:lnTo>
                    <a:pt x="1712722" y="3421735"/>
                  </a:lnTo>
                  <a:close/>
                </a:path>
                <a:path w="18288000" h="10287000">
                  <a:moveTo>
                    <a:pt x="1718970" y="2215235"/>
                  </a:moveTo>
                  <a:lnTo>
                    <a:pt x="1692821" y="2177135"/>
                  </a:lnTo>
                  <a:lnTo>
                    <a:pt x="1647532" y="2202535"/>
                  </a:lnTo>
                  <a:lnTo>
                    <a:pt x="1673682" y="2240635"/>
                  </a:lnTo>
                  <a:lnTo>
                    <a:pt x="1718970" y="2215235"/>
                  </a:lnTo>
                  <a:close/>
                </a:path>
                <a:path w="18288000" h="10287000">
                  <a:moveTo>
                    <a:pt x="1722691" y="6163792"/>
                  </a:moveTo>
                  <a:lnTo>
                    <a:pt x="1720354" y="6159716"/>
                  </a:lnTo>
                  <a:lnTo>
                    <a:pt x="1716278" y="6162078"/>
                  </a:lnTo>
                  <a:lnTo>
                    <a:pt x="1718627" y="6166142"/>
                  </a:lnTo>
                  <a:lnTo>
                    <a:pt x="1722691" y="6163792"/>
                  </a:lnTo>
                  <a:close/>
                </a:path>
                <a:path w="18288000" h="10287000">
                  <a:moveTo>
                    <a:pt x="1724025" y="1008913"/>
                  </a:moveTo>
                  <a:lnTo>
                    <a:pt x="1690230" y="950379"/>
                  </a:lnTo>
                  <a:lnTo>
                    <a:pt x="1631721" y="984173"/>
                  </a:lnTo>
                  <a:lnTo>
                    <a:pt x="1665503" y="1042695"/>
                  </a:lnTo>
                  <a:lnTo>
                    <a:pt x="1724025" y="1008913"/>
                  </a:lnTo>
                  <a:close/>
                </a:path>
                <a:path w="18288000" h="10287000">
                  <a:moveTo>
                    <a:pt x="1724926" y="4958435"/>
                  </a:moveTo>
                  <a:lnTo>
                    <a:pt x="1717001" y="4945735"/>
                  </a:lnTo>
                  <a:lnTo>
                    <a:pt x="1703260" y="4958435"/>
                  </a:lnTo>
                  <a:lnTo>
                    <a:pt x="1711198" y="4971135"/>
                  </a:lnTo>
                  <a:lnTo>
                    <a:pt x="1724926" y="4958435"/>
                  </a:lnTo>
                  <a:close/>
                </a:path>
                <a:path w="18288000" h="10287000">
                  <a:moveTo>
                    <a:pt x="1729981" y="3764635"/>
                  </a:moveTo>
                  <a:lnTo>
                    <a:pt x="1714411" y="3726535"/>
                  </a:lnTo>
                  <a:lnTo>
                    <a:pt x="1687449" y="3751935"/>
                  </a:lnTo>
                  <a:lnTo>
                    <a:pt x="1703019" y="3777335"/>
                  </a:lnTo>
                  <a:lnTo>
                    <a:pt x="1729981" y="3764635"/>
                  </a:lnTo>
                  <a:close/>
                </a:path>
                <a:path w="18288000" h="10287000">
                  <a:moveTo>
                    <a:pt x="1735442" y="2558135"/>
                  </a:moveTo>
                  <a:lnTo>
                    <a:pt x="1711934" y="2507335"/>
                  </a:lnTo>
                  <a:lnTo>
                    <a:pt x="1671218" y="2532735"/>
                  </a:lnTo>
                  <a:lnTo>
                    <a:pt x="1694726" y="2583535"/>
                  </a:lnTo>
                  <a:lnTo>
                    <a:pt x="1735442" y="2558135"/>
                  </a:lnTo>
                  <a:close/>
                </a:path>
                <a:path w="18288000" h="10287000">
                  <a:moveTo>
                    <a:pt x="1740763" y="6497701"/>
                  </a:moveTo>
                  <a:lnTo>
                    <a:pt x="1739887" y="6496164"/>
                  </a:lnTo>
                  <a:lnTo>
                    <a:pt x="1738350" y="6497040"/>
                  </a:lnTo>
                  <a:lnTo>
                    <a:pt x="1739239" y="6498577"/>
                  </a:lnTo>
                  <a:lnTo>
                    <a:pt x="1740763" y="6497701"/>
                  </a:lnTo>
                  <a:close/>
                </a:path>
                <a:path w="18288000" h="10287000">
                  <a:moveTo>
                    <a:pt x="1741284" y="1342593"/>
                  </a:moveTo>
                  <a:lnTo>
                    <a:pt x="1709559" y="1287627"/>
                  </a:lnTo>
                  <a:lnTo>
                    <a:pt x="1654606" y="1319364"/>
                  </a:lnTo>
                  <a:lnTo>
                    <a:pt x="1686331" y="1374317"/>
                  </a:lnTo>
                  <a:lnTo>
                    <a:pt x="1741284" y="1342593"/>
                  </a:lnTo>
                  <a:close/>
                </a:path>
                <a:path w="18288000" h="10287000">
                  <a:moveTo>
                    <a:pt x="1742198" y="5301335"/>
                  </a:moveTo>
                  <a:lnTo>
                    <a:pt x="1736331" y="5288635"/>
                  </a:lnTo>
                  <a:lnTo>
                    <a:pt x="1726145" y="5288635"/>
                  </a:lnTo>
                  <a:lnTo>
                    <a:pt x="1732026" y="5301335"/>
                  </a:lnTo>
                  <a:lnTo>
                    <a:pt x="1742198" y="5301335"/>
                  </a:lnTo>
                  <a:close/>
                </a:path>
                <a:path w="18288000" h="10287000">
                  <a:moveTo>
                    <a:pt x="1743938" y="136753"/>
                  </a:moveTo>
                  <a:lnTo>
                    <a:pt x="1706333" y="71615"/>
                  </a:lnTo>
                  <a:lnTo>
                    <a:pt x="1641195" y="109220"/>
                  </a:lnTo>
                  <a:lnTo>
                    <a:pt x="1678800" y="174358"/>
                  </a:lnTo>
                  <a:lnTo>
                    <a:pt x="1743938" y="136753"/>
                  </a:lnTo>
                  <a:close/>
                </a:path>
                <a:path w="18288000" h="10287000">
                  <a:moveTo>
                    <a:pt x="1746453" y="4094835"/>
                  </a:moveTo>
                  <a:lnTo>
                    <a:pt x="1733524" y="4069435"/>
                  </a:lnTo>
                  <a:lnTo>
                    <a:pt x="1711134" y="4082135"/>
                  </a:lnTo>
                  <a:lnTo>
                    <a:pt x="1724063" y="4107535"/>
                  </a:lnTo>
                  <a:lnTo>
                    <a:pt x="1746453" y="4094835"/>
                  </a:lnTo>
                  <a:close/>
                </a:path>
                <a:path w="18288000" h="10287000">
                  <a:moveTo>
                    <a:pt x="1752701" y="2888335"/>
                  </a:moveTo>
                  <a:lnTo>
                    <a:pt x="1731251" y="2850235"/>
                  </a:lnTo>
                  <a:lnTo>
                    <a:pt x="1694103" y="2875635"/>
                  </a:lnTo>
                  <a:lnTo>
                    <a:pt x="1715554" y="2913735"/>
                  </a:lnTo>
                  <a:lnTo>
                    <a:pt x="1752701" y="2888335"/>
                  </a:lnTo>
                  <a:close/>
                </a:path>
                <a:path w="18288000" h="10287000">
                  <a:moveTo>
                    <a:pt x="1758556" y="1681835"/>
                  </a:moveTo>
                  <a:lnTo>
                    <a:pt x="1728889" y="1631035"/>
                  </a:lnTo>
                  <a:lnTo>
                    <a:pt x="1677492" y="1656435"/>
                  </a:lnTo>
                  <a:lnTo>
                    <a:pt x="1707159" y="1707235"/>
                  </a:lnTo>
                  <a:lnTo>
                    <a:pt x="1758556" y="1681835"/>
                  </a:lnTo>
                  <a:close/>
                </a:path>
                <a:path w="18288000" h="10287000">
                  <a:moveTo>
                    <a:pt x="1760270" y="5625427"/>
                  </a:moveTo>
                  <a:lnTo>
                    <a:pt x="1755863" y="5617794"/>
                  </a:lnTo>
                  <a:lnTo>
                    <a:pt x="1748231" y="5622201"/>
                  </a:lnTo>
                  <a:lnTo>
                    <a:pt x="1752638" y="5629834"/>
                  </a:lnTo>
                  <a:lnTo>
                    <a:pt x="1760270" y="5625427"/>
                  </a:lnTo>
                  <a:close/>
                </a:path>
                <a:path w="18288000" h="10287000">
                  <a:moveTo>
                    <a:pt x="1761998" y="470649"/>
                  </a:moveTo>
                  <a:lnTo>
                    <a:pt x="1725853" y="408063"/>
                  </a:lnTo>
                  <a:lnTo>
                    <a:pt x="1663268" y="444195"/>
                  </a:lnTo>
                  <a:lnTo>
                    <a:pt x="1699399" y="506793"/>
                  </a:lnTo>
                  <a:lnTo>
                    <a:pt x="1761998" y="470649"/>
                  </a:lnTo>
                  <a:close/>
                </a:path>
                <a:path w="18288000" h="10287000">
                  <a:moveTo>
                    <a:pt x="1763712" y="4425035"/>
                  </a:moveTo>
                  <a:lnTo>
                    <a:pt x="1752841" y="4412335"/>
                  </a:lnTo>
                  <a:lnTo>
                    <a:pt x="1734019" y="4412335"/>
                  </a:lnTo>
                  <a:lnTo>
                    <a:pt x="1744891" y="4437735"/>
                  </a:lnTo>
                  <a:lnTo>
                    <a:pt x="1763712" y="4425035"/>
                  </a:lnTo>
                  <a:close/>
                </a:path>
                <a:path w="18288000" h="10287000">
                  <a:moveTo>
                    <a:pt x="1769173" y="3218535"/>
                  </a:moveTo>
                  <a:lnTo>
                    <a:pt x="1750364" y="3193135"/>
                  </a:lnTo>
                  <a:lnTo>
                    <a:pt x="1717802" y="3205835"/>
                  </a:lnTo>
                  <a:lnTo>
                    <a:pt x="1736598" y="3243935"/>
                  </a:lnTo>
                  <a:lnTo>
                    <a:pt x="1769173" y="3218535"/>
                  </a:lnTo>
                  <a:close/>
                </a:path>
                <a:path w="18288000" h="10287000">
                  <a:moveTo>
                    <a:pt x="1775421" y="2012035"/>
                  </a:moveTo>
                  <a:lnTo>
                    <a:pt x="1748104" y="1973935"/>
                  </a:lnTo>
                  <a:lnTo>
                    <a:pt x="1700771" y="1999335"/>
                  </a:lnTo>
                  <a:lnTo>
                    <a:pt x="1728101" y="2037435"/>
                  </a:lnTo>
                  <a:lnTo>
                    <a:pt x="1775421" y="2012035"/>
                  </a:lnTo>
                  <a:close/>
                </a:path>
                <a:path w="18288000" h="10287000">
                  <a:moveTo>
                    <a:pt x="1778342" y="5959335"/>
                  </a:moveTo>
                  <a:lnTo>
                    <a:pt x="1775409" y="5954242"/>
                  </a:lnTo>
                  <a:lnTo>
                    <a:pt x="1770316" y="5957176"/>
                  </a:lnTo>
                  <a:lnTo>
                    <a:pt x="1773250" y="5962269"/>
                  </a:lnTo>
                  <a:lnTo>
                    <a:pt x="1778342" y="5959335"/>
                  </a:lnTo>
                  <a:close/>
                </a:path>
                <a:path w="18288000" h="10287000">
                  <a:moveTo>
                    <a:pt x="1779663" y="804443"/>
                  </a:moveTo>
                  <a:lnTo>
                    <a:pt x="1745297" y="744905"/>
                  </a:lnTo>
                  <a:lnTo>
                    <a:pt x="1685759" y="779272"/>
                  </a:lnTo>
                  <a:lnTo>
                    <a:pt x="1720126" y="838809"/>
                  </a:lnTo>
                  <a:lnTo>
                    <a:pt x="1779663" y="804443"/>
                  </a:lnTo>
                  <a:close/>
                </a:path>
                <a:path w="18288000" h="10287000">
                  <a:moveTo>
                    <a:pt x="1780984" y="4755235"/>
                  </a:moveTo>
                  <a:lnTo>
                    <a:pt x="1772170" y="4742535"/>
                  </a:lnTo>
                  <a:lnTo>
                    <a:pt x="1756905" y="4755235"/>
                  </a:lnTo>
                  <a:lnTo>
                    <a:pt x="1765719" y="4767935"/>
                  </a:lnTo>
                  <a:lnTo>
                    <a:pt x="1780984" y="4755235"/>
                  </a:lnTo>
                  <a:close/>
                </a:path>
                <a:path w="18288000" h="10287000">
                  <a:moveTo>
                    <a:pt x="1786026" y="3548735"/>
                  </a:moveTo>
                  <a:lnTo>
                    <a:pt x="1769579" y="3523335"/>
                  </a:lnTo>
                  <a:lnTo>
                    <a:pt x="1741081" y="3548735"/>
                  </a:lnTo>
                  <a:lnTo>
                    <a:pt x="1757540" y="3574135"/>
                  </a:lnTo>
                  <a:lnTo>
                    <a:pt x="1786026" y="3548735"/>
                  </a:lnTo>
                  <a:close/>
                </a:path>
                <a:path w="18288000" h="10287000">
                  <a:moveTo>
                    <a:pt x="1791881" y="2354935"/>
                  </a:moveTo>
                  <a:lnTo>
                    <a:pt x="1767205" y="2304135"/>
                  </a:lnTo>
                  <a:lnTo>
                    <a:pt x="1724456" y="2329535"/>
                  </a:lnTo>
                  <a:lnTo>
                    <a:pt x="1749145" y="2380335"/>
                  </a:lnTo>
                  <a:lnTo>
                    <a:pt x="1791881" y="2354935"/>
                  </a:lnTo>
                  <a:close/>
                </a:path>
                <a:path w="18288000" h="10287000">
                  <a:moveTo>
                    <a:pt x="1796821" y="6293345"/>
                  </a:moveTo>
                  <a:lnTo>
                    <a:pt x="1795056" y="6290284"/>
                  </a:lnTo>
                  <a:lnTo>
                    <a:pt x="1791995" y="6292050"/>
                  </a:lnTo>
                  <a:lnTo>
                    <a:pt x="1793760" y="6295110"/>
                  </a:lnTo>
                  <a:lnTo>
                    <a:pt x="1796821" y="6293345"/>
                  </a:lnTo>
                  <a:close/>
                </a:path>
                <a:path w="18288000" h="10287000">
                  <a:moveTo>
                    <a:pt x="1796935" y="1138123"/>
                  </a:moveTo>
                  <a:lnTo>
                    <a:pt x="1764614" y="1082154"/>
                  </a:lnTo>
                  <a:lnTo>
                    <a:pt x="1708645" y="1114475"/>
                  </a:lnTo>
                  <a:lnTo>
                    <a:pt x="1740954" y="1170444"/>
                  </a:lnTo>
                  <a:lnTo>
                    <a:pt x="1796935" y="1138123"/>
                  </a:lnTo>
                  <a:close/>
                </a:path>
                <a:path w="18288000" h="10287000">
                  <a:moveTo>
                    <a:pt x="1798650" y="5098135"/>
                  </a:moveTo>
                  <a:lnTo>
                    <a:pt x="1791601" y="5085435"/>
                  </a:lnTo>
                  <a:lnTo>
                    <a:pt x="1779384" y="5085435"/>
                  </a:lnTo>
                  <a:lnTo>
                    <a:pt x="1786432" y="5098135"/>
                  </a:lnTo>
                  <a:lnTo>
                    <a:pt x="1798650" y="5098135"/>
                  </a:lnTo>
                  <a:close/>
                </a:path>
                <a:path w="18288000" h="10287000">
                  <a:moveTo>
                    <a:pt x="1803298" y="3891635"/>
                  </a:moveTo>
                  <a:lnTo>
                    <a:pt x="1788896" y="3866235"/>
                  </a:lnTo>
                  <a:lnTo>
                    <a:pt x="1763966" y="3878935"/>
                  </a:lnTo>
                  <a:lnTo>
                    <a:pt x="1778368" y="3904335"/>
                  </a:lnTo>
                  <a:lnTo>
                    <a:pt x="1803298" y="3891635"/>
                  </a:lnTo>
                  <a:close/>
                </a:path>
                <a:path w="18288000" h="10287000">
                  <a:moveTo>
                    <a:pt x="1808746" y="2685135"/>
                  </a:moveTo>
                  <a:lnTo>
                    <a:pt x="1786432" y="2647035"/>
                  </a:lnTo>
                  <a:lnTo>
                    <a:pt x="1747748" y="2672435"/>
                  </a:lnTo>
                  <a:lnTo>
                    <a:pt x="1770075" y="2710535"/>
                  </a:lnTo>
                  <a:lnTo>
                    <a:pt x="1808746" y="2685135"/>
                  </a:lnTo>
                  <a:close/>
                </a:path>
                <a:path w="18288000" h="10287000">
                  <a:moveTo>
                    <a:pt x="1814601" y="1471917"/>
                  </a:moveTo>
                  <a:lnTo>
                    <a:pt x="1784045" y="1418996"/>
                  </a:lnTo>
                  <a:lnTo>
                    <a:pt x="1731124" y="1449552"/>
                  </a:lnTo>
                  <a:lnTo>
                    <a:pt x="1761680" y="1502473"/>
                  </a:lnTo>
                  <a:lnTo>
                    <a:pt x="1814601" y="1471917"/>
                  </a:lnTo>
                  <a:close/>
                </a:path>
                <a:path w="18288000" h="10287000">
                  <a:moveTo>
                    <a:pt x="1815909" y="5428335"/>
                  </a:moveTo>
                  <a:lnTo>
                    <a:pt x="1810918" y="5415635"/>
                  </a:lnTo>
                  <a:lnTo>
                    <a:pt x="1802269" y="5428335"/>
                  </a:lnTo>
                  <a:lnTo>
                    <a:pt x="1815909" y="5428335"/>
                  </a:lnTo>
                  <a:close/>
                </a:path>
                <a:path w="18288000" h="10287000">
                  <a:moveTo>
                    <a:pt x="1817243" y="266077"/>
                  </a:moveTo>
                  <a:lnTo>
                    <a:pt x="1780819" y="202984"/>
                  </a:lnTo>
                  <a:lnTo>
                    <a:pt x="1717713" y="239407"/>
                  </a:lnTo>
                  <a:lnTo>
                    <a:pt x="1754149" y="302501"/>
                  </a:lnTo>
                  <a:lnTo>
                    <a:pt x="1817243" y="266077"/>
                  </a:lnTo>
                  <a:close/>
                </a:path>
                <a:path w="18288000" h="10287000">
                  <a:moveTo>
                    <a:pt x="1820164" y="4221835"/>
                  </a:moveTo>
                  <a:lnTo>
                    <a:pt x="1808111" y="4196435"/>
                  </a:lnTo>
                  <a:lnTo>
                    <a:pt x="1787258" y="4209135"/>
                  </a:lnTo>
                  <a:lnTo>
                    <a:pt x="1799310" y="4234535"/>
                  </a:lnTo>
                  <a:lnTo>
                    <a:pt x="1820164" y="4221835"/>
                  </a:lnTo>
                  <a:close/>
                </a:path>
                <a:path w="18288000" h="10287000">
                  <a:moveTo>
                    <a:pt x="1825612" y="3015335"/>
                  </a:moveTo>
                  <a:lnTo>
                    <a:pt x="1805635" y="2977235"/>
                  </a:lnTo>
                  <a:lnTo>
                    <a:pt x="1771040" y="3002635"/>
                  </a:lnTo>
                  <a:lnTo>
                    <a:pt x="1791017" y="3040735"/>
                  </a:lnTo>
                  <a:lnTo>
                    <a:pt x="1825612" y="3015335"/>
                  </a:lnTo>
                  <a:close/>
                </a:path>
                <a:path w="18288000" h="10287000">
                  <a:moveTo>
                    <a:pt x="1831467" y="1808835"/>
                  </a:moveTo>
                  <a:lnTo>
                    <a:pt x="1803260" y="1758035"/>
                  </a:lnTo>
                  <a:lnTo>
                    <a:pt x="1754416" y="1796135"/>
                  </a:lnTo>
                  <a:lnTo>
                    <a:pt x="1782622" y="1834235"/>
                  </a:lnTo>
                  <a:lnTo>
                    <a:pt x="1831467" y="1808835"/>
                  </a:lnTo>
                  <a:close/>
                </a:path>
                <a:path w="18288000" h="10287000">
                  <a:moveTo>
                    <a:pt x="1834388" y="5754979"/>
                  </a:moveTo>
                  <a:lnTo>
                    <a:pt x="1830565" y="5748363"/>
                  </a:lnTo>
                  <a:lnTo>
                    <a:pt x="1823948" y="5752173"/>
                  </a:lnTo>
                  <a:lnTo>
                    <a:pt x="1827771" y="5758789"/>
                  </a:lnTo>
                  <a:lnTo>
                    <a:pt x="1834388" y="5754979"/>
                  </a:lnTo>
                  <a:close/>
                </a:path>
                <a:path w="18288000" h="10287000">
                  <a:moveTo>
                    <a:pt x="1834908" y="599871"/>
                  </a:moveTo>
                  <a:lnTo>
                    <a:pt x="1800237" y="539826"/>
                  </a:lnTo>
                  <a:lnTo>
                    <a:pt x="1740192" y="574497"/>
                  </a:lnTo>
                  <a:lnTo>
                    <a:pt x="1774863" y="634542"/>
                  </a:lnTo>
                  <a:lnTo>
                    <a:pt x="1834908" y="599871"/>
                  </a:lnTo>
                  <a:close/>
                </a:path>
                <a:path w="18288000" h="10287000">
                  <a:moveTo>
                    <a:pt x="1837423" y="4552035"/>
                  </a:moveTo>
                  <a:lnTo>
                    <a:pt x="1827441" y="4539335"/>
                  </a:lnTo>
                  <a:lnTo>
                    <a:pt x="1810143" y="4552035"/>
                  </a:lnTo>
                  <a:lnTo>
                    <a:pt x="1820125" y="4564735"/>
                  </a:lnTo>
                  <a:lnTo>
                    <a:pt x="1837423" y="4552035"/>
                  </a:lnTo>
                  <a:close/>
                </a:path>
                <a:path w="18288000" h="10287000">
                  <a:moveTo>
                    <a:pt x="1842477" y="3345535"/>
                  </a:moveTo>
                  <a:lnTo>
                    <a:pt x="1824850" y="3320135"/>
                  </a:lnTo>
                  <a:lnTo>
                    <a:pt x="1794319" y="3332835"/>
                  </a:lnTo>
                  <a:lnTo>
                    <a:pt x="1811947" y="3370935"/>
                  </a:lnTo>
                  <a:lnTo>
                    <a:pt x="1842477" y="3345535"/>
                  </a:lnTo>
                  <a:close/>
                </a:path>
                <a:path w="18288000" h="10287000">
                  <a:moveTo>
                    <a:pt x="1847926" y="2139035"/>
                  </a:moveTo>
                  <a:lnTo>
                    <a:pt x="1822373" y="2100935"/>
                  </a:lnTo>
                  <a:lnTo>
                    <a:pt x="1778101" y="2126335"/>
                  </a:lnTo>
                  <a:lnTo>
                    <a:pt x="1803654" y="2177135"/>
                  </a:lnTo>
                  <a:lnTo>
                    <a:pt x="1847926" y="2139035"/>
                  </a:lnTo>
                  <a:close/>
                </a:path>
                <a:path w="18288000" h="10287000">
                  <a:moveTo>
                    <a:pt x="1852460" y="6088875"/>
                  </a:moveTo>
                  <a:lnTo>
                    <a:pt x="1850110" y="6084811"/>
                  </a:lnTo>
                  <a:lnTo>
                    <a:pt x="1846033" y="6087161"/>
                  </a:lnTo>
                  <a:lnTo>
                    <a:pt x="1848383" y="6091225"/>
                  </a:lnTo>
                  <a:lnTo>
                    <a:pt x="1852460" y="6088875"/>
                  </a:lnTo>
                  <a:close/>
                </a:path>
                <a:path w="18288000" h="10287000">
                  <a:moveTo>
                    <a:pt x="1852574" y="933665"/>
                  </a:moveTo>
                  <a:lnTo>
                    <a:pt x="1819668" y="876668"/>
                  </a:lnTo>
                  <a:lnTo>
                    <a:pt x="1762671" y="909574"/>
                  </a:lnTo>
                  <a:lnTo>
                    <a:pt x="1795589" y="966571"/>
                  </a:lnTo>
                  <a:lnTo>
                    <a:pt x="1852574" y="933665"/>
                  </a:lnTo>
                  <a:close/>
                </a:path>
                <a:path w="18288000" h="10287000">
                  <a:moveTo>
                    <a:pt x="1854695" y="4894935"/>
                  </a:moveTo>
                  <a:lnTo>
                    <a:pt x="1846757" y="4869535"/>
                  </a:lnTo>
                  <a:lnTo>
                    <a:pt x="1833029" y="4882235"/>
                  </a:lnTo>
                  <a:lnTo>
                    <a:pt x="1840953" y="4894935"/>
                  </a:lnTo>
                  <a:lnTo>
                    <a:pt x="1854695" y="4894935"/>
                  </a:lnTo>
                  <a:close/>
                </a:path>
                <a:path w="18288000" h="10287000">
                  <a:moveTo>
                    <a:pt x="1859749" y="3688435"/>
                  </a:moveTo>
                  <a:lnTo>
                    <a:pt x="1844179" y="3663035"/>
                  </a:lnTo>
                  <a:lnTo>
                    <a:pt x="1817204" y="3675735"/>
                  </a:lnTo>
                  <a:lnTo>
                    <a:pt x="1832775" y="3701135"/>
                  </a:lnTo>
                  <a:lnTo>
                    <a:pt x="1859749" y="3688435"/>
                  </a:lnTo>
                  <a:close/>
                </a:path>
                <a:path w="18288000" h="10287000">
                  <a:moveTo>
                    <a:pt x="1864791" y="2481935"/>
                  </a:moveTo>
                  <a:lnTo>
                    <a:pt x="1841588" y="2443835"/>
                  </a:lnTo>
                  <a:lnTo>
                    <a:pt x="1801393" y="2456535"/>
                  </a:lnTo>
                  <a:lnTo>
                    <a:pt x="1824596" y="2507335"/>
                  </a:lnTo>
                  <a:lnTo>
                    <a:pt x="1864791" y="2481935"/>
                  </a:lnTo>
                  <a:close/>
                </a:path>
                <a:path w="18288000" h="10287000">
                  <a:moveTo>
                    <a:pt x="1870252" y="1267460"/>
                  </a:moveTo>
                  <a:lnTo>
                    <a:pt x="1839099" y="1213510"/>
                  </a:lnTo>
                  <a:lnTo>
                    <a:pt x="1785162" y="1244663"/>
                  </a:lnTo>
                  <a:lnTo>
                    <a:pt x="1816303" y="1298600"/>
                  </a:lnTo>
                  <a:lnTo>
                    <a:pt x="1870252" y="1267460"/>
                  </a:lnTo>
                  <a:close/>
                </a:path>
                <a:path w="18288000" h="10287000">
                  <a:moveTo>
                    <a:pt x="1870925" y="6422885"/>
                  </a:moveTo>
                  <a:lnTo>
                    <a:pt x="1869757" y="6420853"/>
                  </a:lnTo>
                  <a:lnTo>
                    <a:pt x="1867725" y="6422022"/>
                  </a:lnTo>
                  <a:lnTo>
                    <a:pt x="1868893" y="6424054"/>
                  </a:lnTo>
                  <a:lnTo>
                    <a:pt x="1870925" y="6422885"/>
                  </a:lnTo>
                  <a:close/>
                </a:path>
                <a:path w="18288000" h="10287000">
                  <a:moveTo>
                    <a:pt x="1871954" y="5225135"/>
                  </a:moveTo>
                  <a:lnTo>
                    <a:pt x="1866087" y="5212435"/>
                  </a:lnTo>
                  <a:lnTo>
                    <a:pt x="1855914" y="5212435"/>
                  </a:lnTo>
                  <a:lnTo>
                    <a:pt x="1861781" y="5225135"/>
                  </a:lnTo>
                  <a:lnTo>
                    <a:pt x="1871954" y="5225135"/>
                  </a:lnTo>
                  <a:close/>
                </a:path>
                <a:path w="18288000" h="10287000">
                  <a:moveTo>
                    <a:pt x="1872081" y="61404"/>
                  </a:moveTo>
                  <a:lnTo>
                    <a:pt x="1836635" y="0"/>
                  </a:lnTo>
                  <a:lnTo>
                    <a:pt x="1832724" y="0"/>
                  </a:lnTo>
                  <a:lnTo>
                    <a:pt x="1772551" y="34734"/>
                  </a:lnTo>
                  <a:lnTo>
                    <a:pt x="1808988" y="97840"/>
                  </a:lnTo>
                  <a:lnTo>
                    <a:pt x="1872081" y="61404"/>
                  </a:lnTo>
                  <a:close/>
                </a:path>
                <a:path w="18288000" h="10287000">
                  <a:moveTo>
                    <a:pt x="1876209" y="4018635"/>
                  </a:moveTo>
                  <a:lnTo>
                    <a:pt x="1863280" y="3993235"/>
                  </a:lnTo>
                  <a:lnTo>
                    <a:pt x="1840890" y="4005935"/>
                  </a:lnTo>
                  <a:lnTo>
                    <a:pt x="1853819" y="4031335"/>
                  </a:lnTo>
                  <a:lnTo>
                    <a:pt x="1876209" y="4018635"/>
                  </a:lnTo>
                  <a:close/>
                </a:path>
                <a:path w="18288000" h="10287000">
                  <a:moveTo>
                    <a:pt x="1882063" y="2812135"/>
                  </a:moveTo>
                  <a:lnTo>
                    <a:pt x="1860905" y="2774035"/>
                  </a:lnTo>
                  <a:lnTo>
                    <a:pt x="1824278" y="2799435"/>
                  </a:lnTo>
                  <a:lnTo>
                    <a:pt x="1845424" y="2837535"/>
                  </a:lnTo>
                  <a:lnTo>
                    <a:pt x="1882063" y="2812135"/>
                  </a:lnTo>
                  <a:close/>
                </a:path>
                <a:path w="18288000" h="10287000">
                  <a:moveTo>
                    <a:pt x="1887512" y="1601139"/>
                  </a:moveTo>
                  <a:lnTo>
                    <a:pt x="1858429" y="1550758"/>
                  </a:lnTo>
                  <a:lnTo>
                    <a:pt x="1808048" y="1579854"/>
                  </a:lnTo>
                  <a:lnTo>
                    <a:pt x="1837131" y="1630222"/>
                  </a:lnTo>
                  <a:lnTo>
                    <a:pt x="1887512" y="1601139"/>
                  </a:lnTo>
                  <a:close/>
                </a:path>
                <a:path w="18288000" h="10287000">
                  <a:moveTo>
                    <a:pt x="1890026" y="5550509"/>
                  </a:moveTo>
                  <a:lnTo>
                    <a:pt x="1885619" y="5542877"/>
                  </a:lnTo>
                  <a:lnTo>
                    <a:pt x="1877987" y="5547284"/>
                  </a:lnTo>
                  <a:lnTo>
                    <a:pt x="1882394" y="5554916"/>
                  </a:lnTo>
                  <a:lnTo>
                    <a:pt x="1890026" y="5550509"/>
                  </a:lnTo>
                  <a:close/>
                </a:path>
                <a:path w="18288000" h="10287000">
                  <a:moveTo>
                    <a:pt x="1890153" y="395300"/>
                  </a:moveTo>
                  <a:lnTo>
                    <a:pt x="1855190" y="334746"/>
                  </a:lnTo>
                  <a:lnTo>
                    <a:pt x="1794637" y="369709"/>
                  </a:lnTo>
                  <a:lnTo>
                    <a:pt x="1829600" y="430263"/>
                  </a:lnTo>
                  <a:lnTo>
                    <a:pt x="1890153" y="395300"/>
                  </a:lnTo>
                  <a:close/>
                </a:path>
                <a:path w="18288000" h="10287000">
                  <a:moveTo>
                    <a:pt x="1893481" y="4348835"/>
                  </a:moveTo>
                  <a:lnTo>
                    <a:pt x="1882609" y="4336135"/>
                  </a:lnTo>
                  <a:lnTo>
                    <a:pt x="1863775" y="4348835"/>
                  </a:lnTo>
                  <a:lnTo>
                    <a:pt x="1874647" y="4361535"/>
                  </a:lnTo>
                  <a:lnTo>
                    <a:pt x="1893481" y="4348835"/>
                  </a:lnTo>
                  <a:close/>
                </a:path>
                <a:path w="18288000" h="10287000">
                  <a:moveTo>
                    <a:pt x="1898929" y="3142335"/>
                  </a:moveTo>
                  <a:lnTo>
                    <a:pt x="1880120" y="3116935"/>
                  </a:lnTo>
                  <a:lnTo>
                    <a:pt x="1847557" y="3129635"/>
                  </a:lnTo>
                  <a:lnTo>
                    <a:pt x="1866353" y="3167735"/>
                  </a:lnTo>
                  <a:lnTo>
                    <a:pt x="1898929" y="3142335"/>
                  </a:lnTo>
                  <a:close/>
                </a:path>
                <a:path w="18288000" h="10287000">
                  <a:moveTo>
                    <a:pt x="1904377" y="1935835"/>
                  </a:moveTo>
                  <a:lnTo>
                    <a:pt x="1877644" y="1897735"/>
                  </a:lnTo>
                  <a:lnTo>
                    <a:pt x="1831340" y="1923135"/>
                  </a:lnTo>
                  <a:lnTo>
                    <a:pt x="1858073" y="1973935"/>
                  </a:lnTo>
                  <a:lnTo>
                    <a:pt x="1904377" y="1935835"/>
                  </a:lnTo>
                  <a:close/>
                </a:path>
                <a:path w="18288000" h="10287000">
                  <a:moveTo>
                    <a:pt x="1908098" y="5884418"/>
                  </a:moveTo>
                  <a:lnTo>
                    <a:pt x="1905152" y="5879325"/>
                  </a:lnTo>
                  <a:lnTo>
                    <a:pt x="1900072" y="5882271"/>
                  </a:lnTo>
                  <a:lnTo>
                    <a:pt x="1903006" y="5887351"/>
                  </a:lnTo>
                  <a:lnTo>
                    <a:pt x="1908098" y="5884418"/>
                  </a:lnTo>
                  <a:close/>
                </a:path>
                <a:path w="18288000" h="10287000">
                  <a:moveTo>
                    <a:pt x="1908225" y="729208"/>
                  </a:moveTo>
                  <a:lnTo>
                    <a:pt x="1874723" y="671195"/>
                  </a:lnTo>
                  <a:lnTo>
                    <a:pt x="1816722" y="704684"/>
                  </a:lnTo>
                  <a:lnTo>
                    <a:pt x="1850212" y="762698"/>
                  </a:lnTo>
                  <a:lnTo>
                    <a:pt x="1908225" y="729208"/>
                  </a:lnTo>
                  <a:close/>
                </a:path>
                <a:path w="18288000" h="10287000">
                  <a:moveTo>
                    <a:pt x="1910740" y="4679035"/>
                  </a:moveTo>
                  <a:lnTo>
                    <a:pt x="1901926" y="4666335"/>
                  </a:lnTo>
                  <a:lnTo>
                    <a:pt x="1886661" y="4679035"/>
                  </a:lnTo>
                  <a:lnTo>
                    <a:pt x="1895475" y="4691735"/>
                  </a:lnTo>
                  <a:lnTo>
                    <a:pt x="1910740" y="4679035"/>
                  </a:lnTo>
                  <a:close/>
                </a:path>
                <a:path w="18288000" h="10287000">
                  <a:moveTo>
                    <a:pt x="1915388" y="3485235"/>
                  </a:moveTo>
                  <a:lnTo>
                    <a:pt x="1899234" y="3447135"/>
                  </a:lnTo>
                  <a:lnTo>
                    <a:pt x="1871243" y="3472535"/>
                  </a:lnTo>
                  <a:lnTo>
                    <a:pt x="1887397" y="3497935"/>
                  </a:lnTo>
                  <a:lnTo>
                    <a:pt x="1915388" y="3485235"/>
                  </a:lnTo>
                  <a:close/>
                </a:path>
                <a:path w="18288000" h="10287000">
                  <a:moveTo>
                    <a:pt x="1920836" y="2278735"/>
                  </a:moveTo>
                  <a:lnTo>
                    <a:pt x="1896745" y="2227935"/>
                  </a:lnTo>
                  <a:lnTo>
                    <a:pt x="1855012" y="2253335"/>
                  </a:lnTo>
                  <a:lnTo>
                    <a:pt x="1879117" y="2304135"/>
                  </a:lnTo>
                  <a:lnTo>
                    <a:pt x="1920836" y="2278735"/>
                  </a:lnTo>
                  <a:close/>
                </a:path>
                <a:path w="18288000" h="10287000">
                  <a:moveTo>
                    <a:pt x="1925891" y="1062990"/>
                  </a:moveTo>
                  <a:lnTo>
                    <a:pt x="1894166" y="1008037"/>
                  </a:lnTo>
                  <a:lnTo>
                    <a:pt x="1839201" y="1039761"/>
                  </a:lnTo>
                  <a:lnTo>
                    <a:pt x="1870925" y="1094727"/>
                  </a:lnTo>
                  <a:lnTo>
                    <a:pt x="1925891" y="1062990"/>
                  </a:lnTo>
                  <a:close/>
                </a:path>
                <a:path w="18288000" h="10287000">
                  <a:moveTo>
                    <a:pt x="1926577" y="6218428"/>
                  </a:moveTo>
                  <a:lnTo>
                    <a:pt x="1924812" y="6215367"/>
                  </a:lnTo>
                  <a:lnTo>
                    <a:pt x="1921751" y="6217132"/>
                  </a:lnTo>
                  <a:lnTo>
                    <a:pt x="1923516" y="6220180"/>
                  </a:lnTo>
                  <a:lnTo>
                    <a:pt x="1926577" y="6218428"/>
                  </a:lnTo>
                  <a:close/>
                </a:path>
                <a:path w="18288000" h="10287000">
                  <a:moveTo>
                    <a:pt x="1928406" y="5021935"/>
                  </a:moveTo>
                  <a:lnTo>
                    <a:pt x="1921357" y="5009235"/>
                  </a:lnTo>
                  <a:lnTo>
                    <a:pt x="1909140" y="5009235"/>
                  </a:lnTo>
                  <a:lnTo>
                    <a:pt x="1916188" y="5021935"/>
                  </a:lnTo>
                  <a:lnTo>
                    <a:pt x="1928406" y="5021935"/>
                  </a:lnTo>
                  <a:close/>
                </a:path>
                <a:path w="18288000" h="10287000">
                  <a:moveTo>
                    <a:pt x="1932647" y="3815435"/>
                  </a:moveTo>
                  <a:lnTo>
                    <a:pt x="1918550" y="3790035"/>
                  </a:lnTo>
                  <a:lnTo>
                    <a:pt x="1894128" y="3802735"/>
                  </a:lnTo>
                  <a:lnTo>
                    <a:pt x="1908225" y="3828135"/>
                  </a:lnTo>
                  <a:lnTo>
                    <a:pt x="1932647" y="3815435"/>
                  </a:lnTo>
                  <a:close/>
                </a:path>
                <a:path w="18288000" h="10287000">
                  <a:moveTo>
                    <a:pt x="1938108" y="2608935"/>
                  </a:moveTo>
                  <a:lnTo>
                    <a:pt x="1916074" y="2570835"/>
                  </a:lnTo>
                  <a:lnTo>
                    <a:pt x="1877910" y="2596235"/>
                  </a:lnTo>
                  <a:lnTo>
                    <a:pt x="1899945" y="2634335"/>
                  </a:lnTo>
                  <a:lnTo>
                    <a:pt x="1938108" y="2608935"/>
                  </a:lnTo>
                  <a:close/>
                </a:path>
                <a:path w="18288000" h="10287000">
                  <a:moveTo>
                    <a:pt x="1943163" y="1396682"/>
                  </a:moveTo>
                  <a:lnTo>
                    <a:pt x="1913483" y="1345285"/>
                  </a:lnTo>
                  <a:lnTo>
                    <a:pt x="1862086" y="1374965"/>
                  </a:lnTo>
                  <a:lnTo>
                    <a:pt x="1891753" y="1426349"/>
                  </a:lnTo>
                  <a:lnTo>
                    <a:pt x="1943163" y="1396682"/>
                  </a:lnTo>
                  <a:close/>
                </a:path>
                <a:path w="18288000" h="10287000">
                  <a:moveTo>
                    <a:pt x="1945398" y="190728"/>
                  </a:moveTo>
                  <a:lnTo>
                    <a:pt x="1910143" y="129667"/>
                  </a:lnTo>
                  <a:lnTo>
                    <a:pt x="1849081" y="164922"/>
                  </a:lnTo>
                  <a:lnTo>
                    <a:pt x="1884337" y="225983"/>
                  </a:lnTo>
                  <a:lnTo>
                    <a:pt x="1945398" y="190728"/>
                  </a:lnTo>
                  <a:close/>
                </a:path>
                <a:path w="18288000" h="10287000">
                  <a:moveTo>
                    <a:pt x="1945678" y="5352135"/>
                  </a:moveTo>
                  <a:lnTo>
                    <a:pt x="1940674" y="5339435"/>
                  </a:lnTo>
                  <a:lnTo>
                    <a:pt x="1932038" y="5352135"/>
                  </a:lnTo>
                  <a:lnTo>
                    <a:pt x="1945678" y="5352135"/>
                  </a:lnTo>
                  <a:close/>
                </a:path>
                <a:path w="18288000" h="10287000">
                  <a:moveTo>
                    <a:pt x="1949932" y="4145635"/>
                  </a:moveTo>
                  <a:lnTo>
                    <a:pt x="1937880" y="4120235"/>
                  </a:lnTo>
                  <a:lnTo>
                    <a:pt x="1917014" y="4132935"/>
                  </a:lnTo>
                  <a:lnTo>
                    <a:pt x="1929053" y="4158335"/>
                  </a:lnTo>
                  <a:lnTo>
                    <a:pt x="1949932" y="4145635"/>
                  </a:lnTo>
                  <a:close/>
                </a:path>
                <a:path w="18288000" h="10287000">
                  <a:moveTo>
                    <a:pt x="1954961" y="2939135"/>
                  </a:moveTo>
                  <a:lnTo>
                    <a:pt x="1935289" y="2913735"/>
                  </a:lnTo>
                  <a:lnTo>
                    <a:pt x="1901190" y="2926435"/>
                  </a:lnTo>
                  <a:lnTo>
                    <a:pt x="1920875" y="2964535"/>
                  </a:lnTo>
                  <a:lnTo>
                    <a:pt x="1954961" y="2939135"/>
                  </a:lnTo>
                  <a:close/>
                </a:path>
                <a:path w="18288000" h="10287000">
                  <a:moveTo>
                    <a:pt x="1960422" y="1730362"/>
                  </a:moveTo>
                  <a:lnTo>
                    <a:pt x="1932813" y="1682534"/>
                  </a:lnTo>
                  <a:lnTo>
                    <a:pt x="1884972" y="1710143"/>
                  </a:lnTo>
                  <a:lnTo>
                    <a:pt x="1912594" y="1757984"/>
                  </a:lnTo>
                  <a:lnTo>
                    <a:pt x="1960422" y="1730362"/>
                  </a:lnTo>
                  <a:close/>
                </a:path>
                <a:path w="18288000" h="10287000">
                  <a:moveTo>
                    <a:pt x="1963458" y="524637"/>
                  </a:moveTo>
                  <a:lnTo>
                    <a:pt x="1929676" y="466115"/>
                  </a:lnTo>
                  <a:lnTo>
                    <a:pt x="1871154" y="499897"/>
                  </a:lnTo>
                  <a:lnTo>
                    <a:pt x="1904949" y="558419"/>
                  </a:lnTo>
                  <a:lnTo>
                    <a:pt x="1963458" y="524637"/>
                  </a:lnTo>
                  <a:close/>
                </a:path>
                <a:path w="18288000" h="10287000">
                  <a:moveTo>
                    <a:pt x="1964143" y="5680062"/>
                  </a:moveTo>
                  <a:lnTo>
                    <a:pt x="1960321" y="5673445"/>
                  </a:lnTo>
                  <a:lnTo>
                    <a:pt x="1953704" y="5677268"/>
                  </a:lnTo>
                  <a:lnTo>
                    <a:pt x="1957527" y="5683885"/>
                  </a:lnTo>
                  <a:lnTo>
                    <a:pt x="1964143" y="5680062"/>
                  </a:lnTo>
                  <a:close/>
                </a:path>
                <a:path w="18288000" h="10287000">
                  <a:moveTo>
                    <a:pt x="1967191" y="4475835"/>
                  </a:moveTo>
                  <a:lnTo>
                    <a:pt x="1957197" y="4463135"/>
                  </a:lnTo>
                  <a:lnTo>
                    <a:pt x="1939899" y="4475835"/>
                  </a:lnTo>
                  <a:lnTo>
                    <a:pt x="1949881" y="4488535"/>
                  </a:lnTo>
                  <a:lnTo>
                    <a:pt x="1967191" y="4475835"/>
                  </a:lnTo>
                  <a:close/>
                </a:path>
                <a:path w="18288000" h="10287000">
                  <a:moveTo>
                    <a:pt x="1971840" y="3269335"/>
                  </a:moveTo>
                  <a:lnTo>
                    <a:pt x="1954504" y="3243935"/>
                  </a:lnTo>
                  <a:lnTo>
                    <a:pt x="1924481" y="3256635"/>
                  </a:lnTo>
                  <a:lnTo>
                    <a:pt x="1941817" y="3294735"/>
                  </a:lnTo>
                  <a:lnTo>
                    <a:pt x="1971840" y="3269335"/>
                  </a:lnTo>
                  <a:close/>
                </a:path>
                <a:path w="18288000" h="10287000">
                  <a:moveTo>
                    <a:pt x="1974926" y="0"/>
                  </a:moveTo>
                  <a:lnTo>
                    <a:pt x="1927555" y="0"/>
                  </a:lnTo>
                  <a:lnTo>
                    <a:pt x="1939391" y="20510"/>
                  </a:lnTo>
                  <a:lnTo>
                    <a:pt x="1974926" y="0"/>
                  </a:lnTo>
                  <a:close/>
                </a:path>
                <a:path w="18288000" h="10287000">
                  <a:moveTo>
                    <a:pt x="1977288" y="2075535"/>
                  </a:moveTo>
                  <a:lnTo>
                    <a:pt x="1952015" y="2024735"/>
                  </a:lnTo>
                  <a:lnTo>
                    <a:pt x="1908263" y="2050135"/>
                  </a:lnTo>
                  <a:lnTo>
                    <a:pt x="1933524" y="2100935"/>
                  </a:lnTo>
                  <a:lnTo>
                    <a:pt x="1977288" y="2075535"/>
                  </a:lnTo>
                  <a:close/>
                </a:path>
                <a:path w="18288000" h="10287000">
                  <a:moveTo>
                    <a:pt x="1981542" y="858532"/>
                  </a:moveTo>
                  <a:lnTo>
                    <a:pt x="1949221" y="802551"/>
                  </a:lnTo>
                  <a:lnTo>
                    <a:pt x="1893239" y="834872"/>
                  </a:lnTo>
                  <a:lnTo>
                    <a:pt x="1925561" y="890854"/>
                  </a:lnTo>
                  <a:lnTo>
                    <a:pt x="1981542" y="858532"/>
                  </a:lnTo>
                  <a:close/>
                </a:path>
                <a:path w="18288000" h="10287000">
                  <a:moveTo>
                    <a:pt x="1982216" y="6013958"/>
                  </a:moveTo>
                  <a:lnTo>
                    <a:pt x="1979866" y="6009894"/>
                  </a:lnTo>
                  <a:lnTo>
                    <a:pt x="1975789" y="6012231"/>
                  </a:lnTo>
                  <a:lnTo>
                    <a:pt x="1978139" y="6016307"/>
                  </a:lnTo>
                  <a:lnTo>
                    <a:pt x="1982216" y="6013958"/>
                  </a:lnTo>
                  <a:close/>
                </a:path>
                <a:path w="18288000" h="10287000">
                  <a:moveTo>
                    <a:pt x="1984451" y="4818735"/>
                  </a:moveTo>
                  <a:lnTo>
                    <a:pt x="1976526" y="4806035"/>
                  </a:lnTo>
                  <a:lnTo>
                    <a:pt x="1962785" y="4806035"/>
                  </a:lnTo>
                  <a:lnTo>
                    <a:pt x="1970709" y="4818735"/>
                  </a:lnTo>
                  <a:lnTo>
                    <a:pt x="1984451" y="4818735"/>
                  </a:lnTo>
                  <a:close/>
                </a:path>
                <a:path w="18288000" h="10287000">
                  <a:moveTo>
                    <a:pt x="1989099" y="3612235"/>
                  </a:moveTo>
                  <a:lnTo>
                    <a:pt x="1973834" y="3586835"/>
                  </a:lnTo>
                  <a:lnTo>
                    <a:pt x="1947367" y="3599535"/>
                  </a:lnTo>
                  <a:lnTo>
                    <a:pt x="1962645" y="3624935"/>
                  </a:lnTo>
                  <a:lnTo>
                    <a:pt x="1989099" y="3612235"/>
                  </a:lnTo>
                  <a:close/>
                </a:path>
                <a:path w="18288000" h="10287000">
                  <a:moveTo>
                    <a:pt x="1994154" y="2405735"/>
                  </a:moveTo>
                  <a:lnTo>
                    <a:pt x="1971243" y="2367635"/>
                  </a:lnTo>
                  <a:lnTo>
                    <a:pt x="1931543" y="2393035"/>
                  </a:lnTo>
                  <a:lnTo>
                    <a:pt x="1954453" y="2431135"/>
                  </a:lnTo>
                  <a:lnTo>
                    <a:pt x="1994154" y="2405735"/>
                  </a:lnTo>
                  <a:close/>
                </a:path>
                <a:path w="18288000" h="10287000">
                  <a:moveTo>
                    <a:pt x="1999195" y="1192326"/>
                  </a:moveTo>
                  <a:lnTo>
                    <a:pt x="1968639" y="1139405"/>
                  </a:lnTo>
                  <a:lnTo>
                    <a:pt x="1915731" y="1169962"/>
                  </a:lnTo>
                  <a:lnTo>
                    <a:pt x="1946275" y="1222883"/>
                  </a:lnTo>
                  <a:lnTo>
                    <a:pt x="1999195" y="1192326"/>
                  </a:lnTo>
                  <a:close/>
                </a:path>
                <a:path w="18288000" h="10287000">
                  <a:moveTo>
                    <a:pt x="2000681" y="6347955"/>
                  </a:moveTo>
                  <a:lnTo>
                    <a:pt x="1999513" y="6345936"/>
                  </a:lnTo>
                  <a:lnTo>
                    <a:pt x="1997481" y="6347104"/>
                  </a:lnTo>
                  <a:lnTo>
                    <a:pt x="1998649" y="6349136"/>
                  </a:lnTo>
                  <a:lnTo>
                    <a:pt x="2000681" y="6347955"/>
                  </a:lnTo>
                  <a:close/>
                </a:path>
                <a:path w="18288000" h="10287000">
                  <a:moveTo>
                    <a:pt x="2001723" y="5148935"/>
                  </a:moveTo>
                  <a:lnTo>
                    <a:pt x="1995843" y="5136235"/>
                  </a:lnTo>
                  <a:lnTo>
                    <a:pt x="1985670" y="5148935"/>
                  </a:lnTo>
                  <a:lnTo>
                    <a:pt x="2001723" y="5148935"/>
                  </a:lnTo>
                  <a:close/>
                </a:path>
                <a:path w="18288000" h="10287000">
                  <a:moveTo>
                    <a:pt x="2005965" y="3942435"/>
                  </a:moveTo>
                  <a:lnTo>
                    <a:pt x="1993036" y="3917035"/>
                  </a:lnTo>
                  <a:lnTo>
                    <a:pt x="1970646" y="3929735"/>
                  </a:lnTo>
                  <a:lnTo>
                    <a:pt x="1983574" y="3955135"/>
                  </a:lnTo>
                  <a:lnTo>
                    <a:pt x="2005965" y="3942435"/>
                  </a:lnTo>
                  <a:close/>
                </a:path>
                <a:path w="18288000" h="10287000">
                  <a:moveTo>
                    <a:pt x="2011426" y="2735935"/>
                  </a:moveTo>
                  <a:lnTo>
                    <a:pt x="1990559" y="2697835"/>
                  </a:lnTo>
                  <a:lnTo>
                    <a:pt x="1954428" y="2723235"/>
                  </a:lnTo>
                  <a:lnTo>
                    <a:pt x="1975294" y="2761335"/>
                  </a:lnTo>
                  <a:lnTo>
                    <a:pt x="2011426" y="2735935"/>
                  </a:lnTo>
                  <a:close/>
                </a:path>
                <a:path w="18288000" h="10287000">
                  <a:moveTo>
                    <a:pt x="2016467" y="1526006"/>
                  </a:moveTo>
                  <a:lnTo>
                    <a:pt x="1987969" y="1476654"/>
                  </a:lnTo>
                  <a:lnTo>
                    <a:pt x="1938604" y="1505153"/>
                  </a:lnTo>
                  <a:lnTo>
                    <a:pt x="1967115" y="1554505"/>
                  </a:lnTo>
                  <a:lnTo>
                    <a:pt x="2016467" y="1526006"/>
                  </a:lnTo>
                  <a:close/>
                </a:path>
                <a:path w="18288000" h="10287000">
                  <a:moveTo>
                    <a:pt x="2018309" y="319951"/>
                  </a:moveTo>
                  <a:lnTo>
                    <a:pt x="1984514" y="261429"/>
                  </a:lnTo>
                  <a:lnTo>
                    <a:pt x="1926005" y="295224"/>
                  </a:lnTo>
                  <a:lnTo>
                    <a:pt x="1959787" y="353745"/>
                  </a:lnTo>
                  <a:lnTo>
                    <a:pt x="2018309" y="319951"/>
                  </a:lnTo>
                  <a:close/>
                </a:path>
                <a:path w="18288000" h="10287000">
                  <a:moveTo>
                    <a:pt x="2019795" y="5479135"/>
                  </a:moveTo>
                  <a:lnTo>
                    <a:pt x="2007743" y="5479135"/>
                  </a:lnTo>
                  <a:lnTo>
                    <a:pt x="2012149" y="5491835"/>
                  </a:lnTo>
                  <a:lnTo>
                    <a:pt x="2019795" y="5479135"/>
                  </a:lnTo>
                  <a:close/>
                </a:path>
                <a:path w="18288000" h="10287000">
                  <a:moveTo>
                    <a:pt x="2023224" y="4272635"/>
                  </a:moveTo>
                  <a:lnTo>
                    <a:pt x="2012365" y="4259935"/>
                  </a:lnTo>
                  <a:lnTo>
                    <a:pt x="1993544" y="4272635"/>
                  </a:lnTo>
                  <a:lnTo>
                    <a:pt x="2004402" y="4285335"/>
                  </a:lnTo>
                  <a:lnTo>
                    <a:pt x="2023224" y="4272635"/>
                  </a:lnTo>
                  <a:close/>
                </a:path>
                <a:path w="18288000" h="10287000">
                  <a:moveTo>
                    <a:pt x="2028278" y="3066135"/>
                  </a:moveTo>
                  <a:lnTo>
                    <a:pt x="2009775" y="3040735"/>
                  </a:lnTo>
                  <a:lnTo>
                    <a:pt x="1977720" y="3053435"/>
                  </a:lnTo>
                  <a:lnTo>
                    <a:pt x="1996224" y="3091535"/>
                  </a:lnTo>
                  <a:lnTo>
                    <a:pt x="2028278" y="3066135"/>
                  </a:lnTo>
                  <a:close/>
                </a:path>
                <a:path w="18288000" h="10287000">
                  <a:moveTo>
                    <a:pt x="2033333" y="1859584"/>
                  </a:moveTo>
                  <a:lnTo>
                    <a:pt x="2007184" y="1814296"/>
                  </a:lnTo>
                  <a:lnTo>
                    <a:pt x="1961896" y="1840445"/>
                  </a:lnTo>
                  <a:lnTo>
                    <a:pt x="1988045" y="1885734"/>
                  </a:lnTo>
                  <a:lnTo>
                    <a:pt x="2033333" y="1859584"/>
                  </a:lnTo>
                  <a:close/>
                </a:path>
                <a:path w="18288000" h="10287000">
                  <a:moveTo>
                    <a:pt x="2036775" y="653961"/>
                  </a:moveTo>
                  <a:lnTo>
                    <a:pt x="2004161" y="597484"/>
                  </a:lnTo>
                  <a:lnTo>
                    <a:pt x="1947684" y="630097"/>
                  </a:lnTo>
                  <a:lnTo>
                    <a:pt x="1980298" y="686574"/>
                  </a:lnTo>
                  <a:lnTo>
                    <a:pt x="2036775" y="653961"/>
                  </a:lnTo>
                  <a:close/>
                </a:path>
                <a:path w="18288000" h="10287000">
                  <a:moveTo>
                    <a:pt x="2037854" y="5809500"/>
                  </a:moveTo>
                  <a:lnTo>
                    <a:pt x="2034921" y="5804408"/>
                  </a:lnTo>
                  <a:lnTo>
                    <a:pt x="2029828" y="5807341"/>
                  </a:lnTo>
                  <a:lnTo>
                    <a:pt x="2032774" y="5812434"/>
                  </a:lnTo>
                  <a:lnTo>
                    <a:pt x="2037854" y="5809500"/>
                  </a:lnTo>
                  <a:close/>
                </a:path>
                <a:path w="18288000" h="10287000">
                  <a:moveTo>
                    <a:pt x="2040496" y="4615535"/>
                  </a:moveTo>
                  <a:lnTo>
                    <a:pt x="2031682" y="4590135"/>
                  </a:lnTo>
                  <a:lnTo>
                    <a:pt x="2016417" y="4602835"/>
                  </a:lnTo>
                  <a:lnTo>
                    <a:pt x="2025230" y="4615535"/>
                  </a:lnTo>
                  <a:lnTo>
                    <a:pt x="2040496" y="4615535"/>
                  </a:lnTo>
                  <a:close/>
                </a:path>
                <a:path w="18288000" h="10287000">
                  <a:moveTo>
                    <a:pt x="2045144" y="3409035"/>
                  </a:moveTo>
                  <a:lnTo>
                    <a:pt x="2028990" y="3370935"/>
                  </a:lnTo>
                  <a:lnTo>
                    <a:pt x="2000999" y="3396335"/>
                  </a:lnTo>
                  <a:lnTo>
                    <a:pt x="2017166" y="3421735"/>
                  </a:lnTo>
                  <a:lnTo>
                    <a:pt x="2045144" y="3409035"/>
                  </a:lnTo>
                  <a:close/>
                </a:path>
                <a:path w="18288000" h="10287000">
                  <a:moveTo>
                    <a:pt x="2050199" y="2202535"/>
                  </a:moveTo>
                  <a:lnTo>
                    <a:pt x="2026399" y="2164435"/>
                  </a:lnTo>
                  <a:lnTo>
                    <a:pt x="1985187" y="2177135"/>
                  </a:lnTo>
                  <a:lnTo>
                    <a:pt x="2008974" y="2227935"/>
                  </a:lnTo>
                  <a:lnTo>
                    <a:pt x="2050199" y="2202535"/>
                  </a:lnTo>
                  <a:close/>
                </a:path>
                <a:path w="18288000" h="10287000">
                  <a:moveTo>
                    <a:pt x="2054440" y="987755"/>
                  </a:moveTo>
                  <a:lnTo>
                    <a:pt x="2023592" y="934326"/>
                  </a:lnTo>
                  <a:lnTo>
                    <a:pt x="1970163" y="965174"/>
                  </a:lnTo>
                  <a:lnTo>
                    <a:pt x="2001012" y="1018603"/>
                  </a:lnTo>
                  <a:lnTo>
                    <a:pt x="2054440" y="987755"/>
                  </a:lnTo>
                  <a:close/>
                </a:path>
                <a:path w="18288000" h="10287000">
                  <a:moveTo>
                    <a:pt x="2056320" y="6143498"/>
                  </a:moveTo>
                  <a:lnTo>
                    <a:pt x="2054567" y="6140450"/>
                  </a:lnTo>
                  <a:lnTo>
                    <a:pt x="2051519" y="6142215"/>
                  </a:lnTo>
                  <a:lnTo>
                    <a:pt x="2053272" y="6145263"/>
                  </a:lnTo>
                  <a:lnTo>
                    <a:pt x="2056320" y="6143498"/>
                  </a:lnTo>
                  <a:close/>
                </a:path>
                <a:path w="18288000" h="10287000">
                  <a:moveTo>
                    <a:pt x="2058174" y="4945735"/>
                  </a:moveTo>
                  <a:lnTo>
                    <a:pt x="2051126" y="4933035"/>
                  </a:lnTo>
                  <a:lnTo>
                    <a:pt x="2038908" y="4933035"/>
                  </a:lnTo>
                  <a:lnTo>
                    <a:pt x="2045957" y="4945735"/>
                  </a:lnTo>
                  <a:lnTo>
                    <a:pt x="2058174" y="4945735"/>
                  </a:lnTo>
                  <a:close/>
                </a:path>
                <a:path w="18288000" h="10287000">
                  <a:moveTo>
                    <a:pt x="2062403" y="3739235"/>
                  </a:moveTo>
                  <a:lnTo>
                    <a:pt x="2048306" y="3713835"/>
                  </a:lnTo>
                  <a:lnTo>
                    <a:pt x="2023884" y="3726535"/>
                  </a:lnTo>
                  <a:lnTo>
                    <a:pt x="2037981" y="3751935"/>
                  </a:lnTo>
                  <a:lnTo>
                    <a:pt x="2062403" y="3739235"/>
                  </a:lnTo>
                  <a:close/>
                </a:path>
                <a:path w="18288000" h="10287000">
                  <a:moveTo>
                    <a:pt x="2067471" y="2532735"/>
                  </a:moveTo>
                  <a:lnTo>
                    <a:pt x="2045716" y="2494635"/>
                  </a:lnTo>
                  <a:lnTo>
                    <a:pt x="2008073" y="2520035"/>
                  </a:lnTo>
                  <a:lnTo>
                    <a:pt x="2029802" y="2558135"/>
                  </a:lnTo>
                  <a:lnTo>
                    <a:pt x="2067471" y="2532735"/>
                  </a:lnTo>
                  <a:close/>
                </a:path>
                <a:path w="18288000" h="10287000">
                  <a:moveTo>
                    <a:pt x="2072106" y="1321549"/>
                  </a:moveTo>
                  <a:lnTo>
                    <a:pt x="2043023" y="1271168"/>
                  </a:lnTo>
                  <a:lnTo>
                    <a:pt x="1992642" y="1300264"/>
                  </a:lnTo>
                  <a:lnTo>
                    <a:pt x="2021738" y="1350632"/>
                  </a:lnTo>
                  <a:lnTo>
                    <a:pt x="2072106" y="1321549"/>
                  </a:lnTo>
                  <a:close/>
                </a:path>
                <a:path w="18288000" h="10287000">
                  <a:moveTo>
                    <a:pt x="2073554" y="115379"/>
                  </a:moveTo>
                  <a:lnTo>
                    <a:pt x="2039480" y="56349"/>
                  </a:lnTo>
                  <a:lnTo>
                    <a:pt x="1980450" y="90436"/>
                  </a:lnTo>
                  <a:lnTo>
                    <a:pt x="2014524" y="149466"/>
                  </a:lnTo>
                  <a:lnTo>
                    <a:pt x="2073554" y="115379"/>
                  </a:lnTo>
                  <a:close/>
                </a:path>
                <a:path w="18288000" h="10287000">
                  <a:moveTo>
                    <a:pt x="2075434" y="5275935"/>
                  </a:moveTo>
                  <a:lnTo>
                    <a:pt x="2070442" y="5263235"/>
                  </a:lnTo>
                  <a:lnTo>
                    <a:pt x="2061794" y="5275935"/>
                  </a:lnTo>
                  <a:lnTo>
                    <a:pt x="2066785" y="5288635"/>
                  </a:lnTo>
                  <a:lnTo>
                    <a:pt x="2075434" y="5275935"/>
                  </a:lnTo>
                  <a:close/>
                </a:path>
                <a:path w="18288000" h="10287000">
                  <a:moveTo>
                    <a:pt x="2079675" y="4069435"/>
                  </a:moveTo>
                  <a:lnTo>
                    <a:pt x="2067636" y="4056735"/>
                  </a:lnTo>
                  <a:lnTo>
                    <a:pt x="2046770" y="4069435"/>
                  </a:lnTo>
                  <a:lnTo>
                    <a:pt x="2058809" y="4082135"/>
                  </a:lnTo>
                  <a:lnTo>
                    <a:pt x="2079675" y="4069435"/>
                  </a:lnTo>
                  <a:close/>
                </a:path>
                <a:path w="18288000" h="10287000">
                  <a:moveTo>
                    <a:pt x="2084336" y="2862935"/>
                  </a:moveTo>
                  <a:lnTo>
                    <a:pt x="2064943" y="2837535"/>
                  </a:lnTo>
                  <a:lnTo>
                    <a:pt x="2031352" y="2850235"/>
                  </a:lnTo>
                  <a:lnTo>
                    <a:pt x="2050745" y="2888335"/>
                  </a:lnTo>
                  <a:lnTo>
                    <a:pt x="2084336" y="2862935"/>
                  </a:lnTo>
                  <a:close/>
                </a:path>
                <a:path w="18288000" h="10287000">
                  <a:moveTo>
                    <a:pt x="2089378" y="1655229"/>
                  </a:moveTo>
                  <a:lnTo>
                    <a:pt x="2062353" y="1608416"/>
                  </a:lnTo>
                  <a:lnTo>
                    <a:pt x="2015528" y="1635442"/>
                  </a:lnTo>
                  <a:lnTo>
                    <a:pt x="2042566" y="1682254"/>
                  </a:lnTo>
                  <a:lnTo>
                    <a:pt x="2089378" y="1655229"/>
                  </a:lnTo>
                  <a:close/>
                </a:path>
                <a:path w="18288000" h="10287000">
                  <a:moveTo>
                    <a:pt x="2091626" y="449287"/>
                  </a:moveTo>
                  <a:lnTo>
                    <a:pt x="2059012" y="392798"/>
                  </a:lnTo>
                  <a:lnTo>
                    <a:pt x="2002523" y="425411"/>
                  </a:lnTo>
                  <a:lnTo>
                    <a:pt x="2035136" y="481901"/>
                  </a:lnTo>
                  <a:lnTo>
                    <a:pt x="2091626" y="449287"/>
                  </a:lnTo>
                  <a:close/>
                </a:path>
                <a:path w="18288000" h="10287000">
                  <a:moveTo>
                    <a:pt x="2093899" y="5605145"/>
                  </a:moveTo>
                  <a:lnTo>
                    <a:pt x="2090089" y="5598528"/>
                  </a:lnTo>
                  <a:lnTo>
                    <a:pt x="2083473" y="5602338"/>
                  </a:lnTo>
                  <a:lnTo>
                    <a:pt x="2087283" y="5608967"/>
                  </a:lnTo>
                  <a:lnTo>
                    <a:pt x="2093899" y="5605145"/>
                  </a:lnTo>
                  <a:close/>
                </a:path>
                <a:path w="18288000" h="10287000">
                  <a:moveTo>
                    <a:pt x="2096947" y="4399635"/>
                  </a:moveTo>
                  <a:lnTo>
                    <a:pt x="2086965" y="4386935"/>
                  </a:lnTo>
                  <a:lnTo>
                    <a:pt x="2069655" y="4399635"/>
                  </a:lnTo>
                  <a:lnTo>
                    <a:pt x="2079650" y="4412335"/>
                  </a:lnTo>
                  <a:lnTo>
                    <a:pt x="2096947" y="4399635"/>
                  </a:lnTo>
                  <a:close/>
                </a:path>
                <a:path w="18288000" h="10287000">
                  <a:moveTo>
                    <a:pt x="2101189" y="3205835"/>
                  </a:moveTo>
                  <a:lnTo>
                    <a:pt x="2084158" y="3167735"/>
                  </a:lnTo>
                  <a:lnTo>
                    <a:pt x="2054644" y="3193135"/>
                  </a:lnTo>
                  <a:lnTo>
                    <a:pt x="2071674" y="3218535"/>
                  </a:lnTo>
                  <a:lnTo>
                    <a:pt x="2101189" y="3205835"/>
                  </a:lnTo>
                  <a:close/>
                </a:path>
                <a:path w="18288000" h="10287000">
                  <a:moveTo>
                    <a:pt x="2106244" y="1988807"/>
                  </a:moveTo>
                  <a:lnTo>
                    <a:pt x="2081568" y="1946059"/>
                  </a:lnTo>
                  <a:lnTo>
                    <a:pt x="2038819" y="1970747"/>
                  </a:lnTo>
                  <a:lnTo>
                    <a:pt x="2063496" y="2013483"/>
                  </a:lnTo>
                  <a:lnTo>
                    <a:pt x="2106244" y="1988807"/>
                  </a:lnTo>
                  <a:close/>
                </a:path>
                <a:path w="18288000" h="10287000">
                  <a:moveTo>
                    <a:pt x="2110092" y="783297"/>
                  </a:moveTo>
                  <a:lnTo>
                    <a:pt x="2078659" y="728840"/>
                  </a:lnTo>
                  <a:lnTo>
                    <a:pt x="2024202" y="760285"/>
                  </a:lnTo>
                  <a:lnTo>
                    <a:pt x="2055634" y="814730"/>
                  </a:lnTo>
                  <a:lnTo>
                    <a:pt x="2110092" y="783297"/>
                  </a:lnTo>
                  <a:close/>
                </a:path>
                <a:path w="18288000" h="10287000">
                  <a:moveTo>
                    <a:pt x="2111972" y="5939040"/>
                  </a:moveTo>
                  <a:lnTo>
                    <a:pt x="2109622" y="5934964"/>
                  </a:lnTo>
                  <a:lnTo>
                    <a:pt x="2105545" y="5937326"/>
                  </a:lnTo>
                  <a:lnTo>
                    <a:pt x="2107895" y="5941390"/>
                  </a:lnTo>
                  <a:lnTo>
                    <a:pt x="2111972" y="5939040"/>
                  </a:lnTo>
                  <a:close/>
                </a:path>
                <a:path w="18288000" h="10287000">
                  <a:moveTo>
                    <a:pt x="2114219" y="4742535"/>
                  </a:moveTo>
                  <a:lnTo>
                    <a:pt x="2106282" y="4729835"/>
                  </a:lnTo>
                  <a:lnTo>
                    <a:pt x="2092540" y="4729835"/>
                  </a:lnTo>
                  <a:lnTo>
                    <a:pt x="2100478" y="4742535"/>
                  </a:lnTo>
                  <a:lnTo>
                    <a:pt x="2114219" y="4742535"/>
                  </a:lnTo>
                  <a:close/>
                </a:path>
                <a:path w="18288000" h="10287000">
                  <a:moveTo>
                    <a:pt x="2118868" y="3536035"/>
                  </a:moveTo>
                  <a:lnTo>
                    <a:pt x="2103589" y="3510635"/>
                  </a:lnTo>
                  <a:lnTo>
                    <a:pt x="2077123" y="3523335"/>
                  </a:lnTo>
                  <a:lnTo>
                    <a:pt x="2092401" y="3548735"/>
                  </a:lnTo>
                  <a:lnTo>
                    <a:pt x="2118868" y="3536035"/>
                  </a:lnTo>
                  <a:close/>
                </a:path>
                <a:path w="18288000" h="10287000">
                  <a:moveTo>
                    <a:pt x="2123516" y="2329535"/>
                  </a:moveTo>
                  <a:lnTo>
                    <a:pt x="2100884" y="2291435"/>
                  </a:lnTo>
                  <a:lnTo>
                    <a:pt x="2061705" y="2316835"/>
                  </a:lnTo>
                  <a:lnTo>
                    <a:pt x="2084324" y="2354935"/>
                  </a:lnTo>
                  <a:lnTo>
                    <a:pt x="2123516" y="2329535"/>
                  </a:lnTo>
                  <a:close/>
                </a:path>
                <a:path w="18288000" h="10287000">
                  <a:moveTo>
                    <a:pt x="2127758" y="1117092"/>
                  </a:moveTo>
                  <a:lnTo>
                    <a:pt x="2098078" y="1065682"/>
                  </a:lnTo>
                  <a:lnTo>
                    <a:pt x="2046681" y="1095362"/>
                  </a:lnTo>
                  <a:lnTo>
                    <a:pt x="2076361" y="1146759"/>
                  </a:lnTo>
                  <a:lnTo>
                    <a:pt x="2127758" y="1117092"/>
                  </a:lnTo>
                  <a:close/>
                </a:path>
                <a:path w="18288000" h="10287000">
                  <a:moveTo>
                    <a:pt x="2130437" y="6273050"/>
                  </a:moveTo>
                  <a:lnTo>
                    <a:pt x="2129269" y="6271018"/>
                  </a:lnTo>
                  <a:lnTo>
                    <a:pt x="2127224" y="6272200"/>
                  </a:lnTo>
                  <a:lnTo>
                    <a:pt x="2128405" y="6274219"/>
                  </a:lnTo>
                  <a:lnTo>
                    <a:pt x="2130437" y="6273050"/>
                  </a:lnTo>
                  <a:close/>
                </a:path>
                <a:path w="18288000" h="10287000">
                  <a:moveTo>
                    <a:pt x="2131479" y="5072735"/>
                  </a:moveTo>
                  <a:lnTo>
                    <a:pt x="2125611" y="5060035"/>
                  </a:lnTo>
                  <a:lnTo>
                    <a:pt x="2115426" y="5072735"/>
                  </a:lnTo>
                  <a:lnTo>
                    <a:pt x="2131479" y="5072735"/>
                  </a:lnTo>
                  <a:close/>
                </a:path>
                <a:path w="18288000" h="10287000">
                  <a:moveTo>
                    <a:pt x="2135721" y="3866235"/>
                  </a:moveTo>
                  <a:lnTo>
                    <a:pt x="2122805" y="3840835"/>
                  </a:lnTo>
                  <a:lnTo>
                    <a:pt x="2100414" y="3853535"/>
                  </a:lnTo>
                  <a:lnTo>
                    <a:pt x="2113330" y="3878935"/>
                  </a:lnTo>
                  <a:lnTo>
                    <a:pt x="2135721" y="3866235"/>
                  </a:lnTo>
                  <a:close/>
                </a:path>
                <a:path w="18288000" h="10287000">
                  <a:moveTo>
                    <a:pt x="2140775" y="2659735"/>
                  </a:moveTo>
                  <a:lnTo>
                    <a:pt x="2120214" y="2621635"/>
                  </a:lnTo>
                  <a:lnTo>
                    <a:pt x="2084590" y="2647035"/>
                  </a:lnTo>
                  <a:lnTo>
                    <a:pt x="2105152" y="2685135"/>
                  </a:lnTo>
                  <a:lnTo>
                    <a:pt x="2140775" y="2659735"/>
                  </a:lnTo>
                  <a:close/>
                </a:path>
                <a:path w="18288000" h="10287000">
                  <a:moveTo>
                    <a:pt x="2145423" y="1450886"/>
                  </a:moveTo>
                  <a:lnTo>
                    <a:pt x="2117509" y="1402537"/>
                  </a:lnTo>
                  <a:lnTo>
                    <a:pt x="2069172" y="1430439"/>
                  </a:lnTo>
                  <a:lnTo>
                    <a:pt x="2097087" y="1478788"/>
                  </a:lnTo>
                  <a:lnTo>
                    <a:pt x="2145423" y="1450886"/>
                  </a:lnTo>
                  <a:close/>
                </a:path>
                <a:path w="18288000" h="10287000">
                  <a:moveTo>
                    <a:pt x="2146871" y="244716"/>
                  </a:moveTo>
                  <a:lnTo>
                    <a:pt x="2113953" y="187718"/>
                  </a:lnTo>
                  <a:lnTo>
                    <a:pt x="2056968" y="220624"/>
                  </a:lnTo>
                  <a:lnTo>
                    <a:pt x="2089873" y="277622"/>
                  </a:lnTo>
                  <a:lnTo>
                    <a:pt x="2146871" y="244716"/>
                  </a:lnTo>
                  <a:close/>
                </a:path>
                <a:path w="18288000" h="10287000">
                  <a:moveTo>
                    <a:pt x="2149551" y="5402935"/>
                  </a:moveTo>
                  <a:lnTo>
                    <a:pt x="2137511" y="5402935"/>
                  </a:lnTo>
                  <a:lnTo>
                    <a:pt x="2141918" y="5415635"/>
                  </a:lnTo>
                  <a:lnTo>
                    <a:pt x="2149551" y="5402935"/>
                  </a:lnTo>
                  <a:close/>
                </a:path>
                <a:path w="18288000" h="10287000">
                  <a:moveTo>
                    <a:pt x="2152993" y="4196435"/>
                  </a:moveTo>
                  <a:lnTo>
                    <a:pt x="2142121" y="4183735"/>
                  </a:lnTo>
                  <a:lnTo>
                    <a:pt x="2123300" y="4196435"/>
                  </a:lnTo>
                  <a:lnTo>
                    <a:pt x="2134171" y="4209135"/>
                  </a:lnTo>
                  <a:lnTo>
                    <a:pt x="2152993" y="4196435"/>
                  </a:lnTo>
                  <a:close/>
                </a:path>
                <a:path w="18288000" h="10287000">
                  <a:moveTo>
                    <a:pt x="2157641" y="2989935"/>
                  </a:moveTo>
                  <a:lnTo>
                    <a:pt x="2139429" y="2964535"/>
                  </a:lnTo>
                  <a:lnTo>
                    <a:pt x="2107882" y="2977235"/>
                  </a:lnTo>
                  <a:lnTo>
                    <a:pt x="2126094" y="3015335"/>
                  </a:lnTo>
                  <a:lnTo>
                    <a:pt x="2157641" y="2989935"/>
                  </a:lnTo>
                  <a:close/>
                </a:path>
                <a:path w="18288000" h="10287000">
                  <a:moveTo>
                    <a:pt x="2162289" y="1784451"/>
                  </a:moveTo>
                  <a:lnTo>
                    <a:pt x="2136724" y="1740192"/>
                  </a:lnTo>
                  <a:lnTo>
                    <a:pt x="2092464" y="1765744"/>
                  </a:lnTo>
                  <a:lnTo>
                    <a:pt x="2118017" y="1810016"/>
                  </a:lnTo>
                  <a:lnTo>
                    <a:pt x="2162289" y="1784451"/>
                  </a:lnTo>
                  <a:close/>
                </a:path>
                <a:path w="18288000" h="10287000">
                  <a:moveTo>
                    <a:pt x="2165337" y="578726"/>
                  </a:moveTo>
                  <a:lnTo>
                    <a:pt x="2133600" y="523773"/>
                  </a:lnTo>
                  <a:lnTo>
                    <a:pt x="2078647" y="555498"/>
                  </a:lnTo>
                  <a:lnTo>
                    <a:pt x="2110371" y="610450"/>
                  </a:lnTo>
                  <a:lnTo>
                    <a:pt x="2165337" y="578726"/>
                  </a:lnTo>
                  <a:close/>
                </a:path>
                <a:path w="18288000" h="10287000">
                  <a:moveTo>
                    <a:pt x="2167623" y="5734583"/>
                  </a:moveTo>
                  <a:lnTo>
                    <a:pt x="2164677" y="5729490"/>
                  </a:lnTo>
                  <a:lnTo>
                    <a:pt x="2159597" y="5732437"/>
                  </a:lnTo>
                  <a:lnTo>
                    <a:pt x="2162530" y="5737517"/>
                  </a:lnTo>
                  <a:lnTo>
                    <a:pt x="2167623" y="5734583"/>
                  </a:lnTo>
                  <a:close/>
                </a:path>
                <a:path w="18288000" h="10287000">
                  <a:moveTo>
                    <a:pt x="2170265" y="4539335"/>
                  </a:moveTo>
                  <a:lnTo>
                    <a:pt x="2161451" y="4513935"/>
                  </a:lnTo>
                  <a:lnTo>
                    <a:pt x="2146173" y="4526635"/>
                  </a:lnTo>
                  <a:lnTo>
                    <a:pt x="2154986" y="4539335"/>
                  </a:lnTo>
                  <a:lnTo>
                    <a:pt x="2170265" y="4539335"/>
                  </a:lnTo>
                  <a:close/>
                </a:path>
                <a:path w="18288000" h="10287000">
                  <a:moveTo>
                    <a:pt x="2174913" y="3332835"/>
                  </a:moveTo>
                  <a:lnTo>
                    <a:pt x="2158746" y="3307435"/>
                  </a:lnTo>
                  <a:lnTo>
                    <a:pt x="2130768" y="3320135"/>
                  </a:lnTo>
                  <a:lnTo>
                    <a:pt x="2146922" y="3345535"/>
                  </a:lnTo>
                  <a:lnTo>
                    <a:pt x="2174913" y="3332835"/>
                  </a:lnTo>
                  <a:close/>
                </a:path>
                <a:path w="18288000" h="10287000">
                  <a:moveTo>
                    <a:pt x="2179155" y="2118029"/>
                  </a:moveTo>
                  <a:lnTo>
                    <a:pt x="2155952" y="2077834"/>
                  </a:lnTo>
                  <a:lnTo>
                    <a:pt x="2115743" y="2101037"/>
                  </a:lnTo>
                  <a:lnTo>
                    <a:pt x="2138959" y="2141245"/>
                  </a:lnTo>
                  <a:lnTo>
                    <a:pt x="2179155" y="2118029"/>
                  </a:lnTo>
                  <a:close/>
                </a:path>
                <a:path w="18288000" h="10287000">
                  <a:moveTo>
                    <a:pt x="2183396" y="912622"/>
                  </a:moveTo>
                  <a:lnTo>
                    <a:pt x="2153145" y="860209"/>
                  </a:lnTo>
                  <a:lnTo>
                    <a:pt x="2100719" y="890473"/>
                  </a:lnTo>
                  <a:lnTo>
                    <a:pt x="2130983" y="942886"/>
                  </a:lnTo>
                  <a:lnTo>
                    <a:pt x="2183396" y="912622"/>
                  </a:lnTo>
                  <a:close/>
                </a:path>
                <a:path w="18288000" h="10287000">
                  <a:moveTo>
                    <a:pt x="2186089" y="6068593"/>
                  </a:moveTo>
                  <a:lnTo>
                    <a:pt x="2184323" y="6065532"/>
                  </a:lnTo>
                  <a:lnTo>
                    <a:pt x="2181275" y="6067298"/>
                  </a:lnTo>
                  <a:lnTo>
                    <a:pt x="2183041" y="6070346"/>
                  </a:lnTo>
                  <a:lnTo>
                    <a:pt x="2186089" y="6068593"/>
                  </a:lnTo>
                  <a:close/>
                </a:path>
                <a:path w="18288000" h="10287000">
                  <a:moveTo>
                    <a:pt x="2187930" y="4869535"/>
                  </a:moveTo>
                  <a:lnTo>
                    <a:pt x="2180882" y="4856835"/>
                  </a:lnTo>
                  <a:lnTo>
                    <a:pt x="2168664" y="4869535"/>
                  </a:lnTo>
                  <a:lnTo>
                    <a:pt x="2175713" y="4882235"/>
                  </a:lnTo>
                  <a:lnTo>
                    <a:pt x="2187930" y="4869535"/>
                  </a:lnTo>
                  <a:close/>
                </a:path>
                <a:path w="18288000" h="10287000">
                  <a:moveTo>
                    <a:pt x="2191778" y="3663035"/>
                  </a:moveTo>
                  <a:lnTo>
                    <a:pt x="2177961" y="3637635"/>
                  </a:lnTo>
                  <a:lnTo>
                    <a:pt x="2154047" y="3650335"/>
                  </a:lnTo>
                  <a:lnTo>
                    <a:pt x="2167852" y="3675735"/>
                  </a:lnTo>
                  <a:lnTo>
                    <a:pt x="2191778" y="3663035"/>
                  </a:lnTo>
                  <a:close/>
                </a:path>
                <a:path w="18288000" h="10287000">
                  <a:moveTo>
                    <a:pt x="2196820" y="2456535"/>
                  </a:moveTo>
                  <a:lnTo>
                    <a:pt x="2175370" y="2418435"/>
                  </a:lnTo>
                  <a:lnTo>
                    <a:pt x="2138222" y="2443835"/>
                  </a:lnTo>
                  <a:lnTo>
                    <a:pt x="2159673" y="2481935"/>
                  </a:lnTo>
                  <a:lnTo>
                    <a:pt x="2196820" y="2456535"/>
                  </a:lnTo>
                  <a:close/>
                </a:path>
                <a:path w="18288000" h="10287000">
                  <a:moveTo>
                    <a:pt x="2201075" y="1246416"/>
                  </a:moveTo>
                  <a:lnTo>
                    <a:pt x="2172576" y="1197063"/>
                  </a:lnTo>
                  <a:lnTo>
                    <a:pt x="2123211" y="1225562"/>
                  </a:lnTo>
                  <a:lnTo>
                    <a:pt x="2151710" y="1274914"/>
                  </a:lnTo>
                  <a:lnTo>
                    <a:pt x="2201075" y="1246416"/>
                  </a:lnTo>
                  <a:close/>
                </a:path>
                <a:path w="18288000" h="10287000">
                  <a:moveTo>
                    <a:pt x="2201710" y="40030"/>
                  </a:moveTo>
                  <a:lnTo>
                    <a:pt x="2178583" y="0"/>
                  </a:lnTo>
                  <a:lnTo>
                    <a:pt x="2139442" y="0"/>
                  </a:lnTo>
                  <a:lnTo>
                    <a:pt x="2111806" y="15951"/>
                  </a:lnTo>
                  <a:lnTo>
                    <a:pt x="2144712" y="72948"/>
                  </a:lnTo>
                  <a:lnTo>
                    <a:pt x="2201710" y="40030"/>
                  </a:lnTo>
                  <a:close/>
                </a:path>
                <a:path w="18288000" h="10287000">
                  <a:moveTo>
                    <a:pt x="2204567" y="6402591"/>
                  </a:moveTo>
                  <a:lnTo>
                    <a:pt x="2204313" y="6402171"/>
                  </a:lnTo>
                  <a:lnTo>
                    <a:pt x="2202954" y="6402171"/>
                  </a:lnTo>
                  <a:lnTo>
                    <a:pt x="2203196" y="6402591"/>
                  </a:lnTo>
                  <a:lnTo>
                    <a:pt x="2204567" y="6402591"/>
                  </a:lnTo>
                  <a:close/>
                </a:path>
                <a:path w="18288000" h="10287000">
                  <a:moveTo>
                    <a:pt x="2205202" y="5199735"/>
                  </a:moveTo>
                  <a:lnTo>
                    <a:pt x="2191537" y="5199735"/>
                  </a:lnTo>
                  <a:lnTo>
                    <a:pt x="2196541" y="5212435"/>
                  </a:lnTo>
                  <a:lnTo>
                    <a:pt x="2205202" y="5199735"/>
                  </a:lnTo>
                  <a:close/>
                </a:path>
                <a:path w="18288000" h="10287000">
                  <a:moveTo>
                    <a:pt x="2209038" y="3993235"/>
                  </a:moveTo>
                  <a:lnTo>
                    <a:pt x="2197290" y="3980535"/>
                  </a:lnTo>
                  <a:lnTo>
                    <a:pt x="2176932" y="3993235"/>
                  </a:lnTo>
                  <a:lnTo>
                    <a:pt x="2188692" y="4005935"/>
                  </a:lnTo>
                  <a:lnTo>
                    <a:pt x="2209038" y="3993235"/>
                  </a:lnTo>
                  <a:close/>
                </a:path>
                <a:path w="18288000" h="10287000">
                  <a:moveTo>
                    <a:pt x="2213686" y="2786735"/>
                  </a:moveTo>
                  <a:lnTo>
                    <a:pt x="2194598" y="2761335"/>
                  </a:lnTo>
                  <a:lnTo>
                    <a:pt x="2161514" y="2774035"/>
                  </a:lnTo>
                  <a:lnTo>
                    <a:pt x="2180615" y="2812135"/>
                  </a:lnTo>
                  <a:lnTo>
                    <a:pt x="2213686" y="2786735"/>
                  </a:lnTo>
                  <a:close/>
                </a:path>
                <a:path w="18288000" h="10287000">
                  <a:moveTo>
                    <a:pt x="2217928" y="1579994"/>
                  </a:moveTo>
                  <a:lnTo>
                    <a:pt x="2191778" y="1534706"/>
                  </a:lnTo>
                  <a:lnTo>
                    <a:pt x="2146490" y="1560855"/>
                  </a:lnTo>
                  <a:lnTo>
                    <a:pt x="2172639" y="1606143"/>
                  </a:lnTo>
                  <a:lnTo>
                    <a:pt x="2217928" y="1579994"/>
                  </a:lnTo>
                  <a:close/>
                </a:path>
                <a:path w="18288000" h="10287000">
                  <a:moveTo>
                    <a:pt x="2220176" y="374040"/>
                  </a:moveTo>
                  <a:lnTo>
                    <a:pt x="2188451" y="319087"/>
                  </a:lnTo>
                  <a:lnTo>
                    <a:pt x="2133485" y="350812"/>
                  </a:lnTo>
                  <a:lnTo>
                    <a:pt x="2165223" y="405777"/>
                  </a:lnTo>
                  <a:lnTo>
                    <a:pt x="2220176" y="374040"/>
                  </a:lnTo>
                  <a:close/>
                </a:path>
                <a:path w="18288000" h="10287000">
                  <a:moveTo>
                    <a:pt x="2223668" y="5542635"/>
                  </a:moveTo>
                  <a:lnTo>
                    <a:pt x="2219845" y="5529935"/>
                  </a:lnTo>
                  <a:lnTo>
                    <a:pt x="2213229" y="5529935"/>
                  </a:lnTo>
                  <a:lnTo>
                    <a:pt x="2217051" y="5542635"/>
                  </a:lnTo>
                  <a:lnTo>
                    <a:pt x="2223668" y="5542635"/>
                  </a:lnTo>
                  <a:close/>
                </a:path>
                <a:path w="18288000" h="10287000">
                  <a:moveTo>
                    <a:pt x="2226703" y="4336135"/>
                  </a:moveTo>
                  <a:lnTo>
                    <a:pt x="2216721" y="4310735"/>
                  </a:lnTo>
                  <a:lnTo>
                    <a:pt x="2199411" y="4323435"/>
                  </a:lnTo>
                  <a:lnTo>
                    <a:pt x="2209406" y="4336135"/>
                  </a:lnTo>
                  <a:lnTo>
                    <a:pt x="2226703" y="4336135"/>
                  </a:lnTo>
                  <a:close/>
                </a:path>
                <a:path w="18288000" h="10287000">
                  <a:moveTo>
                    <a:pt x="2230551" y="3129635"/>
                  </a:moveTo>
                  <a:lnTo>
                    <a:pt x="2213800" y="3091535"/>
                  </a:lnTo>
                  <a:lnTo>
                    <a:pt x="2184806" y="3116935"/>
                  </a:lnTo>
                  <a:lnTo>
                    <a:pt x="2201545" y="3142335"/>
                  </a:lnTo>
                  <a:lnTo>
                    <a:pt x="2230551" y="3129635"/>
                  </a:lnTo>
                  <a:close/>
                </a:path>
                <a:path w="18288000" h="10287000">
                  <a:moveTo>
                    <a:pt x="2235200" y="1913674"/>
                  </a:moveTo>
                  <a:lnTo>
                    <a:pt x="2211108" y="1871954"/>
                  </a:lnTo>
                  <a:lnTo>
                    <a:pt x="2169388" y="1896046"/>
                  </a:lnTo>
                  <a:lnTo>
                    <a:pt x="2193467" y="1937766"/>
                  </a:lnTo>
                  <a:lnTo>
                    <a:pt x="2235200" y="1913674"/>
                  </a:lnTo>
                  <a:close/>
                </a:path>
                <a:path w="18288000" h="10287000">
                  <a:moveTo>
                    <a:pt x="2238641" y="708050"/>
                  </a:moveTo>
                  <a:lnTo>
                    <a:pt x="2208098" y="655129"/>
                  </a:lnTo>
                  <a:lnTo>
                    <a:pt x="2155164" y="685685"/>
                  </a:lnTo>
                  <a:lnTo>
                    <a:pt x="2185720" y="738606"/>
                  </a:lnTo>
                  <a:lnTo>
                    <a:pt x="2238641" y="708050"/>
                  </a:lnTo>
                  <a:close/>
                </a:path>
                <a:path w="18288000" h="10287000">
                  <a:moveTo>
                    <a:pt x="2241727" y="5864123"/>
                  </a:moveTo>
                  <a:lnTo>
                    <a:pt x="2239378" y="5860059"/>
                  </a:lnTo>
                  <a:lnTo>
                    <a:pt x="2235314" y="5862409"/>
                  </a:lnTo>
                  <a:lnTo>
                    <a:pt x="2237651" y="5866473"/>
                  </a:lnTo>
                  <a:lnTo>
                    <a:pt x="2241727" y="5864123"/>
                  </a:lnTo>
                  <a:close/>
                </a:path>
                <a:path w="18288000" h="10287000">
                  <a:moveTo>
                    <a:pt x="2243975" y="4666335"/>
                  </a:moveTo>
                  <a:lnTo>
                    <a:pt x="2236038" y="4653635"/>
                  </a:lnTo>
                  <a:lnTo>
                    <a:pt x="2222309" y="4653635"/>
                  </a:lnTo>
                  <a:lnTo>
                    <a:pt x="2230234" y="4666335"/>
                  </a:lnTo>
                  <a:lnTo>
                    <a:pt x="2243975" y="4666335"/>
                  </a:lnTo>
                  <a:close/>
                </a:path>
                <a:path w="18288000" h="10287000">
                  <a:moveTo>
                    <a:pt x="2248217" y="3459835"/>
                  </a:moveTo>
                  <a:lnTo>
                    <a:pt x="2233244" y="3434435"/>
                  </a:lnTo>
                  <a:lnTo>
                    <a:pt x="2207285" y="3447135"/>
                  </a:lnTo>
                  <a:lnTo>
                    <a:pt x="2222258" y="3472535"/>
                  </a:lnTo>
                  <a:lnTo>
                    <a:pt x="2248217" y="3459835"/>
                  </a:lnTo>
                  <a:close/>
                </a:path>
                <a:path w="18288000" h="10287000">
                  <a:moveTo>
                    <a:pt x="2252459" y="2247366"/>
                  </a:moveTo>
                  <a:lnTo>
                    <a:pt x="2230424" y="2209203"/>
                  </a:lnTo>
                  <a:lnTo>
                    <a:pt x="2192261" y="2231237"/>
                  </a:lnTo>
                  <a:lnTo>
                    <a:pt x="2214295" y="2269401"/>
                  </a:lnTo>
                  <a:lnTo>
                    <a:pt x="2252459" y="2247366"/>
                  </a:lnTo>
                  <a:close/>
                </a:path>
                <a:path w="18288000" h="10287000">
                  <a:moveTo>
                    <a:pt x="2256307" y="1041844"/>
                  </a:moveTo>
                  <a:lnTo>
                    <a:pt x="2227516" y="991971"/>
                  </a:lnTo>
                  <a:lnTo>
                    <a:pt x="2177643" y="1020762"/>
                  </a:lnTo>
                  <a:lnTo>
                    <a:pt x="2206434" y="1070635"/>
                  </a:lnTo>
                  <a:lnTo>
                    <a:pt x="2256307" y="1041844"/>
                  </a:lnTo>
                  <a:close/>
                </a:path>
                <a:path w="18288000" h="10287000">
                  <a:moveTo>
                    <a:pt x="2260206" y="6198120"/>
                  </a:moveTo>
                  <a:lnTo>
                    <a:pt x="2259025" y="6196101"/>
                  </a:lnTo>
                  <a:lnTo>
                    <a:pt x="2256993" y="6197270"/>
                  </a:lnTo>
                  <a:lnTo>
                    <a:pt x="2258161" y="6199302"/>
                  </a:lnTo>
                  <a:lnTo>
                    <a:pt x="2260206" y="6198120"/>
                  </a:lnTo>
                  <a:close/>
                </a:path>
                <a:path w="18288000" h="10287000">
                  <a:moveTo>
                    <a:pt x="2261235" y="4996535"/>
                  </a:moveTo>
                  <a:lnTo>
                    <a:pt x="2255367" y="4983835"/>
                  </a:lnTo>
                  <a:lnTo>
                    <a:pt x="2245182" y="4996535"/>
                  </a:lnTo>
                  <a:lnTo>
                    <a:pt x="2251062" y="5009235"/>
                  </a:lnTo>
                  <a:lnTo>
                    <a:pt x="2261235" y="4996535"/>
                  </a:lnTo>
                  <a:close/>
                </a:path>
                <a:path w="18288000" h="10287000">
                  <a:moveTo>
                    <a:pt x="2265083" y="3790035"/>
                  </a:moveTo>
                  <a:lnTo>
                    <a:pt x="2252446" y="3764635"/>
                  </a:lnTo>
                  <a:lnTo>
                    <a:pt x="2230564" y="3777335"/>
                  </a:lnTo>
                  <a:lnTo>
                    <a:pt x="2243201" y="3802735"/>
                  </a:lnTo>
                  <a:lnTo>
                    <a:pt x="2265083" y="3790035"/>
                  </a:lnTo>
                  <a:close/>
                </a:path>
                <a:path w="18288000" h="10287000">
                  <a:moveTo>
                    <a:pt x="2269731" y="2583535"/>
                  </a:moveTo>
                  <a:lnTo>
                    <a:pt x="2249754" y="2558135"/>
                  </a:lnTo>
                  <a:lnTo>
                    <a:pt x="2215159" y="2570835"/>
                  </a:lnTo>
                  <a:lnTo>
                    <a:pt x="2235136" y="2608935"/>
                  </a:lnTo>
                  <a:lnTo>
                    <a:pt x="2269731" y="2583535"/>
                  </a:lnTo>
                  <a:close/>
                </a:path>
                <a:path w="18288000" h="10287000">
                  <a:moveTo>
                    <a:pt x="2273973" y="1375638"/>
                  </a:moveTo>
                  <a:lnTo>
                    <a:pt x="2246947" y="1328813"/>
                  </a:lnTo>
                  <a:lnTo>
                    <a:pt x="2200135" y="1355852"/>
                  </a:lnTo>
                  <a:lnTo>
                    <a:pt x="2227161" y="1402664"/>
                  </a:lnTo>
                  <a:lnTo>
                    <a:pt x="2273973" y="1375638"/>
                  </a:lnTo>
                  <a:close/>
                </a:path>
                <a:path w="18288000" h="10287000">
                  <a:moveTo>
                    <a:pt x="2275014" y="169367"/>
                  </a:moveTo>
                  <a:lnTo>
                    <a:pt x="2243290" y="114414"/>
                  </a:lnTo>
                  <a:lnTo>
                    <a:pt x="2188337" y="146138"/>
                  </a:lnTo>
                  <a:lnTo>
                    <a:pt x="2220061" y="201091"/>
                  </a:lnTo>
                  <a:lnTo>
                    <a:pt x="2275014" y="169367"/>
                  </a:lnTo>
                  <a:close/>
                </a:path>
                <a:path w="18288000" h="10287000">
                  <a:moveTo>
                    <a:pt x="2279307" y="5326735"/>
                  </a:moveTo>
                  <a:lnTo>
                    <a:pt x="2267267" y="5326735"/>
                  </a:lnTo>
                  <a:lnTo>
                    <a:pt x="2271674" y="5339435"/>
                  </a:lnTo>
                  <a:lnTo>
                    <a:pt x="2279307" y="5326735"/>
                  </a:lnTo>
                  <a:close/>
                </a:path>
                <a:path w="18288000" h="10287000">
                  <a:moveTo>
                    <a:pt x="2282748" y="4120235"/>
                  </a:moveTo>
                  <a:lnTo>
                    <a:pt x="2271877" y="4107535"/>
                  </a:lnTo>
                  <a:lnTo>
                    <a:pt x="2253056" y="4120235"/>
                  </a:lnTo>
                  <a:lnTo>
                    <a:pt x="2263927" y="4132935"/>
                  </a:lnTo>
                  <a:lnTo>
                    <a:pt x="2282748" y="4120235"/>
                  </a:lnTo>
                  <a:close/>
                </a:path>
                <a:path w="18288000" h="10287000">
                  <a:moveTo>
                    <a:pt x="2287003" y="2926435"/>
                  </a:moveTo>
                  <a:lnTo>
                    <a:pt x="2269071" y="2888335"/>
                  </a:lnTo>
                  <a:lnTo>
                    <a:pt x="2238032" y="2913735"/>
                  </a:lnTo>
                  <a:lnTo>
                    <a:pt x="2255951" y="2939135"/>
                  </a:lnTo>
                  <a:lnTo>
                    <a:pt x="2287003" y="2926435"/>
                  </a:lnTo>
                  <a:close/>
                </a:path>
                <a:path w="18288000" h="10287000">
                  <a:moveTo>
                    <a:pt x="2291245" y="1709318"/>
                  </a:moveTo>
                  <a:lnTo>
                    <a:pt x="2266277" y="1666074"/>
                  </a:lnTo>
                  <a:lnTo>
                    <a:pt x="2223020" y="1691043"/>
                  </a:lnTo>
                  <a:lnTo>
                    <a:pt x="2247989" y="1734299"/>
                  </a:lnTo>
                  <a:lnTo>
                    <a:pt x="2291245" y="1709318"/>
                  </a:lnTo>
                  <a:close/>
                </a:path>
                <a:path w="18288000" h="10287000">
                  <a:moveTo>
                    <a:pt x="2293886" y="503478"/>
                  </a:moveTo>
                  <a:lnTo>
                    <a:pt x="2263038" y="450049"/>
                  </a:lnTo>
                  <a:lnTo>
                    <a:pt x="2209609" y="480898"/>
                  </a:lnTo>
                  <a:lnTo>
                    <a:pt x="2240457" y="534327"/>
                  </a:lnTo>
                  <a:lnTo>
                    <a:pt x="2293886" y="503478"/>
                  </a:lnTo>
                  <a:close/>
                </a:path>
                <a:path w="18288000" h="10287000">
                  <a:moveTo>
                    <a:pt x="2297379" y="5659666"/>
                  </a:moveTo>
                  <a:lnTo>
                    <a:pt x="2294445" y="5654573"/>
                  </a:lnTo>
                  <a:lnTo>
                    <a:pt x="2289352" y="5657507"/>
                  </a:lnTo>
                  <a:lnTo>
                    <a:pt x="2292286" y="5662600"/>
                  </a:lnTo>
                  <a:lnTo>
                    <a:pt x="2297379" y="5659666"/>
                  </a:lnTo>
                  <a:close/>
                </a:path>
                <a:path w="18288000" h="10287000">
                  <a:moveTo>
                    <a:pt x="2300020" y="4463135"/>
                  </a:moveTo>
                  <a:lnTo>
                    <a:pt x="2291207" y="4450435"/>
                  </a:lnTo>
                  <a:lnTo>
                    <a:pt x="2275941" y="4450435"/>
                  </a:lnTo>
                  <a:lnTo>
                    <a:pt x="2284755" y="4463135"/>
                  </a:lnTo>
                  <a:lnTo>
                    <a:pt x="2300020" y="4463135"/>
                  </a:lnTo>
                  <a:close/>
                </a:path>
                <a:path w="18288000" h="10287000">
                  <a:moveTo>
                    <a:pt x="2304262" y="3256635"/>
                  </a:moveTo>
                  <a:lnTo>
                    <a:pt x="2288400" y="3231235"/>
                  </a:lnTo>
                  <a:lnTo>
                    <a:pt x="2260917" y="3243935"/>
                  </a:lnTo>
                  <a:lnTo>
                    <a:pt x="2276779" y="3269335"/>
                  </a:lnTo>
                  <a:lnTo>
                    <a:pt x="2304262" y="3256635"/>
                  </a:lnTo>
                  <a:close/>
                </a:path>
                <a:path w="18288000" h="10287000">
                  <a:moveTo>
                    <a:pt x="2308517" y="2043010"/>
                  </a:moveTo>
                  <a:lnTo>
                    <a:pt x="2285593" y="2003323"/>
                  </a:lnTo>
                  <a:lnTo>
                    <a:pt x="2245906" y="2026234"/>
                  </a:lnTo>
                  <a:lnTo>
                    <a:pt x="2268817" y="2065921"/>
                  </a:lnTo>
                  <a:lnTo>
                    <a:pt x="2308517" y="2043010"/>
                  </a:lnTo>
                  <a:close/>
                </a:path>
                <a:path w="18288000" h="10287000">
                  <a:moveTo>
                    <a:pt x="2311958" y="837387"/>
                  </a:moveTo>
                  <a:lnTo>
                    <a:pt x="2282571" y="786498"/>
                  </a:lnTo>
                  <a:lnTo>
                    <a:pt x="2231694" y="815873"/>
                  </a:lnTo>
                  <a:lnTo>
                    <a:pt x="2261070" y="866762"/>
                  </a:lnTo>
                  <a:lnTo>
                    <a:pt x="2311958" y="837387"/>
                  </a:lnTo>
                  <a:close/>
                </a:path>
                <a:path w="18288000" h="10287000">
                  <a:moveTo>
                    <a:pt x="2315845" y="5993663"/>
                  </a:moveTo>
                  <a:lnTo>
                    <a:pt x="2314092" y="5990615"/>
                  </a:lnTo>
                  <a:lnTo>
                    <a:pt x="2311031" y="5992380"/>
                  </a:lnTo>
                  <a:lnTo>
                    <a:pt x="2312797" y="5995428"/>
                  </a:lnTo>
                  <a:lnTo>
                    <a:pt x="2315845" y="5993663"/>
                  </a:lnTo>
                  <a:close/>
                </a:path>
                <a:path w="18288000" h="10287000">
                  <a:moveTo>
                    <a:pt x="2317686" y="4793335"/>
                  </a:moveTo>
                  <a:lnTo>
                    <a:pt x="2310638" y="4780635"/>
                  </a:lnTo>
                  <a:lnTo>
                    <a:pt x="2298433" y="4793335"/>
                  </a:lnTo>
                  <a:lnTo>
                    <a:pt x="2305481" y="4806035"/>
                  </a:lnTo>
                  <a:lnTo>
                    <a:pt x="2317686" y="4793335"/>
                  </a:lnTo>
                  <a:close/>
                </a:path>
                <a:path w="18288000" h="10287000">
                  <a:moveTo>
                    <a:pt x="2321128" y="3586835"/>
                  </a:moveTo>
                  <a:lnTo>
                    <a:pt x="2307615" y="3561435"/>
                  </a:lnTo>
                  <a:lnTo>
                    <a:pt x="2284209" y="3574135"/>
                  </a:lnTo>
                  <a:lnTo>
                    <a:pt x="2297722" y="3599535"/>
                  </a:lnTo>
                  <a:lnTo>
                    <a:pt x="2321128" y="3586835"/>
                  </a:lnTo>
                  <a:close/>
                </a:path>
                <a:path w="18288000" h="10287000">
                  <a:moveTo>
                    <a:pt x="2326170" y="2376805"/>
                  </a:moveTo>
                  <a:lnTo>
                    <a:pt x="2305024" y="2340165"/>
                  </a:lnTo>
                  <a:lnTo>
                    <a:pt x="2268385" y="2361311"/>
                  </a:lnTo>
                  <a:lnTo>
                    <a:pt x="2289543" y="2397950"/>
                  </a:lnTo>
                  <a:lnTo>
                    <a:pt x="2326170" y="2376805"/>
                  </a:lnTo>
                  <a:close/>
                </a:path>
                <a:path w="18288000" h="10287000">
                  <a:moveTo>
                    <a:pt x="2329624" y="1171168"/>
                  </a:moveTo>
                  <a:lnTo>
                    <a:pt x="2302002" y="1123340"/>
                  </a:lnTo>
                  <a:lnTo>
                    <a:pt x="2254173" y="1150950"/>
                  </a:lnTo>
                  <a:lnTo>
                    <a:pt x="2281783" y="1198791"/>
                  </a:lnTo>
                  <a:lnTo>
                    <a:pt x="2329624" y="1171168"/>
                  </a:lnTo>
                  <a:close/>
                </a:path>
                <a:path w="18288000" h="10287000">
                  <a:moveTo>
                    <a:pt x="2334310" y="6327686"/>
                  </a:moveTo>
                  <a:lnTo>
                    <a:pt x="2334069" y="6327254"/>
                  </a:lnTo>
                  <a:lnTo>
                    <a:pt x="2332710" y="6327254"/>
                  </a:lnTo>
                  <a:lnTo>
                    <a:pt x="2332964" y="6327686"/>
                  </a:lnTo>
                  <a:lnTo>
                    <a:pt x="2334310" y="6327686"/>
                  </a:lnTo>
                  <a:close/>
                </a:path>
                <a:path w="18288000" h="10287000">
                  <a:moveTo>
                    <a:pt x="2334958" y="5123535"/>
                  </a:moveTo>
                  <a:lnTo>
                    <a:pt x="2321306" y="5123535"/>
                  </a:lnTo>
                  <a:lnTo>
                    <a:pt x="2326309" y="5136235"/>
                  </a:lnTo>
                  <a:lnTo>
                    <a:pt x="2334958" y="5123535"/>
                  </a:lnTo>
                  <a:close/>
                </a:path>
                <a:path w="18288000" h="10287000">
                  <a:moveTo>
                    <a:pt x="2338794" y="3917035"/>
                  </a:moveTo>
                  <a:lnTo>
                    <a:pt x="2327046" y="3904335"/>
                  </a:lnTo>
                  <a:lnTo>
                    <a:pt x="2306688" y="3917035"/>
                  </a:lnTo>
                  <a:lnTo>
                    <a:pt x="2318448" y="3929735"/>
                  </a:lnTo>
                  <a:lnTo>
                    <a:pt x="2338794" y="3917035"/>
                  </a:lnTo>
                  <a:close/>
                </a:path>
                <a:path w="18288000" h="10287000">
                  <a:moveTo>
                    <a:pt x="2343035" y="2710535"/>
                  </a:moveTo>
                  <a:lnTo>
                    <a:pt x="2324239" y="2685135"/>
                  </a:lnTo>
                  <a:lnTo>
                    <a:pt x="2291677" y="2697835"/>
                  </a:lnTo>
                  <a:lnTo>
                    <a:pt x="2310473" y="2735935"/>
                  </a:lnTo>
                  <a:lnTo>
                    <a:pt x="2343035" y="2710535"/>
                  </a:lnTo>
                  <a:close/>
                </a:path>
                <a:path w="18288000" h="10287000">
                  <a:moveTo>
                    <a:pt x="2346896" y="1504861"/>
                  </a:moveTo>
                  <a:lnTo>
                    <a:pt x="2321331" y="1460588"/>
                  </a:lnTo>
                  <a:lnTo>
                    <a:pt x="2277059" y="1486154"/>
                  </a:lnTo>
                  <a:lnTo>
                    <a:pt x="2302611" y="1530426"/>
                  </a:lnTo>
                  <a:lnTo>
                    <a:pt x="2346896" y="1504861"/>
                  </a:lnTo>
                  <a:close/>
                </a:path>
                <a:path w="18288000" h="10287000">
                  <a:moveTo>
                    <a:pt x="2348725" y="298805"/>
                  </a:moveTo>
                  <a:lnTo>
                    <a:pt x="2317877" y="245376"/>
                  </a:lnTo>
                  <a:lnTo>
                    <a:pt x="2264448" y="276225"/>
                  </a:lnTo>
                  <a:lnTo>
                    <a:pt x="2295296" y="329653"/>
                  </a:lnTo>
                  <a:lnTo>
                    <a:pt x="2348725" y="298805"/>
                  </a:lnTo>
                  <a:close/>
                </a:path>
                <a:path w="18288000" h="10287000">
                  <a:moveTo>
                    <a:pt x="2353424" y="5466435"/>
                  </a:moveTo>
                  <a:lnTo>
                    <a:pt x="2349601" y="5453735"/>
                  </a:lnTo>
                  <a:lnTo>
                    <a:pt x="2342985" y="5453735"/>
                  </a:lnTo>
                  <a:lnTo>
                    <a:pt x="2346807" y="5466435"/>
                  </a:lnTo>
                  <a:lnTo>
                    <a:pt x="2353424" y="5466435"/>
                  </a:lnTo>
                  <a:close/>
                </a:path>
                <a:path w="18288000" h="10287000">
                  <a:moveTo>
                    <a:pt x="2356066" y="4259935"/>
                  </a:moveTo>
                  <a:lnTo>
                    <a:pt x="2346363" y="4234535"/>
                  </a:lnTo>
                  <a:lnTo>
                    <a:pt x="2329573" y="4247235"/>
                  </a:lnTo>
                  <a:lnTo>
                    <a:pt x="2339263" y="4259935"/>
                  </a:lnTo>
                  <a:lnTo>
                    <a:pt x="2356066" y="4259935"/>
                  </a:lnTo>
                  <a:close/>
                </a:path>
                <a:path w="18288000" h="10287000">
                  <a:moveTo>
                    <a:pt x="2359901" y="3053435"/>
                  </a:moveTo>
                  <a:lnTo>
                    <a:pt x="2343454" y="3028035"/>
                  </a:lnTo>
                  <a:lnTo>
                    <a:pt x="2314956" y="3040735"/>
                  </a:lnTo>
                  <a:lnTo>
                    <a:pt x="2331415" y="3066135"/>
                  </a:lnTo>
                  <a:lnTo>
                    <a:pt x="2359901" y="3053435"/>
                  </a:lnTo>
                  <a:close/>
                </a:path>
                <a:path w="18288000" h="10287000">
                  <a:moveTo>
                    <a:pt x="2364155" y="1838540"/>
                  </a:moveTo>
                  <a:lnTo>
                    <a:pt x="2340648" y="1797837"/>
                  </a:lnTo>
                  <a:lnTo>
                    <a:pt x="2299944" y="1821345"/>
                  </a:lnTo>
                  <a:lnTo>
                    <a:pt x="2323452" y="1862048"/>
                  </a:lnTo>
                  <a:lnTo>
                    <a:pt x="2364155" y="1838540"/>
                  </a:lnTo>
                  <a:close/>
                </a:path>
                <a:path w="18288000" h="10287000">
                  <a:moveTo>
                    <a:pt x="2367203" y="632815"/>
                  </a:moveTo>
                  <a:lnTo>
                    <a:pt x="2337524" y="581418"/>
                  </a:lnTo>
                  <a:lnTo>
                    <a:pt x="2286139" y="611085"/>
                  </a:lnTo>
                  <a:lnTo>
                    <a:pt x="2315807" y="662482"/>
                  </a:lnTo>
                  <a:lnTo>
                    <a:pt x="2367203" y="632815"/>
                  </a:lnTo>
                  <a:close/>
                </a:path>
                <a:path w="18288000" h="10287000">
                  <a:moveTo>
                    <a:pt x="2371496" y="5789206"/>
                  </a:moveTo>
                  <a:lnTo>
                    <a:pt x="2369147" y="5785129"/>
                  </a:lnTo>
                  <a:lnTo>
                    <a:pt x="2365070" y="5787491"/>
                  </a:lnTo>
                  <a:lnTo>
                    <a:pt x="2367419" y="5791555"/>
                  </a:lnTo>
                  <a:lnTo>
                    <a:pt x="2371496" y="5789206"/>
                  </a:lnTo>
                  <a:close/>
                </a:path>
                <a:path w="18288000" h="10287000">
                  <a:moveTo>
                    <a:pt x="2373731" y="4590135"/>
                  </a:moveTo>
                  <a:lnTo>
                    <a:pt x="2365806" y="4577435"/>
                  </a:lnTo>
                  <a:lnTo>
                    <a:pt x="2352065" y="4590135"/>
                  </a:lnTo>
                  <a:lnTo>
                    <a:pt x="2359990" y="4602835"/>
                  </a:lnTo>
                  <a:lnTo>
                    <a:pt x="2373731" y="4590135"/>
                  </a:lnTo>
                  <a:close/>
                </a:path>
                <a:path w="18288000" h="10287000">
                  <a:moveTo>
                    <a:pt x="2377579" y="3383635"/>
                  </a:moveTo>
                  <a:lnTo>
                    <a:pt x="2362885" y="3358235"/>
                  </a:lnTo>
                  <a:lnTo>
                    <a:pt x="2337447" y="3370935"/>
                  </a:lnTo>
                  <a:lnTo>
                    <a:pt x="2352141" y="3396335"/>
                  </a:lnTo>
                  <a:lnTo>
                    <a:pt x="2377579" y="3383635"/>
                  </a:lnTo>
                  <a:close/>
                </a:path>
                <a:path w="18288000" h="10287000">
                  <a:moveTo>
                    <a:pt x="2381821" y="2172335"/>
                  </a:moveTo>
                  <a:lnTo>
                    <a:pt x="2360079" y="2134692"/>
                  </a:lnTo>
                  <a:lnTo>
                    <a:pt x="2322423" y="2156422"/>
                  </a:lnTo>
                  <a:lnTo>
                    <a:pt x="2344166" y="2194090"/>
                  </a:lnTo>
                  <a:lnTo>
                    <a:pt x="2381821" y="2172335"/>
                  </a:lnTo>
                  <a:close/>
                </a:path>
                <a:path w="18288000" h="10287000">
                  <a:moveTo>
                    <a:pt x="2384869" y="966609"/>
                  </a:moveTo>
                  <a:lnTo>
                    <a:pt x="2356955" y="918273"/>
                  </a:lnTo>
                  <a:lnTo>
                    <a:pt x="2308618" y="946175"/>
                  </a:lnTo>
                  <a:lnTo>
                    <a:pt x="2336520" y="994511"/>
                  </a:lnTo>
                  <a:lnTo>
                    <a:pt x="2384869" y="966609"/>
                  </a:lnTo>
                  <a:close/>
                </a:path>
                <a:path w="18288000" h="10287000">
                  <a:moveTo>
                    <a:pt x="2389962" y="6123216"/>
                  </a:moveTo>
                  <a:lnTo>
                    <a:pt x="2388781" y="6121184"/>
                  </a:lnTo>
                  <a:lnTo>
                    <a:pt x="2386749" y="6122352"/>
                  </a:lnTo>
                  <a:lnTo>
                    <a:pt x="2387930" y="6124384"/>
                  </a:lnTo>
                  <a:lnTo>
                    <a:pt x="2389962" y="6123216"/>
                  </a:lnTo>
                  <a:close/>
                </a:path>
                <a:path w="18288000" h="10287000">
                  <a:moveTo>
                    <a:pt x="2391003" y="4920335"/>
                  </a:moveTo>
                  <a:lnTo>
                    <a:pt x="2385123" y="4907635"/>
                  </a:lnTo>
                  <a:lnTo>
                    <a:pt x="2374950" y="4920335"/>
                  </a:lnTo>
                  <a:lnTo>
                    <a:pt x="2380818" y="4933035"/>
                  </a:lnTo>
                  <a:lnTo>
                    <a:pt x="2391003" y="4920335"/>
                  </a:lnTo>
                  <a:close/>
                </a:path>
                <a:path w="18288000" h="10287000">
                  <a:moveTo>
                    <a:pt x="2394839" y="3713835"/>
                  </a:moveTo>
                  <a:lnTo>
                    <a:pt x="2382215" y="3701135"/>
                  </a:lnTo>
                  <a:lnTo>
                    <a:pt x="2360320" y="3713835"/>
                  </a:lnTo>
                  <a:lnTo>
                    <a:pt x="2372957" y="3726535"/>
                  </a:lnTo>
                  <a:lnTo>
                    <a:pt x="2394839" y="3713835"/>
                  </a:lnTo>
                  <a:close/>
                </a:path>
                <a:path w="18288000" h="10287000">
                  <a:moveTo>
                    <a:pt x="2399080" y="2506027"/>
                  </a:moveTo>
                  <a:lnTo>
                    <a:pt x="2379395" y="2471928"/>
                  </a:lnTo>
                  <a:lnTo>
                    <a:pt x="2345309" y="2491613"/>
                  </a:lnTo>
                  <a:lnTo>
                    <a:pt x="2364994" y="2525699"/>
                  </a:lnTo>
                  <a:lnTo>
                    <a:pt x="2399080" y="2506027"/>
                  </a:lnTo>
                  <a:close/>
                </a:path>
                <a:path w="18288000" h="10287000">
                  <a:moveTo>
                    <a:pt x="2402535" y="1300403"/>
                  </a:moveTo>
                  <a:lnTo>
                    <a:pt x="2376386" y="1255102"/>
                  </a:lnTo>
                  <a:lnTo>
                    <a:pt x="2331097" y="1281252"/>
                  </a:lnTo>
                  <a:lnTo>
                    <a:pt x="2357247" y="1326540"/>
                  </a:lnTo>
                  <a:lnTo>
                    <a:pt x="2402535" y="1300403"/>
                  </a:lnTo>
                  <a:close/>
                </a:path>
                <a:path w="18288000" h="10287000">
                  <a:moveTo>
                    <a:pt x="2403576" y="94119"/>
                  </a:moveTo>
                  <a:lnTo>
                    <a:pt x="2372728" y="40703"/>
                  </a:lnTo>
                  <a:lnTo>
                    <a:pt x="2319286" y="71551"/>
                  </a:lnTo>
                  <a:lnTo>
                    <a:pt x="2350135" y="124968"/>
                  </a:lnTo>
                  <a:lnTo>
                    <a:pt x="2403576" y="94119"/>
                  </a:lnTo>
                  <a:close/>
                </a:path>
                <a:path w="18288000" h="10287000">
                  <a:moveTo>
                    <a:pt x="2409063" y="5263235"/>
                  </a:moveTo>
                  <a:lnTo>
                    <a:pt x="2404656" y="5250535"/>
                  </a:lnTo>
                  <a:lnTo>
                    <a:pt x="2397023" y="5250535"/>
                  </a:lnTo>
                  <a:lnTo>
                    <a:pt x="2401430" y="5263235"/>
                  </a:lnTo>
                  <a:lnTo>
                    <a:pt x="2409063" y="5263235"/>
                  </a:lnTo>
                  <a:close/>
                </a:path>
                <a:path w="18288000" h="10287000">
                  <a:moveTo>
                    <a:pt x="2412111" y="4056735"/>
                  </a:moveTo>
                  <a:lnTo>
                    <a:pt x="2401532" y="4031335"/>
                  </a:lnTo>
                  <a:lnTo>
                    <a:pt x="2383218" y="4044035"/>
                  </a:lnTo>
                  <a:lnTo>
                    <a:pt x="2393785" y="4056735"/>
                  </a:lnTo>
                  <a:lnTo>
                    <a:pt x="2412111" y="4056735"/>
                  </a:lnTo>
                  <a:close/>
                </a:path>
                <a:path w="18288000" h="10287000">
                  <a:moveTo>
                    <a:pt x="2416352" y="2850235"/>
                  </a:moveTo>
                  <a:lnTo>
                    <a:pt x="2398725" y="2812135"/>
                  </a:lnTo>
                  <a:lnTo>
                    <a:pt x="2368194" y="2837535"/>
                  </a:lnTo>
                  <a:lnTo>
                    <a:pt x="2385822" y="2862935"/>
                  </a:lnTo>
                  <a:lnTo>
                    <a:pt x="2416352" y="2850235"/>
                  </a:lnTo>
                  <a:close/>
                </a:path>
                <a:path w="18288000" h="10287000">
                  <a:moveTo>
                    <a:pt x="2420201" y="1634197"/>
                  </a:moveTo>
                  <a:lnTo>
                    <a:pt x="2395817" y="1591957"/>
                  </a:lnTo>
                  <a:lnTo>
                    <a:pt x="2353589" y="1616341"/>
                  </a:lnTo>
                  <a:lnTo>
                    <a:pt x="2377973" y="1658569"/>
                  </a:lnTo>
                  <a:lnTo>
                    <a:pt x="2420201" y="1634197"/>
                  </a:lnTo>
                  <a:close/>
                </a:path>
                <a:path w="18288000" h="10287000">
                  <a:moveTo>
                    <a:pt x="2422042" y="428142"/>
                  </a:moveTo>
                  <a:lnTo>
                    <a:pt x="2392375" y="376732"/>
                  </a:lnTo>
                  <a:lnTo>
                    <a:pt x="2340978" y="406412"/>
                  </a:lnTo>
                  <a:lnTo>
                    <a:pt x="2370645" y="457809"/>
                  </a:lnTo>
                  <a:lnTo>
                    <a:pt x="2422042" y="428142"/>
                  </a:lnTo>
                  <a:close/>
                </a:path>
                <a:path w="18288000" h="10287000">
                  <a:moveTo>
                    <a:pt x="2427135" y="5584749"/>
                  </a:moveTo>
                  <a:lnTo>
                    <a:pt x="2424201" y="5579656"/>
                  </a:lnTo>
                  <a:lnTo>
                    <a:pt x="2419108" y="5582590"/>
                  </a:lnTo>
                  <a:lnTo>
                    <a:pt x="2422055" y="5587682"/>
                  </a:lnTo>
                  <a:lnTo>
                    <a:pt x="2427135" y="5584749"/>
                  </a:lnTo>
                  <a:close/>
                </a:path>
                <a:path w="18288000" h="10287000">
                  <a:moveTo>
                    <a:pt x="2429776" y="4386935"/>
                  </a:moveTo>
                  <a:lnTo>
                    <a:pt x="2420963" y="4374235"/>
                  </a:lnTo>
                  <a:lnTo>
                    <a:pt x="2405697" y="4374235"/>
                  </a:lnTo>
                  <a:lnTo>
                    <a:pt x="2414511" y="4399635"/>
                  </a:lnTo>
                  <a:lnTo>
                    <a:pt x="2429776" y="4386935"/>
                  </a:lnTo>
                  <a:close/>
                </a:path>
                <a:path w="18288000" h="10287000">
                  <a:moveTo>
                    <a:pt x="2433624" y="3180435"/>
                  </a:moveTo>
                  <a:lnTo>
                    <a:pt x="2418054" y="3155035"/>
                  </a:lnTo>
                  <a:lnTo>
                    <a:pt x="2391079" y="3167735"/>
                  </a:lnTo>
                  <a:lnTo>
                    <a:pt x="2406650" y="3193135"/>
                  </a:lnTo>
                  <a:lnTo>
                    <a:pt x="2433624" y="3180435"/>
                  </a:lnTo>
                  <a:close/>
                </a:path>
                <a:path w="18288000" h="10287000">
                  <a:moveTo>
                    <a:pt x="2437460" y="1967877"/>
                  </a:moveTo>
                  <a:lnTo>
                    <a:pt x="2415133" y="1929206"/>
                  </a:lnTo>
                  <a:lnTo>
                    <a:pt x="2376462" y="1951532"/>
                  </a:lnTo>
                  <a:lnTo>
                    <a:pt x="2398788" y="1990204"/>
                  </a:lnTo>
                  <a:lnTo>
                    <a:pt x="2437460" y="1967877"/>
                  </a:lnTo>
                  <a:close/>
                </a:path>
                <a:path w="18288000" h="10287000">
                  <a:moveTo>
                    <a:pt x="2440508" y="762152"/>
                  </a:moveTo>
                  <a:lnTo>
                    <a:pt x="2412009" y="712787"/>
                  </a:lnTo>
                  <a:lnTo>
                    <a:pt x="2362657" y="741273"/>
                  </a:lnTo>
                  <a:lnTo>
                    <a:pt x="2391156" y="790638"/>
                  </a:lnTo>
                  <a:lnTo>
                    <a:pt x="2440508" y="762152"/>
                  </a:lnTo>
                  <a:close/>
                </a:path>
                <a:path w="18288000" h="10287000">
                  <a:moveTo>
                    <a:pt x="2445601" y="5918759"/>
                  </a:moveTo>
                  <a:lnTo>
                    <a:pt x="2443848" y="5915698"/>
                  </a:lnTo>
                  <a:lnTo>
                    <a:pt x="2440787" y="5917463"/>
                  </a:lnTo>
                  <a:lnTo>
                    <a:pt x="2442553" y="5920524"/>
                  </a:lnTo>
                  <a:lnTo>
                    <a:pt x="2445601" y="5918759"/>
                  </a:lnTo>
                  <a:close/>
                </a:path>
                <a:path w="18288000" h="10287000">
                  <a:moveTo>
                    <a:pt x="2447442" y="4717135"/>
                  </a:moveTo>
                  <a:lnTo>
                    <a:pt x="2440394" y="4704435"/>
                  </a:lnTo>
                  <a:lnTo>
                    <a:pt x="2428189" y="4717135"/>
                  </a:lnTo>
                  <a:lnTo>
                    <a:pt x="2435237" y="4729835"/>
                  </a:lnTo>
                  <a:lnTo>
                    <a:pt x="2447442" y="4717135"/>
                  </a:lnTo>
                  <a:close/>
                </a:path>
                <a:path w="18288000" h="10287000">
                  <a:moveTo>
                    <a:pt x="2450490" y="3510635"/>
                  </a:moveTo>
                  <a:lnTo>
                    <a:pt x="2437269" y="3485235"/>
                  </a:lnTo>
                  <a:lnTo>
                    <a:pt x="2414371" y="3497935"/>
                  </a:lnTo>
                  <a:lnTo>
                    <a:pt x="2427592" y="3523335"/>
                  </a:lnTo>
                  <a:lnTo>
                    <a:pt x="2450490" y="3510635"/>
                  </a:lnTo>
                  <a:close/>
                </a:path>
                <a:path w="18288000" h="10287000">
                  <a:moveTo>
                    <a:pt x="2455126" y="2301671"/>
                  </a:moveTo>
                  <a:lnTo>
                    <a:pt x="2434564" y="2266048"/>
                  </a:lnTo>
                  <a:lnTo>
                    <a:pt x="2398953" y="2286609"/>
                  </a:lnTo>
                  <a:lnTo>
                    <a:pt x="2419515" y="2322233"/>
                  </a:lnTo>
                  <a:lnTo>
                    <a:pt x="2455126" y="2301671"/>
                  </a:lnTo>
                  <a:close/>
                </a:path>
                <a:path w="18288000" h="10287000">
                  <a:moveTo>
                    <a:pt x="2458186" y="1095933"/>
                  </a:moveTo>
                  <a:lnTo>
                    <a:pt x="2431440" y="1049629"/>
                  </a:lnTo>
                  <a:lnTo>
                    <a:pt x="2385136" y="1076363"/>
                  </a:lnTo>
                  <a:lnTo>
                    <a:pt x="2411869" y="1122667"/>
                  </a:lnTo>
                  <a:lnTo>
                    <a:pt x="2458186" y="1095933"/>
                  </a:lnTo>
                  <a:close/>
                </a:path>
                <a:path w="18288000" h="10287000">
                  <a:moveTo>
                    <a:pt x="2464066" y="6252756"/>
                  </a:moveTo>
                  <a:lnTo>
                    <a:pt x="2463825" y="6252337"/>
                  </a:lnTo>
                  <a:lnTo>
                    <a:pt x="2462479" y="6252337"/>
                  </a:lnTo>
                  <a:lnTo>
                    <a:pt x="2462720" y="6252756"/>
                  </a:lnTo>
                  <a:lnTo>
                    <a:pt x="2464066" y="6252756"/>
                  </a:lnTo>
                  <a:close/>
                </a:path>
                <a:path w="18288000" h="10287000">
                  <a:moveTo>
                    <a:pt x="2464714" y="5047335"/>
                  </a:moveTo>
                  <a:lnTo>
                    <a:pt x="2451062" y="5047335"/>
                  </a:lnTo>
                  <a:lnTo>
                    <a:pt x="2456065" y="5060035"/>
                  </a:lnTo>
                  <a:lnTo>
                    <a:pt x="2464714" y="5047335"/>
                  </a:lnTo>
                  <a:close/>
                </a:path>
                <a:path w="18288000" h="10287000">
                  <a:moveTo>
                    <a:pt x="2468156" y="3840835"/>
                  </a:moveTo>
                  <a:lnTo>
                    <a:pt x="2456700" y="3828135"/>
                  </a:lnTo>
                  <a:lnTo>
                    <a:pt x="2436850" y="3840835"/>
                  </a:lnTo>
                  <a:lnTo>
                    <a:pt x="2448306" y="3853535"/>
                  </a:lnTo>
                  <a:lnTo>
                    <a:pt x="2468156" y="3840835"/>
                  </a:lnTo>
                  <a:close/>
                </a:path>
                <a:path w="18288000" h="10287000">
                  <a:moveTo>
                    <a:pt x="2472398" y="2635351"/>
                  </a:moveTo>
                  <a:lnTo>
                    <a:pt x="2453894" y="2603296"/>
                  </a:lnTo>
                  <a:lnTo>
                    <a:pt x="2421839" y="2621800"/>
                  </a:lnTo>
                  <a:lnTo>
                    <a:pt x="2440343" y="2653868"/>
                  </a:lnTo>
                  <a:lnTo>
                    <a:pt x="2472398" y="2635351"/>
                  </a:lnTo>
                  <a:close/>
                </a:path>
                <a:path w="18288000" h="10287000">
                  <a:moveTo>
                    <a:pt x="2475446" y="1429626"/>
                  </a:moveTo>
                  <a:lnTo>
                    <a:pt x="2450769" y="1386878"/>
                  </a:lnTo>
                  <a:lnTo>
                    <a:pt x="2408021" y="1411554"/>
                  </a:lnTo>
                  <a:lnTo>
                    <a:pt x="2432697" y="1454302"/>
                  </a:lnTo>
                  <a:lnTo>
                    <a:pt x="2475446" y="1429626"/>
                  </a:lnTo>
                  <a:close/>
                </a:path>
                <a:path w="18288000" h="10287000">
                  <a:moveTo>
                    <a:pt x="2476881" y="223456"/>
                  </a:moveTo>
                  <a:lnTo>
                    <a:pt x="2447213" y="172059"/>
                  </a:lnTo>
                  <a:lnTo>
                    <a:pt x="2395817" y="201726"/>
                  </a:lnTo>
                  <a:lnTo>
                    <a:pt x="2425496" y="253123"/>
                  </a:lnTo>
                  <a:lnTo>
                    <a:pt x="2476881" y="223456"/>
                  </a:lnTo>
                  <a:close/>
                </a:path>
                <a:path w="18288000" h="10287000">
                  <a:moveTo>
                    <a:pt x="2483180" y="5390235"/>
                  </a:moveTo>
                  <a:lnTo>
                    <a:pt x="2479357" y="5377535"/>
                  </a:lnTo>
                  <a:lnTo>
                    <a:pt x="2472740" y="5390235"/>
                  </a:lnTo>
                  <a:lnTo>
                    <a:pt x="2483180" y="5390235"/>
                  </a:lnTo>
                  <a:close/>
                </a:path>
                <a:path w="18288000" h="10287000">
                  <a:moveTo>
                    <a:pt x="2485821" y="4183735"/>
                  </a:moveTo>
                  <a:lnTo>
                    <a:pt x="2476131" y="4158335"/>
                  </a:lnTo>
                  <a:lnTo>
                    <a:pt x="2459329" y="4171035"/>
                  </a:lnTo>
                  <a:lnTo>
                    <a:pt x="2469019" y="4196435"/>
                  </a:lnTo>
                  <a:lnTo>
                    <a:pt x="2485821" y="4183735"/>
                  </a:lnTo>
                  <a:close/>
                </a:path>
                <a:path w="18288000" h="10287000">
                  <a:moveTo>
                    <a:pt x="2489670" y="2977235"/>
                  </a:moveTo>
                  <a:lnTo>
                    <a:pt x="2473223" y="2951835"/>
                  </a:lnTo>
                  <a:lnTo>
                    <a:pt x="2444724" y="2964535"/>
                  </a:lnTo>
                  <a:lnTo>
                    <a:pt x="2461171" y="2989935"/>
                  </a:lnTo>
                  <a:lnTo>
                    <a:pt x="2489670" y="2977235"/>
                  </a:lnTo>
                  <a:close/>
                </a:path>
                <a:path w="18288000" h="10287000">
                  <a:moveTo>
                    <a:pt x="2493111" y="1763420"/>
                  </a:moveTo>
                  <a:lnTo>
                    <a:pt x="2470188" y="1723720"/>
                  </a:lnTo>
                  <a:lnTo>
                    <a:pt x="2430500" y="1746631"/>
                  </a:lnTo>
                  <a:lnTo>
                    <a:pt x="2453424" y="1786331"/>
                  </a:lnTo>
                  <a:lnTo>
                    <a:pt x="2493111" y="1763420"/>
                  </a:lnTo>
                  <a:close/>
                </a:path>
                <a:path w="18288000" h="10287000">
                  <a:moveTo>
                    <a:pt x="2495359" y="557466"/>
                  </a:moveTo>
                  <a:lnTo>
                    <a:pt x="2466860" y="508101"/>
                  </a:lnTo>
                  <a:lnTo>
                    <a:pt x="2417495" y="536600"/>
                  </a:lnTo>
                  <a:lnTo>
                    <a:pt x="2445994" y="585965"/>
                  </a:lnTo>
                  <a:lnTo>
                    <a:pt x="2495359" y="557466"/>
                  </a:lnTo>
                  <a:close/>
                </a:path>
                <a:path w="18288000" h="10287000">
                  <a:moveTo>
                    <a:pt x="2501252" y="5714289"/>
                  </a:moveTo>
                  <a:lnTo>
                    <a:pt x="2498902" y="5710225"/>
                  </a:lnTo>
                  <a:lnTo>
                    <a:pt x="2494826" y="5712574"/>
                  </a:lnTo>
                  <a:lnTo>
                    <a:pt x="2497175" y="5716638"/>
                  </a:lnTo>
                  <a:lnTo>
                    <a:pt x="2501252" y="5714289"/>
                  </a:lnTo>
                  <a:close/>
                </a:path>
                <a:path w="18288000" h="10287000">
                  <a:moveTo>
                    <a:pt x="2503487" y="4513935"/>
                  </a:moveTo>
                  <a:lnTo>
                    <a:pt x="2495550" y="4501235"/>
                  </a:lnTo>
                  <a:lnTo>
                    <a:pt x="2481808" y="4513935"/>
                  </a:lnTo>
                  <a:lnTo>
                    <a:pt x="2489746" y="4526635"/>
                  </a:lnTo>
                  <a:lnTo>
                    <a:pt x="2503487" y="4513935"/>
                  </a:lnTo>
                  <a:close/>
                </a:path>
                <a:path w="18288000" h="10287000">
                  <a:moveTo>
                    <a:pt x="2507335" y="3307435"/>
                  </a:moveTo>
                  <a:lnTo>
                    <a:pt x="2492641" y="3282035"/>
                  </a:lnTo>
                  <a:lnTo>
                    <a:pt x="2467203" y="3294735"/>
                  </a:lnTo>
                  <a:lnTo>
                    <a:pt x="2481897" y="3320135"/>
                  </a:lnTo>
                  <a:lnTo>
                    <a:pt x="2507335" y="3307435"/>
                  </a:lnTo>
                  <a:close/>
                </a:path>
                <a:path w="18288000" h="10287000">
                  <a:moveTo>
                    <a:pt x="2511183" y="2097316"/>
                  </a:moveTo>
                  <a:lnTo>
                    <a:pt x="2489733" y="2060168"/>
                  </a:lnTo>
                  <a:lnTo>
                    <a:pt x="2452586" y="2081618"/>
                  </a:lnTo>
                  <a:lnTo>
                    <a:pt x="2474023" y="2118753"/>
                  </a:lnTo>
                  <a:lnTo>
                    <a:pt x="2511183" y="2097316"/>
                  </a:lnTo>
                  <a:close/>
                </a:path>
                <a:path w="18288000" h="10287000">
                  <a:moveTo>
                    <a:pt x="2513419" y="891362"/>
                  </a:moveTo>
                  <a:lnTo>
                    <a:pt x="2486393" y="844550"/>
                  </a:lnTo>
                  <a:lnTo>
                    <a:pt x="2439581" y="871575"/>
                  </a:lnTo>
                  <a:lnTo>
                    <a:pt x="2466606" y="918387"/>
                  </a:lnTo>
                  <a:lnTo>
                    <a:pt x="2513419" y="891362"/>
                  </a:lnTo>
                  <a:close/>
                </a:path>
                <a:path w="18288000" h="10287000">
                  <a:moveTo>
                    <a:pt x="2519718" y="6048299"/>
                  </a:moveTo>
                  <a:lnTo>
                    <a:pt x="2518549" y="6046267"/>
                  </a:lnTo>
                  <a:lnTo>
                    <a:pt x="2516505" y="6047448"/>
                  </a:lnTo>
                  <a:lnTo>
                    <a:pt x="2517686" y="6049467"/>
                  </a:lnTo>
                  <a:lnTo>
                    <a:pt x="2519718" y="6048299"/>
                  </a:lnTo>
                  <a:close/>
                </a:path>
                <a:path w="18288000" h="10287000">
                  <a:moveTo>
                    <a:pt x="2520759" y="4844135"/>
                  </a:moveTo>
                  <a:lnTo>
                    <a:pt x="2504706" y="4844135"/>
                  </a:lnTo>
                  <a:lnTo>
                    <a:pt x="2510574" y="4856835"/>
                  </a:lnTo>
                  <a:lnTo>
                    <a:pt x="2520759" y="4844135"/>
                  </a:lnTo>
                  <a:close/>
                </a:path>
                <a:path w="18288000" h="10287000">
                  <a:moveTo>
                    <a:pt x="2524201" y="3637635"/>
                  </a:moveTo>
                  <a:lnTo>
                    <a:pt x="2511856" y="3624935"/>
                  </a:lnTo>
                  <a:lnTo>
                    <a:pt x="2490495" y="3637635"/>
                  </a:lnTo>
                  <a:lnTo>
                    <a:pt x="2502827" y="3650335"/>
                  </a:lnTo>
                  <a:lnTo>
                    <a:pt x="2524201" y="3637635"/>
                  </a:lnTo>
                  <a:close/>
                </a:path>
                <a:path w="18288000" h="10287000">
                  <a:moveTo>
                    <a:pt x="2528443" y="2430996"/>
                  </a:moveTo>
                  <a:lnTo>
                    <a:pt x="2509050" y="2397404"/>
                  </a:lnTo>
                  <a:lnTo>
                    <a:pt x="2475471" y="2416797"/>
                  </a:lnTo>
                  <a:lnTo>
                    <a:pt x="2494864" y="2450388"/>
                  </a:lnTo>
                  <a:lnTo>
                    <a:pt x="2528443" y="2430996"/>
                  </a:lnTo>
                  <a:close/>
                </a:path>
                <a:path w="18288000" h="10287000">
                  <a:moveTo>
                    <a:pt x="2531084" y="1225156"/>
                  </a:moveTo>
                  <a:lnTo>
                    <a:pt x="2505824" y="1181392"/>
                  </a:lnTo>
                  <a:lnTo>
                    <a:pt x="2462060" y="1206665"/>
                  </a:lnTo>
                  <a:lnTo>
                    <a:pt x="2487320" y="1250429"/>
                  </a:lnTo>
                  <a:lnTo>
                    <a:pt x="2531084" y="1225156"/>
                  </a:lnTo>
                  <a:close/>
                </a:path>
                <a:path w="18288000" h="10287000">
                  <a:moveTo>
                    <a:pt x="2531732" y="18770"/>
                  </a:moveTo>
                  <a:lnTo>
                    <a:pt x="2520886" y="0"/>
                  </a:lnTo>
                  <a:lnTo>
                    <a:pt x="2452357" y="0"/>
                  </a:lnTo>
                  <a:lnTo>
                    <a:pt x="2480335" y="48450"/>
                  </a:lnTo>
                  <a:lnTo>
                    <a:pt x="2531732" y="18770"/>
                  </a:lnTo>
                  <a:close/>
                </a:path>
                <a:path w="18288000" h="10287000">
                  <a:moveTo>
                    <a:pt x="2538819" y="5187035"/>
                  </a:moveTo>
                  <a:lnTo>
                    <a:pt x="2534412" y="5174335"/>
                  </a:lnTo>
                  <a:lnTo>
                    <a:pt x="2526792" y="5174335"/>
                  </a:lnTo>
                  <a:lnTo>
                    <a:pt x="2531199" y="5187035"/>
                  </a:lnTo>
                  <a:lnTo>
                    <a:pt x="2538819" y="5187035"/>
                  </a:lnTo>
                  <a:close/>
                </a:path>
                <a:path w="18288000" h="10287000">
                  <a:moveTo>
                    <a:pt x="2541867" y="3980535"/>
                  </a:moveTo>
                  <a:lnTo>
                    <a:pt x="2531287" y="3955135"/>
                  </a:lnTo>
                  <a:lnTo>
                    <a:pt x="2512961" y="3967835"/>
                  </a:lnTo>
                  <a:lnTo>
                    <a:pt x="2523540" y="3993235"/>
                  </a:lnTo>
                  <a:lnTo>
                    <a:pt x="2541867" y="3980535"/>
                  </a:lnTo>
                  <a:close/>
                </a:path>
                <a:path w="18288000" h="10287000">
                  <a:moveTo>
                    <a:pt x="2545308" y="2764574"/>
                  </a:moveTo>
                  <a:lnTo>
                    <a:pt x="2528265" y="2735072"/>
                  </a:lnTo>
                  <a:lnTo>
                    <a:pt x="2498750" y="2752102"/>
                  </a:lnTo>
                  <a:lnTo>
                    <a:pt x="2515793" y="2781617"/>
                  </a:lnTo>
                  <a:lnTo>
                    <a:pt x="2545308" y="2764574"/>
                  </a:lnTo>
                  <a:close/>
                </a:path>
                <a:path w="18288000" h="10287000">
                  <a:moveTo>
                    <a:pt x="2548750" y="1558950"/>
                  </a:moveTo>
                  <a:lnTo>
                    <a:pt x="2525255" y="1518246"/>
                  </a:lnTo>
                  <a:lnTo>
                    <a:pt x="2484539" y="1541741"/>
                  </a:lnTo>
                  <a:lnTo>
                    <a:pt x="2508046" y="1582458"/>
                  </a:lnTo>
                  <a:lnTo>
                    <a:pt x="2548750" y="1558950"/>
                  </a:lnTo>
                  <a:close/>
                </a:path>
                <a:path w="18288000" h="10287000">
                  <a:moveTo>
                    <a:pt x="2550604" y="352894"/>
                  </a:moveTo>
                  <a:lnTo>
                    <a:pt x="2521813" y="303022"/>
                  </a:lnTo>
                  <a:lnTo>
                    <a:pt x="2471940" y="331812"/>
                  </a:lnTo>
                  <a:lnTo>
                    <a:pt x="2500731" y="381685"/>
                  </a:lnTo>
                  <a:lnTo>
                    <a:pt x="2550604" y="352894"/>
                  </a:lnTo>
                  <a:close/>
                </a:path>
                <a:path w="18288000" h="10287000">
                  <a:moveTo>
                    <a:pt x="2559139" y="4310735"/>
                  </a:moveTo>
                  <a:lnTo>
                    <a:pt x="2550617" y="4298035"/>
                  </a:lnTo>
                  <a:lnTo>
                    <a:pt x="2535859" y="4298035"/>
                  </a:lnTo>
                  <a:lnTo>
                    <a:pt x="2544381" y="4323435"/>
                  </a:lnTo>
                  <a:lnTo>
                    <a:pt x="2559139" y="4310735"/>
                  </a:lnTo>
                  <a:close/>
                </a:path>
                <a:path w="18288000" h="10287000">
                  <a:moveTo>
                    <a:pt x="2563380" y="3104235"/>
                  </a:moveTo>
                  <a:lnTo>
                    <a:pt x="2547810" y="3078835"/>
                  </a:lnTo>
                  <a:lnTo>
                    <a:pt x="2520835" y="3091535"/>
                  </a:lnTo>
                  <a:lnTo>
                    <a:pt x="2536406" y="3116935"/>
                  </a:lnTo>
                  <a:lnTo>
                    <a:pt x="2563380" y="3104235"/>
                  </a:lnTo>
                  <a:close/>
                </a:path>
                <a:path w="18288000" h="10287000">
                  <a:moveTo>
                    <a:pt x="2566822" y="1892858"/>
                  </a:moveTo>
                  <a:lnTo>
                    <a:pt x="2544788" y="1854682"/>
                  </a:lnTo>
                  <a:lnTo>
                    <a:pt x="2506624" y="1876729"/>
                  </a:lnTo>
                  <a:lnTo>
                    <a:pt x="2528659" y="1914893"/>
                  </a:lnTo>
                  <a:lnTo>
                    <a:pt x="2566822" y="1892858"/>
                  </a:lnTo>
                  <a:close/>
                </a:path>
                <a:path w="18288000" h="10287000">
                  <a:moveTo>
                    <a:pt x="2568664" y="686790"/>
                  </a:moveTo>
                  <a:lnTo>
                    <a:pt x="2541346" y="639470"/>
                  </a:lnTo>
                  <a:lnTo>
                    <a:pt x="2494026" y="666788"/>
                  </a:lnTo>
                  <a:lnTo>
                    <a:pt x="2521343" y="714121"/>
                  </a:lnTo>
                  <a:lnTo>
                    <a:pt x="2568664" y="686790"/>
                  </a:lnTo>
                  <a:close/>
                </a:path>
                <a:path w="18288000" h="10287000">
                  <a:moveTo>
                    <a:pt x="2575369" y="5843841"/>
                  </a:moveTo>
                  <a:lnTo>
                    <a:pt x="2573604" y="5840781"/>
                  </a:lnTo>
                  <a:lnTo>
                    <a:pt x="2570543" y="5842546"/>
                  </a:lnTo>
                  <a:lnTo>
                    <a:pt x="2572308" y="5845594"/>
                  </a:lnTo>
                  <a:lnTo>
                    <a:pt x="2575369" y="5843841"/>
                  </a:lnTo>
                  <a:close/>
                </a:path>
                <a:path w="18288000" h="10287000">
                  <a:moveTo>
                    <a:pt x="2576804" y="4640935"/>
                  </a:moveTo>
                  <a:lnTo>
                    <a:pt x="2570048" y="4628235"/>
                  </a:lnTo>
                  <a:lnTo>
                    <a:pt x="2558338" y="4640935"/>
                  </a:lnTo>
                  <a:lnTo>
                    <a:pt x="2565095" y="4653635"/>
                  </a:lnTo>
                  <a:lnTo>
                    <a:pt x="2576804" y="4640935"/>
                  </a:lnTo>
                  <a:close/>
                </a:path>
                <a:path w="18288000" h="10287000">
                  <a:moveTo>
                    <a:pt x="2580246" y="3434435"/>
                  </a:moveTo>
                  <a:lnTo>
                    <a:pt x="2567025" y="3421735"/>
                  </a:lnTo>
                  <a:lnTo>
                    <a:pt x="2544127" y="3434435"/>
                  </a:lnTo>
                  <a:lnTo>
                    <a:pt x="2557348" y="3447135"/>
                  </a:lnTo>
                  <a:lnTo>
                    <a:pt x="2580246" y="3434435"/>
                  </a:lnTo>
                  <a:close/>
                </a:path>
                <a:path w="18288000" h="10287000">
                  <a:moveTo>
                    <a:pt x="2584094" y="2226538"/>
                  </a:moveTo>
                  <a:lnTo>
                    <a:pt x="2564117" y="2191931"/>
                  </a:lnTo>
                  <a:lnTo>
                    <a:pt x="2529509" y="2211908"/>
                  </a:lnTo>
                  <a:lnTo>
                    <a:pt x="2549487" y="2246515"/>
                  </a:lnTo>
                  <a:lnTo>
                    <a:pt x="2584094" y="2226538"/>
                  </a:lnTo>
                  <a:close/>
                </a:path>
                <a:path w="18288000" h="10287000">
                  <a:moveTo>
                    <a:pt x="2586736" y="1020699"/>
                  </a:moveTo>
                  <a:lnTo>
                    <a:pt x="2560878" y="975918"/>
                  </a:lnTo>
                  <a:lnTo>
                    <a:pt x="2516098" y="1001776"/>
                  </a:lnTo>
                  <a:lnTo>
                    <a:pt x="2541955" y="1046543"/>
                  </a:lnTo>
                  <a:lnTo>
                    <a:pt x="2586736" y="1020699"/>
                  </a:lnTo>
                  <a:close/>
                </a:path>
                <a:path w="18288000" h="10287000">
                  <a:moveTo>
                    <a:pt x="2593835" y="6177851"/>
                  </a:moveTo>
                  <a:lnTo>
                    <a:pt x="2593581" y="6177407"/>
                  </a:lnTo>
                  <a:lnTo>
                    <a:pt x="2592235" y="6177407"/>
                  </a:lnTo>
                  <a:lnTo>
                    <a:pt x="2592489" y="6177851"/>
                  </a:lnTo>
                  <a:lnTo>
                    <a:pt x="2593835" y="6177851"/>
                  </a:lnTo>
                  <a:close/>
                </a:path>
                <a:path w="18288000" h="10287000">
                  <a:moveTo>
                    <a:pt x="2594470" y="4983835"/>
                  </a:moveTo>
                  <a:lnTo>
                    <a:pt x="2589479" y="4971135"/>
                  </a:lnTo>
                  <a:lnTo>
                    <a:pt x="2580830" y="4971135"/>
                  </a:lnTo>
                  <a:lnTo>
                    <a:pt x="2585821" y="4983835"/>
                  </a:lnTo>
                  <a:lnTo>
                    <a:pt x="2594470" y="4983835"/>
                  </a:lnTo>
                  <a:close/>
                </a:path>
                <a:path w="18288000" h="10287000">
                  <a:moveTo>
                    <a:pt x="2597912" y="3777335"/>
                  </a:moveTo>
                  <a:lnTo>
                    <a:pt x="2586456" y="3751935"/>
                  </a:lnTo>
                  <a:lnTo>
                    <a:pt x="2566606" y="3764635"/>
                  </a:lnTo>
                  <a:lnTo>
                    <a:pt x="2578062" y="3777335"/>
                  </a:lnTo>
                  <a:lnTo>
                    <a:pt x="2597912" y="3777335"/>
                  </a:lnTo>
                  <a:close/>
                </a:path>
                <a:path w="18288000" h="10287000">
                  <a:moveTo>
                    <a:pt x="2601760" y="2560332"/>
                  </a:moveTo>
                  <a:lnTo>
                    <a:pt x="2583548" y="2528773"/>
                  </a:lnTo>
                  <a:lnTo>
                    <a:pt x="2551988" y="2546997"/>
                  </a:lnTo>
                  <a:lnTo>
                    <a:pt x="2570213" y="2578544"/>
                  </a:lnTo>
                  <a:lnTo>
                    <a:pt x="2601760" y="2560332"/>
                  </a:lnTo>
                  <a:close/>
                </a:path>
                <a:path w="18288000" h="10287000">
                  <a:moveTo>
                    <a:pt x="2604401" y="1354493"/>
                  </a:moveTo>
                  <a:lnTo>
                    <a:pt x="2580309" y="1312760"/>
                  </a:lnTo>
                  <a:lnTo>
                    <a:pt x="2538577" y="1336852"/>
                  </a:lnTo>
                  <a:lnTo>
                    <a:pt x="2562682" y="1378572"/>
                  </a:lnTo>
                  <a:lnTo>
                    <a:pt x="2604401" y="1354493"/>
                  </a:lnTo>
                  <a:close/>
                </a:path>
                <a:path w="18288000" h="10287000">
                  <a:moveTo>
                    <a:pt x="2605443" y="148209"/>
                  </a:moveTo>
                  <a:lnTo>
                    <a:pt x="2576652" y="98348"/>
                  </a:lnTo>
                  <a:lnTo>
                    <a:pt x="2526779" y="127139"/>
                  </a:lnTo>
                  <a:lnTo>
                    <a:pt x="2555570" y="176999"/>
                  </a:lnTo>
                  <a:lnTo>
                    <a:pt x="2605443" y="148209"/>
                  </a:lnTo>
                  <a:close/>
                </a:path>
                <a:path w="18288000" h="10287000">
                  <a:moveTo>
                    <a:pt x="2612948" y="5314035"/>
                  </a:moveTo>
                  <a:lnTo>
                    <a:pt x="2609126" y="5301335"/>
                  </a:lnTo>
                  <a:lnTo>
                    <a:pt x="2602509" y="5314035"/>
                  </a:lnTo>
                  <a:lnTo>
                    <a:pt x="2612948" y="5314035"/>
                  </a:lnTo>
                  <a:close/>
                </a:path>
                <a:path w="18288000" h="10287000">
                  <a:moveTo>
                    <a:pt x="2615184" y="4107535"/>
                  </a:moveTo>
                  <a:lnTo>
                    <a:pt x="2605773" y="4094835"/>
                  </a:lnTo>
                  <a:lnTo>
                    <a:pt x="2589492" y="4094835"/>
                  </a:lnTo>
                  <a:lnTo>
                    <a:pt x="2598902" y="4120235"/>
                  </a:lnTo>
                  <a:lnTo>
                    <a:pt x="2615184" y="4107535"/>
                  </a:lnTo>
                  <a:close/>
                </a:path>
                <a:path w="18288000" h="10287000">
                  <a:moveTo>
                    <a:pt x="2619019" y="2894012"/>
                  </a:moveTo>
                  <a:lnTo>
                    <a:pt x="2602865" y="2866021"/>
                  </a:lnTo>
                  <a:lnTo>
                    <a:pt x="2574874" y="2882188"/>
                  </a:lnTo>
                  <a:lnTo>
                    <a:pt x="2591041" y="2910167"/>
                  </a:lnTo>
                  <a:lnTo>
                    <a:pt x="2619019" y="2894012"/>
                  </a:lnTo>
                  <a:close/>
                </a:path>
                <a:path w="18288000" h="10287000">
                  <a:moveTo>
                    <a:pt x="2622067" y="1688287"/>
                  </a:moveTo>
                  <a:lnTo>
                    <a:pt x="2599740" y="1649603"/>
                  </a:lnTo>
                  <a:lnTo>
                    <a:pt x="2561069" y="1671942"/>
                  </a:lnTo>
                  <a:lnTo>
                    <a:pt x="2583396" y="1710613"/>
                  </a:lnTo>
                  <a:lnTo>
                    <a:pt x="2622067" y="1688287"/>
                  </a:lnTo>
                  <a:close/>
                </a:path>
                <a:path w="18288000" h="10287000">
                  <a:moveTo>
                    <a:pt x="2623909" y="482219"/>
                  </a:moveTo>
                  <a:lnTo>
                    <a:pt x="2596299" y="434390"/>
                  </a:lnTo>
                  <a:lnTo>
                    <a:pt x="2548458" y="462000"/>
                  </a:lnTo>
                  <a:lnTo>
                    <a:pt x="2576080" y="509841"/>
                  </a:lnTo>
                  <a:lnTo>
                    <a:pt x="2623909" y="482219"/>
                  </a:lnTo>
                  <a:close/>
                </a:path>
                <a:path w="18288000" h="10287000">
                  <a:moveTo>
                    <a:pt x="2631008" y="5639371"/>
                  </a:moveTo>
                  <a:lnTo>
                    <a:pt x="2628658" y="5635307"/>
                  </a:lnTo>
                  <a:lnTo>
                    <a:pt x="2624582" y="5637657"/>
                  </a:lnTo>
                  <a:lnTo>
                    <a:pt x="2626931" y="5641721"/>
                  </a:lnTo>
                  <a:lnTo>
                    <a:pt x="2631008" y="5639371"/>
                  </a:lnTo>
                  <a:close/>
                </a:path>
                <a:path w="18288000" h="10287000">
                  <a:moveTo>
                    <a:pt x="2632849" y="4437735"/>
                  </a:moveTo>
                  <a:lnTo>
                    <a:pt x="2625204" y="4425035"/>
                  </a:lnTo>
                  <a:lnTo>
                    <a:pt x="2611983" y="4437735"/>
                  </a:lnTo>
                  <a:lnTo>
                    <a:pt x="2619616" y="4450435"/>
                  </a:lnTo>
                  <a:lnTo>
                    <a:pt x="2632849" y="4437735"/>
                  </a:lnTo>
                  <a:close/>
                </a:path>
                <a:path w="18288000" h="10287000">
                  <a:moveTo>
                    <a:pt x="2636291" y="3231235"/>
                  </a:moveTo>
                  <a:lnTo>
                    <a:pt x="2622194" y="3205835"/>
                  </a:lnTo>
                  <a:lnTo>
                    <a:pt x="2597772" y="3218535"/>
                  </a:lnTo>
                  <a:lnTo>
                    <a:pt x="2611869" y="3243935"/>
                  </a:lnTo>
                  <a:lnTo>
                    <a:pt x="2636291" y="3231235"/>
                  </a:lnTo>
                  <a:close/>
                </a:path>
                <a:path w="18288000" h="10287000">
                  <a:moveTo>
                    <a:pt x="2640139" y="2022182"/>
                  </a:moveTo>
                  <a:lnTo>
                    <a:pt x="2619273" y="1986051"/>
                  </a:lnTo>
                  <a:lnTo>
                    <a:pt x="2583154" y="2006917"/>
                  </a:lnTo>
                  <a:lnTo>
                    <a:pt x="2604008" y="2043036"/>
                  </a:lnTo>
                  <a:lnTo>
                    <a:pt x="2640139" y="2022182"/>
                  </a:lnTo>
                  <a:close/>
                </a:path>
                <a:path w="18288000" h="10287000">
                  <a:moveTo>
                    <a:pt x="2641981" y="816127"/>
                  </a:moveTo>
                  <a:lnTo>
                    <a:pt x="2615831" y="770839"/>
                  </a:lnTo>
                  <a:lnTo>
                    <a:pt x="2570543" y="796988"/>
                  </a:lnTo>
                  <a:lnTo>
                    <a:pt x="2596692" y="842276"/>
                  </a:lnTo>
                  <a:lnTo>
                    <a:pt x="2641981" y="816127"/>
                  </a:lnTo>
                  <a:close/>
                </a:path>
                <a:path w="18288000" h="10287000">
                  <a:moveTo>
                    <a:pt x="2649474" y="5973381"/>
                  </a:moveTo>
                  <a:lnTo>
                    <a:pt x="2648305" y="5971349"/>
                  </a:lnTo>
                  <a:lnTo>
                    <a:pt x="2646273" y="5972518"/>
                  </a:lnTo>
                  <a:lnTo>
                    <a:pt x="2647442" y="5974550"/>
                  </a:lnTo>
                  <a:lnTo>
                    <a:pt x="2649474" y="5973381"/>
                  </a:lnTo>
                  <a:close/>
                </a:path>
                <a:path w="18288000" h="10287000">
                  <a:moveTo>
                    <a:pt x="2650515" y="4767935"/>
                  </a:moveTo>
                  <a:lnTo>
                    <a:pt x="2634462" y="4767935"/>
                  </a:lnTo>
                  <a:lnTo>
                    <a:pt x="2640342" y="4780635"/>
                  </a:lnTo>
                  <a:lnTo>
                    <a:pt x="2650515" y="4767935"/>
                  </a:lnTo>
                  <a:close/>
                </a:path>
                <a:path w="18288000" h="10287000">
                  <a:moveTo>
                    <a:pt x="2653957" y="3574135"/>
                  </a:moveTo>
                  <a:lnTo>
                    <a:pt x="2641612" y="3548735"/>
                  </a:lnTo>
                  <a:lnTo>
                    <a:pt x="2620251" y="3561435"/>
                  </a:lnTo>
                  <a:lnTo>
                    <a:pt x="2632583" y="3574135"/>
                  </a:lnTo>
                  <a:lnTo>
                    <a:pt x="2653957" y="3574135"/>
                  </a:lnTo>
                  <a:close/>
                </a:path>
                <a:path w="18288000" h="10287000">
                  <a:moveTo>
                    <a:pt x="2657398" y="2355862"/>
                  </a:moveTo>
                  <a:lnTo>
                    <a:pt x="2638590" y="2323300"/>
                  </a:lnTo>
                  <a:lnTo>
                    <a:pt x="2606027" y="2342096"/>
                  </a:lnTo>
                  <a:lnTo>
                    <a:pt x="2624836" y="2374671"/>
                  </a:lnTo>
                  <a:lnTo>
                    <a:pt x="2657398" y="2355862"/>
                  </a:lnTo>
                  <a:close/>
                </a:path>
                <a:path w="18288000" h="10287000">
                  <a:moveTo>
                    <a:pt x="2660040" y="1150023"/>
                  </a:moveTo>
                  <a:lnTo>
                    <a:pt x="2635364" y="1107287"/>
                  </a:lnTo>
                  <a:lnTo>
                    <a:pt x="2592628" y="1131963"/>
                  </a:lnTo>
                  <a:lnTo>
                    <a:pt x="2617305" y="1174699"/>
                  </a:lnTo>
                  <a:lnTo>
                    <a:pt x="2660040" y="1150023"/>
                  </a:lnTo>
                  <a:close/>
                </a:path>
                <a:path w="18288000" h="10287000">
                  <a:moveTo>
                    <a:pt x="2668587" y="5110835"/>
                  </a:moveTo>
                  <a:lnTo>
                    <a:pt x="2664180" y="5098135"/>
                  </a:lnTo>
                  <a:lnTo>
                    <a:pt x="2656548" y="5098135"/>
                  </a:lnTo>
                  <a:lnTo>
                    <a:pt x="2660954" y="5110835"/>
                  </a:lnTo>
                  <a:lnTo>
                    <a:pt x="2668587" y="5110835"/>
                  </a:lnTo>
                  <a:close/>
                </a:path>
                <a:path w="18288000" h="10287000">
                  <a:moveTo>
                    <a:pt x="2671229" y="3904335"/>
                  </a:moveTo>
                  <a:lnTo>
                    <a:pt x="2660942" y="3878935"/>
                  </a:lnTo>
                  <a:lnTo>
                    <a:pt x="2643136" y="3891635"/>
                  </a:lnTo>
                  <a:lnTo>
                    <a:pt x="2653423" y="3917035"/>
                  </a:lnTo>
                  <a:lnTo>
                    <a:pt x="2671229" y="3904335"/>
                  </a:lnTo>
                  <a:close/>
                </a:path>
                <a:path w="18288000" h="10287000">
                  <a:moveTo>
                    <a:pt x="2674670" y="2689555"/>
                  </a:moveTo>
                  <a:lnTo>
                    <a:pt x="2657919" y="2660548"/>
                  </a:lnTo>
                  <a:lnTo>
                    <a:pt x="2628925" y="2677287"/>
                  </a:lnTo>
                  <a:lnTo>
                    <a:pt x="2645664" y="2706293"/>
                  </a:lnTo>
                  <a:lnTo>
                    <a:pt x="2674670" y="2689555"/>
                  </a:lnTo>
                  <a:close/>
                </a:path>
                <a:path w="18288000" h="10287000">
                  <a:moveTo>
                    <a:pt x="2677718" y="1483817"/>
                  </a:moveTo>
                  <a:lnTo>
                    <a:pt x="2654795" y="1444129"/>
                  </a:lnTo>
                  <a:lnTo>
                    <a:pt x="2615107" y="1467040"/>
                  </a:lnTo>
                  <a:lnTo>
                    <a:pt x="2638018" y="1506740"/>
                  </a:lnTo>
                  <a:lnTo>
                    <a:pt x="2677718" y="1483817"/>
                  </a:lnTo>
                  <a:close/>
                </a:path>
                <a:path w="18288000" h="10287000">
                  <a:moveTo>
                    <a:pt x="2678760" y="277545"/>
                  </a:moveTo>
                  <a:lnTo>
                    <a:pt x="2651137" y="229704"/>
                  </a:lnTo>
                  <a:lnTo>
                    <a:pt x="2603309" y="257327"/>
                  </a:lnTo>
                  <a:lnTo>
                    <a:pt x="2630919" y="305155"/>
                  </a:lnTo>
                  <a:lnTo>
                    <a:pt x="2678760" y="277545"/>
                  </a:lnTo>
                  <a:close/>
                </a:path>
                <a:path w="18288000" h="10287000">
                  <a:moveTo>
                    <a:pt x="2688894" y="4234535"/>
                  </a:moveTo>
                  <a:lnTo>
                    <a:pt x="2680373" y="4221835"/>
                  </a:lnTo>
                  <a:lnTo>
                    <a:pt x="2665615" y="4234535"/>
                  </a:lnTo>
                  <a:lnTo>
                    <a:pt x="2674137" y="4247235"/>
                  </a:lnTo>
                  <a:lnTo>
                    <a:pt x="2688894" y="4234535"/>
                  </a:lnTo>
                  <a:close/>
                </a:path>
                <a:path w="18288000" h="10287000">
                  <a:moveTo>
                    <a:pt x="2692336" y="3023349"/>
                  </a:moveTo>
                  <a:lnTo>
                    <a:pt x="2677350" y="2997390"/>
                  </a:lnTo>
                  <a:lnTo>
                    <a:pt x="2651404" y="3012376"/>
                  </a:lnTo>
                  <a:lnTo>
                    <a:pt x="2666390" y="3038335"/>
                  </a:lnTo>
                  <a:lnTo>
                    <a:pt x="2692336" y="3023349"/>
                  </a:lnTo>
                  <a:close/>
                </a:path>
                <a:path w="18288000" h="10287000">
                  <a:moveTo>
                    <a:pt x="2695778" y="1817725"/>
                  </a:moveTo>
                  <a:lnTo>
                    <a:pt x="2674328" y="1780578"/>
                  </a:lnTo>
                  <a:lnTo>
                    <a:pt x="2637180" y="1802028"/>
                  </a:lnTo>
                  <a:lnTo>
                    <a:pt x="2658630" y="1839163"/>
                  </a:lnTo>
                  <a:lnTo>
                    <a:pt x="2695778" y="1817725"/>
                  </a:lnTo>
                  <a:close/>
                </a:path>
                <a:path w="18288000" h="10287000">
                  <a:moveTo>
                    <a:pt x="2697213" y="611555"/>
                  </a:moveTo>
                  <a:lnTo>
                    <a:pt x="2670784" y="565759"/>
                  </a:lnTo>
                  <a:lnTo>
                    <a:pt x="2624975" y="592201"/>
                  </a:lnTo>
                  <a:lnTo>
                    <a:pt x="2651417" y="637997"/>
                  </a:lnTo>
                  <a:lnTo>
                    <a:pt x="2697213" y="611555"/>
                  </a:lnTo>
                  <a:close/>
                </a:path>
                <a:path w="18288000" h="10287000">
                  <a:moveTo>
                    <a:pt x="2705125" y="5768924"/>
                  </a:moveTo>
                  <a:lnTo>
                    <a:pt x="2703360" y="5765863"/>
                  </a:lnTo>
                  <a:lnTo>
                    <a:pt x="2700312" y="5767629"/>
                  </a:lnTo>
                  <a:lnTo>
                    <a:pt x="2702077" y="5770677"/>
                  </a:lnTo>
                  <a:lnTo>
                    <a:pt x="2705125" y="5768924"/>
                  </a:lnTo>
                  <a:close/>
                </a:path>
                <a:path w="18288000" h="10287000">
                  <a:moveTo>
                    <a:pt x="2706560" y="4564735"/>
                  </a:moveTo>
                  <a:lnTo>
                    <a:pt x="2699804" y="4552035"/>
                  </a:lnTo>
                  <a:lnTo>
                    <a:pt x="2688107" y="4564735"/>
                  </a:lnTo>
                  <a:lnTo>
                    <a:pt x="2694863" y="4577435"/>
                  </a:lnTo>
                  <a:lnTo>
                    <a:pt x="2706560" y="4564735"/>
                  </a:lnTo>
                  <a:close/>
                </a:path>
                <a:path w="18288000" h="10287000">
                  <a:moveTo>
                    <a:pt x="2709595" y="3358235"/>
                  </a:moveTo>
                  <a:lnTo>
                    <a:pt x="2696680" y="3345535"/>
                  </a:lnTo>
                  <a:lnTo>
                    <a:pt x="2674289" y="3358235"/>
                  </a:lnTo>
                  <a:lnTo>
                    <a:pt x="2687205" y="3370935"/>
                  </a:lnTo>
                  <a:lnTo>
                    <a:pt x="2709595" y="3358235"/>
                  </a:lnTo>
                  <a:close/>
                </a:path>
                <a:path w="18288000" h="10287000">
                  <a:moveTo>
                    <a:pt x="2713050" y="2151405"/>
                  </a:moveTo>
                  <a:lnTo>
                    <a:pt x="2693657" y="2117826"/>
                  </a:lnTo>
                  <a:lnTo>
                    <a:pt x="2660078" y="2137206"/>
                  </a:lnTo>
                  <a:lnTo>
                    <a:pt x="2679458" y="2170798"/>
                  </a:lnTo>
                  <a:lnTo>
                    <a:pt x="2713050" y="2151405"/>
                  </a:lnTo>
                  <a:close/>
                </a:path>
                <a:path w="18288000" h="10287000">
                  <a:moveTo>
                    <a:pt x="2715285" y="945451"/>
                  </a:moveTo>
                  <a:lnTo>
                    <a:pt x="2690317" y="902208"/>
                  </a:lnTo>
                  <a:lnTo>
                    <a:pt x="2647061" y="927176"/>
                  </a:lnTo>
                  <a:lnTo>
                    <a:pt x="2672029" y="970432"/>
                  </a:lnTo>
                  <a:lnTo>
                    <a:pt x="2715285" y="945451"/>
                  </a:lnTo>
                  <a:close/>
                </a:path>
                <a:path w="18288000" h="10287000">
                  <a:moveTo>
                    <a:pt x="2723591" y="6102921"/>
                  </a:moveTo>
                  <a:lnTo>
                    <a:pt x="2723350" y="6102502"/>
                  </a:lnTo>
                  <a:lnTo>
                    <a:pt x="2721991" y="6102502"/>
                  </a:lnTo>
                  <a:lnTo>
                    <a:pt x="2722232" y="6102921"/>
                  </a:lnTo>
                  <a:lnTo>
                    <a:pt x="2723591" y="6102921"/>
                  </a:lnTo>
                  <a:close/>
                </a:path>
                <a:path w="18288000" h="10287000">
                  <a:moveTo>
                    <a:pt x="2724226" y="4907635"/>
                  </a:moveTo>
                  <a:lnTo>
                    <a:pt x="2719235" y="4894935"/>
                  </a:lnTo>
                  <a:lnTo>
                    <a:pt x="2710586" y="4894935"/>
                  </a:lnTo>
                  <a:lnTo>
                    <a:pt x="2715577" y="4907635"/>
                  </a:lnTo>
                  <a:lnTo>
                    <a:pt x="2724226" y="4907635"/>
                  </a:lnTo>
                  <a:close/>
                </a:path>
                <a:path w="18288000" h="10287000">
                  <a:moveTo>
                    <a:pt x="2727261" y="3701135"/>
                  </a:moveTo>
                  <a:lnTo>
                    <a:pt x="2716098" y="3675735"/>
                  </a:lnTo>
                  <a:lnTo>
                    <a:pt x="2696768" y="3688435"/>
                  </a:lnTo>
                  <a:lnTo>
                    <a:pt x="2707932" y="3713835"/>
                  </a:lnTo>
                  <a:lnTo>
                    <a:pt x="2727261" y="3701135"/>
                  </a:lnTo>
                  <a:close/>
                </a:path>
                <a:path w="18288000" h="10287000">
                  <a:moveTo>
                    <a:pt x="2730716" y="2485199"/>
                  </a:moveTo>
                  <a:lnTo>
                    <a:pt x="2713088" y="2454668"/>
                  </a:lnTo>
                  <a:lnTo>
                    <a:pt x="2682557" y="2472296"/>
                  </a:lnTo>
                  <a:lnTo>
                    <a:pt x="2700185" y="2502827"/>
                  </a:lnTo>
                  <a:lnTo>
                    <a:pt x="2730716" y="2485199"/>
                  </a:lnTo>
                  <a:close/>
                </a:path>
                <a:path w="18288000" h="10287000">
                  <a:moveTo>
                    <a:pt x="2732951" y="1279245"/>
                  </a:moveTo>
                  <a:lnTo>
                    <a:pt x="2709748" y="1239050"/>
                  </a:lnTo>
                  <a:lnTo>
                    <a:pt x="2669552" y="1262265"/>
                  </a:lnTo>
                  <a:lnTo>
                    <a:pt x="2692755" y="1302461"/>
                  </a:lnTo>
                  <a:lnTo>
                    <a:pt x="2732951" y="1279245"/>
                  </a:lnTo>
                  <a:close/>
                </a:path>
                <a:path w="18288000" h="10287000">
                  <a:moveTo>
                    <a:pt x="2733598" y="72872"/>
                  </a:moveTo>
                  <a:lnTo>
                    <a:pt x="2705976" y="25031"/>
                  </a:lnTo>
                  <a:lnTo>
                    <a:pt x="2658148" y="52654"/>
                  </a:lnTo>
                  <a:lnTo>
                    <a:pt x="2685758" y="100482"/>
                  </a:lnTo>
                  <a:lnTo>
                    <a:pt x="2733598" y="72872"/>
                  </a:lnTo>
                  <a:close/>
                </a:path>
                <a:path w="18288000" h="10287000">
                  <a:moveTo>
                    <a:pt x="2742704" y="5237835"/>
                  </a:moveTo>
                  <a:lnTo>
                    <a:pt x="2738882" y="5225135"/>
                  </a:lnTo>
                  <a:lnTo>
                    <a:pt x="2732265" y="5237835"/>
                  </a:lnTo>
                  <a:lnTo>
                    <a:pt x="2742704" y="5237835"/>
                  </a:lnTo>
                  <a:close/>
                </a:path>
                <a:path w="18288000" h="10287000">
                  <a:moveTo>
                    <a:pt x="2744940" y="4031335"/>
                  </a:moveTo>
                  <a:lnTo>
                    <a:pt x="2735542" y="4018635"/>
                  </a:lnTo>
                  <a:lnTo>
                    <a:pt x="2719260" y="4018635"/>
                  </a:lnTo>
                  <a:lnTo>
                    <a:pt x="2728658" y="4044035"/>
                  </a:lnTo>
                  <a:lnTo>
                    <a:pt x="2744940" y="4031335"/>
                  </a:lnTo>
                  <a:close/>
                </a:path>
                <a:path w="18288000" h="10287000">
                  <a:moveTo>
                    <a:pt x="2748381" y="2818993"/>
                  </a:moveTo>
                  <a:lnTo>
                    <a:pt x="2732519" y="2791510"/>
                  </a:lnTo>
                  <a:lnTo>
                    <a:pt x="2705036" y="2807385"/>
                  </a:lnTo>
                  <a:lnTo>
                    <a:pt x="2720898" y="2834856"/>
                  </a:lnTo>
                  <a:lnTo>
                    <a:pt x="2748381" y="2818993"/>
                  </a:lnTo>
                  <a:close/>
                </a:path>
                <a:path w="18288000" h="10287000">
                  <a:moveTo>
                    <a:pt x="2751023" y="1613141"/>
                  </a:moveTo>
                  <a:lnTo>
                    <a:pt x="2729280" y="1575485"/>
                  </a:lnTo>
                  <a:lnTo>
                    <a:pt x="2691625" y="1597228"/>
                  </a:lnTo>
                  <a:lnTo>
                    <a:pt x="2713367" y="1634883"/>
                  </a:lnTo>
                  <a:lnTo>
                    <a:pt x="2751023" y="1613141"/>
                  </a:lnTo>
                  <a:close/>
                </a:path>
                <a:path w="18288000" h="10287000">
                  <a:moveTo>
                    <a:pt x="2752064" y="406882"/>
                  </a:moveTo>
                  <a:lnTo>
                    <a:pt x="2725623" y="361073"/>
                  </a:lnTo>
                  <a:lnTo>
                    <a:pt x="2679827" y="387515"/>
                  </a:lnTo>
                  <a:lnTo>
                    <a:pt x="2706268" y="433324"/>
                  </a:lnTo>
                  <a:lnTo>
                    <a:pt x="2752064" y="406882"/>
                  </a:lnTo>
                  <a:close/>
                </a:path>
                <a:path w="18288000" h="10287000">
                  <a:moveTo>
                    <a:pt x="2760764" y="5564454"/>
                  </a:moveTo>
                  <a:lnTo>
                    <a:pt x="2758414" y="5560390"/>
                  </a:lnTo>
                  <a:lnTo>
                    <a:pt x="2754338" y="5562739"/>
                  </a:lnTo>
                  <a:lnTo>
                    <a:pt x="2756700" y="5566803"/>
                  </a:lnTo>
                  <a:lnTo>
                    <a:pt x="2760764" y="5564454"/>
                  </a:lnTo>
                  <a:close/>
                </a:path>
                <a:path w="18288000" h="10287000">
                  <a:moveTo>
                    <a:pt x="2762605" y="4361535"/>
                  </a:moveTo>
                  <a:lnTo>
                    <a:pt x="2754973" y="4348835"/>
                  </a:lnTo>
                  <a:lnTo>
                    <a:pt x="2741739" y="4361535"/>
                  </a:lnTo>
                  <a:lnTo>
                    <a:pt x="2749372" y="4374235"/>
                  </a:lnTo>
                  <a:lnTo>
                    <a:pt x="2762605" y="4361535"/>
                  </a:lnTo>
                  <a:close/>
                </a:path>
                <a:path w="18288000" h="10287000">
                  <a:moveTo>
                    <a:pt x="2765641" y="3152673"/>
                  </a:moveTo>
                  <a:lnTo>
                    <a:pt x="2751836" y="3128759"/>
                  </a:lnTo>
                  <a:lnTo>
                    <a:pt x="2727922" y="3142564"/>
                  </a:lnTo>
                  <a:lnTo>
                    <a:pt x="2741726" y="3166478"/>
                  </a:lnTo>
                  <a:lnTo>
                    <a:pt x="2765641" y="3152673"/>
                  </a:lnTo>
                  <a:close/>
                </a:path>
                <a:path w="18288000" h="10287000">
                  <a:moveTo>
                    <a:pt x="2769095" y="1947049"/>
                  </a:moveTo>
                  <a:lnTo>
                    <a:pt x="2748826" y="1911934"/>
                  </a:lnTo>
                  <a:lnTo>
                    <a:pt x="2713710" y="1932203"/>
                  </a:lnTo>
                  <a:lnTo>
                    <a:pt x="2733979" y="1967318"/>
                  </a:lnTo>
                  <a:lnTo>
                    <a:pt x="2769095" y="1947049"/>
                  </a:lnTo>
                  <a:close/>
                </a:path>
                <a:path w="18288000" h="10287000">
                  <a:moveTo>
                    <a:pt x="2770136" y="740778"/>
                  </a:moveTo>
                  <a:lnTo>
                    <a:pt x="2745155" y="697522"/>
                  </a:lnTo>
                  <a:lnTo>
                    <a:pt x="2701912" y="722490"/>
                  </a:lnTo>
                  <a:lnTo>
                    <a:pt x="2726880" y="765746"/>
                  </a:lnTo>
                  <a:lnTo>
                    <a:pt x="2770136" y="740778"/>
                  </a:lnTo>
                  <a:close/>
                </a:path>
                <a:path w="18288000" h="10287000">
                  <a:moveTo>
                    <a:pt x="2779242" y="5898464"/>
                  </a:moveTo>
                  <a:lnTo>
                    <a:pt x="2778061" y="5896432"/>
                  </a:lnTo>
                  <a:lnTo>
                    <a:pt x="2776029" y="5897613"/>
                  </a:lnTo>
                  <a:lnTo>
                    <a:pt x="2777198" y="5899632"/>
                  </a:lnTo>
                  <a:lnTo>
                    <a:pt x="2779242" y="5898464"/>
                  </a:lnTo>
                  <a:close/>
                </a:path>
                <a:path w="18288000" h="10287000">
                  <a:moveTo>
                    <a:pt x="2779877" y="4704435"/>
                  </a:moveTo>
                  <a:lnTo>
                    <a:pt x="2774289" y="4691735"/>
                  </a:lnTo>
                  <a:lnTo>
                    <a:pt x="2764625" y="4691735"/>
                  </a:lnTo>
                  <a:lnTo>
                    <a:pt x="2770200" y="4704435"/>
                  </a:lnTo>
                  <a:lnTo>
                    <a:pt x="2779877" y="4704435"/>
                  </a:lnTo>
                  <a:close/>
                </a:path>
                <a:path w="18288000" h="10287000">
                  <a:moveTo>
                    <a:pt x="2783319" y="3497935"/>
                  </a:moveTo>
                  <a:lnTo>
                    <a:pt x="2771267" y="3472535"/>
                  </a:lnTo>
                  <a:lnTo>
                    <a:pt x="2750413" y="3485235"/>
                  </a:lnTo>
                  <a:lnTo>
                    <a:pt x="2762453" y="3510635"/>
                  </a:lnTo>
                  <a:lnTo>
                    <a:pt x="2783319" y="3497935"/>
                  </a:lnTo>
                  <a:close/>
                </a:path>
                <a:path w="18288000" h="10287000">
                  <a:moveTo>
                    <a:pt x="2786761" y="2280843"/>
                  </a:moveTo>
                  <a:lnTo>
                    <a:pt x="2768257" y="2248776"/>
                  </a:lnTo>
                  <a:lnTo>
                    <a:pt x="2736189" y="2267293"/>
                  </a:lnTo>
                  <a:lnTo>
                    <a:pt x="2754706" y="2299347"/>
                  </a:lnTo>
                  <a:lnTo>
                    <a:pt x="2786761" y="2280843"/>
                  </a:lnTo>
                  <a:close/>
                </a:path>
                <a:path w="18288000" h="10287000">
                  <a:moveTo>
                    <a:pt x="2788602" y="1074788"/>
                  </a:moveTo>
                  <a:lnTo>
                    <a:pt x="2764802" y="1033564"/>
                  </a:lnTo>
                  <a:lnTo>
                    <a:pt x="2723591" y="1057363"/>
                  </a:lnTo>
                  <a:lnTo>
                    <a:pt x="2747378" y="1098575"/>
                  </a:lnTo>
                  <a:lnTo>
                    <a:pt x="2788602" y="1074788"/>
                  </a:lnTo>
                  <a:close/>
                </a:path>
                <a:path w="18288000" h="10287000">
                  <a:moveTo>
                    <a:pt x="2798343" y="5034635"/>
                  </a:moveTo>
                  <a:lnTo>
                    <a:pt x="2793936" y="5021935"/>
                  </a:lnTo>
                  <a:lnTo>
                    <a:pt x="2786303" y="5034635"/>
                  </a:lnTo>
                  <a:lnTo>
                    <a:pt x="2798343" y="5034635"/>
                  </a:lnTo>
                  <a:close/>
                </a:path>
                <a:path w="18288000" h="10287000">
                  <a:moveTo>
                    <a:pt x="2800985" y="3828135"/>
                  </a:moveTo>
                  <a:lnTo>
                    <a:pt x="2790698" y="3802735"/>
                  </a:lnTo>
                  <a:lnTo>
                    <a:pt x="2772892" y="3815435"/>
                  </a:lnTo>
                  <a:lnTo>
                    <a:pt x="2783167" y="3840835"/>
                  </a:lnTo>
                  <a:lnTo>
                    <a:pt x="2800985" y="3828135"/>
                  </a:lnTo>
                  <a:close/>
                </a:path>
                <a:path w="18288000" h="10287000">
                  <a:moveTo>
                    <a:pt x="2804020" y="2614523"/>
                  </a:moveTo>
                  <a:lnTo>
                    <a:pt x="2787573" y="2586024"/>
                  </a:lnTo>
                  <a:lnTo>
                    <a:pt x="2759075" y="2602484"/>
                  </a:lnTo>
                  <a:lnTo>
                    <a:pt x="2775534" y="2630982"/>
                  </a:lnTo>
                  <a:lnTo>
                    <a:pt x="2804020" y="2614523"/>
                  </a:lnTo>
                  <a:close/>
                </a:path>
                <a:path w="18288000" h="10287000">
                  <a:moveTo>
                    <a:pt x="2806662" y="1408684"/>
                  </a:moveTo>
                  <a:lnTo>
                    <a:pt x="2784335" y="1370012"/>
                  </a:lnTo>
                  <a:lnTo>
                    <a:pt x="2745663" y="1392339"/>
                  </a:lnTo>
                  <a:lnTo>
                    <a:pt x="2767990" y="1431010"/>
                  </a:lnTo>
                  <a:lnTo>
                    <a:pt x="2806662" y="1408684"/>
                  </a:lnTo>
                  <a:close/>
                </a:path>
                <a:path w="18288000" h="10287000">
                  <a:moveTo>
                    <a:pt x="2806903" y="202196"/>
                  </a:moveTo>
                  <a:lnTo>
                    <a:pt x="2780461" y="156400"/>
                  </a:lnTo>
                  <a:lnTo>
                    <a:pt x="2734665" y="182841"/>
                  </a:lnTo>
                  <a:lnTo>
                    <a:pt x="2761107" y="228638"/>
                  </a:lnTo>
                  <a:lnTo>
                    <a:pt x="2806903" y="202196"/>
                  </a:lnTo>
                  <a:close/>
                </a:path>
                <a:path w="18288000" h="10287000">
                  <a:moveTo>
                    <a:pt x="2818257" y="4158335"/>
                  </a:moveTo>
                  <a:lnTo>
                    <a:pt x="2810027" y="4145635"/>
                  </a:lnTo>
                  <a:lnTo>
                    <a:pt x="2795778" y="4158335"/>
                  </a:lnTo>
                  <a:lnTo>
                    <a:pt x="2804007" y="4171035"/>
                  </a:lnTo>
                  <a:lnTo>
                    <a:pt x="2818257" y="4158335"/>
                  </a:lnTo>
                  <a:close/>
                </a:path>
                <a:path w="18288000" h="10287000">
                  <a:moveTo>
                    <a:pt x="2821686" y="2948317"/>
                  </a:moveTo>
                  <a:lnTo>
                    <a:pt x="2807004" y="2922879"/>
                  </a:lnTo>
                  <a:lnTo>
                    <a:pt x="2781566" y="2937560"/>
                  </a:lnTo>
                  <a:lnTo>
                    <a:pt x="2796248" y="2963011"/>
                  </a:lnTo>
                  <a:lnTo>
                    <a:pt x="2821686" y="2948317"/>
                  </a:lnTo>
                  <a:close/>
                </a:path>
                <a:path w="18288000" h="10287000">
                  <a:moveTo>
                    <a:pt x="2824734" y="1742579"/>
                  </a:moveTo>
                  <a:lnTo>
                    <a:pt x="2803880" y="1706460"/>
                  </a:lnTo>
                  <a:lnTo>
                    <a:pt x="2767749" y="1727314"/>
                  </a:lnTo>
                  <a:lnTo>
                    <a:pt x="2788602" y="1763445"/>
                  </a:lnTo>
                  <a:lnTo>
                    <a:pt x="2824734" y="1742579"/>
                  </a:lnTo>
                  <a:close/>
                </a:path>
                <a:path w="18288000" h="10287000">
                  <a:moveTo>
                    <a:pt x="2825381" y="536206"/>
                  </a:moveTo>
                  <a:lnTo>
                    <a:pt x="2800108" y="492442"/>
                  </a:lnTo>
                  <a:lnTo>
                    <a:pt x="2756344" y="517715"/>
                  </a:lnTo>
                  <a:lnTo>
                    <a:pt x="2781617" y="561467"/>
                  </a:lnTo>
                  <a:lnTo>
                    <a:pt x="2825381" y="536206"/>
                  </a:lnTo>
                  <a:close/>
                </a:path>
                <a:path w="18288000" h="10287000">
                  <a:moveTo>
                    <a:pt x="2834881" y="5694007"/>
                  </a:moveTo>
                  <a:lnTo>
                    <a:pt x="2833116" y="5690946"/>
                  </a:lnTo>
                  <a:lnTo>
                    <a:pt x="2830068" y="5692711"/>
                  </a:lnTo>
                  <a:lnTo>
                    <a:pt x="2831833" y="5695772"/>
                  </a:lnTo>
                  <a:lnTo>
                    <a:pt x="2834881" y="5694007"/>
                  </a:lnTo>
                  <a:close/>
                </a:path>
                <a:path w="18288000" h="10287000">
                  <a:moveTo>
                    <a:pt x="2835922" y="4487735"/>
                  </a:moveTo>
                  <a:lnTo>
                    <a:pt x="2829458" y="4476547"/>
                  </a:lnTo>
                  <a:lnTo>
                    <a:pt x="2818257" y="4483011"/>
                  </a:lnTo>
                  <a:lnTo>
                    <a:pt x="2824721" y="4494200"/>
                  </a:lnTo>
                  <a:lnTo>
                    <a:pt x="2835922" y="4487735"/>
                  </a:lnTo>
                  <a:close/>
                </a:path>
                <a:path w="18288000" h="10287000">
                  <a:moveTo>
                    <a:pt x="2838958" y="3281997"/>
                  </a:moveTo>
                  <a:lnTo>
                    <a:pt x="2826321" y="3260128"/>
                  </a:lnTo>
                  <a:lnTo>
                    <a:pt x="2804439" y="3272764"/>
                  </a:lnTo>
                  <a:lnTo>
                    <a:pt x="2817076" y="3294634"/>
                  </a:lnTo>
                  <a:lnTo>
                    <a:pt x="2838958" y="3281997"/>
                  </a:lnTo>
                  <a:close/>
                </a:path>
                <a:path w="18288000" h="10287000">
                  <a:moveTo>
                    <a:pt x="2842399" y="2076386"/>
                  </a:moveTo>
                  <a:lnTo>
                    <a:pt x="2823299" y="2043303"/>
                  </a:lnTo>
                  <a:lnTo>
                    <a:pt x="2790228" y="2062403"/>
                  </a:lnTo>
                  <a:lnTo>
                    <a:pt x="2809329" y="2095474"/>
                  </a:lnTo>
                  <a:lnTo>
                    <a:pt x="2842399" y="2076386"/>
                  </a:lnTo>
                  <a:close/>
                </a:path>
                <a:path w="18288000" h="10287000">
                  <a:moveTo>
                    <a:pt x="2843847" y="870216"/>
                  </a:moveTo>
                  <a:lnTo>
                    <a:pt x="2819755" y="828484"/>
                  </a:lnTo>
                  <a:lnTo>
                    <a:pt x="2778036" y="852576"/>
                  </a:lnTo>
                  <a:lnTo>
                    <a:pt x="2802128" y="894308"/>
                  </a:lnTo>
                  <a:lnTo>
                    <a:pt x="2843847" y="870216"/>
                  </a:lnTo>
                  <a:close/>
                </a:path>
                <a:path w="18288000" h="10287000">
                  <a:moveTo>
                    <a:pt x="2853347" y="6028004"/>
                  </a:moveTo>
                  <a:lnTo>
                    <a:pt x="2853105" y="6027585"/>
                  </a:lnTo>
                  <a:lnTo>
                    <a:pt x="2851747" y="6027585"/>
                  </a:lnTo>
                  <a:lnTo>
                    <a:pt x="2852001" y="6028004"/>
                  </a:lnTo>
                  <a:lnTo>
                    <a:pt x="2853347" y="6028004"/>
                  </a:lnTo>
                  <a:close/>
                </a:path>
                <a:path w="18288000" h="10287000">
                  <a:moveTo>
                    <a:pt x="2853982" y="4821631"/>
                  </a:moveTo>
                  <a:lnTo>
                    <a:pt x="2848991" y="4812982"/>
                  </a:lnTo>
                  <a:lnTo>
                    <a:pt x="2840342" y="4817973"/>
                  </a:lnTo>
                  <a:lnTo>
                    <a:pt x="2845333" y="4826635"/>
                  </a:lnTo>
                  <a:lnTo>
                    <a:pt x="2853982" y="4821631"/>
                  </a:lnTo>
                  <a:close/>
                </a:path>
                <a:path w="18288000" h="10287000">
                  <a:moveTo>
                    <a:pt x="2856623" y="3615791"/>
                  </a:moveTo>
                  <a:lnTo>
                    <a:pt x="2845765" y="3596970"/>
                  </a:lnTo>
                  <a:lnTo>
                    <a:pt x="2826931" y="3607841"/>
                  </a:lnTo>
                  <a:lnTo>
                    <a:pt x="2837802" y="3626662"/>
                  </a:lnTo>
                  <a:lnTo>
                    <a:pt x="2856623" y="3615791"/>
                  </a:lnTo>
                  <a:close/>
                </a:path>
                <a:path w="18288000" h="10287000">
                  <a:moveTo>
                    <a:pt x="2856890" y="0"/>
                  </a:moveTo>
                  <a:lnTo>
                    <a:pt x="2802458" y="0"/>
                  </a:lnTo>
                  <a:lnTo>
                    <a:pt x="2816060" y="23558"/>
                  </a:lnTo>
                  <a:lnTo>
                    <a:pt x="2856890" y="0"/>
                  </a:lnTo>
                  <a:close/>
                </a:path>
                <a:path w="18288000" h="10287000">
                  <a:moveTo>
                    <a:pt x="2859671" y="2410066"/>
                  </a:moveTo>
                  <a:lnTo>
                    <a:pt x="2842628" y="2380551"/>
                  </a:lnTo>
                  <a:lnTo>
                    <a:pt x="2813113" y="2397582"/>
                  </a:lnTo>
                  <a:lnTo>
                    <a:pt x="2830157" y="2427109"/>
                  </a:lnTo>
                  <a:lnTo>
                    <a:pt x="2859671" y="2410066"/>
                  </a:lnTo>
                  <a:close/>
                </a:path>
                <a:path w="18288000" h="10287000">
                  <a:moveTo>
                    <a:pt x="2861919" y="1204112"/>
                  </a:moveTo>
                  <a:lnTo>
                    <a:pt x="2839301" y="1164932"/>
                  </a:lnTo>
                  <a:lnTo>
                    <a:pt x="2800108" y="1187551"/>
                  </a:lnTo>
                  <a:lnTo>
                    <a:pt x="2822727" y="1226743"/>
                  </a:lnTo>
                  <a:lnTo>
                    <a:pt x="2861919" y="1204112"/>
                  </a:lnTo>
                  <a:close/>
                </a:path>
                <a:path w="18288000" h="10287000">
                  <a:moveTo>
                    <a:pt x="2872460" y="5155641"/>
                  </a:moveTo>
                  <a:lnTo>
                    <a:pt x="2868638" y="5149024"/>
                  </a:lnTo>
                  <a:lnTo>
                    <a:pt x="2862021" y="5152847"/>
                  </a:lnTo>
                  <a:lnTo>
                    <a:pt x="2865844" y="5159464"/>
                  </a:lnTo>
                  <a:lnTo>
                    <a:pt x="2872460" y="5155641"/>
                  </a:lnTo>
                  <a:close/>
                </a:path>
                <a:path w="18288000" h="10287000">
                  <a:moveTo>
                    <a:pt x="2874289" y="3949585"/>
                  </a:moveTo>
                  <a:lnTo>
                    <a:pt x="2865183" y="3933812"/>
                  </a:lnTo>
                  <a:lnTo>
                    <a:pt x="2849410" y="3942918"/>
                  </a:lnTo>
                  <a:lnTo>
                    <a:pt x="2858516" y="3958691"/>
                  </a:lnTo>
                  <a:lnTo>
                    <a:pt x="2874289" y="3949585"/>
                  </a:lnTo>
                  <a:close/>
                </a:path>
                <a:path w="18288000" h="10287000">
                  <a:moveTo>
                    <a:pt x="2877743" y="2743962"/>
                  </a:moveTo>
                  <a:lnTo>
                    <a:pt x="2862173" y="2716987"/>
                  </a:lnTo>
                  <a:lnTo>
                    <a:pt x="2835198" y="2732557"/>
                  </a:lnTo>
                  <a:lnTo>
                    <a:pt x="2850769" y="2759532"/>
                  </a:lnTo>
                  <a:lnTo>
                    <a:pt x="2877743" y="2743962"/>
                  </a:lnTo>
                  <a:close/>
                </a:path>
                <a:path w="18288000" h="10287000">
                  <a:moveTo>
                    <a:pt x="2879979" y="1538008"/>
                  </a:moveTo>
                  <a:lnTo>
                    <a:pt x="2858833" y="1501381"/>
                  </a:lnTo>
                  <a:lnTo>
                    <a:pt x="2822194" y="1522539"/>
                  </a:lnTo>
                  <a:lnTo>
                    <a:pt x="2843339" y="1559166"/>
                  </a:lnTo>
                  <a:lnTo>
                    <a:pt x="2879979" y="1538008"/>
                  </a:lnTo>
                  <a:close/>
                </a:path>
                <a:path w="18288000" h="10287000">
                  <a:moveTo>
                    <a:pt x="2880220" y="331520"/>
                  </a:moveTo>
                  <a:lnTo>
                    <a:pt x="2854960" y="287769"/>
                  </a:lnTo>
                  <a:lnTo>
                    <a:pt x="2811195" y="313029"/>
                  </a:lnTo>
                  <a:lnTo>
                    <a:pt x="2836456" y="356793"/>
                  </a:lnTo>
                  <a:lnTo>
                    <a:pt x="2880220" y="331520"/>
                  </a:lnTo>
                  <a:close/>
                </a:path>
                <a:path w="18288000" h="10287000">
                  <a:moveTo>
                    <a:pt x="2890520" y="5489537"/>
                  </a:moveTo>
                  <a:lnTo>
                    <a:pt x="2888183" y="5485473"/>
                  </a:lnTo>
                  <a:lnTo>
                    <a:pt x="2884106" y="5487822"/>
                  </a:lnTo>
                  <a:lnTo>
                    <a:pt x="2886456" y="5491886"/>
                  </a:lnTo>
                  <a:lnTo>
                    <a:pt x="2890520" y="5489537"/>
                  </a:lnTo>
                  <a:close/>
                </a:path>
                <a:path w="18288000" h="10287000">
                  <a:moveTo>
                    <a:pt x="2891967" y="4283380"/>
                  </a:moveTo>
                  <a:lnTo>
                    <a:pt x="2884614" y="4270654"/>
                  </a:lnTo>
                  <a:lnTo>
                    <a:pt x="2871901" y="4278007"/>
                  </a:lnTo>
                  <a:lnTo>
                    <a:pt x="2879242" y="4290733"/>
                  </a:lnTo>
                  <a:lnTo>
                    <a:pt x="2891967" y="4283380"/>
                  </a:lnTo>
                  <a:close/>
                </a:path>
                <a:path w="18288000" h="10287000">
                  <a:moveTo>
                    <a:pt x="2895003" y="3077641"/>
                  </a:moveTo>
                  <a:lnTo>
                    <a:pt x="2881490" y="3054248"/>
                  </a:lnTo>
                  <a:lnTo>
                    <a:pt x="2858084" y="3067761"/>
                  </a:lnTo>
                  <a:lnTo>
                    <a:pt x="2871597" y="3091167"/>
                  </a:lnTo>
                  <a:lnTo>
                    <a:pt x="2895003" y="3077641"/>
                  </a:lnTo>
                  <a:close/>
                </a:path>
                <a:path w="18288000" h="10287000">
                  <a:moveTo>
                    <a:pt x="2897644" y="1871814"/>
                  </a:moveTo>
                  <a:lnTo>
                    <a:pt x="2878251" y="1838223"/>
                  </a:lnTo>
                  <a:lnTo>
                    <a:pt x="2844673" y="1857616"/>
                  </a:lnTo>
                  <a:lnTo>
                    <a:pt x="2864066" y="1891207"/>
                  </a:lnTo>
                  <a:lnTo>
                    <a:pt x="2897644" y="1871814"/>
                  </a:lnTo>
                  <a:close/>
                </a:path>
                <a:path w="18288000" h="10287000">
                  <a:moveTo>
                    <a:pt x="2898686" y="665530"/>
                  </a:moveTo>
                  <a:lnTo>
                    <a:pt x="2874594" y="623811"/>
                  </a:lnTo>
                  <a:lnTo>
                    <a:pt x="2832874" y="647903"/>
                  </a:lnTo>
                  <a:lnTo>
                    <a:pt x="2856966" y="689622"/>
                  </a:lnTo>
                  <a:lnTo>
                    <a:pt x="2898686" y="665530"/>
                  </a:lnTo>
                  <a:close/>
                </a:path>
                <a:path w="18288000" h="10287000">
                  <a:moveTo>
                    <a:pt x="2908998" y="5823547"/>
                  </a:moveTo>
                  <a:lnTo>
                    <a:pt x="2907817" y="5821515"/>
                  </a:lnTo>
                  <a:lnTo>
                    <a:pt x="2905785" y="5822683"/>
                  </a:lnTo>
                  <a:lnTo>
                    <a:pt x="2906966" y="5824715"/>
                  </a:lnTo>
                  <a:lnTo>
                    <a:pt x="2908998" y="5823547"/>
                  </a:lnTo>
                  <a:close/>
                </a:path>
                <a:path w="18288000" h="10287000">
                  <a:moveTo>
                    <a:pt x="2909633" y="4617174"/>
                  </a:moveTo>
                  <a:lnTo>
                    <a:pt x="2904045" y="4607509"/>
                  </a:lnTo>
                  <a:lnTo>
                    <a:pt x="2894380" y="4613084"/>
                  </a:lnTo>
                  <a:lnTo>
                    <a:pt x="2899968" y="4622749"/>
                  </a:lnTo>
                  <a:lnTo>
                    <a:pt x="2909633" y="4617174"/>
                  </a:lnTo>
                  <a:close/>
                </a:path>
                <a:path w="18288000" h="10287000">
                  <a:moveTo>
                    <a:pt x="2912668" y="3411436"/>
                  </a:moveTo>
                  <a:lnTo>
                    <a:pt x="2900921" y="3391090"/>
                  </a:lnTo>
                  <a:lnTo>
                    <a:pt x="2880563" y="3402838"/>
                  </a:lnTo>
                  <a:lnTo>
                    <a:pt x="2892310" y="3423183"/>
                  </a:lnTo>
                  <a:lnTo>
                    <a:pt x="2912668" y="3411436"/>
                  </a:lnTo>
                  <a:close/>
                </a:path>
                <a:path w="18288000" h="10287000">
                  <a:moveTo>
                    <a:pt x="2915716" y="2205710"/>
                  </a:moveTo>
                  <a:lnTo>
                    <a:pt x="2897797" y="2174671"/>
                  </a:lnTo>
                  <a:lnTo>
                    <a:pt x="2866758" y="2192591"/>
                  </a:lnTo>
                  <a:lnTo>
                    <a:pt x="2884678" y="2223630"/>
                  </a:lnTo>
                  <a:lnTo>
                    <a:pt x="2915716" y="2205710"/>
                  </a:lnTo>
                  <a:close/>
                </a:path>
                <a:path w="18288000" h="10287000">
                  <a:moveTo>
                    <a:pt x="2917164" y="999553"/>
                  </a:moveTo>
                  <a:lnTo>
                    <a:pt x="2894241" y="959853"/>
                  </a:lnTo>
                  <a:lnTo>
                    <a:pt x="2854553" y="982776"/>
                  </a:lnTo>
                  <a:lnTo>
                    <a:pt x="2877464" y="1022464"/>
                  </a:lnTo>
                  <a:lnTo>
                    <a:pt x="2917164" y="999553"/>
                  </a:lnTo>
                  <a:close/>
                </a:path>
                <a:path w="18288000" h="10287000">
                  <a:moveTo>
                    <a:pt x="2928099" y="4951171"/>
                  </a:moveTo>
                  <a:lnTo>
                    <a:pt x="2923692" y="4943551"/>
                  </a:lnTo>
                  <a:lnTo>
                    <a:pt x="2916059" y="4947958"/>
                  </a:lnTo>
                  <a:lnTo>
                    <a:pt x="2920466" y="4955578"/>
                  </a:lnTo>
                  <a:lnTo>
                    <a:pt x="2928099" y="4951171"/>
                  </a:lnTo>
                  <a:close/>
                </a:path>
                <a:path w="18288000" h="10287000">
                  <a:moveTo>
                    <a:pt x="2930347" y="3745230"/>
                  </a:moveTo>
                  <a:lnTo>
                    <a:pt x="2920352" y="3727932"/>
                  </a:lnTo>
                  <a:lnTo>
                    <a:pt x="2903042" y="3737914"/>
                  </a:lnTo>
                  <a:lnTo>
                    <a:pt x="2913037" y="3755225"/>
                  </a:lnTo>
                  <a:lnTo>
                    <a:pt x="2930347" y="3745230"/>
                  </a:lnTo>
                  <a:close/>
                </a:path>
                <a:path w="18288000" h="10287000">
                  <a:moveTo>
                    <a:pt x="2933382" y="2539504"/>
                  </a:moveTo>
                  <a:lnTo>
                    <a:pt x="2917228" y="2511514"/>
                  </a:lnTo>
                  <a:lnTo>
                    <a:pt x="2889237" y="2527668"/>
                  </a:lnTo>
                  <a:lnTo>
                    <a:pt x="2905391" y="2555659"/>
                  </a:lnTo>
                  <a:lnTo>
                    <a:pt x="2933382" y="2539504"/>
                  </a:lnTo>
                  <a:close/>
                </a:path>
                <a:path w="18288000" h="10287000">
                  <a:moveTo>
                    <a:pt x="2935059" y="126860"/>
                  </a:moveTo>
                  <a:lnTo>
                    <a:pt x="2909798" y="83096"/>
                  </a:lnTo>
                  <a:lnTo>
                    <a:pt x="2866034" y="108356"/>
                  </a:lnTo>
                  <a:lnTo>
                    <a:pt x="2891307" y="152120"/>
                  </a:lnTo>
                  <a:lnTo>
                    <a:pt x="2935059" y="126860"/>
                  </a:lnTo>
                  <a:close/>
                </a:path>
                <a:path w="18288000" h="10287000">
                  <a:moveTo>
                    <a:pt x="2935630" y="1333550"/>
                  </a:moveTo>
                  <a:lnTo>
                    <a:pt x="2913888" y="1295895"/>
                  </a:lnTo>
                  <a:lnTo>
                    <a:pt x="2876232" y="1317637"/>
                  </a:lnTo>
                  <a:lnTo>
                    <a:pt x="2897975" y="1355293"/>
                  </a:lnTo>
                  <a:lnTo>
                    <a:pt x="2935630" y="1333550"/>
                  </a:lnTo>
                  <a:close/>
                </a:path>
                <a:path w="18288000" h="10287000">
                  <a:moveTo>
                    <a:pt x="2946171" y="5285079"/>
                  </a:moveTo>
                  <a:lnTo>
                    <a:pt x="2943237" y="5279987"/>
                  </a:lnTo>
                  <a:lnTo>
                    <a:pt x="2938145" y="5282920"/>
                  </a:lnTo>
                  <a:lnTo>
                    <a:pt x="2941078" y="5288013"/>
                  </a:lnTo>
                  <a:lnTo>
                    <a:pt x="2946171" y="5285079"/>
                  </a:lnTo>
                  <a:close/>
                </a:path>
                <a:path w="18288000" h="10287000">
                  <a:moveTo>
                    <a:pt x="2948000" y="4079024"/>
                  </a:moveTo>
                  <a:lnTo>
                    <a:pt x="2939783" y="4064787"/>
                  </a:lnTo>
                  <a:lnTo>
                    <a:pt x="2925534" y="4073004"/>
                  </a:lnTo>
                  <a:lnTo>
                    <a:pt x="2933763" y="4087253"/>
                  </a:lnTo>
                  <a:lnTo>
                    <a:pt x="2948000" y="4079024"/>
                  </a:lnTo>
                  <a:close/>
                </a:path>
                <a:path w="18288000" h="10287000">
                  <a:moveTo>
                    <a:pt x="2951048" y="2873298"/>
                  </a:moveTo>
                  <a:lnTo>
                    <a:pt x="2936659" y="2848356"/>
                  </a:lnTo>
                  <a:lnTo>
                    <a:pt x="2911716" y="2862757"/>
                  </a:lnTo>
                  <a:lnTo>
                    <a:pt x="2926118" y="2887688"/>
                  </a:lnTo>
                  <a:lnTo>
                    <a:pt x="2951048" y="2873298"/>
                  </a:lnTo>
                  <a:close/>
                </a:path>
                <a:path w="18288000" h="10287000">
                  <a:moveTo>
                    <a:pt x="2953689" y="1667446"/>
                  </a:moveTo>
                  <a:lnTo>
                    <a:pt x="2933420" y="1632343"/>
                  </a:lnTo>
                  <a:lnTo>
                    <a:pt x="2898305" y="1652612"/>
                  </a:lnTo>
                  <a:lnTo>
                    <a:pt x="2918587" y="1687728"/>
                  </a:lnTo>
                  <a:lnTo>
                    <a:pt x="2953689" y="1667446"/>
                  </a:lnTo>
                  <a:close/>
                </a:path>
                <a:path w="18288000" h="10287000">
                  <a:moveTo>
                    <a:pt x="2953931" y="460959"/>
                  </a:moveTo>
                  <a:lnTo>
                    <a:pt x="2929547" y="418731"/>
                  </a:lnTo>
                  <a:lnTo>
                    <a:pt x="2887307" y="443115"/>
                  </a:lnTo>
                  <a:lnTo>
                    <a:pt x="2911703" y="485343"/>
                  </a:lnTo>
                  <a:lnTo>
                    <a:pt x="2953931" y="460959"/>
                  </a:lnTo>
                  <a:close/>
                </a:path>
                <a:path w="18288000" h="10287000">
                  <a:moveTo>
                    <a:pt x="2964637" y="5619089"/>
                  </a:moveTo>
                  <a:lnTo>
                    <a:pt x="2962872" y="5616029"/>
                  </a:lnTo>
                  <a:lnTo>
                    <a:pt x="2959824" y="5617794"/>
                  </a:lnTo>
                  <a:lnTo>
                    <a:pt x="2961589" y="5620842"/>
                  </a:lnTo>
                  <a:lnTo>
                    <a:pt x="2964637" y="5619089"/>
                  </a:lnTo>
                  <a:close/>
                </a:path>
                <a:path w="18288000" h="10287000">
                  <a:moveTo>
                    <a:pt x="2965678" y="4412818"/>
                  </a:moveTo>
                  <a:lnTo>
                    <a:pt x="2959214" y="4401629"/>
                  </a:lnTo>
                  <a:lnTo>
                    <a:pt x="2948025" y="4408081"/>
                  </a:lnTo>
                  <a:lnTo>
                    <a:pt x="2954477" y="4419282"/>
                  </a:lnTo>
                  <a:lnTo>
                    <a:pt x="2965678" y="4412818"/>
                  </a:lnTo>
                  <a:close/>
                </a:path>
                <a:path w="18288000" h="10287000">
                  <a:moveTo>
                    <a:pt x="2968320" y="3206978"/>
                  </a:moveTo>
                  <a:lnTo>
                    <a:pt x="2955975" y="3185604"/>
                  </a:lnTo>
                  <a:lnTo>
                    <a:pt x="2934601" y="3197949"/>
                  </a:lnTo>
                  <a:lnTo>
                    <a:pt x="2946946" y="3219323"/>
                  </a:lnTo>
                  <a:lnTo>
                    <a:pt x="2968320" y="3206978"/>
                  </a:lnTo>
                  <a:close/>
                </a:path>
                <a:path w="18288000" h="10287000">
                  <a:moveTo>
                    <a:pt x="2971368" y="2001240"/>
                  </a:moveTo>
                  <a:lnTo>
                    <a:pt x="2952851" y="1969185"/>
                  </a:lnTo>
                  <a:lnTo>
                    <a:pt x="2920796" y="1987689"/>
                  </a:lnTo>
                  <a:lnTo>
                    <a:pt x="2939300" y="2019757"/>
                  </a:lnTo>
                  <a:lnTo>
                    <a:pt x="2971368" y="2001240"/>
                  </a:lnTo>
                  <a:close/>
                </a:path>
                <a:path w="18288000" h="10287000">
                  <a:moveTo>
                    <a:pt x="2972409" y="794969"/>
                  </a:moveTo>
                  <a:lnTo>
                    <a:pt x="2949194" y="754773"/>
                  </a:lnTo>
                  <a:lnTo>
                    <a:pt x="2908985" y="777976"/>
                  </a:lnTo>
                  <a:lnTo>
                    <a:pt x="2932201" y="818184"/>
                  </a:lnTo>
                  <a:lnTo>
                    <a:pt x="2972409" y="794969"/>
                  </a:lnTo>
                  <a:close/>
                </a:path>
                <a:path w="18288000" h="10287000">
                  <a:moveTo>
                    <a:pt x="2983115" y="5953099"/>
                  </a:moveTo>
                  <a:lnTo>
                    <a:pt x="2982861" y="5952668"/>
                  </a:lnTo>
                  <a:lnTo>
                    <a:pt x="2981502" y="5952668"/>
                  </a:lnTo>
                  <a:lnTo>
                    <a:pt x="2981756" y="5953099"/>
                  </a:lnTo>
                  <a:lnTo>
                    <a:pt x="2983115" y="5953099"/>
                  </a:lnTo>
                  <a:close/>
                </a:path>
                <a:path w="18288000" h="10287000">
                  <a:moveTo>
                    <a:pt x="2983750" y="4746714"/>
                  </a:moveTo>
                  <a:lnTo>
                    <a:pt x="2978747" y="4738065"/>
                  </a:lnTo>
                  <a:lnTo>
                    <a:pt x="2970098" y="4743056"/>
                  </a:lnTo>
                  <a:lnTo>
                    <a:pt x="2975102" y="4751717"/>
                  </a:lnTo>
                  <a:lnTo>
                    <a:pt x="2983750" y="4746714"/>
                  </a:lnTo>
                  <a:close/>
                </a:path>
                <a:path w="18288000" h="10287000">
                  <a:moveTo>
                    <a:pt x="2985986" y="3540772"/>
                  </a:moveTo>
                  <a:lnTo>
                    <a:pt x="2975406" y="3522446"/>
                  </a:lnTo>
                  <a:lnTo>
                    <a:pt x="2957093" y="3533025"/>
                  </a:lnTo>
                  <a:lnTo>
                    <a:pt x="2967672" y="3551351"/>
                  </a:lnTo>
                  <a:lnTo>
                    <a:pt x="2985986" y="3540772"/>
                  </a:lnTo>
                  <a:close/>
                </a:path>
                <a:path w="18288000" h="10287000">
                  <a:moveTo>
                    <a:pt x="2988627" y="2334933"/>
                  </a:moveTo>
                  <a:lnTo>
                    <a:pt x="2972168" y="2306434"/>
                  </a:lnTo>
                  <a:lnTo>
                    <a:pt x="2943682" y="2322880"/>
                  </a:lnTo>
                  <a:lnTo>
                    <a:pt x="2960128" y="2351379"/>
                  </a:lnTo>
                  <a:lnTo>
                    <a:pt x="2988627" y="2334933"/>
                  </a:lnTo>
                  <a:close/>
                </a:path>
                <a:path w="18288000" h="10287000">
                  <a:moveTo>
                    <a:pt x="2990875" y="1128979"/>
                  </a:moveTo>
                  <a:lnTo>
                    <a:pt x="2968828" y="1090815"/>
                  </a:lnTo>
                  <a:lnTo>
                    <a:pt x="2930664" y="1112850"/>
                  </a:lnTo>
                  <a:lnTo>
                    <a:pt x="2952712" y="1151013"/>
                  </a:lnTo>
                  <a:lnTo>
                    <a:pt x="2990875" y="1128979"/>
                  </a:lnTo>
                  <a:close/>
                </a:path>
                <a:path w="18288000" h="10287000">
                  <a:moveTo>
                    <a:pt x="3001822" y="5080609"/>
                  </a:moveTo>
                  <a:lnTo>
                    <a:pt x="2998292" y="5074513"/>
                  </a:lnTo>
                  <a:lnTo>
                    <a:pt x="2992183" y="5078031"/>
                  </a:lnTo>
                  <a:lnTo>
                    <a:pt x="2995714" y="5084140"/>
                  </a:lnTo>
                  <a:lnTo>
                    <a:pt x="3001822" y="5080609"/>
                  </a:lnTo>
                  <a:close/>
                </a:path>
                <a:path w="18288000" h="10287000">
                  <a:moveTo>
                    <a:pt x="3003651" y="3874566"/>
                  </a:moveTo>
                  <a:lnTo>
                    <a:pt x="2994837" y="3859301"/>
                  </a:lnTo>
                  <a:lnTo>
                    <a:pt x="2979572" y="3868115"/>
                  </a:lnTo>
                  <a:lnTo>
                    <a:pt x="2988386" y="3883380"/>
                  </a:lnTo>
                  <a:lnTo>
                    <a:pt x="3003651" y="3874566"/>
                  </a:lnTo>
                  <a:close/>
                </a:path>
                <a:path w="18288000" h="10287000">
                  <a:moveTo>
                    <a:pt x="3006699" y="2668828"/>
                  </a:moveTo>
                  <a:lnTo>
                    <a:pt x="2991713" y="2642882"/>
                  </a:lnTo>
                  <a:lnTo>
                    <a:pt x="2965767" y="2657868"/>
                  </a:lnTo>
                  <a:lnTo>
                    <a:pt x="2980753" y="2683814"/>
                  </a:lnTo>
                  <a:lnTo>
                    <a:pt x="3006699" y="2668828"/>
                  </a:lnTo>
                  <a:close/>
                </a:path>
                <a:path w="18288000" h="10287000">
                  <a:moveTo>
                    <a:pt x="3008782" y="256286"/>
                  </a:moveTo>
                  <a:lnTo>
                    <a:pt x="2984398" y="214058"/>
                  </a:lnTo>
                  <a:lnTo>
                    <a:pt x="2942158" y="238442"/>
                  </a:lnTo>
                  <a:lnTo>
                    <a:pt x="2966542" y="280670"/>
                  </a:lnTo>
                  <a:lnTo>
                    <a:pt x="3008782" y="256286"/>
                  </a:lnTo>
                  <a:close/>
                </a:path>
                <a:path w="18288000" h="10287000">
                  <a:moveTo>
                    <a:pt x="3008947" y="1462874"/>
                  </a:moveTo>
                  <a:lnTo>
                    <a:pt x="2988373" y="1427264"/>
                  </a:lnTo>
                  <a:lnTo>
                    <a:pt x="2952750" y="1447825"/>
                  </a:lnTo>
                  <a:lnTo>
                    <a:pt x="2973311" y="1483448"/>
                  </a:lnTo>
                  <a:lnTo>
                    <a:pt x="3008947" y="1462874"/>
                  </a:lnTo>
                  <a:close/>
                </a:path>
                <a:path w="18288000" h="10287000">
                  <a:moveTo>
                    <a:pt x="3020276" y="5414619"/>
                  </a:moveTo>
                  <a:lnTo>
                    <a:pt x="3017939" y="5410555"/>
                  </a:lnTo>
                  <a:lnTo>
                    <a:pt x="3013862" y="5412905"/>
                  </a:lnTo>
                  <a:lnTo>
                    <a:pt x="3016212" y="5416969"/>
                  </a:lnTo>
                  <a:lnTo>
                    <a:pt x="3020276" y="5414619"/>
                  </a:lnTo>
                  <a:close/>
                </a:path>
                <a:path w="18288000" h="10287000">
                  <a:moveTo>
                    <a:pt x="3021723" y="4208462"/>
                  </a:moveTo>
                  <a:lnTo>
                    <a:pt x="3014383" y="4195737"/>
                  </a:lnTo>
                  <a:lnTo>
                    <a:pt x="3001657" y="4203090"/>
                  </a:lnTo>
                  <a:lnTo>
                    <a:pt x="3008998" y="4215803"/>
                  </a:lnTo>
                  <a:lnTo>
                    <a:pt x="3021723" y="4208462"/>
                  </a:lnTo>
                  <a:close/>
                </a:path>
                <a:path w="18288000" h="10287000">
                  <a:moveTo>
                    <a:pt x="3023959" y="3002521"/>
                  </a:moveTo>
                  <a:lnTo>
                    <a:pt x="3011030" y="2980131"/>
                  </a:lnTo>
                  <a:lnTo>
                    <a:pt x="2988640" y="2993047"/>
                  </a:lnTo>
                  <a:lnTo>
                    <a:pt x="3001568" y="3015450"/>
                  </a:lnTo>
                  <a:lnTo>
                    <a:pt x="3023959" y="3002521"/>
                  </a:lnTo>
                  <a:close/>
                </a:path>
                <a:path w="18288000" h="10287000">
                  <a:moveTo>
                    <a:pt x="3027007" y="1796783"/>
                  </a:moveTo>
                  <a:lnTo>
                    <a:pt x="3007906" y="1763712"/>
                  </a:lnTo>
                  <a:lnTo>
                    <a:pt x="2974835" y="1782800"/>
                  </a:lnTo>
                  <a:lnTo>
                    <a:pt x="2993936" y="1815884"/>
                  </a:lnTo>
                  <a:lnTo>
                    <a:pt x="3027007" y="1796783"/>
                  </a:lnTo>
                  <a:close/>
                </a:path>
                <a:path w="18288000" h="10287000">
                  <a:moveTo>
                    <a:pt x="3027248" y="590296"/>
                  </a:moveTo>
                  <a:lnTo>
                    <a:pt x="3004032" y="550100"/>
                  </a:lnTo>
                  <a:lnTo>
                    <a:pt x="2963837" y="573316"/>
                  </a:lnTo>
                  <a:lnTo>
                    <a:pt x="2987040" y="613511"/>
                  </a:lnTo>
                  <a:lnTo>
                    <a:pt x="3027248" y="590296"/>
                  </a:lnTo>
                  <a:close/>
                </a:path>
                <a:path w="18288000" h="10287000">
                  <a:moveTo>
                    <a:pt x="3038754" y="5748629"/>
                  </a:moveTo>
                  <a:lnTo>
                    <a:pt x="3037573" y="5746597"/>
                  </a:lnTo>
                  <a:lnTo>
                    <a:pt x="3035541" y="5747778"/>
                  </a:lnTo>
                  <a:lnTo>
                    <a:pt x="3036722" y="5749810"/>
                  </a:lnTo>
                  <a:lnTo>
                    <a:pt x="3038754" y="5748629"/>
                  </a:lnTo>
                  <a:close/>
                </a:path>
                <a:path w="18288000" h="10287000">
                  <a:moveTo>
                    <a:pt x="3038995" y="4542155"/>
                  </a:moveTo>
                  <a:lnTo>
                    <a:pt x="3033699" y="4532985"/>
                  </a:lnTo>
                  <a:lnTo>
                    <a:pt x="3024543" y="4538281"/>
                  </a:lnTo>
                  <a:lnTo>
                    <a:pt x="3029826" y="4547438"/>
                  </a:lnTo>
                  <a:lnTo>
                    <a:pt x="3038995" y="4542155"/>
                  </a:lnTo>
                  <a:close/>
                </a:path>
                <a:path w="18288000" h="10287000">
                  <a:moveTo>
                    <a:pt x="3042031" y="3336417"/>
                  </a:moveTo>
                  <a:lnTo>
                    <a:pt x="3030563" y="3316579"/>
                  </a:lnTo>
                  <a:lnTo>
                    <a:pt x="3010725" y="3328035"/>
                  </a:lnTo>
                  <a:lnTo>
                    <a:pt x="3022181" y="3347872"/>
                  </a:lnTo>
                  <a:lnTo>
                    <a:pt x="3042031" y="3336417"/>
                  </a:lnTo>
                  <a:close/>
                </a:path>
                <a:path w="18288000" h="10287000">
                  <a:moveTo>
                    <a:pt x="3044660" y="2130577"/>
                  </a:moveTo>
                  <a:lnTo>
                    <a:pt x="3027337" y="2100554"/>
                  </a:lnTo>
                  <a:lnTo>
                    <a:pt x="2997314" y="2117877"/>
                  </a:lnTo>
                  <a:lnTo>
                    <a:pt x="3014649" y="2147900"/>
                  </a:lnTo>
                  <a:lnTo>
                    <a:pt x="3044660" y="2130577"/>
                  </a:lnTo>
                  <a:close/>
                </a:path>
                <a:path w="18288000" h="10287000">
                  <a:moveTo>
                    <a:pt x="3046120" y="924407"/>
                  </a:moveTo>
                  <a:lnTo>
                    <a:pt x="3023781" y="885736"/>
                  </a:lnTo>
                  <a:lnTo>
                    <a:pt x="2985109" y="908075"/>
                  </a:lnTo>
                  <a:lnTo>
                    <a:pt x="3007436" y="946734"/>
                  </a:lnTo>
                  <a:lnTo>
                    <a:pt x="3046120" y="924407"/>
                  </a:lnTo>
                  <a:close/>
                </a:path>
                <a:path w="18288000" h="10287000">
                  <a:moveTo>
                    <a:pt x="3057855" y="4876266"/>
                  </a:moveTo>
                  <a:lnTo>
                    <a:pt x="3053448" y="4868634"/>
                  </a:lnTo>
                  <a:lnTo>
                    <a:pt x="3045815" y="4873028"/>
                  </a:lnTo>
                  <a:lnTo>
                    <a:pt x="3050222" y="4880673"/>
                  </a:lnTo>
                  <a:lnTo>
                    <a:pt x="3057855" y="4876266"/>
                  </a:lnTo>
                  <a:close/>
                </a:path>
                <a:path w="18288000" h="10287000">
                  <a:moveTo>
                    <a:pt x="3059696" y="3670211"/>
                  </a:moveTo>
                  <a:lnTo>
                    <a:pt x="3050006" y="3653421"/>
                  </a:lnTo>
                  <a:lnTo>
                    <a:pt x="3033204" y="3663111"/>
                  </a:lnTo>
                  <a:lnTo>
                    <a:pt x="3042907" y="3679901"/>
                  </a:lnTo>
                  <a:lnTo>
                    <a:pt x="3059696" y="3670211"/>
                  </a:lnTo>
                  <a:close/>
                </a:path>
                <a:path w="18288000" h="10287000">
                  <a:moveTo>
                    <a:pt x="3062744" y="2464473"/>
                  </a:moveTo>
                  <a:lnTo>
                    <a:pt x="3046869" y="2437003"/>
                  </a:lnTo>
                  <a:lnTo>
                    <a:pt x="3019399" y="2452865"/>
                  </a:lnTo>
                  <a:lnTo>
                    <a:pt x="3035262" y="2480348"/>
                  </a:lnTo>
                  <a:lnTo>
                    <a:pt x="3062744" y="2464473"/>
                  </a:lnTo>
                  <a:close/>
                </a:path>
                <a:path w="18288000" h="10287000">
                  <a:moveTo>
                    <a:pt x="3063214" y="51498"/>
                  </a:moveTo>
                  <a:lnTo>
                    <a:pt x="3039122" y="9779"/>
                  </a:lnTo>
                  <a:lnTo>
                    <a:pt x="2997403" y="33870"/>
                  </a:lnTo>
                  <a:lnTo>
                    <a:pt x="3021495" y="75603"/>
                  </a:lnTo>
                  <a:lnTo>
                    <a:pt x="3063214" y="51498"/>
                  </a:lnTo>
                  <a:close/>
                </a:path>
                <a:path w="18288000" h="10287000">
                  <a:moveTo>
                    <a:pt x="3064179" y="1258316"/>
                  </a:moveTo>
                  <a:lnTo>
                    <a:pt x="3043326" y="1222184"/>
                  </a:lnTo>
                  <a:lnTo>
                    <a:pt x="3007195" y="1243037"/>
                  </a:lnTo>
                  <a:lnTo>
                    <a:pt x="3028061" y="1279169"/>
                  </a:lnTo>
                  <a:lnTo>
                    <a:pt x="3064179" y="1258316"/>
                  </a:lnTo>
                  <a:close/>
                </a:path>
                <a:path w="18288000" h="10287000">
                  <a:moveTo>
                    <a:pt x="3075927" y="5210162"/>
                  </a:moveTo>
                  <a:lnTo>
                    <a:pt x="3072993" y="5205069"/>
                  </a:lnTo>
                  <a:lnTo>
                    <a:pt x="3067901" y="5208016"/>
                  </a:lnTo>
                  <a:lnTo>
                    <a:pt x="3070834" y="5213096"/>
                  </a:lnTo>
                  <a:lnTo>
                    <a:pt x="3075927" y="5210162"/>
                  </a:lnTo>
                  <a:close/>
                </a:path>
                <a:path w="18288000" h="10287000">
                  <a:moveTo>
                    <a:pt x="3077375" y="4004005"/>
                  </a:moveTo>
                  <a:lnTo>
                    <a:pt x="3069437" y="3990263"/>
                  </a:lnTo>
                  <a:lnTo>
                    <a:pt x="3055696" y="3998188"/>
                  </a:lnTo>
                  <a:lnTo>
                    <a:pt x="3063633" y="4011930"/>
                  </a:lnTo>
                  <a:lnTo>
                    <a:pt x="3077375" y="4004005"/>
                  </a:lnTo>
                  <a:close/>
                </a:path>
                <a:path w="18288000" h="10287000">
                  <a:moveTo>
                    <a:pt x="3080004" y="2798153"/>
                  </a:moveTo>
                  <a:lnTo>
                    <a:pt x="3066199" y="2774251"/>
                  </a:lnTo>
                  <a:lnTo>
                    <a:pt x="3042285" y="2788056"/>
                  </a:lnTo>
                  <a:lnTo>
                    <a:pt x="3056090" y="2811970"/>
                  </a:lnTo>
                  <a:lnTo>
                    <a:pt x="3080004" y="2798153"/>
                  </a:lnTo>
                  <a:close/>
                </a:path>
                <a:path w="18288000" h="10287000">
                  <a:moveTo>
                    <a:pt x="3082086" y="385622"/>
                  </a:moveTo>
                  <a:lnTo>
                    <a:pt x="3058884" y="345427"/>
                  </a:lnTo>
                  <a:lnTo>
                    <a:pt x="3018675" y="368630"/>
                  </a:lnTo>
                  <a:lnTo>
                    <a:pt x="3041891" y="408825"/>
                  </a:lnTo>
                  <a:lnTo>
                    <a:pt x="3082086" y="385622"/>
                  </a:lnTo>
                  <a:close/>
                </a:path>
                <a:path w="18288000" h="10287000">
                  <a:moveTo>
                    <a:pt x="3082252" y="1592211"/>
                  </a:moveTo>
                  <a:lnTo>
                    <a:pt x="3062859" y="1558632"/>
                  </a:lnTo>
                  <a:lnTo>
                    <a:pt x="3029280" y="1578013"/>
                  </a:lnTo>
                  <a:lnTo>
                    <a:pt x="3048660" y="1611604"/>
                  </a:lnTo>
                  <a:lnTo>
                    <a:pt x="3082252" y="1592211"/>
                  </a:lnTo>
                  <a:close/>
                </a:path>
                <a:path w="18288000" h="10287000">
                  <a:moveTo>
                    <a:pt x="3094405" y="5544172"/>
                  </a:moveTo>
                  <a:lnTo>
                    <a:pt x="3092640" y="5541124"/>
                  </a:lnTo>
                  <a:lnTo>
                    <a:pt x="3089592" y="5542877"/>
                  </a:lnTo>
                  <a:lnTo>
                    <a:pt x="3091345" y="5545937"/>
                  </a:lnTo>
                  <a:lnTo>
                    <a:pt x="3094405" y="5544172"/>
                  </a:lnTo>
                  <a:close/>
                </a:path>
                <a:path w="18288000" h="10287000">
                  <a:moveTo>
                    <a:pt x="3095028" y="4337799"/>
                  </a:moveTo>
                  <a:lnTo>
                    <a:pt x="3088856" y="4327106"/>
                  </a:lnTo>
                  <a:lnTo>
                    <a:pt x="3078175" y="4333278"/>
                  </a:lnTo>
                  <a:lnTo>
                    <a:pt x="3084347" y="4343959"/>
                  </a:lnTo>
                  <a:lnTo>
                    <a:pt x="3095028" y="4337799"/>
                  </a:lnTo>
                  <a:close/>
                </a:path>
                <a:path w="18288000" h="10287000">
                  <a:moveTo>
                    <a:pt x="3097669" y="3131947"/>
                  </a:moveTo>
                  <a:lnTo>
                    <a:pt x="3085630" y="3111093"/>
                  </a:lnTo>
                  <a:lnTo>
                    <a:pt x="3064764" y="3123133"/>
                  </a:lnTo>
                  <a:lnTo>
                    <a:pt x="3076803" y="3143999"/>
                  </a:lnTo>
                  <a:lnTo>
                    <a:pt x="3097669" y="3131947"/>
                  </a:lnTo>
                  <a:close/>
                </a:path>
                <a:path w="18288000" h="10287000">
                  <a:moveTo>
                    <a:pt x="3100311" y="1926120"/>
                  </a:moveTo>
                  <a:lnTo>
                    <a:pt x="3082391" y="1895081"/>
                  </a:lnTo>
                  <a:lnTo>
                    <a:pt x="3051352" y="1913001"/>
                  </a:lnTo>
                  <a:lnTo>
                    <a:pt x="3069272" y="1944039"/>
                  </a:lnTo>
                  <a:lnTo>
                    <a:pt x="3100311" y="1926120"/>
                  </a:lnTo>
                  <a:close/>
                </a:path>
                <a:path w="18288000" h="10287000">
                  <a:moveTo>
                    <a:pt x="3100959" y="719734"/>
                  </a:moveTo>
                  <a:lnTo>
                    <a:pt x="3078632" y="681062"/>
                  </a:lnTo>
                  <a:lnTo>
                    <a:pt x="3039961" y="703389"/>
                  </a:lnTo>
                  <a:lnTo>
                    <a:pt x="3062287" y="742061"/>
                  </a:lnTo>
                  <a:lnTo>
                    <a:pt x="3100959" y="719734"/>
                  </a:lnTo>
                  <a:close/>
                </a:path>
                <a:path w="18288000" h="10287000">
                  <a:moveTo>
                    <a:pt x="3112871" y="5878169"/>
                  </a:moveTo>
                  <a:lnTo>
                    <a:pt x="3112630" y="5877750"/>
                  </a:lnTo>
                  <a:lnTo>
                    <a:pt x="3111271" y="5877750"/>
                  </a:lnTo>
                  <a:lnTo>
                    <a:pt x="3111512" y="5878169"/>
                  </a:lnTo>
                  <a:lnTo>
                    <a:pt x="3112871" y="5878169"/>
                  </a:lnTo>
                  <a:close/>
                </a:path>
                <a:path w="18288000" h="10287000">
                  <a:moveTo>
                    <a:pt x="3113113" y="4671695"/>
                  </a:moveTo>
                  <a:lnTo>
                    <a:pt x="3108401" y="4663554"/>
                  </a:lnTo>
                  <a:lnTo>
                    <a:pt x="3100260" y="4668253"/>
                  </a:lnTo>
                  <a:lnTo>
                    <a:pt x="3104959" y="4676394"/>
                  </a:lnTo>
                  <a:lnTo>
                    <a:pt x="3113113" y="4671695"/>
                  </a:lnTo>
                  <a:close/>
                </a:path>
                <a:path w="18288000" h="10287000">
                  <a:moveTo>
                    <a:pt x="3115741" y="3465855"/>
                  </a:moveTo>
                  <a:lnTo>
                    <a:pt x="3105162" y="3447529"/>
                  </a:lnTo>
                  <a:lnTo>
                    <a:pt x="3086836" y="3458108"/>
                  </a:lnTo>
                  <a:lnTo>
                    <a:pt x="3097415" y="3476434"/>
                  </a:lnTo>
                  <a:lnTo>
                    <a:pt x="3115741" y="3465855"/>
                  </a:lnTo>
                  <a:close/>
                </a:path>
                <a:path w="18288000" h="10287000">
                  <a:moveTo>
                    <a:pt x="3117989" y="2259901"/>
                  </a:moveTo>
                  <a:lnTo>
                    <a:pt x="3101835" y="2231923"/>
                  </a:lnTo>
                  <a:lnTo>
                    <a:pt x="3073831" y="2248077"/>
                  </a:lnTo>
                  <a:lnTo>
                    <a:pt x="3089999" y="2276068"/>
                  </a:lnTo>
                  <a:lnTo>
                    <a:pt x="3117989" y="2259901"/>
                  </a:lnTo>
                  <a:close/>
                </a:path>
                <a:path w="18288000" h="10287000">
                  <a:moveTo>
                    <a:pt x="3119424" y="1053744"/>
                  </a:moveTo>
                  <a:lnTo>
                    <a:pt x="3098279" y="1017104"/>
                  </a:lnTo>
                  <a:lnTo>
                    <a:pt x="3061639" y="1038250"/>
                  </a:lnTo>
                  <a:lnTo>
                    <a:pt x="3082798" y="1074889"/>
                  </a:lnTo>
                  <a:lnTo>
                    <a:pt x="3119424" y="1053744"/>
                  </a:lnTo>
                  <a:close/>
                </a:path>
                <a:path w="18288000" h="10287000">
                  <a:moveTo>
                    <a:pt x="3131578" y="5005705"/>
                  </a:moveTo>
                  <a:lnTo>
                    <a:pt x="3128048" y="4999596"/>
                  </a:lnTo>
                  <a:lnTo>
                    <a:pt x="3121939" y="5003127"/>
                  </a:lnTo>
                  <a:lnTo>
                    <a:pt x="3125470" y="5009223"/>
                  </a:lnTo>
                  <a:lnTo>
                    <a:pt x="3131578" y="5005705"/>
                  </a:lnTo>
                  <a:close/>
                </a:path>
                <a:path w="18288000" h="10287000">
                  <a:moveTo>
                    <a:pt x="3133407" y="3799649"/>
                  </a:moveTo>
                  <a:lnTo>
                    <a:pt x="3124593" y="3784384"/>
                  </a:lnTo>
                  <a:lnTo>
                    <a:pt x="3109328" y="3793198"/>
                  </a:lnTo>
                  <a:lnTo>
                    <a:pt x="3118142" y="3808463"/>
                  </a:lnTo>
                  <a:lnTo>
                    <a:pt x="3133407" y="3799649"/>
                  </a:lnTo>
                  <a:close/>
                </a:path>
                <a:path w="18288000" h="10287000">
                  <a:moveTo>
                    <a:pt x="3136049" y="2593810"/>
                  </a:moveTo>
                  <a:lnTo>
                    <a:pt x="3121355" y="2568371"/>
                  </a:lnTo>
                  <a:lnTo>
                    <a:pt x="3095917" y="2583053"/>
                  </a:lnTo>
                  <a:lnTo>
                    <a:pt x="3110611" y="2608491"/>
                  </a:lnTo>
                  <a:lnTo>
                    <a:pt x="3136049" y="2593810"/>
                  </a:lnTo>
                  <a:close/>
                </a:path>
                <a:path w="18288000" h="10287000">
                  <a:moveTo>
                    <a:pt x="3136938" y="180936"/>
                  </a:moveTo>
                  <a:lnTo>
                    <a:pt x="3113722" y="140741"/>
                  </a:lnTo>
                  <a:lnTo>
                    <a:pt x="3073514" y="163957"/>
                  </a:lnTo>
                  <a:lnTo>
                    <a:pt x="3096730" y="204152"/>
                  </a:lnTo>
                  <a:lnTo>
                    <a:pt x="3136938" y="180936"/>
                  </a:lnTo>
                  <a:close/>
                </a:path>
                <a:path w="18288000" h="10287000">
                  <a:moveTo>
                    <a:pt x="3137497" y="1387640"/>
                  </a:moveTo>
                  <a:lnTo>
                    <a:pt x="3117812" y="1353553"/>
                  </a:lnTo>
                  <a:lnTo>
                    <a:pt x="3083712" y="1373238"/>
                  </a:lnTo>
                  <a:lnTo>
                    <a:pt x="3103397" y="1407325"/>
                  </a:lnTo>
                  <a:lnTo>
                    <a:pt x="3137497" y="1387640"/>
                  </a:lnTo>
                  <a:close/>
                </a:path>
                <a:path w="18288000" h="10287000">
                  <a:moveTo>
                    <a:pt x="3150044" y="5339702"/>
                  </a:moveTo>
                  <a:lnTo>
                    <a:pt x="3147695" y="5335638"/>
                  </a:lnTo>
                  <a:lnTo>
                    <a:pt x="3143631" y="5337988"/>
                  </a:lnTo>
                  <a:lnTo>
                    <a:pt x="3145967" y="5342052"/>
                  </a:lnTo>
                  <a:lnTo>
                    <a:pt x="3150044" y="5339702"/>
                  </a:lnTo>
                  <a:close/>
                </a:path>
                <a:path w="18288000" h="10287000">
                  <a:moveTo>
                    <a:pt x="3151086" y="4133443"/>
                  </a:moveTo>
                  <a:lnTo>
                    <a:pt x="3144024" y="4121226"/>
                  </a:lnTo>
                  <a:lnTo>
                    <a:pt x="3131820" y="4128287"/>
                  </a:lnTo>
                  <a:lnTo>
                    <a:pt x="3138868" y="4140492"/>
                  </a:lnTo>
                  <a:lnTo>
                    <a:pt x="3151086" y="4133443"/>
                  </a:lnTo>
                  <a:close/>
                </a:path>
                <a:path w="18288000" h="10287000">
                  <a:moveTo>
                    <a:pt x="3153321" y="2927489"/>
                  </a:moveTo>
                  <a:lnTo>
                    <a:pt x="3140684" y="2905607"/>
                  </a:lnTo>
                  <a:lnTo>
                    <a:pt x="3118802" y="2918244"/>
                  </a:lnTo>
                  <a:lnTo>
                    <a:pt x="3131439" y="2940126"/>
                  </a:lnTo>
                  <a:lnTo>
                    <a:pt x="3153321" y="2927489"/>
                  </a:lnTo>
                  <a:close/>
                </a:path>
                <a:path w="18288000" h="10287000">
                  <a:moveTo>
                    <a:pt x="3155797" y="515061"/>
                  </a:moveTo>
                  <a:lnTo>
                    <a:pt x="3133471" y="476377"/>
                  </a:lnTo>
                  <a:lnTo>
                    <a:pt x="3094799" y="498716"/>
                  </a:lnTo>
                  <a:lnTo>
                    <a:pt x="3117126" y="537387"/>
                  </a:lnTo>
                  <a:lnTo>
                    <a:pt x="3155797" y="515061"/>
                  </a:lnTo>
                  <a:close/>
                </a:path>
                <a:path w="18288000" h="10287000">
                  <a:moveTo>
                    <a:pt x="3155962" y="1721650"/>
                  </a:moveTo>
                  <a:lnTo>
                    <a:pt x="3137458" y="1689595"/>
                  </a:lnTo>
                  <a:lnTo>
                    <a:pt x="3105404" y="1708099"/>
                  </a:lnTo>
                  <a:lnTo>
                    <a:pt x="3123908" y="1740154"/>
                  </a:lnTo>
                  <a:lnTo>
                    <a:pt x="3155962" y="1721650"/>
                  </a:lnTo>
                  <a:close/>
                </a:path>
                <a:path w="18288000" h="10287000">
                  <a:moveTo>
                    <a:pt x="3168510" y="5673712"/>
                  </a:moveTo>
                  <a:lnTo>
                    <a:pt x="3167342" y="5671680"/>
                  </a:lnTo>
                  <a:lnTo>
                    <a:pt x="3165297" y="5672861"/>
                  </a:lnTo>
                  <a:lnTo>
                    <a:pt x="3166478" y="5674880"/>
                  </a:lnTo>
                  <a:lnTo>
                    <a:pt x="3168510" y="5673712"/>
                  </a:lnTo>
                  <a:close/>
                </a:path>
                <a:path w="18288000" h="10287000">
                  <a:moveTo>
                    <a:pt x="3168751" y="4467237"/>
                  </a:moveTo>
                  <a:lnTo>
                    <a:pt x="3163455" y="4458068"/>
                  </a:lnTo>
                  <a:lnTo>
                    <a:pt x="3154299" y="4463364"/>
                  </a:lnTo>
                  <a:lnTo>
                    <a:pt x="3159595" y="4472521"/>
                  </a:lnTo>
                  <a:lnTo>
                    <a:pt x="3168751" y="4467237"/>
                  </a:lnTo>
                  <a:close/>
                </a:path>
                <a:path w="18288000" h="10287000">
                  <a:moveTo>
                    <a:pt x="3171380" y="3261385"/>
                  </a:moveTo>
                  <a:lnTo>
                    <a:pt x="3160217" y="3242056"/>
                  </a:lnTo>
                  <a:lnTo>
                    <a:pt x="3140887" y="3253219"/>
                  </a:lnTo>
                  <a:lnTo>
                    <a:pt x="3152051" y="3272548"/>
                  </a:lnTo>
                  <a:lnTo>
                    <a:pt x="3171380" y="3261385"/>
                  </a:lnTo>
                  <a:close/>
                </a:path>
                <a:path w="18288000" h="10287000">
                  <a:moveTo>
                    <a:pt x="3173628" y="2055444"/>
                  </a:moveTo>
                  <a:lnTo>
                    <a:pt x="3156877" y="2026437"/>
                  </a:lnTo>
                  <a:lnTo>
                    <a:pt x="3127883" y="2043188"/>
                  </a:lnTo>
                  <a:lnTo>
                    <a:pt x="3144621" y="2072195"/>
                  </a:lnTo>
                  <a:lnTo>
                    <a:pt x="3173628" y="2055444"/>
                  </a:lnTo>
                  <a:close/>
                </a:path>
                <a:path w="18288000" h="10287000">
                  <a:moveTo>
                    <a:pt x="3174682" y="849172"/>
                  </a:moveTo>
                  <a:lnTo>
                    <a:pt x="3153232" y="812025"/>
                  </a:lnTo>
                  <a:lnTo>
                    <a:pt x="3116084" y="833475"/>
                  </a:lnTo>
                  <a:lnTo>
                    <a:pt x="3137522" y="870623"/>
                  </a:lnTo>
                  <a:lnTo>
                    <a:pt x="3174682" y="849172"/>
                  </a:lnTo>
                  <a:close/>
                </a:path>
                <a:path w="18288000" h="10287000">
                  <a:moveTo>
                    <a:pt x="3187217" y="4801247"/>
                  </a:moveTo>
                  <a:lnTo>
                    <a:pt x="3183102" y="4794123"/>
                  </a:lnTo>
                  <a:lnTo>
                    <a:pt x="3175978" y="4798238"/>
                  </a:lnTo>
                  <a:lnTo>
                    <a:pt x="3180092" y="4805362"/>
                  </a:lnTo>
                  <a:lnTo>
                    <a:pt x="3187217" y="4801247"/>
                  </a:lnTo>
                  <a:close/>
                </a:path>
                <a:path w="18288000" h="10287000">
                  <a:moveTo>
                    <a:pt x="3189046" y="3595179"/>
                  </a:moveTo>
                  <a:lnTo>
                    <a:pt x="3179648" y="3578910"/>
                  </a:lnTo>
                  <a:lnTo>
                    <a:pt x="3163379" y="3588308"/>
                  </a:lnTo>
                  <a:lnTo>
                    <a:pt x="3172777" y="3604577"/>
                  </a:lnTo>
                  <a:lnTo>
                    <a:pt x="3189046" y="3595179"/>
                  </a:lnTo>
                  <a:close/>
                </a:path>
                <a:path w="18288000" h="10287000">
                  <a:moveTo>
                    <a:pt x="3191687" y="2389352"/>
                  </a:moveTo>
                  <a:lnTo>
                    <a:pt x="3176422" y="2362885"/>
                  </a:lnTo>
                  <a:lnTo>
                    <a:pt x="3149955" y="2378164"/>
                  </a:lnTo>
                  <a:lnTo>
                    <a:pt x="3165246" y="2404618"/>
                  </a:lnTo>
                  <a:lnTo>
                    <a:pt x="3191687" y="2389352"/>
                  </a:lnTo>
                  <a:close/>
                </a:path>
                <a:path w="18288000" h="10287000">
                  <a:moveTo>
                    <a:pt x="3193148" y="1183182"/>
                  </a:moveTo>
                  <a:lnTo>
                    <a:pt x="3172866" y="1148067"/>
                  </a:lnTo>
                  <a:lnTo>
                    <a:pt x="3137763" y="1168336"/>
                  </a:lnTo>
                  <a:lnTo>
                    <a:pt x="3158032" y="1203452"/>
                  </a:lnTo>
                  <a:lnTo>
                    <a:pt x="3193148" y="1183182"/>
                  </a:lnTo>
                  <a:close/>
                </a:path>
                <a:path w="18288000" h="10287000">
                  <a:moveTo>
                    <a:pt x="3205683" y="5135245"/>
                  </a:moveTo>
                  <a:lnTo>
                    <a:pt x="3202749" y="5130165"/>
                  </a:lnTo>
                  <a:lnTo>
                    <a:pt x="3197656" y="5133098"/>
                  </a:lnTo>
                  <a:lnTo>
                    <a:pt x="3200603" y="5138191"/>
                  </a:lnTo>
                  <a:lnTo>
                    <a:pt x="3205683" y="5135245"/>
                  </a:lnTo>
                  <a:close/>
                </a:path>
                <a:path w="18288000" h="10287000">
                  <a:moveTo>
                    <a:pt x="3207131" y="3929088"/>
                  </a:moveTo>
                  <a:lnTo>
                    <a:pt x="3199193" y="3915346"/>
                  </a:lnTo>
                  <a:lnTo>
                    <a:pt x="3185452" y="3923284"/>
                  </a:lnTo>
                  <a:lnTo>
                    <a:pt x="3193389" y="3937025"/>
                  </a:lnTo>
                  <a:lnTo>
                    <a:pt x="3207131" y="3929088"/>
                  </a:lnTo>
                  <a:close/>
                </a:path>
                <a:path w="18288000" h="10287000">
                  <a:moveTo>
                    <a:pt x="3208959" y="2723032"/>
                  </a:moveTo>
                  <a:lnTo>
                    <a:pt x="3195739" y="2700134"/>
                  </a:lnTo>
                  <a:lnTo>
                    <a:pt x="3172841" y="2713355"/>
                  </a:lnTo>
                  <a:lnTo>
                    <a:pt x="3186061" y="2736253"/>
                  </a:lnTo>
                  <a:lnTo>
                    <a:pt x="3208959" y="2723032"/>
                  </a:lnTo>
                  <a:close/>
                </a:path>
                <a:path w="18288000" h="10287000">
                  <a:moveTo>
                    <a:pt x="3210649" y="310388"/>
                  </a:moveTo>
                  <a:lnTo>
                    <a:pt x="3188309" y="271716"/>
                  </a:lnTo>
                  <a:lnTo>
                    <a:pt x="3149638" y="294030"/>
                  </a:lnTo>
                  <a:lnTo>
                    <a:pt x="3171977" y="332701"/>
                  </a:lnTo>
                  <a:lnTo>
                    <a:pt x="3210649" y="310388"/>
                  </a:lnTo>
                  <a:close/>
                </a:path>
                <a:path w="18288000" h="10287000">
                  <a:moveTo>
                    <a:pt x="3211207" y="1517078"/>
                  </a:moveTo>
                  <a:lnTo>
                    <a:pt x="3192399" y="1484515"/>
                  </a:lnTo>
                  <a:lnTo>
                    <a:pt x="3159836" y="1503311"/>
                  </a:lnTo>
                  <a:lnTo>
                    <a:pt x="3178632" y="1535874"/>
                  </a:lnTo>
                  <a:lnTo>
                    <a:pt x="3211207" y="1517078"/>
                  </a:lnTo>
                  <a:close/>
                </a:path>
                <a:path w="18288000" h="10287000">
                  <a:moveTo>
                    <a:pt x="3224161" y="5469255"/>
                  </a:moveTo>
                  <a:lnTo>
                    <a:pt x="3222396" y="5466194"/>
                  </a:lnTo>
                  <a:lnTo>
                    <a:pt x="3219348" y="5467959"/>
                  </a:lnTo>
                  <a:lnTo>
                    <a:pt x="3221101" y="5471020"/>
                  </a:lnTo>
                  <a:lnTo>
                    <a:pt x="3224161" y="5469255"/>
                  </a:lnTo>
                  <a:close/>
                </a:path>
                <a:path w="18288000" h="10287000">
                  <a:moveTo>
                    <a:pt x="3224390" y="4262767"/>
                  </a:moveTo>
                  <a:lnTo>
                    <a:pt x="3218510" y="4252595"/>
                  </a:lnTo>
                  <a:lnTo>
                    <a:pt x="3208337" y="4258475"/>
                  </a:lnTo>
                  <a:lnTo>
                    <a:pt x="3214205" y="4268648"/>
                  </a:lnTo>
                  <a:lnTo>
                    <a:pt x="3224390" y="4262767"/>
                  </a:lnTo>
                  <a:close/>
                </a:path>
                <a:path w="18288000" h="10287000">
                  <a:moveTo>
                    <a:pt x="3227032" y="3056928"/>
                  </a:moveTo>
                  <a:lnTo>
                    <a:pt x="3215284" y="3036582"/>
                  </a:lnTo>
                  <a:lnTo>
                    <a:pt x="3194926" y="3048330"/>
                  </a:lnTo>
                  <a:lnTo>
                    <a:pt x="3206673" y="3068688"/>
                  </a:lnTo>
                  <a:lnTo>
                    <a:pt x="3227032" y="3056928"/>
                  </a:lnTo>
                  <a:close/>
                </a:path>
                <a:path w="18288000" h="10287000">
                  <a:moveTo>
                    <a:pt x="3228873" y="1850872"/>
                  </a:moveTo>
                  <a:lnTo>
                    <a:pt x="3211830" y="1821357"/>
                  </a:lnTo>
                  <a:lnTo>
                    <a:pt x="3182328" y="1838401"/>
                  </a:lnTo>
                  <a:lnTo>
                    <a:pt x="3199358" y="1867916"/>
                  </a:lnTo>
                  <a:lnTo>
                    <a:pt x="3228873" y="1850872"/>
                  </a:lnTo>
                  <a:close/>
                </a:path>
                <a:path w="18288000" h="10287000">
                  <a:moveTo>
                    <a:pt x="3229521" y="644499"/>
                  </a:moveTo>
                  <a:lnTo>
                    <a:pt x="3208070" y="607352"/>
                  </a:lnTo>
                  <a:lnTo>
                    <a:pt x="3170923" y="628789"/>
                  </a:lnTo>
                  <a:lnTo>
                    <a:pt x="3192373" y="665937"/>
                  </a:lnTo>
                  <a:lnTo>
                    <a:pt x="3229521" y="644499"/>
                  </a:lnTo>
                  <a:close/>
                </a:path>
                <a:path w="18288000" h="10287000">
                  <a:moveTo>
                    <a:pt x="3242627" y="5803265"/>
                  </a:moveTo>
                  <a:lnTo>
                    <a:pt x="3242386" y="5802833"/>
                  </a:lnTo>
                  <a:lnTo>
                    <a:pt x="3241014" y="5802833"/>
                  </a:lnTo>
                  <a:lnTo>
                    <a:pt x="3241268" y="5803265"/>
                  </a:lnTo>
                  <a:lnTo>
                    <a:pt x="3242627" y="5803265"/>
                  </a:lnTo>
                  <a:close/>
                </a:path>
                <a:path w="18288000" h="10287000">
                  <a:moveTo>
                    <a:pt x="3242856" y="4596777"/>
                  </a:moveTo>
                  <a:lnTo>
                    <a:pt x="3238157" y="4588637"/>
                  </a:lnTo>
                  <a:lnTo>
                    <a:pt x="3230016" y="4593336"/>
                  </a:lnTo>
                  <a:lnTo>
                    <a:pt x="3234715" y="4601476"/>
                  </a:lnTo>
                  <a:lnTo>
                    <a:pt x="3242856" y="4596777"/>
                  </a:lnTo>
                  <a:close/>
                </a:path>
                <a:path w="18288000" h="10287000">
                  <a:moveTo>
                    <a:pt x="3245104" y="3390836"/>
                  </a:moveTo>
                  <a:lnTo>
                    <a:pt x="3234817" y="3373018"/>
                  </a:lnTo>
                  <a:lnTo>
                    <a:pt x="3217011" y="3383305"/>
                  </a:lnTo>
                  <a:lnTo>
                    <a:pt x="3227286" y="3401110"/>
                  </a:lnTo>
                  <a:lnTo>
                    <a:pt x="3245104" y="3390836"/>
                  </a:lnTo>
                  <a:close/>
                </a:path>
                <a:path w="18288000" h="10287000">
                  <a:moveTo>
                    <a:pt x="3247339" y="2184882"/>
                  </a:moveTo>
                  <a:lnTo>
                    <a:pt x="3231477" y="2157399"/>
                  </a:lnTo>
                  <a:lnTo>
                    <a:pt x="3203994" y="2173274"/>
                  </a:lnTo>
                  <a:lnTo>
                    <a:pt x="3219869" y="2200745"/>
                  </a:lnTo>
                  <a:lnTo>
                    <a:pt x="3247339" y="2184882"/>
                  </a:lnTo>
                  <a:close/>
                </a:path>
                <a:path w="18288000" h="10287000">
                  <a:moveTo>
                    <a:pt x="3248393" y="978611"/>
                  </a:moveTo>
                  <a:lnTo>
                    <a:pt x="3227819" y="942987"/>
                  </a:lnTo>
                  <a:lnTo>
                    <a:pt x="3192208" y="963549"/>
                  </a:lnTo>
                  <a:lnTo>
                    <a:pt x="3212769" y="999185"/>
                  </a:lnTo>
                  <a:lnTo>
                    <a:pt x="3248393" y="978611"/>
                  </a:lnTo>
                  <a:close/>
                </a:path>
                <a:path w="18288000" h="10287000">
                  <a:moveTo>
                    <a:pt x="3261334" y="4930787"/>
                  </a:moveTo>
                  <a:lnTo>
                    <a:pt x="3257804" y="4924679"/>
                  </a:lnTo>
                  <a:lnTo>
                    <a:pt x="3251708" y="4928197"/>
                  </a:lnTo>
                  <a:lnTo>
                    <a:pt x="3255226" y="4934305"/>
                  </a:lnTo>
                  <a:lnTo>
                    <a:pt x="3261334" y="4930787"/>
                  </a:lnTo>
                  <a:close/>
                </a:path>
                <a:path w="18288000" h="10287000">
                  <a:moveTo>
                    <a:pt x="3262769" y="3724630"/>
                  </a:moveTo>
                  <a:lnTo>
                    <a:pt x="3254248" y="3709860"/>
                  </a:lnTo>
                  <a:lnTo>
                    <a:pt x="3239490" y="3718395"/>
                  </a:lnTo>
                  <a:lnTo>
                    <a:pt x="3248012" y="3733139"/>
                  </a:lnTo>
                  <a:lnTo>
                    <a:pt x="3262769" y="3724630"/>
                  </a:lnTo>
                  <a:close/>
                </a:path>
                <a:path w="18288000" h="10287000">
                  <a:moveTo>
                    <a:pt x="3265005" y="2518676"/>
                  </a:moveTo>
                  <a:lnTo>
                    <a:pt x="3250908" y="2494242"/>
                  </a:lnTo>
                  <a:lnTo>
                    <a:pt x="3226473" y="2508351"/>
                  </a:lnTo>
                  <a:lnTo>
                    <a:pt x="3240582" y="2532773"/>
                  </a:lnTo>
                  <a:lnTo>
                    <a:pt x="3265005" y="2518676"/>
                  </a:lnTo>
                  <a:close/>
                </a:path>
                <a:path w="18288000" h="10287000">
                  <a:moveTo>
                    <a:pt x="3265487" y="105702"/>
                  </a:moveTo>
                  <a:lnTo>
                    <a:pt x="3243161" y="67030"/>
                  </a:lnTo>
                  <a:lnTo>
                    <a:pt x="3204489" y="89357"/>
                  </a:lnTo>
                  <a:lnTo>
                    <a:pt x="3226803" y="128028"/>
                  </a:lnTo>
                  <a:lnTo>
                    <a:pt x="3265487" y="105702"/>
                  </a:lnTo>
                  <a:close/>
                </a:path>
                <a:path w="18288000" h="10287000">
                  <a:moveTo>
                    <a:pt x="3266452" y="1312506"/>
                  </a:moveTo>
                  <a:lnTo>
                    <a:pt x="3247352" y="1279436"/>
                  </a:lnTo>
                  <a:lnTo>
                    <a:pt x="3214281" y="1298524"/>
                  </a:lnTo>
                  <a:lnTo>
                    <a:pt x="3233369" y="1331607"/>
                  </a:lnTo>
                  <a:lnTo>
                    <a:pt x="3266452" y="1312506"/>
                  </a:lnTo>
                  <a:close/>
                </a:path>
                <a:path w="18288000" h="10287000">
                  <a:moveTo>
                    <a:pt x="3279800" y="5264797"/>
                  </a:moveTo>
                  <a:lnTo>
                    <a:pt x="3277451" y="5260721"/>
                  </a:lnTo>
                  <a:lnTo>
                    <a:pt x="3273387" y="5263070"/>
                  </a:lnTo>
                  <a:lnTo>
                    <a:pt x="3275723" y="5267147"/>
                  </a:lnTo>
                  <a:lnTo>
                    <a:pt x="3279800" y="5264797"/>
                  </a:lnTo>
                  <a:close/>
                </a:path>
                <a:path w="18288000" h="10287000">
                  <a:moveTo>
                    <a:pt x="3280435" y="4058412"/>
                  </a:moveTo>
                  <a:lnTo>
                    <a:pt x="3273679" y="4046715"/>
                  </a:lnTo>
                  <a:lnTo>
                    <a:pt x="3261969" y="4053471"/>
                  </a:lnTo>
                  <a:lnTo>
                    <a:pt x="3268726" y="4065168"/>
                  </a:lnTo>
                  <a:lnTo>
                    <a:pt x="3280435" y="4058412"/>
                  </a:lnTo>
                  <a:close/>
                </a:path>
                <a:path w="18288000" h="10287000">
                  <a:moveTo>
                    <a:pt x="3282670" y="2852470"/>
                  </a:moveTo>
                  <a:lnTo>
                    <a:pt x="3270339" y="2831096"/>
                  </a:lnTo>
                  <a:lnTo>
                    <a:pt x="3248964" y="2843441"/>
                  </a:lnTo>
                  <a:lnTo>
                    <a:pt x="3261296" y="2864802"/>
                  </a:lnTo>
                  <a:lnTo>
                    <a:pt x="3282670" y="2852470"/>
                  </a:lnTo>
                  <a:close/>
                </a:path>
                <a:path w="18288000" h="10287000">
                  <a:moveTo>
                    <a:pt x="3284359" y="439813"/>
                  </a:moveTo>
                  <a:lnTo>
                    <a:pt x="3262909" y="402666"/>
                  </a:lnTo>
                  <a:lnTo>
                    <a:pt x="3225762" y="424116"/>
                  </a:lnTo>
                  <a:lnTo>
                    <a:pt x="3247212" y="461264"/>
                  </a:lnTo>
                  <a:lnTo>
                    <a:pt x="3284359" y="439813"/>
                  </a:lnTo>
                  <a:close/>
                </a:path>
                <a:path w="18288000" h="10287000">
                  <a:moveTo>
                    <a:pt x="3284524" y="1646415"/>
                  </a:moveTo>
                  <a:lnTo>
                    <a:pt x="3266884" y="1615871"/>
                  </a:lnTo>
                  <a:lnTo>
                    <a:pt x="3236353" y="1633499"/>
                  </a:lnTo>
                  <a:lnTo>
                    <a:pt x="3253981" y="1664042"/>
                  </a:lnTo>
                  <a:lnTo>
                    <a:pt x="3284524" y="1646415"/>
                  </a:lnTo>
                  <a:close/>
                </a:path>
                <a:path w="18288000" h="10287000">
                  <a:moveTo>
                    <a:pt x="3298266" y="5598795"/>
                  </a:moveTo>
                  <a:lnTo>
                    <a:pt x="3297097" y="5596763"/>
                  </a:lnTo>
                  <a:lnTo>
                    <a:pt x="3295065" y="5597944"/>
                  </a:lnTo>
                  <a:lnTo>
                    <a:pt x="3296234" y="5599976"/>
                  </a:lnTo>
                  <a:lnTo>
                    <a:pt x="3298266" y="5598795"/>
                  </a:lnTo>
                  <a:close/>
                </a:path>
                <a:path w="18288000" h="10287000">
                  <a:moveTo>
                    <a:pt x="3298507" y="4392320"/>
                  </a:moveTo>
                  <a:lnTo>
                    <a:pt x="3293211" y="4383163"/>
                  </a:lnTo>
                  <a:lnTo>
                    <a:pt x="3284055" y="4388447"/>
                  </a:lnTo>
                  <a:lnTo>
                    <a:pt x="3289350" y="4397603"/>
                  </a:lnTo>
                  <a:lnTo>
                    <a:pt x="3298507" y="4392320"/>
                  </a:lnTo>
                  <a:close/>
                </a:path>
                <a:path w="18288000" h="10287000">
                  <a:moveTo>
                    <a:pt x="3300742" y="3186366"/>
                  </a:moveTo>
                  <a:lnTo>
                    <a:pt x="3289884" y="3167532"/>
                  </a:lnTo>
                  <a:lnTo>
                    <a:pt x="3271050" y="3178416"/>
                  </a:lnTo>
                  <a:lnTo>
                    <a:pt x="3281921" y="3197237"/>
                  </a:lnTo>
                  <a:lnTo>
                    <a:pt x="3300742" y="3186366"/>
                  </a:lnTo>
                  <a:close/>
                </a:path>
                <a:path w="18288000" h="10287000">
                  <a:moveTo>
                    <a:pt x="3302597" y="1980311"/>
                  </a:moveTo>
                  <a:lnTo>
                    <a:pt x="3286429" y="1952320"/>
                  </a:lnTo>
                  <a:lnTo>
                    <a:pt x="3258439" y="1968487"/>
                  </a:lnTo>
                  <a:lnTo>
                    <a:pt x="3274593" y="1996465"/>
                  </a:lnTo>
                  <a:lnTo>
                    <a:pt x="3302597" y="1980311"/>
                  </a:lnTo>
                  <a:close/>
                </a:path>
                <a:path w="18288000" h="10287000">
                  <a:moveTo>
                    <a:pt x="3303232" y="773938"/>
                  </a:moveTo>
                  <a:lnTo>
                    <a:pt x="3282670" y="738314"/>
                  </a:lnTo>
                  <a:lnTo>
                    <a:pt x="3247034" y="758888"/>
                  </a:lnTo>
                  <a:lnTo>
                    <a:pt x="3267595" y="794499"/>
                  </a:lnTo>
                  <a:lnTo>
                    <a:pt x="3303232" y="773938"/>
                  </a:lnTo>
                  <a:close/>
                </a:path>
                <a:path w="18288000" h="10287000">
                  <a:moveTo>
                    <a:pt x="3316973" y="4726330"/>
                  </a:moveTo>
                  <a:lnTo>
                    <a:pt x="3312858" y="4719205"/>
                  </a:lnTo>
                  <a:lnTo>
                    <a:pt x="3305733" y="4723308"/>
                  </a:lnTo>
                  <a:lnTo>
                    <a:pt x="3309848" y="4730432"/>
                  </a:lnTo>
                  <a:lnTo>
                    <a:pt x="3316973" y="4726330"/>
                  </a:lnTo>
                  <a:close/>
                </a:path>
                <a:path w="18288000" h="10287000">
                  <a:moveTo>
                    <a:pt x="3318408" y="3520160"/>
                  </a:moveTo>
                  <a:lnTo>
                    <a:pt x="3309302" y="3504387"/>
                  </a:lnTo>
                  <a:lnTo>
                    <a:pt x="3293529" y="3513493"/>
                  </a:lnTo>
                  <a:lnTo>
                    <a:pt x="3302635" y="3529266"/>
                  </a:lnTo>
                  <a:lnTo>
                    <a:pt x="3318408" y="3520160"/>
                  </a:lnTo>
                  <a:close/>
                </a:path>
                <a:path w="18288000" h="10287000">
                  <a:moveTo>
                    <a:pt x="3320656" y="2314219"/>
                  </a:moveTo>
                  <a:lnTo>
                    <a:pt x="3305962" y="2288768"/>
                  </a:lnTo>
                  <a:lnTo>
                    <a:pt x="3280524" y="2303462"/>
                  </a:lnTo>
                  <a:lnTo>
                    <a:pt x="3295218" y="2328900"/>
                  </a:lnTo>
                  <a:lnTo>
                    <a:pt x="3320656" y="2314219"/>
                  </a:lnTo>
                  <a:close/>
                </a:path>
                <a:path w="18288000" h="10287000">
                  <a:moveTo>
                    <a:pt x="3321697" y="1107935"/>
                  </a:moveTo>
                  <a:lnTo>
                    <a:pt x="3302304" y="1074343"/>
                  </a:lnTo>
                  <a:lnTo>
                    <a:pt x="3268713" y="1093736"/>
                  </a:lnTo>
                  <a:lnTo>
                    <a:pt x="3288106" y="1127328"/>
                  </a:lnTo>
                  <a:lnTo>
                    <a:pt x="3321697" y="1107935"/>
                  </a:lnTo>
                  <a:close/>
                </a:path>
                <a:path w="18288000" h="10287000">
                  <a:moveTo>
                    <a:pt x="3335045" y="5060226"/>
                  </a:moveTo>
                  <a:lnTo>
                    <a:pt x="3332403" y="5055641"/>
                  </a:lnTo>
                  <a:lnTo>
                    <a:pt x="3327819" y="5058283"/>
                  </a:lnTo>
                  <a:lnTo>
                    <a:pt x="3330460" y="5062867"/>
                  </a:lnTo>
                  <a:lnTo>
                    <a:pt x="3335045" y="5060226"/>
                  </a:lnTo>
                  <a:close/>
                </a:path>
                <a:path w="18288000" h="10287000">
                  <a:moveTo>
                    <a:pt x="3336480" y="3854056"/>
                  </a:moveTo>
                  <a:lnTo>
                    <a:pt x="3328847" y="3840835"/>
                  </a:lnTo>
                  <a:lnTo>
                    <a:pt x="3315614" y="3848468"/>
                  </a:lnTo>
                  <a:lnTo>
                    <a:pt x="3323247" y="3861701"/>
                  </a:lnTo>
                  <a:lnTo>
                    <a:pt x="3336480" y="3854056"/>
                  </a:lnTo>
                  <a:close/>
                </a:path>
                <a:path w="18288000" h="10287000">
                  <a:moveTo>
                    <a:pt x="3338322" y="2648013"/>
                  </a:moveTo>
                  <a:lnTo>
                    <a:pt x="3325393" y="2625623"/>
                  </a:lnTo>
                  <a:lnTo>
                    <a:pt x="3303003" y="2638539"/>
                  </a:lnTo>
                  <a:lnTo>
                    <a:pt x="3315932" y="2660929"/>
                  </a:lnTo>
                  <a:lnTo>
                    <a:pt x="3338322" y="2648013"/>
                  </a:lnTo>
                  <a:close/>
                </a:path>
                <a:path w="18288000" h="10287000">
                  <a:moveTo>
                    <a:pt x="3339198" y="235140"/>
                  </a:moveTo>
                  <a:lnTo>
                    <a:pt x="3317748" y="197993"/>
                  </a:lnTo>
                  <a:lnTo>
                    <a:pt x="3280600" y="219443"/>
                  </a:lnTo>
                  <a:lnTo>
                    <a:pt x="3302050" y="256590"/>
                  </a:lnTo>
                  <a:lnTo>
                    <a:pt x="3339198" y="235140"/>
                  </a:lnTo>
                  <a:close/>
                </a:path>
                <a:path w="18288000" h="10287000">
                  <a:moveTo>
                    <a:pt x="3340163" y="1441945"/>
                  </a:moveTo>
                  <a:lnTo>
                    <a:pt x="3321951" y="1410398"/>
                  </a:lnTo>
                  <a:lnTo>
                    <a:pt x="3290405" y="1428610"/>
                  </a:lnTo>
                  <a:lnTo>
                    <a:pt x="3308616" y="1460157"/>
                  </a:lnTo>
                  <a:lnTo>
                    <a:pt x="3340163" y="1441945"/>
                  </a:lnTo>
                  <a:close/>
                </a:path>
                <a:path w="18288000" h="10287000">
                  <a:moveTo>
                    <a:pt x="3353917" y="5394337"/>
                  </a:moveTo>
                  <a:lnTo>
                    <a:pt x="3352152" y="5391289"/>
                  </a:lnTo>
                  <a:lnTo>
                    <a:pt x="3349104" y="5393042"/>
                  </a:lnTo>
                  <a:lnTo>
                    <a:pt x="3350869" y="5396103"/>
                  </a:lnTo>
                  <a:lnTo>
                    <a:pt x="3353917" y="5394337"/>
                  </a:lnTo>
                  <a:close/>
                </a:path>
                <a:path w="18288000" h="10287000">
                  <a:moveTo>
                    <a:pt x="3354146" y="4187850"/>
                  </a:moveTo>
                  <a:lnTo>
                    <a:pt x="3348266" y="4177677"/>
                  </a:lnTo>
                  <a:lnTo>
                    <a:pt x="3338093" y="4183545"/>
                  </a:lnTo>
                  <a:lnTo>
                    <a:pt x="3343973" y="4193730"/>
                  </a:lnTo>
                  <a:lnTo>
                    <a:pt x="3354146" y="4187850"/>
                  </a:lnTo>
                  <a:close/>
                </a:path>
                <a:path w="18288000" h="10287000">
                  <a:moveTo>
                    <a:pt x="3356394" y="2981909"/>
                  </a:moveTo>
                  <a:lnTo>
                    <a:pt x="3344926" y="2962059"/>
                  </a:lnTo>
                  <a:lnTo>
                    <a:pt x="3325088" y="2973514"/>
                  </a:lnTo>
                  <a:lnTo>
                    <a:pt x="3336544" y="2993364"/>
                  </a:lnTo>
                  <a:lnTo>
                    <a:pt x="3356394" y="2981909"/>
                  </a:lnTo>
                  <a:close/>
                </a:path>
                <a:path w="18288000" h="10287000">
                  <a:moveTo>
                    <a:pt x="3357829" y="1775739"/>
                  </a:moveTo>
                  <a:lnTo>
                    <a:pt x="3341382" y="1747240"/>
                  </a:lnTo>
                  <a:lnTo>
                    <a:pt x="3312884" y="1763699"/>
                  </a:lnTo>
                  <a:lnTo>
                    <a:pt x="3329343" y="1792198"/>
                  </a:lnTo>
                  <a:lnTo>
                    <a:pt x="3357829" y="1775739"/>
                  </a:lnTo>
                  <a:close/>
                </a:path>
                <a:path w="18288000" h="10287000">
                  <a:moveTo>
                    <a:pt x="3358477" y="569366"/>
                  </a:moveTo>
                  <a:lnTo>
                    <a:pt x="3337610" y="533234"/>
                  </a:lnTo>
                  <a:lnTo>
                    <a:pt x="3301479" y="554088"/>
                  </a:lnTo>
                  <a:lnTo>
                    <a:pt x="3322345" y="590219"/>
                  </a:lnTo>
                  <a:lnTo>
                    <a:pt x="3358477" y="569366"/>
                  </a:lnTo>
                  <a:close/>
                </a:path>
                <a:path w="18288000" h="10287000">
                  <a:moveTo>
                    <a:pt x="3372612" y="4521860"/>
                  </a:moveTo>
                  <a:lnTo>
                    <a:pt x="3367925" y="4513719"/>
                  </a:lnTo>
                  <a:lnTo>
                    <a:pt x="3359785" y="4518418"/>
                  </a:lnTo>
                  <a:lnTo>
                    <a:pt x="3364484" y="4526559"/>
                  </a:lnTo>
                  <a:lnTo>
                    <a:pt x="3372612" y="4521860"/>
                  </a:lnTo>
                  <a:close/>
                </a:path>
                <a:path w="18288000" h="10287000">
                  <a:moveTo>
                    <a:pt x="3374453" y="3315805"/>
                  </a:moveTo>
                  <a:lnTo>
                    <a:pt x="3364471" y="3298507"/>
                  </a:lnTo>
                  <a:lnTo>
                    <a:pt x="3347174" y="3308489"/>
                  </a:lnTo>
                  <a:lnTo>
                    <a:pt x="3357156" y="3325799"/>
                  </a:lnTo>
                  <a:lnTo>
                    <a:pt x="3374453" y="3315805"/>
                  </a:lnTo>
                  <a:close/>
                </a:path>
                <a:path w="18288000" h="10287000">
                  <a:moveTo>
                    <a:pt x="3376307" y="2109749"/>
                  </a:moveTo>
                  <a:lnTo>
                    <a:pt x="3361017" y="2083282"/>
                  </a:lnTo>
                  <a:lnTo>
                    <a:pt x="3334562" y="2098560"/>
                  </a:lnTo>
                  <a:lnTo>
                    <a:pt x="3349841" y="2125027"/>
                  </a:lnTo>
                  <a:lnTo>
                    <a:pt x="3376307" y="2109749"/>
                  </a:lnTo>
                  <a:close/>
                </a:path>
                <a:path w="18288000" h="10287000">
                  <a:moveTo>
                    <a:pt x="3376536" y="903262"/>
                  </a:moveTo>
                  <a:lnTo>
                    <a:pt x="3357143" y="869683"/>
                  </a:lnTo>
                  <a:lnTo>
                    <a:pt x="3323564" y="889076"/>
                  </a:lnTo>
                  <a:lnTo>
                    <a:pt x="3342957" y="922655"/>
                  </a:lnTo>
                  <a:lnTo>
                    <a:pt x="3376536" y="903262"/>
                  </a:lnTo>
                  <a:close/>
                </a:path>
                <a:path w="18288000" h="10287000">
                  <a:moveTo>
                    <a:pt x="3390684" y="4855769"/>
                  </a:moveTo>
                  <a:lnTo>
                    <a:pt x="3387458" y="4850155"/>
                  </a:lnTo>
                  <a:lnTo>
                    <a:pt x="3381857" y="4853394"/>
                  </a:lnTo>
                  <a:lnTo>
                    <a:pt x="3385096" y="4858994"/>
                  </a:lnTo>
                  <a:lnTo>
                    <a:pt x="3390684" y="4855769"/>
                  </a:lnTo>
                  <a:close/>
                </a:path>
                <a:path w="18288000" h="10287000">
                  <a:moveTo>
                    <a:pt x="3392132" y="3649586"/>
                  </a:moveTo>
                  <a:lnTo>
                    <a:pt x="3383902" y="3635349"/>
                  </a:lnTo>
                  <a:lnTo>
                    <a:pt x="3369653" y="3643579"/>
                  </a:lnTo>
                  <a:lnTo>
                    <a:pt x="3377882" y="3657816"/>
                  </a:lnTo>
                  <a:lnTo>
                    <a:pt x="3392132" y="3649586"/>
                  </a:lnTo>
                  <a:close/>
                </a:path>
                <a:path w="18288000" h="10287000">
                  <a:moveTo>
                    <a:pt x="3393960" y="2443543"/>
                  </a:moveTo>
                  <a:lnTo>
                    <a:pt x="3380448" y="2420137"/>
                  </a:lnTo>
                  <a:lnTo>
                    <a:pt x="3357041" y="2433650"/>
                  </a:lnTo>
                  <a:lnTo>
                    <a:pt x="3370554" y="2457056"/>
                  </a:lnTo>
                  <a:lnTo>
                    <a:pt x="3393960" y="2443543"/>
                  </a:lnTo>
                  <a:close/>
                </a:path>
                <a:path w="18288000" h="10287000">
                  <a:moveTo>
                    <a:pt x="3394037" y="30454"/>
                  </a:moveTo>
                  <a:lnTo>
                    <a:pt x="3376447" y="0"/>
                  </a:lnTo>
                  <a:lnTo>
                    <a:pt x="3361042" y="0"/>
                  </a:lnTo>
                  <a:lnTo>
                    <a:pt x="3335451" y="14770"/>
                  </a:lnTo>
                  <a:lnTo>
                    <a:pt x="3356889" y="51904"/>
                  </a:lnTo>
                  <a:lnTo>
                    <a:pt x="3394037" y="30454"/>
                  </a:lnTo>
                  <a:close/>
                </a:path>
                <a:path w="18288000" h="10287000">
                  <a:moveTo>
                    <a:pt x="3395408" y="1237373"/>
                  </a:moveTo>
                  <a:lnTo>
                    <a:pt x="3376904" y="1205318"/>
                  </a:lnTo>
                  <a:lnTo>
                    <a:pt x="3344849" y="1223822"/>
                  </a:lnTo>
                  <a:lnTo>
                    <a:pt x="3363353" y="1255890"/>
                  </a:lnTo>
                  <a:lnTo>
                    <a:pt x="3395408" y="1237373"/>
                  </a:lnTo>
                  <a:close/>
                </a:path>
                <a:path w="18288000" h="10287000">
                  <a:moveTo>
                    <a:pt x="3409162" y="5189766"/>
                  </a:moveTo>
                  <a:lnTo>
                    <a:pt x="3407105" y="5186210"/>
                  </a:lnTo>
                  <a:lnTo>
                    <a:pt x="3403536" y="5188255"/>
                  </a:lnTo>
                  <a:lnTo>
                    <a:pt x="3405606" y="5191823"/>
                  </a:lnTo>
                  <a:lnTo>
                    <a:pt x="3409162" y="5189766"/>
                  </a:lnTo>
                  <a:close/>
                </a:path>
                <a:path w="18288000" h="10287000">
                  <a:moveTo>
                    <a:pt x="3410191" y="3983494"/>
                  </a:moveTo>
                  <a:lnTo>
                    <a:pt x="3403435" y="3971798"/>
                  </a:lnTo>
                  <a:lnTo>
                    <a:pt x="3391738" y="3978554"/>
                  </a:lnTo>
                  <a:lnTo>
                    <a:pt x="3398494" y="3990251"/>
                  </a:lnTo>
                  <a:lnTo>
                    <a:pt x="3410191" y="3983494"/>
                  </a:lnTo>
                  <a:close/>
                </a:path>
                <a:path w="18288000" h="10287000">
                  <a:moveTo>
                    <a:pt x="3412032" y="2777439"/>
                  </a:moveTo>
                  <a:lnTo>
                    <a:pt x="3399993" y="2756573"/>
                  </a:lnTo>
                  <a:lnTo>
                    <a:pt x="3379127" y="2768625"/>
                  </a:lnTo>
                  <a:lnTo>
                    <a:pt x="3391166" y="2789491"/>
                  </a:lnTo>
                  <a:lnTo>
                    <a:pt x="3412032" y="2777439"/>
                  </a:lnTo>
                  <a:close/>
                </a:path>
                <a:path w="18288000" h="10287000">
                  <a:moveTo>
                    <a:pt x="3413074" y="1571180"/>
                  </a:moveTo>
                  <a:lnTo>
                    <a:pt x="3396323" y="1542161"/>
                  </a:lnTo>
                  <a:lnTo>
                    <a:pt x="3367328" y="1558912"/>
                  </a:lnTo>
                  <a:lnTo>
                    <a:pt x="3384067" y="1587919"/>
                  </a:lnTo>
                  <a:lnTo>
                    <a:pt x="3413074" y="1571180"/>
                  </a:lnTo>
                  <a:close/>
                </a:path>
                <a:path w="18288000" h="10287000">
                  <a:moveTo>
                    <a:pt x="3413315" y="364680"/>
                  </a:moveTo>
                  <a:lnTo>
                    <a:pt x="3392449" y="328549"/>
                  </a:lnTo>
                  <a:lnTo>
                    <a:pt x="3356318" y="349415"/>
                  </a:lnTo>
                  <a:lnTo>
                    <a:pt x="3377184" y="385546"/>
                  </a:lnTo>
                  <a:lnTo>
                    <a:pt x="3413315" y="364680"/>
                  </a:lnTo>
                  <a:close/>
                </a:path>
                <a:path w="18288000" h="10287000">
                  <a:moveTo>
                    <a:pt x="3427857" y="4317289"/>
                  </a:moveTo>
                  <a:lnTo>
                    <a:pt x="3422866" y="4308640"/>
                  </a:lnTo>
                  <a:lnTo>
                    <a:pt x="3414217" y="4313631"/>
                  </a:lnTo>
                  <a:lnTo>
                    <a:pt x="3419208" y="4322280"/>
                  </a:lnTo>
                  <a:lnTo>
                    <a:pt x="3427857" y="4317289"/>
                  </a:lnTo>
                  <a:close/>
                </a:path>
                <a:path w="18288000" h="10287000">
                  <a:moveTo>
                    <a:pt x="3428034" y="5523877"/>
                  </a:moveTo>
                  <a:lnTo>
                    <a:pt x="3426866" y="5521845"/>
                  </a:lnTo>
                  <a:lnTo>
                    <a:pt x="3424821" y="5523027"/>
                  </a:lnTo>
                  <a:lnTo>
                    <a:pt x="3425990" y="5525046"/>
                  </a:lnTo>
                  <a:lnTo>
                    <a:pt x="3428034" y="5523877"/>
                  </a:lnTo>
                  <a:close/>
                </a:path>
                <a:path w="18288000" h="10287000">
                  <a:moveTo>
                    <a:pt x="3430105" y="3111347"/>
                  </a:moveTo>
                  <a:lnTo>
                    <a:pt x="3419525" y="3093021"/>
                  </a:lnTo>
                  <a:lnTo>
                    <a:pt x="3401212" y="3103600"/>
                  </a:lnTo>
                  <a:lnTo>
                    <a:pt x="3411778" y="3121914"/>
                  </a:lnTo>
                  <a:lnTo>
                    <a:pt x="3430105" y="3111347"/>
                  </a:lnTo>
                  <a:close/>
                </a:path>
                <a:path w="18288000" h="10287000">
                  <a:moveTo>
                    <a:pt x="3431781" y="698690"/>
                  </a:moveTo>
                  <a:lnTo>
                    <a:pt x="3412096" y="664603"/>
                  </a:lnTo>
                  <a:lnTo>
                    <a:pt x="3377996" y="684276"/>
                  </a:lnTo>
                  <a:lnTo>
                    <a:pt x="3397694" y="718375"/>
                  </a:lnTo>
                  <a:lnTo>
                    <a:pt x="3431781" y="698690"/>
                  </a:lnTo>
                  <a:close/>
                </a:path>
                <a:path w="18288000" h="10287000">
                  <a:moveTo>
                    <a:pt x="3431946" y="1905279"/>
                  </a:moveTo>
                  <a:lnTo>
                    <a:pt x="3416084" y="1877809"/>
                  </a:lnTo>
                  <a:lnTo>
                    <a:pt x="3388601" y="1893671"/>
                  </a:lnTo>
                  <a:lnTo>
                    <a:pt x="3404463" y="1921141"/>
                  </a:lnTo>
                  <a:lnTo>
                    <a:pt x="3431946" y="1905279"/>
                  </a:lnTo>
                  <a:close/>
                </a:path>
                <a:path w="18288000" h="10287000">
                  <a:moveTo>
                    <a:pt x="3446742" y="4651413"/>
                  </a:moveTo>
                  <a:lnTo>
                    <a:pt x="3442627" y="4644288"/>
                  </a:lnTo>
                  <a:lnTo>
                    <a:pt x="3435489" y="4648403"/>
                  </a:lnTo>
                  <a:lnTo>
                    <a:pt x="3439617" y="4655528"/>
                  </a:lnTo>
                  <a:lnTo>
                    <a:pt x="3446742" y="4651413"/>
                  </a:lnTo>
                  <a:close/>
                </a:path>
                <a:path w="18288000" h="10287000">
                  <a:moveTo>
                    <a:pt x="3447770" y="3445129"/>
                  </a:moveTo>
                  <a:lnTo>
                    <a:pt x="3438956" y="3429863"/>
                  </a:lnTo>
                  <a:lnTo>
                    <a:pt x="3423691" y="3438677"/>
                  </a:lnTo>
                  <a:lnTo>
                    <a:pt x="3432505" y="3453955"/>
                  </a:lnTo>
                  <a:lnTo>
                    <a:pt x="3447770" y="3445129"/>
                  </a:lnTo>
                  <a:close/>
                </a:path>
                <a:path w="18288000" h="10287000">
                  <a:moveTo>
                    <a:pt x="3449612" y="2239073"/>
                  </a:moveTo>
                  <a:lnTo>
                    <a:pt x="3435515" y="2214651"/>
                  </a:lnTo>
                  <a:lnTo>
                    <a:pt x="3411093" y="2228748"/>
                  </a:lnTo>
                  <a:lnTo>
                    <a:pt x="3425190" y="2253170"/>
                  </a:lnTo>
                  <a:lnTo>
                    <a:pt x="3449612" y="2239073"/>
                  </a:lnTo>
                  <a:close/>
                </a:path>
                <a:path w="18288000" h="10287000">
                  <a:moveTo>
                    <a:pt x="3450247" y="1032700"/>
                  </a:moveTo>
                  <a:lnTo>
                    <a:pt x="3431743" y="1000645"/>
                  </a:lnTo>
                  <a:lnTo>
                    <a:pt x="3399688" y="1019149"/>
                  </a:lnTo>
                  <a:lnTo>
                    <a:pt x="3418192" y="1051204"/>
                  </a:lnTo>
                  <a:lnTo>
                    <a:pt x="3450247" y="1032700"/>
                  </a:lnTo>
                  <a:close/>
                </a:path>
                <a:path w="18288000" h="10287000">
                  <a:moveTo>
                    <a:pt x="3464801" y="4985309"/>
                  </a:moveTo>
                  <a:lnTo>
                    <a:pt x="3462159" y="4980724"/>
                  </a:lnTo>
                  <a:lnTo>
                    <a:pt x="3457575" y="4983365"/>
                  </a:lnTo>
                  <a:lnTo>
                    <a:pt x="3460216" y="4987950"/>
                  </a:lnTo>
                  <a:lnTo>
                    <a:pt x="3464801" y="4985309"/>
                  </a:lnTo>
                  <a:close/>
                </a:path>
                <a:path w="18288000" h="10287000">
                  <a:moveTo>
                    <a:pt x="3465842" y="3779037"/>
                  </a:moveTo>
                  <a:lnTo>
                    <a:pt x="3458502" y="3766312"/>
                  </a:lnTo>
                  <a:lnTo>
                    <a:pt x="3445776" y="3773652"/>
                  </a:lnTo>
                  <a:lnTo>
                    <a:pt x="3453117" y="3786378"/>
                  </a:lnTo>
                  <a:lnTo>
                    <a:pt x="3465842" y="3779037"/>
                  </a:lnTo>
                  <a:close/>
                </a:path>
                <a:path w="18288000" h="10287000">
                  <a:moveTo>
                    <a:pt x="3467684" y="2572982"/>
                  </a:moveTo>
                  <a:lnTo>
                    <a:pt x="3455047" y="2551099"/>
                  </a:lnTo>
                  <a:lnTo>
                    <a:pt x="3433165" y="2563723"/>
                  </a:lnTo>
                  <a:lnTo>
                    <a:pt x="3445802" y="2585618"/>
                  </a:lnTo>
                  <a:lnTo>
                    <a:pt x="3467684" y="2572982"/>
                  </a:lnTo>
                  <a:close/>
                </a:path>
                <a:path w="18288000" h="10287000">
                  <a:moveTo>
                    <a:pt x="3467747" y="159905"/>
                  </a:moveTo>
                  <a:lnTo>
                    <a:pt x="3447186" y="124282"/>
                  </a:lnTo>
                  <a:lnTo>
                    <a:pt x="3411575" y="144843"/>
                  </a:lnTo>
                  <a:lnTo>
                    <a:pt x="3432137" y="180467"/>
                  </a:lnTo>
                  <a:lnTo>
                    <a:pt x="3467747" y="159905"/>
                  </a:lnTo>
                  <a:close/>
                </a:path>
                <a:path w="18288000" h="10287000">
                  <a:moveTo>
                    <a:pt x="3468725" y="1366710"/>
                  </a:moveTo>
                  <a:lnTo>
                    <a:pt x="3451377" y="1336687"/>
                  </a:lnTo>
                  <a:lnTo>
                    <a:pt x="3421367" y="1354023"/>
                  </a:lnTo>
                  <a:lnTo>
                    <a:pt x="3438690" y="1384046"/>
                  </a:lnTo>
                  <a:lnTo>
                    <a:pt x="3468725" y="1366710"/>
                  </a:lnTo>
                  <a:close/>
                </a:path>
                <a:path w="18288000" h="10287000">
                  <a:moveTo>
                    <a:pt x="3483279" y="5319306"/>
                  </a:moveTo>
                  <a:lnTo>
                    <a:pt x="3481806" y="5316766"/>
                  </a:lnTo>
                  <a:lnTo>
                    <a:pt x="3479266" y="5318239"/>
                  </a:lnTo>
                  <a:lnTo>
                    <a:pt x="3480727" y="5320779"/>
                  </a:lnTo>
                  <a:lnTo>
                    <a:pt x="3483279" y="5319306"/>
                  </a:lnTo>
                  <a:close/>
                </a:path>
                <a:path w="18288000" h="10287000">
                  <a:moveTo>
                    <a:pt x="3483508" y="4112831"/>
                  </a:moveTo>
                  <a:lnTo>
                    <a:pt x="3477920" y="4103166"/>
                  </a:lnTo>
                  <a:lnTo>
                    <a:pt x="3468255" y="4108742"/>
                  </a:lnTo>
                  <a:lnTo>
                    <a:pt x="3473843" y="4118406"/>
                  </a:lnTo>
                  <a:lnTo>
                    <a:pt x="3483508" y="4112831"/>
                  </a:lnTo>
                  <a:close/>
                </a:path>
                <a:path w="18288000" h="10287000">
                  <a:moveTo>
                    <a:pt x="3485350" y="2906776"/>
                  </a:moveTo>
                  <a:lnTo>
                    <a:pt x="3474478" y="2887942"/>
                  </a:lnTo>
                  <a:lnTo>
                    <a:pt x="3455644" y="2898813"/>
                  </a:lnTo>
                  <a:lnTo>
                    <a:pt x="3466515" y="2917647"/>
                  </a:lnTo>
                  <a:lnTo>
                    <a:pt x="3485350" y="2906776"/>
                  </a:lnTo>
                  <a:close/>
                </a:path>
                <a:path w="18288000" h="10287000">
                  <a:moveTo>
                    <a:pt x="3486620" y="494017"/>
                  </a:moveTo>
                  <a:lnTo>
                    <a:pt x="3466935" y="459930"/>
                  </a:lnTo>
                  <a:lnTo>
                    <a:pt x="3432848" y="479615"/>
                  </a:lnTo>
                  <a:lnTo>
                    <a:pt x="3452533" y="513702"/>
                  </a:lnTo>
                  <a:lnTo>
                    <a:pt x="3486620" y="494017"/>
                  </a:lnTo>
                  <a:close/>
                </a:path>
                <a:path w="18288000" h="10287000">
                  <a:moveTo>
                    <a:pt x="3486797" y="1700606"/>
                  </a:moveTo>
                  <a:lnTo>
                    <a:pt x="3470935" y="1673123"/>
                  </a:lnTo>
                  <a:lnTo>
                    <a:pt x="3443452" y="1688998"/>
                  </a:lnTo>
                  <a:lnTo>
                    <a:pt x="3459315" y="1716468"/>
                  </a:lnTo>
                  <a:lnTo>
                    <a:pt x="3486797" y="1700606"/>
                  </a:lnTo>
                  <a:close/>
                </a:path>
                <a:path w="18288000" h="10287000">
                  <a:moveTo>
                    <a:pt x="3501974" y="4446841"/>
                  </a:moveTo>
                  <a:lnTo>
                    <a:pt x="3497567" y="4439196"/>
                  </a:lnTo>
                  <a:lnTo>
                    <a:pt x="3489934" y="4443603"/>
                  </a:lnTo>
                  <a:lnTo>
                    <a:pt x="3494341" y="4451248"/>
                  </a:lnTo>
                  <a:lnTo>
                    <a:pt x="3501974" y="4446841"/>
                  </a:lnTo>
                  <a:close/>
                </a:path>
                <a:path w="18288000" h="10287000">
                  <a:moveTo>
                    <a:pt x="3503409" y="3240671"/>
                  </a:moveTo>
                  <a:lnTo>
                    <a:pt x="3494011" y="3224390"/>
                  </a:lnTo>
                  <a:lnTo>
                    <a:pt x="3477730" y="3233788"/>
                  </a:lnTo>
                  <a:lnTo>
                    <a:pt x="3487128" y="3250069"/>
                  </a:lnTo>
                  <a:lnTo>
                    <a:pt x="3503409" y="3240671"/>
                  </a:lnTo>
                  <a:close/>
                </a:path>
                <a:path w="18288000" h="10287000">
                  <a:moveTo>
                    <a:pt x="3505250" y="2034616"/>
                  </a:moveTo>
                  <a:lnTo>
                    <a:pt x="3490569" y="2009178"/>
                  </a:lnTo>
                  <a:lnTo>
                    <a:pt x="3465118" y="2023859"/>
                  </a:lnTo>
                  <a:lnTo>
                    <a:pt x="3479812" y="2049310"/>
                  </a:lnTo>
                  <a:lnTo>
                    <a:pt x="3505250" y="2034616"/>
                  </a:lnTo>
                  <a:close/>
                </a:path>
                <a:path w="18288000" h="10287000">
                  <a:moveTo>
                    <a:pt x="3505492" y="828141"/>
                  </a:moveTo>
                  <a:lnTo>
                    <a:pt x="3486696" y="795566"/>
                  </a:lnTo>
                  <a:lnTo>
                    <a:pt x="3454120" y="814374"/>
                  </a:lnTo>
                  <a:lnTo>
                    <a:pt x="3472929" y="846937"/>
                  </a:lnTo>
                  <a:lnTo>
                    <a:pt x="3505492" y="828141"/>
                  </a:lnTo>
                  <a:close/>
                </a:path>
                <a:path w="18288000" h="10287000">
                  <a:moveTo>
                    <a:pt x="3520452" y="4780839"/>
                  </a:moveTo>
                  <a:lnTo>
                    <a:pt x="3517214" y="4775251"/>
                  </a:lnTo>
                  <a:lnTo>
                    <a:pt x="3511613" y="4778476"/>
                  </a:lnTo>
                  <a:lnTo>
                    <a:pt x="3514852" y="4784077"/>
                  </a:lnTo>
                  <a:lnTo>
                    <a:pt x="3520452" y="4780839"/>
                  </a:lnTo>
                  <a:close/>
                </a:path>
                <a:path w="18288000" h="10287000">
                  <a:moveTo>
                    <a:pt x="3521481" y="3574567"/>
                  </a:moveTo>
                  <a:lnTo>
                    <a:pt x="3513556" y="3560826"/>
                  </a:lnTo>
                  <a:lnTo>
                    <a:pt x="3499802" y="3568763"/>
                  </a:lnTo>
                  <a:lnTo>
                    <a:pt x="3507740" y="3582505"/>
                  </a:lnTo>
                  <a:lnTo>
                    <a:pt x="3521481" y="3574567"/>
                  </a:lnTo>
                  <a:close/>
                </a:path>
                <a:path w="18288000" h="10287000">
                  <a:moveTo>
                    <a:pt x="3522916" y="2368410"/>
                  </a:moveTo>
                  <a:lnTo>
                    <a:pt x="3510000" y="2346020"/>
                  </a:lnTo>
                  <a:lnTo>
                    <a:pt x="3487610" y="2358948"/>
                  </a:lnTo>
                  <a:lnTo>
                    <a:pt x="3500539" y="2381339"/>
                  </a:lnTo>
                  <a:lnTo>
                    <a:pt x="3522916" y="2368410"/>
                  </a:lnTo>
                  <a:close/>
                </a:path>
                <a:path w="18288000" h="10287000">
                  <a:moveTo>
                    <a:pt x="3523970" y="1162138"/>
                  </a:moveTo>
                  <a:lnTo>
                    <a:pt x="3506343" y="1131608"/>
                  </a:lnTo>
                  <a:lnTo>
                    <a:pt x="3475812" y="1149235"/>
                  </a:lnTo>
                  <a:lnTo>
                    <a:pt x="3493439" y="1179766"/>
                  </a:lnTo>
                  <a:lnTo>
                    <a:pt x="3523970" y="1162138"/>
                  </a:lnTo>
                  <a:close/>
                </a:path>
                <a:path w="18288000" h="10287000">
                  <a:moveTo>
                    <a:pt x="3538918" y="5114849"/>
                  </a:moveTo>
                  <a:lnTo>
                    <a:pt x="3536861" y="5111280"/>
                  </a:lnTo>
                  <a:lnTo>
                    <a:pt x="3533292" y="5113350"/>
                  </a:lnTo>
                  <a:lnTo>
                    <a:pt x="3535349" y="5116906"/>
                  </a:lnTo>
                  <a:lnTo>
                    <a:pt x="3538918" y="5114849"/>
                  </a:lnTo>
                  <a:close/>
                </a:path>
                <a:path w="18288000" h="10287000">
                  <a:moveTo>
                    <a:pt x="3539553" y="3908475"/>
                  </a:moveTo>
                  <a:lnTo>
                    <a:pt x="3533089" y="3897274"/>
                  </a:lnTo>
                  <a:lnTo>
                    <a:pt x="3521887" y="3903751"/>
                  </a:lnTo>
                  <a:lnTo>
                    <a:pt x="3528352" y="3914927"/>
                  </a:lnTo>
                  <a:lnTo>
                    <a:pt x="3539553" y="3908475"/>
                  </a:lnTo>
                  <a:close/>
                </a:path>
                <a:path w="18288000" h="10287000">
                  <a:moveTo>
                    <a:pt x="3540988" y="2702306"/>
                  </a:moveTo>
                  <a:lnTo>
                    <a:pt x="3529533" y="2682456"/>
                  </a:lnTo>
                  <a:lnTo>
                    <a:pt x="3509683" y="2693924"/>
                  </a:lnTo>
                  <a:lnTo>
                    <a:pt x="3521151" y="2713761"/>
                  </a:lnTo>
                  <a:lnTo>
                    <a:pt x="3540988" y="2702306"/>
                  </a:lnTo>
                  <a:close/>
                </a:path>
                <a:path w="18288000" h="10287000">
                  <a:moveTo>
                    <a:pt x="3541458" y="289344"/>
                  </a:moveTo>
                  <a:lnTo>
                    <a:pt x="3521786" y="255244"/>
                  </a:lnTo>
                  <a:lnTo>
                    <a:pt x="3487699" y="274929"/>
                  </a:lnTo>
                  <a:lnTo>
                    <a:pt x="3507371" y="309016"/>
                  </a:lnTo>
                  <a:lnTo>
                    <a:pt x="3541458" y="289344"/>
                  </a:lnTo>
                  <a:close/>
                </a:path>
                <a:path w="18288000" h="10287000">
                  <a:moveTo>
                    <a:pt x="3542030" y="1496034"/>
                  </a:moveTo>
                  <a:lnTo>
                    <a:pt x="3525875" y="1468043"/>
                  </a:lnTo>
                  <a:lnTo>
                    <a:pt x="3497884" y="1484210"/>
                  </a:lnTo>
                  <a:lnTo>
                    <a:pt x="3514052" y="1512201"/>
                  </a:lnTo>
                  <a:lnTo>
                    <a:pt x="3542030" y="1496034"/>
                  </a:lnTo>
                  <a:close/>
                </a:path>
                <a:path w="18288000" h="10287000">
                  <a:moveTo>
                    <a:pt x="3557397" y="5448859"/>
                  </a:moveTo>
                  <a:lnTo>
                    <a:pt x="3556508" y="5447335"/>
                  </a:lnTo>
                  <a:lnTo>
                    <a:pt x="3554984" y="5448211"/>
                  </a:lnTo>
                  <a:lnTo>
                    <a:pt x="3555860" y="5449735"/>
                  </a:lnTo>
                  <a:lnTo>
                    <a:pt x="3557397" y="5448859"/>
                  </a:lnTo>
                  <a:close/>
                </a:path>
                <a:path w="18288000" h="10287000">
                  <a:moveTo>
                    <a:pt x="3557625" y="4242371"/>
                  </a:moveTo>
                  <a:lnTo>
                    <a:pt x="3552621" y="4233723"/>
                  </a:lnTo>
                  <a:lnTo>
                    <a:pt x="3543973" y="4238714"/>
                  </a:lnTo>
                  <a:lnTo>
                    <a:pt x="3548977" y="4247362"/>
                  </a:lnTo>
                  <a:lnTo>
                    <a:pt x="3557625" y="4242371"/>
                  </a:lnTo>
                  <a:close/>
                </a:path>
                <a:path w="18288000" h="10287000">
                  <a:moveTo>
                    <a:pt x="3559454" y="3036316"/>
                  </a:moveTo>
                  <a:lnTo>
                    <a:pt x="3549180" y="3018510"/>
                  </a:lnTo>
                  <a:lnTo>
                    <a:pt x="3531374" y="3028785"/>
                  </a:lnTo>
                  <a:lnTo>
                    <a:pt x="3541649" y="3046603"/>
                  </a:lnTo>
                  <a:lnTo>
                    <a:pt x="3559454" y="3036316"/>
                  </a:lnTo>
                  <a:close/>
                </a:path>
                <a:path w="18288000" h="10287000">
                  <a:moveTo>
                    <a:pt x="3560343" y="623455"/>
                  </a:moveTo>
                  <a:lnTo>
                    <a:pt x="3541534" y="590892"/>
                  </a:lnTo>
                  <a:lnTo>
                    <a:pt x="3508972" y="609688"/>
                  </a:lnTo>
                  <a:lnTo>
                    <a:pt x="3527768" y="642264"/>
                  </a:lnTo>
                  <a:lnTo>
                    <a:pt x="3560343" y="623455"/>
                  </a:lnTo>
                  <a:close/>
                </a:path>
                <a:path w="18288000" h="10287000">
                  <a:moveTo>
                    <a:pt x="3560902" y="1830158"/>
                  </a:moveTo>
                  <a:lnTo>
                    <a:pt x="3545624" y="1803692"/>
                  </a:lnTo>
                  <a:lnTo>
                    <a:pt x="3519170" y="1818970"/>
                  </a:lnTo>
                  <a:lnTo>
                    <a:pt x="3534448" y="1845424"/>
                  </a:lnTo>
                  <a:lnTo>
                    <a:pt x="3560902" y="1830158"/>
                  </a:lnTo>
                  <a:close/>
                </a:path>
                <a:path w="18288000" h="10287000">
                  <a:moveTo>
                    <a:pt x="3576091" y="4576381"/>
                  </a:moveTo>
                  <a:lnTo>
                    <a:pt x="3572268" y="4569765"/>
                  </a:lnTo>
                  <a:lnTo>
                    <a:pt x="3565652" y="4573587"/>
                  </a:lnTo>
                  <a:lnTo>
                    <a:pt x="3569474" y="4580204"/>
                  </a:lnTo>
                  <a:lnTo>
                    <a:pt x="3576091" y="4576381"/>
                  </a:lnTo>
                  <a:close/>
                </a:path>
                <a:path w="18288000" h="10287000">
                  <a:moveTo>
                    <a:pt x="3577120" y="3370110"/>
                  </a:moveTo>
                  <a:lnTo>
                    <a:pt x="3568611" y="3355352"/>
                  </a:lnTo>
                  <a:lnTo>
                    <a:pt x="3553853" y="3363874"/>
                  </a:lnTo>
                  <a:lnTo>
                    <a:pt x="3562375" y="3378631"/>
                  </a:lnTo>
                  <a:lnTo>
                    <a:pt x="3577120" y="3370110"/>
                  </a:lnTo>
                  <a:close/>
                </a:path>
                <a:path w="18288000" h="10287000">
                  <a:moveTo>
                    <a:pt x="3578568" y="2163940"/>
                  </a:moveTo>
                  <a:lnTo>
                    <a:pt x="3565055" y="2140547"/>
                  </a:lnTo>
                  <a:lnTo>
                    <a:pt x="3541649" y="2154047"/>
                  </a:lnTo>
                  <a:lnTo>
                    <a:pt x="3555161" y="2177465"/>
                  </a:lnTo>
                  <a:lnTo>
                    <a:pt x="3578568" y="2163940"/>
                  </a:lnTo>
                  <a:close/>
                </a:path>
                <a:path w="18288000" h="10287000">
                  <a:moveTo>
                    <a:pt x="3578809" y="957465"/>
                  </a:moveTo>
                  <a:lnTo>
                    <a:pt x="3561181" y="926934"/>
                  </a:lnTo>
                  <a:lnTo>
                    <a:pt x="3530650" y="944562"/>
                  </a:lnTo>
                  <a:lnTo>
                    <a:pt x="3548265" y="975093"/>
                  </a:lnTo>
                  <a:lnTo>
                    <a:pt x="3578809" y="957465"/>
                  </a:lnTo>
                  <a:close/>
                </a:path>
                <a:path w="18288000" h="10287000">
                  <a:moveTo>
                    <a:pt x="3594557" y="4910391"/>
                  </a:moveTo>
                  <a:lnTo>
                    <a:pt x="3591915" y="4905807"/>
                  </a:lnTo>
                  <a:lnTo>
                    <a:pt x="3587343" y="4908448"/>
                  </a:lnTo>
                  <a:lnTo>
                    <a:pt x="3589985" y="4913033"/>
                  </a:lnTo>
                  <a:lnTo>
                    <a:pt x="3594557" y="4910391"/>
                  </a:lnTo>
                  <a:close/>
                </a:path>
                <a:path w="18288000" h="10287000">
                  <a:moveTo>
                    <a:pt x="3595205" y="3704018"/>
                  </a:moveTo>
                  <a:lnTo>
                    <a:pt x="3588143" y="3691801"/>
                  </a:lnTo>
                  <a:lnTo>
                    <a:pt x="3575926" y="3698849"/>
                  </a:lnTo>
                  <a:lnTo>
                    <a:pt x="3582987" y="3711067"/>
                  </a:lnTo>
                  <a:lnTo>
                    <a:pt x="3595205" y="3704018"/>
                  </a:lnTo>
                  <a:close/>
                </a:path>
                <a:path w="18288000" h="10287000">
                  <a:moveTo>
                    <a:pt x="3595903" y="84556"/>
                  </a:moveTo>
                  <a:lnTo>
                    <a:pt x="3576510" y="50977"/>
                  </a:lnTo>
                  <a:lnTo>
                    <a:pt x="3542931" y="70358"/>
                  </a:lnTo>
                  <a:lnTo>
                    <a:pt x="3562324" y="103949"/>
                  </a:lnTo>
                  <a:lnTo>
                    <a:pt x="3595903" y="84556"/>
                  </a:lnTo>
                  <a:close/>
                </a:path>
                <a:path w="18288000" h="10287000">
                  <a:moveTo>
                    <a:pt x="3596640" y="2497848"/>
                  </a:moveTo>
                  <a:lnTo>
                    <a:pt x="3584587" y="2476982"/>
                  </a:lnTo>
                  <a:lnTo>
                    <a:pt x="3563721" y="2489022"/>
                  </a:lnTo>
                  <a:lnTo>
                    <a:pt x="3575774" y="2509888"/>
                  </a:lnTo>
                  <a:lnTo>
                    <a:pt x="3596640" y="2497848"/>
                  </a:lnTo>
                  <a:close/>
                </a:path>
                <a:path w="18288000" h="10287000">
                  <a:moveTo>
                    <a:pt x="3597275" y="1291463"/>
                  </a:moveTo>
                  <a:lnTo>
                    <a:pt x="3580828" y="1262976"/>
                  </a:lnTo>
                  <a:lnTo>
                    <a:pt x="3552329" y="1279423"/>
                  </a:lnTo>
                  <a:lnTo>
                    <a:pt x="3568776" y="1307922"/>
                  </a:lnTo>
                  <a:lnTo>
                    <a:pt x="3597275" y="1291463"/>
                  </a:lnTo>
                  <a:close/>
                </a:path>
                <a:path w="18288000" h="10287000">
                  <a:moveTo>
                    <a:pt x="3612870" y="4037800"/>
                  </a:moveTo>
                  <a:lnTo>
                    <a:pt x="3607574" y="4028643"/>
                  </a:lnTo>
                  <a:lnTo>
                    <a:pt x="3598418" y="4033939"/>
                  </a:lnTo>
                  <a:lnTo>
                    <a:pt x="3603701" y="4043095"/>
                  </a:lnTo>
                  <a:lnTo>
                    <a:pt x="3612870" y="4037800"/>
                  </a:lnTo>
                  <a:close/>
                </a:path>
                <a:path w="18288000" h="10287000">
                  <a:moveTo>
                    <a:pt x="3613035" y="5244389"/>
                  </a:moveTo>
                  <a:lnTo>
                    <a:pt x="3611562" y="5241849"/>
                  </a:lnTo>
                  <a:lnTo>
                    <a:pt x="3609022" y="5243322"/>
                  </a:lnTo>
                  <a:lnTo>
                    <a:pt x="3610483" y="5245862"/>
                  </a:lnTo>
                  <a:lnTo>
                    <a:pt x="3613035" y="5244389"/>
                  </a:lnTo>
                  <a:close/>
                </a:path>
                <a:path w="18288000" h="10287000">
                  <a:moveTo>
                    <a:pt x="3614699" y="2831744"/>
                  </a:moveTo>
                  <a:lnTo>
                    <a:pt x="3604133" y="2813431"/>
                  </a:lnTo>
                  <a:lnTo>
                    <a:pt x="3585807" y="2824010"/>
                  </a:lnTo>
                  <a:lnTo>
                    <a:pt x="3596386" y="2842323"/>
                  </a:lnTo>
                  <a:lnTo>
                    <a:pt x="3614699" y="2831744"/>
                  </a:lnTo>
                  <a:close/>
                </a:path>
                <a:path w="18288000" h="10287000">
                  <a:moveTo>
                    <a:pt x="3615182" y="418769"/>
                  </a:moveTo>
                  <a:lnTo>
                    <a:pt x="3596373" y="386207"/>
                  </a:lnTo>
                  <a:lnTo>
                    <a:pt x="3563810" y="405015"/>
                  </a:lnTo>
                  <a:lnTo>
                    <a:pt x="3582606" y="437578"/>
                  </a:lnTo>
                  <a:lnTo>
                    <a:pt x="3615182" y="418769"/>
                  </a:lnTo>
                  <a:close/>
                </a:path>
                <a:path w="18288000" h="10287000">
                  <a:moveTo>
                    <a:pt x="3616147" y="1625587"/>
                  </a:moveTo>
                  <a:lnTo>
                    <a:pt x="3600577" y="1598612"/>
                  </a:lnTo>
                  <a:lnTo>
                    <a:pt x="3573602" y="1614182"/>
                  </a:lnTo>
                  <a:lnTo>
                    <a:pt x="3589172" y="1641157"/>
                  </a:lnTo>
                  <a:lnTo>
                    <a:pt x="3616147" y="1625587"/>
                  </a:lnTo>
                  <a:close/>
                </a:path>
                <a:path w="18288000" h="10287000">
                  <a:moveTo>
                    <a:pt x="3631730" y="4371911"/>
                  </a:moveTo>
                  <a:lnTo>
                    <a:pt x="3627323" y="4364279"/>
                  </a:lnTo>
                  <a:lnTo>
                    <a:pt x="3619690" y="4368685"/>
                  </a:lnTo>
                  <a:lnTo>
                    <a:pt x="3624097" y="4376318"/>
                  </a:lnTo>
                  <a:lnTo>
                    <a:pt x="3631730" y="4371911"/>
                  </a:lnTo>
                  <a:close/>
                </a:path>
                <a:path w="18288000" h="10287000">
                  <a:moveTo>
                    <a:pt x="3632771" y="3165652"/>
                  </a:moveTo>
                  <a:lnTo>
                    <a:pt x="3623665" y="3149866"/>
                  </a:lnTo>
                  <a:lnTo>
                    <a:pt x="3607892" y="3158972"/>
                  </a:lnTo>
                  <a:lnTo>
                    <a:pt x="3616998" y="3174758"/>
                  </a:lnTo>
                  <a:lnTo>
                    <a:pt x="3632771" y="3165652"/>
                  </a:lnTo>
                  <a:close/>
                </a:path>
                <a:path w="18288000" h="10287000">
                  <a:moveTo>
                    <a:pt x="3634054" y="752894"/>
                  </a:moveTo>
                  <a:lnTo>
                    <a:pt x="3616134" y="721855"/>
                  </a:lnTo>
                  <a:lnTo>
                    <a:pt x="3585083" y="739775"/>
                  </a:lnTo>
                  <a:lnTo>
                    <a:pt x="3603002" y="770813"/>
                  </a:lnTo>
                  <a:lnTo>
                    <a:pt x="3634054" y="752894"/>
                  </a:lnTo>
                  <a:close/>
                </a:path>
                <a:path w="18288000" h="10287000">
                  <a:moveTo>
                    <a:pt x="3634219" y="1959483"/>
                  </a:moveTo>
                  <a:lnTo>
                    <a:pt x="3620109" y="1935060"/>
                  </a:lnTo>
                  <a:lnTo>
                    <a:pt x="3595687" y="1949157"/>
                  </a:lnTo>
                  <a:lnTo>
                    <a:pt x="3609784" y="1973592"/>
                  </a:lnTo>
                  <a:lnTo>
                    <a:pt x="3634219" y="1959483"/>
                  </a:lnTo>
                  <a:close/>
                </a:path>
                <a:path w="18288000" h="10287000">
                  <a:moveTo>
                    <a:pt x="3649802" y="4705820"/>
                  </a:moveTo>
                  <a:lnTo>
                    <a:pt x="3646868" y="4700727"/>
                  </a:lnTo>
                  <a:lnTo>
                    <a:pt x="3641775" y="4703661"/>
                  </a:lnTo>
                  <a:lnTo>
                    <a:pt x="3644709" y="4708753"/>
                  </a:lnTo>
                  <a:lnTo>
                    <a:pt x="3649802" y="4705820"/>
                  </a:lnTo>
                  <a:close/>
                </a:path>
                <a:path w="18288000" h="10287000">
                  <a:moveTo>
                    <a:pt x="3650843" y="3499548"/>
                  </a:moveTo>
                  <a:lnTo>
                    <a:pt x="3643198" y="3486315"/>
                  </a:lnTo>
                  <a:lnTo>
                    <a:pt x="3629977" y="3493960"/>
                  </a:lnTo>
                  <a:lnTo>
                    <a:pt x="3637610" y="3507181"/>
                  </a:lnTo>
                  <a:lnTo>
                    <a:pt x="3650843" y="3499548"/>
                  </a:lnTo>
                  <a:close/>
                </a:path>
                <a:path w="18288000" h="10287000">
                  <a:moveTo>
                    <a:pt x="3652278" y="2293391"/>
                  </a:moveTo>
                  <a:lnTo>
                    <a:pt x="3639642" y="2271496"/>
                  </a:lnTo>
                  <a:lnTo>
                    <a:pt x="3617760" y="2284133"/>
                  </a:lnTo>
                  <a:lnTo>
                    <a:pt x="3630396" y="2306015"/>
                  </a:lnTo>
                  <a:lnTo>
                    <a:pt x="3652278" y="2293391"/>
                  </a:lnTo>
                  <a:close/>
                </a:path>
                <a:path w="18288000" h="10287000">
                  <a:moveTo>
                    <a:pt x="3652520" y="1086891"/>
                  </a:moveTo>
                  <a:lnTo>
                    <a:pt x="3635781" y="1057897"/>
                  </a:lnTo>
                  <a:lnTo>
                    <a:pt x="3606762" y="1074635"/>
                  </a:lnTo>
                  <a:lnTo>
                    <a:pt x="3623513" y="1103642"/>
                  </a:lnTo>
                  <a:lnTo>
                    <a:pt x="3652520" y="1086891"/>
                  </a:lnTo>
                  <a:close/>
                </a:path>
                <a:path w="18288000" h="10287000">
                  <a:moveTo>
                    <a:pt x="3668509" y="3833342"/>
                  </a:moveTo>
                  <a:lnTo>
                    <a:pt x="3662629" y="3823170"/>
                  </a:lnTo>
                  <a:lnTo>
                    <a:pt x="3652456" y="3829037"/>
                  </a:lnTo>
                  <a:lnTo>
                    <a:pt x="3658324" y="3839222"/>
                  </a:lnTo>
                  <a:lnTo>
                    <a:pt x="3668509" y="3833342"/>
                  </a:lnTo>
                  <a:close/>
                </a:path>
                <a:path w="18288000" h="10287000">
                  <a:moveTo>
                    <a:pt x="3668687" y="5039931"/>
                  </a:moveTo>
                  <a:lnTo>
                    <a:pt x="3666617" y="5036375"/>
                  </a:lnTo>
                  <a:lnTo>
                    <a:pt x="3663048" y="5038420"/>
                  </a:lnTo>
                  <a:lnTo>
                    <a:pt x="3665118" y="5041989"/>
                  </a:lnTo>
                  <a:lnTo>
                    <a:pt x="3668687" y="5039931"/>
                  </a:lnTo>
                  <a:close/>
                </a:path>
                <a:path w="18288000" h="10287000">
                  <a:moveTo>
                    <a:pt x="3670020" y="214109"/>
                  </a:moveTo>
                  <a:lnTo>
                    <a:pt x="3651212" y="181533"/>
                  </a:lnTo>
                  <a:lnTo>
                    <a:pt x="3618649" y="200342"/>
                  </a:lnTo>
                  <a:lnTo>
                    <a:pt x="3637457" y="232905"/>
                  </a:lnTo>
                  <a:lnTo>
                    <a:pt x="3670020" y="214109"/>
                  </a:lnTo>
                  <a:close/>
                </a:path>
                <a:path w="18288000" h="10287000">
                  <a:moveTo>
                    <a:pt x="3670350" y="2627287"/>
                  </a:moveTo>
                  <a:lnTo>
                    <a:pt x="3659187" y="2607945"/>
                  </a:lnTo>
                  <a:lnTo>
                    <a:pt x="3639845" y="2619121"/>
                  </a:lnTo>
                  <a:lnTo>
                    <a:pt x="3651008" y="2638450"/>
                  </a:lnTo>
                  <a:lnTo>
                    <a:pt x="3670350" y="2627287"/>
                  </a:lnTo>
                  <a:close/>
                </a:path>
                <a:path w="18288000" h="10287000">
                  <a:moveTo>
                    <a:pt x="3671392" y="1421015"/>
                  </a:moveTo>
                  <a:lnTo>
                    <a:pt x="3655530" y="1393532"/>
                  </a:lnTo>
                  <a:lnTo>
                    <a:pt x="3628047" y="1409395"/>
                  </a:lnTo>
                  <a:lnTo>
                    <a:pt x="3643909" y="1436878"/>
                  </a:lnTo>
                  <a:lnTo>
                    <a:pt x="3671392" y="1421015"/>
                  </a:lnTo>
                  <a:close/>
                </a:path>
                <a:path w="18288000" h="10287000">
                  <a:moveTo>
                    <a:pt x="3686975" y="4167352"/>
                  </a:moveTo>
                  <a:lnTo>
                    <a:pt x="3682276" y="4159212"/>
                  </a:lnTo>
                  <a:lnTo>
                    <a:pt x="3674135" y="4163911"/>
                  </a:lnTo>
                  <a:lnTo>
                    <a:pt x="3678834" y="4172051"/>
                  </a:lnTo>
                  <a:lnTo>
                    <a:pt x="3686975" y="4167352"/>
                  </a:lnTo>
                  <a:close/>
                </a:path>
                <a:path w="18288000" h="10287000">
                  <a:moveTo>
                    <a:pt x="3687140" y="5373941"/>
                  </a:moveTo>
                  <a:lnTo>
                    <a:pt x="3686264" y="5372417"/>
                  </a:lnTo>
                  <a:lnTo>
                    <a:pt x="3684740" y="5373294"/>
                  </a:lnTo>
                  <a:lnTo>
                    <a:pt x="3685629" y="5374830"/>
                  </a:lnTo>
                  <a:lnTo>
                    <a:pt x="3687140" y="5373941"/>
                  </a:lnTo>
                  <a:close/>
                </a:path>
                <a:path w="18288000" h="10287000">
                  <a:moveTo>
                    <a:pt x="3688423" y="2961182"/>
                  </a:moveTo>
                  <a:lnTo>
                    <a:pt x="3678720" y="2944393"/>
                  </a:lnTo>
                  <a:lnTo>
                    <a:pt x="3661930" y="2954083"/>
                  </a:lnTo>
                  <a:lnTo>
                    <a:pt x="3671633" y="2970873"/>
                  </a:lnTo>
                  <a:lnTo>
                    <a:pt x="3688423" y="2961182"/>
                  </a:lnTo>
                  <a:close/>
                </a:path>
                <a:path w="18288000" h="10287000">
                  <a:moveTo>
                    <a:pt x="3688892" y="548208"/>
                  </a:moveTo>
                  <a:lnTo>
                    <a:pt x="3670973" y="517169"/>
                  </a:lnTo>
                  <a:lnTo>
                    <a:pt x="3639934" y="535101"/>
                  </a:lnTo>
                  <a:lnTo>
                    <a:pt x="3657854" y="566140"/>
                  </a:lnTo>
                  <a:lnTo>
                    <a:pt x="3688892" y="548208"/>
                  </a:lnTo>
                  <a:close/>
                </a:path>
                <a:path w="18288000" h="10287000">
                  <a:moveTo>
                    <a:pt x="3689451" y="1754911"/>
                  </a:moveTo>
                  <a:lnTo>
                    <a:pt x="3675062" y="1729981"/>
                  </a:lnTo>
                  <a:lnTo>
                    <a:pt x="3650132" y="1744370"/>
                  </a:lnTo>
                  <a:lnTo>
                    <a:pt x="3664521" y="1769300"/>
                  </a:lnTo>
                  <a:lnTo>
                    <a:pt x="3689451" y="1754911"/>
                  </a:lnTo>
                  <a:close/>
                </a:path>
                <a:path w="18288000" h="10287000">
                  <a:moveTo>
                    <a:pt x="3705453" y="4501350"/>
                  </a:moveTo>
                  <a:lnTo>
                    <a:pt x="3701923" y="4495254"/>
                  </a:lnTo>
                  <a:lnTo>
                    <a:pt x="3695814" y="4498772"/>
                  </a:lnTo>
                  <a:lnTo>
                    <a:pt x="3699345" y="4504880"/>
                  </a:lnTo>
                  <a:lnTo>
                    <a:pt x="3705453" y="4501350"/>
                  </a:lnTo>
                  <a:close/>
                </a:path>
                <a:path w="18288000" h="10287000">
                  <a:moveTo>
                    <a:pt x="3706482" y="3295078"/>
                  </a:moveTo>
                  <a:lnTo>
                    <a:pt x="3698252" y="3280841"/>
                  </a:lnTo>
                  <a:lnTo>
                    <a:pt x="3684016" y="3289071"/>
                  </a:lnTo>
                  <a:lnTo>
                    <a:pt x="3692245" y="3303308"/>
                  </a:lnTo>
                  <a:lnTo>
                    <a:pt x="3706482" y="3295078"/>
                  </a:lnTo>
                  <a:close/>
                </a:path>
                <a:path w="18288000" h="10287000">
                  <a:moveTo>
                    <a:pt x="3707358" y="882230"/>
                  </a:moveTo>
                  <a:lnTo>
                    <a:pt x="3690607" y="853224"/>
                  </a:lnTo>
                  <a:lnTo>
                    <a:pt x="3661613" y="869962"/>
                  </a:lnTo>
                  <a:lnTo>
                    <a:pt x="3678364" y="898969"/>
                  </a:lnTo>
                  <a:lnTo>
                    <a:pt x="3707358" y="882230"/>
                  </a:lnTo>
                  <a:close/>
                </a:path>
                <a:path w="18288000" h="10287000">
                  <a:moveTo>
                    <a:pt x="3707536" y="2088807"/>
                  </a:moveTo>
                  <a:lnTo>
                    <a:pt x="3694607" y="2066417"/>
                  </a:lnTo>
                  <a:lnTo>
                    <a:pt x="3672217" y="2079345"/>
                  </a:lnTo>
                  <a:lnTo>
                    <a:pt x="3685133" y="2101735"/>
                  </a:lnTo>
                  <a:lnTo>
                    <a:pt x="3707536" y="2088807"/>
                  </a:lnTo>
                  <a:close/>
                </a:path>
                <a:path w="18288000" h="10287000">
                  <a:moveTo>
                    <a:pt x="3723919" y="4835360"/>
                  </a:moveTo>
                  <a:lnTo>
                    <a:pt x="3721570" y="4831296"/>
                  </a:lnTo>
                  <a:lnTo>
                    <a:pt x="3717493" y="4833645"/>
                  </a:lnTo>
                  <a:lnTo>
                    <a:pt x="3719842" y="4837722"/>
                  </a:lnTo>
                  <a:lnTo>
                    <a:pt x="3723919" y="4835360"/>
                  </a:lnTo>
                  <a:close/>
                </a:path>
                <a:path w="18288000" h="10287000">
                  <a:moveTo>
                    <a:pt x="3724465" y="9321"/>
                  </a:moveTo>
                  <a:lnTo>
                    <a:pt x="3719080" y="0"/>
                  </a:lnTo>
                  <a:lnTo>
                    <a:pt x="3676332" y="0"/>
                  </a:lnTo>
                  <a:lnTo>
                    <a:pt x="3692410" y="27825"/>
                  </a:lnTo>
                  <a:lnTo>
                    <a:pt x="3724465" y="9321"/>
                  </a:lnTo>
                  <a:close/>
                </a:path>
                <a:path w="18288000" h="10287000">
                  <a:moveTo>
                    <a:pt x="3724554" y="3628987"/>
                  </a:moveTo>
                  <a:lnTo>
                    <a:pt x="3717798" y="3617290"/>
                  </a:lnTo>
                  <a:lnTo>
                    <a:pt x="3706101" y="3624046"/>
                  </a:lnTo>
                  <a:lnTo>
                    <a:pt x="3712845" y="3635743"/>
                  </a:lnTo>
                  <a:lnTo>
                    <a:pt x="3724554" y="3628987"/>
                  </a:lnTo>
                  <a:close/>
                </a:path>
                <a:path w="18288000" h="10287000">
                  <a:moveTo>
                    <a:pt x="3725989" y="2422817"/>
                  </a:moveTo>
                  <a:lnTo>
                    <a:pt x="3714242" y="2402459"/>
                  </a:lnTo>
                  <a:lnTo>
                    <a:pt x="3693884" y="2414219"/>
                  </a:lnTo>
                  <a:lnTo>
                    <a:pt x="3705631" y="2434577"/>
                  </a:lnTo>
                  <a:lnTo>
                    <a:pt x="3725989" y="2422817"/>
                  </a:lnTo>
                  <a:close/>
                </a:path>
                <a:path w="18288000" h="10287000">
                  <a:moveTo>
                    <a:pt x="3726230" y="1216342"/>
                  </a:moveTo>
                  <a:lnTo>
                    <a:pt x="3710368" y="1188859"/>
                  </a:lnTo>
                  <a:lnTo>
                    <a:pt x="3682885" y="1204722"/>
                  </a:lnTo>
                  <a:lnTo>
                    <a:pt x="3698748" y="1232204"/>
                  </a:lnTo>
                  <a:lnTo>
                    <a:pt x="3726230" y="1216342"/>
                  </a:lnTo>
                  <a:close/>
                </a:path>
                <a:path w="18288000" h="10287000">
                  <a:moveTo>
                    <a:pt x="3742626" y="3962882"/>
                  </a:moveTo>
                  <a:lnTo>
                    <a:pt x="3737330" y="3953726"/>
                  </a:lnTo>
                  <a:lnTo>
                    <a:pt x="3728174" y="3959009"/>
                  </a:lnTo>
                  <a:lnTo>
                    <a:pt x="3733469" y="3968178"/>
                  </a:lnTo>
                  <a:lnTo>
                    <a:pt x="3742626" y="3962882"/>
                  </a:lnTo>
                  <a:close/>
                </a:path>
                <a:path w="18288000" h="10287000">
                  <a:moveTo>
                    <a:pt x="3742791" y="5169484"/>
                  </a:moveTo>
                  <a:lnTo>
                    <a:pt x="3741318" y="5166931"/>
                  </a:lnTo>
                  <a:lnTo>
                    <a:pt x="3738778" y="5168404"/>
                  </a:lnTo>
                  <a:lnTo>
                    <a:pt x="3740239" y="5170944"/>
                  </a:lnTo>
                  <a:lnTo>
                    <a:pt x="3742791" y="5169484"/>
                  </a:lnTo>
                  <a:close/>
                </a:path>
                <a:path w="18288000" h="10287000">
                  <a:moveTo>
                    <a:pt x="3743731" y="343547"/>
                  </a:moveTo>
                  <a:lnTo>
                    <a:pt x="3725811" y="312496"/>
                  </a:lnTo>
                  <a:lnTo>
                    <a:pt x="3694773" y="330415"/>
                  </a:lnTo>
                  <a:lnTo>
                    <a:pt x="3712692" y="361467"/>
                  </a:lnTo>
                  <a:lnTo>
                    <a:pt x="3743731" y="343547"/>
                  </a:lnTo>
                  <a:close/>
                </a:path>
                <a:path w="18288000" h="10287000">
                  <a:moveTo>
                    <a:pt x="3744061" y="2756725"/>
                  </a:moveTo>
                  <a:lnTo>
                    <a:pt x="3733787" y="2738920"/>
                  </a:lnTo>
                  <a:lnTo>
                    <a:pt x="3715969" y="2749194"/>
                  </a:lnTo>
                  <a:lnTo>
                    <a:pt x="3726243" y="2767012"/>
                  </a:lnTo>
                  <a:lnTo>
                    <a:pt x="3744061" y="2756725"/>
                  </a:lnTo>
                  <a:close/>
                </a:path>
                <a:path w="18288000" h="10287000">
                  <a:moveTo>
                    <a:pt x="3744709" y="1550339"/>
                  </a:moveTo>
                  <a:lnTo>
                    <a:pt x="3730015" y="1524901"/>
                  </a:lnTo>
                  <a:lnTo>
                    <a:pt x="3704564" y="1539582"/>
                  </a:lnTo>
                  <a:lnTo>
                    <a:pt x="3719258" y="1565033"/>
                  </a:lnTo>
                  <a:lnTo>
                    <a:pt x="3744709" y="1550339"/>
                  </a:lnTo>
                  <a:close/>
                </a:path>
                <a:path w="18288000" h="10287000">
                  <a:moveTo>
                    <a:pt x="3761092" y="4296892"/>
                  </a:moveTo>
                  <a:lnTo>
                    <a:pt x="3756977" y="4289768"/>
                  </a:lnTo>
                  <a:lnTo>
                    <a:pt x="3749852" y="4293882"/>
                  </a:lnTo>
                  <a:lnTo>
                    <a:pt x="3753967" y="4301007"/>
                  </a:lnTo>
                  <a:lnTo>
                    <a:pt x="3761092" y="4296892"/>
                  </a:lnTo>
                  <a:close/>
                </a:path>
                <a:path w="18288000" h="10287000">
                  <a:moveTo>
                    <a:pt x="3762133" y="3090621"/>
                  </a:moveTo>
                  <a:lnTo>
                    <a:pt x="3753320" y="3075355"/>
                  </a:lnTo>
                  <a:lnTo>
                    <a:pt x="3738054" y="3084169"/>
                  </a:lnTo>
                  <a:lnTo>
                    <a:pt x="3746868" y="3099435"/>
                  </a:lnTo>
                  <a:lnTo>
                    <a:pt x="3762133" y="3090621"/>
                  </a:lnTo>
                  <a:close/>
                </a:path>
                <a:path w="18288000" h="10287000">
                  <a:moveTo>
                    <a:pt x="3762210" y="677545"/>
                  </a:moveTo>
                  <a:lnTo>
                    <a:pt x="3745458" y="648538"/>
                  </a:lnTo>
                  <a:lnTo>
                    <a:pt x="3716451" y="665289"/>
                  </a:lnTo>
                  <a:lnTo>
                    <a:pt x="3733203" y="694296"/>
                  </a:lnTo>
                  <a:lnTo>
                    <a:pt x="3762210" y="677545"/>
                  </a:lnTo>
                  <a:close/>
                </a:path>
                <a:path w="18288000" h="10287000">
                  <a:moveTo>
                    <a:pt x="3762768" y="1884248"/>
                  </a:moveTo>
                  <a:lnTo>
                    <a:pt x="3749548" y="1861350"/>
                  </a:lnTo>
                  <a:lnTo>
                    <a:pt x="3726650" y="1874570"/>
                  </a:lnTo>
                  <a:lnTo>
                    <a:pt x="3739870" y="1897468"/>
                  </a:lnTo>
                  <a:lnTo>
                    <a:pt x="3762768" y="1884248"/>
                  </a:lnTo>
                  <a:close/>
                </a:path>
                <a:path w="18288000" h="10287000">
                  <a:moveTo>
                    <a:pt x="3779558" y="4630902"/>
                  </a:moveTo>
                  <a:lnTo>
                    <a:pt x="3776624" y="4625810"/>
                  </a:lnTo>
                  <a:lnTo>
                    <a:pt x="3771531" y="4628756"/>
                  </a:lnTo>
                  <a:lnTo>
                    <a:pt x="3774478" y="4633836"/>
                  </a:lnTo>
                  <a:lnTo>
                    <a:pt x="3779558" y="4630902"/>
                  </a:lnTo>
                  <a:close/>
                </a:path>
                <a:path w="18288000" h="10287000">
                  <a:moveTo>
                    <a:pt x="3780193" y="3424529"/>
                  </a:moveTo>
                  <a:lnTo>
                    <a:pt x="3772852" y="3411804"/>
                  </a:lnTo>
                  <a:lnTo>
                    <a:pt x="3760139" y="3419144"/>
                  </a:lnTo>
                  <a:lnTo>
                    <a:pt x="3767480" y="3431870"/>
                  </a:lnTo>
                  <a:lnTo>
                    <a:pt x="3780193" y="3424529"/>
                  </a:lnTo>
                  <a:close/>
                </a:path>
                <a:path w="18288000" h="10287000">
                  <a:moveTo>
                    <a:pt x="3781247" y="2218245"/>
                  </a:moveTo>
                  <a:lnTo>
                    <a:pt x="3769195" y="2197392"/>
                  </a:lnTo>
                  <a:lnTo>
                    <a:pt x="3748328" y="2209431"/>
                  </a:lnTo>
                  <a:lnTo>
                    <a:pt x="3760381" y="2230297"/>
                  </a:lnTo>
                  <a:lnTo>
                    <a:pt x="3781247" y="2218245"/>
                  </a:lnTo>
                  <a:close/>
                </a:path>
                <a:path w="18288000" h="10287000">
                  <a:moveTo>
                    <a:pt x="3781475" y="1011770"/>
                  </a:moveTo>
                  <a:lnTo>
                    <a:pt x="3765321" y="983780"/>
                  </a:lnTo>
                  <a:lnTo>
                    <a:pt x="3737330" y="999934"/>
                  </a:lnTo>
                  <a:lnTo>
                    <a:pt x="3753497" y="1027925"/>
                  </a:lnTo>
                  <a:lnTo>
                    <a:pt x="3781475" y="1011770"/>
                  </a:lnTo>
                  <a:close/>
                </a:path>
                <a:path w="18288000" h="10287000">
                  <a:moveTo>
                    <a:pt x="3797871" y="3758311"/>
                  </a:moveTo>
                  <a:lnTo>
                    <a:pt x="3792283" y="3748646"/>
                  </a:lnTo>
                  <a:lnTo>
                    <a:pt x="3782618" y="3754234"/>
                  </a:lnTo>
                  <a:lnTo>
                    <a:pt x="3788194" y="3763899"/>
                  </a:lnTo>
                  <a:lnTo>
                    <a:pt x="3797871" y="3758311"/>
                  </a:lnTo>
                  <a:close/>
                </a:path>
                <a:path w="18288000" h="10287000">
                  <a:moveTo>
                    <a:pt x="3798036" y="4964912"/>
                  </a:moveTo>
                  <a:lnTo>
                    <a:pt x="3796271" y="4961852"/>
                  </a:lnTo>
                  <a:lnTo>
                    <a:pt x="3793223" y="4963617"/>
                  </a:lnTo>
                  <a:lnTo>
                    <a:pt x="3794988" y="4966665"/>
                  </a:lnTo>
                  <a:lnTo>
                    <a:pt x="3798036" y="4964912"/>
                  </a:lnTo>
                  <a:close/>
                </a:path>
                <a:path w="18288000" h="10287000">
                  <a:moveTo>
                    <a:pt x="3798176" y="138747"/>
                  </a:moveTo>
                  <a:lnTo>
                    <a:pt x="3780548" y="108216"/>
                  </a:lnTo>
                  <a:lnTo>
                    <a:pt x="3750018" y="125857"/>
                  </a:lnTo>
                  <a:lnTo>
                    <a:pt x="3767645" y="156387"/>
                  </a:lnTo>
                  <a:lnTo>
                    <a:pt x="3798176" y="138747"/>
                  </a:lnTo>
                  <a:close/>
                </a:path>
                <a:path w="18288000" h="10287000">
                  <a:moveTo>
                    <a:pt x="3799306" y="2552141"/>
                  </a:moveTo>
                  <a:lnTo>
                    <a:pt x="3788727" y="2533827"/>
                  </a:lnTo>
                  <a:lnTo>
                    <a:pt x="3770414" y="2544407"/>
                  </a:lnTo>
                  <a:lnTo>
                    <a:pt x="3780993" y="2562720"/>
                  </a:lnTo>
                  <a:lnTo>
                    <a:pt x="3799306" y="2552141"/>
                  </a:lnTo>
                  <a:close/>
                </a:path>
                <a:path w="18288000" h="10287000">
                  <a:moveTo>
                    <a:pt x="3799954" y="1345780"/>
                  </a:moveTo>
                  <a:lnTo>
                    <a:pt x="3784968" y="1319822"/>
                  </a:lnTo>
                  <a:lnTo>
                    <a:pt x="3759009" y="1334808"/>
                  </a:lnTo>
                  <a:lnTo>
                    <a:pt x="3773995" y="1360754"/>
                  </a:lnTo>
                  <a:lnTo>
                    <a:pt x="3799954" y="1345780"/>
                  </a:lnTo>
                  <a:close/>
                </a:path>
                <a:path w="18288000" h="10287000">
                  <a:moveTo>
                    <a:pt x="3816731" y="4092435"/>
                  </a:moveTo>
                  <a:lnTo>
                    <a:pt x="3812032" y="4084294"/>
                  </a:lnTo>
                  <a:lnTo>
                    <a:pt x="3803904" y="4088993"/>
                  </a:lnTo>
                  <a:lnTo>
                    <a:pt x="3808590" y="4097134"/>
                  </a:lnTo>
                  <a:lnTo>
                    <a:pt x="3816731" y="4092435"/>
                  </a:lnTo>
                  <a:close/>
                </a:path>
                <a:path w="18288000" h="10287000">
                  <a:moveTo>
                    <a:pt x="3816908" y="5299024"/>
                  </a:moveTo>
                  <a:lnTo>
                    <a:pt x="3816019" y="5297500"/>
                  </a:lnTo>
                  <a:lnTo>
                    <a:pt x="3814495" y="5298376"/>
                  </a:lnTo>
                  <a:lnTo>
                    <a:pt x="3815384" y="5299900"/>
                  </a:lnTo>
                  <a:lnTo>
                    <a:pt x="3816908" y="5299024"/>
                  </a:lnTo>
                  <a:close/>
                </a:path>
                <a:path w="18288000" h="10287000">
                  <a:moveTo>
                    <a:pt x="3817048" y="472871"/>
                  </a:moveTo>
                  <a:lnTo>
                    <a:pt x="3800297" y="443865"/>
                  </a:lnTo>
                  <a:lnTo>
                    <a:pt x="3771290" y="460616"/>
                  </a:lnTo>
                  <a:lnTo>
                    <a:pt x="3788041" y="489610"/>
                  </a:lnTo>
                  <a:lnTo>
                    <a:pt x="3817048" y="472871"/>
                  </a:lnTo>
                  <a:close/>
                </a:path>
                <a:path w="18288000" h="10287000">
                  <a:moveTo>
                    <a:pt x="3817772" y="2886164"/>
                  </a:moveTo>
                  <a:lnTo>
                    <a:pt x="3808374" y="2869869"/>
                  </a:lnTo>
                  <a:lnTo>
                    <a:pt x="3792093" y="2879280"/>
                  </a:lnTo>
                  <a:lnTo>
                    <a:pt x="3801491" y="2895562"/>
                  </a:lnTo>
                  <a:lnTo>
                    <a:pt x="3817772" y="2886164"/>
                  </a:lnTo>
                  <a:close/>
                </a:path>
                <a:path w="18288000" h="10287000">
                  <a:moveTo>
                    <a:pt x="3818013" y="1679676"/>
                  </a:moveTo>
                  <a:lnTo>
                    <a:pt x="3804501" y="1656270"/>
                  </a:lnTo>
                  <a:lnTo>
                    <a:pt x="3781094" y="1669783"/>
                  </a:lnTo>
                  <a:lnTo>
                    <a:pt x="3794607" y="1693189"/>
                  </a:lnTo>
                  <a:lnTo>
                    <a:pt x="3818013" y="1679676"/>
                  </a:lnTo>
                  <a:close/>
                </a:path>
                <a:path w="18288000" h="10287000">
                  <a:moveTo>
                    <a:pt x="3835209" y="4426432"/>
                  </a:moveTo>
                  <a:lnTo>
                    <a:pt x="3831679" y="4420336"/>
                  </a:lnTo>
                  <a:lnTo>
                    <a:pt x="3825570" y="4423854"/>
                  </a:lnTo>
                  <a:lnTo>
                    <a:pt x="3829100" y="4429963"/>
                  </a:lnTo>
                  <a:lnTo>
                    <a:pt x="3835209" y="4426432"/>
                  </a:lnTo>
                  <a:close/>
                </a:path>
                <a:path w="18288000" h="10287000">
                  <a:moveTo>
                    <a:pt x="3835844" y="3220059"/>
                  </a:moveTo>
                  <a:lnTo>
                    <a:pt x="3827907" y="3206318"/>
                  </a:lnTo>
                  <a:lnTo>
                    <a:pt x="3814178" y="3214255"/>
                  </a:lnTo>
                  <a:lnTo>
                    <a:pt x="3822103" y="3227997"/>
                  </a:lnTo>
                  <a:lnTo>
                    <a:pt x="3835844" y="3220059"/>
                  </a:lnTo>
                  <a:close/>
                </a:path>
                <a:path w="18288000" h="10287000">
                  <a:moveTo>
                    <a:pt x="3836314" y="807097"/>
                  </a:moveTo>
                  <a:lnTo>
                    <a:pt x="3820160" y="779106"/>
                  </a:lnTo>
                  <a:lnTo>
                    <a:pt x="3792169" y="795261"/>
                  </a:lnTo>
                  <a:lnTo>
                    <a:pt x="3808336" y="823252"/>
                  </a:lnTo>
                  <a:lnTo>
                    <a:pt x="3836314" y="807097"/>
                  </a:lnTo>
                  <a:close/>
                </a:path>
                <a:path w="18288000" h="10287000">
                  <a:moveTo>
                    <a:pt x="3836479" y="2013686"/>
                  </a:moveTo>
                  <a:lnTo>
                    <a:pt x="3824147" y="1992299"/>
                  </a:lnTo>
                  <a:lnTo>
                    <a:pt x="3802773" y="2004644"/>
                  </a:lnTo>
                  <a:lnTo>
                    <a:pt x="3815118" y="2026018"/>
                  </a:lnTo>
                  <a:lnTo>
                    <a:pt x="3836479" y="2013686"/>
                  </a:lnTo>
                  <a:close/>
                </a:path>
                <a:path w="18288000" h="10287000">
                  <a:moveTo>
                    <a:pt x="3853675" y="4760455"/>
                  </a:moveTo>
                  <a:lnTo>
                    <a:pt x="3851325" y="4756378"/>
                  </a:lnTo>
                  <a:lnTo>
                    <a:pt x="3847261" y="4758728"/>
                  </a:lnTo>
                  <a:lnTo>
                    <a:pt x="3849611" y="4762805"/>
                  </a:lnTo>
                  <a:lnTo>
                    <a:pt x="3853675" y="4760455"/>
                  </a:lnTo>
                  <a:close/>
                </a:path>
                <a:path w="18288000" h="10287000">
                  <a:moveTo>
                    <a:pt x="3853904" y="3553968"/>
                  </a:moveTo>
                  <a:lnTo>
                    <a:pt x="3847452" y="3542766"/>
                  </a:lnTo>
                  <a:lnTo>
                    <a:pt x="3836251" y="3549231"/>
                  </a:lnTo>
                  <a:lnTo>
                    <a:pt x="3842715" y="3560419"/>
                  </a:lnTo>
                  <a:lnTo>
                    <a:pt x="3853904" y="3553968"/>
                  </a:lnTo>
                  <a:close/>
                </a:path>
                <a:path w="18288000" h="10287000">
                  <a:moveTo>
                    <a:pt x="3854945" y="2347684"/>
                  </a:moveTo>
                  <a:lnTo>
                    <a:pt x="3843782" y="2328354"/>
                  </a:lnTo>
                  <a:lnTo>
                    <a:pt x="3824452" y="2339517"/>
                  </a:lnTo>
                  <a:lnTo>
                    <a:pt x="3835616" y="2358847"/>
                  </a:lnTo>
                  <a:lnTo>
                    <a:pt x="3854945" y="2347684"/>
                  </a:lnTo>
                  <a:close/>
                </a:path>
                <a:path w="18288000" h="10287000">
                  <a:moveTo>
                    <a:pt x="3855186" y="1141209"/>
                  </a:moveTo>
                  <a:lnTo>
                    <a:pt x="3839908" y="1114742"/>
                  </a:lnTo>
                  <a:lnTo>
                    <a:pt x="3813454" y="1130020"/>
                  </a:lnTo>
                  <a:lnTo>
                    <a:pt x="3828732" y="1156474"/>
                  </a:lnTo>
                  <a:lnTo>
                    <a:pt x="3855186" y="1141209"/>
                  </a:lnTo>
                  <a:close/>
                </a:path>
                <a:path w="18288000" h="10287000">
                  <a:moveTo>
                    <a:pt x="3871887" y="268185"/>
                  </a:moveTo>
                  <a:lnTo>
                    <a:pt x="3855148" y="239191"/>
                  </a:lnTo>
                  <a:lnTo>
                    <a:pt x="3826141" y="255930"/>
                  </a:lnTo>
                  <a:lnTo>
                    <a:pt x="3842880" y="284937"/>
                  </a:lnTo>
                  <a:lnTo>
                    <a:pt x="3871887" y="268185"/>
                  </a:lnTo>
                  <a:close/>
                </a:path>
                <a:path w="18288000" h="10287000">
                  <a:moveTo>
                    <a:pt x="3871976" y="3887863"/>
                  </a:moveTo>
                  <a:lnTo>
                    <a:pt x="3866985" y="3879215"/>
                  </a:lnTo>
                  <a:lnTo>
                    <a:pt x="3858336" y="3884206"/>
                  </a:lnTo>
                  <a:lnTo>
                    <a:pt x="3863327" y="3892854"/>
                  </a:lnTo>
                  <a:lnTo>
                    <a:pt x="3871976" y="3887863"/>
                  </a:lnTo>
                  <a:close/>
                </a:path>
                <a:path w="18288000" h="10287000">
                  <a:moveTo>
                    <a:pt x="3872153" y="5094452"/>
                  </a:moveTo>
                  <a:lnTo>
                    <a:pt x="3870972" y="5092420"/>
                  </a:lnTo>
                  <a:lnTo>
                    <a:pt x="3868940" y="5093589"/>
                  </a:lnTo>
                  <a:lnTo>
                    <a:pt x="3870121" y="5095633"/>
                  </a:lnTo>
                  <a:lnTo>
                    <a:pt x="3872153" y="5094452"/>
                  </a:lnTo>
                  <a:close/>
                </a:path>
                <a:path w="18288000" h="10287000">
                  <a:moveTo>
                    <a:pt x="3873017" y="2681592"/>
                  </a:moveTo>
                  <a:lnTo>
                    <a:pt x="3863327" y="2664803"/>
                  </a:lnTo>
                  <a:lnTo>
                    <a:pt x="3846525" y="2674493"/>
                  </a:lnTo>
                  <a:lnTo>
                    <a:pt x="3856228" y="2691282"/>
                  </a:lnTo>
                  <a:lnTo>
                    <a:pt x="3873017" y="2681592"/>
                  </a:lnTo>
                  <a:close/>
                </a:path>
                <a:path w="18288000" h="10287000">
                  <a:moveTo>
                    <a:pt x="3873665" y="1475206"/>
                  </a:moveTo>
                  <a:lnTo>
                    <a:pt x="3859555" y="1450784"/>
                  </a:lnTo>
                  <a:lnTo>
                    <a:pt x="3835133" y="1464881"/>
                  </a:lnTo>
                  <a:lnTo>
                    <a:pt x="3849230" y="1489316"/>
                  </a:lnTo>
                  <a:lnTo>
                    <a:pt x="3873665" y="1475206"/>
                  </a:lnTo>
                  <a:close/>
                </a:path>
                <a:path w="18288000" h="10287000">
                  <a:moveTo>
                    <a:pt x="3890861" y="4221975"/>
                  </a:moveTo>
                  <a:lnTo>
                    <a:pt x="3886733" y="4214850"/>
                  </a:lnTo>
                  <a:lnTo>
                    <a:pt x="3879608" y="4218965"/>
                  </a:lnTo>
                  <a:lnTo>
                    <a:pt x="3883736" y="4226090"/>
                  </a:lnTo>
                  <a:lnTo>
                    <a:pt x="3890861" y="4221975"/>
                  </a:lnTo>
                  <a:close/>
                </a:path>
                <a:path w="18288000" h="10287000">
                  <a:moveTo>
                    <a:pt x="3891089" y="3015488"/>
                  </a:moveTo>
                  <a:lnTo>
                    <a:pt x="3882860" y="3001238"/>
                  </a:lnTo>
                  <a:lnTo>
                    <a:pt x="3868610" y="3009468"/>
                  </a:lnTo>
                  <a:lnTo>
                    <a:pt x="3876840" y="3023717"/>
                  </a:lnTo>
                  <a:lnTo>
                    <a:pt x="3891089" y="3015488"/>
                  </a:lnTo>
                  <a:close/>
                </a:path>
                <a:path w="18288000" h="10287000">
                  <a:moveTo>
                    <a:pt x="3891165" y="602411"/>
                  </a:moveTo>
                  <a:lnTo>
                    <a:pt x="3874998" y="574421"/>
                  </a:lnTo>
                  <a:lnTo>
                    <a:pt x="3847020" y="590575"/>
                  </a:lnTo>
                  <a:lnTo>
                    <a:pt x="3863175" y="618566"/>
                  </a:lnTo>
                  <a:lnTo>
                    <a:pt x="3891165" y="602411"/>
                  </a:lnTo>
                  <a:close/>
                </a:path>
                <a:path w="18288000" h="10287000">
                  <a:moveTo>
                    <a:pt x="3891724" y="1809115"/>
                  </a:moveTo>
                  <a:lnTo>
                    <a:pt x="3879088" y="1787232"/>
                  </a:lnTo>
                  <a:lnTo>
                    <a:pt x="3857218" y="1799869"/>
                  </a:lnTo>
                  <a:lnTo>
                    <a:pt x="3869842" y="1821751"/>
                  </a:lnTo>
                  <a:lnTo>
                    <a:pt x="3891724" y="1809115"/>
                  </a:lnTo>
                  <a:close/>
                </a:path>
                <a:path w="18288000" h="10287000">
                  <a:moveTo>
                    <a:pt x="3908920" y="4555871"/>
                  </a:moveTo>
                  <a:lnTo>
                    <a:pt x="3906278" y="4551299"/>
                  </a:lnTo>
                  <a:lnTo>
                    <a:pt x="3901694" y="4553940"/>
                  </a:lnTo>
                  <a:lnTo>
                    <a:pt x="3904335" y="4558525"/>
                  </a:lnTo>
                  <a:lnTo>
                    <a:pt x="3908920" y="4555871"/>
                  </a:lnTo>
                  <a:close/>
                </a:path>
                <a:path w="18288000" h="10287000">
                  <a:moveTo>
                    <a:pt x="3909555" y="3349498"/>
                  </a:moveTo>
                  <a:lnTo>
                    <a:pt x="3902506" y="3337280"/>
                  </a:lnTo>
                  <a:lnTo>
                    <a:pt x="3890289" y="3344329"/>
                  </a:lnTo>
                  <a:lnTo>
                    <a:pt x="3897338" y="3356546"/>
                  </a:lnTo>
                  <a:lnTo>
                    <a:pt x="3909555" y="3349498"/>
                  </a:lnTo>
                  <a:close/>
                </a:path>
                <a:path w="18288000" h="10287000">
                  <a:moveTo>
                    <a:pt x="3910038" y="936523"/>
                  </a:moveTo>
                  <a:lnTo>
                    <a:pt x="3894759" y="910069"/>
                  </a:lnTo>
                  <a:lnTo>
                    <a:pt x="3868293" y="925347"/>
                  </a:lnTo>
                  <a:lnTo>
                    <a:pt x="3883571" y="951801"/>
                  </a:lnTo>
                  <a:lnTo>
                    <a:pt x="3910038" y="936523"/>
                  </a:lnTo>
                  <a:close/>
                </a:path>
                <a:path w="18288000" h="10287000">
                  <a:moveTo>
                    <a:pt x="3910190" y="2143125"/>
                  </a:moveTo>
                  <a:lnTo>
                    <a:pt x="3898735" y="2123275"/>
                  </a:lnTo>
                  <a:lnTo>
                    <a:pt x="3878897" y="2134730"/>
                  </a:lnTo>
                  <a:lnTo>
                    <a:pt x="3890353" y="2154580"/>
                  </a:lnTo>
                  <a:lnTo>
                    <a:pt x="3910190" y="2143125"/>
                  </a:lnTo>
                  <a:close/>
                </a:path>
                <a:path w="18288000" h="10287000">
                  <a:moveTo>
                    <a:pt x="3926332" y="63411"/>
                  </a:moveTo>
                  <a:lnTo>
                    <a:pt x="3909872" y="34912"/>
                  </a:lnTo>
                  <a:lnTo>
                    <a:pt x="3881386" y="51358"/>
                  </a:lnTo>
                  <a:lnTo>
                    <a:pt x="3897846" y="79857"/>
                  </a:lnTo>
                  <a:lnTo>
                    <a:pt x="3926332" y="63411"/>
                  </a:lnTo>
                  <a:close/>
                </a:path>
                <a:path w="18288000" h="10287000">
                  <a:moveTo>
                    <a:pt x="3927221" y="3683292"/>
                  </a:moveTo>
                  <a:lnTo>
                    <a:pt x="3921937" y="3674135"/>
                  </a:lnTo>
                  <a:lnTo>
                    <a:pt x="3912768" y="3679418"/>
                  </a:lnTo>
                  <a:lnTo>
                    <a:pt x="3918064" y="3688588"/>
                  </a:lnTo>
                  <a:lnTo>
                    <a:pt x="3927221" y="3683292"/>
                  </a:lnTo>
                  <a:close/>
                </a:path>
                <a:path w="18288000" h="10287000">
                  <a:moveTo>
                    <a:pt x="3927792" y="4889982"/>
                  </a:moveTo>
                  <a:lnTo>
                    <a:pt x="3926040" y="4886934"/>
                  </a:lnTo>
                  <a:lnTo>
                    <a:pt x="3922966" y="4888700"/>
                  </a:lnTo>
                  <a:lnTo>
                    <a:pt x="3924731" y="4891748"/>
                  </a:lnTo>
                  <a:lnTo>
                    <a:pt x="3927792" y="4889982"/>
                  </a:lnTo>
                  <a:close/>
                </a:path>
                <a:path w="18288000" h="10287000">
                  <a:moveTo>
                    <a:pt x="3928668" y="2477122"/>
                  </a:moveTo>
                  <a:lnTo>
                    <a:pt x="3918381" y="2459317"/>
                  </a:lnTo>
                  <a:lnTo>
                    <a:pt x="3900576" y="2469604"/>
                  </a:lnTo>
                  <a:lnTo>
                    <a:pt x="3910863" y="2487409"/>
                  </a:lnTo>
                  <a:lnTo>
                    <a:pt x="3928668" y="2477122"/>
                  </a:lnTo>
                  <a:close/>
                </a:path>
                <a:path w="18288000" h="10287000">
                  <a:moveTo>
                    <a:pt x="3928897" y="1270635"/>
                  </a:moveTo>
                  <a:lnTo>
                    <a:pt x="3914508" y="1245704"/>
                  </a:lnTo>
                  <a:lnTo>
                    <a:pt x="3889578" y="1260106"/>
                  </a:lnTo>
                  <a:lnTo>
                    <a:pt x="3903980" y="1285036"/>
                  </a:lnTo>
                  <a:lnTo>
                    <a:pt x="3928897" y="1270635"/>
                  </a:lnTo>
                  <a:close/>
                </a:path>
                <a:path w="18288000" h="10287000">
                  <a:moveTo>
                    <a:pt x="3946004" y="397738"/>
                  </a:moveTo>
                  <a:lnTo>
                    <a:pt x="3929850" y="369747"/>
                  </a:lnTo>
                  <a:lnTo>
                    <a:pt x="3901859" y="385914"/>
                  </a:lnTo>
                  <a:lnTo>
                    <a:pt x="3918013" y="413893"/>
                  </a:lnTo>
                  <a:lnTo>
                    <a:pt x="3946004" y="397738"/>
                  </a:lnTo>
                  <a:close/>
                </a:path>
                <a:path w="18288000" h="10287000">
                  <a:moveTo>
                    <a:pt x="3946093" y="4017403"/>
                  </a:moveTo>
                  <a:lnTo>
                    <a:pt x="3941686" y="4009783"/>
                  </a:lnTo>
                  <a:lnTo>
                    <a:pt x="3934053" y="4014190"/>
                  </a:lnTo>
                  <a:lnTo>
                    <a:pt x="3938460" y="4021810"/>
                  </a:lnTo>
                  <a:lnTo>
                    <a:pt x="3946093" y="4017403"/>
                  </a:lnTo>
                  <a:close/>
                </a:path>
                <a:path w="18288000" h="10287000">
                  <a:moveTo>
                    <a:pt x="3946258" y="5224005"/>
                  </a:moveTo>
                  <a:lnTo>
                    <a:pt x="3946004" y="5223573"/>
                  </a:lnTo>
                  <a:lnTo>
                    <a:pt x="3944658" y="5223573"/>
                  </a:lnTo>
                  <a:lnTo>
                    <a:pt x="3944912" y="5224005"/>
                  </a:lnTo>
                  <a:lnTo>
                    <a:pt x="3946258" y="5224005"/>
                  </a:lnTo>
                  <a:close/>
                </a:path>
                <a:path w="18288000" h="10287000">
                  <a:moveTo>
                    <a:pt x="3946728" y="2811030"/>
                  </a:moveTo>
                  <a:lnTo>
                    <a:pt x="3937914" y="2795765"/>
                  </a:lnTo>
                  <a:lnTo>
                    <a:pt x="3922649" y="2804579"/>
                  </a:lnTo>
                  <a:lnTo>
                    <a:pt x="3931462" y="2819844"/>
                  </a:lnTo>
                  <a:lnTo>
                    <a:pt x="3946728" y="2811030"/>
                  </a:lnTo>
                  <a:close/>
                </a:path>
                <a:path w="18288000" h="10287000">
                  <a:moveTo>
                    <a:pt x="3946969" y="1604543"/>
                  </a:moveTo>
                  <a:lnTo>
                    <a:pt x="3934041" y="1582153"/>
                  </a:lnTo>
                  <a:lnTo>
                    <a:pt x="3911663" y="1595081"/>
                  </a:lnTo>
                  <a:lnTo>
                    <a:pt x="3924579" y="1617472"/>
                  </a:lnTo>
                  <a:lnTo>
                    <a:pt x="3946969" y="1604543"/>
                  </a:lnTo>
                  <a:close/>
                </a:path>
                <a:path w="18288000" h="10287000">
                  <a:moveTo>
                    <a:pt x="3964571" y="4351413"/>
                  </a:moveTo>
                  <a:lnTo>
                    <a:pt x="3961333" y="4345813"/>
                  </a:lnTo>
                  <a:lnTo>
                    <a:pt x="3955732" y="4349051"/>
                  </a:lnTo>
                  <a:lnTo>
                    <a:pt x="3958971" y="4354652"/>
                  </a:lnTo>
                  <a:lnTo>
                    <a:pt x="3964571" y="4351413"/>
                  </a:lnTo>
                  <a:close/>
                </a:path>
                <a:path w="18288000" h="10287000">
                  <a:moveTo>
                    <a:pt x="3965206" y="3145040"/>
                  </a:moveTo>
                  <a:lnTo>
                    <a:pt x="3957561" y="3131807"/>
                  </a:lnTo>
                  <a:lnTo>
                    <a:pt x="3944340" y="3139440"/>
                  </a:lnTo>
                  <a:lnTo>
                    <a:pt x="3951973" y="3152673"/>
                  </a:lnTo>
                  <a:lnTo>
                    <a:pt x="3965206" y="3145040"/>
                  </a:lnTo>
                  <a:close/>
                </a:path>
                <a:path w="18288000" h="10287000">
                  <a:moveTo>
                    <a:pt x="3965270" y="731951"/>
                  </a:moveTo>
                  <a:lnTo>
                    <a:pt x="3949700" y="704989"/>
                  </a:lnTo>
                  <a:lnTo>
                    <a:pt x="3922738" y="720559"/>
                  </a:lnTo>
                  <a:lnTo>
                    <a:pt x="3938308" y="747534"/>
                  </a:lnTo>
                  <a:lnTo>
                    <a:pt x="3965270" y="731951"/>
                  </a:lnTo>
                  <a:close/>
                </a:path>
                <a:path w="18288000" h="10287000">
                  <a:moveTo>
                    <a:pt x="3965841" y="1938655"/>
                  </a:moveTo>
                  <a:lnTo>
                    <a:pt x="3953789" y="1917788"/>
                  </a:lnTo>
                  <a:lnTo>
                    <a:pt x="3932936" y="1929841"/>
                  </a:lnTo>
                  <a:lnTo>
                    <a:pt x="3944975" y="1950707"/>
                  </a:lnTo>
                  <a:lnTo>
                    <a:pt x="3965841" y="1938655"/>
                  </a:lnTo>
                  <a:close/>
                </a:path>
                <a:path w="18288000" h="10287000">
                  <a:moveTo>
                    <a:pt x="3982872" y="3478822"/>
                  </a:moveTo>
                  <a:lnTo>
                    <a:pt x="3976992" y="3468649"/>
                  </a:lnTo>
                  <a:lnTo>
                    <a:pt x="3966819" y="3474516"/>
                  </a:lnTo>
                  <a:lnTo>
                    <a:pt x="3972687" y="3484702"/>
                  </a:lnTo>
                  <a:lnTo>
                    <a:pt x="3982872" y="3478822"/>
                  </a:lnTo>
                  <a:close/>
                </a:path>
                <a:path w="18288000" h="10287000">
                  <a:moveTo>
                    <a:pt x="3983037" y="4685423"/>
                  </a:moveTo>
                  <a:lnTo>
                    <a:pt x="3980980" y="4681867"/>
                  </a:lnTo>
                  <a:lnTo>
                    <a:pt x="3977411" y="4683912"/>
                  </a:lnTo>
                  <a:lnTo>
                    <a:pt x="3979468" y="4687481"/>
                  </a:lnTo>
                  <a:lnTo>
                    <a:pt x="3983037" y="4685423"/>
                  </a:lnTo>
                  <a:close/>
                </a:path>
                <a:path w="18288000" h="10287000">
                  <a:moveTo>
                    <a:pt x="3983748" y="1065961"/>
                  </a:moveTo>
                  <a:lnTo>
                    <a:pt x="3969347" y="1041031"/>
                  </a:lnTo>
                  <a:lnTo>
                    <a:pt x="3944416" y="1055433"/>
                  </a:lnTo>
                  <a:lnTo>
                    <a:pt x="3958806" y="1080363"/>
                  </a:lnTo>
                  <a:lnTo>
                    <a:pt x="3983748" y="1065961"/>
                  </a:lnTo>
                  <a:close/>
                </a:path>
                <a:path w="18288000" h="10287000">
                  <a:moveTo>
                    <a:pt x="3983913" y="2272563"/>
                  </a:moveTo>
                  <a:lnTo>
                    <a:pt x="3973334" y="2254237"/>
                  </a:lnTo>
                  <a:lnTo>
                    <a:pt x="3955021" y="2264816"/>
                  </a:lnTo>
                  <a:lnTo>
                    <a:pt x="3965587" y="2283129"/>
                  </a:lnTo>
                  <a:lnTo>
                    <a:pt x="3983913" y="2272563"/>
                  </a:lnTo>
                  <a:close/>
                </a:path>
                <a:path w="18288000" h="10287000">
                  <a:moveTo>
                    <a:pt x="4000449" y="192951"/>
                  </a:moveTo>
                  <a:lnTo>
                    <a:pt x="3984587" y="165468"/>
                  </a:lnTo>
                  <a:lnTo>
                    <a:pt x="3957104" y="181330"/>
                  </a:lnTo>
                  <a:lnTo>
                    <a:pt x="3972966" y="208813"/>
                  </a:lnTo>
                  <a:lnTo>
                    <a:pt x="4000449" y="192951"/>
                  </a:lnTo>
                  <a:close/>
                </a:path>
                <a:path w="18288000" h="10287000">
                  <a:moveTo>
                    <a:pt x="4001338" y="3812832"/>
                  </a:moveTo>
                  <a:lnTo>
                    <a:pt x="3996639" y="3804691"/>
                  </a:lnTo>
                  <a:lnTo>
                    <a:pt x="3988498" y="3809390"/>
                  </a:lnTo>
                  <a:lnTo>
                    <a:pt x="3993197" y="3817543"/>
                  </a:lnTo>
                  <a:lnTo>
                    <a:pt x="4001338" y="3812832"/>
                  </a:lnTo>
                  <a:close/>
                </a:path>
                <a:path w="18288000" h="10287000">
                  <a:moveTo>
                    <a:pt x="4001897" y="5019548"/>
                  </a:moveTo>
                  <a:lnTo>
                    <a:pt x="4000728" y="5017503"/>
                  </a:lnTo>
                  <a:lnTo>
                    <a:pt x="3998696" y="5018684"/>
                  </a:lnTo>
                  <a:lnTo>
                    <a:pt x="3999877" y="5020716"/>
                  </a:lnTo>
                  <a:lnTo>
                    <a:pt x="4001897" y="5019548"/>
                  </a:lnTo>
                  <a:close/>
                </a:path>
                <a:path w="18288000" h="10287000">
                  <a:moveTo>
                    <a:pt x="4002214" y="1399971"/>
                  </a:moveTo>
                  <a:lnTo>
                    <a:pt x="3988993" y="1377073"/>
                  </a:lnTo>
                  <a:lnTo>
                    <a:pt x="3966095" y="1390294"/>
                  </a:lnTo>
                  <a:lnTo>
                    <a:pt x="3979316" y="1413192"/>
                  </a:lnTo>
                  <a:lnTo>
                    <a:pt x="4002214" y="1399971"/>
                  </a:lnTo>
                  <a:close/>
                </a:path>
                <a:path w="18288000" h="10287000">
                  <a:moveTo>
                    <a:pt x="4002379" y="2606560"/>
                  </a:moveTo>
                  <a:lnTo>
                    <a:pt x="3992981" y="2590279"/>
                  </a:lnTo>
                  <a:lnTo>
                    <a:pt x="3976700" y="2599677"/>
                  </a:lnTo>
                  <a:lnTo>
                    <a:pt x="3986098" y="2615971"/>
                  </a:lnTo>
                  <a:lnTo>
                    <a:pt x="4002379" y="2606560"/>
                  </a:lnTo>
                  <a:close/>
                </a:path>
                <a:path w="18288000" h="10287000">
                  <a:moveTo>
                    <a:pt x="4020121" y="527278"/>
                  </a:moveTo>
                  <a:lnTo>
                    <a:pt x="4004551" y="500316"/>
                  </a:lnTo>
                  <a:lnTo>
                    <a:pt x="3977589" y="515886"/>
                  </a:lnTo>
                  <a:lnTo>
                    <a:pt x="3993146" y="542848"/>
                  </a:lnTo>
                  <a:lnTo>
                    <a:pt x="4020121" y="527278"/>
                  </a:lnTo>
                  <a:close/>
                </a:path>
                <a:path w="18288000" h="10287000">
                  <a:moveTo>
                    <a:pt x="4020210" y="4146956"/>
                  </a:moveTo>
                  <a:lnTo>
                    <a:pt x="4016387" y="4140339"/>
                  </a:lnTo>
                  <a:lnTo>
                    <a:pt x="4009771" y="4144162"/>
                  </a:lnTo>
                  <a:lnTo>
                    <a:pt x="4013593" y="4150766"/>
                  </a:lnTo>
                  <a:lnTo>
                    <a:pt x="4020210" y="4146956"/>
                  </a:lnTo>
                  <a:close/>
                </a:path>
                <a:path w="18288000" h="10287000">
                  <a:moveTo>
                    <a:pt x="4020451" y="2940469"/>
                  </a:moveTo>
                  <a:lnTo>
                    <a:pt x="4012514" y="2926727"/>
                  </a:lnTo>
                  <a:lnTo>
                    <a:pt x="3998772" y="2934652"/>
                  </a:lnTo>
                  <a:lnTo>
                    <a:pt x="4006710" y="2948394"/>
                  </a:lnTo>
                  <a:lnTo>
                    <a:pt x="4020451" y="2940469"/>
                  </a:lnTo>
                  <a:close/>
                </a:path>
                <a:path w="18288000" h="10287000">
                  <a:moveTo>
                    <a:pt x="4021086" y="1734083"/>
                  </a:moveTo>
                  <a:lnTo>
                    <a:pt x="4008755" y="1712709"/>
                  </a:lnTo>
                  <a:lnTo>
                    <a:pt x="3987368" y="1725053"/>
                  </a:lnTo>
                  <a:lnTo>
                    <a:pt x="3999712" y="1746427"/>
                  </a:lnTo>
                  <a:lnTo>
                    <a:pt x="4021086" y="1734083"/>
                  </a:lnTo>
                  <a:close/>
                </a:path>
                <a:path w="18288000" h="10287000">
                  <a:moveTo>
                    <a:pt x="4034421" y="0"/>
                  </a:moveTo>
                  <a:lnTo>
                    <a:pt x="4025747" y="0"/>
                  </a:lnTo>
                  <a:lnTo>
                    <a:pt x="4027919" y="3746"/>
                  </a:lnTo>
                  <a:lnTo>
                    <a:pt x="4034421" y="0"/>
                  </a:lnTo>
                  <a:close/>
                </a:path>
                <a:path w="18288000" h="10287000">
                  <a:moveTo>
                    <a:pt x="4038676" y="4480953"/>
                  </a:moveTo>
                  <a:lnTo>
                    <a:pt x="4036034" y="4476381"/>
                  </a:lnTo>
                  <a:lnTo>
                    <a:pt x="4031462" y="4479023"/>
                  </a:lnTo>
                  <a:lnTo>
                    <a:pt x="4034104" y="4483595"/>
                  </a:lnTo>
                  <a:lnTo>
                    <a:pt x="4038676" y="4480953"/>
                  </a:lnTo>
                  <a:close/>
                </a:path>
                <a:path w="18288000" h="10287000">
                  <a:moveTo>
                    <a:pt x="4038904" y="3274466"/>
                  </a:moveTo>
                  <a:lnTo>
                    <a:pt x="4032161" y="3262769"/>
                  </a:lnTo>
                  <a:lnTo>
                    <a:pt x="4020464" y="3269526"/>
                  </a:lnTo>
                  <a:lnTo>
                    <a:pt x="4027208" y="3281235"/>
                  </a:lnTo>
                  <a:lnTo>
                    <a:pt x="4038904" y="3274466"/>
                  </a:lnTo>
                  <a:close/>
                </a:path>
                <a:path w="18288000" h="10287000">
                  <a:moveTo>
                    <a:pt x="4038993" y="861390"/>
                  </a:moveTo>
                  <a:lnTo>
                    <a:pt x="4024299" y="835952"/>
                  </a:lnTo>
                  <a:lnTo>
                    <a:pt x="3998861" y="850646"/>
                  </a:lnTo>
                  <a:lnTo>
                    <a:pt x="4013543" y="876084"/>
                  </a:lnTo>
                  <a:lnTo>
                    <a:pt x="4038993" y="861390"/>
                  </a:lnTo>
                  <a:close/>
                </a:path>
                <a:path w="18288000" h="10287000">
                  <a:moveTo>
                    <a:pt x="4039158" y="2067991"/>
                  </a:moveTo>
                  <a:lnTo>
                    <a:pt x="4028287" y="2049157"/>
                  </a:lnTo>
                  <a:lnTo>
                    <a:pt x="4009453" y="2060028"/>
                  </a:lnTo>
                  <a:lnTo>
                    <a:pt x="4020324" y="2078863"/>
                  </a:lnTo>
                  <a:lnTo>
                    <a:pt x="4039158" y="2067991"/>
                  </a:lnTo>
                  <a:close/>
                </a:path>
                <a:path w="18288000" h="10287000">
                  <a:moveTo>
                    <a:pt x="4056989" y="3608374"/>
                  </a:moveTo>
                  <a:lnTo>
                    <a:pt x="4051693" y="3599205"/>
                  </a:lnTo>
                  <a:lnTo>
                    <a:pt x="4042537" y="3604501"/>
                  </a:lnTo>
                  <a:lnTo>
                    <a:pt x="4047820" y="3613658"/>
                  </a:lnTo>
                  <a:lnTo>
                    <a:pt x="4056989" y="3608374"/>
                  </a:lnTo>
                  <a:close/>
                </a:path>
                <a:path w="18288000" h="10287000">
                  <a:moveTo>
                    <a:pt x="4057065" y="1195298"/>
                  </a:moveTo>
                  <a:lnTo>
                    <a:pt x="4043832" y="1172400"/>
                  </a:lnTo>
                  <a:lnTo>
                    <a:pt x="4020934" y="1185621"/>
                  </a:lnTo>
                  <a:lnTo>
                    <a:pt x="4034155" y="1208519"/>
                  </a:lnTo>
                  <a:lnTo>
                    <a:pt x="4057065" y="1195298"/>
                  </a:lnTo>
                  <a:close/>
                </a:path>
                <a:path w="18288000" h="10287000">
                  <a:moveTo>
                    <a:pt x="4057154" y="4814963"/>
                  </a:moveTo>
                  <a:lnTo>
                    <a:pt x="4055681" y="4812423"/>
                  </a:lnTo>
                  <a:lnTo>
                    <a:pt x="4053141" y="4813897"/>
                  </a:lnTo>
                  <a:lnTo>
                    <a:pt x="4054614" y="4816437"/>
                  </a:lnTo>
                  <a:lnTo>
                    <a:pt x="4057154" y="4814963"/>
                  </a:lnTo>
                  <a:close/>
                </a:path>
                <a:path w="18288000" h="10287000">
                  <a:moveTo>
                    <a:pt x="4057624" y="2402001"/>
                  </a:moveTo>
                  <a:lnTo>
                    <a:pt x="4047934" y="2385199"/>
                  </a:lnTo>
                  <a:lnTo>
                    <a:pt x="4031132" y="2394889"/>
                  </a:lnTo>
                  <a:lnTo>
                    <a:pt x="4040835" y="2411692"/>
                  </a:lnTo>
                  <a:lnTo>
                    <a:pt x="4057624" y="2402001"/>
                  </a:lnTo>
                  <a:close/>
                </a:path>
                <a:path w="18288000" h="10287000">
                  <a:moveTo>
                    <a:pt x="4074566" y="322503"/>
                  </a:moveTo>
                  <a:lnTo>
                    <a:pt x="4059275" y="296037"/>
                  </a:lnTo>
                  <a:lnTo>
                    <a:pt x="4032821" y="311315"/>
                  </a:lnTo>
                  <a:lnTo>
                    <a:pt x="4048099" y="337781"/>
                  </a:lnTo>
                  <a:lnTo>
                    <a:pt x="4074566" y="322503"/>
                  </a:lnTo>
                  <a:close/>
                </a:path>
                <a:path w="18288000" h="10287000">
                  <a:moveTo>
                    <a:pt x="4075455" y="3942384"/>
                  </a:moveTo>
                  <a:lnTo>
                    <a:pt x="4071340" y="3935260"/>
                  </a:lnTo>
                  <a:lnTo>
                    <a:pt x="4064216" y="3939362"/>
                  </a:lnTo>
                  <a:lnTo>
                    <a:pt x="4068330" y="3946487"/>
                  </a:lnTo>
                  <a:lnTo>
                    <a:pt x="4075455" y="3942384"/>
                  </a:lnTo>
                  <a:close/>
                </a:path>
                <a:path w="18288000" h="10287000">
                  <a:moveTo>
                    <a:pt x="4075925" y="1529410"/>
                  </a:moveTo>
                  <a:lnTo>
                    <a:pt x="4063593" y="1508048"/>
                  </a:lnTo>
                  <a:lnTo>
                    <a:pt x="4042219" y="1520380"/>
                  </a:lnTo>
                  <a:lnTo>
                    <a:pt x="4054551" y="1541754"/>
                  </a:lnTo>
                  <a:lnTo>
                    <a:pt x="4075925" y="1529410"/>
                  </a:lnTo>
                  <a:close/>
                </a:path>
                <a:path w="18288000" h="10287000">
                  <a:moveTo>
                    <a:pt x="4076014" y="5149075"/>
                  </a:moveTo>
                  <a:lnTo>
                    <a:pt x="4075773" y="5148656"/>
                  </a:lnTo>
                  <a:lnTo>
                    <a:pt x="4074414" y="5148656"/>
                  </a:lnTo>
                  <a:lnTo>
                    <a:pt x="4074668" y="5149075"/>
                  </a:lnTo>
                  <a:lnTo>
                    <a:pt x="4076014" y="5149075"/>
                  </a:lnTo>
                  <a:close/>
                </a:path>
                <a:path w="18288000" h="10287000">
                  <a:moveTo>
                    <a:pt x="4076090" y="2735999"/>
                  </a:moveTo>
                  <a:lnTo>
                    <a:pt x="4067581" y="2721241"/>
                  </a:lnTo>
                  <a:lnTo>
                    <a:pt x="4052811" y="2729763"/>
                  </a:lnTo>
                  <a:lnTo>
                    <a:pt x="4061345" y="2744520"/>
                  </a:lnTo>
                  <a:lnTo>
                    <a:pt x="4076090" y="2735999"/>
                  </a:lnTo>
                  <a:close/>
                </a:path>
                <a:path w="18288000" h="10287000">
                  <a:moveTo>
                    <a:pt x="4093832" y="656717"/>
                  </a:moveTo>
                  <a:lnTo>
                    <a:pt x="4079138" y="631278"/>
                  </a:lnTo>
                  <a:lnTo>
                    <a:pt x="4053700" y="645972"/>
                  </a:lnTo>
                  <a:lnTo>
                    <a:pt x="4068381" y="671410"/>
                  </a:lnTo>
                  <a:lnTo>
                    <a:pt x="4093832" y="656717"/>
                  </a:lnTo>
                  <a:close/>
                </a:path>
                <a:path w="18288000" h="10287000">
                  <a:moveTo>
                    <a:pt x="4093921" y="4276382"/>
                  </a:moveTo>
                  <a:lnTo>
                    <a:pt x="4090987" y="4271302"/>
                  </a:lnTo>
                  <a:lnTo>
                    <a:pt x="4085894" y="4274236"/>
                  </a:lnTo>
                  <a:lnTo>
                    <a:pt x="4088828" y="4279328"/>
                  </a:lnTo>
                  <a:lnTo>
                    <a:pt x="4093921" y="4276382"/>
                  </a:lnTo>
                  <a:close/>
                </a:path>
                <a:path w="18288000" h="10287000">
                  <a:moveTo>
                    <a:pt x="4094391" y="1863420"/>
                  </a:moveTo>
                  <a:lnTo>
                    <a:pt x="4083240" y="1844078"/>
                  </a:lnTo>
                  <a:lnTo>
                    <a:pt x="4063898" y="1855241"/>
                  </a:lnTo>
                  <a:lnTo>
                    <a:pt x="4075061" y="1874583"/>
                  </a:lnTo>
                  <a:lnTo>
                    <a:pt x="4094391" y="1863420"/>
                  </a:lnTo>
                  <a:close/>
                </a:path>
                <a:path w="18288000" h="10287000">
                  <a:moveTo>
                    <a:pt x="4094569" y="3070009"/>
                  </a:moveTo>
                  <a:lnTo>
                    <a:pt x="4087215" y="3057283"/>
                  </a:lnTo>
                  <a:lnTo>
                    <a:pt x="4074490" y="3064637"/>
                  </a:lnTo>
                  <a:lnTo>
                    <a:pt x="4081843" y="3077362"/>
                  </a:lnTo>
                  <a:lnTo>
                    <a:pt x="4094569" y="3070009"/>
                  </a:lnTo>
                  <a:close/>
                </a:path>
                <a:path w="18288000" h="10287000">
                  <a:moveTo>
                    <a:pt x="4112222" y="3403803"/>
                  </a:moveTo>
                  <a:lnTo>
                    <a:pt x="4106646" y="3394138"/>
                  </a:lnTo>
                  <a:lnTo>
                    <a:pt x="4096982" y="3399713"/>
                  </a:lnTo>
                  <a:lnTo>
                    <a:pt x="4102557" y="3409391"/>
                  </a:lnTo>
                  <a:lnTo>
                    <a:pt x="4112222" y="3403803"/>
                  </a:lnTo>
                  <a:close/>
                </a:path>
                <a:path w="18288000" h="10287000">
                  <a:moveTo>
                    <a:pt x="4112298" y="990727"/>
                  </a:moveTo>
                  <a:lnTo>
                    <a:pt x="4098785" y="967320"/>
                  </a:lnTo>
                  <a:lnTo>
                    <a:pt x="4075379" y="980833"/>
                  </a:lnTo>
                  <a:lnTo>
                    <a:pt x="4088892" y="1004239"/>
                  </a:lnTo>
                  <a:lnTo>
                    <a:pt x="4112298" y="990727"/>
                  </a:lnTo>
                  <a:close/>
                </a:path>
                <a:path w="18288000" h="10287000">
                  <a:moveTo>
                    <a:pt x="4112793" y="4610506"/>
                  </a:moveTo>
                  <a:lnTo>
                    <a:pt x="4110748" y="4606937"/>
                  </a:lnTo>
                  <a:lnTo>
                    <a:pt x="4107180" y="4609008"/>
                  </a:lnTo>
                  <a:lnTo>
                    <a:pt x="4109237" y="4612564"/>
                  </a:lnTo>
                  <a:lnTo>
                    <a:pt x="4112793" y="4610506"/>
                  </a:lnTo>
                  <a:close/>
                </a:path>
                <a:path w="18288000" h="10287000">
                  <a:moveTo>
                    <a:pt x="4113276" y="2197531"/>
                  </a:moveTo>
                  <a:lnTo>
                    <a:pt x="4102989" y="2179726"/>
                  </a:lnTo>
                  <a:lnTo>
                    <a:pt x="4085183" y="2190000"/>
                  </a:lnTo>
                  <a:lnTo>
                    <a:pt x="4095458" y="2207818"/>
                  </a:lnTo>
                  <a:lnTo>
                    <a:pt x="4113276" y="2197531"/>
                  </a:lnTo>
                  <a:close/>
                </a:path>
                <a:path w="18288000" h="10287000">
                  <a:moveTo>
                    <a:pt x="4129405" y="117817"/>
                  </a:moveTo>
                  <a:lnTo>
                    <a:pt x="4114127" y="91363"/>
                  </a:lnTo>
                  <a:lnTo>
                    <a:pt x="4087672" y="106641"/>
                  </a:lnTo>
                  <a:lnTo>
                    <a:pt x="4102938" y="133096"/>
                  </a:lnTo>
                  <a:lnTo>
                    <a:pt x="4129405" y="117817"/>
                  </a:lnTo>
                  <a:close/>
                </a:path>
                <a:path w="18288000" h="10287000">
                  <a:moveTo>
                    <a:pt x="4131094" y="3737927"/>
                  </a:moveTo>
                  <a:lnTo>
                    <a:pt x="4126395" y="3729774"/>
                  </a:lnTo>
                  <a:lnTo>
                    <a:pt x="4118254" y="3734473"/>
                  </a:lnTo>
                  <a:lnTo>
                    <a:pt x="4122953" y="3742626"/>
                  </a:lnTo>
                  <a:lnTo>
                    <a:pt x="4131094" y="3737927"/>
                  </a:lnTo>
                  <a:close/>
                </a:path>
                <a:path w="18288000" h="10287000">
                  <a:moveTo>
                    <a:pt x="4131170" y="1324838"/>
                  </a:moveTo>
                  <a:lnTo>
                    <a:pt x="4118546" y="1302956"/>
                  </a:lnTo>
                  <a:lnTo>
                    <a:pt x="4096651" y="1315593"/>
                  </a:lnTo>
                  <a:lnTo>
                    <a:pt x="4109288" y="1337475"/>
                  </a:lnTo>
                  <a:lnTo>
                    <a:pt x="4131170" y="1324838"/>
                  </a:lnTo>
                  <a:close/>
                </a:path>
                <a:path w="18288000" h="10287000">
                  <a:moveTo>
                    <a:pt x="4131272" y="4944503"/>
                  </a:moveTo>
                  <a:lnTo>
                    <a:pt x="4130383" y="4942979"/>
                  </a:lnTo>
                  <a:lnTo>
                    <a:pt x="4128859" y="4943868"/>
                  </a:lnTo>
                  <a:lnTo>
                    <a:pt x="4129735" y="4945392"/>
                  </a:lnTo>
                  <a:lnTo>
                    <a:pt x="4131272" y="4944503"/>
                  </a:lnTo>
                  <a:close/>
                </a:path>
                <a:path w="18288000" h="10287000">
                  <a:moveTo>
                    <a:pt x="4131335" y="2531427"/>
                  </a:moveTo>
                  <a:lnTo>
                    <a:pt x="4122521" y="2516174"/>
                  </a:lnTo>
                  <a:lnTo>
                    <a:pt x="4107256" y="2524988"/>
                  </a:lnTo>
                  <a:lnTo>
                    <a:pt x="4116070" y="2540241"/>
                  </a:lnTo>
                  <a:lnTo>
                    <a:pt x="4131335" y="2531427"/>
                  </a:lnTo>
                  <a:close/>
                </a:path>
                <a:path w="18288000" h="10287000">
                  <a:moveTo>
                    <a:pt x="4148671" y="452043"/>
                  </a:moveTo>
                  <a:lnTo>
                    <a:pt x="4133977" y="426605"/>
                  </a:lnTo>
                  <a:lnTo>
                    <a:pt x="4108539" y="441286"/>
                  </a:lnTo>
                  <a:lnTo>
                    <a:pt x="4123232" y="466737"/>
                  </a:lnTo>
                  <a:lnTo>
                    <a:pt x="4148671" y="452043"/>
                  </a:lnTo>
                  <a:close/>
                </a:path>
                <a:path w="18288000" h="10287000">
                  <a:moveTo>
                    <a:pt x="4149560" y="4071924"/>
                  </a:moveTo>
                  <a:lnTo>
                    <a:pt x="4146042" y="4065816"/>
                  </a:lnTo>
                  <a:lnTo>
                    <a:pt x="4139933" y="4069346"/>
                  </a:lnTo>
                  <a:lnTo>
                    <a:pt x="4143464" y="4075455"/>
                  </a:lnTo>
                  <a:lnTo>
                    <a:pt x="4149560" y="4071924"/>
                  </a:lnTo>
                  <a:close/>
                </a:path>
                <a:path w="18288000" h="10287000">
                  <a:moveTo>
                    <a:pt x="4149648" y="1658848"/>
                  </a:moveTo>
                  <a:lnTo>
                    <a:pt x="4138180" y="1638998"/>
                  </a:lnTo>
                  <a:lnTo>
                    <a:pt x="4118343" y="1650453"/>
                  </a:lnTo>
                  <a:lnTo>
                    <a:pt x="4129798" y="1670304"/>
                  </a:lnTo>
                  <a:lnTo>
                    <a:pt x="4149648" y="1658848"/>
                  </a:lnTo>
                  <a:close/>
                </a:path>
                <a:path w="18288000" h="10287000">
                  <a:moveTo>
                    <a:pt x="4149801" y="2865437"/>
                  </a:moveTo>
                  <a:lnTo>
                    <a:pt x="4142168" y="2852204"/>
                  </a:lnTo>
                  <a:lnTo>
                    <a:pt x="4128935" y="2859836"/>
                  </a:lnTo>
                  <a:lnTo>
                    <a:pt x="4136580" y="2873083"/>
                  </a:lnTo>
                  <a:lnTo>
                    <a:pt x="4149801" y="2865437"/>
                  </a:lnTo>
                  <a:close/>
                </a:path>
                <a:path w="18288000" h="10287000">
                  <a:moveTo>
                    <a:pt x="4167149" y="786053"/>
                  </a:moveTo>
                  <a:lnTo>
                    <a:pt x="4153624" y="762635"/>
                  </a:lnTo>
                  <a:lnTo>
                    <a:pt x="4130217" y="776160"/>
                  </a:lnTo>
                  <a:lnTo>
                    <a:pt x="4143743" y="799566"/>
                  </a:lnTo>
                  <a:lnTo>
                    <a:pt x="4167149" y="786053"/>
                  </a:lnTo>
                  <a:close/>
                </a:path>
                <a:path w="18288000" h="10287000">
                  <a:moveTo>
                    <a:pt x="4167873" y="3199333"/>
                  </a:moveTo>
                  <a:lnTo>
                    <a:pt x="4161701" y="3188652"/>
                  </a:lnTo>
                  <a:lnTo>
                    <a:pt x="4151020" y="3194824"/>
                  </a:lnTo>
                  <a:lnTo>
                    <a:pt x="4157192" y="3205505"/>
                  </a:lnTo>
                  <a:lnTo>
                    <a:pt x="4167873" y="3199333"/>
                  </a:lnTo>
                  <a:close/>
                </a:path>
                <a:path w="18288000" h="10287000">
                  <a:moveTo>
                    <a:pt x="4168038" y="4405935"/>
                  </a:moveTo>
                  <a:lnTo>
                    <a:pt x="4165689" y="4401858"/>
                  </a:lnTo>
                  <a:lnTo>
                    <a:pt x="4161612" y="4404207"/>
                  </a:lnTo>
                  <a:lnTo>
                    <a:pt x="4163961" y="4408284"/>
                  </a:lnTo>
                  <a:lnTo>
                    <a:pt x="4168038" y="4405935"/>
                  </a:lnTo>
                  <a:close/>
                </a:path>
                <a:path w="18288000" h="10287000">
                  <a:moveTo>
                    <a:pt x="4168114" y="1992858"/>
                  </a:moveTo>
                  <a:lnTo>
                    <a:pt x="4157827" y="1975053"/>
                  </a:lnTo>
                  <a:lnTo>
                    <a:pt x="4140009" y="1985327"/>
                  </a:lnTo>
                  <a:lnTo>
                    <a:pt x="4150296" y="2003145"/>
                  </a:lnTo>
                  <a:lnTo>
                    <a:pt x="4168114" y="1992858"/>
                  </a:lnTo>
                  <a:close/>
                </a:path>
                <a:path w="18288000" h="10287000">
                  <a:moveTo>
                    <a:pt x="4186021" y="1120165"/>
                  </a:moveTo>
                  <a:lnTo>
                    <a:pt x="4173385" y="1098283"/>
                  </a:lnTo>
                  <a:lnTo>
                    <a:pt x="4151503" y="1110919"/>
                  </a:lnTo>
                  <a:lnTo>
                    <a:pt x="4164126" y="1132789"/>
                  </a:lnTo>
                  <a:lnTo>
                    <a:pt x="4186021" y="1120165"/>
                  </a:lnTo>
                  <a:close/>
                </a:path>
                <a:path w="18288000" h="10287000">
                  <a:moveTo>
                    <a:pt x="4186339" y="3533343"/>
                  </a:moveTo>
                  <a:lnTo>
                    <a:pt x="4181348" y="3524694"/>
                  </a:lnTo>
                  <a:lnTo>
                    <a:pt x="4172699" y="3529698"/>
                  </a:lnTo>
                  <a:lnTo>
                    <a:pt x="4177690" y="3538347"/>
                  </a:lnTo>
                  <a:lnTo>
                    <a:pt x="4186339" y="3533343"/>
                  </a:lnTo>
                  <a:close/>
                </a:path>
                <a:path w="18288000" h="10287000">
                  <a:moveTo>
                    <a:pt x="4186580" y="2326868"/>
                  </a:moveTo>
                  <a:lnTo>
                    <a:pt x="4177474" y="2311095"/>
                  </a:lnTo>
                  <a:lnTo>
                    <a:pt x="4161701" y="2320188"/>
                  </a:lnTo>
                  <a:lnTo>
                    <a:pt x="4170807" y="2335961"/>
                  </a:lnTo>
                  <a:lnTo>
                    <a:pt x="4186580" y="2326868"/>
                  </a:lnTo>
                  <a:close/>
                </a:path>
                <a:path w="18288000" h="10287000">
                  <a:moveTo>
                    <a:pt x="4186910" y="4740046"/>
                  </a:moveTo>
                  <a:lnTo>
                    <a:pt x="4185437" y="4737506"/>
                  </a:lnTo>
                  <a:lnTo>
                    <a:pt x="4182897" y="4738979"/>
                  </a:lnTo>
                  <a:lnTo>
                    <a:pt x="4184370" y="4741519"/>
                  </a:lnTo>
                  <a:lnTo>
                    <a:pt x="4186910" y="4740046"/>
                  </a:lnTo>
                  <a:close/>
                </a:path>
                <a:path w="18288000" h="10287000">
                  <a:moveTo>
                    <a:pt x="4203115" y="247256"/>
                  </a:moveTo>
                  <a:lnTo>
                    <a:pt x="4188714" y="222326"/>
                  </a:lnTo>
                  <a:lnTo>
                    <a:pt x="4163784" y="236728"/>
                  </a:lnTo>
                  <a:lnTo>
                    <a:pt x="4178173" y="261658"/>
                  </a:lnTo>
                  <a:lnTo>
                    <a:pt x="4203115" y="247256"/>
                  </a:lnTo>
                  <a:close/>
                </a:path>
                <a:path w="18288000" h="10287000">
                  <a:moveTo>
                    <a:pt x="4204881" y="1454277"/>
                  </a:moveTo>
                  <a:lnTo>
                    <a:pt x="4193133" y="1433918"/>
                  </a:lnTo>
                  <a:lnTo>
                    <a:pt x="4172775" y="1445679"/>
                  </a:lnTo>
                  <a:lnTo>
                    <a:pt x="4184535" y="1466037"/>
                  </a:lnTo>
                  <a:lnTo>
                    <a:pt x="4204881" y="1454277"/>
                  </a:lnTo>
                  <a:close/>
                </a:path>
                <a:path w="18288000" h="10287000">
                  <a:moveTo>
                    <a:pt x="4205046" y="2660866"/>
                  </a:moveTo>
                  <a:lnTo>
                    <a:pt x="4197108" y="2647124"/>
                  </a:lnTo>
                  <a:lnTo>
                    <a:pt x="4183380" y="2655062"/>
                  </a:lnTo>
                  <a:lnTo>
                    <a:pt x="4191317" y="2668803"/>
                  </a:lnTo>
                  <a:lnTo>
                    <a:pt x="4205046" y="2660866"/>
                  </a:lnTo>
                  <a:close/>
                </a:path>
                <a:path w="18288000" h="10287000">
                  <a:moveTo>
                    <a:pt x="4205211" y="3867467"/>
                  </a:moveTo>
                  <a:lnTo>
                    <a:pt x="4201096" y="3860342"/>
                  </a:lnTo>
                  <a:lnTo>
                    <a:pt x="4193971" y="3864445"/>
                  </a:lnTo>
                  <a:lnTo>
                    <a:pt x="4198086" y="3871569"/>
                  </a:lnTo>
                  <a:lnTo>
                    <a:pt x="4205211" y="3867467"/>
                  </a:lnTo>
                  <a:close/>
                </a:path>
                <a:path w="18288000" h="10287000">
                  <a:moveTo>
                    <a:pt x="4221988" y="581380"/>
                  </a:moveTo>
                  <a:lnTo>
                    <a:pt x="4208475" y="557961"/>
                  </a:lnTo>
                  <a:lnTo>
                    <a:pt x="4185069" y="571474"/>
                  </a:lnTo>
                  <a:lnTo>
                    <a:pt x="4198582" y="594893"/>
                  </a:lnTo>
                  <a:lnTo>
                    <a:pt x="4221988" y="581380"/>
                  </a:lnTo>
                  <a:close/>
                </a:path>
                <a:path w="18288000" h="10287000">
                  <a:moveTo>
                    <a:pt x="4223359" y="1788287"/>
                  </a:moveTo>
                  <a:lnTo>
                    <a:pt x="4212780" y="1769960"/>
                  </a:lnTo>
                  <a:lnTo>
                    <a:pt x="4194454" y="1780540"/>
                  </a:lnTo>
                  <a:lnTo>
                    <a:pt x="4205033" y="1798866"/>
                  </a:lnTo>
                  <a:lnTo>
                    <a:pt x="4223359" y="1788287"/>
                  </a:lnTo>
                  <a:close/>
                </a:path>
                <a:path w="18288000" h="10287000">
                  <a:moveTo>
                    <a:pt x="4223524" y="2994876"/>
                  </a:moveTo>
                  <a:lnTo>
                    <a:pt x="4216755" y="2983166"/>
                  </a:lnTo>
                  <a:lnTo>
                    <a:pt x="4205059" y="2989935"/>
                  </a:lnTo>
                  <a:lnTo>
                    <a:pt x="4211815" y="3001632"/>
                  </a:lnTo>
                  <a:lnTo>
                    <a:pt x="4223524" y="2994876"/>
                  </a:lnTo>
                  <a:close/>
                </a:path>
                <a:path w="18288000" h="10287000">
                  <a:moveTo>
                    <a:pt x="4223677" y="4201477"/>
                  </a:moveTo>
                  <a:lnTo>
                    <a:pt x="4220743" y="4196384"/>
                  </a:lnTo>
                  <a:lnTo>
                    <a:pt x="4215650" y="4199318"/>
                  </a:lnTo>
                  <a:lnTo>
                    <a:pt x="4218597" y="4204411"/>
                  </a:lnTo>
                  <a:lnTo>
                    <a:pt x="4223677" y="4201477"/>
                  </a:lnTo>
                  <a:close/>
                </a:path>
                <a:path w="18288000" h="10287000">
                  <a:moveTo>
                    <a:pt x="4240860" y="915492"/>
                  </a:moveTo>
                  <a:lnTo>
                    <a:pt x="4228223" y="893610"/>
                  </a:lnTo>
                  <a:lnTo>
                    <a:pt x="4206341" y="906233"/>
                  </a:lnTo>
                  <a:lnTo>
                    <a:pt x="4218978" y="928128"/>
                  </a:lnTo>
                  <a:lnTo>
                    <a:pt x="4240860" y="915492"/>
                  </a:lnTo>
                  <a:close/>
                </a:path>
                <a:path w="18288000" h="10287000">
                  <a:moveTo>
                    <a:pt x="4241584" y="3328784"/>
                  </a:moveTo>
                  <a:lnTo>
                    <a:pt x="4236301" y="3319627"/>
                  </a:lnTo>
                  <a:lnTo>
                    <a:pt x="4227144" y="3324910"/>
                  </a:lnTo>
                  <a:lnTo>
                    <a:pt x="4232427" y="3334067"/>
                  </a:lnTo>
                  <a:lnTo>
                    <a:pt x="4241584" y="3328784"/>
                  </a:lnTo>
                  <a:close/>
                </a:path>
                <a:path w="18288000" h="10287000">
                  <a:moveTo>
                    <a:pt x="4242155" y="4535475"/>
                  </a:moveTo>
                  <a:lnTo>
                    <a:pt x="4240390" y="4532427"/>
                  </a:lnTo>
                  <a:lnTo>
                    <a:pt x="4237329" y="4534192"/>
                  </a:lnTo>
                  <a:lnTo>
                    <a:pt x="4239095" y="4537240"/>
                  </a:lnTo>
                  <a:lnTo>
                    <a:pt x="4242155" y="4535475"/>
                  </a:lnTo>
                  <a:close/>
                </a:path>
                <a:path w="18288000" h="10287000">
                  <a:moveTo>
                    <a:pt x="4242219" y="2122398"/>
                  </a:moveTo>
                  <a:lnTo>
                    <a:pt x="4232529" y="2105609"/>
                  </a:lnTo>
                  <a:lnTo>
                    <a:pt x="4215739" y="2115299"/>
                  </a:lnTo>
                  <a:lnTo>
                    <a:pt x="4225442" y="2132101"/>
                  </a:lnTo>
                  <a:lnTo>
                    <a:pt x="4242219" y="2122398"/>
                  </a:lnTo>
                  <a:close/>
                </a:path>
                <a:path w="18288000" h="10287000">
                  <a:moveTo>
                    <a:pt x="4257560" y="42481"/>
                  </a:moveTo>
                  <a:lnTo>
                    <a:pt x="4243451" y="18046"/>
                  </a:lnTo>
                  <a:lnTo>
                    <a:pt x="4219029" y="32156"/>
                  </a:lnTo>
                  <a:lnTo>
                    <a:pt x="4233138" y="56578"/>
                  </a:lnTo>
                  <a:lnTo>
                    <a:pt x="4257560" y="42481"/>
                  </a:lnTo>
                  <a:close/>
                </a:path>
                <a:path w="18288000" h="10287000">
                  <a:moveTo>
                    <a:pt x="4260126" y="1249705"/>
                  </a:moveTo>
                  <a:lnTo>
                    <a:pt x="4248086" y="1228852"/>
                  </a:lnTo>
                  <a:lnTo>
                    <a:pt x="4227220" y="1240891"/>
                  </a:lnTo>
                  <a:lnTo>
                    <a:pt x="4239260" y="1261757"/>
                  </a:lnTo>
                  <a:lnTo>
                    <a:pt x="4260126" y="1249705"/>
                  </a:lnTo>
                  <a:close/>
                </a:path>
                <a:path w="18288000" h="10287000">
                  <a:moveTo>
                    <a:pt x="4260291" y="2456294"/>
                  </a:moveTo>
                  <a:lnTo>
                    <a:pt x="4252074" y="2442057"/>
                  </a:lnTo>
                  <a:lnTo>
                    <a:pt x="4237825" y="2450274"/>
                  </a:lnTo>
                  <a:lnTo>
                    <a:pt x="4246042" y="2464524"/>
                  </a:lnTo>
                  <a:lnTo>
                    <a:pt x="4260291" y="2456294"/>
                  </a:lnTo>
                  <a:close/>
                </a:path>
                <a:path w="18288000" h="10287000">
                  <a:moveTo>
                    <a:pt x="4260456" y="3662896"/>
                  </a:moveTo>
                  <a:lnTo>
                    <a:pt x="4256049" y="3655263"/>
                  </a:lnTo>
                  <a:lnTo>
                    <a:pt x="4248416" y="3659670"/>
                  </a:lnTo>
                  <a:lnTo>
                    <a:pt x="4252823" y="3667302"/>
                  </a:lnTo>
                  <a:lnTo>
                    <a:pt x="4260456" y="3662896"/>
                  </a:lnTo>
                  <a:close/>
                </a:path>
                <a:path w="18288000" h="10287000">
                  <a:moveTo>
                    <a:pt x="4261028" y="4869599"/>
                  </a:moveTo>
                  <a:lnTo>
                    <a:pt x="4260139" y="4868062"/>
                  </a:lnTo>
                  <a:lnTo>
                    <a:pt x="4258615" y="4868951"/>
                  </a:lnTo>
                  <a:lnTo>
                    <a:pt x="4259504" y="4870475"/>
                  </a:lnTo>
                  <a:lnTo>
                    <a:pt x="4261028" y="4869599"/>
                  </a:lnTo>
                  <a:close/>
                </a:path>
                <a:path w="18288000" h="10287000">
                  <a:moveTo>
                    <a:pt x="4276839" y="376694"/>
                  </a:moveTo>
                  <a:lnTo>
                    <a:pt x="4263314" y="353288"/>
                  </a:lnTo>
                  <a:lnTo>
                    <a:pt x="4239907" y="366801"/>
                  </a:lnTo>
                  <a:lnTo>
                    <a:pt x="4253420" y="390207"/>
                  </a:lnTo>
                  <a:lnTo>
                    <a:pt x="4276839" y="376694"/>
                  </a:lnTo>
                  <a:close/>
                </a:path>
                <a:path w="18288000" h="10287000">
                  <a:moveTo>
                    <a:pt x="4278604" y="1583715"/>
                  </a:moveTo>
                  <a:lnTo>
                    <a:pt x="4267720" y="1564894"/>
                  </a:lnTo>
                  <a:lnTo>
                    <a:pt x="4248899" y="1575752"/>
                  </a:lnTo>
                  <a:lnTo>
                    <a:pt x="4259770" y="1594586"/>
                  </a:lnTo>
                  <a:lnTo>
                    <a:pt x="4278604" y="1583715"/>
                  </a:lnTo>
                  <a:close/>
                </a:path>
                <a:path w="18288000" h="10287000">
                  <a:moveTo>
                    <a:pt x="4278922" y="3996906"/>
                  </a:moveTo>
                  <a:lnTo>
                    <a:pt x="4275696" y="3991305"/>
                  </a:lnTo>
                  <a:lnTo>
                    <a:pt x="4270095" y="3994543"/>
                  </a:lnTo>
                  <a:lnTo>
                    <a:pt x="4273321" y="4000131"/>
                  </a:lnTo>
                  <a:lnTo>
                    <a:pt x="4278922" y="3996906"/>
                  </a:lnTo>
                  <a:close/>
                </a:path>
                <a:path w="18288000" h="10287000">
                  <a:moveTo>
                    <a:pt x="4279163" y="2790418"/>
                  </a:moveTo>
                  <a:lnTo>
                    <a:pt x="4271823" y="2777693"/>
                  </a:lnTo>
                  <a:lnTo>
                    <a:pt x="4259097" y="2785033"/>
                  </a:lnTo>
                  <a:lnTo>
                    <a:pt x="4266438" y="2797759"/>
                  </a:lnTo>
                  <a:lnTo>
                    <a:pt x="4279163" y="2790418"/>
                  </a:lnTo>
                  <a:close/>
                </a:path>
                <a:path w="18288000" h="10287000">
                  <a:moveTo>
                    <a:pt x="4295699" y="710819"/>
                  </a:moveTo>
                  <a:lnTo>
                    <a:pt x="4283062" y="688936"/>
                  </a:lnTo>
                  <a:lnTo>
                    <a:pt x="4261180" y="701560"/>
                  </a:lnTo>
                  <a:lnTo>
                    <a:pt x="4273816" y="723455"/>
                  </a:lnTo>
                  <a:lnTo>
                    <a:pt x="4295699" y="710819"/>
                  </a:lnTo>
                  <a:close/>
                </a:path>
                <a:path w="18288000" h="10287000">
                  <a:moveTo>
                    <a:pt x="4297235" y="3124314"/>
                  </a:moveTo>
                  <a:lnTo>
                    <a:pt x="4291355" y="3114141"/>
                  </a:lnTo>
                  <a:lnTo>
                    <a:pt x="4281182" y="3120009"/>
                  </a:lnTo>
                  <a:lnTo>
                    <a:pt x="4287050" y="3130194"/>
                  </a:lnTo>
                  <a:lnTo>
                    <a:pt x="4297235" y="3124314"/>
                  </a:lnTo>
                  <a:close/>
                </a:path>
                <a:path w="18288000" h="10287000">
                  <a:moveTo>
                    <a:pt x="4297477" y="1917827"/>
                  </a:moveTo>
                  <a:lnTo>
                    <a:pt x="4287482" y="1900529"/>
                  </a:lnTo>
                  <a:lnTo>
                    <a:pt x="4270184" y="1910524"/>
                  </a:lnTo>
                  <a:lnTo>
                    <a:pt x="4280166" y="1927821"/>
                  </a:lnTo>
                  <a:lnTo>
                    <a:pt x="4297477" y="1917827"/>
                  </a:lnTo>
                  <a:close/>
                </a:path>
                <a:path w="18288000" h="10287000">
                  <a:moveTo>
                    <a:pt x="4297794" y="4331017"/>
                  </a:moveTo>
                  <a:lnTo>
                    <a:pt x="4295445" y="4326941"/>
                  </a:lnTo>
                  <a:lnTo>
                    <a:pt x="4291381" y="4329303"/>
                  </a:lnTo>
                  <a:lnTo>
                    <a:pt x="4293730" y="4333367"/>
                  </a:lnTo>
                  <a:lnTo>
                    <a:pt x="4297794" y="4331017"/>
                  </a:lnTo>
                  <a:close/>
                </a:path>
                <a:path w="18288000" h="10287000">
                  <a:moveTo>
                    <a:pt x="4314977" y="1045032"/>
                  </a:moveTo>
                  <a:lnTo>
                    <a:pt x="4302925" y="1024178"/>
                  </a:lnTo>
                  <a:lnTo>
                    <a:pt x="4282059" y="1036218"/>
                  </a:lnTo>
                  <a:lnTo>
                    <a:pt x="4294111" y="1057071"/>
                  </a:lnTo>
                  <a:lnTo>
                    <a:pt x="4314977" y="1045032"/>
                  </a:lnTo>
                  <a:close/>
                </a:path>
                <a:path w="18288000" h="10287000">
                  <a:moveTo>
                    <a:pt x="4315536" y="2251735"/>
                  </a:moveTo>
                  <a:lnTo>
                    <a:pt x="4307014" y="2236965"/>
                  </a:lnTo>
                  <a:lnTo>
                    <a:pt x="4292257" y="2245499"/>
                  </a:lnTo>
                  <a:lnTo>
                    <a:pt x="4300779" y="2260244"/>
                  </a:lnTo>
                  <a:lnTo>
                    <a:pt x="4315536" y="2251735"/>
                  </a:lnTo>
                  <a:close/>
                </a:path>
                <a:path w="18288000" h="10287000">
                  <a:moveTo>
                    <a:pt x="4315701" y="3458324"/>
                  </a:moveTo>
                  <a:lnTo>
                    <a:pt x="4311002" y="3450183"/>
                  </a:lnTo>
                  <a:lnTo>
                    <a:pt x="4302861" y="3454882"/>
                  </a:lnTo>
                  <a:lnTo>
                    <a:pt x="4307560" y="3463023"/>
                  </a:lnTo>
                  <a:lnTo>
                    <a:pt x="4315701" y="3458324"/>
                  </a:lnTo>
                  <a:close/>
                </a:path>
                <a:path w="18288000" h="10287000">
                  <a:moveTo>
                    <a:pt x="4316260" y="4665027"/>
                  </a:moveTo>
                  <a:lnTo>
                    <a:pt x="4315091" y="4662983"/>
                  </a:lnTo>
                  <a:lnTo>
                    <a:pt x="4313059" y="4664164"/>
                  </a:lnTo>
                  <a:lnTo>
                    <a:pt x="4314228" y="4666208"/>
                  </a:lnTo>
                  <a:lnTo>
                    <a:pt x="4316260" y="4665027"/>
                  </a:lnTo>
                  <a:close/>
                </a:path>
                <a:path w="18288000" h="10287000">
                  <a:moveTo>
                    <a:pt x="4331271" y="171919"/>
                  </a:moveTo>
                  <a:lnTo>
                    <a:pt x="4318051" y="149009"/>
                  </a:lnTo>
                  <a:lnTo>
                    <a:pt x="4295152" y="162229"/>
                  </a:lnTo>
                  <a:lnTo>
                    <a:pt x="4308373" y="185140"/>
                  </a:lnTo>
                  <a:lnTo>
                    <a:pt x="4331271" y="171919"/>
                  </a:lnTo>
                  <a:close/>
                </a:path>
                <a:path w="18288000" h="10287000">
                  <a:moveTo>
                    <a:pt x="4333849" y="1379143"/>
                  </a:moveTo>
                  <a:lnTo>
                    <a:pt x="4322673" y="1359801"/>
                  </a:lnTo>
                  <a:lnTo>
                    <a:pt x="4303344" y="1370977"/>
                  </a:lnTo>
                  <a:lnTo>
                    <a:pt x="4314507" y="1390307"/>
                  </a:lnTo>
                  <a:lnTo>
                    <a:pt x="4333849" y="1379143"/>
                  </a:lnTo>
                  <a:close/>
                </a:path>
                <a:path w="18288000" h="10287000">
                  <a:moveTo>
                    <a:pt x="4334408" y="2585847"/>
                  </a:moveTo>
                  <a:lnTo>
                    <a:pt x="4326775" y="2572613"/>
                  </a:lnTo>
                  <a:lnTo>
                    <a:pt x="4313542" y="2580259"/>
                  </a:lnTo>
                  <a:lnTo>
                    <a:pt x="4321175" y="2593479"/>
                  </a:lnTo>
                  <a:lnTo>
                    <a:pt x="4334408" y="2585847"/>
                  </a:lnTo>
                  <a:close/>
                </a:path>
                <a:path w="18288000" h="10287000">
                  <a:moveTo>
                    <a:pt x="4334573" y="3792448"/>
                  </a:moveTo>
                  <a:lnTo>
                    <a:pt x="4330751" y="3785832"/>
                  </a:lnTo>
                  <a:lnTo>
                    <a:pt x="4324147" y="3789642"/>
                  </a:lnTo>
                  <a:lnTo>
                    <a:pt x="4327957" y="3796258"/>
                  </a:lnTo>
                  <a:lnTo>
                    <a:pt x="4334573" y="3792448"/>
                  </a:lnTo>
                  <a:close/>
                </a:path>
                <a:path w="18288000" h="10287000">
                  <a:moveTo>
                    <a:pt x="4350550" y="506133"/>
                  </a:moveTo>
                  <a:lnTo>
                    <a:pt x="4337913" y="484251"/>
                  </a:lnTo>
                  <a:lnTo>
                    <a:pt x="4316031" y="496887"/>
                  </a:lnTo>
                  <a:lnTo>
                    <a:pt x="4328655" y="518769"/>
                  </a:lnTo>
                  <a:lnTo>
                    <a:pt x="4350550" y="506133"/>
                  </a:lnTo>
                  <a:close/>
                </a:path>
                <a:path w="18288000" h="10287000">
                  <a:moveTo>
                    <a:pt x="4352480" y="2919742"/>
                  </a:moveTo>
                  <a:lnTo>
                    <a:pt x="4346308" y="2909062"/>
                  </a:lnTo>
                  <a:lnTo>
                    <a:pt x="4335615" y="2915234"/>
                  </a:lnTo>
                  <a:lnTo>
                    <a:pt x="4341787" y="2925915"/>
                  </a:lnTo>
                  <a:lnTo>
                    <a:pt x="4352480" y="2919742"/>
                  </a:lnTo>
                  <a:close/>
                </a:path>
                <a:path w="18288000" h="10287000">
                  <a:moveTo>
                    <a:pt x="4352709" y="1713268"/>
                  </a:moveTo>
                  <a:lnTo>
                    <a:pt x="4342422" y="1695450"/>
                  </a:lnTo>
                  <a:lnTo>
                    <a:pt x="4324616" y="1705737"/>
                  </a:lnTo>
                  <a:lnTo>
                    <a:pt x="4334903" y="1723555"/>
                  </a:lnTo>
                  <a:lnTo>
                    <a:pt x="4352709" y="1713268"/>
                  </a:lnTo>
                  <a:close/>
                </a:path>
                <a:path w="18288000" h="10287000">
                  <a:moveTo>
                    <a:pt x="4353039" y="4126446"/>
                  </a:moveTo>
                  <a:lnTo>
                    <a:pt x="4350397" y="4121861"/>
                  </a:lnTo>
                  <a:lnTo>
                    <a:pt x="4345813" y="4124515"/>
                  </a:lnTo>
                  <a:lnTo>
                    <a:pt x="4348467" y="4129087"/>
                  </a:lnTo>
                  <a:lnTo>
                    <a:pt x="4353039" y="4126446"/>
                  </a:lnTo>
                  <a:close/>
                </a:path>
                <a:path w="18288000" h="10287000">
                  <a:moveTo>
                    <a:pt x="4369816" y="840359"/>
                  </a:moveTo>
                  <a:lnTo>
                    <a:pt x="4357776" y="819492"/>
                  </a:lnTo>
                  <a:lnTo>
                    <a:pt x="4336910" y="831545"/>
                  </a:lnTo>
                  <a:lnTo>
                    <a:pt x="4348950" y="852398"/>
                  </a:lnTo>
                  <a:lnTo>
                    <a:pt x="4369816" y="840359"/>
                  </a:lnTo>
                  <a:close/>
                </a:path>
                <a:path w="18288000" h="10287000">
                  <a:moveTo>
                    <a:pt x="4370781" y="2047163"/>
                  </a:moveTo>
                  <a:lnTo>
                    <a:pt x="4361967" y="2031898"/>
                  </a:lnTo>
                  <a:lnTo>
                    <a:pt x="4346702" y="2040712"/>
                  </a:lnTo>
                  <a:lnTo>
                    <a:pt x="4355516" y="2055977"/>
                  </a:lnTo>
                  <a:lnTo>
                    <a:pt x="4370781" y="2047163"/>
                  </a:lnTo>
                  <a:close/>
                </a:path>
                <a:path w="18288000" h="10287000">
                  <a:moveTo>
                    <a:pt x="4370946" y="3253752"/>
                  </a:moveTo>
                  <a:lnTo>
                    <a:pt x="4365955" y="3245104"/>
                  </a:lnTo>
                  <a:lnTo>
                    <a:pt x="4357294" y="3250095"/>
                  </a:lnTo>
                  <a:lnTo>
                    <a:pt x="4362297" y="3258743"/>
                  </a:lnTo>
                  <a:lnTo>
                    <a:pt x="4370946" y="3253752"/>
                  </a:lnTo>
                  <a:close/>
                </a:path>
                <a:path w="18288000" h="10287000">
                  <a:moveTo>
                    <a:pt x="4371911" y="4460557"/>
                  </a:moveTo>
                  <a:lnTo>
                    <a:pt x="4370146" y="4457509"/>
                  </a:lnTo>
                  <a:lnTo>
                    <a:pt x="4367085" y="4459275"/>
                  </a:lnTo>
                  <a:lnTo>
                    <a:pt x="4368851" y="4462323"/>
                  </a:lnTo>
                  <a:lnTo>
                    <a:pt x="4371911" y="4460557"/>
                  </a:lnTo>
                  <a:close/>
                </a:path>
                <a:path w="18288000" h="10287000">
                  <a:moveTo>
                    <a:pt x="4388688" y="1174470"/>
                  </a:moveTo>
                  <a:lnTo>
                    <a:pt x="4377525" y="1155128"/>
                  </a:lnTo>
                  <a:lnTo>
                    <a:pt x="4358183" y="1166291"/>
                  </a:lnTo>
                  <a:lnTo>
                    <a:pt x="4369359" y="1185633"/>
                  </a:lnTo>
                  <a:lnTo>
                    <a:pt x="4388688" y="1174470"/>
                  </a:lnTo>
                  <a:close/>
                </a:path>
                <a:path w="18288000" h="10287000">
                  <a:moveTo>
                    <a:pt x="4389653" y="2381275"/>
                  </a:moveTo>
                  <a:lnTo>
                    <a:pt x="4381728" y="2367534"/>
                  </a:lnTo>
                  <a:lnTo>
                    <a:pt x="4367987" y="2375471"/>
                  </a:lnTo>
                  <a:lnTo>
                    <a:pt x="4375912" y="2389213"/>
                  </a:lnTo>
                  <a:lnTo>
                    <a:pt x="4389653" y="2381275"/>
                  </a:lnTo>
                  <a:close/>
                </a:path>
                <a:path w="18288000" h="10287000">
                  <a:moveTo>
                    <a:pt x="4389818" y="3587864"/>
                  </a:moveTo>
                  <a:lnTo>
                    <a:pt x="4385703" y="3580739"/>
                  </a:lnTo>
                  <a:lnTo>
                    <a:pt x="4378579" y="3584854"/>
                  </a:lnTo>
                  <a:lnTo>
                    <a:pt x="4382694" y="3591979"/>
                  </a:lnTo>
                  <a:lnTo>
                    <a:pt x="4389818" y="3587864"/>
                  </a:lnTo>
                  <a:close/>
                </a:path>
                <a:path w="18288000" h="10287000">
                  <a:moveTo>
                    <a:pt x="4390783" y="4794682"/>
                  </a:moveTo>
                  <a:lnTo>
                    <a:pt x="4389894" y="4793145"/>
                  </a:lnTo>
                  <a:lnTo>
                    <a:pt x="4388370" y="4794034"/>
                  </a:lnTo>
                  <a:lnTo>
                    <a:pt x="4389259" y="4795558"/>
                  </a:lnTo>
                  <a:lnTo>
                    <a:pt x="4390783" y="4794682"/>
                  </a:lnTo>
                  <a:close/>
                </a:path>
                <a:path w="18288000" h="10287000">
                  <a:moveTo>
                    <a:pt x="4405388" y="301459"/>
                  </a:moveTo>
                  <a:lnTo>
                    <a:pt x="4392752" y="279577"/>
                  </a:lnTo>
                  <a:lnTo>
                    <a:pt x="4370870" y="292214"/>
                  </a:lnTo>
                  <a:lnTo>
                    <a:pt x="4383506" y="314096"/>
                  </a:lnTo>
                  <a:lnTo>
                    <a:pt x="4405388" y="301459"/>
                  </a:lnTo>
                  <a:close/>
                </a:path>
                <a:path w="18288000" h="10287000">
                  <a:moveTo>
                    <a:pt x="4407560" y="1508582"/>
                  </a:moveTo>
                  <a:lnTo>
                    <a:pt x="4397273" y="1490776"/>
                  </a:lnTo>
                  <a:lnTo>
                    <a:pt x="4379468" y="1501063"/>
                  </a:lnTo>
                  <a:lnTo>
                    <a:pt x="4389742" y="1518869"/>
                  </a:lnTo>
                  <a:lnTo>
                    <a:pt x="4407560" y="1508582"/>
                  </a:lnTo>
                  <a:close/>
                </a:path>
                <a:path w="18288000" h="10287000">
                  <a:moveTo>
                    <a:pt x="4408119" y="2715285"/>
                  </a:moveTo>
                  <a:lnTo>
                    <a:pt x="4401363" y="2703576"/>
                  </a:lnTo>
                  <a:lnTo>
                    <a:pt x="4389666" y="2710332"/>
                  </a:lnTo>
                  <a:lnTo>
                    <a:pt x="4396422" y="2722041"/>
                  </a:lnTo>
                  <a:lnTo>
                    <a:pt x="4408119" y="2715285"/>
                  </a:lnTo>
                  <a:close/>
                </a:path>
                <a:path w="18288000" h="10287000">
                  <a:moveTo>
                    <a:pt x="4408284" y="3921874"/>
                  </a:moveTo>
                  <a:lnTo>
                    <a:pt x="4405350" y="3916781"/>
                  </a:lnTo>
                  <a:lnTo>
                    <a:pt x="4400258" y="3919728"/>
                  </a:lnTo>
                  <a:lnTo>
                    <a:pt x="4403191" y="3924808"/>
                  </a:lnTo>
                  <a:lnTo>
                    <a:pt x="4408284" y="3921874"/>
                  </a:lnTo>
                  <a:close/>
                </a:path>
                <a:path w="18288000" h="10287000">
                  <a:moveTo>
                    <a:pt x="4424667" y="635685"/>
                  </a:moveTo>
                  <a:lnTo>
                    <a:pt x="4412615" y="614819"/>
                  </a:lnTo>
                  <a:lnTo>
                    <a:pt x="4391749" y="626859"/>
                  </a:lnTo>
                  <a:lnTo>
                    <a:pt x="4403788" y="647725"/>
                  </a:lnTo>
                  <a:lnTo>
                    <a:pt x="4424667" y="635685"/>
                  </a:lnTo>
                  <a:close/>
                </a:path>
                <a:path w="18288000" h="10287000">
                  <a:moveTo>
                    <a:pt x="4426026" y="1842592"/>
                  </a:moveTo>
                  <a:lnTo>
                    <a:pt x="4416920" y="1826818"/>
                  </a:lnTo>
                  <a:lnTo>
                    <a:pt x="4401147" y="1835924"/>
                  </a:lnTo>
                  <a:lnTo>
                    <a:pt x="4410240" y="1851698"/>
                  </a:lnTo>
                  <a:lnTo>
                    <a:pt x="4426026" y="1842592"/>
                  </a:lnTo>
                  <a:close/>
                </a:path>
                <a:path w="18288000" h="10287000">
                  <a:moveTo>
                    <a:pt x="4426191" y="3049181"/>
                  </a:moveTo>
                  <a:lnTo>
                    <a:pt x="4420908" y="3040024"/>
                  </a:lnTo>
                  <a:lnTo>
                    <a:pt x="4411738" y="3045307"/>
                  </a:lnTo>
                  <a:lnTo>
                    <a:pt x="4417022" y="3054464"/>
                  </a:lnTo>
                  <a:lnTo>
                    <a:pt x="4426191" y="3049181"/>
                  </a:lnTo>
                  <a:close/>
                </a:path>
                <a:path w="18288000" h="10287000">
                  <a:moveTo>
                    <a:pt x="4427156" y="4255998"/>
                  </a:moveTo>
                  <a:lnTo>
                    <a:pt x="4425099" y="4252430"/>
                  </a:lnTo>
                  <a:lnTo>
                    <a:pt x="4421543" y="4254487"/>
                  </a:lnTo>
                  <a:lnTo>
                    <a:pt x="4423600" y="4258043"/>
                  </a:lnTo>
                  <a:lnTo>
                    <a:pt x="4427156" y="4255998"/>
                  </a:lnTo>
                  <a:close/>
                </a:path>
                <a:path w="18288000" h="10287000">
                  <a:moveTo>
                    <a:pt x="4443527" y="969797"/>
                  </a:moveTo>
                  <a:lnTo>
                    <a:pt x="4432363" y="950468"/>
                  </a:lnTo>
                  <a:lnTo>
                    <a:pt x="4413034" y="961631"/>
                  </a:lnTo>
                  <a:lnTo>
                    <a:pt x="4424184" y="980960"/>
                  </a:lnTo>
                  <a:lnTo>
                    <a:pt x="4443527" y="969797"/>
                  </a:lnTo>
                  <a:close/>
                </a:path>
                <a:path w="18288000" h="10287000">
                  <a:moveTo>
                    <a:pt x="4444898" y="2176703"/>
                  </a:moveTo>
                  <a:lnTo>
                    <a:pt x="4436669" y="2162454"/>
                  </a:lnTo>
                  <a:lnTo>
                    <a:pt x="4422419" y="2170684"/>
                  </a:lnTo>
                  <a:lnTo>
                    <a:pt x="4430649" y="2184933"/>
                  </a:lnTo>
                  <a:lnTo>
                    <a:pt x="4444898" y="2176703"/>
                  </a:lnTo>
                  <a:close/>
                </a:path>
                <a:path w="18288000" h="10287000">
                  <a:moveTo>
                    <a:pt x="4445063" y="3383292"/>
                  </a:moveTo>
                  <a:lnTo>
                    <a:pt x="4440656" y="3375660"/>
                  </a:lnTo>
                  <a:lnTo>
                    <a:pt x="4433024" y="3380067"/>
                  </a:lnTo>
                  <a:lnTo>
                    <a:pt x="4437431" y="3387699"/>
                  </a:lnTo>
                  <a:lnTo>
                    <a:pt x="4445063" y="3383292"/>
                  </a:lnTo>
                  <a:close/>
                </a:path>
                <a:path w="18288000" h="10287000">
                  <a:moveTo>
                    <a:pt x="4446016" y="4590110"/>
                  </a:moveTo>
                  <a:lnTo>
                    <a:pt x="4444847" y="4588065"/>
                  </a:lnTo>
                  <a:lnTo>
                    <a:pt x="4442815" y="4589246"/>
                  </a:lnTo>
                  <a:lnTo>
                    <a:pt x="4443996" y="4591278"/>
                  </a:lnTo>
                  <a:lnTo>
                    <a:pt x="4446016" y="4590110"/>
                  </a:lnTo>
                  <a:close/>
                </a:path>
                <a:path w="18288000" h="10287000">
                  <a:moveTo>
                    <a:pt x="4460227" y="96786"/>
                  </a:moveTo>
                  <a:lnTo>
                    <a:pt x="4447591" y="74904"/>
                  </a:lnTo>
                  <a:lnTo>
                    <a:pt x="4425721" y="87541"/>
                  </a:lnTo>
                  <a:lnTo>
                    <a:pt x="4438345" y="109410"/>
                  </a:lnTo>
                  <a:lnTo>
                    <a:pt x="4460227" y="96786"/>
                  </a:lnTo>
                  <a:close/>
                </a:path>
                <a:path w="18288000" h="10287000">
                  <a:moveTo>
                    <a:pt x="4462805" y="1304023"/>
                  </a:moveTo>
                  <a:lnTo>
                    <a:pt x="4452226" y="1285697"/>
                  </a:lnTo>
                  <a:lnTo>
                    <a:pt x="4433900" y="1296276"/>
                  </a:lnTo>
                  <a:lnTo>
                    <a:pt x="4444479" y="1314589"/>
                  </a:lnTo>
                  <a:lnTo>
                    <a:pt x="4462805" y="1304023"/>
                  </a:lnTo>
                  <a:close/>
                </a:path>
                <a:path w="18288000" h="10287000">
                  <a:moveTo>
                    <a:pt x="4463364" y="2510713"/>
                  </a:moveTo>
                  <a:lnTo>
                    <a:pt x="4456315" y="2498509"/>
                  </a:lnTo>
                  <a:lnTo>
                    <a:pt x="4444111" y="2505557"/>
                  </a:lnTo>
                  <a:lnTo>
                    <a:pt x="4451159" y="2517762"/>
                  </a:lnTo>
                  <a:lnTo>
                    <a:pt x="4463364" y="2510713"/>
                  </a:lnTo>
                  <a:close/>
                </a:path>
                <a:path w="18288000" h="10287000">
                  <a:moveTo>
                    <a:pt x="4463935" y="3717417"/>
                  </a:moveTo>
                  <a:lnTo>
                    <a:pt x="4460405" y="3711295"/>
                  </a:lnTo>
                  <a:lnTo>
                    <a:pt x="4454296" y="3714826"/>
                  </a:lnTo>
                  <a:lnTo>
                    <a:pt x="4457827" y="3720935"/>
                  </a:lnTo>
                  <a:lnTo>
                    <a:pt x="4463935" y="3717417"/>
                  </a:lnTo>
                  <a:close/>
                </a:path>
                <a:path w="18288000" h="10287000">
                  <a:moveTo>
                    <a:pt x="4479493" y="431012"/>
                  </a:moveTo>
                  <a:lnTo>
                    <a:pt x="4467453" y="410133"/>
                  </a:lnTo>
                  <a:lnTo>
                    <a:pt x="4446587" y="422186"/>
                  </a:lnTo>
                  <a:lnTo>
                    <a:pt x="4458640" y="443052"/>
                  </a:lnTo>
                  <a:lnTo>
                    <a:pt x="4479493" y="431012"/>
                  </a:lnTo>
                  <a:close/>
                </a:path>
                <a:path w="18288000" h="10287000">
                  <a:moveTo>
                    <a:pt x="4481271" y="1638020"/>
                  </a:moveTo>
                  <a:lnTo>
                    <a:pt x="4471873" y="1621739"/>
                  </a:lnTo>
                  <a:lnTo>
                    <a:pt x="4455579" y="1631137"/>
                  </a:lnTo>
                  <a:lnTo>
                    <a:pt x="4464977" y="1647431"/>
                  </a:lnTo>
                  <a:lnTo>
                    <a:pt x="4481271" y="1638020"/>
                  </a:lnTo>
                  <a:close/>
                </a:path>
                <a:path w="18288000" h="10287000">
                  <a:moveTo>
                    <a:pt x="4481830" y="2844723"/>
                  </a:moveTo>
                  <a:lnTo>
                    <a:pt x="4475962" y="2834538"/>
                  </a:lnTo>
                  <a:lnTo>
                    <a:pt x="4465790" y="2840418"/>
                  </a:lnTo>
                  <a:lnTo>
                    <a:pt x="4471657" y="2850604"/>
                  </a:lnTo>
                  <a:lnTo>
                    <a:pt x="4481830" y="2844723"/>
                  </a:lnTo>
                  <a:close/>
                </a:path>
                <a:path w="18288000" h="10287000">
                  <a:moveTo>
                    <a:pt x="4482401" y="4051427"/>
                  </a:moveTo>
                  <a:lnTo>
                    <a:pt x="4480052" y="4047350"/>
                  </a:lnTo>
                  <a:lnTo>
                    <a:pt x="4475975" y="4049699"/>
                  </a:lnTo>
                  <a:lnTo>
                    <a:pt x="4478325" y="4053763"/>
                  </a:lnTo>
                  <a:lnTo>
                    <a:pt x="4482401" y="4051427"/>
                  </a:lnTo>
                  <a:close/>
                </a:path>
                <a:path w="18288000" h="10287000">
                  <a:moveTo>
                    <a:pt x="4498378" y="765124"/>
                  </a:moveTo>
                  <a:lnTo>
                    <a:pt x="4487215" y="745782"/>
                  </a:lnTo>
                  <a:lnTo>
                    <a:pt x="4467872" y="756945"/>
                  </a:lnTo>
                  <a:lnTo>
                    <a:pt x="4479036" y="776287"/>
                  </a:lnTo>
                  <a:lnTo>
                    <a:pt x="4498378" y="765124"/>
                  </a:lnTo>
                  <a:close/>
                </a:path>
                <a:path w="18288000" h="10287000">
                  <a:moveTo>
                    <a:pt x="4500130" y="1972132"/>
                  </a:moveTo>
                  <a:lnTo>
                    <a:pt x="4491621" y="1957387"/>
                  </a:lnTo>
                  <a:lnTo>
                    <a:pt x="4476864" y="1965909"/>
                  </a:lnTo>
                  <a:lnTo>
                    <a:pt x="4485386" y="1980653"/>
                  </a:lnTo>
                  <a:lnTo>
                    <a:pt x="4500130" y="1972132"/>
                  </a:lnTo>
                  <a:close/>
                </a:path>
                <a:path w="18288000" h="10287000">
                  <a:moveTo>
                    <a:pt x="4500308" y="3178733"/>
                  </a:moveTo>
                  <a:lnTo>
                    <a:pt x="4495597" y="3170593"/>
                  </a:lnTo>
                  <a:lnTo>
                    <a:pt x="4487469" y="3175292"/>
                  </a:lnTo>
                  <a:lnTo>
                    <a:pt x="4492155" y="3183420"/>
                  </a:lnTo>
                  <a:lnTo>
                    <a:pt x="4500308" y="3178733"/>
                  </a:lnTo>
                  <a:close/>
                </a:path>
                <a:path w="18288000" h="10287000">
                  <a:moveTo>
                    <a:pt x="4501273" y="4385538"/>
                  </a:moveTo>
                  <a:lnTo>
                    <a:pt x="4499800" y="4382998"/>
                  </a:lnTo>
                  <a:lnTo>
                    <a:pt x="4497260" y="4384459"/>
                  </a:lnTo>
                  <a:lnTo>
                    <a:pt x="4498733" y="4387012"/>
                  </a:lnTo>
                  <a:lnTo>
                    <a:pt x="4501273" y="4385538"/>
                  </a:lnTo>
                  <a:close/>
                </a:path>
                <a:path w="18288000" h="10287000">
                  <a:moveTo>
                    <a:pt x="4517644" y="1099337"/>
                  </a:moveTo>
                  <a:lnTo>
                    <a:pt x="4507065" y="1081024"/>
                  </a:lnTo>
                  <a:lnTo>
                    <a:pt x="4488751" y="1091603"/>
                  </a:lnTo>
                  <a:lnTo>
                    <a:pt x="4499330" y="1109916"/>
                  </a:lnTo>
                  <a:lnTo>
                    <a:pt x="4517644" y="1099337"/>
                  </a:lnTo>
                  <a:close/>
                </a:path>
                <a:path w="18288000" h="10287000">
                  <a:moveTo>
                    <a:pt x="4518609" y="2306142"/>
                  </a:moveTo>
                  <a:lnTo>
                    <a:pt x="4511268" y="2293416"/>
                  </a:lnTo>
                  <a:lnTo>
                    <a:pt x="4498543" y="2300770"/>
                  </a:lnTo>
                  <a:lnTo>
                    <a:pt x="4505884" y="2313495"/>
                  </a:lnTo>
                  <a:lnTo>
                    <a:pt x="4518609" y="2306142"/>
                  </a:lnTo>
                  <a:close/>
                </a:path>
                <a:path w="18288000" h="10287000">
                  <a:moveTo>
                    <a:pt x="4519180" y="3512845"/>
                  </a:moveTo>
                  <a:lnTo>
                    <a:pt x="4515358" y="3506228"/>
                  </a:lnTo>
                  <a:lnTo>
                    <a:pt x="4508741" y="3510051"/>
                  </a:lnTo>
                  <a:lnTo>
                    <a:pt x="4512564" y="3516668"/>
                  </a:lnTo>
                  <a:lnTo>
                    <a:pt x="4519180" y="3512845"/>
                  </a:lnTo>
                  <a:close/>
                </a:path>
                <a:path w="18288000" h="10287000">
                  <a:moveTo>
                    <a:pt x="4520133" y="4719650"/>
                  </a:moveTo>
                  <a:lnTo>
                    <a:pt x="4519892" y="4719218"/>
                  </a:lnTo>
                  <a:lnTo>
                    <a:pt x="4518533" y="4719218"/>
                  </a:lnTo>
                  <a:lnTo>
                    <a:pt x="4518787" y="4719650"/>
                  </a:lnTo>
                  <a:lnTo>
                    <a:pt x="4520133" y="4719650"/>
                  </a:lnTo>
                  <a:close/>
                </a:path>
                <a:path w="18288000" h="10287000">
                  <a:moveTo>
                    <a:pt x="4534344" y="226326"/>
                  </a:moveTo>
                  <a:lnTo>
                    <a:pt x="4522292" y="205473"/>
                  </a:lnTo>
                  <a:lnTo>
                    <a:pt x="4501439" y="217512"/>
                  </a:lnTo>
                  <a:lnTo>
                    <a:pt x="4513478" y="238366"/>
                  </a:lnTo>
                  <a:lnTo>
                    <a:pt x="4534344" y="226326"/>
                  </a:lnTo>
                  <a:close/>
                </a:path>
                <a:path w="18288000" h="10287000">
                  <a:moveTo>
                    <a:pt x="4536516" y="1433461"/>
                  </a:moveTo>
                  <a:lnTo>
                    <a:pt x="4526813" y="1416659"/>
                  </a:lnTo>
                  <a:lnTo>
                    <a:pt x="4510024" y="1426349"/>
                  </a:lnTo>
                  <a:lnTo>
                    <a:pt x="4519727" y="1443151"/>
                  </a:lnTo>
                  <a:lnTo>
                    <a:pt x="4536516" y="1433461"/>
                  </a:lnTo>
                  <a:close/>
                </a:path>
                <a:path w="18288000" h="10287000">
                  <a:moveTo>
                    <a:pt x="4537075" y="2640152"/>
                  </a:moveTo>
                  <a:lnTo>
                    <a:pt x="4530903" y="2629458"/>
                  </a:lnTo>
                  <a:lnTo>
                    <a:pt x="4520222" y="2635631"/>
                  </a:lnTo>
                  <a:lnTo>
                    <a:pt x="4526394" y="2646324"/>
                  </a:lnTo>
                  <a:lnTo>
                    <a:pt x="4537075" y="2640152"/>
                  </a:lnTo>
                  <a:close/>
                </a:path>
                <a:path w="18288000" h="10287000">
                  <a:moveTo>
                    <a:pt x="4537646" y="3846855"/>
                  </a:moveTo>
                  <a:lnTo>
                    <a:pt x="4535005" y="3842270"/>
                  </a:lnTo>
                  <a:lnTo>
                    <a:pt x="4530420" y="3844912"/>
                  </a:lnTo>
                  <a:lnTo>
                    <a:pt x="4533062" y="3849497"/>
                  </a:lnTo>
                  <a:lnTo>
                    <a:pt x="4537646" y="3846855"/>
                  </a:lnTo>
                  <a:close/>
                </a:path>
                <a:path w="18288000" h="10287000">
                  <a:moveTo>
                    <a:pt x="4553216" y="560438"/>
                  </a:moveTo>
                  <a:lnTo>
                    <a:pt x="4542053" y="541108"/>
                  </a:lnTo>
                  <a:lnTo>
                    <a:pt x="4522711" y="552272"/>
                  </a:lnTo>
                  <a:lnTo>
                    <a:pt x="4533874" y="571614"/>
                  </a:lnTo>
                  <a:lnTo>
                    <a:pt x="4553216" y="560438"/>
                  </a:lnTo>
                  <a:close/>
                </a:path>
                <a:path w="18288000" h="10287000">
                  <a:moveTo>
                    <a:pt x="4554982" y="1767459"/>
                  </a:moveTo>
                  <a:lnTo>
                    <a:pt x="4546460" y="1752701"/>
                  </a:lnTo>
                  <a:lnTo>
                    <a:pt x="4531703" y="1761223"/>
                  </a:lnTo>
                  <a:lnTo>
                    <a:pt x="4540224" y="1775980"/>
                  </a:lnTo>
                  <a:lnTo>
                    <a:pt x="4554982" y="1767459"/>
                  </a:lnTo>
                  <a:close/>
                </a:path>
                <a:path w="18288000" h="10287000">
                  <a:moveTo>
                    <a:pt x="4555553" y="2974162"/>
                  </a:moveTo>
                  <a:lnTo>
                    <a:pt x="4550549" y="2965500"/>
                  </a:lnTo>
                  <a:lnTo>
                    <a:pt x="4541901" y="2970504"/>
                  </a:lnTo>
                  <a:lnTo>
                    <a:pt x="4546892" y="2979153"/>
                  </a:lnTo>
                  <a:lnTo>
                    <a:pt x="4555553" y="2974162"/>
                  </a:lnTo>
                  <a:close/>
                </a:path>
                <a:path w="18288000" h="10287000">
                  <a:moveTo>
                    <a:pt x="4556518" y="4180967"/>
                  </a:moveTo>
                  <a:lnTo>
                    <a:pt x="4554753" y="4177906"/>
                  </a:lnTo>
                  <a:lnTo>
                    <a:pt x="4551692" y="4179671"/>
                  </a:lnTo>
                  <a:lnTo>
                    <a:pt x="4553458" y="4182732"/>
                  </a:lnTo>
                  <a:lnTo>
                    <a:pt x="4556518" y="4180967"/>
                  </a:lnTo>
                  <a:close/>
                </a:path>
                <a:path w="18288000" h="10287000">
                  <a:moveTo>
                    <a:pt x="4572495" y="894664"/>
                  </a:moveTo>
                  <a:lnTo>
                    <a:pt x="4561916" y="876350"/>
                  </a:lnTo>
                  <a:lnTo>
                    <a:pt x="4543590" y="886929"/>
                  </a:lnTo>
                  <a:lnTo>
                    <a:pt x="4554169" y="905243"/>
                  </a:lnTo>
                  <a:lnTo>
                    <a:pt x="4572495" y="894664"/>
                  </a:lnTo>
                  <a:close/>
                </a:path>
                <a:path w="18288000" h="10287000">
                  <a:moveTo>
                    <a:pt x="4573854" y="2101570"/>
                  </a:moveTo>
                  <a:lnTo>
                    <a:pt x="4566221" y="2088349"/>
                  </a:lnTo>
                  <a:lnTo>
                    <a:pt x="4552975" y="2095982"/>
                  </a:lnTo>
                  <a:lnTo>
                    <a:pt x="4560621" y="2109216"/>
                  </a:lnTo>
                  <a:lnTo>
                    <a:pt x="4573854" y="2101570"/>
                  </a:lnTo>
                  <a:close/>
                </a:path>
                <a:path w="18288000" h="10287000">
                  <a:moveTo>
                    <a:pt x="4574425" y="3308273"/>
                  </a:moveTo>
                  <a:lnTo>
                    <a:pt x="4570298" y="3301149"/>
                  </a:lnTo>
                  <a:lnTo>
                    <a:pt x="4563173" y="3305264"/>
                  </a:lnTo>
                  <a:lnTo>
                    <a:pt x="4567288" y="3312388"/>
                  </a:lnTo>
                  <a:lnTo>
                    <a:pt x="4574425" y="3308273"/>
                  </a:lnTo>
                  <a:close/>
                </a:path>
                <a:path w="18288000" h="10287000">
                  <a:moveTo>
                    <a:pt x="4575391" y="4515078"/>
                  </a:moveTo>
                  <a:lnTo>
                    <a:pt x="4574502" y="4513554"/>
                  </a:lnTo>
                  <a:lnTo>
                    <a:pt x="4572978" y="4514443"/>
                  </a:lnTo>
                  <a:lnTo>
                    <a:pt x="4573854" y="4515967"/>
                  </a:lnTo>
                  <a:lnTo>
                    <a:pt x="4575391" y="4515078"/>
                  </a:lnTo>
                  <a:close/>
                </a:path>
                <a:path w="18288000" h="10287000">
                  <a:moveTo>
                    <a:pt x="4588789" y="21551"/>
                  </a:moveTo>
                  <a:lnTo>
                    <a:pt x="4577029" y="1193"/>
                  </a:lnTo>
                  <a:lnTo>
                    <a:pt x="4556684" y="12954"/>
                  </a:lnTo>
                  <a:lnTo>
                    <a:pt x="4568431" y="33299"/>
                  </a:lnTo>
                  <a:lnTo>
                    <a:pt x="4588789" y="21551"/>
                  </a:lnTo>
                  <a:close/>
                </a:path>
                <a:path w="18288000" h="10287000">
                  <a:moveTo>
                    <a:pt x="4591355" y="1228775"/>
                  </a:moveTo>
                  <a:lnTo>
                    <a:pt x="4581652" y="1211986"/>
                  </a:lnTo>
                  <a:lnTo>
                    <a:pt x="4564862" y="1221676"/>
                  </a:lnTo>
                  <a:lnTo>
                    <a:pt x="4574565" y="1238478"/>
                  </a:lnTo>
                  <a:lnTo>
                    <a:pt x="4591355" y="1228775"/>
                  </a:lnTo>
                  <a:close/>
                </a:path>
                <a:path w="18288000" h="10287000">
                  <a:moveTo>
                    <a:pt x="4592320" y="2435580"/>
                  </a:moveTo>
                  <a:lnTo>
                    <a:pt x="4585855" y="2424392"/>
                  </a:lnTo>
                  <a:lnTo>
                    <a:pt x="4574667" y="2430856"/>
                  </a:lnTo>
                  <a:lnTo>
                    <a:pt x="4581131" y="2442045"/>
                  </a:lnTo>
                  <a:lnTo>
                    <a:pt x="4592320" y="2435580"/>
                  </a:lnTo>
                  <a:close/>
                </a:path>
                <a:path w="18288000" h="10287000">
                  <a:moveTo>
                    <a:pt x="4593285" y="3642385"/>
                  </a:moveTo>
                  <a:lnTo>
                    <a:pt x="4590059" y="3636784"/>
                  </a:lnTo>
                  <a:lnTo>
                    <a:pt x="4584458" y="3640023"/>
                  </a:lnTo>
                  <a:lnTo>
                    <a:pt x="4587684" y="3645624"/>
                  </a:lnTo>
                  <a:lnTo>
                    <a:pt x="4593285" y="3642385"/>
                  </a:lnTo>
                  <a:close/>
                </a:path>
                <a:path w="18288000" h="10287000">
                  <a:moveTo>
                    <a:pt x="4608055" y="355765"/>
                  </a:moveTo>
                  <a:lnTo>
                    <a:pt x="4596892" y="336423"/>
                  </a:lnTo>
                  <a:lnTo>
                    <a:pt x="4577562" y="347586"/>
                  </a:lnTo>
                  <a:lnTo>
                    <a:pt x="4588726" y="366928"/>
                  </a:lnTo>
                  <a:lnTo>
                    <a:pt x="4608055" y="355765"/>
                  </a:lnTo>
                  <a:close/>
                </a:path>
                <a:path w="18288000" h="10287000">
                  <a:moveTo>
                    <a:pt x="4610227" y="1562887"/>
                  </a:moveTo>
                  <a:lnTo>
                    <a:pt x="4601400" y="1547622"/>
                  </a:lnTo>
                  <a:lnTo>
                    <a:pt x="4586148" y="1556435"/>
                  </a:lnTo>
                  <a:lnTo>
                    <a:pt x="4594961" y="1571701"/>
                  </a:lnTo>
                  <a:lnTo>
                    <a:pt x="4610227" y="1562887"/>
                  </a:lnTo>
                  <a:close/>
                </a:path>
                <a:path w="18288000" h="10287000">
                  <a:moveTo>
                    <a:pt x="4610786" y="2769590"/>
                  </a:moveTo>
                  <a:lnTo>
                    <a:pt x="4605502" y="2760434"/>
                  </a:lnTo>
                  <a:lnTo>
                    <a:pt x="4596346" y="2765717"/>
                  </a:lnTo>
                  <a:lnTo>
                    <a:pt x="4601629" y="2774873"/>
                  </a:lnTo>
                  <a:lnTo>
                    <a:pt x="4610786" y="2769590"/>
                  </a:lnTo>
                  <a:close/>
                </a:path>
                <a:path w="18288000" h="10287000">
                  <a:moveTo>
                    <a:pt x="4612157" y="3976497"/>
                  </a:moveTo>
                  <a:lnTo>
                    <a:pt x="4609808" y="3972433"/>
                  </a:lnTo>
                  <a:lnTo>
                    <a:pt x="4605731" y="3974782"/>
                  </a:lnTo>
                  <a:lnTo>
                    <a:pt x="4608080" y="3978846"/>
                  </a:lnTo>
                  <a:lnTo>
                    <a:pt x="4612157" y="3976497"/>
                  </a:lnTo>
                  <a:close/>
                </a:path>
                <a:path w="18288000" h="10287000">
                  <a:moveTo>
                    <a:pt x="4627321" y="689991"/>
                  </a:moveTo>
                  <a:lnTo>
                    <a:pt x="4616755" y="671677"/>
                  </a:lnTo>
                  <a:lnTo>
                    <a:pt x="4598428" y="682244"/>
                  </a:lnTo>
                  <a:lnTo>
                    <a:pt x="4609008" y="700570"/>
                  </a:lnTo>
                  <a:lnTo>
                    <a:pt x="4627321" y="689991"/>
                  </a:lnTo>
                  <a:close/>
                </a:path>
                <a:path w="18288000" h="10287000">
                  <a:moveTo>
                    <a:pt x="4629099" y="1897011"/>
                  </a:moveTo>
                  <a:lnTo>
                    <a:pt x="4621161" y="1883270"/>
                  </a:lnTo>
                  <a:lnTo>
                    <a:pt x="4607420" y="1891195"/>
                  </a:lnTo>
                  <a:lnTo>
                    <a:pt x="4615358" y="1904936"/>
                  </a:lnTo>
                  <a:lnTo>
                    <a:pt x="4629099" y="1897011"/>
                  </a:lnTo>
                  <a:close/>
                </a:path>
                <a:path w="18288000" h="10287000">
                  <a:moveTo>
                    <a:pt x="4629658" y="3103702"/>
                  </a:moveTo>
                  <a:lnTo>
                    <a:pt x="4625251" y="3096069"/>
                  </a:lnTo>
                  <a:lnTo>
                    <a:pt x="4617618" y="3100476"/>
                  </a:lnTo>
                  <a:lnTo>
                    <a:pt x="4622025" y="3108109"/>
                  </a:lnTo>
                  <a:lnTo>
                    <a:pt x="4629658" y="3103702"/>
                  </a:lnTo>
                  <a:close/>
                </a:path>
                <a:path w="18288000" h="10287000">
                  <a:moveTo>
                    <a:pt x="4631029" y="4310621"/>
                  </a:moveTo>
                  <a:lnTo>
                    <a:pt x="4629569" y="4308068"/>
                  </a:lnTo>
                  <a:lnTo>
                    <a:pt x="4627016" y="4309542"/>
                  </a:lnTo>
                  <a:lnTo>
                    <a:pt x="4628489" y="4312094"/>
                  </a:lnTo>
                  <a:lnTo>
                    <a:pt x="4631029" y="4310621"/>
                  </a:lnTo>
                  <a:close/>
                </a:path>
                <a:path w="18288000" h="10287000">
                  <a:moveTo>
                    <a:pt x="4646600" y="1024216"/>
                  </a:moveTo>
                  <a:lnTo>
                    <a:pt x="4636617" y="1006906"/>
                  </a:lnTo>
                  <a:lnTo>
                    <a:pt x="4619307" y="1016901"/>
                  </a:lnTo>
                  <a:lnTo>
                    <a:pt x="4629302" y="1034199"/>
                  </a:lnTo>
                  <a:lnTo>
                    <a:pt x="4646600" y="1024216"/>
                  </a:lnTo>
                  <a:close/>
                </a:path>
                <a:path w="18288000" h="10287000">
                  <a:moveTo>
                    <a:pt x="4647958" y="2231123"/>
                  </a:moveTo>
                  <a:lnTo>
                    <a:pt x="4640910" y="2218906"/>
                  </a:lnTo>
                  <a:lnTo>
                    <a:pt x="4628705" y="2225954"/>
                  </a:lnTo>
                  <a:lnTo>
                    <a:pt x="4635754" y="2238171"/>
                  </a:lnTo>
                  <a:lnTo>
                    <a:pt x="4647958" y="2231123"/>
                  </a:lnTo>
                  <a:close/>
                </a:path>
                <a:path w="18288000" h="10287000">
                  <a:moveTo>
                    <a:pt x="4648530" y="3437813"/>
                  </a:moveTo>
                  <a:lnTo>
                    <a:pt x="4645012" y="3431717"/>
                  </a:lnTo>
                  <a:lnTo>
                    <a:pt x="4638903" y="3435235"/>
                  </a:lnTo>
                  <a:lnTo>
                    <a:pt x="4642434" y="3441344"/>
                  </a:lnTo>
                  <a:lnTo>
                    <a:pt x="4648530" y="3437813"/>
                  </a:lnTo>
                  <a:close/>
                </a:path>
                <a:path w="18288000" h="10287000">
                  <a:moveTo>
                    <a:pt x="4662500" y="150990"/>
                  </a:moveTo>
                  <a:lnTo>
                    <a:pt x="4651629" y="132156"/>
                  </a:lnTo>
                  <a:lnTo>
                    <a:pt x="4632795" y="143027"/>
                  </a:lnTo>
                  <a:lnTo>
                    <a:pt x="4643679" y="161848"/>
                  </a:lnTo>
                  <a:lnTo>
                    <a:pt x="4662500" y="150990"/>
                  </a:lnTo>
                  <a:close/>
                </a:path>
                <a:path w="18288000" h="10287000">
                  <a:moveTo>
                    <a:pt x="4665065" y="1358214"/>
                  </a:moveTo>
                  <a:lnTo>
                    <a:pt x="4656252" y="1342948"/>
                  </a:lnTo>
                  <a:lnTo>
                    <a:pt x="4640986" y="1351762"/>
                  </a:lnTo>
                  <a:lnTo>
                    <a:pt x="4649800" y="1367028"/>
                  </a:lnTo>
                  <a:lnTo>
                    <a:pt x="4665065" y="1358214"/>
                  </a:lnTo>
                  <a:close/>
                </a:path>
                <a:path w="18288000" h="10287000">
                  <a:moveTo>
                    <a:pt x="4666043" y="2565019"/>
                  </a:moveTo>
                  <a:lnTo>
                    <a:pt x="4660455" y="2555354"/>
                  </a:lnTo>
                  <a:lnTo>
                    <a:pt x="4650791" y="2560929"/>
                  </a:lnTo>
                  <a:lnTo>
                    <a:pt x="4656366" y="2570607"/>
                  </a:lnTo>
                  <a:lnTo>
                    <a:pt x="4666043" y="2565019"/>
                  </a:lnTo>
                  <a:close/>
                </a:path>
                <a:path w="18288000" h="10287000">
                  <a:moveTo>
                    <a:pt x="4667402" y="3771938"/>
                  </a:moveTo>
                  <a:lnTo>
                    <a:pt x="4664761" y="3767353"/>
                  </a:lnTo>
                  <a:lnTo>
                    <a:pt x="4660176" y="3769995"/>
                  </a:lnTo>
                  <a:lnTo>
                    <a:pt x="4662830" y="3774579"/>
                  </a:lnTo>
                  <a:lnTo>
                    <a:pt x="4667402" y="3771938"/>
                  </a:lnTo>
                  <a:close/>
                </a:path>
                <a:path w="18288000" h="10287000">
                  <a:moveTo>
                    <a:pt x="4682172" y="485317"/>
                  </a:moveTo>
                  <a:lnTo>
                    <a:pt x="4671593" y="466991"/>
                  </a:lnTo>
                  <a:lnTo>
                    <a:pt x="4653280" y="477570"/>
                  </a:lnTo>
                  <a:lnTo>
                    <a:pt x="4663846" y="495884"/>
                  </a:lnTo>
                  <a:lnTo>
                    <a:pt x="4682172" y="485317"/>
                  </a:lnTo>
                  <a:close/>
                </a:path>
                <a:path w="18288000" h="10287000">
                  <a:moveTo>
                    <a:pt x="4684344" y="1692440"/>
                  </a:moveTo>
                  <a:lnTo>
                    <a:pt x="4676114" y="1678190"/>
                  </a:lnTo>
                  <a:lnTo>
                    <a:pt x="4661865" y="1686407"/>
                  </a:lnTo>
                  <a:lnTo>
                    <a:pt x="4670095" y="1700657"/>
                  </a:lnTo>
                  <a:lnTo>
                    <a:pt x="4684344" y="1692440"/>
                  </a:lnTo>
                  <a:close/>
                </a:path>
                <a:path w="18288000" h="10287000">
                  <a:moveTo>
                    <a:pt x="4684903" y="2899130"/>
                  </a:moveTo>
                  <a:lnTo>
                    <a:pt x="4680204" y="2890990"/>
                  </a:lnTo>
                  <a:lnTo>
                    <a:pt x="4672063" y="2895689"/>
                  </a:lnTo>
                  <a:lnTo>
                    <a:pt x="4676762" y="2903829"/>
                  </a:lnTo>
                  <a:lnTo>
                    <a:pt x="4684903" y="2899130"/>
                  </a:lnTo>
                  <a:close/>
                </a:path>
                <a:path w="18288000" h="10287000">
                  <a:moveTo>
                    <a:pt x="4686274" y="4106049"/>
                  </a:moveTo>
                  <a:lnTo>
                    <a:pt x="4684509" y="4102989"/>
                  </a:lnTo>
                  <a:lnTo>
                    <a:pt x="4681461" y="4104754"/>
                  </a:lnTo>
                  <a:lnTo>
                    <a:pt x="4683214" y="4107815"/>
                  </a:lnTo>
                  <a:lnTo>
                    <a:pt x="4686274" y="4106049"/>
                  </a:lnTo>
                  <a:close/>
                </a:path>
                <a:path w="18288000" h="10287000">
                  <a:moveTo>
                    <a:pt x="4701438" y="819531"/>
                  </a:moveTo>
                  <a:lnTo>
                    <a:pt x="4691456" y="802233"/>
                  </a:lnTo>
                  <a:lnTo>
                    <a:pt x="4674159" y="812215"/>
                  </a:lnTo>
                  <a:lnTo>
                    <a:pt x="4684141" y="829525"/>
                  </a:lnTo>
                  <a:lnTo>
                    <a:pt x="4701438" y="819531"/>
                  </a:lnTo>
                  <a:close/>
                </a:path>
                <a:path w="18288000" h="10287000">
                  <a:moveTo>
                    <a:pt x="4703216" y="2026551"/>
                  </a:moveTo>
                  <a:lnTo>
                    <a:pt x="4695863" y="2013826"/>
                  </a:lnTo>
                  <a:lnTo>
                    <a:pt x="4683150" y="2021179"/>
                  </a:lnTo>
                  <a:lnTo>
                    <a:pt x="4690491" y="2033892"/>
                  </a:lnTo>
                  <a:lnTo>
                    <a:pt x="4703216" y="2026551"/>
                  </a:lnTo>
                  <a:close/>
                </a:path>
                <a:path w="18288000" h="10287000">
                  <a:moveTo>
                    <a:pt x="4704181" y="3233356"/>
                  </a:moveTo>
                  <a:lnTo>
                    <a:pt x="4700067" y="3226231"/>
                  </a:lnTo>
                  <a:lnTo>
                    <a:pt x="4692942" y="3230346"/>
                  </a:lnTo>
                  <a:lnTo>
                    <a:pt x="4697057" y="3237471"/>
                  </a:lnTo>
                  <a:lnTo>
                    <a:pt x="4704181" y="3233356"/>
                  </a:lnTo>
                  <a:close/>
                </a:path>
                <a:path w="18288000" h="10287000">
                  <a:moveTo>
                    <a:pt x="4705147" y="4440161"/>
                  </a:moveTo>
                  <a:lnTo>
                    <a:pt x="4704258" y="4438637"/>
                  </a:lnTo>
                  <a:lnTo>
                    <a:pt x="4702734" y="4439513"/>
                  </a:lnTo>
                  <a:lnTo>
                    <a:pt x="4703623" y="4441037"/>
                  </a:lnTo>
                  <a:lnTo>
                    <a:pt x="4705147" y="4440161"/>
                  </a:lnTo>
                  <a:close/>
                </a:path>
                <a:path w="18288000" h="10287000">
                  <a:moveTo>
                    <a:pt x="4720310" y="1153642"/>
                  </a:moveTo>
                  <a:lnTo>
                    <a:pt x="4711204" y="1137869"/>
                  </a:lnTo>
                  <a:lnTo>
                    <a:pt x="4695431" y="1146975"/>
                  </a:lnTo>
                  <a:lnTo>
                    <a:pt x="4704537" y="1162761"/>
                  </a:lnTo>
                  <a:lnTo>
                    <a:pt x="4720310" y="1153642"/>
                  </a:lnTo>
                  <a:close/>
                </a:path>
                <a:path w="18288000" h="10287000">
                  <a:moveTo>
                    <a:pt x="4721276" y="2360447"/>
                  </a:moveTo>
                  <a:lnTo>
                    <a:pt x="4715395" y="2350274"/>
                  </a:lnTo>
                  <a:lnTo>
                    <a:pt x="4705223" y="2356154"/>
                  </a:lnTo>
                  <a:lnTo>
                    <a:pt x="4711103" y="2366327"/>
                  </a:lnTo>
                  <a:lnTo>
                    <a:pt x="4721276" y="2360447"/>
                  </a:lnTo>
                  <a:close/>
                </a:path>
                <a:path w="18288000" h="10287000">
                  <a:moveTo>
                    <a:pt x="4722647" y="3567366"/>
                  </a:moveTo>
                  <a:lnTo>
                    <a:pt x="4719713" y="3562273"/>
                  </a:lnTo>
                  <a:lnTo>
                    <a:pt x="4714621" y="3565207"/>
                  </a:lnTo>
                  <a:lnTo>
                    <a:pt x="4717567" y="3570300"/>
                  </a:lnTo>
                  <a:lnTo>
                    <a:pt x="4722647" y="3567366"/>
                  </a:lnTo>
                  <a:close/>
                </a:path>
                <a:path w="18288000" h="10287000">
                  <a:moveTo>
                    <a:pt x="4736617" y="280530"/>
                  </a:moveTo>
                  <a:lnTo>
                    <a:pt x="4726330" y="262712"/>
                  </a:lnTo>
                  <a:lnTo>
                    <a:pt x="4708512" y="272999"/>
                  </a:lnTo>
                  <a:lnTo>
                    <a:pt x="4718799" y="290804"/>
                  </a:lnTo>
                  <a:lnTo>
                    <a:pt x="4736617" y="280530"/>
                  </a:lnTo>
                  <a:close/>
                </a:path>
                <a:path w="18288000" h="10287000">
                  <a:moveTo>
                    <a:pt x="4739183" y="1487766"/>
                  </a:moveTo>
                  <a:lnTo>
                    <a:pt x="4730953" y="1473517"/>
                  </a:lnTo>
                  <a:lnTo>
                    <a:pt x="4716704" y="1481747"/>
                  </a:lnTo>
                  <a:lnTo>
                    <a:pt x="4724933" y="1495983"/>
                  </a:lnTo>
                  <a:lnTo>
                    <a:pt x="4739183" y="1487766"/>
                  </a:lnTo>
                  <a:close/>
                </a:path>
                <a:path w="18288000" h="10287000">
                  <a:moveTo>
                    <a:pt x="4740148" y="2694571"/>
                  </a:moveTo>
                  <a:lnTo>
                    <a:pt x="4735157" y="2685910"/>
                  </a:lnTo>
                  <a:lnTo>
                    <a:pt x="4726508" y="2690901"/>
                  </a:lnTo>
                  <a:lnTo>
                    <a:pt x="4731499" y="2699562"/>
                  </a:lnTo>
                  <a:lnTo>
                    <a:pt x="4740148" y="2694571"/>
                  </a:lnTo>
                  <a:close/>
                </a:path>
                <a:path w="18288000" h="10287000">
                  <a:moveTo>
                    <a:pt x="4741519" y="3901478"/>
                  </a:moveTo>
                  <a:lnTo>
                    <a:pt x="4739462" y="3897922"/>
                  </a:lnTo>
                  <a:lnTo>
                    <a:pt x="4735906" y="3899979"/>
                  </a:lnTo>
                  <a:lnTo>
                    <a:pt x="4737951" y="3903535"/>
                  </a:lnTo>
                  <a:lnTo>
                    <a:pt x="4741519" y="3901478"/>
                  </a:lnTo>
                  <a:close/>
                </a:path>
                <a:path w="18288000" h="10287000">
                  <a:moveTo>
                    <a:pt x="4756289" y="614857"/>
                  </a:moveTo>
                  <a:lnTo>
                    <a:pt x="4746295" y="597547"/>
                  </a:lnTo>
                  <a:lnTo>
                    <a:pt x="4728997" y="607542"/>
                  </a:lnTo>
                  <a:lnTo>
                    <a:pt x="4738992" y="624840"/>
                  </a:lnTo>
                  <a:lnTo>
                    <a:pt x="4756289" y="614857"/>
                  </a:lnTo>
                  <a:close/>
                </a:path>
                <a:path w="18288000" h="10287000">
                  <a:moveTo>
                    <a:pt x="4758055" y="1821878"/>
                  </a:moveTo>
                  <a:lnTo>
                    <a:pt x="4750714" y="1809153"/>
                  </a:lnTo>
                  <a:lnTo>
                    <a:pt x="4737989" y="1816506"/>
                  </a:lnTo>
                  <a:lnTo>
                    <a:pt x="4745329" y="1829219"/>
                  </a:lnTo>
                  <a:lnTo>
                    <a:pt x="4758055" y="1821878"/>
                  </a:lnTo>
                  <a:close/>
                </a:path>
                <a:path w="18288000" h="10287000">
                  <a:moveTo>
                    <a:pt x="4759020" y="3028683"/>
                  </a:moveTo>
                  <a:lnTo>
                    <a:pt x="4754918" y="3021558"/>
                  </a:lnTo>
                  <a:lnTo>
                    <a:pt x="4747780" y="3025660"/>
                  </a:lnTo>
                  <a:lnTo>
                    <a:pt x="4751895" y="3032798"/>
                  </a:lnTo>
                  <a:lnTo>
                    <a:pt x="4759020" y="3028683"/>
                  </a:lnTo>
                  <a:close/>
                </a:path>
                <a:path w="18288000" h="10287000">
                  <a:moveTo>
                    <a:pt x="4760392" y="4235589"/>
                  </a:moveTo>
                  <a:lnTo>
                    <a:pt x="4759210" y="4233557"/>
                  </a:lnTo>
                  <a:lnTo>
                    <a:pt x="4757178" y="4234739"/>
                  </a:lnTo>
                  <a:lnTo>
                    <a:pt x="4758360" y="4236771"/>
                  </a:lnTo>
                  <a:lnTo>
                    <a:pt x="4760392" y="4235589"/>
                  </a:lnTo>
                  <a:close/>
                </a:path>
                <a:path w="18288000" h="10287000">
                  <a:moveTo>
                    <a:pt x="4775149" y="948969"/>
                  </a:moveTo>
                  <a:lnTo>
                    <a:pt x="4766043" y="933196"/>
                  </a:lnTo>
                  <a:lnTo>
                    <a:pt x="4750270" y="942314"/>
                  </a:lnTo>
                  <a:lnTo>
                    <a:pt x="4759376" y="958088"/>
                  </a:lnTo>
                  <a:lnTo>
                    <a:pt x="4775149" y="948969"/>
                  </a:lnTo>
                  <a:close/>
                </a:path>
                <a:path w="18288000" h="10287000">
                  <a:moveTo>
                    <a:pt x="4776521" y="2155875"/>
                  </a:moveTo>
                  <a:lnTo>
                    <a:pt x="4770348" y="2145195"/>
                  </a:lnTo>
                  <a:lnTo>
                    <a:pt x="4759668" y="2151367"/>
                  </a:lnTo>
                  <a:lnTo>
                    <a:pt x="4765840" y="2162048"/>
                  </a:lnTo>
                  <a:lnTo>
                    <a:pt x="4776521" y="2155875"/>
                  </a:lnTo>
                  <a:close/>
                </a:path>
                <a:path w="18288000" h="10287000">
                  <a:moveTo>
                    <a:pt x="4777892" y="3362795"/>
                  </a:moveTo>
                  <a:lnTo>
                    <a:pt x="4774654" y="3357194"/>
                  </a:lnTo>
                  <a:lnTo>
                    <a:pt x="4769066" y="3360420"/>
                  </a:lnTo>
                  <a:lnTo>
                    <a:pt x="4772291" y="3366033"/>
                  </a:lnTo>
                  <a:lnTo>
                    <a:pt x="4777892" y="3362795"/>
                  </a:lnTo>
                  <a:close/>
                </a:path>
                <a:path w="18288000" h="10287000">
                  <a:moveTo>
                    <a:pt x="4791456" y="75857"/>
                  </a:moveTo>
                  <a:lnTo>
                    <a:pt x="4781169" y="58039"/>
                  </a:lnTo>
                  <a:lnTo>
                    <a:pt x="4763363" y="68326"/>
                  </a:lnTo>
                  <a:lnTo>
                    <a:pt x="4773638" y="86131"/>
                  </a:lnTo>
                  <a:lnTo>
                    <a:pt x="4791456" y="75857"/>
                  </a:lnTo>
                  <a:close/>
                </a:path>
                <a:path w="18288000" h="10287000">
                  <a:moveTo>
                    <a:pt x="4794034" y="1283081"/>
                  </a:moveTo>
                  <a:lnTo>
                    <a:pt x="4785804" y="1268844"/>
                  </a:lnTo>
                  <a:lnTo>
                    <a:pt x="4771555" y="1277061"/>
                  </a:lnTo>
                  <a:lnTo>
                    <a:pt x="4779784" y="1291310"/>
                  </a:lnTo>
                  <a:lnTo>
                    <a:pt x="4794034" y="1283081"/>
                  </a:lnTo>
                  <a:close/>
                </a:path>
                <a:path w="18288000" h="10287000">
                  <a:moveTo>
                    <a:pt x="4795393" y="2489987"/>
                  </a:moveTo>
                  <a:lnTo>
                    <a:pt x="4790097" y="2480830"/>
                  </a:lnTo>
                  <a:lnTo>
                    <a:pt x="4780940" y="2486126"/>
                  </a:lnTo>
                  <a:lnTo>
                    <a:pt x="4786236" y="2495283"/>
                  </a:lnTo>
                  <a:lnTo>
                    <a:pt x="4795393" y="2489987"/>
                  </a:lnTo>
                  <a:close/>
                </a:path>
                <a:path w="18288000" h="10287000">
                  <a:moveTo>
                    <a:pt x="4796764" y="3696906"/>
                  </a:moveTo>
                  <a:lnTo>
                    <a:pt x="4794415" y="3692842"/>
                  </a:lnTo>
                  <a:lnTo>
                    <a:pt x="4790351" y="3695192"/>
                  </a:lnTo>
                  <a:lnTo>
                    <a:pt x="4792688" y="3699256"/>
                  </a:lnTo>
                  <a:lnTo>
                    <a:pt x="4796764" y="3696906"/>
                  </a:lnTo>
                  <a:close/>
                </a:path>
                <a:path w="18288000" h="10287000">
                  <a:moveTo>
                    <a:pt x="4810722" y="410070"/>
                  </a:moveTo>
                  <a:lnTo>
                    <a:pt x="4801032" y="393280"/>
                  </a:lnTo>
                  <a:lnTo>
                    <a:pt x="4784242" y="402971"/>
                  </a:lnTo>
                  <a:lnTo>
                    <a:pt x="4793932" y="419773"/>
                  </a:lnTo>
                  <a:lnTo>
                    <a:pt x="4810722" y="410070"/>
                  </a:lnTo>
                  <a:close/>
                </a:path>
                <a:path w="18288000" h="10287000">
                  <a:moveTo>
                    <a:pt x="4813300" y="1617306"/>
                  </a:moveTo>
                  <a:lnTo>
                    <a:pt x="4805667" y="1604073"/>
                  </a:lnTo>
                  <a:lnTo>
                    <a:pt x="4792434" y="1611718"/>
                  </a:lnTo>
                  <a:lnTo>
                    <a:pt x="4800066" y="1624939"/>
                  </a:lnTo>
                  <a:lnTo>
                    <a:pt x="4813300" y="1617306"/>
                  </a:lnTo>
                  <a:close/>
                </a:path>
                <a:path w="18288000" h="10287000">
                  <a:moveTo>
                    <a:pt x="4814265" y="2824111"/>
                  </a:moveTo>
                  <a:lnTo>
                    <a:pt x="4809858" y="2816479"/>
                  </a:lnTo>
                  <a:lnTo>
                    <a:pt x="4802225" y="2820886"/>
                  </a:lnTo>
                  <a:lnTo>
                    <a:pt x="4806632" y="2828518"/>
                  </a:lnTo>
                  <a:lnTo>
                    <a:pt x="4814265" y="2824111"/>
                  </a:lnTo>
                  <a:close/>
                </a:path>
                <a:path w="18288000" h="10287000">
                  <a:moveTo>
                    <a:pt x="4815624" y="4031018"/>
                  </a:moveTo>
                  <a:lnTo>
                    <a:pt x="4814163" y="4028478"/>
                  </a:lnTo>
                  <a:lnTo>
                    <a:pt x="4811623" y="4029951"/>
                  </a:lnTo>
                  <a:lnTo>
                    <a:pt x="4813084" y="4032491"/>
                  </a:lnTo>
                  <a:lnTo>
                    <a:pt x="4815624" y="4031018"/>
                  </a:lnTo>
                  <a:close/>
                </a:path>
                <a:path w="18288000" h="10287000">
                  <a:moveTo>
                    <a:pt x="4830000" y="744296"/>
                  </a:moveTo>
                  <a:lnTo>
                    <a:pt x="4820894" y="728522"/>
                  </a:lnTo>
                  <a:lnTo>
                    <a:pt x="4805121" y="737628"/>
                  </a:lnTo>
                  <a:lnTo>
                    <a:pt x="4814227" y="753402"/>
                  </a:lnTo>
                  <a:lnTo>
                    <a:pt x="4830000" y="744296"/>
                  </a:lnTo>
                  <a:close/>
                </a:path>
                <a:path w="18288000" h="10287000">
                  <a:moveTo>
                    <a:pt x="4831766" y="1951304"/>
                  </a:moveTo>
                  <a:lnTo>
                    <a:pt x="4825301" y="1940115"/>
                  </a:lnTo>
                  <a:lnTo>
                    <a:pt x="4814113" y="1946579"/>
                  </a:lnTo>
                  <a:lnTo>
                    <a:pt x="4820577" y="1957781"/>
                  </a:lnTo>
                  <a:lnTo>
                    <a:pt x="4831766" y="1951304"/>
                  </a:lnTo>
                  <a:close/>
                </a:path>
                <a:path w="18288000" h="10287000">
                  <a:moveTo>
                    <a:pt x="4833137" y="3158223"/>
                  </a:moveTo>
                  <a:lnTo>
                    <a:pt x="4829619" y="3152114"/>
                  </a:lnTo>
                  <a:lnTo>
                    <a:pt x="4823498" y="3155645"/>
                  </a:lnTo>
                  <a:lnTo>
                    <a:pt x="4827028" y="3161754"/>
                  </a:lnTo>
                  <a:lnTo>
                    <a:pt x="4833137" y="3158223"/>
                  </a:lnTo>
                  <a:close/>
                </a:path>
                <a:path w="18288000" h="10287000">
                  <a:moveTo>
                    <a:pt x="4834496" y="4365142"/>
                  </a:moveTo>
                  <a:lnTo>
                    <a:pt x="4834255" y="4364710"/>
                  </a:lnTo>
                  <a:lnTo>
                    <a:pt x="4832896" y="4364710"/>
                  </a:lnTo>
                  <a:lnTo>
                    <a:pt x="4833150" y="4365142"/>
                  </a:lnTo>
                  <a:lnTo>
                    <a:pt x="4834496" y="4365142"/>
                  </a:lnTo>
                  <a:close/>
                </a:path>
                <a:path w="18288000" h="10287000">
                  <a:moveTo>
                    <a:pt x="4849266" y="1078509"/>
                  </a:moveTo>
                  <a:lnTo>
                    <a:pt x="4840744" y="1063764"/>
                  </a:lnTo>
                  <a:lnTo>
                    <a:pt x="4826000" y="1072286"/>
                  </a:lnTo>
                  <a:lnTo>
                    <a:pt x="4834509" y="1087031"/>
                  </a:lnTo>
                  <a:lnTo>
                    <a:pt x="4849266" y="1078509"/>
                  </a:lnTo>
                  <a:close/>
                </a:path>
                <a:path w="18288000" h="10287000">
                  <a:moveTo>
                    <a:pt x="4850638" y="2285428"/>
                  </a:moveTo>
                  <a:lnTo>
                    <a:pt x="4845062" y="2275751"/>
                  </a:lnTo>
                  <a:lnTo>
                    <a:pt x="4835385" y="2281339"/>
                  </a:lnTo>
                  <a:lnTo>
                    <a:pt x="4840973" y="2291003"/>
                  </a:lnTo>
                  <a:lnTo>
                    <a:pt x="4850638" y="2285428"/>
                  </a:lnTo>
                  <a:close/>
                </a:path>
                <a:path w="18288000" h="10287000">
                  <a:moveTo>
                    <a:pt x="4851997" y="3492335"/>
                  </a:moveTo>
                  <a:lnTo>
                    <a:pt x="4849355" y="3487763"/>
                  </a:lnTo>
                  <a:lnTo>
                    <a:pt x="4844783" y="3490404"/>
                  </a:lnTo>
                  <a:lnTo>
                    <a:pt x="4847425" y="3494989"/>
                  </a:lnTo>
                  <a:lnTo>
                    <a:pt x="4851997" y="3492335"/>
                  </a:lnTo>
                  <a:close/>
                </a:path>
                <a:path w="18288000" h="10287000">
                  <a:moveTo>
                    <a:pt x="4865573" y="205397"/>
                  </a:moveTo>
                  <a:lnTo>
                    <a:pt x="4855883" y="188607"/>
                  </a:lnTo>
                  <a:lnTo>
                    <a:pt x="4839081" y="198297"/>
                  </a:lnTo>
                  <a:lnTo>
                    <a:pt x="4848771" y="215087"/>
                  </a:lnTo>
                  <a:lnTo>
                    <a:pt x="4865573" y="205397"/>
                  </a:lnTo>
                  <a:close/>
                </a:path>
                <a:path w="18288000" h="10287000">
                  <a:moveTo>
                    <a:pt x="4868138" y="1412633"/>
                  </a:moveTo>
                  <a:lnTo>
                    <a:pt x="4860506" y="1399400"/>
                  </a:lnTo>
                  <a:lnTo>
                    <a:pt x="4847272" y="1407045"/>
                  </a:lnTo>
                  <a:lnTo>
                    <a:pt x="4854905" y="1420266"/>
                  </a:lnTo>
                  <a:lnTo>
                    <a:pt x="4868138" y="1412633"/>
                  </a:lnTo>
                  <a:close/>
                </a:path>
                <a:path w="18288000" h="10287000">
                  <a:moveTo>
                    <a:pt x="4869510" y="2619540"/>
                  </a:moveTo>
                  <a:lnTo>
                    <a:pt x="4864811" y="2611399"/>
                  </a:lnTo>
                  <a:lnTo>
                    <a:pt x="4856658" y="2616098"/>
                  </a:lnTo>
                  <a:lnTo>
                    <a:pt x="4861369" y="2624239"/>
                  </a:lnTo>
                  <a:lnTo>
                    <a:pt x="4869510" y="2619540"/>
                  </a:lnTo>
                  <a:close/>
                </a:path>
                <a:path w="18288000" h="10287000">
                  <a:moveTo>
                    <a:pt x="4870869" y="3826459"/>
                  </a:moveTo>
                  <a:lnTo>
                    <a:pt x="4869116" y="3823398"/>
                  </a:lnTo>
                  <a:lnTo>
                    <a:pt x="4866056" y="3825163"/>
                  </a:lnTo>
                  <a:lnTo>
                    <a:pt x="4867821" y="3828211"/>
                  </a:lnTo>
                  <a:lnTo>
                    <a:pt x="4870869" y="3826459"/>
                  </a:lnTo>
                  <a:close/>
                </a:path>
                <a:path w="18288000" h="10287000">
                  <a:moveTo>
                    <a:pt x="4884839" y="539623"/>
                  </a:moveTo>
                  <a:lnTo>
                    <a:pt x="4875733" y="523836"/>
                  </a:lnTo>
                  <a:lnTo>
                    <a:pt x="4859960" y="532955"/>
                  </a:lnTo>
                  <a:lnTo>
                    <a:pt x="4869065" y="548728"/>
                  </a:lnTo>
                  <a:lnTo>
                    <a:pt x="4884839" y="539623"/>
                  </a:lnTo>
                  <a:close/>
                </a:path>
                <a:path w="18288000" h="10287000">
                  <a:moveTo>
                    <a:pt x="4887011" y="1746745"/>
                  </a:moveTo>
                  <a:lnTo>
                    <a:pt x="4880254" y="1735035"/>
                  </a:lnTo>
                  <a:lnTo>
                    <a:pt x="4868545" y="1741792"/>
                  </a:lnTo>
                  <a:lnTo>
                    <a:pt x="4875301" y="1753501"/>
                  </a:lnTo>
                  <a:lnTo>
                    <a:pt x="4887011" y="1746745"/>
                  </a:lnTo>
                  <a:close/>
                </a:path>
                <a:path w="18288000" h="10287000">
                  <a:moveTo>
                    <a:pt x="4888382" y="2953651"/>
                  </a:moveTo>
                  <a:lnTo>
                    <a:pt x="4884559" y="2947047"/>
                  </a:lnTo>
                  <a:lnTo>
                    <a:pt x="4877943" y="2950870"/>
                  </a:lnTo>
                  <a:lnTo>
                    <a:pt x="4881753" y="2957474"/>
                  </a:lnTo>
                  <a:lnTo>
                    <a:pt x="4888382" y="2953651"/>
                  </a:lnTo>
                  <a:close/>
                </a:path>
                <a:path w="18288000" h="10287000">
                  <a:moveTo>
                    <a:pt x="4889754" y="4160570"/>
                  </a:moveTo>
                  <a:lnTo>
                    <a:pt x="4888865" y="4159046"/>
                  </a:lnTo>
                  <a:lnTo>
                    <a:pt x="4887341" y="4159923"/>
                  </a:lnTo>
                  <a:lnTo>
                    <a:pt x="4888217" y="4161447"/>
                  </a:lnTo>
                  <a:lnTo>
                    <a:pt x="4889754" y="4160570"/>
                  </a:lnTo>
                  <a:close/>
                </a:path>
                <a:path w="18288000" h="10287000">
                  <a:moveTo>
                    <a:pt x="4904117" y="873836"/>
                  </a:moveTo>
                  <a:lnTo>
                    <a:pt x="4895596" y="859078"/>
                  </a:lnTo>
                  <a:lnTo>
                    <a:pt x="4880838" y="867600"/>
                  </a:lnTo>
                  <a:lnTo>
                    <a:pt x="4889360" y="882357"/>
                  </a:lnTo>
                  <a:lnTo>
                    <a:pt x="4904117" y="873836"/>
                  </a:lnTo>
                  <a:close/>
                </a:path>
                <a:path w="18288000" h="10287000">
                  <a:moveTo>
                    <a:pt x="4905476" y="2080755"/>
                  </a:moveTo>
                  <a:lnTo>
                    <a:pt x="4899901" y="2071077"/>
                  </a:lnTo>
                  <a:lnTo>
                    <a:pt x="4890224" y="2076665"/>
                  </a:lnTo>
                  <a:lnTo>
                    <a:pt x="4895812" y="2086330"/>
                  </a:lnTo>
                  <a:lnTo>
                    <a:pt x="4905476" y="2080755"/>
                  </a:lnTo>
                  <a:close/>
                </a:path>
                <a:path w="18288000" h="10287000">
                  <a:moveTo>
                    <a:pt x="4907242" y="3287776"/>
                  </a:moveTo>
                  <a:lnTo>
                    <a:pt x="4904308" y="3282683"/>
                  </a:lnTo>
                  <a:lnTo>
                    <a:pt x="4899215" y="3285617"/>
                  </a:lnTo>
                  <a:lnTo>
                    <a:pt x="4902162" y="3290709"/>
                  </a:lnTo>
                  <a:lnTo>
                    <a:pt x="4907242" y="3287776"/>
                  </a:lnTo>
                  <a:close/>
                </a:path>
                <a:path w="18288000" h="10287000">
                  <a:moveTo>
                    <a:pt x="4920018" y="622"/>
                  </a:moveTo>
                  <a:lnTo>
                    <a:pt x="4919650" y="0"/>
                  </a:lnTo>
                  <a:lnTo>
                    <a:pt x="4897945" y="0"/>
                  </a:lnTo>
                  <a:lnTo>
                    <a:pt x="4903724" y="10020"/>
                  </a:lnTo>
                  <a:lnTo>
                    <a:pt x="4920018" y="622"/>
                  </a:lnTo>
                  <a:close/>
                </a:path>
                <a:path w="18288000" h="10287000">
                  <a:moveTo>
                    <a:pt x="4922977" y="1207947"/>
                  </a:moveTo>
                  <a:lnTo>
                    <a:pt x="4915344" y="1194727"/>
                  </a:lnTo>
                  <a:lnTo>
                    <a:pt x="4902111" y="1202359"/>
                  </a:lnTo>
                  <a:lnTo>
                    <a:pt x="4909756" y="1215593"/>
                  </a:lnTo>
                  <a:lnTo>
                    <a:pt x="4922977" y="1207947"/>
                  </a:lnTo>
                  <a:close/>
                </a:path>
                <a:path w="18288000" h="10287000">
                  <a:moveTo>
                    <a:pt x="4924755" y="2414968"/>
                  </a:moveTo>
                  <a:lnTo>
                    <a:pt x="4919764" y="2406319"/>
                  </a:lnTo>
                  <a:lnTo>
                    <a:pt x="4911102" y="2411311"/>
                  </a:lnTo>
                  <a:lnTo>
                    <a:pt x="4916094" y="2419959"/>
                  </a:lnTo>
                  <a:lnTo>
                    <a:pt x="4924755" y="2414968"/>
                  </a:lnTo>
                  <a:close/>
                </a:path>
                <a:path w="18288000" h="10287000">
                  <a:moveTo>
                    <a:pt x="4926127" y="3621887"/>
                  </a:moveTo>
                  <a:lnTo>
                    <a:pt x="4924069" y="3618319"/>
                  </a:lnTo>
                  <a:lnTo>
                    <a:pt x="4920500" y="3620376"/>
                  </a:lnTo>
                  <a:lnTo>
                    <a:pt x="4922558" y="3623945"/>
                  </a:lnTo>
                  <a:lnTo>
                    <a:pt x="4926127" y="3621887"/>
                  </a:lnTo>
                  <a:close/>
                </a:path>
                <a:path w="18288000" h="10287000">
                  <a:moveTo>
                    <a:pt x="4939284" y="334835"/>
                  </a:moveTo>
                  <a:lnTo>
                    <a:pt x="4930470" y="319570"/>
                  </a:lnTo>
                  <a:lnTo>
                    <a:pt x="4915205" y="328383"/>
                  </a:lnTo>
                  <a:lnTo>
                    <a:pt x="4924018" y="343649"/>
                  </a:lnTo>
                  <a:lnTo>
                    <a:pt x="4939284" y="334835"/>
                  </a:lnTo>
                  <a:close/>
                </a:path>
                <a:path w="18288000" h="10287000">
                  <a:moveTo>
                    <a:pt x="4942256" y="1542173"/>
                  </a:moveTo>
                  <a:lnTo>
                    <a:pt x="4935194" y="1529969"/>
                  </a:lnTo>
                  <a:lnTo>
                    <a:pt x="4922990" y="1537017"/>
                  </a:lnTo>
                  <a:lnTo>
                    <a:pt x="4930051" y="1549222"/>
                  </a:lnTo>
                  <a:lnTo>
                    <a:pt x="4942256" y="1542173"/>
                  </a:lnTo>
                  <a:close/>
                </a:path>
                <a:path w="18288000" h="10287000">
                  <a:moveTo>
                    <a:pt x="4943614" y="2749080"/>
                  </a:moveTo>
                  <a:lnTo>
                    <a:pt x="4939512" y="2741955"/>
                  </a:lnTo>
                  <a:lnTo>
                    <a:pt x="4932375" y="2746070"/>
                  </a:lnTo>
                  <a:lnTo>
                    <a:pt x="4936490" y="2753207"/>
                  </a:lnTo>
                  <a:lnTo>
                    <a:pt x="4943614" y="2749080"/>
                  </a:lnTo>
                  <a:close/>
                </a:path>
                <a:path w="18288000" h="10287000">
                  <a:moveTo>
                    <a:pt x="4944986" y="3955986"/>
                  </a:moveTo>
                  <a:lnTo>
                    <a:pt x="4943818" y="3953967"/>
                  </a:lnTo>
                  <a:lnTo>
                    <a:pt x="4941786" y="3955135"/>
                  </a:lnTo>
                  <a:lnTo>
                    <a:pt x="4942954" y="3957167"/>
                  </a:lnTo>
                  <a:lnTo>
                    <a:pt x="4944986" y="3955986"/>
                  </a:lnTo>
                  <a:close/>
                </a:path>
                <a:path w="18288000" h="10287000">
                  <a:moveTo>
                    <a:pt x="4958550" y="669061"/>
                  </a:moveTo>
                  <a:lnTo>
                    <a:pt x="4950333" y="654812"/>
                  </a:lnTo>
                  <a:lnTo>
                    <a:pt x="4936083" y="663041"/>
                  </a:lnTo>
                  <a:lnTo>
                    <a:pt x="4944300" y="677278"/>
                  </a:lnTo>
                  <a:lnTo>
                    <a:pt x="4958550" y="669061"/>
                  </a:lnTo>
                  <a:close/>
                </a:path>
                <a:path w="18288000" h="10287000">
                  <a:moveTo>
                    <a:pt x="4960721" y="1876183"/>
                  </a:moveTo>
                  <a:lnTo>
                    <a:pt x="4954841" y="1866011"/>
                  </a:lnTo>
                  <a:lnTo>
                    <a:pt x="4944669" y="1871878"/>
                  </a:lnTo>
                  <a:lnTo>
                    <a:pt x="4950549" y="1882063"/>
                  </a:lnTo>
                  <a:lnTo>
                    <a:pt x="4960721" y="1876183"/>
                  </a:lnTo>
                  <a:close/>
                </a:path>
                <a:path w="18288000" h="10287000">
                  <a:moveTo>
                    <a:pt x="4962499" y="3083191"/>
                  </a:moveTo>
                  <a:lnTo>
                    <a:pt x="4959261" y="3077603"/>
                  </a:lnTo>
                  <a:lnTo>
                    <a:pt x="4953673" y="3080829"/>
                  </a:lnTo>
                  <a:lnTo>
                    <a:pt x="4956899" y="3086430"/>
                  </a:lnTo>
                  <a:lnTo>
                    <a:pt x="4962499" y="3083191"/>
                  </a:lnTo>
                  <a:close/>
                </a:path>
                <a:path w="18288000" h="10287000">
                  <a:moveTo>
                    <a:pt x="4978235" y="1003376"/>
                  </a:moveTo>
                  <a:lnTo>
                    <a:pt x="4970297" y="989647"/>
                  </a:lnTo>
                  <a:lnTo>
                    <a:pt x="4956556" y="997572"/>
                  </a:lnTo>
                  <a:lnTo>
                    <a:pt x="4964493" y="1011313"/>
                  </a:lnTo>
                  <a:lnTo>
                    <a:pt x="4978235" y="1003376"/>
                  </a:lnTo>
                  <a:close/>
                </a:path>
                <a:path w="18288000" h="10287000">
                  <a:moveTo>
                    <a:pt x="4979594" y="2210295"/>
                  </a:moveTo>
                  <a:lnTo>
                    <a:pt x="4974602" y="2201646"/>
                  </a:lnTo>
                  <a:lnTo>
                    <a:pt x="4965941" y="2206637"/>
                  </a:lnTo>
                  <a:lnTo>
                    <a:pt x="4970945" y="2215299"/>
                  </a:lnTo>
                  <a:lnTo>
                    <a:pt x="4979594" y="2210295"/>
                  </a:lnTo>
                  <a:close/>
                </a:path>
                <a:path w="18288000" h="10287000">
                  <a:moveTo>
                    <a:pt x="4981359" y="3417316"/>
                  </a:moveTo>
                  <a:lnTo>
                    <a:pt x="4979009" y="3413252"/>
                  </a:lnTo>
                  <a:lnTo>
                    <a:pt x="4974945" y="3415588"/>
                  </a:lnTo>
                  <a:lnTo>
                    <a:pt x="4977295" y="3419665"/>
                  </a:lnTo>
                  <a:lnTo>
                    <a:pt x="4981359" y="3417316"/>
                  </a:lnTo>
                  <a:close/>
                </a:path>
                <a:path w="18288000" h="10287000">
                  <a:moveTo>
                    <a:pt x="4994122" y="130149"/>
                  </a:moveTo>
                  <a:lnTo>
                    <a:pt x="4985309" y="114896"/>
                  </a:lnTo>
                  <a:lnTo>
                    <a:pt x="4970056" y="123710"/>
                  </a:lnTo>
                  <a:lnTo>
                    <a:pt x="4978870" y="138963"/>
                  </a:lnTo>
                  <a:lnTo>
                    <a:pt x="4994122" y="130149"/>
                  </a:lnTo>
                  <a:close/>
                </a:path>
                <a:path w="18288000" h="10287000">
                  <a:moveTo>
                    <a:pt x="4997094" y="1337500"/>
                  </a:moveTo>
                  <a:lnTo>
                    <a:pt x="4990046" y="1325283"/>
                  </a:lnTo>
                  <a:lnTo>
                    <a:pt x="4977828" y="1332331"/>
                  </a:lnTo>
                  <a:lnTo>
                    <a:pt x="4984877" y="1344549"/>
                  </a:lnTo>
                  <a:lnTo>
                    <a:pt x="4997094" y="1337500"/>
                  </a:lnTo>
                  <a:close/>
                </a:path>
                <a:path w="18288000" h="10287000">
                  <a:moveTo>
                    <a:pt x="4998872" y="2544508"/>
                  </a:moveTo>
                  <a:lnTo>
                    <a:pt x="4994465" y="2536888"/>
                  </a:lnTo>
                  <a:lnTo>
                    <a:pt x="4986820" y="2541295"/>
                  </a:lnTo>
                  <a:lnTo>
                    <a:pt x="4991227" y="2548915"/>
                  </a:lnTo>
                  <a:lnTo>
                    <a:pt x="4998872" y="2544508"/>
                  </a:lnTo>
                  <a:close/>
                </a:path>
                <a:path w="18288000" h="10287000">
                  <a:moveTo>
                    <a:pt x="5000231" y="3751427"/>
                  </a:moveTo>
                  <a:lnTo>
                    <a:pt x="4998771" y="3748887"/>
                  </a:lnTo>
                  <a:lnTo>
                    <a:pt x="4996218" y="3750348"/>
                  </a:lnTo>
                  <a:lnTo>
                    <a:pt x="4997691" y="3752888"/>
                  </a:lnTo>
                  <a:lnTo>
                    <a:pt x="5000231" y="3751427"/>
                  </a:lnTo>
                  <a:close/>
                </a:path>
                <a:path w="18288000" h="10287000">
                  <a:moveTo>
                    <a:pt x="5013401" y="464375"/>
                  </a:moveTo>
                  <a:lnTo>
                    <a:pt x="5005171" y="450138"/>
                  </a:lnTo>
                  <a:lnTo>
                    <a:pt x="4990922" y="458368"/>
                  </a:lnTo>
                  <a:lnTo>
                    <a:pt x="4999152" y="472605"/>
                  </a:lnTo>
                  <a:lnTo>
                    <a:pt x="5013401" y="464375"/>
                  </a:lnTo>
                  <a:close/>
                </a:path>
                <a:path w="18288000" h="10287000">
                  <a:moveTo>
                    <a:pt x="5015966" y="1671612"/>
                  </a:moveTo>
                  <a:lnTo>
                    <a:pt x="5009794" y="1660918"/>
                  </a:lnTo>
                  <a:lnTo>
                    <a:pt x="4999113" y="1667090"/>
                  </a:lnTo>
                  <a:lnTo>
                    <a:pt x="5005286" y="1677784"/>
                  </a:lnTo>
                  <a:lnTo>
                    <a:pt x="5015966" y="1671612"/>
                  </a:lnTo>
                  <a:close/>
                </a:path>
                <a:path w="18288000" h="10287000">
                  <a:moveTo>
                    <a:pt x="5017744" y="2878632"/>
                  </a:moveTo>
                  <a:lnTo>
                    <a:pt x="5014214" y="2872524"/>
                  </a:lnTo>
                  <a:lnTo>
                    <a:pt x="5008105" y="2876054"/>
                  </a:lnTo>
                  <a:lnTo>
                    <a:pt x="5011636" y="2882163"/>
                  </a:lnTo>
                  <a:lnTo>
                    <a:pt x="5017744" y="2878632"/>
                  </a:lnTo>
                  <a:close/>
                </a:path>
                <a:path w="18288000" h="10287000">
                  <a:moveTo>
                    <a:pt x="5019103" y="4085539"/>
                  </a:moveTo>
                  <a:lnTo>
                    <a:pt x="5018862" y="4085120"/>
                  </a:lnTo>
                  <a:lnTo>
                    <a:pt x="5017503" y="4085120"/>
                  </a:lnTo>
                  <a:lnTo>
                    <a:pt x="5017757" y="4085539"/>
                  </a:lnTo>
                  <a:lnTo>
                    <a:pt x="5019103" y="4085539"/>
                  </a:lnTo>
                  <a:close/>
                </a:path>
                <a:path w="18288000" h="10287000">
                  <a:moveTo>
                    <a:pt x="5032667" y="798601"/>
                  </a:moveTo>
                  <a:lnTo>
                    <a:pt x="5025034" y="785368"/>
                  </a:lnTo>
                  <a:lnTo>
                    <a:pt x="5011801" y="793013"/>
                  </a:lnTo>
                  <a:lnTo>
                    <a:pt x="5019446" y="806234"/>
                  </a:lnTo>
                  <a:lnTo>
                    <a:pt x="5032667" y="798601"/>
                  </a:lnTo>
                  <a:close/>
                </a:path>
                <a:path w="18288000" h="10287000">
                  <a:moveTo>
                    <a:pt x="5034839" y="2005723"/>
                  </a:moveTo>
                  <a:lnTo>
                    <a:pt x="5029543" y="1996567"/>
                  </a:lnTo>
                  <a:lnTo>
                    <a:pt x="5020386" y="2001862"/>
                  </a:lnTo>
                  <a:lnTo>
                    <a:pt x="5025669" y="2011019"/>
                  </a:lnTo>
                  <a:lnTo>
                    <a:pt x="5034839" y="2005723"/>
                  </a:lnTo>
                  <a:close/>
                </a:path>
                <a:path w="18288000" h="10287000">
                  <a:moveTo>
                    <a:pt x="5036617" y="3212744"/>
                  </a:moveTo>
                  <a:lnTo>
                    <a:pt x="5033962" y="3208172"/>
                  </a:lnTo>
                  <a:lnTo>
                    <a:pt x="5029390" y="3210814"/>
                  </a:lnTo>
                  <a:lnTo>
                    <a:pt x="5032032" y="3215386"/>
                  </a:lnTo>
                  <a:lnTo>
                    <a:pt x="5036617" y="3212744"/>
                  </a:lnTo>
                  <a:close/>
                </a:path>
                <a:path w="18288000" h="10287000">
                  <a:moveTo>
                    <a:pt x="5051945" y="1132827"/>
                  </a:moveTo>
                  <a:lnTo>
                    <a:pt x="5044884" y="1120609"/>
                  </a:lnTo>
                  <a:lnTo>
                    <a:pt x="5032680" y="1127658"/>
                  </a:lnTo>
                  <a:lnTo>
                    <a:pt x="5039728" y="1139875"/>
                  </a:lnTo>
                  <a:lnTo>
                    <a:pt x="5051945" y="1132827"/>
                  </a:lnTo>
                  <a:close/>
                </a:path>
                <a:path w="18288000" h="10287000">
                  <a:moveTo>
                    <a:pt x="5053711" y="2339835"/>
                  </a:moveTo>
                  <a:lnTo>
                    <a:pt x="5049304" y="2332215"/>
                  </a:lnTo>
                  <a:lnTo>
                    <a:pt x="5041671" y="2336622"/>
                  </a:lnTo>
                  <a:lnTo>
                    <a:pt x="5046078" y="2344242"/>
                  </a:lnTo>
                  <a:lnTo>
                    <a:pt x="5053711" y="2339835"/>
                  </a:lnTo>
                  <a:close/>
                </a:path>
                <a:path w="18288000" h="10287000">
                  <a:moveTo>
                    <a:pt x="5055476" y="3546856"/>
                  </a:moveTo>
                  <a:lnTo>
                    <a:pt x="5053723" y="3543808"/>
                  </a:lnTo>
                  <a:lnTo>
                    <a:pt x="5050663" y="3545573"/>
                  </a:lnTo>
                  <a:lnTo>
                    <a:pt x="5052428" y="3548621"/>
                  </a:lnTo>
                  <a:lnTo>
                    <a:pt x="5055476" y="3546856"/>
                  </a:lnTo>
                  <a:close/>
                </a:path>
                <a:path w="18288000" h="10287000">
                  <a:moveTo>
                    <a:pt x="5068240" y="259702"/>
                  </a:moveTo>
                  <a:lnTo>
                    <a:pt x="5060010" y="245452"/>
                  </a:lnTo>
                  <a:lnTo>
                    <a:pt x="5045761" y="253682"/>
                  </a:lnTo>
                  <a:lnTo>
                    <a:pt x="5053990" y="267931"/>
                  </a:lnTo>
                  <a:lnTo>
                    <a:pt x="5068240" y="259702"/>
                  </a:lnTo>
                  <a:close/>
                </a:path>
                <a:path w="18288000" h="10287000">
                  <a:moveTo>
                    <a:pt x="5070805" y="1466938"/>
                  </a:moveTo>
                  <a:lnTo>
                    <a:pt x="5064645" y="1456258"/>
                  </a:lnTo>
                  <a:lnTo>
                    <a:pt x="5053952" y="1462430"/>
                  </a:lnTo>
                  <a:lnTo>
                    <a:pt x="5060124" y="1473111"/>
                  </a:lnTo>
                  <a:lnTo>
                    <a:pt x="5070805" y="1466938"/>
                  </a:lnTo>
                  <a:close/>
                </a:path>
                <a:path w="18288000" h="10287000">
                  <a:moveTo>
                    <a:pt x="5072977" y="2674061"/>
                  </a:moveTo>
                  <a:lnTo>
                    <a:pt x="5069154" y="2667444"/>
                  </a:lnTo>
                  <a:lnTo>
                    <a:pt x="5062550" y="2671267"/>
                  </a:lnTo>
                  <a:lnTo>
                    <a:pt x="5066360" y="2677884"/>
                  </a:lnTo>
                  <a:lnTo>
                    <a:pt x="5072977" y="2674061"/>
                  </a:lnTo>
                  <a:close/>
                </a:path>
                <a:path w="18288000" h="10287000">
                  <a:moveTo>
                    <a:pt x="5074348" y="3880980"/>
                  </a:moveTo>
                  <a:lnTo>
                    <a:pt x="5073472" y="3879443"/>
                  </a:lnTo>
                  <a:lnTo>
                    <a:pt x="5071948" y="3880332"/>
                  </a:lnTo>
                  <a:lnTo>
                    <a:pt x="5072824" y="3881856"/>
                  </a:lnTo>
                  <a:lnTo>
                    <a:pt x="5074348" y="3880980"/>
                  </a:lnTo>
                  <a:close/>
                </a:path>
                <a:path w="18288000" h="10287000">
                  <a:moveTo>
                    <a:pt x="5087518" y="593928"/>
                  </a:moveTo>
                  <a:lnTo>
                    <a:pt x="5079873" y="580694"/>
                  </a:lnTo>
                  <a:lnTo>
                    <a:pt x="5066639" y="588340"/>
                  </a:lnTo>
                  <a:lnTo>
                    <a:pt x="5074272" y="601560"/>
                  </a:lnTo>
                  <a:lnTo>
                    <a:pt x="5087518" y="593928"/>
                  </a:lnTo>
                  <a:close/>
                </a:path>
                <a:path w="18288000" h="10287000">
                  <a:moveTo>
                    <a:pt x="5089690" y="1801050"/>
                  </a:moveTo>
                  <a:lnTo>
                    <a:pt x="5084394" y="1791893"/>
                  </a:lnTo>
                  <a:lnTo>
                    <a:pt x="5075237" y="1797177"/>
                  </a:lnTo>
                  <a:lnTo>
                    <a:pt x="5080520" y="1806333"/>
                  </a:lnTo>
                  <a:lnTo>
                    <a:pt x="5089690" y="1801050"/>
                  </a:lnTo>
                  <a:close/>
                </a:path>
                <a:path w="18288000" h="10287000">
                  <a:moveTo>
                    <a:pt x="5091849" y="3008172"/>
                  </a:moveTo>
                  <a:lnTo>
                    <a:pt x="5088915" y="3003092"/>
                  </a:lnTo>
                  <a:lnTo>
                    <a:pt x="5083822" y="3006026"/>
                  </a:lnTo>
                  <a:lnTo>
                    <a:pt x="5086756" y="3011119"/>
                  </a:lnTo>
                  <a:lnTo>
                    <a:pt x="5091849" y="3008172"/>
                  </a:lnTo>
                  <a:close/>
                </a:path>
                <a:path w="18288000" h="10287000">
                  <a:moveTo>
                    <a:pt x="5106784" y="928141"/>
                  </a:moveTo>
                  <a:lnTo>
                    <a:pt x="5099736" y="915936"/>
                  </a:lnTo>
                  <a:lnTo>
                    <a:pt x="5087518" y="922985"/>
                  </a:lnTo>
                  <a:lnTo>
                    <a:pt x="5094567" y="935202"/>
                  </a:lnTo>
                  <a:lnTo>
                    <a:pt x="5106784" y="928141"/>
                  </a:lnTo>
                  <a:close/>
                </a:path>
                <a:path w="18288000" h="10287000">
                  <a:moveTo>
                    <a:pt x="5108956" y="2135263"/>
                  </a:moveTo>
                  <a:lnTo>
                    <a:pt x="5104257" y="2127135"/>
                  </a:lnTo>
                  <a:lnTo>
                    <a:pt x="5096116" y="2131834"/>
                  </a:lnTo>
                  <a:lnTo>
                    <a:pt x="5100815" y="2139975"/>
                  </a:lnTo>
                  <a:lnTo>
                    <a:pt x="5108956" y="2135263"/>
                  </a:lnTo>
                  <a:close/>
                </a:path>
                <a:path w="18288000" h="10287000">
                  <a:moveTo>
                    <a:pt x="5110721" y="3342284"/>
                  </a:moveTo>
                  <a:lnTo>
                    <a:pt x="5108664" y="3338728"/>
                  </a:lnTo>
                  <a:lnTo>
                    <a:pt x="5105108" y="3340773"/>
                  </a:lnTo>
                  <a:lnTo>
                    <a:pt x="5107165" y="3344341"/>
                  </a:lnTo>
                  <a:lnTo>
                    <a:pt x="5110721" y="3342284"/>
                  </a:lnTo>
                  <a:close/>
                </a:path>
                <a:path w="18288000" h="10287000">
                  <a:moveTo>
                    <a:pt x="5122684" y="54914"/>
                  </a:moveTo>
                  <a:lnTo>
                    <a:pt x="5114747" y="41186"/>
                  </a:lnTo>
                  <a:lnTo>
                    <a:pt x="5101006" y="49110"/>
                  </a:lnTo>
                  <a:lnTo>
                    <a:pt x="5108943" y="62852"/>
                  </a:lnTo>
                  <a:lnTo>
                    <a:pt x="5122684" y="54914"/>
                  </a:lnTo>
                  <a:close/>
                </a:path>
                <a:path w="18288000" h="10287000">
                  <a:moveTo>
                    <a:pt x="5125656" y="1262265"/>
                  </a:moveTo>
                  <a:lnTo>
                    <a:pt x="5119484" y="1251572"/>
                  </a:lnTo>
                  <a:lnTo>
                    <a:pt x="5108803" y="1257744"/>
                  </a:lnTo>
                  <a:lnTo>
                    <a:pt x="5114976" y="1268425"/>
                  </a:lnTo>
                  <a:lnTo>
                    <a:pt x="5125656" y="1262265"/>
                  </a:lnTo>
                  <a:close/>
                </a:path>
                <a:path w="18288000" h="10287000">
                  <a:moveTo>
                    <a:pt x="5128222" y="2469489"/>
                  </a:moveTo>
                  <a:lnTo>
                    <a:pt x="5124107" y="2462365"/>
                  </a:lnTo>
                  <a:lnTo>
                    <a:pt x="5116982" y="2466479"/>
                  </a:lnTo>
                  <a:lnTo>
                    <a:pt x="5121097" y="2473604"/>
                  </a:lnTo>
                  <a:lnTo>
                    <a:pt x="5128222" y="2469489"/>
                  </a:lnTo>
                  <a:close/>
                </a:path>
                <a:path w="18288000" h="10287000">
                  <a:moveTo>
                    <a:pt x="5129593" y="3676408"/>
                  </a:moveTo>
                  <a:lnTo>
                    <a:pt x="5128425" y="3674376"/>
                  </a:lnTo>
                  <a:lnTo>
                    <a:pt x="5126380" y="3675545"/>
                  </a:lnTo>
                  <a:lnTo>
                    <a:pt x="5127561" y="3677577"/>
                  </a:lnTo>
                  <a:lnTo>
                    <a:pt x="5129593" y="3676408"/>
                  </a:lnTo>
                  <a:close/>
                </a:path>
                <a:path w="18288000" h="10287000">
                  <a:moveTo>
                    <a:pt x="5142357" y="389242"/>
                  </a:moveTo>
                  <a:lnTo>
                    <a:pt x="5134711" y="376021"/>
                  </a:lnTo>
                  <a:lnTo>
                    <a:pt x="5121491" y="383654"/>
                  </a:lnTo>
                  <a:lnTo>
                    <a:pt x="5129123" y="396887"/>
                  </a:lnTo>
                  <a:lnTo>
                    <a:pt x="5142357" y="389242"/>
                  </a:lnTo>
                  <a:close/>
                </a:path>
                <a:path w="18288000" h="10287000">
                  <a:moveTo>
                    <a:pt x="5144922" y="1596478"/>
                  </a:moveTo>
                  <a:lnTo>
                    <a:pt x="5139347" y="1586814"/>
                  </a:lnTo>
                  <a:lnTo>
                    <a:pt x="5129682" y="1592402"/>
                  </a:lnTo>
                  <a:lnTo>
                    <a:pt x="5135257" y="1602066"/>
                  </a:lnTo>
                  <a:lnTo>
                    <a:pt x="5144922" y="1596478"/>
                  </a:lnTo>
                  <a:close/>
                </a:path>
                <a:path w="18288000" h="10287000">
                  <a:moveTo>
                    <a:pt x="5146700" y="2803499"/>
                  </a:moveTo>
                  <a:lnTo>
                    <a:pt x="5143754" y="2798407"/>
                  </a:lnTo>
                  <a:lnTo>
                    <a:pt x="5138674" y="2801340"/>
                  </a:lnTo>
                  <a:lnTo>
                    <a:pt x="5141607" y="2806433"/>
                  </a:lnTo>
                  <a:lnTo>
                    <a:pt x="5146700" y="2803499"/>
                  </a:lnTo>
                  <a:close/>
                </a:path>
                <a:path w="18288000" h="10287000">
                  <a:moveTo>
                    <a:pt x="5161623" y="723468"/>
                  </a:moveTo>
                  <a:lnTo>
                    <a:pt x="5154574" y="711263"/>
                  </a:lnTo>
                  <a:lnTo>
                    <a:pt x="5142369" y="718312"/>
                  </a:lnTo>
                  <a:lnTo>
                    <a:pt x="5149418" y="730516"/>
                  </a:lnTo>
                  <a:lnTo>
                    <a:pt x="5161623" y="723468"/>
                  </a:lnTo>
                  <a:close/>
                </a:path>
                <a:path w="18288000" h="10287000">
                  <a:moveTo>
                    <a:pt x="5163794" y="1930590"/>
                  </a:moveTo>
                  <a:lnTo>
                    <a:pt x="5159095" y="1922449"/>
                  </a:lnTo>
                  <a:lnTo>
                    <a:pt x="5150955" y="1927161"/>
                  </a:lnTo>
                  <a:lnTo>
                    <a:pt x="5155654" y="1935302"/>
                  </a:lnTo>
                  <a:lnTo>
                    <a:pt x="5163794" y="1930590"/>
                  </a:lnTo>
                  <a:close/>
                </a:path>
                <a:path w="18288000" h="10287000">
                  <a:moveTo>
                    <a:pt x="5165966" y="3137725"/>
                  </a:moveTo>
                  <a:lnTo>
                    <a:pt x="5163617" y="3133648"/>
                  </a:lnTo>
                  <a:lnTo>
                    <a:pt x="5159540" y="3135998"/>
                  </a:lnTo>
                  <a:lnTo>
                    <a:pt x="5161889" y="3140075"/>
                  </a:lnTo>
                  <a:lnTo>
                    <a:pt x="5165966" y="3137725"/>
                  </a:lnTo>
                  <a:close/>
                </a:path>
                <a:path w="18288000" h="10287000">
                  <a:moveTo>
                    <a:pt x="5180889" y="1057694"/>
                  </a:moveTo>
                  <a:lnTo>
                    <a:pt x="5174437" y="1046505"/>
                  </a:lnTo>
                  <a:lnTo>
                    <a:pt x="5163248" y="1052969"/>
                  </a:lnTo>
                  <a:lnTo>
                    <a:pt x="5169700" y="1064158"/>
                  </a:lnTo>
                  <a:lnTo>
                    <a:pt x="5180889" y="1057694"/>
                  </a:lnTo>
                  <a:close/>
                </a:path>
                <a:path w="18288000" h="10287000">
                  <a:moveTo>
                    <a:pt x="5183073" y="2264816"/>
                  </a:moveTo>
                  <a:lnTo>
                    <a:pt x="5178958" y="2257691"/>
                  </a:lnTo>
                  <a:lnTo>
                    <a:pt x="5171833" y="2261806"/>
                  </a:lnTo>
                  <a:lnTo>
                    <a:pt x="5175948" y="2268931"/>
                  </a:lnTo>
                  <a:lnTo>
                    <a:pt x="5183073" y="2264816"/>
                  </a:lnTo>
                  <a:close/>
                </a:path>
                <a:path w="18288000" h="10287000">
                  <a:moveTo>
                    <a:pt x="5184838" y="3471837"/>
                  </a:moveTo>
                  <a:lnTo>
                    <a:pt x="5183365" y="3469297"/>
                  </a:lnTo>
                  <a:lnTo>
                    <a:pt x="5180825" y="3470757"/>
                  </a:lnTo>
                  <a:lnTo>
                    <a:pt x="5182286" y="3473297"/>
                  </a:lnTo>
                  <a:lnTo>
                    <a:pt x="5184838" y="3471837"/>
                  </a:lnTo>
                  <a:close/>
                </a:path>
                <a:path w="18288000" h="10287000">
                  <a:moveTo>
                    <a:pt x="5197195" y="184581"/>
                  </a:moveTo>
                  <a:lnTo>
                    <a:pt x="5189563" y="171335"/>
                  </a:lnTo>
                  <a:lnTo>
                    <a:pt x="5176329" y="178981"/>
                  </a:lnTo>
                  <a:lnTo>
                    <a:pt x="5183962" y="192214"/>
                  </a:lnTo>
                  <a:lnTo>
                    <a:pt x="5197195" y="184581"/>
                  </a:lnTo>
                  <a:close/>
                </a:path>
                <a:path w="18288000" h="10287000">
                  <a:moveTo>
                    <a:pt x="5199773" y="1391805"/>
                  </a:moveTo>
                  <a:lnTo>
                    <a:pt x="5194185" y="1382141"/>
                  </a:lnTo>
                  <a:lnTo>
                    <a:pt x="5184521" y="1387716"/>
                  </a:lnTo>
                  <a:lnTo>
                    <a:pt x="5190096" y="1397393"/>
                  </a:lnTo>
                  <a:lnTo>
                    <a:pt x="5199773" y="1391805"/>
                  </a:lnTo>
                  <a:close/>
                </a:path>
                <a:path w="18288000" h="10287000">
                  <a:moveTo>
                    <a:pt x="5201932" y="2598928"/>
                  </a:moveTo>
                  <a:lnTo>
                    <a:pt x="5198707" y="2593327"/>
                  </a:lnTo>
                  <a:lnTo>
                    <a:pt x="5193106" y="2596565"/>
                  </a:lnTo>
                  <a:lnTo>
                    <a:pt x="5196344" y="2602153"/>
                  </a:lnTo>
                  <a:lnTo>
                    <a:pt x="5201932" y="2598928"/>
                  </a:lnTo>
                  <a:close/>
                </a:path>
                <a:path w="18288000" h="10287000">
                  <a:moveTo>
                    <a:pt x="5204104" y="3806063"/>
                  </a:moveTo>
                  <a:lnTo>
                    <a:pt x="5203228" y="3804526"/>
                  </a:lnTo>
                  <a:lnTo>
                    <a:pt x="5201704" y="3805402"/>
                  </a:lnTo>
                  <a:lnTo>
                    <a:pt x="5202593" y="3806939"/>
                  </a:lnTo>
                  <a:lnTo>
                    <a:pt x="5204104" y="3806063"/>
                  </a:lnTo>
                  <a:close/>
                </a:path>
                <a:path w="18288000" h="10287000">
                  <a:moveTo>
                    <a:pt x="5216461" y="518795"/>
                  </a:moveTo>
                  <a:lnTo>
                    <a:pt x="5209413" y="506577"/>
                  </a:lnTo>
                  <a:lnTo>
                    <a:pt x="5197208" y="513626"/>
                  </a:lnTo>
                  <a:lnTo>
                    <a:pt x="5204257" y="525843"/>
                  </a:lnTo>
                  <a:lnTo>
                    <a:pt x="5216461" y="518795"/>
                  </a:lnTo>
                  <a:close/>
                </a:path>
                <a:path w="18288000" h="10287000">
                  <a:moveTo>
                    <a:pt x="5219039" y="1726031"/>
                  </a:moveTo>
                  <a:lnTo>
                    <a:pt x="5214048" y="1717370"/>
                  </a:lnTo>
                  <a:lnTo>
                    <a:pt x="5205387" y="1722374"/>
                  </a:lnTo>
                  <a:lnTo>
                    <a:pt x="5210391" y="1731022"/>
                  </a:lnTo>
                  <a:lnTo>
                    <a:pt x="5219039" y="1726031"/>
                  </a:lnTo>
                  <a:close/>
                </a:path>
                <a:path w="18288000" h="10287000">
                  <a:moveTo>
                    <a:pt x="5221211" y="2933154"/>
                  </a:moveTo>
                  <a:lnTo>
                    <a:pt x="5218569" y="2928569"/>
                  </a:lnTo>
                  <a:lnTo>
                    <a:pt x="5213985" y="2931223"/>
                  </a:lnTo>
                  <a:lnTo>
                    <a:pt x="5216626" y="2935795"/>
                  </a:lnTo>
                  <a:lnTo>
                    <a:pt x="5221211" y="2933154"/>
                  </a:lnTo>
                  <a:close/>
                </a:path>
                <a:path w="18288000" h="10287000">
                  <a:moveTo>
                    <a:pt x="5235740" y="853020"/>
                  </a:moveTo>
                  <a:lnTo>
                    <a:pt x="5229276" y="841819"/>
                  </a:lnTo>
                  <a:lnTo>
                    <a:pt x="5218087" y="848283"/>
                  </a:lnTo>
                  <a:lnTo>
                    <a:pt x="5224551" y="859472"/>
                  </a:lnTo>
                  <a:lnTo>
                    <a:pt x="5235740" y="853020"/>
                  </a:lnTo>
                  <a:close/>
                </a:path>
                <a:path w="18288000" h="10287000">
                  <a:moveTo>
                    <a:pt x="5238318" y="2060244"/>
                  </a:moveTo>
                  <a:lnTo>
                    <a:pt x="5233911" y="2052612"/>
                  </a:lnTo>
                  <a:lnTo>
                    <a:pt x="5226266" y="2057019"/>
                  </a:lnTo>
                  <a:lnTo>
                    <a:pt x="5230673" y="2064651"/>
                  </a:lnTo>
                  <a:lnTo>
                    <a:pt x="5238318" y="2060244"/>
                  </a:lnTo>
                  <a:close/>
                </a:path>
                <a:path w="18288000" h="10287000">
                  <a:moveTo>
                    <a:pt x="5240083" y="3267265"/>
                  </a:moveTo>
                  <a:lnTo>
                    <a:pt x="5238318" y="3264217"/>
                  </a:lnTo>
                  <a:lnTo>
                    <a:pt x="5235257" y="3265982"/>
                  </a:lnTo>
                  <a:lnTo>
                    <a:pt x="5237023" y="3269030"/>
                  </a:lnTo>
                  <a:lnTo>
                    <a:pt x="5240083" y="3267265"/>
                  </a:lnTo>
                  <a:close/>
                </a:path>
                <a:path w="18288000" h="10287000">
                  <a:moveTo>
                    <a:pt x="5254612" y="1187132"/>
                  </a:moveTo>
                  <a:lnTo>
                    <a:pt x="5249037" y="1177455"/>
                  </a:lnTo>
                  <a:lnTo>
                    <a:pt x="5239359" y="1183043"/>
                  </a:lnTo>
                  <a:lnTo>
                    <a:pt x="5244947" y="1192707"/>
                  </a:lnTo>
                  <a:lnTo>
                    <a:pt x="5254612" y="1187132"/>
                  </a:lnTo>
                  <a:close/>
                </a:path>
                <a:path w="18288000" h="10287000">
                  <a:moveTo>
                    <a:pt x="5257177" y="2394356"/>
                  </a:moveTo>
                  <a:lnTo>
                    <a:pt x="5253647" y="2388260"/>
                  </a:lnTo>
                  <a:lnTo>
                    <a:pt x="5247551" y="2391791"/>
                  </a:lnTo>
                  <a:lnTo>
                    <a:pt x="5251081" y="2397887"/>
                  </a:lnTo>
                  <a:lnTo>
                    <a:pt x="5257177" y="2394356"/>
                  </a:lnTo>
                  <a:close/>
                </a:path>
                <a:path w="18288000" h="10287000">
                  <a:moveTo>
                    <a:pt x="5259349" y="3601491"/>
                  </a:moveTo>
                  <a:lnTo>
                    <a:pt x="5258181" y="3599446"/>
                  </a:lnTo>
                  <a:lnTo>
                    <a:pt x="5256149" y="3600627"/>
                  </a:lnTo>
                  <a:lnTo>
                    <a:pt x="5257317" y="3602659"/>
                  </a:lnTo>
                  <a:lnTo>
                    <a:pt x="5259349" y="3601491"/>
                  </a:lnTo>
                  <a:close/>
                </a:path>
                <a:path w="18288000" h="10287000">
                  <a:moveTo>
                    <a:pt x="5271313" y="314121"/>
                  </a:moveTo>
                  <a:lnTo>
                    <a:pt x="5264264" y="301904"/>
                  </a:lnTo>
                  <a:lnTo>
                    <a:pt x="5252047" y="308952"/>
                  </a:lnTo>
                  <a:lnTo>
                    <a:pt x="5259095" y="321170"/>
                  </a:lnTo>
                  <a:lnTo>
                    <a:pt x="5271313" y="314121"/>
                  </a:lnTo>
                  <a:close/>
                </a:path>
                <a:path w="18288000" h="10287000">
                  <a:moveTo>
                    <a:pt x="5273891" y="1521345"/>
                  </a:moveTo>
                  <a:lnTo>
                    <a:pt x="5268887" y="1512697"/>
                  </a:lnTo>
                  <a:lnTo>
                    <a:pt x="5260238" y="1517700"/>
                  </a:lnTo>
                  <a:lnTo>
                    <a:pt x="5265229" y="1526349"/>
                  </a:lnTo>
                  <a:lnTo>
                    <a:pt x="5273891" y="1521345"/>
                  </a:lnTo>
                  <a:close/>
                </a:path>
                <a:path w="18288000" h="10287000">
                  <a:moveTo>
                    <a:pt x="5276050" y="2728468"/>
                  </a:moveTo>
                  <a:lnTo>
                    <a:pt x="5273408" y="2723896"/>
                  </a:lnTo>
                  <a:lnTo>
                    <a:pt x="5268823" y="2726537"/>
                  </a:lnTo>
                  <a:lnTo>
                    <a:pt x="5271465" y="2731122"/>
                  </a:lnTo>
                  <a:lnTo>
                    <a:pt x="5276050" y="2728468"/>
                  </a:lnTo>
                  <a:close/>
                </a:path>
                <a:path w="18288000" h="10287000">
                  <a:moveTo>
                    <a:pt x="5290185" y="648233"/>
                  </a:moveTo>
                  <a:lnTo>
                    <a:pt x="5284013" y="637552"/>
                  </a:lnTo>
                  <a:lnTo>
                    <a:pt x="5273332" y="643724"/>
                  </a:lnTo>
                  <a:lnTo>
                    <a:pt x="5279491" y="654405"/>
                  </a:lnTo>
                  <a:lnTo>
                    <a:pt x="5290185" y="648233"/>
                  </a:lnTo>
                  <a:close/>
                </a:path>
                <a:path w="18288000" h="10287000">
                  <a:moveTo>
                    <a:pt x="5293157" y="1855571"/>
                  </a:moveTo>
                  <a:lnTo>
                    <a:pt x="5288750" y="1847938"/>
                  </a:lnTo>
                  <a:lnTo>
                    <a:pt x="5281117" y="1852345"/>
                  </a:lnTo>
                  <a:lnTo>
                    <a:pt x="5285524" y="1859978"/>
                  </a:lnTo>
                  <a:lnTo>
                    <a:pt x="5293157" y="1855571"/>
                  </a:lnTo>
                  <a:close/>
                </a:path>
                <a:path w="18288000" h="10287000">
                  <a:moveTo>
                    <a:pt x="5295316" y="3062694"/>
                  </a:moveTo>
                  <a:lnTo>
                    <a:pt x="5293271" y="3059138"/>
                  </a:lnTo>
                  <a:lnTo>
                    <a:pt x="5289702" y="3061195"/>
                  </a:lnTo>
                  <a:lnTo>
                    <a:pt x="5291760" y="3064751"/>
                  </a:lnTo>
                  <a:lnTo>
                    <a:pt x="5295316" y="3062694"/>
                  </a:lnTo>
                  <a:close/>
                </a:path>
                <a:path w="18288000" h="10287000">
                  <a:moveTo>
                    <a:pt x="5309451" y="982446"/>
                  </a:moveTo>
                  <a:lnTo>
                    <a:pt x="5303863" y="972781"/>
                  </a:lnTo>
                  <a:lnTo>
                    <a:pt x="5294211" y="978369"/>
                  </a:lnTo>
                  <a:lnTo>
                    <a:pt x="5299786" y="988034"/>
                  </a:lnTo>
                  <a:lnTo>
                    <a:pt x="5309451" y="982446"/>
                  </a:lnTo>
                  <a:close/>
                </a:path>
                <a:path w="18288000" h="10287000">
                  <a:moveTo>
                    <a:pt x="5312422" y="2189797"/>
                  </a:moveTo>
                  <a:lnTo>
                    <a:pt x="5308612" y="2183180"/>
                  </a:lnTo>
                  <a:lnTo>
                    <a:pt x="5301996" y="2186990"/>
                  </a:lnTo>
                  <a:lnTo>
                    <a:pt x="5305806" y="2193607"/>
                  </a:lnTo>
                  <a:lnTo>
                    <a:pt x="5312422" y="2189797"/>
                  </a:lnTo>
                  <a:close/>
                </a:path>
                <a:path w="18288000" h="10287000">
                  <a:moveTo>
                    <a:pt x="5314188" y="3396818"/>
                  </a:moveTo>
                  <a:lnTo>
                    <a:pt x="5313019" y="3394773"/>
                  </a:lnTo>
                  <a:lnTo>
                    <a:pt x="5310987" y="3395954"/>
                  </a:lnTo>
                  <a:lnTo>
                    <a:pt x="5312156" y="3397986"/>
                  </a:lnTo>
                  <a:lnTo>
                    <a:pt x="5314188" y="3396818"/>
                  </a:lnTo>
                  <a:close/>
                </a:path>
                <a:path w="18288000" h="10287000">
                  <a:moveTo>
                    <a:pt x="5325757" y="109334"/>
                  </a:moveTo>
                  <a:lnTo>
                    <a:pt x="5319001" y="97624"/>
                  </a:lnTo>
                  <a:lnTo>
                    <a:pt x="5307292" y="104381"/>
                  </a:lnTo>
                  <a:lnTo>
                    <a:pt x="5314048" y="116090"/>
                  </a:lnTo>
                  <a:lnTo>
                    <a:pt x="5325757" y="109334"/>
                  </a:lnTo>
                  <a:close/>
                </a:path>
                <a:path w="18288000" h="10287000">
                  <a:moveTo>
                    <a:pt x="5328729" y="1316672"/>
                  </a:moveTo>
                  <a:lnTo>
                    <a:pt x="5323725" y="1308023"/>
                  </a:lnTo>
                  <a:lnTo>
                    <a:pt x="5315077" y="1313014"/>
                  </a:lnTo>
                  <a:lnTo>
                    <a:pt x="5320068" y="1321663"/>
                  </a:lnTo>
                  <a:lnTo>
                    <a:pt x="5328729" y="1316672"/>
                  </a:lnTo>
                  <a:close/>
                </a:path>
                <a:path w="18288000" h="10287000">
                  <a:moveTo>
                    <a:pt x="5331295" y="2523909"/>
                  </a:moveTo>
                  <a:lnTo>
                    <a:pt x="5328361" y="2518816"/>
                  </a:lnTo>
                  <a:lnTo>
                    <a:pt x="5323268" y="2521762"/>
                  </a:lnTo>
                  <a:lnTo>
                    <a:pt x="5326202" y="2526842"/>
                  </a:lnTo>
                  <a:lnTo>
                    <a:pt x="5331295" y="2523909"/>
                  </a:lnTo>
                  <a:close/>
                </a:path>
                <a:path w="18288000" h="10287000">
                  <a:moveTo>
                    <a:pt x="5345023" y="443560"/>
                  </a:moveTo>
                  <a:lnTo>
                    <a:pt x="5338851" y="432866"/>
                  </a:lnTo>
                  <a:lnTo>
                    <a:pt x="5328170" y="439039"/>
                  </a:lnTo>
                  <a:lnTo>
                    <a:pt x="5334343" y="449719"/>
                  </a:lnTo>
                  <a:lnTo>
                    <a:pt x="5345023" y="443560"/>
                  </a:lnTo>
                  <a:close/>
                </a:path>
                <a:path w="18288000" h="10287000">
                  <a:moveTo>
                    <a:pt x="5347995" y="1650898"/>
                  </a:moveTo>
                  <a:lnTo>
                    <a:pt x="5343588" y="1643265"/>
                  </a:lnTo>
                  <a:lnTo>
                    <a:pt x="5335956" y="1647672"/>
                  </a:lnTo>
                  <a:lnTo>
                    <a:pt x="5340362" y="1655305"/>
                  </a:lnTo>
                  <a:lnTo>
                    <a:pt x="5347995" y="1650898"/>
                  </a:lnTo>
                  <a:close/>
                </a:path>
                <a:path w="18288000" h="10287000">
                  <a:moveTo>
                    <a:pt x="5350561" y="2858135"/>
                  </a:moveTo>
                  <a:lnTo>
                    <a:pt x="5348211" y="2854058"/>
                  </a:lnTo>
                  <a:lnTo>
                    <a:pt x="5344147" y="2856407"/>
                  </a:lnTo>
                  <a:lnTo>
                    <a:pt x="5346497" y="2860471"/>
                  </a:lnTo>
                  <a:lnTo>
                    <a:pt x="5350561" y="2858135"/>
                  </a:lnTo>
                  <a:close/>
                </a:path>
                <a:path w="18288000" h="10287000">
                  <a:moveTo>
                    <a:pt x="5364289" y="777773"/>
                  </a:moveTo>
                  <a:lnTo>
                    <a:pt x="5358714" y="768108"/>
                  </a:lnTo>
                  <a:lnTo>
                    <a:pt x="5349049" y="773696"/>
                  </a:lnTo>
                  <a:lnTo>
                    <a:pt x="5354625" y="783361"/>
                  </a:lnTo>
                  <a:lnTo>
                    <a:pt x="5364289" y="777773"/>
                  </a:lnTo>
                  <a:close/>
                </a:path>
                <a:path w="18288000" h="10287000">
                  <a:moveTo>
                    <a:pt x="5367667" y="1985225"/>
                  </a:moveTo>
                  <a:lnTo>
                    <a:pt x="5363553" y="1978101"/>
                  </a:lnTo>
                  <a:lnTo>
                    <a:pt x="5356428" y="1982216"/>
                  </a:lnTo>
                  <a:lnTo>
                    <a:pt x="5360543" y="1989340"/>
                  </a:lnTo>
                  <a:lnTo>
                    <a:pt x="5367667" y="1985225"/>
                  </a:lnTo>
                  <a:close/>
                </a:path>
                <a:path w="18288000" h="10287000">
                  <a:moveTo>
                    <a:pt x="5369433" y="3192246"/>
                  </a:moveTo>
                  <a:lnTo>
                    <a:pt x="5367972" y="3189706"/>
                  </a:lnTo>
                  <a:lnTo>
                    <a:pt x="5365432" y="3191167"/>
                  </a:lnTo>
                  <a:lnTo>
                    <a:pt x="5366893" y="3193707"/>
                  </a:lnTo>
                  <a:lnTo>
                    <a:pt x="5369433" y="3192246"/>
                  </a:lnTo>
                  <a:close/>
                </a:path>
                <a:path w="18288000" h="10287000">
                  <a:moveTo>
                    <a:pt x="5383568" y="1111999"/>
                  </a:moveTo>
                  <a:lnTo>
                    <a:pt x="5378564" y="1103350"/>
                  </a:lnTo>
                  <a:lnTo>
                    <a:pt x="5369928" y="1108341"/>
                  </a:lnTo>
                  <a:lnTo>
                    <a:pt x="5374919" y="1116990"/>
                  </a:lnTo>
                  <a:lnTo>
                    <a:pt x="5383568" y="1111999"/>
                  </a:lnTo>
                  <a:close/>
                </a:path>
                <a:path w="18288000" h="10287000">
                  <a:moveTo>
                    <a:pt x="5386540" y="2319337"/>
                  </a:moveTo>
                  <a:lnTo>
                    <a:pt x="5383314" y="2313736"/>
                  </a:lnTo>
                  <a:lnTo>
                    <a:pt x="5377713" y="2316975"/>
                  </a:lnTo>
                  <a:lnTo>
                    <a:pt x="5380939" y="2322563"/>
                  </a:lnTo>
                  <a:lnTo>
                    <a:pt x="5386540" y="2319337"/>
                  </a:lnTo>
                  <a:close/>
                </a:path>
                <a:path w="18288000" h="10287000">
                  <a:moveTo>
                    <a:pt x="5388711" y="3526459"/>
                  </a:moveTo>
                  <a:lnTo>
                    <a:pt x="5387835" y="3524935"/>
                  </a:lnTo>
                  <a:lnTo>
                    <a:pt x="5386298" y="3525812"/>
                  </a:lnTo>
                  <a:lnTo>
                    <a:pt x="5387187" y="3527348"/>
                  </a:lnTo>
                  <a:lnTo>
                    <a:pt x="5388711" y="3526459"/>
                  </a:lnTo>
                  <a:close/>
                </a:path>
                <a:path w="18288000" h="10287000">
                  <a:moveTo>
                    <a:pt x="5399468" y="238772"/>
                  </a:moveTo>
                  <a:lnTo>
                    <a:pt x="5393588" y="228600"/>
                  </a:lnTo>
                  <a:lnTo>
                    <a:pt x="5383415" y="234480"/>
                  </a:lnTo>
                  <a:lnTo>
                    <a:pt x="5389296" y="244652"/>
                  </a:lnTo>
                  <a:lnTo>
                    <a:pt x="5399468" y="238772"/>
                  </a:lnTo>
                  <a:close/>
                </a:path>
                <a:path w="18288000" h="10287000">
                  <a:moveTo>
                    <a:pt x="5403240" y="1446326"/>
                  </a:moveTo>
                  <a:lnTo>
                    <a:pt x="5398541" y="1438186"/>
                  </a:lnTo>
                  <a:lnTo>
                    <a:pt x="5390400" y="1442885"/>
                  </a:lnTo>
                  <a:lnTo>
                    <a:pt x="5395099" y="1451025"/>
                  </a:lnTo>
                  <a:lnTo>
                    <a:pt x="5403240" y="1446326"/>
                  </a:lnTo>
                  <a:close/>
                </a:path>
                <a:path w="18288000" h="10287000">
                  <a:moveTo>
                    <a:pt x="5405412" y="2653449"/>
                  </a:moveTo>
                  <a:lnTo>
                    <a:pt x="5403062" y="2649385"/>
                  </a:lnTo>
                  <a:lnTo>
                    <a:pt x="5398986" y="2651734"/>
                  </a:lnTo>
                  <a:lnTo>
                    <a:pt x="5401335" y="2655798"/>
                  </a:lnTo>
                  <a:lnTo>
                    <a:pt x="5405412" y="2653449"/>
                  </a:lnTo>
                  <a:close/>
                </a:path>
                <a:path w="18288000" h="10287000">
                  <a:moveTo>
                    <a:pt x="5419141" y="573100"/>
                  </a:moveTo>
                  <a:lnTo>
                    <a:pt x="5413553" y="563435"/>
                  </a:lnTo>
                  <a:lnTo>
                    <a:pt x="5403888" y="569010"/>
                  </a:lnTo>
                  <a:lnTo>
                    <a:pt x="5409476" y="578688"/>
                  </a:lnTo>
                  <a:lnTo>
                    <a:pt x="5419141" y="573100"/>
                  </a:lnTo>
                  <a:close/>
                </a:path>
                <a:path w="18288000" h="10287000">
                  <a:moveTo>
                    <a:pt x="5422519" y="1780540"/>
                  </a:moveTo>
                  <a:lnTo>
                    <a:pt x="5418404" y="1773415"/>
                  </a:lnTo>
                  <a:lnTo>
                    <a:pt x="5411279" y="1777542"/>
                  </a:lnTo>
                  <a:lnTo>
                    <a:pt x="5415394" y="1784667"/>
                  </a:lnTo>
                  <a:lnTo>
                    <a:pt x="5422519" y="1780540"/>
                  </a:lnTo>
                  <a:close/>
                </a:path>
                <a:path w="18288000" h="10287000">
                  <a:moveTo>
                    <a:pt x="5424678" y="2987675"/>
                  </a:moveTo>
                  <a:lnTo>
                    <a:pt x="5422912" y="2984614"/>
                  </a:lnTo>
                  <a:lnTo>
                    <a:pt x="5419864" y="2986379"/>
                  </a:lnTo>
                  <a:lnTo>
                    <a:pt x="5421630" y="2989440"/>
                  </a:lnTo>
                  <a:lnTo>
                    <a:pt x="5424678" y="2987675"/>
                  </a:lnTo>
                  <a:close/>
                </a:path>
                <a:path w="18288000" h="10287000">
                  <a:moveTo>
                    <a:pt x="5438406" y="907326"/>
                  </a:moveTo>
                  <a:lnTo>
                    <a:pt x="5433415" y="898677"/>
                  </a:lnTo>
                  <a:lnTo>
                    <a:pt x="5424767" y="903668"/>
                  </a:lnTo>
                  <a:lnTo>
                    <a:pt x="5429758" y="912317"/>
                  </a:lnTo>
                  <a:lnTo>
                    <a:pt x="5438406" y="907326"/>
                  </a:lnTo>
                  <a:close/>
                </a:path>
                <a:path w="18288000" h="10287000">
                  <a:moveTo>
                    <a:pt x="5441378" y="2114664"/>
                  </a:moveTo>
                  <a:lnTo>
                    <a:pt x="5438152" y="2109063"/>
                  </a:lnTo>
                  <a:lnTo>
                    <a:pt x="5432552" y="2112302"/>
                  </a:lnTo>
                  <a:lnTo>
                    <a:pt x="5435790" y="2117890"/>
                  </a:lnTo>
                  <a:lnTo>
                    <a:pt x="5441378" y="2114664"/>
                  </a:lnTo>
                  <a:close/>
                </a:path>
                <a:path w="18288000" h="10287000">
                  <a:moveTo>
                    <a:pt x="5443956" y="3321901"/>
                  </a:moveTo>
                  <a:lnTo>
                    <a:pt x="5442775" y="3319856"/>
                  </a:lnTo>
                  <a:lnTo>
                    <a:pt x="5440743" y="3321037"/>
                  </a:lnTo>
                  <a:lnTo>
                    <a:pt x="5441912" y="3323069"/>
                  </a:lnTo>
                  <a:lnTo>
                    <a:pt x="5443956" y="3321901"/>
                  </a:lnTo>
                  <a:close/>
                </a:path>
                <a:path w="18288000" h="10287000">
                  <a:moveTo>
                    <a:pt x="5454320" y="34099"/>
                  </a:moveTo>
                  <a:lnTo>
                    <a:pt x="5448439" y="23914"/>
                  </a:lnTo>
                  <a:lnTo>
                    <a:pt x="5438254" y="29794"/>
                  </a:lnTo>
                  <a:lnTo>
                    <a:pt x="5444134" y="39979"/>
                  </a:lnTo>
                  <a:lnTo>
                    <a:pt x="5454320" y="34099"/>
                  </a:lnTo>
                  <a:close/>
                </a:path>
                <a:path w="18288000" h="10287000">
                  <a:moveTo>
                    <a:pt x="5458091" y="1241653"/>
                  </a:moveTo>
                  <a:lnTo>
                    <a:pt x="5453392" y="1233512"/>
                  </a:lnTo>
                  <a:lnTo>
                    <a:pt x="5445239" y="1238211"/>
                  </a:lnTo>
                  <a:lnTo>
                    <a:pt x="5449938" y="1246352"/>
                  </a:lnTo>
                  <a:lnTo>
                    <a:pt x="5458091" y="1241653"/>
                  </a:lnTo>
                  <a:close/>
                </a:path>
                <a:path w="18288000" h="10287000">
                  <a:moveTo>
                    <a:pt x="5460657" y="2448890"/>
                  </a:moveTo>
                  <a:lnTo>
                    <a:pt x="5458015" y="2444305"/>
                  </a:lnTo>
                  <a:lnTo>
                    <a:pt x="5453431" y="2446947"/>
                  </a:lnTo>
                  <a:lnTo>
                    <a:pt x="5456085" y="2451531"/>
                  </a:lnTo>
                  <a:lnTo>
                    <a:pt x="5460657" y="2448890"/>
                  </a:lnTo>
                  <a:close/>
                </a:path>
                <a:path w="18288000" h="10287000">
                  <a:moveTo>
                    <a:pt x="5473585" y="368312"/>
                  </a:moveTo>
                  <a:lnTo>
                    <a:pt x="5468290" y="359156"/>
                  </a:lnTo>
                  <a:lnTo>
                    <a:pt x="5459133" y="364451"/>
                  </a:lnTo>
                  <a:lnTo>
                    <a:pt x="5464416" y="373608"/>
                  </a:lnTo>
                  <a:lnTo>
                    <a:pt x="5473585" y="368312"/>
                  </a:lnTo>
                  <a:close/>
                </a:path>
                <a:path w="18288000" h="10287000">
                  <a:moveTo>
                    <a:pt x="5477357" y="1575866"/>
                  </a:moveTo>
                  <a:lnTo>
                    <a:pt x="5473243" y="1568742"/>
                  </a:lnTo>
                  <a:lnTo>
                    <a:pt x="5466118" y="1572856"/>
                  </a:lnTo>
                  <a:lnTo>
                    <a:pt x="5470233" y="1579981"/>
                  </a:lnTo>
                  <a:lnTo>
                    <a:pt x="5477357" y="1575866"/>
                  </a:lnTo>
                  <a:close/>
                </a:path>
                <a:path w="18288000" h="10287000">
                  <a:moveTo>
                    <a:pt x="5479923" y="2783103"/>
                  </a:moveTo>
                  <a:lnTo>
                    <a:pt x="5477865" y="2779547"/>
                  </a:lnTo>
                  <a:lnTo>
                    <a:pt x="5474309" y="2781604"/>
                  </a:lnTo>
                  <a:lnTo>
                    <a:pt x="5476367" y="2785160"/>
                  </a:lnTo>
                  <a:lnTo>
                    <a:pt x="5479923" y="2783103"/>
                  </a:lnTo>
                  <a:close/>
                </a:path>
                <a:path w="18288000" h="10287000">
                  <a:moveTo>
                    <a:pt x="5493258" y="702640"/>
                  </a:moveTo>
                  <a:lnTo>
                    <a:pt x="5488267" y="693991"/>
                  </a:lnTo>
                  <a:lnTo>
                    <a:pt x="5479605" y="698995"/>
                  </a:lnTo>
                  <a:lnTo>
                    <a:pt x="5484609" y="707644"/>
                  </a:lnTo>
                  <a:lnTo>
                    <a:pt x="5493258" y="702640"/>
                  </a:lnTo>
                  <a:close/>
                </a:path>
                <a:path w="18288000" h="10287000">
                  <a:moveTo>
                    <a:pt x="5496623" y="1910092"/>
                  </a:moveTo>
                  <a:lnTo>
                    <a:pt x="5493105" y="1903984"/>
                  </a:lnTo>
                  <a:lnTo>
                    <a:pt x="5486997" y="1907514"/>
                  </a:lnTo>
                  <a:lnTo>
                    <a:pt x="5490527" y="1913623"/>
                  </a:lnTo>
                  <a:lnTo>
                    <a:pt x="5496623" y="1910092"/>
                  </a:lnTo>
                  <a:close/>
                </a:path>
                <a:path w="18288000" h="10287000">
                  <a:moveTo>
                    <a:pt x="5498795" y="3117215"/>
                  </a:moveTo>
                  <a:lnTo>
                    <a:pt x="5497627" y="3115183"/>
                  </a:lnTo>
                  <a:lnTo>
                    <a:pt x="5495582" y="3116351"/>
                  </a:lnTo>
                  <a:lnTo>
                    <a:pt x="5496763" y="3118396"/>
                  </a:lnTo>
                  <a:lnTo>
                    <a:pt x="5498795" y="3117215"/>
                  </a:lnTo>
                  <a:close/>
                </a:path>
                <a:path w="18288000" h="10287000">
                  <a:moveTo>
                    <a:pt x="5512917" y="1036980"/>
                  </a:moveTo>
                  <a:lnTo>
                    <a:pt x="5508231" y="1028839"/>
                  </a:lnTo>
                  <a:lnTo>
                    <a:pt x="5500090" y="1033538"/>
                  </a:lnTo>
                  <a:lnTo>
                    <a:pt x="5504789" y="1041679"/>
                  </a:lnTo>
                  <a:lnTo>
                    <a:pt x="5512917" y="1036980"/>
                  </a:lnTo>
                  <a:close/>
                </a:path>
                <a:path w="18288000" h="10287000">
                  <a:moveTo>
                    <a:pt x="5515495" y="2244204"/>
                  </a:moveTo>
                  <a:lnTo>
                    <a:pt x="5512854" y="2239619"/>
                  </a:lnTo>
                  <a:lnTo>
                    <a:pt x="5508269" y="2242274"/>
                  </a:lnTo>
                  <a:lnTo>
                    <a:pt x="5510911" y="2246846"/>
                  </a:lnTo>
                  <a:lnTo>
                    <a:pt x="5515495" y="2244204"/>
                  </a:lnTo>
                  <a:close/>
                </a:path>
                <a:path w="18288000" h="10287000">
                  <a:moveTo>
                    <a:pt x="5528424" y="163639"/>
                  </a:moveTo>
                  <a:lnTo>
                    <a:pt x="5523141" y="154482"/>
                  </a:lnTo>
                  <a:lnTo>
                    <a:pt x="5513971" y="159778"/>
                  </a:lnTo>
                  <a:lnTo>
                    <a:pt x="5519267" y="168935"/>
                  </a:lnTo>
                  <a:lnTo>
                    <a:pt x="5528424" y="163639"/>
                  </a:lnTo>
                  <a:close/>
                </a:path>
                <a:path w="18288000" h="10287000">
                  <a:moveTo>
                    <a:pt x="5532196" y="1371193"/>
                  </a:moveTo>
                  <a:lnTo>
                    <a:pt x="5528081" y="1364068"/>
                  </a:lnTo>
                  <a:lnTo>
                    <a:pt x="5520969" y="1368183"/>
                  </a:lnTo>
                  <a:lnTo>
                    <a:pt x="5525071" y="1375308"/>
                  </a:lnTo>
                  <a:lnTo>
                    <a:pt x="5532196" y="1371193"/>
                  </a:lnTo>
                  <a:close/>
                </a:path>
                <a:path w="18288000" h="10287000">
                  <a:moveTo>
                    <a:pt x="5534761" y="2578430"/>
                  </a:moveTo>
                  <a:lnTo>
                    <a:pt x="5532717" y="2574861"/>
                  </a:lnTo>
                  <a:lnTo>
                    <a:pt x="5529148" y="2576919"/>
                  </a:lnTo>
                  <a:lnTo>
                    <a:pt x="5531205" y="2580487"/>
                  </a:lnTo>
                  <a:lnTo>
                    <a:pt x="5534761" y="2578430"/>
                  </a:lnTo>
                  <a:close/>
                </a:path>
                <a:path w="18288000" h="10287000">
                  <a:moveTo>
                    <a:pt x="5548096" y="497967"/>
                  </a:moveTo>
                  <a:lnTo>
                    <a:pt x="5543105" y="489318"/>
                  </a:lnTo>
                  <a:lnTo>
                    <a:pt x="5534457" y="494309"/>
                  </a:lnTo>
                  <a:lnTo>
                    <a:pt x="5539448" y="502958"/>
                  </a:lnTo>
                  <a:lnTo>
                    <a:pt x="5548096" y="497967"/>
                  </a:lnTo>
                  <a:close/>
                </a:path>
                <a:path w="18288000" h="10287000">
                  <a:moveTo>
                    <a:pt x="5551475" y="1705419"/>
                  </a:moveTo>
                  <a:lnTo>
                    <a:pt x="5547944" y="1699310"/>
                  </a:lnTo>
                  <a:lnTo>
                    <a:pt x="5541835" y="1702841"/>
                  </a:lnTo>
                  <a:lnTo>
                    <a:pt x="5545366" y="1708937"/>
                  </a:lnTo>
                  <a:lnTo>
                    <a:pt x="5551475" y="1705419"/>
                  </a:lnTo>
                  <a:close/>
                </a:path>
                <a:path w="18288000" h="10287000">
                  <a:moveTo>
                    <a:pt x="5554040" y="2912656"/>
                  </a:moveTo>
                  <a:lnTo>
                    <a:pt x="5552567" y="2910103"/>
                  </a:lnTo>
                  <a:lnTo>
                    <a:pt x="5550027" y="2911576"/>
                  </a:lnTo>
                  <a:lnTo>
                    <a:pt x="5551500" y="2914116"/>
                  </a:lnTo>
                  <a:lnTo>
                    <a:pt x="5554040" y="2912656"/>
                  </a:lnTo>
                  <a:close/>
                </a:path>
                <a:path w="18288000" h="10287000">
                  <a:moveTo>
                    <a:pt x="5567769" y="832294"/>
                  </a:moveTo>
                  <a:lnTo>
                    <a:pt x="5563070" y="824153"/>
                  </a:lnTo>
                  <a:lnTo>
                    <a:pt x="5554929" y="828852"/>
                  </a:lnTo>
                  <a:lnTo>
                    <a:pt x="5559628" y="836993"/>
                  </a:lnTo>
                  <a:lnTo>
                    <a:pt x="5567769" y="832294"/>
                  </a:lnTo>
                  <a:close/>
                </a:path>
                <a:path w="18288000" h="10287000">
                  <a:moveTo>
                    <a:pt x="5570740" y="2039632"/>
                  </a:moveTo>
                  <a:lnTo>
                    <a:pt x="5567794" y="2034552"/>
                  </a:lnTo>
                  <a:lnTo>
                    <a:pt x="5562714" y="2037486"/>
                  </a:lnTo>
                  <a:lnTo>
                    <a:pt x="5565648" y="2042579"/>
                  </a:lnTo>
                  <a:lnTo>
                    <a:pt x="5570740" y="2039632"/>
                  </a:lnTo>
                  <a:close/>
                </a:path>
                <a:path w="18288000" h="10287000">
                  <a:moveTo>
                    <a:pt x="5573306" y="3246869"/>
                  </a:moveTo>
                  <a:lnTo>
                    <a:pt x="5572430" y="3245345"/>
                  </a:lnTo>
                  <a:lnTo>
                    <a:pt x="5570906" y="3246221"/>
                  </a:lnTo>
                  <a:lnTo>
                    <a:pt x="5571782" y="3247745"/>
                  </a:lnTo>
                  <a:lnTo>
                    <a:pt x="5573306" y="3246869"/>
                  </a:lnTo>
                  <a:close/>
                </a:path>
                <a:path w="18288000" h="10287000">
                  <a:moveTo>
                    <a:pt x="5587047" y="1166520"/>
                  </a:moveTo>
                  <a:lnTo>
                    <a:pt x="5582932" y="1159395"/>
                  </a:lnTo>
                  <a:lnTo>
                    <a:pt x="5575808" y="1163510"/>
                  </a:lnTo>
                  <a:lnTo>
                    <a:pt x="5579923" y="1170635"/>
                  </a:lnTo>
                  <a:lnTo>
                    <a:pt x="5587047" y="1166520"/>
                  </a:lnTo>
                  <a:close/>
                </a:path>
                <a:path w="18288000" h="10287000">
                  <a:moveTo>
                    <a:pt x="5590019" y="2373858"/>
                  </a:moveTo>
                  <a:lnTo>
                    <a:pt x="5587670" y="2369794"/>
                  </a:lnTo>
                  <a:lnTo>
                    <a:pt x="5583593" y="2372144"/>
                  </a:lnTo>
                  <a:lnTo>
                    <a:pt x="5585942" y="2376208"/>
                  </a:lnTo>
                  <a:lnTo>
                    <a:pt x="5590019" y="2373858"/>
                  </a:lnTo>
                  <a:close/>
                </a:path>
                <a:path w="18288000" h="10287000">
                  <a:moveTo>
                    <a:pt x="5602935" y="293293"/>
                  </a:moveTo>
                  <a:lnTo>
                    <a:pt x="5597944" y="284645"/>
                  </a:lnTo>
                  <a:lnTo>
                    <a:pt x="5589295" y="289636"/>
                  </a:lnTo>
                  <a:lnTo>
                    <a:pt x="5594299" y="298284"/>
                  </a:lnTo>
                  <a:lnTo>
                    <a:pt x="5602935" y="293293"/>
                  </a:lnTo>
                  <a:close/>
                </a:path>
                <a:path w="18288000" h="10287000">
                  <a:moveTo>
                    <a:pt x="5606313" y="1500746"/>
                  </a:moveTo>
                  <a:lnTo>
                    <a:pt x="5602783" y="1494637"/>
                  </a:lnTo>
                  <a:lnTo>
                    <a:pt x="5596687" y="1498155"/>
                  </a:lnTo>
                  <a:lnTo>
                    <a:pt x="5600204" y="1504264"/>
                  </a:lnTo>
                  <a:lnTo>
                    <a:pt x="5606313" y="1500746"/>
                  </a:lnTo>
                  <a:close/>
                </a:path>
                <a:path w="18288000" h="10287000">
                  <a:moveTo>
                    <a:pt x="5609285" y="2708084"/>
                  </a:moveTo>
                  <a:lnTo>
                    <a:pt x="5607520" y="2705023"/>
                  </a:lnTo>
                  <a:lnTo>
                    <a:pt x="5604472" y="2706789"/>
                  </a:lnTo>
                  <a:lnTo>
                    <a:pt x="5606224" y="2709849"/>
                  </a:lnTo>
                  <a:lnTo>
                    <a:pt x="5609285" y="2708084"/>
                  </a:lnTo>
                  <a:close/>
                </a:path>
                <a:path w="18288000" h="10287000">
                  <a:moveTo>
                    <a:pt x="5622620" y="627621"/>
                  </a:moveTo>
                  <a:lnTo>
                    <a:pt x="5617908" y="619480"/>
                  </a:lnTo>
                  <a:lnTo>
                    <a:pt x="5609768" y="624179"/>
                  </a:lnTo>
                  <a:lnTo>
                    <a:pt x="5614467" y="632320"/>
                  </a:lnTo>
                  <a:lnTo>
                    <a:pt x="5622620" y="627621"/>
                  </a:lnTo>
                  <a:close/>
                </a:path>
                <a:path w="18288000" h="10287000">
                  <a:moveTo>
                    <a:pt x="5625579" y="1834959"/>
                  </a:moveTo>
                  <a:lnTo>
                    <a:pt x="5622645" y="1829879"/>
                  </a:lnTo>
                  <a:lnTo>
                    <a:pt x="5617565" y="1832813"/>
                  </a:lnTo>
                  <a:lnTo>
                    <a:pt x="5620499" y="1837905"/>
                  </a:lnTo>
                  <a:lnTo>
                    <a:pt x="5625579" y="1834959"/>
                  </a:lnTo>
                  <a:close/>
                </a:path>
                <a:path w="18288000" h="10287000">
                  <a:moveTo>
                    <a:pt x="5628157" y="3042196"/>
                  </a:moveTo>
                  <a:lnTo>
                    <a:pt x="5627268" y="3040672"/>
                  </a:lnTo>
                  <a:lnTo>
                    <a:pt x="5625744" y="3041548"/>
                  </a:lnTo>
                  <a:lnTo>
                    <a:pt x="5626633" y="3043072"/>
                  </a:lnTo>
                  <a:lnTo>
                    <a:pt x="5628157" y="3042196"/>
                  </a:lnTo>
                  <a:close/>
                </a:path>
                <a:path w="18288000" h="10287000">
                  <a:moveTo>
                    <a:pt x="5641886" y="961847"/>
                  </a:moveTo>
                  <a:lnTo>
                    <a:pt x="5637771" y="954722"/>
                  </a:lnTo>
                  <a:lnTo>
                    <a:pt x="5630646" y="958837"/>
                  </a:lnTo>
                  <a:lnTo>
                    <a:pt x="5634761" y="965962"/>
                  </a:lnTo>
                  <a:lnTo>
                    <a:pt x="5641886" y="961847"/>
                  </a:lnTo>
                  <a:close/>
                </a:path>
                <a:path w="18288000" h="10287000">
                  <a:moveTo>
                    <a:pt x="5644858" y="2169185"/>
                  </a:moveTo>
                  <a:lnTo>
                    <a:pt x="5642508" y="2165108"/>
                  </a:lnTo>
                  <a:lnTo>
                    <a:pt x="5638444" y="2167458"/>
                  </a:lnTo>
                  <a:lnTo>
                    <a:pt x="5640794" y="2171535"/>
                  </a:lnTo>
                  <a:lnTo>
                    <a:pt x="5644858" y="2169185"/>
                  </a:lnTo>
                  <a:close/>
                </a:path>
                <a:path w="18288000" h="10287000">
                  <a:moveTo>
                    <a:pt x="5657380" y="88506"/>
                  </a:moveTo>
                  <a:lnTo>
                    <a:pt x="5652681" y="80365"/>
                  </a:lnTo>
                  <a:lnTo>
                    <a:pt x="5644540" y="85064"/>
                  </a:lnTo>
                  <a:lnTo>
                    <a:pt x="5649239" y="93205"/>
                  </a:lnTo>
                  <a:lnTo>
                    <a:pt x="5657380" y="88506"/>
                  </a:lnTo>
                  <a:close/>
                </a:path>
                <a:path w="18288000" h="10287000">
                  <a:moveTo>
                    <a:pt x="5661558" y="1296174"/>
                  </a:moveTo>
                  <a:lnTo>
                    <a:pt x="5657735" y="1289558"/>
                  </a:lnTo>
                  <a:lnTo>
                    <a:pt x="5651131" y="1293380"/>
                  </a:lnTo>
                  <a:lnTo>
                    <a:pt x="5654941" y="1299997"/>
                  </a:lnTo>
                  <a:lnTo>
                    <a:pt x="5661558" y="1296174"/>
                  </a:lnTo>
                  <a:close/>
                </a:path>
                <a:path w="18288000" h="10287000">
                  <a:moveTo>
                    <a:pt x="5664124" y="2503411"/>
                  </a:moveTo>
                  <a:lnTo>
                    <a:pt x="5662358" y="2500350"/>
                  </a:lnTo>
                  <a:lnTo>
                    <a:pt x="5659310" y="2502116"/>
                  </a:lnTo>
                  <a:lnTo>
                    <a:pt x="5661076" y="2505164"/>
                  </a:lnTo>
                  <a:lnTo>
                    <a:pt x="5664124" y="2503411"/>
                  </a:lnTo>
                  <a:close/>
                </a:path>
                <a:path w="18288000" h="10287000">
                  <a:moveTo>
                    <a:pt x="5677052" y="422833"/>
                  </a:moveTo>
                  <a:lnTo>
                    <a:pt x="5672645" y="415201"/>
                  </a:lnTo>
                  <a:lnTo>
                    <a:pt x="5665013" y="419608"/>
                  </a:lnTo>
                  <a:lnTo>
                    <a:pt x="5669419" y="427253"/>
                  </a:lnTo>
                  <a:lnTo>
                    <a:pt x="5677052" y="422833"/>
                  </a:lnTo>
                  <a:close/>
                </a:path>
                <a:path w="18288000" h="10287000">
                  <a:moveTo>
                    <a:pt x="5680430" y="1630286"/>
                  </a:moveTo>
                  <a:lnTo>
                    <a:pt x="5677484" y="1625193"/>
                  </a:lnTo>
                  <a:lnTo>
                    <a:pt x="5672404" y="1628140"/>
                  </a:lnTo>
                  <a:lnTo>
                    <a:pt x="5675338" y="1633220"/>
                  </a:lnTo>
                  <a:lnTo>
                    <a:pt x="5680430" y="1630286"/>
                  </a:lnTo>
                  <a:close/>
                </a:path>
                <a:path w="18288000" h="10287000">
                  <a:moveTo>
                    <a:pt x="5683389" y="2837624"/>
                  </a:moveTo>
                  <a:lnTo>
                    <a:pt x="5682221" y="2835592"/>
                  </a:lnTo>
                  <a:lnTo>
                    <a:pt x="5680189" y="2836773"/>
                  </a:lnTo>
                  <a:lnTo>
                    <a:pt x="5681357" y="2838805"/>
                  </a:lnTo>
                  <a:lnTo>
                    <a:pt x="5683389" y="2837624"/>
                  </a:lnTo>
                  <a:close/>
                </a:path>
                <a:path w="18288000" h="10287000">
                  <a:moveTo>
                    <a:pt x="5696724" y="757161"/>
                  </a:moveTo>
                  <a:lnTo>
                    <a:pt x="5692610" y="750036"/>
                  </a:lnTo>
                  <a:lnTo>
                    <a:pt x="5685485" y="754151"/>
                  </a:lnTo>
                  <a:lnTo>
                    <a:pt x="5689612" y="761276"/>
                  </a:lnTo>
                  <a:lnTo>
                    <a:pt x="5696724" y="757161"/>
                  </a:lnTo>
                  <a:close/>
                </a:path>
                <a:path w="18288000" h="10287000">
                  <a:moveTo>
                    <a:pt x="5700103" y="1964613"/>
                  </a:moveTo>
                  <a:lnTo>
                    <a:pt x="5697461" y="1960029"/>
                  </a:lnTo>
                  <a:lnTo>
                    <a:pt x="5692876" y="1962683"/>
                  </a:lnTo>
                  <a:lnTo>
                    <a:pt x="5695531" y="1967255"/>
                  </a:lnTo>
                  <a:lnTo>
                    <a:pt x="5700103" y="1964613"/>
                  </a:lnTo>
                  <a:close/>
                </a:path>
                <a:path w="18288000" h="10287000">
                  <a:moveTo>
                    <a:pt x="5716397" y="1091501"/>
                  </a:moveTo>
                  <a:lnTo>
                    <a:pt x="5712574" y="1084884"/>
                  </a:lnTo>
                  <a:lnTo>
                    <a:pt x="5705970" y="1088694"/>
                  </a:lnTo>
                  <a:lnTo>
                    <a:pt x="5709793" y="1095311"/>
                  </a:lnTo>
                  <a:lnTo>
                    <a:pt x="5716397" y="1091501"/>
                  </a:lnTo>
                  <a:close/>
                </a:path>
                <a:path w="18288000" h="10287000">
                  <a:moveTo>
                    <a:pt x="5719381" y="2298839"/>
                  </a:moveTo>
                  <a:lnTo>
                    <a:pt x="5717311" y="2295271"/>
                  </a:lnTo>
                  <a:lnTo>
                    <a:pt x="5713755" y="2297328"/>
                  </a:lnTo>
                  <a:lnTo>
                    <a:pt x="5715813" y="2300897"/>
                  </a:lnTo>
                  <a:lnTo>
                    <a:pt x="5719381" y="2298839"/>
                  </a:lnTo>
                  <a:close/>
                </a:path>
                <a:path w="18288000" h="10287000">
                  <a:moveTo>
                    <a:pt x="5731903" y="218160"/>
                  </a:moveTo>
                  <a:lnTo>
                    <a:pt x="5727497" y="210527"/>
                  </a:lnTo>
                  <a:lnTo>
                    <a:pt x="5719851" y="214934"/>
                  </a:lnTo>
                  <a:lnTo>
                    <a:pt x="5724258" y="222567"/>
                  </a:lnTo>
                  <a:lnTo>
                    <a:pt x="5731903" y="218160"/>
                  </a:lnTo>
                  <a:close/>
                </a:path>
                <a:path w="18288000" h="10287000">
                  <a:moveTo>
                    <a:pt x="5735269" y="1425613"/>
                  </a:moveTo>
                  <a:lnTo>
                    <a:pt x="5732335" y="1420520"/>
                  </a:lnTo>
                  <a:lnTo>
                    <a:pt x="5727243" y="1423454"/>
                  </a:lnTo>
                  <a:lnTo>
                    <a:pt x="5730189" y="1428546"/>
                  </a:lnTo>
                  <a:lnTo>
                    <a:pt x="5735269" y="1425613"/>
                  </a:lnTo>
                  <a:close/>
                </a:path>
                <a:path w="18288000" h="10287000">
                  <a:moveTo>
                    <a:pt x="5738241" y="2632951"/>
                  </a:moveTo>
                  <a:lnTo>
                    <a:pt x="5737072" y="2630919"/>
                  </a:lnTo>
                  <a:lnTo>
                    <a:pt x="5735028" y="2632087"/>
                  </a:lnTo>
                  <a:lnTo>
                    <a:pt x="5736209" y="2634132"/>
                  </a:lnTo>
                  <a:lnTo>
                    <a:pt x="5738241" y="2632951"/>
                  </a:lnTo>
                  <a:close/>
                </a:path>
                <a:path w="18288000" h="10287000">
                  <a:moveTo>
                    <a:pt x="5751563" y="552488"/>
                  </a:moveTo>
                  <a:lnTo>
                    <a:pt x="5747461" y="545376"/>
                  </a:lnTo>
                  <a:lnTo>
                    <a:pt x="5740336" y="549478"/>
                  </a:lnTo>
                  <a:lnTo>
                    <a:pt x="5744451" y="556602"/>
                  </a:lnTo>
                  <a:lnTo>
                    <a:pt x="5751563" y="552488"/>
                  </a:lnTo>
                  <a:close/>
                </a:path>
                <a:path w="18288000" h="10287000">
                  <a:moveTo>
                    <a:pt x="5754941" y="1759940"/>
                  </a:moveTo>
                  <a:lnTo>
                    <a:pt x="5752300" y="1755368"/>
                  </a:lnTo>
                  <a:lnTo>
                    <a:pt x="5747728" y="1758010"/>
                  </a:lnTo>
                  <a:lnTo>
                    <a:pt x="5750369" y="1762582"/>
                  </a:lnTo>
                  <a:lnTo>
                    <a:pt x="5754941" y="1759940"/>
                  </a:lnTo>
                  <a:close/>
                </a:path>
                <a:path w="18288000" h="10287000">
                  <a:moveTo>
                    <a:pt x="5757519" y="2967177"/>
                  </a:moveTo>
                  <a:lnTo>
                    <a:pt x="5757265" y="2966745"/>
                  </a:lnTo>
                  <a:lnTo>
                    <a:pt x="5755906" y="2966745"/>
                  </a:lnTo>
                  <a:lnTo>
                    <a:pt x="5756160" y="2967177"/>
                  </a:lnTo>
                  <a:lnTo>
                    <a:pt x="5757519" y="2967177"/>
                  </a:lnTo>
                  <a:close/>
                </a:path>
                <a:path w="18288000" h="10287000">
                  <a:moveTo>
                    <a:pt x="5771248" y="886815"/>
                  </a:moveTo>
                  <a:lnTo>
                    <a:pt x="5767425" y="880211"/>
                  </a:lnTo>
                  <a:lnTo>
                    <a:pt x="5760809" y="884021"/>
                  </a:lnTo>
                  <a:lnTo>
                    <a:pt x="5764619" y="890638"/>
                  </a:lnTo>
                  <a:lnTo>
                    <a:pt x="5771248" y="886815"/>
                  </a:lnTo>
                  <a:close/>
                </a:path>
                <a:path w="18288000" h="10287000">
                  <a:moveTo>
                    <a:pt x="5774207" y="2094166"/>
                  </a:moveTo>
                  <a:lnTo>
                    <a:pt x="5772162" y="2090597"/>
                  </a:lnTo>
                  <a:lnTo>
                    <a:pt x="5768594" y="2092655"/>
                  </a:lnTo>
                  <a:lnTo>
                    <a:pt x="5770651" y="2096211"/>
                  </a:lnTo>
                  <a:lnTo>
                    <a:pt x="5774207" y="2094166"/>
                  </a:lnTo>
                  <a:close/>
                </a:path>
                <a:path w="18288000" h="10287000">
                  <a:moveTo>
                    <a:pt x="5786742" y="13487"/>
                  </a:moveTo>
                  <a:lnTo>
                    <a:pt x="5782335" y="5854"/>
                  </a:lnTo>
                  <a:lnTo>
                    <a:pt x="5774702" y="10261"/>
                  </a:lnTo>
                  <a:lnTo>
                    <a:pt x="5779109" y="17894"/>
                  </a:lnTo>
                  <a:lnTo>
                    <a:pt x="5786742" y="13487"/>
                  </a:lnTo>
                  <a:close/>
                </a:path>
                <a:path w="18288000" h="10287000">
                  <a:moveTo>
                    <a:pt x="5790514" y="1221041"/>
                  </a:moveTo>
                  <a:lnTo>
                    <a:pt x="5787288" y="1215440"/>
                  </a:lnTo>
                  <a:lnTo>
                    <a:pt x="5781687" y="1218666"/>
                  </a:lnTo>
                  <a:lnTo>
                    <a:pt x="5784926" y="1224280"/>
                  </a:lnTo>
                  <a:lnTo>
                    <a:pt x="5790514" y="1221041"/>
                  </a:lnTo>
                  <a:close/>
                </a:path>
                <a:path w="18288000" h="10287000">
                  <a:moveTo>
                    <a:pt x="5793486" y="2428379"/>
                  </a:moveTo>
                  <a:lnTo>
                    <a:pt x="5792013" y="2425839"/>
                  </a:lnTo>
                  <a:lnTo>
                    <a:pt x="5789473" y="2427313"/>
                  </a:lnTo>
                  <a:lnTo>
                    <a:pt x="5790933" y="2429853"/>
                  </a:lnTo>
                  <a:lnTo>
                    <a:pt x="5793486" y="2428379"/>
                  </a:lnTo>
                  <a:close/>
                </a:path>
                <a:path w="18288000" h="10287000">
                  <a:moveTo>
                    <a:pt x="5806414" y="347814"/>
                  </a:moveTo>
                  <a:lnTo>
                    <a:pt x="5802300" y="340690"/>
                  </a:lnTo>
                  <a:lnTo>
                    <a:pt x="5795175" y="344805"/>
                  </a:lnTo>
                  <a:lnTo>
                    <a:pt x="5799290" y="351929"/>
                  </a:lnTo>
                  <a:lnTo>
                    <a:pt x="5806414" y="347814"/>
                  </a:lnTo>
                  <a:close/>
                </a:path>
                <a:path w="18288000" h="10287000">
                  <a:moveTo>
                    <a:pt x="5809793" y="1555267"/>
                  </a:moveTo>
                  <a:lnTo>
                    <a:pt x="5807138" y="1550682"/>
                  </a:lnTo>
                  <a:lnTo>
                    <a:pt x="5802566" y="1553324"/>
                  </a:lnTo>
                  <a:lnTo>
                    <a:pt x="5805208" y="1557909"/>
                  </a:lnTo>
                  <a:lnTo>
                    <a:pt x="5809793" y="1555267"/>
                  </a:lnTo>
                  <a:close/>
                </a:path>
                <a:path w="18288000" h="10287000">
                  <a:moveTo>
                    <a:pt x="5812764" y="2762605"/>
                  </a:moveTo>
                  <a:lnTo>
                    <a:pt x="5811875" y="2761069"/>
                  </a:lnTo>
                  <a:lnTo>
                    <a:pt x="5810351" y="2761958"/>
                  </a:lnTo>
                  <a:lnTo>
                    <a:pt x="5811228" y="2763494"/>
                  </a:lnTo>
                  <a:lnTo>
                    <a:pt x="5812764" y="2762605"/>
                  </a:lnTo>
                  <a:close/>
                </a:path>
                <a:path w="18288000" h="10287000">
                  <a:moveTo>
                    <a:pt x="5825680" y="682040"/>
                  </a:moveTo>
                  <a:lnTo>
                    <a:pt x="5822162" y="675932"/>
                  </a:lnTo>
                  <a:lnTo>
                    <a:pt x="5816054" y="679462"/>
                  </a:lnTo>
                  <a:lnTo>
                    <a:pt x="5819584" y="685558"/>
                  </a:lnTo>
                  <a:lnTo>
                    <a:pt x="5825680" y="682040"/>
                  </a:lnTo>
                  <a:close/>
                </a:path>
                <a:path w="18288000" h="10287000">
                  <a:moveTo>
                    <a:pt x="5829058" y="1889480"/>
                  </a:moveTo>
                  <a:lnTo>
                    <a:pt x="5827001" y="1885924"/>
                  </a:lnTo>
                  <a:lnTo>
                    <a:pt x="5823445" y="1887982"/>
                  </a:lnTo>
                  <a:lnTo>
                    <a:pt x="5825490" y="1891538"/>
                  </a:lnTo>
                  <a:lnTo>
                    <a:pt x="5829058" y="1889480"/>
                  </a:lnTo>
                  <a:close/>
                </a:path>
                <a:path w="18288000" h="10287000">
                  <a:moveTo>
                    <a:pt x="5845365" y="1016368"/>
                  </a:moveTo>
                  <a:lnTo>
                    <a:pt x="5842127" y="1010767"/>
                  </a:lnTo>
                  <a:lnTo>
                    <a:pt x="5836539" y="1014006"/>
                  </a:lnTo>
                  <a:lnTo>
                    <a:pt x="5839765" y="1019594"/>
                  </a:lnTo>
                  <a:lnTo>
                    <a:pt x="5845365" y="1016368"/>
                  </a:lnTo>
                  <a:close/>
                </a:path>
                <a:path w="18288000" h="10287000">
                  <a:moveTo>
                    <a:pt x="5848324" y="2223706"/>
                  </a:moveTo>
                  <a:lnTo>
                    <a:pt x="5846864" y="2221166"/>
                  </a:lnTo>
                  <a:lnTo>
                    <a:pt x="5844324" y="2222627"/>
                  </a:lnTo>
                  <a:lnTo>
                    <a:pt x="5845784" y="2225179"/>
                  </a:lnTo>
                  <a:lnTo>
                    <a:pt x="5848324" y="2223706"/>
                  </a:lnTo>
                  <a:close/>
                </a:path>
                <a:path w="18288000" h="10287000">
                  <a:moveTo>
                    <a:pt x="5860859" y="143027"/>
                  </a:moveTo>
                  <a:lnTo>
                    <a:pt x="5857037" y="136423"/>
                  </a:lnTo>
                  <a:lnTo>
                    <a:pt x="5850420" y="140233"/>
                  </a:lnTo>
                  <a:lnTo>
                    <a:pt x="5854243" y="146850"/>
                  </a:lnTo>
                  <a:lnTo>
                    <a:pt x="5860859" y="143027"/>
                  </a:lnTo>
                  <a:close/>
                </a:path>
                <a:path w="18288000" h="10287000">
                  <a:moveTo>
                    <a:pt x="5864631" y="1350581"/>
                  </a:moveTo>
                  <a:lnTo>
                    <a:pt x="5861990" y="1346009"/>
                  </a:lnTo>
                  <a:lnTo>
                    <a:pt x="5857405" y="1348651"/>
                  </a:lnTo>
                  <a:lnTo>
                    <a:pt x="5860046" y="1353235"/>
                  </a:lnTo>
                  <a:lnTo>
                    <a:pt x="5864631" y="1350581"/>
                  </a:lnTo>
                  <a:close/>
                </a:path>
                <a:path w="18288000" h="10287000">
                  <a:moveTo>
                    <a:pt x="5867603" y="2557932"/>
                  </a:moveTo>
                  <a:lnTo>
                    <a:pt x="5866714" y="2556395"/>
                  </a:lnTo>
                  <a:lnTo>
                    <a:pt x="5865203" y="2557272"/>
                  </a:lnTo>
                  <a:lnTo>
                    <a:pt x="5866079" y="2558808"/>
                  </a:lnTo>
                  <a:lnTo>
                    <a:pt x="5867603" y="2557932"/>
                  </a:lnTo>
                  <a:close/>
                </a:path>
                <a:path w="18288000" h="10287000">
                  <a:moveTo>
                    <a:pt x="5880532" y="477354"/>
                  </a:moveTo>
                  <a:lnTo>
                    <a:pt x="5877001" y="471258"/>
                  </a:lnTo>
                  <a:lnTo>
                    <a:pt x="5870905" y="474776"/>
                  </a:lnTo>
                  <a:lnTo>
                    <a:pt x="5874423" y="480885"/>
                  </a:lnTo>
                  <a:lnTo>
                    <a:pt x="5880532" y="477354"/>
                  </a:lnTo>
                  <a:close/>
                </a:path>
                <a:path w="18288000" h="10287000">
                  <a:moveTo>
                    <a:pt x="5884303" y="1684921"/>
                  </a:moveTo>
                  <a:lnTo>
                    <a:pt x="5881954" y="1680845"/>
                  </a:lnTo>
                  <a:lnTo>
                    <a:pt x="5877877" y="1683194"/>
                  </a:lnTo>
                  <a:lnTo>
                    <a:pt x="5880227" y="1687271"/>
                  </a:lnTo>
                  <a:lnTo>
                    <a:pt x="5884303" y="1684921"/>
                  </a:lnTo>
                  <a:close/>
                </a:path>
                <a:path w="18288000" h="10287000">
                  <a:moveTo>
                    <a:pt x="5899797" y="811580"/>
                  </a:moveTo>
                  <a:lnTo>
                    <a:pt x="5896864" y="806488"/>
                  </a:lnTo>
                  <a:lnTo>
                    <a:pt x="5891771" y="809434"/>
                  </a:lnTo>
                  <a:lnTo>
                    <a:pt x="5894705" y="814514"/>
                  </a:lnTo>
                  <a:lnTo>
                    <a:pt x="5899797" y="811580"/>
                  </a:lnTo>
                  <a:close/>
                </a:path>
                <a:path w="18288000" h="10287000">
                  <a:moveTo>
                    <a:pt x="5903569" y="2019134"/>
                  </a:moveTo>
                  <a:lnTo>
                    <a:pt x="5901817" y="2016074"/>
                  </a:lnTo>
                  <a:lnTo>
                    <a:pt x="5898756" y="2017839"/>
                  </a:lnTo>
                  <a:lnTo>
                    <a:pt x="5900521" y="2020900"/>
                  </a:lnTo>
                  <a:lnTo>
                    <a:pt x="5903569" y="2019134"/>
                  </a:lnTo>
                  <a:close/>
                </a:path>
                <a:path w="18288000" h="10287000">
                  <a:moveTo>
                    <a:pt x="5919470" y="1145908"/>
                  </a:moveTo>
                  <a:lnTo>
                    <a:pt x="5916828" y="1141323"/>
                  </a:lnTo>
                  <a:lnTo>
                    <a:pt x="5912243" y="1143977"/>
                  </a:lnTo>
                  <a:lnTo>
                    <a:pt x="5914885" y="1148549"/>
                  </a:lnTo>
                  <a:lnTo>
                    <a:pt x="5919470" y="1145908"/>
                  </a:lnTo>
                  <a:close/>
                </a:path>
                <a:path w="18288000" h="10287000">
                  <a:moveTo>
                    <a:pt x="5922848" y="2353360"/>
                  </a:moveTo>
                  <a:lnTo>
                    <a:pt x="5921667" y="2351328"/>
                  </a:lnTo>
                  <a:lnTo>
                    <a:pt x="5919635" y="2352497"/>
                  </a:lnTo>
                  <a:lnTo>
                    <a:pt x="5920816" y="2354529"/>
                  </a:lnTo>
                  <a:lnTo>
                    <a:pt x="5922848" y="2353360"/>
                  </a:lnTo>
                  <a:close/>
                </a:path>
                <a:path w="18288000" h="10287000">
                  <a:moveTo>
                    <a:pt x="5935370" y="272681"/>
                  </a:moveTo>
                  <a:lnTo>
                    <a:pt x="5931852" y="266573"/>
                  </a:lnTo>
                  <a:lnTo>
                    <a:pt x="5925731" y="270103"/>
                  </a:lnTo>
                  <a:lnTo>
                    <a:pt x="5929261" y="276212"/>
                  </a:lnTo>
                  <a:lnTo>
                    <a:pt x="5935370" y="272681"/>
                  </a:lnTo>
                  <a:close/>
                </a:path>
                <a:path w="18288000" h="10287000">
                  <a:moveTo>
                    <a:pt x="5939142" y="1480235"/>
                  </a:moveTo>
                  <a:lnTo>
                    <a:pt x="5936793" y="1476171"/>
                  </a:lnTo>
                  <a:lnTo>
                    <a:pt x="5932729" y="1478521"/>
                  </a:lnTo>
                  <a:lnTo>
                    <a:pt x="5935078" y="1482585"/>
                  </a:lnTo>
                  <a:lnTo>
                    <a:pt x="5939142" y="1480235"/>
                  </a:lnTo>
                  <a:close/>
                </a:path>
                <a:path w="18288000" h="10287000">
                  <a:moveTo>
                    <a:pt x="5954649" y="606907"/>
                  </a:moveTo>
                  <a:lnTo>
                    <a:pt x="5951702" y="601814"/>
                  </a:lnTo>
                  <a:lnTo>
                    <a:pt x="5946622" y="604748"/>
                  </a:lnTo>
                  <a:lnTo>
                    <a:pt x="5949556" y="609841"/>
                  </a:lnTo>
                  <a:lnTo>
                    <a:pt x="5954649" y="606907"/>
                  </a:lnTo>
                  <a:close/>
                </a:path>
                <a:path w="18288000" h="10287000">
                  <a:moveTo>
                    <a:pt x="5958408" y="1814461"/>
                  </a:moveTo>
                  <a:lnTo>
                    <a:pt x="5956655" y="1811413"/>
                  </a:lnTo>
                  <a:lnTo>
                    <a:pt x="5953607" y="1813179"/>
                  </a:lnTo>
                  <a:lnTo>
                    <a:pt x="5955360" y="1816227"/>
                  </a:lnTo>
                  <a:lnTo>
                    <a:pt x="5958408" y="1814461"/>
                  </a:lnTo>
                  <a:close/>
                </a:path>
                <a:path w="18288000" h="10287000">
                  <a:moveTo>
                    <a:pt x="5974321" y="941235"/>
                  </a:moveTo>
                  <a:lnTo>
                    <a:pt x="5971667" y="936663"/>
                  </a:lnTo>
                  <a:lnTo>
                    <a:pt x="5967095" y="939304"/>
                  </a:lnTo>
                  <a:lnTo>
                    <a:pt x="5969736" y="943876"/>
                  </a:lnTo>
                  <a:lnTo>
                    <a:pt x="5974321" y="941235"/>
                  </a:lnTo>
                  <a:close/>
                </a:path>
                <a:path w="18288000" h="10287000">
                  <a:moveTo>
                    <a:pt x="5977687" y="2148687"/>
                  </a:moveTo>
                  <a:lnTo>
                    <a:pt x="5976505" y="2146643"/>
                  </a:lnTo>
                  <a:lnTo>
                    <a:pt x="5974473" y="2147824"/>
                  </a:lnTo>
                  <a:lnTo>
                    <a:pt x="5975655" y="2149856"/>
                  </a:lnTo>
                  <a:lnTo>
                    <a:pt x="5977687" y="2148687"/>
                  </a:lnTo>
                  <a:close/>
                </a:path>
                <a:path w="18288000" h="10287000">
                  <a:moveTo>
                    <a:pt x="5989815" y="67894"/>
                  </a:moveTo>
                  <a:lnTo>
                    <a:pt x="5986589" y="62293"/>
                  </a:lnTo>
                  <a:lnTo>
                    <a:pt x="5980989" y="65532"/>
                  </a:lnTo>
                  <a:lnTo>
                    <a:pt x="5984214" y="71132"/>
                  </a:lnTo>
                  <a:lnTo>
                    <a:pt x="5989815" y="67894"/>
                  </a:lnTo>
                  <a:close/>
                </a:path>
                <a:path w="18288000" h="10287000">
                  <a:moveTo>
                    <a:pt x="5993993" y="1275562"/>
                  </a:moveTo>
                  <a:lnTo>
                    <a:pt x="5991631" y="1271498"/>
                  </a:lnTo>
                  <a:lnTo>
                    <a:pt x="5987567" y="1273848"/>
                  </a:lnTo>
                  <a:lnTo>
                    <a:pt x="5989917" y="1277912"/>
                  </a:lnTo>
                  <a:lnTo>
                    <a:pt x="5993993" y="1275562"/>
                  </a:lnTo>
                  <a:close/>
                </a:path>
                <a:path w="18288000" h="10287000">
                  <a:moveTo>
                    <a:pt x="5996952" y="2482900"/>
                  </a:moveTo>
                  <a:lnTo>
                    <a:pt x="5996711" y="2482469"/>
                  </a:lnTo>
                  <a:lnTo>
                    <a:pt x="5995352" y="2482469"/>
                  </a:lnTo>
                  <a:lnTo>
                    <a:pt x="5995606" y="2482900"/>
                  </a:lnTo>
                  <a:lnTo>
                    <a:pt x="5996952" y="2482900"/>
                  </a:lnTo>
                  <a:close/>
                </a:path>
                <a:path w="18288000" h="10287000">
                  <a:moveTo>
                    <a:pt x="6009487" y="402234"/>
                  </a:moveTo>
                  <a:lnTo>
                    <a:pt x="6006554" y="397141"/>
                  </a:lnTo>
                  <a:lnTo>
                    <a:pt x="6001461" y="400075"/>
                  </a:lnTo>
                  <a:lnTo>
                    <a:pt x="6004395" y="405168"/>
                  </a:lnTo>
                  <a:lnTo>
                    <a:pt x="6009487" y="402234"/>
                  </a:lnTo>
                  <a:close/>
                </a:path>
                <a:path w="18288000" h="10287000">
                  <a:moveTo>
                    <a:pt x="6013259" y="1609788"/>
                  </a:moveTo>
                  <a:lnTo>
                    <a:pt x="6011494" y="1606727"/>
                  </a:lnTo>
                  <a:lnTo>
                    <a:pt x="6008446" y="1608493"/>
                  </a:lnTo>
                  <a:lnTo>
                    <a:pt x="6010211" y="1611553"/>
                  </a:lnTo>
                  <a:lnTo>
                    <a:pt x="6013259" y="1609788"/>
                  </a:lnTo>
                  <a:close/>
                </a:path>
                <a:path w="18288000" h="10287000">
                  <a:moveTo>
                    <a:pt x="6029160" y="736561"/>
                  </a:moveTo>
                  <a:lnTo>
                    <a:pt x="6026505" y="731977"/>
                  </a:lnTo>
                  <a:lnTo>
                    <a:pt x="6021933" y="734618"/>
                  </a:lnTo>
                  <a:lnTo>
                    <a:pt x="6024575" y="739203"/>
                  </a:lnTo>
                  <a:lnTo>
                    <a:pt x="6029160" y="736561"/>
                  </a:lnTo>
                  <a:close/>
                </a:path>
                <a:path w="18288000" h="10287000">
                  <a:moveTo>
                    <a:pt x="6032525" y="1944001"/>
                  </a:moveTo>
                  <a:lnTo>
                    <a:pt x="6031357" y="1941969"/>
                  </a:lnTo>
                  <a:lnTo>
                    <a:pt x="6029312" y="1943138"/>
                  </a:lnTo>
                  <a:lnTo>
                    <a:pt x="6030493" y="1945182"/>
                  </a:lnTo>
                  <a:lnTo>
                    <a:pt x="6032525" y="1944001"/>
                  </a:lnTo>
                  <a:close/>
                </a:path>
                <a:path w="18288000" h="10287000">
                  <a:moveTo>
                    <a:pt x="6048832" y="1070889"/>
                  </a:moveTo>
                  <a:lnTo>
                    <a:pt x="6046482" y="1066812"/>
                  </a:lnTo>
                  <a:lnTo>
                    <a:pt x="6042406" y="1069162"/>
                  </a:lnTo>
                  <a:lnTo>
                    <a:pt x="6044755" y="1073238"/>
                  </a:lnTo>
                  <a:lnTo>
                    <a:pt x="6048832" y="1070889"/>
                  </a:lnTo>
                  <a:close/>
                </a:path>
                <a:path w="18288000" h="10287000">
                  <a:moveTo>
                    <a:pt x="6052210" y="2278329"/>
                  </a:moveTo>
                  <a:lnTo>
                    <a:pt x="6051321" y="2276818"/>
                  </a:lnTo>
                  <a:lnTo>
                    <a:pt x="6049797" y="2277694"/>
                  </a:lnTo>
                  <a:lnTo>
                    <a:pt x="6050673" y="2279218"/>
                  </a:lnTo>
                  <a:lnTo>
                    <a:pt x="6052210" y="2278329"/>
                  </a:lnTo>
                  <a:close/>
                </a:path>
                <a:path w="18288000" h="10287000">
                  <a:moveTo>
                    <a:pt x="6064326" y="197548"/>
                  </a:moveTo>
                  <a:lnTo>
                    <a:pt x="6061392" y="192468"/>
                  </a:lnTo>
                  <a:lnTo>
                    <a:pt x="6056300" y="195402"/>
                  </a:lnTo>
                  <a:lnTo>
                    <a:pt x="6059246" y="200494"/>
                  </a:lnTo>
                  <a:lnTo>
                    <a:pt x="6064326" y="197548"/>
                  </a:lnTo>
                  <a:close/>
                </a:path>
                <a:path w="18288000" h="10287000">
                  <a:moveTo>
                    <a:pt x="6068098" y="1405102"/>
                  </a:moveTo>
                  <a:lnTo>
                    <a:pt x="6066345" y="1402054"/>
                  </a:lnTo>
                  <a:lnTo>
                    <a:pt x="6063285" y="1403819"/>
                  </a:lnTo>
                  <a:lnTo>
                    <a:pt x="6065050" y="1406867"/>
                  </a:lnTo>
                  <a:lnTo>
                    <a:pt x="6068098" y="1405102"/>
                  </a:lnTo>
                  <a:close/>
                </a:path>
                <a:path w="18288000" h="10287000">
                  <a:moveTo>
                    <a:pt x="6083998" y="531876"/>
                  </a:moveTo>
                  <a:lnTo>
                    <a:pt x="6081357" y="527304"/>
                  </a:lnTo>
                  <a:lnTo>
                    <a:pt x="6076772" y="529945"/>
                  </a:lnTo>
                  <a:lnTo>
                    <a:pt x="6079426" y="534530"/>
                  </a:lnTo>
                  <a:lnTo>
                    <a:pt x="6083998" y="531876"/>
                  </a:lnTo>
                  <a:close/>
                </a:path>
                <a:path w="18288000" h="10287000">
                  <a:moveTo>
                    <a:pt x="6087783" y="1739430"/>
                  </a:moveTo>
                  <a:lnTo>
                    <a:pt x="6086310" y="1736890"/>
                  </a:lnTo>
                  <a:lnTo>
                    <a:pt x="6083757" y="1738363"/>
                  </a:lnTo>
                  <a:lnTo>
                    <a:pt x="6085230" y="1740903"/>
                  </a:lnTo>
                  <a:lnTo>
                    <a:pt x="6087783" y="1739430"/>
                  </a:lnTo>
                  <a:close/>
                </a:path>
                <a:path w="18288000" h="10287000">
                  <a:moveTo>
                    <a:pt x="6103671" y="866216"/>
                  </a:moveTo>
                  <a:lnTo>
                    <a:pt x="6101321" y="862139"/>
                  </a:lnTo>
                  <a:lnTo>
                    <a:pt x="6097244" y="864489"/>
                  </a:lnTo>
                  <a:lnTo>
                    <a:pt x="6099607" y="868565"/>
                  </a:lnTo>
                  <a:lnTo>
                    <a:pt x="6103671" y="866216"/>
                  </a:lnTo>
                  <a:close/>
                </a:path>
                <a:path w="18288000" h="10287000">
                  <a:moveTo>
                    <a:pt x="6107049" y="2073656"/>
                  </a:moveTo>
                  <a:lnTo>
                    <a:pt x="6106172" y="2072132"/>
                  </a:lnTo>
                  <a:lnTo>
                    <a:pt x="6104636" y="2073008"/>
                  </a:lnTo>
                  <a:lnTo>
                    <a:pt x="6105512" y="2074532"/>
                  </a:lnTo>
                  <a:lnTo>
                    <a:pt x="6107049" y="2073656"/>
                  </a:lnTo>
                  <a:close/>
                </a:path>
                <a:path w="18288000" h="10287000">
                  <a:moveTo>
                    <a:pt x="6122949" y="1200429"/>
                  </a:moveTo>
                  <a:lnTo>
                    <a:pt x="6121184" y="1197368"/>
                  </a:lnTo>
                  <a:lnTo>
                    <a:pt x="6118123" y="1199134"/>
                  </a:lnTo>
                  <a:lnTo>
                    <a:pt x="6119888" y="1202194"/>
                  </a:lnTo>
                  <a:lnTo>
                    <a:pt x="6122949" y="1200429"/>
                  </a:lnTo>
                  <a:close/>
                </a:path>
                <a:path w="18288000" h="10287000">
                  <a:moveTo>
                    <a:pt x="6138443" y="327088"/>
                  </a:moveTo>
                  <a:lnTo>
                    <a:pt x="6136094" y="323024"/>
                  </a:lnTo>
                  <a:lnTo>
                    <a:pt x="6132030" y="325374"/>
                  </a:lnTo>
                  <a:lnTo>
                    <a:pt x="6134379" y="329450"/>
                  </a:lnTo>
                  <a:lnTo>
                    <a:pt x="6138443" y="327088"/>
                  </a:lnTo>
                  <a:close/>
                </a:path>
                <a:path w="18288000" h="10287000">
                  <a:moveTo>
                    <a:pt x="6142609" y="1534756"/>
                  </a:moveTo>
                  <a:lnTo>
                    <a:pt x="6141148" y="1532216"/>
                  </a:lnTo>
                  <a:lnTo>
                    <a:pt x="6138608" y="1533690"/>
                  </a:lnTo>
                  <a:lnTo>
                    <a:pt x="6140069" y="1536230"/>
                  </a:lnTo>
                  <a:lnTo>
                    <a:pt x="6142609" y="1534756"/>
                  </a:lnTo>
                  <a:close/>
                </a:path>
                <a:path w="18288000" h="10287000">
                  <a:moveTo>
                    <a:pt x="6158115" y="661428"/>
                  </a:moveTo>
                  <a:lnTo>
                    <a:pt x="6156058" y="657860"/>
                  </a:lnTo>
                  <a:lnTo>
                    <a:pt x="6152489" y="659917"/>
                  </a:lnTo>
                  <a:lnTo>
                    <a:pt x="6154559" y="663486"/>
                  </a:lnTo>
                  <a:lnTo>
                    <a:pt x="6158115" y="661428"/>
                  </a:lnTo>
                  <a:close/>
                </a:path>
                <a:path w="18288000" h="10287000">
                  <a:moveTo>
                    <a:pt x="6161887" y="1868982"/>
                  </a:moveTo>
                  <a:lnTo>
                    <a:pt x="6161011" y="1867458"/>
                  </a:lnTo>
                  <a:lnTo>
                    <a:pt x="6159487" y="1868335"/>
                  </a:lnTo>
                  <a:lnTo>
                    <a:pt x="6160363" y="1869859"/>
                  </a:lnTo>
                  <a:lnTo>
                    <a:pt x="6161887" y="1868982"/>
                  </a:lnTo>
                  <a:close/>
                </a:path>
                <a:path w="18288000" h="10287000">
                  <a:moveTo>
                    <a:pt x="6177788" y="995756"/>
                  </a:moveTo>
                  <a:lnTo>
                    <a:pt x="6176022" y="992708"/>
                  </a:lnTo>
                  <a:lnTo>
                    <a:pt x="6172974" y="994460"/>
                  </a:lnTo>
                  <a:lnTo>
                    <a:pt x="6174740" y="997521"/>
                  </a:lnTo>
                  <a:lnTo>
                    <a:pt x="6177788" y="995756"/>
                  </a:lnTo>
                  <a:close/>
                </a:path>
                <a:path w="18288000" h="10287000">
                  <a:moveTo>
                    <a:pt x="6193282" y="122415"/>
                  </a:moveTo>
                  <a:lnTo>
                    <a:pt x="6190932" y="118338"/>
                  </a:lnTo>
                  <a:lnTo>
                    <a:pt x="6186868" y="120688"/>
                  </a:lnTo>
                  <a:lnTo>
                    <a:pt x="6189218" y="124764"/>
                  </a:lnTo>
                  <a:lnTo>
                    <a:pt x="6193282" y="122415"/>
                  </a:lnTo>
                  <a:close/>
                </a:path>
                <a:path w="18288000" h="10287000">
                  <a:moveTo>
                    <a:pt x="6197460" y="1330083"/>
                  </a:moveTo>
                  <a:lnTo>
                    <a:pt x="6195987" y="1327543"/>
                  </a:lnTo>
                  <a:lnTo>
                    <a:pt x="6193447" y="1329016"/>
                  </a:lnTo>
                  <a:lnTo>
                    <a:pt x="6194920" y="1331556"/>
                  </a:lnTo>
                  <a:lnTo>
                    <a:pt x="6197460" y="1330083"/>
                  </a:lnTo>
                  <a:close/>
                </a:path>
                <a:path w="18288000" h="10287000">
                  <a:moveTo>
                    <a:pt x="6212967" y="456742"/>
                  </a:moveTo>
                  <a:lnTo>
                    <a:pt x="6210909" y="453186"/>
                  </a:lnTo>
                  <a:lnTo>
                    <a:pt x="6207341" y="455244"/>
                  </a:lnTo>
                  <a:lnTo>
                    <a:pt x="6209398" y="458800"/>
                  </a:lnTo>
                  <a:lnTo>
                    <a:pt x="6212967" y="456742"/>
                  </a:lnTo>
                  <a:close/>
                </a:path>
                <a:path w="18288000" h="10287000">
                  <a:moveTo>
                    <a:pt x="6216739" y="1664309"/>
                  </a:moveTo>
                  <a:lnTo>
                    <a:pt x="6215850" y="1662772"/>
                  </a:lnTo>
                  <a:lnTo>
                    <a:pt x="6214326" y="1663661"/>
                  </a:lnTo>
                  <a:lnTo>
                    <a:pt x="6215202" y="1665185"/>
                  </a:lnTo>
                  <a:lnTo>
                    <a:pt x="6216739" y="1664309"/>
                  </a:lnTo>
                  <a:close/>
                </a:path>
                <a:path w="18288000" h="10287000">
                  <a:moveTo>
                    <a:pt x="6232639" y="791083"/>
                  </a:moveTo>
                  <a:lnTo>
                    <a:pt x="6230874" y="788022"/>
                  </a:lnTo>
                  <a:lnTo>
                    <a:pt x="6227813" y="789787"/>
                  </a:lnTo>
                  <a:lnTo>
                    <a:pt x="6229578" y="792848"/>
                  </a:lnTo>
                  <a:lnTo>
                    <a:pt x="6232639" y="791083"/>
                  </a:lnTo>
                  <a:close/>
                </a:path>
                <a:path w="18288000" h="10287000">
                  <a:moveTo>
                    <a:pt x="6252311" y="1125410"/>
                  </a:moveTo>
                  <a:lnTo>
                    <a:pt x="6250838" y="1122857"/>
                  </a:lnTo>
                  <a:lnTo>
                    <a:pt x="6248298" y="1124331"/>
                  </a:lnTo>
                  <a:lnTo>
                    <a:pt x="6249759" y="1126883"/>
                  </a:lnTo>
                  <a:lnTo>
                    <a:pt x="6252311" y="1125410"/>
                  </a:lnTo>
                  <a:close/>
                </a:path>
                <a:path w="18288000" h="10287000">
                  <a:moveTo>
                    <a:pt x="6267793" y="252069"/>
                  </a:moveTo>
                  <a:lnTo>
                    <a:pt x="6265748" y="248513"/>
                  </a:lnTo>
                  <a:lnTo>
                    <a:pt x="6262179" y="250571"/>
                  </a:lnTo>
                  <a:lnTo>
                    <a:pt x="6264237" y="254127"/>
                  </a:lnTo>
                  <a:lnTo>
                    <a:pt x="6267793" y="252069"/>
                  </a:lnTo>
                  <a:close/>
                </a:path>
                <a:path w="18288000" h="10287000">
                  <a:moveTo>
                    <a:pt x="6271577" y="1459623"/>
                  </a:moveTo>
                  <a:lnTo>
                    <a:pt x="6270688" y="1458112"/>
                  </a:lnTo>
                  <a:lnTo>
                    <a:pt x="6269164" y="1458988"/>
                  </a:lnTo>
                  <a:lnTo>
                    <a:pt x="6270053" y="1460512"/>
                  </a:lnTo>
                  <a:lnTo>
                    <a:pt x="6271577" y="1459623"/>
                  </a:lnTo>
                  <a:close/>
                </a:path>
                <a:path w="18288000" h="10287000">
                  <a:moveTo>
                    <a:pt x="6287478" y="586397"/>
                  </a:moveTo>
                  <a:lnTo>
                    <a:pt x="6285712" y="583349"/>
                  </a:lnTo>
                  <a:lnTo>
                    <a:pt x="6282664" y="585114"/>
                  </a:lnTo>
                  <a:lnTo>
                    <a:pt x="6284430" y="588162"/>
                  </a:lnTo>
                  <a:lnTo>
                    <a:pt x="6287478" y="586397"/>
                  </a:lnTo>
                  <a:close/>
                </a:path>
                <a:path w="18288000" h="10287000">
                  <a:moveTo>
                    <a:pt x="6307150" y="920724"/>
                  </a:moveTo>
                  <a:lnTo>
                    <a:pt x="6305677" y="918184"/>
                  </a:lnTo>
                  <a:lnTo>
                    <a:pt x="6303137" y="919657"/>
                  </a:lnTo>
                  <a:lnTo>
                    <a:pt x="6304610" y="922197"/>
                  </a:lnTo>
                  <a:lnTo>
                    <a:pt x="6307150" y="920724"/>
                  </a:lnTo>
                  <a:close/>
                </a:path>
                <a:path w="18288000" h="10287000">
                  <a:moveTo>
                    <a:pt x="6322250" y="47282"/>
                  </a:moveTo>
                  <a:lnTo>
                    <a:pt x="6320485" y="44234"/>
                  </a:lnTo>
                  <a:lnTo>
                    <a:pt x="6317424" y="45999"/>
                  </a:lnTo>
                  <a:lnTo>
                    <a:pt x="6319190" y="49047"/>
                  </a:lnTo>
                  <a:lnTo>
                    <a:pt x="6322250" y="47282"/>
                  </a:lnTo>
                  <a:close/>
                </a:path>
                <a:path w="18288000" h="10287000">
                  <a:moveTo>
                    <a:pt x="6326416" y="1254950"/>
                  </a:moveTo>
                  <a:lnTo>
                    <a:pt x="6325540" y="1253426"/>
                  </a:lnTo>
                  <a:lnTo>
                    <a:pt x="6324016" y="1254302"/>
                  </a:lnTo>
                  <a:lnTo>
                    <a:pt x="6324892" y="1255826"/>
                  </a:lnTo>
                  <a:lnTo>
                    <a:pt x="6326416" y="1254950"/>
                  </a:lnTo>
                  <a:close/>
                </a:path>
                <a:path w="18288000" h="10287000">
                  <a:moveTo>
                    <a:pt x="6342316" y="381723"/>
                  </a:moveTo>
                  <a:lnTo>
                    <a:pt x="6340551" y="378663"/>
                  </a:lnTo>
                  <a:lnTo>
                    <a:pt x="6337503" y="380428"/>
                  </a:lnTo>
                  <a:lnTo>
                    <a:pt x="6339268" y="383476"/>
                  </a:lnTo>
                  <a:lnTo>
                    <a:pt x="6342316" y="381723"/>
                  </a:lnTo>
                  <a:close/>
                </a:path>
                <a:path w="18288000" h="10287000">
                  <a:moveTo>
                    <a:pt x="6346088" y="1589278"/>
                  </a:moveTo>
                  <a:lnTo>
                    <a:pt x="6345847" y="1588846"/>
                  </a:lnTo>
                  <a:lnTo>
                    <a:pt x="6344488" y="1588846"/>
                  </a:lnTo>
                  <a:lnTo>
                    <a:pt x="6344742" y="1589278"/>
                  </a:lnTo>
                  <a:lnTo>
                    <a:pt x="6346088" y="1589278"/>
                  </a:lnTo>
                  <a:close/>
                </a:path>
                <a:path w="18288000" h="10287000">
                  <a:moveTo>
                    <a:pt x="6361989" y="716051"/>
                  </a:moveTo>
                  <a:lnTo>
                    <a:pt x="6360515" y="713511"/>
                  </a:lnTo>
                  <a:lnTo>
                    <a:pt x="6357975" y="714971"/>
                  </a:lnTo>
                  <a:lnTo>
                    <a:pt x="6359449" y="717524"/>
                  </a:lnTo>
                  <a:lnTo>
                    <a:pt x="6361989" y="716051"/>
                  </a:lnTo>
                  <a:close/>
                </a:path>
                <a:path w="18288000" h="10287000">
                  <a:moveTo>
                    <a:pt x="6381255" y="1050277"/>
                  </a:moveTo>
                  <a:lnTo>
                    <a:pt x="6380378" y="1048753"/>
                  </a:lnTo>
                  <a:lnTo>
                    <a:pt x="6378854" y="1049629"/>
                  </a:lnTo>
                  <a:lnTo>
                    <a:pt x="6379743" y="1051153"/>
                  </a:lnTo>
                  <a:lnTo>
                    <a:pt x="6381255" y="1050277"/>
                  </a:lnTo>
                  <a:close/>
                </a:path>
                <a:path w="18288000" h="10287000">
                  <a:moveTo>
                    <a:pt x="6396761" y="176936"/>
                  </a:moveTo>
                  <a:lnTo>
                    <a:pt x="6395288" y="174396"/>
                  </a:lnTo>
                  <a:lnTo>
                    <a:pt x="6392748" y="175856"/>
                  </a:lnTo>
                  <a:lnTo>
                    <a:pt x="6394209" y="178409"/>
                  </a:lnTo>
                  <a:lnTo>
                    <a:pt x="6396761" y="176936"/>
                  </a:lnTo>
                  <a:close/>
                </a:path>
                <a:path w="18288000" h="10287000">
                  <a:moveTo>
                    <a:pt x="6400940" y="1384604"/>
                  </a:moveTo>
                  <a:lnTo>
                    <a:pt x="6400686" y="1384173"/>
                  </a:lnTo>
                  <a:lnTo>
                    <a:pt x="6399327" y="1384173"/>
                  </a:lnTo>
                  <a:lnTo>
                    <a:pt x="6399581" y="1384604"/>
                  </a:lnTo>
                  <a:lnTo>
                    <a:pt x="6400940" y="1384604"/>
                  </a:lnTo>
                  <a:close/>
                </a:path>
                <a:path w="18288000" h="10287000">
                  <a:moveTo>
                    <a:pt x="6416434" y="511263"/>
                  </a:moveTo>
                  <a:lnTo>
                    <a:pt x="6415265" y="509231"/>
                  </a:lnTo>
                  <a:lnTo>
                    <a:pt x="6413220" y="510413"/>
                  </a:lnTo>
                  <a:lnTo>
                    <a:pt x="6414402" y="512445"/>
                  </a:lnTo>
                  <a:lnTo>
                    <a:pt x="6416434" y="511263"/>
                  </a:lnTo>
                  <a:close/>
                </a:path>
                <a:path w="18288000" h="10287000">
                  <a:moveTo>
                    <a:pt x="6436106" y="845604"/>
                  </a:moveTo>
                  <a:lnTo>
                    <a:pt x="6435230" y="844067"/>
                  </a:lnTo>
                  <a:lnTo>
                    <a:pt x="6433693" y="844956"/>
                  </a:lnTo>
                  <a:lnTo>
                    <a:pt x="6434582" y="846480"/>
                  </a:lnTo>
                  <a:lnTo>
                    <a:pt x="6436106" y="845604"/>
                  </a:lnTo>
                  <a:close/>
                </a:path>
                <a:path w="18288000" h="10287000">
                  <a:moveTo>
                    <a:pt x="6455778" y="1179931"/>
                  </a:moveTo>
                  <a:lnTo>
                    <a:pt x="6455537" y="1179499"/>
                  </a:lnTo>
                  <a:lnTo>
                    <a:pt x="6454165" y="1179499"/>
                  </a:lnTo>
                  <a:lnTo>
                    <a:pt x="6454419" y="1179931"/>
                  </a:lnTo>
                  <a:lnTo>
                    <a:pt x="6455778" y="1179931"/>
                  </a:lnTo>
                  <a:close/>
                </a:path>
                <a:path w="18288000" h="10287000">
                  <a:moveTo>
                    <a:pt x="6471272" y="306590"/>
                  </a:moveTo>
                  <a:lnTo>
                    <a:pt x="6470104" y="304558"/>
                  </a:lnTo>
                  <a:lnTo>
                    <a:pt x="6468059" y="305727"/>
                  </a:lnTo>
                  <a:lnTo>
                    <a:pt x="6469240" y="307771"/>
                  </a:lnTo>
                  <a:lnTo>
                    <a:pt x="6471272" y="306590"/>
                  </a:lnTo>
                  <a:close/>
                </a:path>
                <a:path w="18288000" h="10287000">
                  <a:moveTo>
                    <a:pt x="6490944" y="640918"/>
                  </a:moveTo>
                  <a:lnTo>
                    <a:pt x="6490068" y="639394"/>
                  </a:lnTo>
                  <a:lnTo>
                    <a:pt x="6488544" y="640270"/>
                  </a:lnTo>
                  <a:lnTo>
                    <a:pt x="6489420" y="641807"/>
                  </a:lnTo>
                  <a:lnTo>
                    <a:pt x="6490944" y="640918"/>
                  </a:lnTo>
                  <a:close/>
                </a:path>
                <a:path w="18288000" h="10287000">
                  <a:moveTo>
                    <a:pt x="6510629" y="975245"/>
                  </a:moveTo>
                  <a:lnTo>
                    <a:pt x="6510375" y="974826"/>
                  </a:lnTo>
                  <a:lnTo>
                    <a:pt x="6509017" y="974826"/>
                  </a:lnTo>
                  <a:lnTo>
                    <a:pt x="6509258" y="975245"/>
                  </a:lnTo>
                  <a:lnTo>
                    <a:pt x="6510629" y="975245"/>
                  </a:lnTo>
                  <a:close/>
                </a:path>
                <a:path w="18288000" h="10287000">
                  <a:moveTo>
                    <a:pt x="6526123" y="101917"/>
                  </a:moveTo>
                  <a:lnTo>
                    <a:pt x="6524942" y="99885"/>
                  </a:lnTo>
                  <a:lnTo>
                    <a:pt x="6522910" y="101053"/>
                  </a:lnTo>
                  <a:lnTo>
                    <a:pt x="6524079" y="103085"/>
                  </a:lnTo>
                  <a:lnTo>
                    <a:pt x="6526123" y="101917"/>
                  </a:lnTo>
                  <a:close/>
                </a:path>
                <a:path w="18288000" h="10287000">
                  <a:moveTo>
                    <a:pt x="6545796" y="436245"/>
                  </a:moveTo>
                  <a:lnTo>
                    <a:pt x="6544919" y="434721"/>
                  </a:lnTo>
                  <a:lnTo>
                    <a:pt x="6543383" y="435597"/>
                  </a:lnTo>
                  <a:lnTo>
                    <a:pt x="6544259" y="437121"/>
                  </a:lnTo>
                  <a:lnTo>
                    <a:pt x="6545796" y="436245"/>
                  </a:lnTo>
                  <a:close/>
                </a:path>
                <a:path w="18288000" h="10287000">
                  <a:moveTo>
                    <a:pt x="6600241" y="231457"/>
                  </a:moveTo>
                  <a:lnTo>
                    <a:pt x="6599987" y="231038"/>
                  </a:lnTo>
                  <a:lnTo>
                    <a:pt x="6598628" y="231038"/>
                  </a:lnTo>
                  <a:lnTo>
                    <a:pt x="6598882" y="231457"/>
                  </a:lnTo>
                  <a:lnTo>
                    <a:pt x="6600241" y="231457"/>
                  </a:lnTo>
                  <a:close/>
                </a:path>
                <a:path w="18288000" h="10287000">
                  <a:moveTo>
                    <a:pt x="6655079" y="26784"/>
                  </a:moveTo>
                  <a:lnTo>
                    <a:pt x="6654825" y="26352"/>
                  </a:lnTo>
                  <a:lnTo>
                    <a:pt x="6653466" y="26352"/>
                  </a:lnTo>
                  <a:lnTo>
                    <a:pt x="6653720" y="26784"/>
                  </a:lnTo>
                  <a:lnTo>
                    <a:pt x="6655079" y="26784"/>
                  </a:lnTo>
                  <a:close/>
                </a:path>
                <a:path w="18288000" h="10287000">
                  <a:moveTo>
                    <a:pt x="11489512" y="10205618"/>
                  </a:moveTo>
                  <a:lnTo>
                    <a:pt x="11489271" y="10205199"/>
                  </a:lnTo>
                  <a:lnTo>
                    <a:pt x="11487912" y="10205199"/>
                  </a:lnTo>
                  <a:lnTo>
                    <a:pt x="11488153" y="10205618"/>
                  </a:lnTo>
                  <a:lnTo>
                    <a:pt x="11489512" y="10205618"/>
                  </a:lnTo>
                  <a:close/>
                </a:path>
                <a:path w="18288000" h="10287000">
                  <a:moveTo>
                    <a:pt x="11544364" y="10000945"/>
                  </a:moveTo>
                  <a:lnTo>
                    <a:pt x="11544110" y="10000513"/>
                  </a:lnTo>
                  <a:lnTo>
                    <a:pt x="11542751" y="10000513"/>
                  </a:lnTo>
                  <a:lnTo>
                    <a:pt x="11543005" y="10000945"/>
                  </a:lnTo>
                  <a:lnTo>
                    <a:pt x="11544364" y="10000945"/>
                  </a:lnTo>
                  <a:close/>
                </a:path>
                <a:path w="18288000" h="10287000">
                  <a:moveTo>
                    <a:pt x="11599609" y="9796374"/>
                  </a:moveTo>
                  <a:lnTo>
                    <a:pt x="11598732" y="9794850"/>
                  </a:lnTo>
                  <a:lnTo>
                    <a:pt x="11597196" y="9795739"/>
                  </a:lnTo>
                  <a:lnTo>
                    <a:pt x="11598072" y="9797263"/>
                  </a:lnTo>
                  <a:lnTo>
                    <a:pt x="11599609" y="9796374"/>
                  </a:lnTo>
                  <a:close/>
                </a:path>
                <a:path w="18288000" h="10287000">
                  <a:moveTo>
                    <a:pt x="11620081" y="10130917"/>
                  </a:moveTo>
                  <a:lnTo>
                    <a:pt x="11618900" y="10128885"/>
                  </a:lnTo>
                  <a:lnTo>
                    <a:pt x="11616868" y="10130066"/>
                  </a:lnTo>
                  <a:lnTo>
                    <a:pt x="11618036" y="10132098"/>
                  </a:lnTo>
                  <a:lnTo>
                    <a:pt x="11620081" y="10130917"/>
                  </a:lnTo>
                  <a:close/>
                </a:path>
                <a:path w="18288000" h="10287000">
                  <a:moveTo>
                    <a:pt x="11633975" y="9257157"/>
                  </a:moveTo>
                  <a:lnTo>
                    <a:pt x="11633733" y="9256725"/>
                  </a:lnTo>
                  <a:lnTo>
                    <a:pt x="11632362" y="9256725"/>
                  </a:lnTo>
                  <a:lnTo>
                    <a:pt x="11632616" y="9257157"/>
                  </a:lnTo>
                  <a:lnTo>
                    <a:pt x="11633975" y="9257157"/>
                  </a:lnTo>
                  <a:close/>
                </a:path>
                <a:path w="18288000" h="10287000">
                  <a:moveTo>
                    <a:pt x="11654447" y="9591700"/>
                  </a:moveTo>
                  <a:lnTo>
                    <a:pt x="11653571" y="9590176"/>
                  </a:lnTo>
                  <a:lnTo>
                    <a:pt x="11652034" y="9591053"/>
                  </a:lnTo>
                  <a:lnTo>
                    <a:pt x="11652923" y="9592589"/>
                  </a:lnTo>
                  <a:lnTo>
                    <a:pt x="11654447" y="9591700"/>
                  </a:lnTo>
                  <a:close/>
                </a:path>
                <a:path w="18288000" h="10287000">
                  <a:moveTo>
                    <a:pt x="11674932" y="9926244"/>
                  </a:moveTo>
                  <a:lnTo>
                    <a:pt x="11673751" y="9924212"/>
                  </a:lnTo>
                  <a:lnTo>
                    <a:pt x="11671719" y="9925393"/>
                  </a:lnTo>
                  <a:lnTo>
                    <a:pt x="11672888" y="9927425"/>
                  </a:lnTo>
                  <a:lnTo>
                    <a:pt x="11674932" y="9926244"/>
                  </a:lnTo>
                  <a:close/>
                </a:path>
                <a:path w="18288000" h="10287000">
                  <a:moveTo>
                    <a:pt x="11688826" y="9052471"/>
                  </a:moveTo>
                  <a:lnTo>
                    <a:pt x="11688572" y="9052039"/>
                  </a:lnTo>
                  <a:lnTo>
                    <a:pt x="11687213" y="9052039"/>
                  </a:lnTo>
                  <a:lnTo>
                    <a:pt x="11687454" y="9052471"/>
                  </a:lnTo>
                  <a:lnTo>
                    <a:pt x="11688826" y="9052471"/>
                  </a:lnTo>
                  <a:close/>
                </a:path>
                <a:path w="18288000" h="10287000">
                  <a:moveTo>
                    <a:pt x="11694998" y="10260686"/>
                  </a:moveTo>
                  <a:lnTo>
                    <a:pt x="11693817" y="10258641"/>
                  </a:lnTo>
                  <a:lnTo>
                    <a:pt x="11691785" y="10259822"/>
                  </a:lnTo>
                  <a:lnTo>
                    <a:pt x="11692966" y="10261854"/>
                  </a:lnTo>
                  <a:lnTo>
                    <a:pt x="11694998" y="10260686"/>
                  </a:lnTo>
                  <a:close/>
                </a:path>
                <a:path w="18288000" h="10287000">
                  <a:moveTo>
                    <a:pt x="11709286" y="9387027"/>
                  </a:moveTo>
                  <a:lnTo>
                    <a:pt x="11708409" y="9385490"/>
                  </a:lnTo>
                  <a:lnTo>
                    <a:pt x="11706885" y="9386379"/>
                  </a:lnTo>
                  <a:lnTo>
                    <a:pt x="11707762" y="9387903"/>
                  </a:lnTo>
                  <a:lnTo>
                    <a:pt x="11709286" y="9387027"/>
                  </a:lnTo>
                  <a:close/>
                </a:path>
                <a:path w="18288000" h="10287000">
                  <a:moveTo>
                    <a:pt x="11729771" y="9721571"/>
                  </a:moveTo>
                  <a:lnTo>
                    <a:pt x="11728590" y="9719526"/>
                  </a:lnTo>
                  <a:lnTo>
                    <a:pt x="11726545" y="9720707"/>
                  </a:lnTo>
                  <a:lnTo>
                    <a:pt x="11727726" y="9722752"/>
                  </a:lnTo>
                  <a:lnTo>
                    <a:pt x="11729771" y="9721571"/>
                  </a:lnTo>
                  <a:close/>
                </a:path>
                <a:path w="18288000" h="10287000">
                  <a:moveTo>
                    <a:pt x="11743652" y="8847798"/>
                  </a:moveTo>
                  <a:lnTo>
                    <a:pt x="11743411" y="8847366"/>
                  </a:lnTo>
                  <a:lnTo>
                    <a:pt x="11742052" y="8847366"/>
                  </a:lnTo>
                  <a:lnTo>
                    <a:pt x="11742306" y="8847798"/>
                  </a:lnTo>
                  <a:lnTo>
                    <a:pt x="11743652" y="8847798"/>
                  </a:lnTo>
                  <a:close/>
                </a:path>
                <a:path w="18288000" h="10287000">
                  <a:moveTo>
                    <a:pt x="11750243" y="10056114"/>
                  </a:moveTo>
                  <a:lnTo>
                    <a:pt x="11748770" y="10053574"/>
                  </a:lnTo>
                  <a:lnTo>
                    <a:pt x="11746230" y="10055034"/>
                  </a:lnTo>
                  <a:lnTo>
                    <a:pt x="11747691" y="10057587"/>
                  </a:lnTo>
                  <a:lnTo>
                    <a:pt x="11750243" y="10056114"/>
                  </a:lnTo>
                  <a:close/>
                </a:path>
                <a:path w="18288000" h="10287000">
                  <a:moveTo>
                    <a:pt x="11764137" y="9182341"/>
                  </a:moveTo>
                  <a:lnTo>
                    <a:pt x="11763248" y="9180817"/>
                  </a:lnTo>
                  <a:lnTo>
                    <a:pt x="11761724" y="9181694"/>
                  </a:lnTo>
                  <a:lnTo>
                    <a:pt x="11762613" y="9183230"/>
                  </a:lnTo>
                  <a:lnTo>
                    <a:pt x="11764137" y="9182341"/>
                  </a:lnTo>
                  <a:close/>
                </a:path>
                <a:path w="18288000" h="10287000">
                  <a:moveTo>
                    <a:pt x="11785016" y="9516999"/>
                  </a:moveTo>
                  <a:lnTo>
                    <a:pt x="11783543" y="9514446"/>
                  </a:lnTo>
                  <a:lnTo>
                    <a:pt x="11781003" y="9515919"/>
                  </a:lnTo>
                  <a:lnTo>
                    <a:pt x="11782476" y="9518472"/>
                  </a:lnTo>
                  <a:lnTo>
                    <a:pt x="11785016" y="9516999"/>
                  </a:lnTo>
                  <a:close/>
                </a:path>
                <a:path w="18288000" h="10287000">
                  <a:moveTo>
                    <a:pt x="11798503" y="8643125"/>
                  </a:moveTo>
                  <a:lnTo>
                    <a:pt x="11798249" y="8642693"/>
                  </a:lnTo>
                  <a:lnTo>
                    <a:pt x="11796903" y="8642693"/>
                  </a:lnTo>
                  <a:lnTo>
                    <a:pt x="11797144" y="8643125"/>
                  </a:lnTo>
                  <a:lnTo>
                    <a:pt x="11798503" y="8643125"/>
                  </a:lnTo>
                  <a:close/>
                </a:path>
                <a:path w="18288000" h="10287000">
                  <a:moveTo>
                    <a:pt x="11805488" y="9851542"/>
                  </a:moveTo>
                  <a:lnTo>
                    <a:pt x="11803723" y="9848494"/>
                  </a:lnTo>
                  <a:lnTo>
                    <a:pt x="11800675" y="9850260"/>
                  </a:lnTo>
                  <a:lnTo>
                    <a:pt x="11802428" y="9853308"/>
                  </a:lnTo>
                  <a:lnTo>
                    <a:pt x="11805488" y="9851542"/>
                  </a:lnTo>
                  <a:close/>
                </a:path>
                <a:path w="18288000" h="10287000">
                  <a:moveTo>
                    <a:pt x="11818976" y="8977668"/>
                  </a:moveTo>
                  <a:lnTo>
                    <a:pt x="11818099" y="8976144"/>
                  </a:lnTo>
                  <a:lnTo>
                    <a:pt x="11816575" y="8977033"/>
                  </a:lnTo>
                  <a:lnTo>
                    <a:pt x="11817452" y="8978557"/>
                  </a:lnTo>
                  <a:lnTo>
                    <a:pt x="11818976" y="8977668"/>
                  </a:lnTo>
                  <a:close/>
                </a:path>
                <a:path w="18288000" h="10287000">
                  <a:moveTo>
                    <a:pt x="11825567" y="10185971"/>
                  </a:moveTo>
                  <a:lnTo>
                    <a:pt x="11823802" y="10182923"/>
                  </a:lnTo>
                  <a:lnTo>
                    <a:pt x="11820741" y="10184689"/>
                  </a:lnTo>
                  <a:lnTo>
                    <a:pt x="11822506" y="10187737"/>
                  </a:lnTo>
                  <a:lnTo>
                    <a:pt x="11825567" y="10185971"/>
                  </a:lnTo>
                  <a:close/>
                </a:path>
                <a:path w="18288000" h="10287000">
                  <a:moveTo>
                    <a:pt x="11839854" y="9312326"/>
                  </a:moveTo>
                  <a:lnTo>
                    <a:pt x="11838381" y="9309786"/>
                  </a:lnTo>
                  <a:lnTo>
                    <a:pt x="11835841" y="9311246"/>
                  </a:lnTo>
                  <a:lnTo>
                    <a:pt x="11837302" y="9313786"/>
                  </a:lnTo>
                  <a:lnTo>
                    <a:pt x="11839854" y="9312326"/>
                  </a:lnTo>
                  <a:close/>
                </a:path>
                <a:path w="18288000" h="10287000">
                  <a:moveTo>
                    <a:pt x="11860327" y="9646869"/>
                  </a:moveTo>
                  <a:lnTo>
                    <a:pt x="11858562" y="9643808"/>
                  </a:lnTo>
                  <a:lnTo>
                    <a:pt x="11855514" y="9645574"/>
                  </a:lnTo>
                  <a:lnTo>
                    <a:pt x="11857279" y="9648622"/>
                  </a:lnTo>
                  <a:lnTo>
                    <a:pt x="11860327" y="9646869"/>
                  </a:lnTo>
                  <a:close/>
                </a:path>
                <a:path w="18288000" h="10287000">
                  <a:moveTo>
                    <a:pt x="11873827" y="8772982"/>
                  </a:moveTo>
                  <a:lnTo>
                    <a:pt x="11872938" y="8771471"/>
                  </a:lnTo>
                  <a:lnTo>
                    <a:pt x="11871414" y="8772347"/>
                  </a:lnTo>
                  <a:lnTo>
                    <a:pt x="11872290" y="8773871"/>
                  </a:lnTo>
                  <a:lnTo>
                    <a:pt x="11873827" y="8772982"/>
                  </a:lnTo>
                  <a:close/>
                </a:path>
                <a:path w="18288000" h="10287000">
                  <a:moveTo>
                    <a:pt x="11880799" y="9981413"/>
                  </a:moveTo>
                  <a:lnTo>
                    <a:pt x="11878755" y="9977844"/>
                  </a:lnTo>
                  <a:lnTo>
                    <a:pt x="11875186" y="9979901"/>
                  </a:lnTo>
                  <a:lnTo>
                    <a:pt x="11877243" y="9983457"/>
                  </a:lnTo>
                  <a:lnTo>
                    <a:pt x="11880799" y="9981413"/>
                  </a:lnTo>
                  <a:close/>
                </a:path>
                <a:path w="18288000" h="10287000">
                  <a:moveTo>
                    <a:pt x="11894693" y="9107640"/>
                  </a:moveTo>
                  <a:lnTo>
                    <a:pt x="11893233" y="9105100"/>
                  </a:lnTo>
                  <a:lnTo>
                    <a:pt x="11890680" y="9106573"/>
                  </a:lnTo>
                  <a:lnTo>
                    <a:pt x="11892153" y="9109113"/>
                  </a:lnTo>
                  <a:lnTo>
                    <a:pt x="11894693" y="9107640"/>
                  </a:lnTo>
                  <a:close/>
                </a:path>
                <a:path w="18288000" h="10287000">
                  <a:moveTo>
                    <a:pt x="11915165" y="9442183"/>
                  </a:moveTo>
                  <a:lnTo>
                    <a:pt x="11913400" y="9439135"/>
                  </a:lnTo>
                  <a:lnTo>
                    <a:pt x="11910352" y="9440901"/>
                  </a:lnTo>
                  <a:lnTo>
                    <a:pt x="11912117" y="9443949"/>
                  </a:lnTo>
                  <a:lnTo>
                    <a:pt x="11915165" y="9442183"/>
                  </a:lnTo>
                  <a:close/>
                </a:path>
                <a:path w="18288000" h="10287000">
                  <a:moveTo>
                    <a:pt x="11928666" y="8568322"/>
                  </a:moveTo>
                  <a:lnTo>
                    <a:pt x="11927777" y="8566785"/>
                  </a:lnTo>
                  <a:lnTo>
                    <a:pt x="11926253" y="8567674"/>
                  </a:lnTo>
                  <a:lnTo>
                    <a:pt x="11927142" y="8569198"/>
                  </a:lnTo>
                  <a:lnTo>
                    <a:pt x="11928666" y="8568322"/>
                  </a:lnTo>
                  <a:close/>
                </a:path>
                <a:path w="18288000" h="10287000">
                  <a:moveTo>
                    <a:pt x="11935651" y="9776727"/>
                  </a:moveTo>
                  <a:lnTo>
                    <a:pt x="11933593" y="9773171"/>
                  </a:lnTo>
                  <a:lnTo>
                    <a:pt x="11930024" y="9775228"/>
                  </a:lnTo>
                  <a:lnTo>
                    <a:pt x="11932082" y="9778797"/>
                  </a:lnTo>
                  <a:lnTo>
                    <a:pt x="11935651" y="9776727"/>
                  </a:lnTo>
                  <a:close/>
                </a:path>
                <a:path w="18288000" h="10287000">
                  <a:moveTo>
                    <a:pt x="11949532" y="8902967"/>
                  </a:moveTo>
                  <a:lnTo>
                    <a:pt x="11948071" y="8900427"/>
                  </a:lnTo>
                  <a:lnTo>
                    <a:pt x="11945531" y="8901887"/>
                  </a:lnTo>
                  <a:lnTo>
                    <a:pt x="11946992" y="8904427"/>
                  </a:lnTo>
                  <a:lnTo>
                    <a:pt x="11949532" y="8902967"/>
                  </a:lnTo>
                  <a:close/>
                </a:path>
                <a:path w="18288000" h="10287000">
                  <a:moveTo>
                    <a:pt x="11956123" y="10111283"/>
                  </a:moveTo>
                  <a:lnTo>
                    <a:pt x="11953773" y="10107206"/>
                  </a:lnTo>
                  <a:lnTo>
                    <a:pt x="11949697" y="10109556"/>
                  </a:lnTo>
                  <a:lnTo>
                    <a:pt x="11952059" y="10113632"/>
                  </a:lnTo>
                  <a:lnTo>
                    <a:pt x="11956123" y="10111283"/>
                  </a:lnTo>
                  <a:close/>
                </a:path>
                <a:path w="18288000" h="10287000">
                  <a:moveTo>
                    <a:pt x="11970017" y="9237510"/>
                  </a:moveTo>
                  <a:lnTo>
                    <a:pt x="11968251" y="9234462"/>
                  </a:lnTo>
                  <a:lnTo>
                    <a:pt x="11965203" y="9236215"/>
                  </a:lnTo>
                  <a:lnTo>
                    <a:pt x="11966969" y="9239275"/>
                  </a:lnTo>
                  <a:lnTo>
                    <a:pt x="11970017" y="9237510"/>
                  </a:lnTo>
                  <a:close/>
                </a:path>
                <a:path w="18288000" h="10287000">
                  <a:moveTo>
                    <a:pt x="11983504" y="8363636"/>
                  </a:moveTo>
                  <a:lnTo>
                    <a:pt x="11982628" y="8362112"/>
                  </a:lnTo>
                  <a:lnTo>
                    <a:pt x="11981104" y="8362988"/>
                  </a:lnTo>
                  <a:lnTo>
                    <a:pt x="11981980" y="8364525"/>
                  </a:lnTo>
                  <a:lnTo>
                    <a:pt x="11983504" y="8363636"/>
                  </a:lnTo>
                  <a:close/>
                </a:path>
                <a:path w="18288000" h="10287000">
                  <a:moveTo>
                    <a:pt x="11990489" y="9572053"/>
                  </a:moveTo>
                  <a:lnTo>
                    <a:pt x="11988432" y="9568497"/>
                  </a:lnTo>
                  <a:lnTo>
                    <a:pt x="11984863" y="9570555"/>
                  </a:lnTo>
                  <a:lnTo>
                    <a:pt x="11986933" y="9574111"/>
                  </a:lnTo>
                  <a:lnTo>
                    <a:pt x="11990489" y="9572053"/>
                  </a:lnTo>
                  <a:close/>
                </a:path>
                <a:path w="18288000" h="10287000">
                  <a:moveTo>
                    <a:pt x="12004383" y="8698293"/>
                  </a:moveTo>
                  <a:lnTo>
                    <a:pt x="12002910" y="8695741"/>
                  </a:lnTo>
                  <a:lnTo>
                    <a:pt x="12000370" y="8697214"/>
                  </a:lnTo>
                  <a:lnTo>
                    <a:pt x="12001843" y="8699767"/>
                  </a:lnTo>
                  <a:lnTo>
                    <a:pt x="12004383" y="8698293"/>
                  </a:lnTo>
                  <a:close/>
                </a:path>
                <a:path w="18288000" h="10287000">
                  <a:moveTo>
                    <a:pt x="12010962" y="9906610"/>
                  </a:moveTo>
                  <a:lnTo>
                    <a:pt x="12008612" y="9902533"/>
                  </a:lnTo>
                  <a:lnTo>
                    <a:pt x="12004548" y="9904882"/>
                  </a:lnTo>
                  <a:lnTo>
                    <a:pt x="12006898" y="9908946"/>
                  </a:lnTo>
                  <a:lnTo>
                    <a:pt x="12010962" y="9906610"/>
                  </a:lnTo>
                  <a:close/>
                </a:path>
                <a:path w="18288000" h="10287000">
                  <a:moveTo>
                    <a:pt x="12024855" y="9032837"/>
                  </a:moveTo>
                  <a:lnTo>
                    <a:pt x="12023103" y="9029776"/>
                  </a:lnTo>
                  <a:lnTo>
                    <a:pt x="12020042" y="9031541"/>
                  </a:lnTo>
                  <a:lnTo>
                    <a:pt x="12021807" y="9034602"/>
                  </a:lnTo>
                  <a:lnTo>
                    <a:pt x="12024855" y="9032837"/>
                  </a:lnTo>
                  <a:close/>
                </a:path>
                <a:path w="18288000" h="10287000">
                  <a:moveTo>
                    <a:pt x="12031447" y="10241140"/>
                  </a:moveTo>
                  <a:lnTo>
                    <a:pt x="12028792" y="10236568"/>
                  </a:lnTo>
                  <a:lnTo>
                    <a:pt x="12024220" y="10239210"/>
                  </a:lnTo>
                  <a:lnTo>
                    <a:pt x="12026862" y="10243795"/>
                  </a:lnTo>
                  <a:lnTo>
                    <a:pt x="12031447" y="10241140"/>
                  </a:lnTo>
                  <a:close/>
                </a:path>
                <a:path w="18288000" h="10287000">
                  <a:moveTo>
                    <a:pt x="12038343" y="8158962"/>
                  </a:moveTo>
                  <a:lnTo>
                    <a:pt x="12037466" y="8157438"/>
                  </a:lnTo>
                  <a:lnTo>
                    <a:pt x="12035942" y="8158327"/>
                  </a:lnTo>
                  <a:lnTo>
                    <a:pt x="12036819" y="8159851"/>
                  </a:lnTo>
                  <a:lnTo>
                    <a:pt x="12038343" y="8158962"/>
                  </a:lnTo>
                  <a:close/>
                </a:path>
                <a:path w="18288000" h="10287000">
                  <a:moveTo>
                    <a:pt x="12045734" y="9367495"/>
                  </a:moveTo>
                  <a:lnTo>
                    <a:pt x="12043385" y="9363418"/>
                  </a:lnTo>
                  <a:lnTo>
                    <a:pt x="12039308" y="9365767"/>
                  </a:lnTo>
                  <a:lnTo>
                    <a:pt x="12041670" y="9369844"/>
                  </a:lnTo>
                  <a:lnTo>
                    <a:pt x="12045734" y="9367495"/>
                  </a:lnTo>
                  <a:close/>
                </a:path>
                <a:path w="18288000" h="10287000">
                  <a:moveTo>
                    <a:pt x="12059222" y="8493620"/>
                  </a:moveTo>
                  <a:lnTo>
                    <a:pt x="12057761" y="8491080"/>
                  </a:lnTo>
                  <a:lnTo>
                    <a:pt x="12055208" y="8492541"/>
                  </a:lnTo>
                  <a:lnTo>
                    <a:pt x="12056682" y="8495081"/>
                  </a:lnTo>
                  <a:lnTo>
                    <a:pt x="12059222" y="8493620"/>
                  </a:lnTo>
                  <a:close/>
                </a:path>
                <a:path w="18288000" h="10287000">
                  <a:moveTo>
                    <a:pt x="12066219" y="9702038"/>
                  </a:moveTo>
                  <a:lnTo>
                    <a:pt x="12063565" y="9697453"/>
                  </a:lnTo>
                  <a:lnTo>
                    <a:pt x="12058993" y="9700095"/>
                  </a:lnTo>
                  <a:lnTo>
                    <a:pt x="12061635" y="9704680"/>
                  </a:lnTo>
                  <a:lnTo>
                    <a:pt x="12066219" y="9702038"/>
                  </a:lnTo>
                  <a:close/>
                </a:path>
                <a:path w="18288000" h="10287000">
                  <a:moveTo>
                    <a:pt x="12079707" y="8828164"/>
                  </a:moveTo>
                  <a:lnTo>
                    <a:pt x="12077941" y="8825103"/>
                  </a:lnTo>
                  <a:lnTo>
                    <a:pt x="12074881" y="8826868"/>
                  </a:lnTo>
                  <a:lnTo>
                    <a:pt x="12076646" y="8829916"/>
                  </a:lnTo>
                  <a:lnTo>
                    <a:pt x="12079707" y="8828164"/>
                  </a:lnTo>
                  <a:close/>
                </a:path>
                <a:path w="18288000" h="10287000">
                  <a:moveTo>
                    <a:pt x="12086679" y="10036581"/>
                  </a:moveTo>
                  <a:lnTo>
                    <a:pt x="12083745" y="10031489"/>
                  </a:lnTo>
                  <a:lnTo>
                    <a:pt x="12078665" y="10034422"/>
                  </a:lnTo>
                  <a:lnTo>
                    <a:pt x="12081599" y="10039515"/>
                  </a:lnTo>
                  <a:lnTo>
                    <a:pt x="12086679" y="10036581"/>
                  </a:lnTo>
                  <a:close/>
                </a:path>
                <a:path w="18288000" h="10287000">
                  <a:moveTo>
                    <a:pt x="12093194" y="7954277"/>
                  </a:moveTo>
                  <a:lnTo>
                    <a:pt x="12092318" y="7952765"/>
                  </a:lnTo>
                  <a:lnTo>
                    <a:pt x="12090781" y="7953642"/>
                  </a:lnTo>
                  <a:lnTo>
                    <a:pt x="12091670" y="7955166"/>
                  </a:lnTo>
                  <a:lnTo>
                    <a:pt x="12093194" y="7954277"/>
                  </a:lnTo>
                  <a:close/>
                </a:path>
                <a:path w="18288000" h="10287000">
                  <a:moveTo>
                    <a:pt x="12100585" y="9162809"/>
                  </a:moveTo>
                  <a:lnTo>
                    <a:pt x="12098223" y="9158732"/>
                  </a:lnTo>
                  <a:lnTo>
                    <a:pt x="12094159" y="9161094"/>
                  </a:lnTo>
                  <a:lnTo>
                    <a:pt x="12096509" y="9165158"/>
                  </a:lnTo>
                  <a:lnTo>
                    <a:pt x="12100585" y="9162809"/>
                  </a:lnTo>
                  <a:close/>
                </a:path>
                <a:path w="18288000" h="10287000">
                  <a:moveTo>
                    <a:pt x="12113666" y="8288833"/>
                  </a:moveTo>
                  <a:lnTo>
                    <a:pt x="12112498" y="8286801"/>
                  </a:lnTo>
                  <a:lnTo>
                    <a:pt x="12110466" y="8287969"/>
                  </a:lnTo>
                  <a:lnTo>
                    <a:pt x="12111634" y="8290001"/>
                  </a:lnTo>
                  <a:lnTo>
                    <a:pt x="12113666" y="8288833"/>
                  </a:lnTo>
                  <a:close/>
                </a:path>
                <a:path w="18288000" h="10287000">
                  <a:moveTo>
                    <a:pt x="12121058" y="9497352"/>
                  </a:moveTo>
                  <a:lnTo>
                    <a:pt x="12118404" y="9492780"/>
                  </a:lnTo>
                  <a:lnTo>
                    <a:pt x="12113832" y="9495422"/>
                  </a:lnTo>
                  <a:lnTo>
                    <a:pt x="12116473" y="9500006"/>
                  </a:lnTo>
                  <a:lnTo>
                    <a:pt x="12121058" y="9497352"/>
                  </a:lnTo>
                  <a:close/>
                </a:path>
                <a:path w="18288000" h="10287000">
                  <a:moveTo>
                    <a:pt x="12134545" y="8623478"/>
                  </a:moveTo>
                  <a:lnTo>
                    <a:pt x="12132780" y="8620430"/>
                  </a:lnTo>
                  <a:lnTo>
                    <a:pt x="12129732" y="8622195"/>
                  </a:lnTo>
                  <a:lnTo>
                    <a:pt x="12131497" y="8625243"/>
                  </a:lnTo>
                  <a:lnTo>
                    <a:pt x="12134545" y="8623478"/>
                  </a:lnTo>
                  <a:close/>
                </a:path>
                <a:path w="18288000" h="10287000">
                  <a:moveTo>
                    <a:pt x="12141530" y="9831895"/>
                  </a:moveTo>
                  <a:lnTo>
                    <a:pt x="12138584" y="9826815"/>
                  </a:lnTo>
                  <a:lnTo>
                    <a:pt x="12133504" y="9829749"/>
                  </a:lnTo>
                  <a:lnTo>
                    <a:pt x="12136438" y="9834842"/>
                  </a:lnTo>
                  <a:lnTo>
                    <a:pt x="12141530" y="9831895"/>
                  </a:lnTo>
                  <a:close/>
                </a:path>
                <a:path w="18288000" h="10287000">
                  <a:moveTo>
                    <a:pt x="12147639" y="7749502"/>
                  </a:moveTo>
                  <a:lnTo>
                    <a:pt x="12147385" y="7749070"/>
                  </a:lnTo>
                  <a:lnTo>
                    <a:pt x="12146039" y="7749070"/>
                  </a:lnTo>
                  <a:lnTo>
                    <a:pt x="12146280" y="7749502"/>
                  </a:lnTo>
                  <a:lnTo>
                    <a:pt x="12147639" y="7749502"/>
                  </a:lnTo>
                  <a:close/>
                </a:path>
                <a:path w="18288000" h="10287000">
                  <a:moveTo>
                    <a:pt x="12155424" y="8958135"/>
                  </a:moveTo>
                  <a:lnTo>
                    <a:pt x="12153075" y="8954059"/>
                  </a:lnTo>
                  <a:lnTo>
                    <a:pt x="12148998" y="8956408"/>
                  </a:lnTo>
                  <a:lnTo>
                    <a:pt x="12151347" y="8960485"/>
                  </a:lnTo>
                  <a:lnTo>
                    <a:pt x="12155424" y="8958135"/>
                  </a:lnTo>
                  <a:close/>
                </a:path>
                <a:path w="18288000" h="10287000">
                  <a:moveTo>
                    <a:pt x="12162003" y="10166439"/>
                  </a:moveTo>
                  <a:lnTo>
                    <a:pt x="12158764" y="10160851"/>
                  </a:lnTo>
                  <a:lnTo>
                    <a:pt x="12153176" y="10164077"/>
                  </a:lnTo>
                  <a:lnTo>
                    <a:pt x="12156402" y="10169677"/>
                  </a:lnTo>
                  <a:lnTo>
                    <a:pt x="12162003" y="10166439"/>
                  </a:lnTo>
                  <a:close/>
                </a:path>
                <a:path w="18288000" h="10287000">
                  <a:moveTo>
                    <a:pt x="12168518" y="8084159"/>
                  </a:moveTo>
                  <a:lnTo>
                    <a:pt x="12167337" y="8082115"/>
                  </a:lnTo>
                  <a:lnTo>
                    <a:pt x="12165305" y="8083296"/>
                  </a:lnTo>
                  <a:lnTo>
                    <a:pt x="12166486" y="8085328"/>
                  </a:lnTo>
                  <a:lnTo>
                    <a:pt x="12168518" y="8084159"/>
                  </a:lnTo>
                  <a:close/>
                </a:path>
                <a:path w="18288000" h="10287000">
                  <a:moveTo>
                    <a:pt x="12175896" y="9292679"/>
                  </a:moveTo>
                  <a:lnTo>
                    <a:pt x="12173255" y="9288094"/>
                  </a:lnTo>
                  <a:lnTo>
                    <a:pt x="12168670" y="9290736"/>
                  </a:lnTo>
                  <a:lnTo>
                    <a:pt x="12171324" y="9295320"/>
                  </a:lnTo>
                  <a:lnTo>
                    <a:pt x="12175896" y="9292679"/>
                  </a:lnTo>
                  <a:close/>
                </a:path>
                <a:path w="18288000" h="10287000">
                  <a:moveTo>
                    <a:pt x="12189384" y="8418804"/>
                  </a:moveTo>
                  <a:lnTo>
                    <a:pt x="12187631" y="8415756"/>
                  </a:lnTo>
                  <a:lnTo>
                    <a:pt x="12184571" y="8417509"/>
                  </a:lnTo>
                  <a:lnTo>
                    <a:pt x="12186336" y="8420570"/>
                  </a:lnTo>
                  <a:lnTo>
                    <a:pt x="12189384" y="8418804"/>
                  </a:lnTo>
                  <a:close/>
                </a:path>
                <a:path w="18288000" h="10287000">
                  <a:moveTo>
                    <a:pt x="12196369" y="9627222"/>
                  </a:moveTo>
                  <a:lnTo>
                    <a:pt x="12193435" y="9622130"/>
                  </a:lnTo>
                  <a:lnTo>
                    <a:pt x="12188342" y="9625076"/>
                  </a:lnTo>
                  <a:lnTo>
                    <a:pt x="12191276" y="9630156"/>
                  </a:lnTo>
                  <a:lnTo>
                    <a:pt x="12196369" y="9627222"/>
                  </a:lnTo>
                  <a:close/>
                </a:path>
                <a:path w="18288000" h="10287000">
                  <a:moveTo>
                    <a:pt x="12210263" y="8753462"/>
                  </a:moveTo>
                  <a:lnTo>
                    <a:pt x="12207913" y="8749386"/>
                  </a:lnTo>
                  <a:lnTo>
                    <a:pt x="12203849" y="8751735"/>
                  </a:lnTo>
                  <a:lnTo>
                    <a:pt x="12206199" y="8755812"/>
                  </a:lnTo>
                  <a:lnTo>
                    <a:pt x="12210263" y="8753462"/>
                  </a:lnTo>
                  <a:close/>
                </a:path>
                <a:path w="18288000" h="10287000">
                  <a:moveTo>
                    <a:pt x="12217248" y="9961880"/>
                  </a:moveTo>
                  <a:lnTo>
                    <a:pt x="12213730" y="9955771"/>
                  </a:lnTo>
                  <a:lnTo>
                    <a:pt x="12207621" y="9959302"/>
                  </a:lnTo>
                  <a:lnTo>
                    <a:pt x="12211139" y="9965398"/>
                  </a:lnTo>
                  <a:lnTo>
                    <a:pt x="12217248" y="9961880"/>
                  </a:lnTo>
                  <a:close/>
                </a:path>
                <a:path w="18288000" h="10287000">
                  <a:moveTo>
                    <a:pt x="12223356" y="7879486"/>
                  </a:moveTo>
                  <a:lnTo>
                    <a:pt x="12222175" y="7877442"/>
                  </a:lnTo>
                  <a:lnTo>
                    <a:pt x="12220143" y="7878610"/>
                  </a:lnTo>
                  <a:lnTo>
                    <a:pt x="12221312" y="7880655"/>
                  </a:lnTo>
                  <a:lnTo>
                    <a:pt x="12223356" y="7879486"/>
                  </a:lnTo>
                  <a:close/>
                </a:path>
                <a:path w="18288000" h="10287000">
                  <a:moveTo>
                    <a:pt x="12230735" y="9088006"/>
                  </a:moveTo>
                  <a:lnTo>
                    <a:pt x="12228093" y="9083421"/>
                  </a:lnTo>
                  <a:lnTo>
                    <a:pt x="12223509" y="9086063"/>
                  </a:lnTo>
                  <a:lnTo>
                    <a:pt x="12226150" y="9090647"/>
                  </a:lnTo>
                  <a:lnTo>
                    <a:pt x="12230735" y="9088006"/>
                  </a:lnTo>
                  <a:close/>
                </a:path>
                <a:path w="18288000" h="10287000">
                  <a:moveTo>
                    <a:pt x="12244235" y="8214131"/>
                  </a:moveTo>
                  <a:lnTo>
                    <a:pt x="12242470" y="8211071"/>
                  </a:lnTo>
                  <a:lnTo>
                    <a:pt x="12239422" y="8212836"/>
                  </a:lnTo>
                  <a:lnTo>
                    <a:pt x="12241174" y="8215897"/>
                  </a:lnTo>
                  <a:lnTo>
                    <a:pt x="12244235" y="8214131"/>
                  </a:lnTo>
                  <a:close/>
                </a:path>
                <a:path w="18288000" h="10287000">
                  <a:moveTo>
                    <a:pt x="12251220" y="9422549"/>
                  </a:moveTo>
                  <a:lnTo>
                    <a:pt x="12248274" y="9417456"/>
                  </a:lnTo>
                  <a:lnTo>
                    <a:pt x="12243194" y="9420390"/>
                  </a:lnTo>
                  <a:lnTo>
                    <a:pt x="12246127" y="9425483"/>
                  </a:lnTo>
                  <a:lnTo>
                    <a:pt x="12251220" y="9422549"/>
                  </a:lnTo>
                  <a:close/>
                </a:path>
                <a:path w="18288000" h="10287000">
                  <a:moveTo>
                    <a:pt x="12265101" y="8548776"/>
                  </a:moveTo>
                  <a:lnTo>
                    <a:pt x="12262764" y="8544712"/>
                  </a:lnTo>
                  <a:lnTo>
                    <a:pt x="12258688" y="8547062"/>
                  </a:lnTo>
                  <a:lnTo>
                    <a:pt x="12261025" y="8551126"/>
                  </a:lnTo>
                  <a:lnTo>
                    <a:pt x="12265101" y="8548776"/>
                  </a:lnTo>
                  <a:close/>
                </a:path>
                <a:path w="18288000" h="10287000">
                  <a:moveTo>
                    <a:pt x="12272086" y="9757194"/>
                  </a:moveTo>
                  <a:lnTo>
                    <a:pt x="12268568" y="9751098"/>
                  </a:lnTo>
                  <a:lnTo>
                    <a:pt x="12262460" y="9754616"/>
                  </a:lnTo>
                  <a:lnTo>
                    <a:pt x="12265978" y="9760725"/>
                  </a:lnTo>
                  <a:lnTo>
                    <a:pt x="12272086" y="9757194"/>
                  </a:lnTo>
                  <a:close/>
                </a:path>
                <a:path w="18288000" h="10287000">
                  <a:moveTo>
                    <a:pt x="12277789" y="7674699"/>
                  </a:moveTo>
                  <a:lnTo>
                    <a:pt x="12276912" y="7673175"/>
                  </a:lnTo>
                  <a:lnTo>
                    <a:pt x="12275388" y="7674051"/>
                  </a:lnTo>
                  <a:lnTo>
                    <a:pt x="12276265" y="7675575"/>
                  </a:lnTo>
                  <a:lnTo>
                    <a:pt x="12277789" y="7674699"/>
                  </a:lnTo>
                  <a:close/>
                </a:path>
                <a:path w="18288000" h="10287000">
                  <a:moveTo>
                    <a:pt x="12285586" y="8883332"/>
                  </a:moveTo>
                  <a:lnTo>
                    <a:pt x="12282945" y="8878748"/>
                  </a:lnTo>
                  <a:lnTo>
                    <a:pt x="12278360" y="8881389"/>
                  </a:lnTo>
                  <a:lnTo>
                    <a:pt x="12281002" y="8885974"/>
                  </a:lnTo>
                  <a:lnTo>
                    <a:pt x="12285586" y="8883332"/>
                  </a:lnTo>
                  <a:close/>
                </a:path>
                <a:path w="18288000" h="10287000">
                  <a:moveTo>
                    <a:pt x="12292571" y="10091737"/>
                  </a:moveTo>
                  <a:lnTo>
                    <a:pt x="12288749" y="10085121"/>
                  </a:lnTo>
                  <a:lnTo>
                    <a:pt x="12282132" y="10088943"/>
                  </a:lnTo>
                  <a:lnTo>
                    <a:pt x="12285955" y="10095560"/>
                  </a:lnTo>
                  <a:lnTo>
                    <a:pt x="12292571" y="10091737"/>
                  </a:lnTo>
                  <a:close/>
                </a:path>
                <a:path w="18288000" h="10287000">
                  <a:moveTo>
                    <a:pt x="12298667" y="8009344"/>
                  </a:moveTo>
                  <a:lnTo>
                    <a:pt x="12297207" y="8006791"/>
                  </a:lnTo>
                  <a:lnTo>
                    <a:pt x="12294667" y="8008264"/>
                  </a:lnTo>
                  <a:lnTo>
                    <a:pt x="12296127" y="8010817"/>
                  </a:lnTo>
                  <a:lnTo>
                    <a:pt x="12298667" y="8009344"/>
                  </a:lnTo>
                  <a:close/>
                </a:path>
                <a:path w="18288000" h="10287000">
                  <a:moveTo>
                    <a:pt x="12306452" y="9217977"/>
                  </a:moveTo>
                  <a:lnTo>
                    <a:pt x="12303227" y="9212377"/>
                  </a:lnTo>
                  <a:lnTo>
                    <a:pt x="12297626" y="9215615"/>
                  </a:lnTo>
                  <a:lnTo>
                    <a:pt x="12300864" y="9221203"/>
                  </a:lnTo>
                  <a:lnTo>
                    <a:pt x="12306452" y="9217977"/>
                  </a:lnTo>
                  <a:close/>
                </a:path>
                <a:path w="18288000" h="10287000">
                  <a:moveTo>
                    <a:pt x="12319546" y="8344001"/>
                  </a:moveTo>
                  <a:lnTo>
                    <a:pt x="12317489" y="8340433"/>
                  </a:lnTo>
                  <a:lnTo>
                    <a:pt x="12313933" y="8342490"/>
                  </a:lnTo>
                  <a:lnTo>
                    <a:pt x="12315990" y="8346046"/>
                  </a:lnTo>
                  <a:lnTo>
                    <a:pt x="12319546" y="8344001"/>
                  </a:lnTo>
                  <a:close/>
                </a:path>
                <a:path w="18288000" h="10287000">
                  <a:moveTo>
                    <a:pt x="12326925" y="9552521"/>
                  </a:moveTo>
                  <a:lnTo>
                    <a:pt x="12323407" y="9546412"/>
                  </a:lnTo>
                  <a:lnTo>
                    <a:pt x="12317311" y="9549943"/>
                  </a:lnTo>
                  <a:lnTo>
                    <a:pt x="12320829" y="9556039"/>
                  </a:lnTo>
                  <a:lnTo>
                    <a:pt x="12326925" y="9552521"/>
                  </a:lnTo>
                  <a:close/>
                </a:path>
                <a:path w="18288000" h="10287000">
                  <a:moveTo>
                    <a:pt x="12332640" y="7470026"/>
                  </a:moveTo>
                  <a:lnTo>
                    <a:pt x="12331764" y="7468489"/>
                  </a:lnTo>
                  <a:lnTo>
                    <a:pt x="12330227" y="7469365"/>
                  </a:lnTo>
                  <a:lnTo>
                    <a:pt x="12331116" y="7470902"/>
                  </a:lnTo>
                  <a:lnTo>
                    <a:pt x="12332640" y="7470026"/>
                  </a:lnTo>
                  <a:close/>
                </a:path>
                <a:path w="18288000" h="10287000">
                  <a:moveTo>
                    <a:pt x="12340425" y="8678647"/>
                  </a:moveTo>
                  <a:lnTo>
                    <a:pt x="12337783" y="8674075"/>
                  </a:lnTo>
                  <a:lnTo>
                    <a:pt x="12333199" y="8676716"/>
                  </a:lnTo>
                  <a:lnTo>
                    <a:pt x="12335853" y="8681301"/>
                  </a:lnTo>
                  <a:lnTo>
                    <a:pt x="12340425" y="8678647"/>
                  </a:lnTo>
                  <a:close/>
                </a:path>
                <a:path w="18288000" h="10287000">
                  <a:moveTo>
                    <a:pt x="12347816" y="9887166"/>
                  </a:moveTo>
                  <a:lnTo>
                    <a:pt x="12343702" y="9880041"/>
                  </a:lnTo>
                  <a:lnTo>
                    <a:pt x="12336577" y="9884156"/>
                  </a:lnTo>
                  <a:lnTo>
                    <a:pt x="12340692" y="9891281"/>
                  </a:lnTo>
                  <a:lnTo>
                    <a:pt x="12347816" y="9887166"/>
                  </a:lnTo>
                  <a:close/>
                </a:path>
                <a:path w="18288000" h="10287000">
                  <a:moveTo>
                    <a:pt x="12353519" y="7804671"/>
                  </a:moveTo>
                  <a:lnTo>
                    <a:pt x="12352045" y="7802131"/>
                  </a:lnTo>
                  <a:lnTo>
                    <a:pt x="12349505" y="7803591"/>
                  </a:lnTo>
                  <a:lnTo>
                    <a:pt x="12350979" y="7806131"/>
                  </a:lnTo>
                  <a:lnTo>
                    <a:pt x="12353519" y="7804671"/>
                  </a:lnTo>
                  <a:close/>
                </a:path>
                <a:path w="18288000" h="10287000">
                  <a:moveTo>
                    <a:pt x="12361304" y="9013304"/>
                  </a:moveTo>
                  <a:lnTo>
                    <a:pt x="12358065" y="9007704"/>
                  </a:lnTo>
                  <a:lnTo>
                    <a:pt x="12352477" y="9010929"/>
                  </a:lnTo>
                  <a:lnTo>
                    <a:pt x="12355703" y="9016530"/>
                  </a:lnTo>
                  <a:lnTo>
                    <a:pt x="12361304" y="9013304"/>
                  </a:lnTo>
                  <a:close/>
                </a:path>
                <a:path w="18288000" h="10287000">
                  <a:moveTo>
                    <a:pt x="12368289" y="10221722"/>
                  </a:moveTo>
                  <a:lnTo>
                    <a:pt x="12363882" y="10214089"/>
                  </a:lnTo>
                  <a:lnTo>
                    <a:pt x="12356249" y="10218496"/>
                  </a:lnTo>
                  <a:lnTo>
                    <a:pt x="12360656" y="10226129"/>
                  </a:lnTo>
                  <a:lnTo>
                    <a:pt x="12368289" y="10221722"/>
                  </a:lnTo>
                  <a:close/>
                </a:path>
                <a:path w="18288000" h="10287000">
                  <a:moveTo>
                    <a:pt x="12374397" y="8139316"/>
                  </a:moveTo>
                  <a:lnTo>
                    <a:pt x="12372340" y="8135760"/>
                  </a:lnTo>
                  <a:lnTo>
                    <a:pt x="12368771" y="8137817"/>
                  </a:lnTo>
                  <a:lnTo>
                    <a:pt x="12370829" y="8141373"/>
                  </a:lnTo>
                  <a:lnTo>
                    <a:pt x="12374397" y="8139316"/>
                  </a:lnTo>
                  <a:close/>
                </a:path>
                <a:path w="18288000" h="10287000">
                  <a:moveTo>
                    <a:pt x="12382183" y="9347949"/>
                  </a:moveTo>
                  <a:lnTo>
                    <a:pt x="12378373" y="9341333"/>
                  </a:lnTo>
                  <a:lnTo>
                    <a:pt x="12371743" y="9345155"/>
                  </a:lnTo>
                  <a:lnTo>
                    <a:pt x="12375566" y="9351772"/>
                  </a:lnTo>
                  <a:lnTo>
                    <a:pt x="12382183" y="9347949"/>
                  </a:lnTo>
                  <a:close/>
                </a:path>
                <a:path w="18288000" h="10287000">
                  <a:moveTo>
                    <a:pt x="12387085" y="7265238"/>
                  </a:moveTo>
                  <a:lnTo>
                    <a:pt x="12386831" y="7264806"/>
                  </a:lnTo>
                  <a:lnTo>
                    <a:pt x="12385472" y="7264806"/>
                  </a:lnTo>
                  <a:lnTo>
                    <a:pt x="12385726" y="7265238"/>
                  </a:lnTo>
                  <a:lnTo>
                    <a:pt x="12387085" y="7265238"/>
                  </a:lnTo>
                  <a:close/>
                </a:path>
                <a:path w="18288000" h="10287000">
                  <a:moveTo>
                    <a:pt x="12395264" y="8473973"/>
                  </a:moveTo>
                  <a:lnTo>
                    <a:pt x="12392622" y="8469389"/>
                  </a:lnTo>
                  <a:lnTo>
                    <a:pt x="12388050" y="8472030"/>
                  </a:lnTo>
                  <a:lnTo>
                    <a:pt x="12390692" y="8476615"/>
                  </a:lnTo>
                  <a:lnTo>
                    <a:pt x="12395264" y="8473973"/>
                  </a:lnTo>
                  <a:close/>
                </a:path>
                <a:path w="18288000" h="10287000">
                  <a:moveTo>
                    <a:pt x="12402655" y="9682493"/>
                  </a:moveTo>
                  <a:lnTo>
                    <a:pt x="12398540" y="9675381"/>
                  </a:lnTo>
                  <a:lnTo>
                    <a:pt x="12391415" y="9679483"/>
                  </a:lnTo>
                  <a:lnTo>
                    <a:pt x="12395530" y="9686607"/>
                  </a:lnTo>
                  <a:lnTo>
                    <a:pt x="12402655" y="9682493"/>
                  </a:lnTo>
                  <a:close/>
                </a:path>
                <a:path w="18288000" h="10287000">
                  <a:moveTo>
                    <a:pt x="12407964" y="7599883"/>
                  </a:moveTo>
                  <a:lnTo>
                    <a:pt x="12406782" y="7597851"/>
                  </a:lnTo>
                  <a:lnTo>
                    <a:pt x="12404750" y="7599032"/>
                  </a:lnTo>
                  <a:lnTo>
                    <a:pt x="12405919" y="7601051"/>
                  </a:lnTo>
                  <a:lnTo>
                    <a:pt x="12407964" y="7599883"/>
                  </a:lnTo>
                  <a:close/>
                </a:path>
                <a:path w="18288000" h="10287000">
                  <a:moveTo>
                    <a:pt x="12415736" y="8808517"/>
                  </a:moveTo>
                  <a:lnTo>
                    <a:pt x="12412802" y="8803424"/>
                  </a:lnTo>
                  <a:lnTo>
                    <a:pt x="12407710" y="8806370"/>
                  </a:lnTo>
                  <a:lnTo>
                    <a:pt x="12410656" y="8811450"/>
                  </a:lnTo>
                  <a:lnTo>
                    <a:pt x="12415736" y="8808517"/>
                  </a:lnTo>
                  <a:close/>
                </a:path>
                <a:path w="18288000" h="10287000">
                  <a:moveTo>
                    <a:pt x="12423127" y="10017036"/>
                  </a:moveTo>
                  <a:lnTo>
                    <a:pt x="12418720" y="10009416"/>
                  </a:lnTo>
                  <a:lnTo>
                    <a:pt x="12411088" y="10013823"/>
                  </a:lnTo>
                  <a:lnTo>
                    <a:pt x="12415495" y="10021443"/>
                  </a:lnTo>
                  <a:lnTo>
                    <a:pt x="12423127" y="10017036"/>
                  </a:lnTo>
                  <a:close/>
                </a:path>
                <a:path w="18288000" h="10287000">
                  <a:moveTo>
                    <a:pt x="12429236" y="7934655"/>
                  </a:moveTo>
                  <a:lnTo>
                    <a:pt x="12427179" y="7931086"/>
                  </a:lnTo>
                  <a:lnTo>
                    <a:pt x="12423610" y="7933144"/>
                  </a:lnTo>
                  <a:lnTo>
                    <a:pt x="12425680" y="7936700"/>
                  </a:lnTo>
                  <a:lnTo>
                    <a:pt x="12429236" y="7934655"/>
                  </a:lnTo>
                  <a:close/>
                </a:path>
                <a:path w="18288000" h="10287000">
                  <a:moveTo>
                    <a:pt x="12437021" y="9143276"/>
                  </a:moveTo>
                  <a:lnTo>
                    <a:pt x="12433198" y="9136659"/>
                  </a:lnTo>
                  <a:lnTo>
                    <a:pt x="12426594" y="9140482"/>
                  </a:lnTo>
                  <a:lnTo>
                    <a:pt x="12430417" y="9147099"/>
                  </a:lnTo>
                  <a:lnTo>
                    <a:pt x="12437021" y="9143276"/>
                  </a:lnTo>
                  <a:close/>
                </a:path>
                <a:path w="18288000" h="10287000">
                  <a:moveTo>
                    <a:pt x="12450115" y="8269300"/>
                  </a:moveTo>
                  <a:lnTo>
                    <a:pt x="12447461" y="8264715"/>
                  </a:lnTo>
                  <a:lnTo>
                    <a:pt x="12442889" y="8267357"/>
                  </a:lnTo>
                  <a:lnTo>
                    <a:pt x="12445530" y="8271942"/>
                  </a:lnTo>
                  <a:lnTo>
                    <a:pt x="12450115" y="8269300"/>
                  </a:lnTo>
                  <a:close/>
                </a:path>
                <a:path w="18288000" h="10287000">
                  <a:moveTo>
                    <a:pt x="12457494" y="9477819"/>
                  </a:moveTo>
                  <a:lnTo>
                    <a:pt x="12453379" y="9470695"/>
                  </a:lnTo>
                  <a:lnTo>
                    <a:pt x="12446267" y="9474810"/>
                  </a:lnTo>
                  <a:lnTo>
                    <a:pt x="12450369" y="9481934"/>
                  </a:lnTo>
                  <a:lnTo>
                    <a:pt x="12457494" y="9477819"/>
                  </a:lnTo>
                  <a:close/>
                </a:path>
                <a:path w="18288000" h="10287000">
                  <a:moveTo>
                    <a:pt x="12462802" y="7395210"/>
                  </a:moveTo>
                  <a:lnTo>
                    <a:pt x="12461621" y="7393178"/>
                  </a:lnTo>
                  <a:lnTo>
                    <a:pt x="12459589" y="7394346"/>
                  </a:lnTo>
                  <a:lnTo>
                    <a:pt x="12460770" y="7396378"/>
                  </a:lnTo>
                  <a:lnTo>
                    <a:pt x="12462802" y="7395210"/>
                  </a:lnTo>
                  <a:close/>
                </a:path>
                <a:path w="18288000" h="10287000">
                  <a:moveTo>
                    <a:pt x="12470587" y="8603844"/>
                  </a:moveTo>
                  <a:lnTo>
                    <a:pt x="12467654" y="8598751"/>
                  </a:lnTo>
                  <a:lnTo>
                    <a:pt x="12462561" y="8601685"/>
                  </a:lnTo>
                  <a:lnTo>
                    <a:pt x="12465495" y="8606777"/>
                  </a:lnTo>
                  <a:lnTo>
                    <a:pt x="12470587" y="8603844"/>
                  </a:lnTo>
                  <a:close/>
                </a:path>
                <a:path w="18288000" h="10287000">
                  <a:moveTo>
                    <a:pt x="12477979" y="9812363"/>
                  </a:moveTo>
                  <a:lnTo>
                    <a:pt x="12473572" y="9804730"/>
                  </a:lnTo>
                  <a:lnTo>
                    <a:pt x="12465939" y="9809137"/>
                  </a:lnTo>
                  <a:lnTo>
                    <a:pt x="12470346" y="9816770"/>
                  </a:lnTo>
                  <a:lnTo>
                    <a:pt x="12477979" y="9812363"/>
                  </a:lnTo>
                  <a:close/>
                </a:path>
                <a:path w="18288000" h="10287000">
                  <a:moveTo>
                    <a:pt x="12483681" y="7729855"/>
                  </a:moveTo>
                  <a:lnTo>
                    <a:pt x="12481916" y="7726807"/>
                  </a:lnTo>
                  <a:lnTo>
                    <a:pt x="12478868" y="7728572"/>
                  </a:lnTo>
                  <a:lnTo>
                    <a:pt x="12480633" y="7731620"/>
                  </a:lnTo>
                  <a:lnTo>
                    <a:pt x="12483681" y="7729855"/>
                  </a:lnTo>
                  <a:close/>
                </a:path>
                <a:path w="18288000" h="10287000">
                  <a:moveTo>
                    <a:pt x="12491860" y="8938603"/>
                  </a:moveTo>
                  <a:lnTo>
                    <a:pt x="12488037" y="8931986"/>
                  </a:lnTo>
                  <a:lnTo>
                    <a:pt x="12481433" y="8935809"/>
                  </a:lnTo>
                  <a:lnTo>
                    <a:pt x="12485243" y="8942413"/>
                  </a:lnTo>
                  <a:lnTo>
                    <a:pt x="12491860" y="8938603"/>
                  </a:lnTo>
                  <a:close/>
                </a:path>
                <a:path w="18288000" h="10287000">
                  <a:moveTo>
                    <a:pt x="12498451" y="10146906"/>
                  </a:moveTo>
                  <a:lnTo>
                    <a:pt x="12493752" y="10138766"/>
                  </a:lnTo>
                  <a:lnTo>
                    <a:pt x="12485611" y="10143465"/>
                  </a:lnTo>
                  <a:lnTo>
                    <a:pt x="12490310" y="10151605"/>
                  </a:lnTo>
                  <a:lnTo>
                    <a:pt x="12498451" y="10146906"/>
                  </a:lnTo>
                  <a:close/>
                </a:path>
                <a:path w="18288000" h="10287000">
                  <a:moveTo>
                    <a:pt x="12504547" y="8064513"/>
                  </a:moveTo>
                  <a:lnTo>
                    <a:pt x="12502198" y="8060449"/>
                  </a:lnTo>
                  <a:lnTo>
                    <a:pt x="12498134" y="8062785"/>
                  </a:lnTo>
                  <a:lnTo>
                    <a:pt x="12500483" y="8066862"/>
                  </a:lnTo>
                  <a:lnTo>
                    <a:pt x="12504547" y="8064513"/>
                  </a:lnTo>
                  <a:close/>
                </a:path>
                <a:path w="18288000" h="10287000">
                  <a:moveTo>
                    <a:pt x="12512345" y="9273146"/>
                  </a:moveTo>
                  <a:lnTo>
                    <a:pt x="12508230" y="9266022"/>
                  </a:lnTo>
                  <a:lnTo>
                    <a:pt x="12501105" y="9270136"/>
                  </a:lnTo>
                  <a:lnTo>
                    <a:pt x="12505220" y="9277261"/>
                  </a:lnTo>
                  <a:lnTo>
                    <a:pt x="12512345" y="9273146"/>
                  </a:lnTo>
                  <a:close/>
                </a:path>
                <a:path w="18288000" h="10287000">
                  <a:moveTo>
                    <a:pt x="12517247" y="7190422"/>
                  </a:moveTo>
                  <a:lnTo>
                    <a:pt x="12516358" y="7188898"/>
                  </a:lnTo>
                  <a:lnTo>
                    <a:pt x="12514834" y="7189787"/>
                  </a:lnTo>
                  <a:lnTo>
                    <a:pt x="12515710" y="7191311"/>
                  </a:lnTo>
                  <a:lnTo>
                    <a:pt x="12517247" y="7190422"/>
                  </a:lnTo>
                  <a:close/>
                </a:path>
                <a:path w="18288000" h="10287000">
                  <a:moveTo>
                    <a:pt x="12525426" y="8399170"/>
                  </a:moveTo>
                  <a:lnTo>
                    <a:pt x="12522492" y="8394078"/>
                  </a:lnTo>
                  <a:lnTo>
                    <a:pt x="12517399" y="8397011"/>
                  </a:lnTo>
                  <a:lnTo>
                    <a:pt x="12520346" y="8402104"/>
                  </a:lnTo>
                  <a:lnTo>
                    <a:pt x="12525426" y="8399170"/>
                  </a:lnTo>
                  <a:close/>
                </a:path>
                <a:path w="18288000" h="10287000">
                  <a:moveTo>
                    <a:pt x="12533224" y="9607804"/>
                  </a:moveTo>
                  <a:lnTo>
                    <a:pt x="12528512" y="9599651"/>
                  </a:lnTo>
                  <a:lnTo>
                    <a:pt x="12520371" y="9604350"/>
                  </a:lnTo>
                  <a:lnTo>
                    <a:pt x="12525070" y="9612503"/>
                  </a:lnTo>
                  <a:lnTo>
                    <a:pt x="12533224" y="9607804"/>
                  </a:lnTo>
                  <a:close/>
                </a:path>
                <a:path w="18288000" h="10287000">
                  <a:moveTo>
                    <a:pt x="12538520" y="7525182"/>
                  </a:moveTo>
                  <a:lnTo>
                    <a:pt x="12536754" y="7522134"/>
                  </a:lnTo>
                  <a:lnTo>
                    <a:pt x="12533706" y="7523899"/>
                  </a:lnTo>
                  <a:lnTo>
                    <a:pt x="12535459" y="7526947"/>
                  </a:lnTo>
                  <a:lnTo>
                    <a:pt x="12538520" y="7525182"/>
                  </a:lnTo>
                  <a:close/>
                </a:path>
                <a:path w="18288000" h="10287000">
                  <a:moveTo>
                    <a:pt x="12546305" y="8733815"/>
                  </a:moveTo>
                  <a:lnTo>
                    <a:pt x="12542774" y="8727707"/>
                  </a:lnTo>
                  <a:lnTo>
                    <a:pt x="12536678" y="8731237"/>
                  </a:lnTo>
                  <a:lnTo>
                    <a:pt x="12540196" y="8737346"/>
                  </a:lnTo>
                  <a:lnTo>
                    <a:pt x="12546305" y="8733815"/>
                  </a:lnTo>
                  <a:close/>
                </a:path>
                <a:path w="18288000" h="10287000">
                  <a:moveTo>
                    <a:pt x="12553696" y="9942335"/>
                  </a:moveTo>
                  <a:lnTo>
                    <a:pt x="12548692" y="9933686"/>
                  </a:lnTo>
                  <a:lnTo>
                    <a:pt x="12540044" y="9938677"/>
                  </a:lnTo>
                  <a:lnTo>
                    <a:pt x="12545047" y="9947338"/>
                  </a:lnTo>
                  <a:lnTo>
                    <a:pt x="12553696" y="9942335"/>
                  </a:lnTo>
                  <a:close/>
                </a:path>
                <a:path w="18288000" h="10287000">
                  <a:moveTo>
                    <a:pt x="12559398" y="7859839"/>
                  </a:moveTo>
                  <a:lnTo>
                    <a:pt x="12557049" y="7855763"/>
                  </a:lnTo>
                  <a:lnTo>
                    <a:pt x="12552972" y="7858112"/>
                  </a:lnTo>
                  <a:lnTo>
                    <a:pt x="12555322" y="7862189"/>
                  </a:lnTo>
                  <a:lnTo>
                    <a:pt x="12559398" y="7859839"/>
                  </a:lnTo>
                  <a:close/>
                </a:path>
                <a:path w="18288000" h="10287000">
                  <a:moveTo>
                    <a:pt x="12567183" y="9068473"/>
                  </a:moveTo>
                  <a:lnTo>
                    <a:pt x="12563069" y="9061336"/>
                  </a:lnTo>
                  <a:lnTo>
                    <a:pt x="12555944" y="9065450"/>
                  </a:lnTo>
                  <a:lnTo>
                    <a:pt x="12560059" y="9072575"/>
                  </a:lnTo>
                  <a:lnTo>
                    <a:pt x="12567183" y="9068473"/>
                  </a:lnTo>
                  <a:close/>
                </a:path>
                <a:path w="18288000" h="10287000">
                  <a:moveTo>
                    <a:pt x="12572086" y="6985749"/>
                  </a:moveTo>
                  <a:lnTo>
                    <a:pt x="12571197" y="6984225"/>
                  </a:lnTo>
                  <a:lnTo>
                    <a:pt x="12569685" y="6985101"/>
                  </a:lnTo>
                  <a:lnTo>
                    <a:pt x="12570562" y="6986625"/>
                  </a:lnTo>
                  <a:lnTo>
                    <a:pt x="12572086" y="6985749"/>
                  </a:lnTo>
                  <a:close/>
                </a:path>
                <a:path w="18288000" h="10287000">
                  <a:moveTo>
                    <a:pt x="12573368" y="10276675"/>
                  </a:moveTo>
                  <a:lnTo>
                    <a:pt x="12568657" y="10268521"/>
                  </a:lnTo>
                  <a:lnTo>
                    <a:pt x="12560529" y="10273220"/>
                  </a:lnTo>
                  <a:lnTo>
                    <a:pt x="12565228" y="10281374"/>
                  </a:lnTo>
                  <a:lnTo>
                    <a:pt x="12573368" y="10276675"/>
                  </a:lnTo>
                  <a:close/>
                </a:path>
                <a:path w="18288000" h="10287000">
                  <a:moveTo>
                    <a:pt x="12580277" y="8194484"/>
                  </a:moveTo>
                  <a:lnTo>
                    <a:pt x="12577343" y="8189404"/>
                  </a:lnTo>
                  <a:lnTo>
                    <a:pt x="12572251" y="8192338"/>
                  </a:lnTo>
                  <a:lnTo>
                    <a:pt x="12575184" y="8197431"/>
                  </a:lnTo>
                  <a:lnTo>
                    <a:pt x="12580277" y="8194484"/>
                  </a:lnTo>
                  <a:close/>
                </a:path>
                <a:path w="18288000" h="10287000">
                  <a:moveTo>
                    <a:pt x="12588062" y="9403118"/>
                  </a:moveTo>
                  <a:lnTo>
                    <a:pt x="12583363" y="9394977"/>
                  </a:lnTo>
                  <a:lnTo>
                    <a:pt x="12575223" y="9399676"/>
                  </a:lnTo>
                  <a:lnTo>
                    <a:pt x="12579922" y="9407817"/>
                  </a:lnTo>
                  <a:lnTo>
                    <a:pt x="12588062" y="9403118"/>
                  </a:lnTo>
                  <a:close/>
                </a:path>
                <a:path w="18288000" h="10287000">
                  <a:moveTo>
                    <a:pt x="12592964" y="7320407"/>
                  </a:moveTo>
                  <a:lnTo>
                    <a:pt x="12591491" y="7317854"/>
                  </a:lnTo>
                  <a:lnTo>
                    <a:pt x="12588951" y="7319327"/>
                  </a:lnTo>
                  <a:lnTo>
                    <a:pt x="12590412" y="7321867"/>
                  </a:lnTo>
                  <a:lnTo>
                    <a:pt x="12592964" y="7320407"/>
                  </a:lnTo>
                  <a:close/>
                </a:path>
                <a:path w="18288000" h="10287000">
                  <a:moveTo>
                    <a:pt x="12601156" y="8529142"/>
                  </a:moveTo>
                  <a:lnTo>
                    <a:pt x="12597625" y="8523033"/>
                  </a:lnTo>
                  <a:lnTo>
                    <a:pt x="12591517" y="8526551"/>
                  </a:lnTo>
                  <a:lnTo>
                    <a:pt x="12595047" y="8532660"/>
                  </a:lnTo>
                  <a:lnTo>
                    <a:pt x="12601156" y="8529142"/>
                  </a:lnTo>
                  <a:close/>
                </a:path>
                <a:path w="18288000" h="10287000">
                  <a:moveTo>
                    <a:pt x="12608535" y="9737661"/>
                  </a:moveTo>
                  <a:lnTo>
                    <a:pt x="12603544" y="9729013"/>
                  </a:lnTo>
                  <a:lnTo>
                    <a:pt x="12594895" y="9734004"/>
                  </a:lnTo>
                  <a:lnTo>
                    <a:pt x="12599886" y="9742653"/>
                  </a:lnTo>
                  <a:lnTo>
                    <a:pt x="12608535" y="9737661"/>
                  </a:lnTo>
                  <a:close/>
                </a:path>
                <a:path w="18288000" h="10287000">
                  <a:moveTo>
                    <a:pt x="12613843" y="7655052"/>
                  </a:moveTo>
                  <a:lnTo>
                    <a:pt x="12611786" y="7651483"/>
                  </a:lnTo>
                  <a:lnTo>
                    <a:pt x="12608217" y="7653541"/>
                  </a:lnTo>
                  <a:lnTo>
                    <a:pt x="12610275" y="7657109"/>
                  </a:lnTo>
                  <a:lnTo>
                    <a:pt x="12613843" y="7655052"/>
                  </a:lnTo>
                  <a:close/>
                </a:path>
                <a:path w="18288000" h="10287000">
                  <a:moveTo>
                    <a:pt x="12622022" y="8863787"/>
                  </a:moveTo>
                  <a:lnTo>
                    <a:pt x="12617907" y="8856675"/>
                  </a:lnTo>
                  <a:lnTo>
                    <a:pt x="12610795" y="8860777"/>
                  </a:lnTo>
                  <a:lnTo>
                    <a:pt x="12614910" y="8867902"/>
                  </a:lnTo>
                  <a:lnTo>
                    <a:pt x="12622022" y="8863787"/>
                  </a:lnTo>
                  <a:close/>
                </a:path>
                <a:path w="18288000" h="10287000">
                  <a:moveTo>
                    <a:pt x="12629007" y="10072205"/>
                  </a:moveTo>
                  <a:lnTo>
                    <a:pt x="12623724" y="10063048"/>
                  </a:lnTo>
                  <a:lnTo>
                    <a:pt x="12614554" y="10068331"/>
                  </a:lnTo>
                  <a:lnTo>
                    <a:pt x="12619850" y="10077488"/>
                  </a:lnTo>
                  <a:lnTo>
                    <a:pt x="12629007" y="10072205"/>
                  </a:lnTo>
                  <a:close/>
                </a:path>
                <a:path w="18288000" h="10287000">
                  <a:moveTo>
                    <a:pt x="12634722" y="7989710"/>
                  </a:moveTo>
                  <a:lnTo>
                    <a:pt x="12632080" y="7985125"/>
                  </a:lnTo>
                  <a:lnTo>
                    <a:pt x="12627496" y="7987766"/>
                  </a:lnTo>
                  <a:lnTo>
                    <a:pt x="12630137" y="7992351"/>
                  </a:lnTo>
                  <a:lnTo>
                    <a:pt x="12634722" y="7989710"/>
                  </a:lnTo>
                  <a:close/>
                </a:path>
                <a:path w="18288000" h="10287000">
                  <a:moveTo>
                    <a:pt x="12642901" y="9198445"/>
                  </a:moveTo>
                  <a:lnTo>
                    <a:pt x="12638202" y="9190304"/>
                  </a:lnTo>
                  <a:lnTo>
                    <a:pt x="12630061" y="9195003"/>
                  </a:lnTo>
                  <a:lnTo>
                    <a:pt x="12634760" y="9203144"/>
                  </a:lnTo>
                  <a:lnTo>
                    <a:pt x="12642901" y="9198445"/>
                  </a:lnTo>
                  <a:close/>
                </a:path>
                <a:path w="18288000" h="10287000">
                  <a:moveTo>
                    <a:pt x="12647397" y="7115619"/>
                  </a:moveTo>
                  <a:lnTo>
                    <a:pt x="12646228" y="7113587"/>
                  </a:lnTo>
                  <a:lnTo>
                    <a:pt x="12644196" y="7114756"/>
                  </a:lnTo>
                  <a:lnTo>
                    <a:pt x="12645365" y="7116800"/>
                  </a:lnTo>
                  <a:lnTo>
                    <a:pt x="12647397" y="7115619"/>
                  </a:lnTo>
                  <a:close/>
                </a:path>
                <a:path w="18288000" h="10287000">
                  <a:moveTo>
                    <a:pt x="12655995" y="8324469"/>
                  </a:moveTo>
                  <a:lnTo>
                    <a:pt x="12652464" y="8318360"/>
                  </a:lnTo>
                  <a:lnTo>
                    <a:pt x="12646355" y="8321878"/>
                  </a:lnTo>
                  <a:lnTo>
                    <a:pt x="12649886" y="8327987"/>
                  </a:lnTo>
                  <a:lnTo>
                    <a:pt x="12655995" y="8324469"/>
                  </a:lnTo>
                  <a:close/>
                </a:path>
                <a:path w="18288000" h="10287000">
                  <a:moveTo>
                    <a:pt x="12663373" y="9532976"/>
                  </a:moveTo>
                  <a:lnTo>
                    <a:pt x="12658382" y="9524340"/>
                  </a:lnTo>
                  <a:lnTo>
                    <a:pt x="12649734" y="9529331"/>
                  </a:lnTo>
                  <a:lnTo>
                    <a:pt x="12654725" y="9537979"/>
                  </a:lnTo>
                  <a:lnTo>
                    <a:pt x="12663373" y="9532976"/>
                  </a:lnTo>
                  <a:close/>
                </a:path>
                <a:path w="18288000" h="10287000">
                  <a:moveTo>
                    <a:pt x="12668682" y="7450379"/>
                  </a:moveTo>
                  <a:lnTo>
                    <a:pt x="12666625" y="7446823"/>
                  </a:lnTo>
                  <a:lnTo>
                    <a:pt x="12663069" y="7448867"/>
                  </a:lnTo>
                  <a:lnTo>
                    <a:pt x="12665113" y="7452436"/>
                  </a:lnTo>
                  <a:lnTo>
                    <a:pt x="12668682" y="7450379"/>
                  </a:lnTo>
                  <a:close/>
                </a:path>
                <a:path w="18288000" h="10287000">
                  <a:moveTo>
                    <a:pt x="12676873" y="8659114"/>
                  </a:moveTo>
                  <a:lnTo>
                    <a:pt x="12672759" y="8652002"/>
                  </a:lnTo>
                  <a:lnTo>
                    <a:pt x="12665634" y="8656104"/>
                  </a:lnTo>
                  <a:lnTo>
                    <a:pt x="12669749" y="8663229"/>
                  </a:lnTo>
                  <a:lnTo>
                    <a:pt x="12676873" y="8659114"/>
                  </a:lnTo>
                  <a:close/>
                </a:path>
                <a:path w="18288000" h="10287000">
                  <a:moveTo>
                    <a:pt x="12683858" y="9867532"/>
                  </a:moveTo>
                  <a:lnTo>
                    <a:pt x="12678575" y="9858375"/>
                  </a:lnTo>
                  <a:lnTo>
                    <a:pt x="12669406" y="9863658"/>
                  </a:lnTo>
                  <a:lnTo>
                    <a:pt x="12674702" y="9872815"/>
                  </a:lnTo>
                  <a:lnTo>
                    <a:pt x="12683858" y="9867532"/>
                  </a:lnTo>
                  <a:close/>
                </a:path>
                <a:path w="18288000" h="10287000">
                  <a:moveTo>
                    <a:pt x="12689561" y="7785024"/>
                  </a:moveTo>
                  <a:lnTo>
                    <a:pt x="12686906" y="7780452"/>
                  </a:lnTo>
                  <a:lnTo>
                    <a:pt x="12682334" y="7783093"/>
                  </a:lnTo>
                  <a:lnTo>
                    <a:pt x="12684976" y="7787665"/>
                  </a:lnTo>
                  <a:lnTo>
                    <a:pt x="12689561" y="7785024"/>
                  </a:lnTo>
                  <a:close/>
                </a:path>
                <a:path w="18288000" h="10287000">
                  <a:moveTo>
                    <a:pt x="12697752" y="8993759"/>
                  </a:moveTo>
                  <a:lnTo>
                    <a:pt x="12693041" y="8985618"/>
                  </a:lnTo>
                  <a:lnTo>
                    <a:pt x="12684900" y="8990330"/>
                  </a:lnTo>
                  <a:lnTo>
                    <a:pt x="12689599" y="8998458"/>
                  </a:lnTo>
                  <a:lnTo>
                    <a:pt x="12697752" y="8993759"/>
                  </a:lnTo>
                  <a:close/>
                </a:path>
                <a:path w="18288000" h="10287000">
                  <a:moveTo>
                    <a:pt x="12702248" y="6910946"/>
                  </a:moveTo>
                  <a:lnTo>
                    <a:pt x="12701067" y="6908901"/>
                  </a:lnTo>
                  <a:lnTo>
                    <a:pt x="12699035" y="6910083"/>
                  </a:lnTo>
                  <a:lnTo>
                    <a:pt x="12700216" y="6912115"/>
                  </a:lnTo>
                  <a:lnTo>
                    <a:pt x="12702248" y="6910946"/>
                  </a:lnTo>
                  <a:close/>
                </a:path>
                <a:path w="18288000" h="10287000">
                  <a:moveTo>
                    <a:pt x="12704737" y="10202189"/>
                  </a:moveTo>
                  <a:lnTo>
                    <a:pt x="12698857" y="10192004"/>
                  </a:lnTo>
                  <a:lnTo>
                    <a:pt x="12688672" y="10197884"/>
                  </a:lnTo>
                  <a:lnTo>
                    <a:pt x="12694552" y="10208057"/>
                  </a:lnTo>
                  <a:lnTo>
                    <a:pt x="12704737" y="10202189"/>
                  </a:lnTo>
                  <a:close/>
                </a:path>
                <a:path w="18288000" h="10287000">
                  <a:moveTo>
                    <a:pt x="12710440" y="8119681"/>
                  </a:moveTo>
                  <a:lnTo>
                    <a:pt x="12707201" y="8114081"/>
                  </a:lnTo>
                  <a:lnTo>
                    <a:pt x="12701600" y="8117306"/>
                  </a:lnTo>
                  <a:lnTo>
                    <a:pt x="12704839" y="8122920"/>
                  </a:lnTo>
                  <a:lnTo>
                    <a:pt x="12710440" y="8119681"/>
                  </a:lnTo>
                  <a:close/>
                </a:path>
                <a:path w="18288000" h="10287000">
                  <a:moveTo>
                    <a:pt x="12718225" y="9328315"/>
                  </a:moveTo>
                  <a:lnTo>
                    <a:pt x="12713221" y="9319654"/>
                  </a:lnTo>
                  <a:lnTo>
                    <a:pt x="12704585" y="9324645"/>
                  </a:lnTo>
                  <a:lnTo>
                    <a:pt x="12709576" y="9333306"/>
                  </a:lnTo>
                  <a:lnTo>
                    <a:pt x="12718225" y="9328315"/>
                  </a:lnTo>
                  <a:close/>
                </a:path>
                <a:path w="18288000" h="10287000">
                  <a:moveTo>
                    <a:pt x="12723127" y="7245591"/>
                  </a:moveTo>
                  <a:lnTo>
                    <a:pt x="12721362" y="7242543"/>
                  </a:lnTo>
                  <a:lnTo>
                    <a:pt x="12718314" y="7244296"/>
                  </a:lnTo>
                  <a:lnTo>
                    <a:pt x="12720079" y="7247356"/>
                  </a:lnTo>
                  <a:lnTo>
                    <a:pt x="12723127" y="7245591"/>
                  </a:lnTo>
                  <a:close/>
                </a:path>
                <a:path w="18288000" h="10287000">
                  <a:moveTo>
                    <a:pt x="12731712" y="8454441"/>
                  </a:moveTo>
                  <a:lnTo>
                    <a:pt x="12727597" y="8447316"/>
                  </a:lnTo>
                  <a:lnTo>
                    <a:pt x="12720473" y="8451431"/>
                  </a:lnTo>
                  <a:lnTo>
                    <a:pt x="12724587" y="8458556"/>
                  </a:lnTo>
                  <a:lnTo>
                    <a:pt x="12731712" y="8454441"/>
                  </a:lnTo>
                  <a:close/>
                </a:path>
                <a:path w="18288000" h="10287000">
                  <a:moveTo>
                    <a:pt x="12739103" y="9662960"/>
                  </a:moveTo>
                  <a:lnTo>
                    <a:pt x="12733515" y="9653295"/>
                  </a:lnTo>
                  <a:lnTo>
                    <a:pt x="12723851" y="9658871"/>
                  </a:lnTo>
                  <a:lnTo>
                    <a:pt x="12729439" y="9668548"/>
                  </a:lnTo>
                  <a:lnTo>
                    <a:pt x="12739103" y="9662960"/>
                  </a:lnTo>
                  <a:close/>
                </a:path>
                <a:path w="18288000" h="10287000">
                  <a:moveTo>
                    <a:pt x="12744006" y="7580236"/>
                  </a:moveTo>
                  <a:lnTo>
                    <a:pt x="12741656" y="7576172"/>
                  </a:lnTo>
                  <a:lnTo>
                    <a:pt x="12737579" y="7578522"/>
                  </a:lnTo>
                  <a:lnTo>
                    <a:pt x="12739929" y="7582598"/>
                  </a:lnTo>
                  <a:lnTo>
                    <a:pt x="12744006" y="7580236"/>
                  </a:lnTo>
                  <a:close/>
                </a:path>
                <a:path w="18288000" h="10287000">
                  <a:moveTo>
                    <a:pt x="12752591" y="8789098"/>
                  </a:moveTo>
                  <a:lnTo>
                    <a:pt x="12747892" y="8780945"/>
                  </a:lnTo>
                  <a:lnTo>
                    <a:pt x="12739738" y="8785644"/>
                  </a:lnTo>
                  <a:lnTo>
                    <a:pt x="12744450" y="8793797"/>
                  </a:lnTo>
                  <a:lnTo>
                    <a:pt x="12752591" y="8789098"/>
                  </a:lnTo>
                  <a:close/>
                </a:path>
                <a:path w="18288000" h="10287000">
                  <a:moveTo>
                    <a:pt x="12756693" y="6706159"/>
                  </a:moveTo>
                  <a:lnTo>
                    <a:pt x="12755804" y="6704635"/>
                  </a:lnTo>
                  <a:lnTo>
                    <a:pt x="12754280" y="6705511"/>
                  </a:lnTo>
                  <a:lnTo>
                    <a:pt x="12755156" y="6707048"/>
                  </a:lnTo>
                  <a:lnTo>
                    <a:pt x="12756693" y="6706159"/>
                  </a:lnTo>
                  <a:close/>
                </a:path>
                <a:path w="18288000" h="10287000">
                  <a:moveTo>
                    <a:pt x="12759576" y="9997503"/>
                  </a:moveTo>
                  <a:lnTo>
                    <a:pt x="12753696" y="9987331"/>
                  </a:lnTo>
                  <a:lnTo>
                    <a:pt x="12743523" y="9993198"/>
                  </a:lnTo>
                  <a:lnTo>
                    <a:pt x="12749403" y="10003384"/>
                  </a:lnTo>
                  <a:lnTo>
                    <a:pt x="12759576" y="9997503"/>
                  </a:lnTo>
                  <a:close/>
                </a:path>
                <a:path w="18288000" h="10287000">
                  <a:moveTo>
                    <a:pt x="12765278" y="7915008"/>
                  </a:moveTo>
                  <a:lnTo>
                    <a:pt x="12762052" y="7909407"/>
                  </a:lnTo>
                  <a:lnTo>
                    <a:pt x="12756452" y="7912646"/>
                  </a:lnTo>
                  <a:lnTo>
                    <a:pt x="12759677" y="7918234"/>
                  </a:lnTo>
                  <a:lnTo>
                    <a:pt x="12765278" y="7915008"/>
                  </a:lnTo>
                  <a:close/>
                </a:path>
                <a:path w="18288000" h="10287000">
                  <a:moveTo>
                    <a:pt x="12773063" y="9123629"/>
                  </a:moveTo>
                  <a:lnTo>
                    <a:pt x="12768072" y="9114980"/>
                  </a:lnTo>
                  <a:lnTo>
                    <a:pt x="12759423" y="9119972"/>
                  </a:lnTo>
                  <a:lnTo>
                    <a:pt x="12764415" y="9128633"/>
                  </a:lnTo>
                  <a:lnTo>
                    <a:pt x="12773063" y="9123629"/>
                  </a:lnTo>
                  <a:close/>
                </a:path>
                <a:path w="18288000" h="10287000">
                  <a:moveTo>
                    <a:pt x="12777559" y="7040804"/>
                  </a:moveTo>
                  <a:lnTo>
                    <a:pt x="12776099" y="7038264"/>
                  </a:lnTo>
                  <a:lnTo>
                    <a:pt x="12773559" y="7039737"/>
                  </a:lnTo>
                  <a:lnTo>
                    <a:pt x="12775019" y="7042277"/>
                  </a:lnTo>
                  <a:lnTo>
                    <a:pt x="12777559" y="7040804"/>
                  </a:lnTo>
                  <a:close/>
                </a:path>
                <a:path w="18288000" h="10287000">
                  <a:moveTo>
                    <a:pt x="12786563" y="8249767"/>
                  </a:moveTo>
                  <a:lnTo>
                    <a:pt x="12782449" y="8242643"/>
                  </a:lnTo>
                  <a:lnTo>
                    <a:pt x="12775324" y="8246745"/>
                  </a:lnTo>
                  <a:lnTo>
                    <a:pt x="12779439" y="8253870"/>
                  </a:lnTo>
                  <a:lnTo>
                    <a:pt x="12786563" y="8249767"/>
                  </a:lnTo>
                  <a:close/>
                </a:path>
                <a:path w="18288000" h="10287000">
                  <a:moveTo>
                    <a:pt x="12793942" y="9458287"/>
                  </a:moveTo>
                  <a:lnTo>
                    <a:pt x="12788367" y="9448622"/>
                  </a:lnTo>
                  <a:lnTo>
                    <a:pt x="12778689" y="9454197"/>
                  </a:lnTo>
                  <a:lnTo>
                    <a:pt x="12784277" y="9463862"/>
                  </a:lnTo>
                  <a:lnTo>
                    <a:pt x="12793942" y="9458287"/>
                  </a:lnTo>
                  <a:close/>
                </a:path>
                <a:path w="18288000" h="10287000">
                  <a:moveTo>
                    <a:pt x="12798844" y="7375576"/>
                  </a:moveTo>
                  <a:lnTo>
                    <a:pt x="12796495" y="7371499"/>
                  </a:lnTo>
                  <a:lnTo>
                    <a:pt x="12792418" y="7373848"/>
                  </a:lnTo>
                  <a:lnTo>
                    <a:pt x="12794780" y="7377925"/>
                  </a:lnTo>
                  <a:lnTo>
                    <a:pt x="12798844" y="7375576"/>
                  </a:lnTo>
                  <a:close/>
                </a:path>
                <a:path w="18288000" h="10287000">
                  <a:moveTo>
                    <a:pt x="12807036" y="8584298"/>
                  </a:moveTo>
                  <a:lnTo>
                    <a:pt x="12802629" y="8576678"/>
                  </a:lnTo>
                  <a:lnTo>
                    <a:pt x="12794983" y="8581085"/>
                  </a:lnTo>
                  <a:lnTo>
                    <a:pt x="12799390" y="8588718"/>
                  </a:lnTo>
                  <a:lnTo>
                    <a:pt x="12807036" y="8584298"/>
                  </a:lnTo>
                  <a:close/>
                </a:path>
                <a:path w="18288000" h="10287000">
                  <a:moveTo>
                    <a:pt x="12814821" y="9792932"/>
                  </a:moveTo>
                  <a:lnTo>
                    <a:pt x="12808649" y="9782251"/>
                  </a:lnTo>
                  <a:lnTo>
                    <a:pt x="12797968" y="9788423"/>
                  </a:lnTo>
                  <a:lnTo>
                    <a:pt x="12804140" y="9799104"/>
                  </a:lnTo>
                  <a:lnTo>
                    <a:pt x="12814821" y="9792932"/>
                  </a:lnTo>
                  <a:close/>
                </a:path>
                <a:path w="18288000" h="10287000">
                  <a:moveTo>
                    <a:pt x="12819723" y="7710221"/>
                  </a:moveTo>
                  <a:lnTo>
                    <a:pt x="12816789" y="7705128"/>
                  </a:lnTo>
                  <a:lnTo>
                    <a:pt x="12811697" y="7708062"/>
                  </a:lnTo>
                  <a:lnTo>
                    <a:pt x="12814630" y="7713154"/>
                  </a:lnTo>
                  <a:lnTo>
                    <a:pt x="12819723" y="7710221"/>
                  </a:lnTo>
                  <a:close/>
                </a:path>
                <a:path w="18288000" h="10287000">
                  <a:moveTo>
                    <a:pt x="12827915" y="8918956"/>
                  </a:moveTo>
                  <a:lnTo>
                    <a:pt x="12822911" y="8910307"/>
                  </a:lnTo>
                  <a:lnTo>
                    <a:pt x="12814262" y="8915298"/>
                  </a:lnTo>
                  <a:lnTo>
                    <a:pt x="12819266" y="8923947"/>
                  </a:lnTo>
                  <a:lnTo>
                    <a:pt x="12827915" y="8918956"/>
                  </a:lnTo>
                  <a:close/>
                </a:path>
                <a:path w="18288000" h="10287000">
                  <a:moveTo>
                    <a:pt x="12832004" y="6836029"/>
                  </a:moveTo>
                  <a:lnTo>
                    <a:pt x="12830836" y="6833984"/>
                  </a:lnTo>
                  <a:lnTo>
                    <a:pt x="12828791" y="6835165"/>
                  </a:lnTo>
                  <a:lnTo>
                    <a:pt x="12829972" y="6837197"/>
                  </a:lnTo>
                  <a:lnTo>
                    <a:pt x="12832004" y="6836029"/>
                  </a:lnTo>
                  <a:close/>
                </a:path>
                <a:path w="18288000" h="10287000">
                  <a:moveTo>
                    <a:pt x="12835700" y="10127590"/>
                  </a:moveTo>
                  <a:lnTo>
                    <a:pt x="12828943" y="10115880"/>
                  </a:lnTo>
                  <a:lnTo>
                    <a:pt x="12817234" y="10122637"/>
                  </a:lnTo>
                  <a:lnTo>
                    <a:pt x="12823990" y="10134346"/>
                  </a:lnTo>
                  <a:lnTo>
                    <a:pt x="12835700" y="10127590"/>
                  </a:lnTo>
                  <a:close/>
                </a:path>
                <a:path w="18288000" h="10287000">
                  <a:moveTo>
                    <a:pt x="12840996" y="8044980"/>
                  </a:moveTo>
                  <a:lnTo>
                    <a:pt x="12837173" y="8038363"/>
                  </a:lnTo>
                  <a:lnTo>
                    <a:pt x="12830556" y="8042186"/>
                  </a:lnTo>
                  <a:lnTo>
                    <a:pt x="12834379" y="8048803"/>
                  </a:lnTo>
                  <a:lnTo>
                    <a:pt x="12840996" y="8044980"/>
                  </a:lnTo>
                  <a:close/>
                </a:path>
                <a:path w="18288000" h="10287000">
                  <a:moveTo>
                    <a:pt x="12848781" y="9253614"/>
                  </a:moveTo>
                  <a:lnTo>
                    <a:pt x="12843205" y="9243949"/>
                  </a:lnTo>
                  <a:lnTo>
                    <a:pt x="12833541" y="9249524"/>
                  </a:lnTo>
                  <a:lnTo>
                    <a:pt x="12839116" y="9259189"/>
                  </a:lnTo>
                  <a:lnTo>
                    <a:pt x="12848781" y="9253614"/>
                  </a:lnTo>
                  <a:close/>
                </a:path>
                <a:path w="18288000" h="10287000">
                  <a:moveTo>
                    <a:pt x="12853289" y="7170788"/>
                  </a:moveTo>
                  <a:lnTo>
                    <a:pt x="12851232" y="7167219"/>
                  </a:lnTo>
                  <a:lnTo>
                    <a:pt x="12847663" y="7169290"/>
                  </a:lnTo>
                  <a:lnTo>
                    <a:pt x="12849720" y="7172846"/>
                  </a:lnTo>
                  <a:lnTo>
                    <a:pt x="12853289" y="7170788"/>
                  </a:lnTo>
                  <a:close/>
                </a:path>
                <a:path w="18288000" h="10287000">
                  <a:moveTo>
                    <a:pt x="12861874" y="8379625"/>
                  </a:moveTo>
                  <a:lnTo>
                    <a:pt x="12857467" y="8371992"/>
                  </a:lnTo>
                  <a:lnTo>
                    <a:pt x="12849835" y="8376399"/>
                  </a:lnTo>
                  <a:lnTo>
                    <a:pt x="12854242" y="8384032"/>
                  </a:lnTo>
                  <a:lnTo>
                    <a:pt x="12861874" y="8379625"/>
                  </a:lnTo>
                  <a:close/>
                </a:path>
                <a:path w="18288000" h="10287000">
                  <a:moveTo>
                    <a:pt x="12869659" y="9588259"/>
                  </a:moveTo>
                  <a:lnTo>
                    <a:pt x="12863500" y="9577565"/>
                  </a:lnTo>
                  <a:lnTo>
                    <a:pt x="12852807" y="9583737"/>
                  </a:lnTo>
                  <a:lnTo>
                    <a:pt x="12858979" y="9594431"/>
                  </a:lnTo>
                  <a:lnTo>
                    <a:pt x="12869659" y="9588259"/>
                  </a:lnTo>
                  <a:close/>
                </a:path>
                <a:path w="18288000" h="10287000">
                  <a:moveTo>
                    <a:pt x="12874155" y="7505433"/>
                  </a:moveTo>
                  <a:lnTo>
                    <a:pt x="12871514" y="7500861"/>
                  </a:lnTo>
                  <a:lnTo>
                    <a:pt x="12866929" y="7503503"/>
                  </a:lnTo>
                  <a:lnTo>
                    <a:pt x="12869583" y="7508087"/>
                  </a:lnTo>
                  <a:lnTo>
                    <a:pt x="12874155" y="7505433"/>
                  </a:lnTo>
                  <a:close/>
                </a:path>
                <a:path w="18288000" h="10287000">
                  <a:moveTo>
                    <a:pt x="12882753" y="8714283"/>
                  </a:moveTo>
                  <a:lnTo>
                    <a:pt x="12877762" y="8705634"/>
                  </a:lnTo>
                  <a:lnTo>
                    <a:pt x="12869101" y="8710625"/>
                  </a:lnTo>
                  <a:lnTo>
                    <a:pt x="12874092" y="8719274"/>
                  </a:lnTo>
                  <a:lnTo>
                    <a:pt x="12882753" y="8714283"/>
                  </a:lnTo>
                  <a:close/>
                </a:path>
                <a:path w="18288000" h="10287000">
                  <a:moveTo>
                    <a:pt x="12886843" y="6631343"/>
                  </a:moveTo>
                  <a:lnTo>
                    <a:pt x="12885674" y="6629311"/>
                  </a:lnTo>
                  <a:lnTo>
                    <a:pt x="12883642" y="6630492"/>
                  </a:lnTo>
                  <a:lnTo>
                    <a:pt x="12884811" y="6632524"/>
                  </a:lnTo>
                  <a:lnTo>
                    <a:pt x="12886843" y="6631343"/>
                  </a:lnTo>
                  <a:close/>
                </a:path>
                <a:path w="18288000" h="10287000">
                  <a:moveTo>
                    <a:pt x="12890945" y="9923018"/>
                  </a:moveTo>
                  <a:lnTo>
                    <a:pt x="12883883" y="9910813"/>
                  </a:lnTo>
                  <a:lnTo>
                    <a:pt x="12871679" y="9917862"/>
                  </a:lnTo>
                  <a:lnTo>
                    <a:pt x="12878727" y="9930066"/>
                  </a:lnTo>
                  <a:lnTo>
                    <a:pt x="12890945" y="9923018"/>
                  </a:lnTo>
                  <a:close/>
                </a:path>
                <a:path w="18288000" h="10287000">
                  <a:moveTo>
                    <a:pt x="12895440" y="7840192"/>
                  </a:moveTo>
                  <a:lnTo>
                    <a:pt x="12891910" y="7834096"/>
                  </a:lnTo>
                  <a:lnTo>
                    <a:pt x="12885814" y="7837614"/>
                  </a:lnTo>
                  <a:lnTo>
                    <a:pt x="12889332" y="7843710"/>
                  </a:lnTo>
                  <a:lnTo>
                    <a:pt x="12895440" y="7840192"/>
                  </a:lnTo>
                  <a:close/>
                </a:path>
                <a:path w="18288000" h="10287000">
                  <a:moveTo>
                    <a:pt x="12903632" y="9048940"/>
                  </a:moveTo>
                  <a:lnTo>
                    <a:pt x="12898044" y="9039263"/>
                  </a:lnTo>
                  <a:lnTo>
                    <a:pt x="12888379" y="9044851"/>
                  </a:lnTo>
                  <a:lnTo>
                    <a:pt x="12893955" y="9054516"/>
                  </a:lnTo>
                  <a:lnTo>
                    <a:pt x="12903632" y="9048940"/>
                  </a:lnTo>
                  <a:close/>
                </a:path>
                <a:path w="18288000" h="10287000">
                  <a:moveTo>
                    <a:pt x="12907721" y="6966001"/>
                  </a:moveTo>
                  <a:lnTo>
                    <a:pt x="12905969" y="6962953"/>
                  </a:lnTo>
                  <a:lnTo>
                    <a:pt x="12902908" y="6964705"/>
                  </a:lnTo>
                  <a:lnTo>
                    <a:pt x="12904673" y="6967766"/>
                  </a:lnTo>
                  <a:lnTo>
                    <a:pt x="12907721" y="6966001"/>
                  </a:lnTo>
                  <a:close/>
                </a:path>
                <a:path w="18288000" h="10287000">
                  <a:moveTo>
                    <a:pt x="12911011" y="10257447"/>
                  </a:moveTo>
                  <a:lnTo>
                    <a:pt x="12903962" y="10245242"/>
                  </a:lnTo>
                  <a:lnTo>
                    <a:pt x="12891745" y="10252291"/>
                  </a:lnTo>
                  <a:lnTo>
                    <a:pt x="12898806" y="10264508"/>
                  </a:lnTo>
                  <a:lnTo>
                    <a:pt x="12911011" y="10257447"/>
                  </a:lnTo>
                  <a:close/>
                </a:path>
                <a:path w="18288000" h="10287000">
                  <a:moveTo>
                    <a:pt x="12916713" y="8174952"/>
                  </a:moveTo>
                  <a:lnTo>
                    <a:pt x="12912306" y="8167319"/>
                  </a:lnTo>
                  <a:lnTo>
                    <a:pt x="12904673" y="8171726"/>
                  </a:lnTo>
                  <a:lnTo>
                    <a:pt x="12909080" y="8179359"/>
                  </a:lnTo>
                  <a:lnTo>
                    <a:pt x="12916713" y="8174952"/>
                  </a:lnTo>
                  <a:close/>
                </a:path>
                <a:path w="18288000" h="10287000">
                  <a:moveTo>
                    <a:pt x="12924904" y="9383687"/>
                  </a:moveTo>
                  <a:lnTo>
                    <a:pt x="12918440" y="9372498"/>
                  </a:lnTo>
                  <a:lnTo>
                    <a:pt x="12907251" y="9378963"/>
                  </a:lnTo>
                  <a:lnTo>
                    <a:pt x="12913716" y="9390151"/>
                  </a:lnTo>
                  <a:lnTo>
                    <a:pt x="12924904" y="9383687"/>
                  </a:lnTo>
                  <a:close/>
                </a:path>
                <a:path w="18288000" h="10287000">
                  <a:moveTo>
                    <a:pt x="12929007" y="7300760"/>
                  </a:moveTo>
                  <a:lnTo>
                    <a:pt x="12926365" y="7296175"/>
                  </a:lnTo>
                  <a:lnTo>
                    <a:pt x="12921780" y="7298817"/>
                  </a:lnTo>
                  <a:lnTo>
                    <a:pt x="12924422" y="7303402"/>
                  </a:lnTo>
                  <a:lnTo>
                    <a:pt x="12929007" y="7300760"/>
                  </a:lnTo>
                  <a:close/>
                </a:path>
                <a:path w="18288000" h="10287000">
                  <a:moveTo>
                    <a:pt x="12937592" y="8509597"/>
                  </a:moveTo>
                  <a:lnTo>
                    <a:pt x="12932601" y="8500948"/>
                  </a:lnTo>
                  <a:lnTo>
                    <a:pt x="12923952" y="8505952"/>
                  </a:lnTo>
                  <a:lnTo>
                    <a:pt x="12928943" y="8514601"/>
                  </a:lnTo>
                  <a:lnTo>
                    <a:pt x="12937592" y="8509597"/>
                  </a:lnTo>
                  <a:close/>
                </a:path>
                <a:path w="18288000" h="10287000">
                  <a:moveTo>
                    <a:pt x="12941287" y="6426568"/>
                  </a:moveTo>
                  <a:lnTo>
                    <a:pt x="12940398" y="6425031"/>
                  </a:lnTo>
                  <a:lnTo>
                    <a:pt x="12938874" y="6425920"/>
                  </a:lnTo>
                  <a:lnTo>
                    <a:pt x="12939763" y="6427444"/>
                  </a:lnTo>
                  <a:lnTo>
                    <a:pt x="12941287" y="6426568"/>
                  </a:lnTo>
                  <a:close/>
                </a:path>
                <a:path w="18288000" h="10287000">
                  <a:moveTo>
                    <a:pt x="12945783" y="9718345"/>
                  </a:moveTo>
                  <a:lnTo>
                    <a:pt x="12938735" y="9706127"/>
                  </a:lnTo>
                  <a:lnTo>
                    <a:pt x="12926517" y="9713176"/>
                  </a:lnTo>
                  <a:lnTo>
                    <a:pt x="12933566" y="9725393"/>
                  </a:lnTo>
                  <a:lnTo>
                    <a:pt x="12945783" y="9718345"/>
                  </a:lnTo>
                  <a:close/>
                </a:path>
                <a:path w="18288000" h="10287000">
                  <a:moveTo>
                    <a:pt x="12949885" y="7635418"/>
                  </a:moveTo>
                  <a:lnTo>
                    <a:pt x="12946647" y="7629817"/>
                  </a:lnTo>
                  <a:lnTo>
                    <a:pt x="12941046" y="7633043"/>
                  </a:lnTo>
                  <a:lnTo>
                    <a:pt x="12944285" y="7638643"/>
                  </a:lnTo>
                  <a:lnTo>
                    <a:pt x="12949885" y="7635418"/>
                  </a:lnTo>
                  <a:close/>
                </a:path>
                <a:path w="18288000" h="10287000">
                  <a:moveTo>
                    <a:pt x="12958471" y="8844255"/>
                  </a:moveTo>
                  <a:lnTo>
                    <a:pt x="12952895" y="8834590"/>
                  </a:lnTo>
                  <a:lnTo>
                    <a:pt x="12943218" y="8840178"/>
                  </a:lnTo>
                  <a:lnTo>
                    <a:pt x="12948806" y="8849843"/>
                  </a:lnTo>
                  <a:lnTo>
                    <a:pt x="12958471" y="8844255"/>
                  </a:lnTo>
                  <a:close/>
                </a:path>
                <a:path w="18288000" h="10287000">
                  <a:moveTo>
                    <a:pt x="12962166" y="6761213"/>
                  </a:moveTo>
                  <a:lnTo>
                    <a:pt x="12960706" y="6758673"/>
                  </a:lnTo>
                  <a:lnTo>
                    <a:pt x="12958153" y="6760146"/>
                  </a:lnTo>
                  <a:lnTo>
                    <a:pt x="12959626" y="6762686"/>
                  </a:lnTo>
                  <a:lnTo>
                    <a:pt x="12962166" y="6761213"/>
                  </a:lnTo>
                  <a:close/>
                </a:path>
                <a:path w="18288000" h="10287000">
                  <a:moveTo>
                    <a:pt x="12966662" y="10053002"/>
                  </a:moveTo>
                  <a:lnTo>
                    <a:pt x="12959017" y="10039769"/>
                  </a:lnTo>
                  <a:lnTo>
                    <a:pt x="12945796" y="10047402"/>
                  </a:lnTo>
                  <a:lnTo>
                    <a:pt x="12953429" y="10060635"/>
                  </a:lnTo>
                  <a:lnTo>
                    <a:pt x="12966662" y="10053002"/>
                  </a:lnTo>
                  <a:close/>
                </a:path>
                <a:path w="18288000" h="10287000">
                  <a:moveTo>
                    <a:pt x="12971158" y="7970164"/>
                  </a:moveTo>
                  <a:lnTo>
                    <a:pt x="12967043" y="7963040"/>
                  </a:lnTo>
                  <a:lnTo>
                    <a:pt x="12959918" y="7967154"/>
                  </a:lnTo>
                  <a:lnTo>
                    <a:pt x="12964033" y="7974279"/>
                  </a:lnTo>
                  <a:lnTo>
                    <a:pt x="12971158" y="7970164"/>
                  </a:lnTo>
                  <a:close/>
                </a:path>
                <a:path w="18288000" h="10287000">
                  <a:moveTo>
                    <a:pt x="12979743" y="9179014"/>
                  </a:moveTo>
                  <a:lnTo>
                    <a:pt x="12973279" y="9167825"/>
                  </a:lnTo>
                  <a:lnTo>
                    <a:pt x="12962090" y="9174289"/>
                  </a:lnTo>
                  <a:lnTo>
                    <a:pt x="12968554" y="9185478"/>
                  </a:lnTo>
                  <a:lnTo>
                    <a:pt x="12979743" y="9179014"/>
                  </a:lnTo>
                  <a:close/>
                </a:path>
                <a:path w="18288000" h="10287000">
                  <a:moveTo>
                    <a:pt x="12983451" y="7095972"/>
                  </a:moveTo>
                  <a:lnTo>
                    <a:pt x="12981089" y="7091908"/>
                  </a:lnTo>
                  <a:lnTo>
                    <a:pt x="12977025" y="7094258"/>
                  </a:lnTo>
                  <a:lnTo>
                    <a:pt x="12979375" y="7098322"/>
                  </a:lnTo>
                  <a:lnTo>
                    <a:pt x="12983451" y="7095972"/>
                  </a:lnTo>
                  <a:close/>
                </a:path>
                <a:path w="18288000" h="10287000">
                  <a:moveTo>
                    <a:pt x="12992037" y="8304822"/>
                  </a:moveTo>
                  <a:lnTo>
                    <a:pt x="12987338" y="8296681"/>
                  </a:lnTo>
                  <a:lnTo>
                    <a:pt x="12979184" y="8301380"/>
                  </a:lnTo>
                  <a:lnTo>
                    <a:pt x="12983896" y="8309521"/>
                  </a:lnTo>
                  <a:lnTo>
                    <a:pt x="12992037" y="8304822"/>
                  </a:lnTo>
                  <a:close/>
                </a:path>
                <a:path w="18288000" h="10287000">
                  <a:moveTo>
                    <a:pt x="13000622" y="9513672"/>
                  </a:moveTo>
                  <a:lnTo>
                    <a:pt x="12993573" y="9501454"/>
                  </a:lnTo>
                  <a:lnTo>
                    <a:pt x="12981369" y="9508503"/>
                  </a:lnTo>
                  <a:lnTo>
                    <a:pt x="12988417" y="9520720"/>
                  </a:lnTo>
                  <a:lnTo>
                    <a:pt x="13000622" y="9513672"/>
                  </a:lnTo>
                  <a:close/>
                </a:path>
                <a:path w="18288000" h="10287000">
                  <a:moveTo>
                    <a:pt x="13004318" y="7430630"/>
                  </a:moveTo>
                  <a:lnTo>
                    <a:pt x="13001384" y="7425550"/>
                  </a:lnTo>
                  <a:lnTo>
                    <a:pt x="12996291" y="7428484"/>
                  </a:lnTo>
                  <a:lnTo>
                    <a:pt x="12999238" y="7433577"/>
                  </a:lnTo>
                  <a:lnTo>
                    <a:pt x="13004318" y="7430630"/>
                  </a:lnTo>
                  <a:close/>
                </a:path>
                <a:path w="18288000" h="10287000">
                  <a:moveTo>
                    <a:pt x="13013309" y="8639581"/>
                  </a:moveTo>
                  <a:lnTo>
                    <a:pt x="13007734" y="8629917"/>
                  </a:lnTo>
                  <a:lnTo>
                    <a:pt x="12998069" y="8635492"/>
                  </a:lnTo>
                  <a:lnTo>
                    <a:pt x="13003644" y="8645157"/>
                  </a:lnTo>
                  <a:lnTo>
                    <a:pt x="13013309" y="8639581"/>
                  </a:lnTo>
                  <a:close/>
                </a:path>
                <a:path w="18288000" h="10287000">
                  <a:moveTo>
                    <a:pt x="13016611" y="6556438"/>
                  </a:moveTo>
                  <a:lnTo>
                    <a:pt x="13015430" y="6554394"/>
                  </a:lnTo>
                  <a:lnTo>
                    <a:pt x="13013385" y="6555575"/>
                  </a:lnTo>
                  <a:lnTo>
                    <a:pt x="13014566" y="6557607"/>
                  </a:lnTo>
                  <a:lnTo>
                    <a:pt x="13016611" y="6556438"/>
                  </a:lnTo>
                  <a:close/>
                </a:path>
                <a:path w="18288000" h="10287000">
                  <a:moveTo>
                    <a:pt x="13021501" y="9848317"/>
                  </a:moveTo>
                  <a:lnTo>
                    <a:pt x="13013868" y="9835083"/>
                  </a:lnTo>
                  <a:lnTo>
                    <a:pt x="13000635" y="9842729"/>
                  </a:lnTo>
                  <a:lnTo>
                    <a:pt x="13008267" y="9855949"/>
                  </a:lnTo>
                  <a:lnTo>
                    <a:pt x="13021501" y="9848317"/>
                  </a:lnTo>
                  <a:close/>
                </a:path>
                <a:path w="18288000" h="10287000">
                  <a:moveTo>
                    <a:pt x="13026009" y="7765504"/>
                  </a:moveTo>
                  <a:lnTo>
                    <a:pt x="13021894" y="7758366"/>
                  </a:lnTo>
                  <a:lnTo>
                    <a:pt x="13014757" y="7762494"/>
                  </a:lnTo>
                  <a:lnTo>
                    <a:pt x="13018884" y="7769606"/>
                  </a:lnTo>
                  <a:lnTo>
                    <a:pt x="13026009" y="7765504"/>
                  </a:lnTo>
                  <a:close/>
                </a:path>
                <a:path w="18288000" h="10287000">
                  <a:moveTo>
                    <a:pt x="13034188" y="8974239"/>
                  </a:moveTo>
                  <a:lnTo>
                    <a:pt x="13028016" y="8963546"/>
                  </a:lnTo>
                  <a:lnTo>
                    <a:pt x="13017335" y="8969718"/>
                  </a:lnTo>
                  <a:lnTo>
                    <a:pt x="13023507" y="8980399"/>
                  </a:lnTo>
                  <a:lnTo>
                    <a:pt x="13034188" y="8974239"/>
                  </a:lnTo>
                  <a:close/>
                </a:path>
                <a:path w="18288000" h="10287000">
                  <a:moveTo>
                    <a:pt x="13037884" y="6891198"/>
                  </a:moveTo>
                  <a:lnTo>
                    <a:pt x="13035826" y="6887629"/>
                  </a:lnTo>
                  <a:lnTo>
                    <a:pt x="13032270" y="6889686"/>
                  </a:lnTo>
                  <a:lnTo>
                    <a:pt x="13034328" y="6893255"/>
                  </a:lnTo>
                  <a:lnTo>
                    <a:pt x="13037884" y="6891198"/>
                  </a:lnTo>
                  <a:close/>
                </a:path>
                <a:path w="18288000" h="10287000">
                  <a:moveTo>
                    <a:pt x="13041986" y="10182860"/>
                  </a:moveTo>
                  <a:lnTo>
                    <a:pt x="13034048" y="10169119"/>
                  </a:lnTo>
                  <a:lnTo>
                    <a:pt x="13020307" y="10177056"/>
                  </a:lnTo>
                  <a:lnTo>
                    <a:pt x="13028244" y="10190797"/>
                  </a:lnTo>
                  <a:lnTo>
                    <a:pt x="13041986" y="10182860"/>
                  </a:lnTo>
                  <a:close/>
                </a:path>
                <a:path w="18288000" h="10287000">
                  <a:moveTo>
                    <a:pt x="13046875" y="8100149"/>
                  </a:moveTo>
                  <a:lnTo>
                    <a:pt x="13042176" y="8092008"/>
                  </a:lnTo>
                  <a:lnTo>
                    <a:pt x="13034036" y="8096707"/>
                  </a:lnTo>
                  <a:lnTo>
                    <a:pt x="13038735" y="8104848"/>
                  </a:lnTo>
                  <a:lnTo>
                    <a:pt x="13046875" y="8100149"/>
                  </a:lnTo>
                  <a:close/>
                </a:path>
                <a:path w="18288000" h="10287000">
                  <a:moveTo>
                    <a:pt x="13055460" y="9308986"/>
                  </a:moveTo>
                  <a:lnTo>
                    <a:pt x="13048412" y="9296781"/>
                  </a:lnTo>
                  <a:lnTo>
                    <a:pt x="13036207" y="9303829"/>
                  </a:lnTo>
                  <a:lnTo>
                    <a:pt x="13043256" y="9316047"/>
                  </a:lnTo>
                  <a:lnTo>
                    <a:pt x="13055460" y="9308986"/>
                  </a:lnTo>
                  <a:close/>
                </a:path>
                <a:path w="18288000" h="10287000">
                  <a:moveTo>
                    <a:pt x="13059169" y="7225944"/>
                  </a:moveTo>
                  <a:lnTo>
                    <a:pt x="13056235" y="7220864"/>
                  </a:lnTo>
                  <a:lnTo>
                    <a:pt x="13051142" y="7223798"/>
                  </a:lnTo>
                  <a:lnTo>
                    <a:pt x="13054076" y="7228891"/>
                  </a:lnTo>
                  <a:lnTo>
                    <a:pt x="13059169" y="7225944"/>
                  </a:lnTo>
                  <a:close/>
                </a:path>
                <a:path w="18288000" h="10287000">
                  <a:moveTo>
                    <a:pt x="13067754" y="8434794"/>
                  </a:moveTo>
                  <a:lnTo>
                    <a:pt x="13062471" y="8425637"/>
                  </a:lnTo>
                  <a:lnTo>
                    <a:pt x="13053301" y="8430920"/>
                  </a:lnTo>
                  <a:lnTo>
                    <a:pt x="13058597" y="8440077"/>
                  </a:lnTo>
                  <a:lnTo>
                    <a:pt x="13067754" y="8434794"/>
                  </a:lnTo>
                  <a:close/>
                </a:path>
                <a:path w="18288000" h="10287000">
                  <a:moveTo>
                    <a:pt x="13071043" y="6351651"/>
                  </a:moveTo>
                  <a:lnTo>
                    <a:pt x="13070167" y="6350114"/>
                  </a:lnTo>
                  <a:lnTo>
                    <a:pt x="13068643" y="6351003"/>
                  </a:lnTo>
                  <a:lnTo>
                    <a:pt x="13069519" y="6352527"/>
                  </a:lnTo>
                  <a:lnTo>
                    <a:pt x="13071043" y="6351651"/>
                  </a:lnTo>
                  <a:close/>
                </a:path>
                <a:path w="18288000" h="10287000">
                  <a:moveTo>
                    <a:pt x="13076352" y="9643643"/>
                  </a:moveTo>
                  <a:lnTo>
                    <a:pt x="13068707" y="9630410"/>
                  </a:lnTo>
                  <a:lnTo>
                    <a:pt x="13055473" y="9638055"/>
                  </a:lnTo>
                  <a:lnTo>
                    <a:pt x="13063119" y="9651276"/>
                  </a:lnTo>
                  <a:lnTo>
                    <a:pt x="13076352" y="9643643"/>
                  </a:lnTo>
                  <a:close/>
                </a:path>
                <a:path w="18288000" h="10287000">
                  <a:moveTo>
                    <a:pt x="13080441" y="7560704"/>
                  </a:moveTo>
                  <a:lnTo>
                    <a:pt x="13076619" y="7554100"/>
                  </a:lnTo>
                  <a:lnTo>
                    <a:pt x="13070015" y="7557910"/>
                  </a:lnTo>
                  <a:lnTo>
                    <a:pt x="13073837" y="7564526"/>
                  </a:lnTo>
                  <a:lnTo>
                    <a:pt x="13080441" y="7560704"/>
                  </a:lnTo>
                  <a:close/>
                </a:path>
                <a:path w="18288000" h="10287000">
                  <a:moveTo>
                    <a:pt x="13089027" y="8769553"/>
                  </a:moveTo>
                  <a:lnTo>
                    <a:pt x="13082867" y="8758872"/>
                  </a:lnTo>
                  <a:lnTo>
                    <a:pt x="13072186" y="8765032"/>
                  </a:lnTo>
                  <a:lnTo>
                    <a:pt x="13078346" y="8775725"/>
                  </a:lnTo>
                  <a:lnTo>
                    <a:pt x="13089027" y="8769553"/>
                  </a:lnTo>
                  <a:close/>
                </a:path>
                <a:path w="18288000" h="10287000">
                  <a:moveTo>
                    <a:pt x="13092329" y="6686410"/>
                  </a:moveTo>
                  <a:lnTo>
                    <a:pt x="13090563" y="6683362"/>
                  </a:lnTo>
                  <a:lnTo>
                    <a:pt x="13087515" y="6685115"/>
                  </a:lnTo>
                  <a:lnTo>
                    <a:pt x="13089268" y="6688163"/>
                  </a:lnTo>
                  <a:lnTo>
                    <a:pt x="13092329" y="6686410"/>
                  </a:lnTo>
                  <a:close/>
                </a:path>
                <a:path w="18288000" h="10287000">
                  <a:moveTo>
                    <a:pt x="13097231" y="9978301"/>
                  </a:moveTo>
                  <a:lnTo>
                    <a:pt x="13089001" y="9964052"/>
                  </a:lnTo>
                  <a:lnTo>
                    <a:pt x="13074752" y="9972269"/>
                  </a:lnTo>
                  <a:lnTo>
                    <a:pt x="13082969" y="9986518"/>
                  </a:lnTo>
                  <a:lnTo>
                    <a:pt x="13097231" y="9978301"/>
                  </a:lnTo>
                  <a:close/>
                </a:path>
                <a:path w="18288000" h="10287000">
                  <a:moveTo>
                    <a:pt x="13101320" y="7895361"/>
                  </a:moveTo>
                  <a:lnTo>
                    <a:pt x="13096913" y="7887729"/>
                  </a:lnTo>
                  <a:lnTo>
                    <a:pt x="13089281" y="7892135"/>
                  </a:lnTo>
                  <a:lnTo>
                    <a:pt x="13093687" y="7899768"/>
                  </a:lnTo>
                  <a:lnTo>
                    <a:pt x="13101320" y="7895361"/>
                  </a:lnTo>
                  <a:close/>
                </a:path>
                <a:path w="18288000" h="10287000">
                  <a:moveTo>
                    <a:pt x="13110312" y="9104312"/>
                  </a:moveTo>
                  <a:lnTo>
                    <a:pt x="13103263" y="9092108"/>
                  </a:lnTo>
                  <a:lnTo>
                    <a:pt x="13091046" y="9099156"/>
                  </a:lnTo>
                  <a:lnTo>
                    <a:pt x="13098094" y="9111361"/>
                  </a:lnTo>
                  <a:lnTo>
                    <a:pt x="13110312" y="9104312"/>
                  </a:lnTo>
                  <a:close/>
                </a:path>
                <a:path w="18288000" h="10287000">
                  <a:moveTo>
                    <a:pt x="13113601" y="7021169"/>
                  </a:moveTo>
                  <a:lnTo>
                    <a:pt x="13110959" y="7016585"/>
                  </a:lnTo>
                  <a:lnTo>
                    <a:pt x="13106375" y="7019239"/>
                  </a:lnTo>
                  <a:lnTo>
                    <a:pt x="13109016" y="7023811"/>
                  </a:lnTo>
                  <a:lnTo>
                    <a:pt x="13113601" y="7021169"/>
                  </a:lnTo>
                  <a:close/>
                </a:path>
                <a:path w="18288000" h="10287000">
                  <a:moveTo>
                    <a:pt x="13122593" y="8230121"/>
                  </a:moveTo>
                  <a:lnTo>
                    <a:pt x="13117309" y="8220964"/>
                  </a:lnTo>
                  <a:lnTo>
                    <a:pt x="13108153" y="8226247"/>
                  </a:lnTo>
                  <a:lnTo>
                    <a:pt x="13113436" y="8235404"/>
                  </a:lnTo>
                  <a:lnTo>
                    <a:pt x="13122593" y="8230121"/>
                  </a:lnTo>
                  <a:close/>
                </a:path>
                <a:path w="18288000" h="10287000">
                  <a:moveTo>
                    <a:pt x="13125488" y="6146863"/>
                  </a:moveTo>
                  <a:lnTo>
                    <a:pt x="13125234" y="6146431"/>
                  </a:lnTo>
                  <a:lnTo>
                    <a:pt x="13123888" y="6146431"/>
                  </a:lnTo>
                  <a:lnTo>
                    <a:pt x="13124129" y="6146863"/>
                  </a:lnTo>
                  <a:lnTo>
                    <a:pt x="13125488" y="6146863"/>
                  </a:lnTo>
                  <a:close/>
                </a:path>
                <a:path w="18288000" h="10287000">
                  <a:moveTo>
                    <a:pt x="13131191" y="9438970"/>
                  </a:moveTo>
                  <a:lnTo>
                    <a:pt x="13123545" y="9425737"/>
                  </a:lnTo>
                  <a:lnTo>
                    <a:pt x="13110324" y="9433382"/>
                  </a:lnTo>
                  <a:lnTo>
                    <a:pt x="13117957" y="9446603"/>
                  </a:lnTo>
                  <a:lnTo>
                    <a:pt x="13131191" y="9438970"/>
                  </a:lnTo>
                  <a:close/>
                </a:path>
                <a:path w="18288000" h="10287000">
                  <a:moveTo>
                    <a:pt x="13134886" y="7355929"/>
                  </a:moveTo>
                  <a:lnTo>
                    <a:pt x="13131356" y="7349820"/>
                  </a:lnTo>
                  <a:lnTo>
                    <a:pt x="13125247" y="7353338"/>
                  </a:lnTo>
                  <a:lnTo>
                    <a:pt x="13128778" y="7359447"/>
                  </a:lnTo>
                  <a:lnTo>
                    <a:pt x="13134886" y="7355929"/>
                  </a:lnTo>
                  <a:close/>
                </a:path>
                <a:path w="18288000" h="10287000">
                  <a:moveTo>
                    <a:pt x="13143878" y="8564880"/>
                  </a:moveTo>
                  <a:lnTo>
                    <a:pt x="13137706" y="8554187"/>
                  </a:lnTo>
                  <a:lnTo>
                    <a:pt x="13127012" y="8560359"/>
                  </a:lnTo>
                  <a:lnTo>
                    <a:pt x="13133184" y="8571052"/>
                  </a:lnTo>
                  <a:lnTo>
                    <a:pt x="13143878" y="8564880"/>
                  </a:lnTo>
                  <a:close/>
                </a:path>
                <a:path w="18288000" h="10287000">
                  <a:moveTo>
                    <a:pt x="13146761" y="6481623"/>
                  </a:moveTo>
                  <a:lnTo>
                    <a:pt x="13145300" y="6479083"/>
                  </a:lnTo>
                  <a:lnTo>
                    <a:pt x="13142760" y="6480556"/>
                  </a:lnTo>
                  <a:lnTo>
                    <a:pt x="13144221" y="6483096"/>
                  </a:lnTo>
                  <a:lnTo>
                    <a:pt x="13146761" y="6481623"/>
                  </a:lnTo>
                  <a:close/>
                </a:path>
                <a:path w="18288000" h="10287000">
                  <a:moveTo>
                    <a:pt x="13152069" y="9773615"/>
                  </a:moveTo>
                  <a:lnTo>
                    <a:pt x="13143840" y="9759366"/>
                  </a:lnTo>
                  <a:lnTo>
                    <a:pt x="13129590" y="9767595"/>
                  </a:lnTo>
                  <a:lnTo>
                    <a:pt x="13137820" y="9781845"/>
                  </a:lnTo>
                  <a:lnTo>
                    <a:pt x="13152069" y="9773615"/>
                  </a:lnTo>
                  <a:close/>
                </a:path>
                <a:path w="18288000" h="10287000">
                  <a:moveTo>
                    <a:pt x="13156159" y="7690688"/>
                  </a:moveTo>
                  <a:lnTo>
                    <a:pt x="13151752" y="7683055"/>
                  </a:lnTo>
                  <a:lnTo>
                    <a:pt x="13144119" y="7687462"/>
                  </a:lnTo>
                  <a:lnTo>
                    <a:pt x="13148526" y="7695095"/>
                  </a:lnTo>
                  <a:lnTo>
                    <a:pt x="13156159" y="7690688"/>
                  </a:lnTo>
                  <a:close/>
                </a:path>
                <a:path w="18288000" h="10287000">
                  <a:moveTo>
                    <a:pt x="13165150" y="8899639"/>
                  </a:moveTo>
                  <a:lnTo>
                    <a:pt x="13158102" y="8887422"/>
                  </a:lnTo>
                  <a:lnTo>
                    <a:pt x="13145897" y="8894470"/>
                  </a:lnTo>
                  <a:lnTo>
                    <a:pt x="13152946" y="8906688"/>
                  </a:lnTo>
                  <a:lnTo>
                    <a:pt x="13165150" y="8899639"/>
                  </a:lnTo>
                  <a:close/>
                </a:path>
                <a:path w="18288000" h="10287000">
                  <a:moveTo>
                    <a:pt x="13168046" y="6816382"/>
                  </a:moveTo>
                  <a:lnTo>
                    <a:pt x="13165696" y="6812305"/>
                  </a:lnTo>
                  <a:lnTo>
                    <a:pt x="13161632" y="6814655"/>
                  </a:lnTo>
                  <a:lnTo>
                    <a:pt x="13163982" y="6818731"/>
                  </a:lnTo>
                  <a:lnTo>
                    <a:pt x="13168046" y="6816382"/>
                  </a:lnTo>
                  <a:close/>
                </a:path>
                <a:path w="18288000" h="10287000">
                  <a:moveTo>
                    <a:pt x="13172935" y="10108273"/>
                  </a:moveTo>
                  <a:lnTo>
                    <a:pt x="13164122" y="10093007"/>
                  </a:lnTo>
                  <a:lnTo>
                    <a:pt x="13148856" y="10101821"/>
                  </a:lnTo>
                  <a:lnTo>
                    <a:pt x="13157670" y="10117087"/>
                  </a:lnTo>
                  <a:lnTo>
                    <a:pt x="13172935" y="10108273"/>
                  </a:lnTo>
                  <a:close/>
                </a:path>
                <a:path w="18288000" h="10287000">
                  <a:moveTo>
                    <a:pt x="13177038" y="8025333"/>
                  </a:moveTo>
                  <a:lnTo>
                    <a:pt x="13172046" y="8016684"/>
                  </a:lnTo>
                  <a:lnTo>
                    <a:pt x="13163385" y="8021675"/>
                  </a:lnTo>
                  <a:lnTo>
                    <a:pt x="13168389" y="8030337"/>
                  </a:lnTo>
                  <a:lnTo>
                    <a:pt x="13177038" y="8025333"/>
                  </a:lnTo>
                  <a:close/>
                </a:path>
                <a:path w="18288000" h="10287000">
                  <a:moveTo>
                    <a:pt x="13186436" y="9234399"/>
                  </a:moveTo>
                  <a:lnTo>
                    <a:pt x="13178498" y="9220657"/>
                  </a:lnTo>
                  <a:lnTo>
                    <a:pt x="13164757" y="9228595"/>
                  </a:lnTo>
                  <a:lnTo>
                    <a:pt x="13172694" y="9242336"/>
                  </a:lnTo>
                  <a:lnTo>
                    <a:pt x="13186436" y="9234399"/>
                  </a:lnTo>
                  <a:close/>
                </a:path>
                <a:path w="18288000" h="10287000">
                  <a:moveTo>
                    <a:pt x="13189318" y="7151141"/>
                  </a:moveTo>
                  <a:lnTo>
                    <a:pt x="13186093" y="7145541"/>
                  </a:lnTo>
                  <a:lnTo>
                    <a:pt x="13180492" y="7148779"/>
                  </a:lnTo>
                  <a:lnTo>
                    <a:pt x="13183730" y="7154367"/>
                  </a:lnTo>
                  <a:lnTo>
                    <a:pt x="13189318" y="7151141"/>
                  </a:lnTo>
                  <a:close/>
                </a:path>
                <a:path w="18288000" h="10287000">
                  <a:moveTo>
                    <a:pt x="13198323" y="8360092"/>
                  </a:moveTo>
                  <a:lnTo>
                    <a:pt x="13192443" y="8349920"/>
                  </a:lnTo>
                  <a:lnTo>
                    <a:pt x="13182270" y="8355800"/>
                  </a:lnTo>
                  <a:lnTo>
                    <a:pt x="13188137" y="8365972"/>
                  </a:lnTo>
                  <a:lnTo>
                    <a:pt x="13198323" y="8360092"/>
                  </a:lnTo>
                  <a:close/>
                </a:path>
                <a:path w="18288000" h="10287000">
                  <a:moveTo>
                    <a:pt x="13201206" y="6276835"/>
                  </a:moveTo>
                  <a:lnTo>
                    <a:pt x="13200037" y="6274803"/>
                  </a:lnTo>
                  <a:lnTo>
                    <a:pt x="13198005" y="6275984"/>
                  </a:lnTo>
                  <a:lnTo>
                    <a:pt x="13199174" y="6278003"/>
                  </a:lnTo>
                  <a:lnTo>
                    <a:pt x="13201206" y="6276835"/>
                  </a:lnTo>
                  <a:close/>
                </a:path>
                <a:path w="18288000" h="10287000">
                  <a:moveTo>
                    <a:pt x="13206908" y="9568942"/>
                  </a:moveTo>
                  <a:lnTo>
                    <a:pt x="13198691" y="9554693"/>
                  </a:lnTo>
                  <a:lnTo>
                    <a:pt x="13184429" y="9562922"/>
                  </a:lnTo>
                  <a:lnTo>
                    <a:pt x="13192659" y="9577172"/>
                  </a:lnTo>
                  <a:lnTo>
                    <a:pt x="13206908" y="9568942"/>
                  </a:lnTo>
                  <a:close/>
                </a:path>
                <a:path w="18288000" h="10287000">
                  <a:moveTo>
                    <a:pt x="13210604" y="7485901"/>
                  </a:moveTo>
                  <a:lnTo>
                    <a:pt x="13206502" y="7478776"/>
                  </a:lnTo>
                  <a:lnTo>
                    <a:pt x="13199377" y="7482891"/>
                  </a:lnTo>
                  <a:lnTo>
                    <a:pt x="13203479" y="7490015"/>
                  </a:lnTo>
                  <a:lnTo>
                    <a:pt x="13210604" y="7485901"/>
                  </a:lnTo>
                  <a:close/>
                </a:path>
                <a:path w="18288000" h="10287000">
                  <a:moveTo>
                    <a:pt x="13220002" y="8694966"/>
                  </a:moveTo>
                  <a:lnTo>
                    <a:pt x="13212940" y="8682749"/>
                  </a:lnTo>
                  <a:lnTo>
                    <a:pt x="13200736" y="8689797"/>
                  </a:lnTo>
                  <a:lnTo>
                    <a:pt x="13207784" y="8702015"/>
                  </a:lnTo>
                  <a:lnTo>
                    <a:pt x="13220002" y="8694966"/>
                  </a:lnTo>
                  <a:close/>
                </a:path>
                <a:path w="18288000" h="10287000">
                  <a:moveTo>
                    <a:pt x="13222491" y="6611594"/>
                  </a:moveTo>
                  <a:lnTo>
                    <a:pt x="13220433" y="6608038"/>
                  </a:lnTo>
                  <a:lnTo>
                    <a:pt x="13216865" y="6610083"/>
                  </a:lnTo>
                  <a:lnTo>
                    <a:pt x="13218922" y="6613652"/>
                  </a:lnTo>
                  <a:lnTo>
                    <a:pt x="13222491" y="6611594"/>
                  </a:lnTo>
                  <a:close/>
                </a:path>
                <a:path w="18288000" h="10287000">
                  <a:moveTo>
                    <a:pt x="13227787" y="9903600"/>
                  </a:moveTo>
                  <a:lnTo>
                    <a:pt x="13218973" y="9888322"/>
                  </a:lnTo>
                  <a:lnTo>
                    <a:pt x="13203708" y="9897135"/>
                  </a:lnTo>
                  <a:lnTo>
                    <a:pt x="13212521" y="9912413"/>
                  </a:lnTo>
                  <a:lnTo>
                    <a:pt x="13227787" y="9903600"/>
                  </a:lnTo>
                  <a:close/>
                </a:path>
                <a:path w="18288000" h="10287000">
                  <a:moveTo>
                    <a:pt x="13231889" y="7820660"/>
                  </a:moveTo>
                  <a:lnTo>
                    <a:pt x="13226885" y="7812011"/>
                  </a:lnTo>
                  <a:lnTo>
                    <a:pt x="13218236" y="7817002"/>
                  </a:lnTo>
                  <a:lnTo>
                    <a:pt x="13223227" y="7825651"/>
                  </a:lnTo>
                  <a:lnTo>
                    <a:pt x="13231889" y="7820660"/>
                  </a:lnTo>
                  <a:close/>
                </a:path>
                <a:path w="18288000" h="10287000">
                  <a:moveTo>
                    <a:pt x="13240880" y="9029611"/>
                  </a:moveTo>
                  <a:lnTo>
                    <a:pt x="13233235" y="9016378"/>
                  </a:lnTo>
                  <a:lnTo>
                    <a:pt x="13220014" y="9024023"/>
                  </a:lnTo>
                  <a:lnTo>
                    <a:pt x="13227647" y="9037244"/>
                  </a:lnTo>
                  <a:lnTo>
                    <a:pt x="13240880" y="9029611"/>
                  </a:lnTo>
                  <a:close/>
                </a:path>
                <a:path w="18288000" h="10287000">
                  <a:moveTo>
                    <a:pt x="13243763" y="6946354"/>
                  </a:moveTo>
                  <a:lnTo>
                    <a:pt x="13240830" y="6941261"/>
                  </a:lnTo>
                  <a:lnTo>
                    <a:pt x="13235737" y="6944207"/>
                  </a:lnTo>
                  <a:lnTo>
                    <a:pt x="13238683" y="6949300"/>
                  </a:lnTo>
                  <a:lnTo>
                    <a:pt x="13243763" y="6946354"/>
                  </a:lnTo>
                  <a:close/>
                </a:path>
                <a:path w="18288000" h="10287000">
                  <a:moveTo>
                    <a:pt x="13248666" y="10238245"/>
                  </a:moveTo>
                  <a:lnTo>
                    <a:pt x="13239255" y="10221963"/>
                  </a:lnTo>
                  <a:lnTo>
                    <a:pt x="13222973" y="10231361"/>
                  </a:lnTo>
                  <a:lnTo>
                    <a:pt x="13232371" y="10247643"/>
                  </a:lnTo>
                  <a:lnTo>
                    <a:pt x="13248666" y="10238245"/>
                  </a:lnTo>
                  <a:close/>
                </a:path>
                <a:path w="18288000" h="10287000">
                  <a:moveTo>
                    <a:pt x="13252768" y="8155318"/>
                  </a:moveTo>
                  <a:lnTo>
                    <a:pt x="13247180" y="8145640"/>
                  </a:lnTo>
                  <a:lnTo>
                    <a:pt x="13237515" y="8151228"/>
                  </a:lnTo>
                  <a:lnTo>
                    <a:pt x="13243090" y="8160893"/>
                  </a:lnTo>
                  <a:lnTo>
                    <a:pt x="13252768" y="8155318"/>
                  </a:lnTo>
                  <a:close/>
                </a:path>
                <a:path w="18288000" h="10287000">
                  <a:moveTo>
                    <a:pt x="13255651" y="6072048"/>
                  </a:moveTo>
                  <a:lnTo>
                    <a:pt x="13254774" y="6070524"/>
                  </a:lnTo>
                  <a:lnTo>
                    <a:pt x="13253238" y="6071400"/>
                  </a:lnTo>
                  <a:lnTo>
                    <a:pt x="13254127" y="6072937"/>
                  </a:lnTo>
                  <a:lnTo>
                    <a:pt x="13255651" y="6072048"/>
                  </a:lnTo>
                  <a:close/>
                </a:path>
                <a:path w="18288000" h="10287000">
                  <a:moveTo>
                    <a:pt x="13262153" y="9364370"/>
                  </a:moveTo>
                  <a:lnTo>
                    <a:pt x="13253631" y="9349613"/>
                  </a:lnTo>
                  <a:lnTo>
                    <a:pt x="13238874" y="9358135"/>
                  </a:lnTo>
                  <a:lnTo>
                    <a:pt x="13247396" y="9372892"/>
                  </a:lnTo>
                  <a:lnTo>
                    <a:pt x="13262153" y="9364370"/>
                  </a:lnTo>
                  <a:close/>
                </a:path>
                <a:path w="18288000" h="10287000">
                  <a:moveTo>
                    <a:pt x="13265049" y="7281113"/>
                  </a:moveTo>
                  <a:lnTo>
                    <a:pt x="13261226" y="7274496"/>
                  </a:lnTo>
                  <a:lnTo>
                    <a:pt x="13254609" y="7278319"/>
                  </a:lnTo>
                  <a:lnTo>
                    <a:pt x="13258432" y="7284936"/>
                  </a:lnTo>
                  <a:lnTo>
                    <a:pt x="13265049" y="7281113"/>
                  </a:lnTo>
                  <a:close/>
                </a:path>
                <a:path w="18288000" h="10287000">
                  <a:moveTo>
                    <a:pt x="13274447" y="8490179"/>
                  </a:moveTo>
                  <a:lnTo>
                    <a:pt x="13267677" y="8478469"/>
                  </a:lnTo>
                  <a:lnTo>
                    <a:pt x="13255981" y="8485226"/>
                  </a:lnTo>
                  <a:lnTo>
                    <a:pt x="13262737" y="8496935"/>
                  </a:lnTo>
                  <a:lnTo>
                    <a:pt x="13274447" y="8490179"/>
                  </a:lnTo>
                  <a:close/>
                </a:path>
                <a:path w="18288000" h="10287000">
                  <a:moveTo>
                    <a:pt x="13276936" y="6406807"/>
                  </a:moveTo>
                  <a:lnTo>
                    <a:pt x="13275170" y="6403759"/>
                  </a:lnTo>
                  <a:lnTo>
                    <a:pt x="13272110" y="6405524"/>
                  </a:lnTo>
                  <a:lnTo>
                    <a:pt x="13273875" y="6408572"/>
                  </a:lnTo>
                  <a:lnTo>
                    <a:pt x="13276936" y="6406807"/>
                  </a:lnTo>
                  <a:close/>
                </a:path>
                <a:path w="18288000" h="10287000">
                  <a:moveTo>
                    <a:pt x="13283032" y="9699028"/>
                  </a:moveTo>
                  <a:lnTo>
                    <a:pt x="13273926" y="9683255"/>
                  </a:lnTo>
                  <a:lnTo>
                    <a:pt x="13258152" y="9692361"/>
                  </a:lnTo>
                  <a:lnTo>
                    <a:pt x="13267258" y="9708134"/>
                  </a:lnTo>
                  <a:lnTo>
                    <a:pt x="13283032" y="9699028"/>
                  </a:lnTo>
                  <a:close/>
                </a:path>
                <a:path w="18288000" h="10287000">
                  <a:moveTo>
                    <a:pt x="13286334" y="7615872"/>
                  </a:moveTo>
                  <a:lnTo>
                    <a:pt x="13281622" y="7607732"/>
                  </a:lnTo>
                  <a:lnTo>
                    <a:pt x="13273481" y="7612431"/>
                  </a:lnTo>
                  <a:lnTo>
                    <a:pt x="13278180" y="7620584"/>
                  </a:lnTo>
                  <a:lnTo>
                    <a:pt x="13286334" y="7615872"/>
                  </a:lnTo>
                  <a:close/>
                </a:path>
                <a:path w="18288000" h="10287000">
                  <a:moveTo>
                    <a:pt x="13295719" y="8824938"/>
                  </a:moveTo>
                  <a:lnTo>
                    <a:pt x="13288086" y="8811704"/>
                  </a:lnTo>
                  <a:lnTo>
                    <a:pt x="13274840" y="8819350"/>
                  </a:lnTo>
                  <a:lnTo>
                    <a:pt x="13282486" y="8832571"/>
                  </a:lnTo>
                  <a:lnTo>
                    <a:pt x="13295719" y="8824938"/>
                  </a:lnTo>
                  <a:close/>
                </a:path>
                <a:path w="18288000" h="10287000">
                  <a:moveTo>
                    <a:pt x="13298208" y="6741579"/>
                  </a:moveTo>
                  <a:lnTo>
                    <a:pt x="13295567" y="6736994"/>
                  </a:lnTo>
                  <a:lnTo>
                    <a:pt x="13290982" y="6739636"/>
                  </a:lnTo>
                  <a:lnTo>
                    <a:pt x="13293624" y="6744221"/>
                  </a:lnTo>
                  <a:lnTo>
                    <a:pt x="13298208" y="6741579"/>
                  </a:lnTo>
                  <a:close/>
                </a:path>
                <a:path w="18288000" h="10287000">
                  <a:moveTo>
                    <a:pt x="13303911" y="10033673"/>
                  </a:moveTo>
                  <a:lnTo>
                    <a:pt x="13294208" y="10016884"/>
                  </a:lnTo>
                  <a:lnTo>
                    <a:pt x="13277418" y="10026586"/>
                  </a:lnTo>
                  <a:lnTo>
                    <a:pt x="13287108" y="10043376"/>
                  </a:lnTo>
                  <a:lnTo>
                    <a:pt x="13303911" y="10033673"/>
                  </a:lnTo>
                  <a:close/>
                </a:path>
                <a:path w="18288000" h="10287000">
                  <a:moveTo>
                    <a:pt x="13307606" y="7950632"/>
                  </a:moveTo>
                  <a:lnTo>
                    <a:pt x="13302018" y="7940967"/>
                  </a:lnTo>
                  <a:lnTo>
                    <a:pt x="13292354" y="7946542"/>
                  </a:lnTo>
                  <a:lnTo>
                    <a:pt x="13297929" y="7956220"/>
                  </a:lnTo>
                  <a:lnTo>
                    <a:pt x="13307606" y="7950632"/>
                  </a:lnTo>
                  <a:close/>
                </a:path>
                <a:path w="18288000" h="10287000">
                  <a:moveTo>
                    <a:pt x="13310095" y="5867273"/>
                  </a:moveTo>
                  <a:lnTo>
                    <a:pt x="13309841" y="5866828"/>
                  </a:lnTo>
                  <a:lnTo>
                    <a:pt x="13308483" y="5866828"/>
                  </a:lnTo>
                  <a:lnTo>
                    <a:pt x="13308737" y="5867273"/>
                  </a:lnTo>
                  <a:lnTo>
                    <a:pt x="13310095" y="5867273"/>
                  </a:lnTo>
                  <a:close/>
                </a:path>
                <a:path w="18288000" h="10287000">
                  <a:moveTo>
                    <a:pt x="13316992" y="9159697"/>
                  </a:moveTo>
                  <a:lnTo>
                    <a:pt x="13308470" y="9144940"/>
                  </a:lnTo>
                  <a:lnTo>
                    <a:pt x="13293725" y="9153461"/>
                  </a:lnTo>
                  <a:lnTo>
                    <a:pt x="13302234" y="9168219"/>
                  </a:lnTo>
                  <a:lnTo>
                    <a:pt x="13316992" y="9159697"/>
                  </a:lnTo>
                  <a:close/>
                </a:path>
                <a:path w="18288000" h="10287000">
                  <a:moveTo>
                    <a:pt x="13319493" y="7076338"/>
                  </a:moveTo>
                  <a:lnTo>
                    <a:pt x="13315963" y="7070230"/>
                  </a:lnTo>
                  <a:lnTo>
                    <a:pt x="13309854" y="7073760"/>
                  </a:lnTo>
                  <a:lnTo>
                    <a:pt x="13313372" y="7079856"/>
                  </a:lnTo>
                  <a:lnTo>
                    <a:pt x="13319493" y="7076338"/>
                  </a:lnTo>
                  <a:close/>
                </a:path>
                <a:path w="18288000" h="10287000">
                  <a:moveTo>
                    <a:pt x="13328879" y="8285391"/>
                  </a:moveTo>
                  <a:lnTo>
                    <a:pt x="13322414" y="8274202"/>
                  </a:lnTo>
                  <a:lnTo>
                    <a:pt x="13311226" y="8280667"/>
                  </a:lnTo>
                  <a:lnTo>
                    <a:pt x="13317690" y="8291855"/>
                  </a:lnTo>
                  <a:lnTo>
                    <a:pt x="13328879" y="8285391"/>
                  </a:lnTo>
                  <a:close/>
                </a:path>
                <a:path w="18288000" h="10287000">
                  <a:moveTo>
                    <a:pt x="13331368" y="6202032"/>
                  </a:moveTo>
                  <a:lnTo>
                    <a:pt x="13329895" y="6199492"/>
                  </a:lnTo>
                  <a:lnTo>
                    <a:pt x="13327355" y="6200953"/>
                  </a:lnTo>
                  <a:lnTo>
                    <a:pt x="13328828" y="6203493"/>
                  </a:lnTo>
                  <a:lnTo>
                    <a:pt x="13331368" y="6202032"/>
                  </a:lnTo>
                  <a:close/>
                </a:path>
                <a:path w="18288000" h="10287000">
                  <a:moveTo>
                    <a:pt x="13337870" y="9494355"/>
                  </a:moveTo>
                  <a:lnTo>
                    <a:pt x="13328764" y="9478581"/>
                  </a:lnTo>
                  <a:lnTo>
                    <a:pt x="13312991" y="9487687"/>
                  </a:lnTo>
                  <a:lnTo>
                    <a:pt x="13322097" y="9503461"/>
                  </a:lnTo>
                  <a:lnTo>
                    <a:pt x="13337870" y="9494355"/>
                  </a:lnTo>
                  <a:close/>
                </a:path>
                <a:path w="18288000" h="10287000">
                  <a:moveTo>
                    <a:pt x="13340766" y="7411098"/>
                  </a:moveTo>
                  <a:lnTo>
                    <a:pt x="13336359" y="7403452"/>
                  </a:lnTo>
                  <a:lnTo>
                    <a:pt x="13328726" y="7407859"/>
                  </a:lnTo>
                  <a:lnTo>
                    <a:pt x="13333133" y="7415504"/>
                  </a:lnTo>
                  <a:lnTo>
                    <a:pt x="13340766" y="7411098"/>
                  </a:lnTo>
                  <a:close/>
                </a:path>
                <a:path w="18288000" h="10287000">
                  <a:moveTo>
                    <a:pt x="13350558" y="8620265"/>
                  </a:moveTo>
                  <a:lnTo>
                    <a:pt x="13342912" y="8607031"/>
                  </a:lnTo>
                  <a:lnTo>
                    <a:pt x="13329692" y="8614677"/>
                  </a:lnTo>
                  <a:lnTo>
                    <a:pt x="13337324" y="8627897"/>
                  </a:lnTo>
                  <a:lnTo>
                    <a:pt x="13350558" y="8620265"/>
                  </a:lnTo>
                  <a:close/>
                </a:path>
                <a:path w="18288000" h="10287000">
                  <a:moveTo>
                    <a:pt x="13352640" y="6536791"/>
                  </a:moveTo>
                  <a:lnTo>
                    <a:pt x="13350304" y="6532715"/>
                  </a:lnTo>
                  <a:lnTo>
                    <a:pt x="13346227" y="6535064"/>
                  </a:lnTo>
                  <a:lnTo>
                    <a:pt x="13348576" y="6539141"/>
                  </a:lnTo>
                  <a:lnTo>
                    <a:pt x="13352640" y="6536791"/>
                  </a:lnTo>
                  <a:close/>
                </a:path>
                <a:path w="18288000" h="10287000">
                  <a:moveTo>
                    <a:pt x="13358749" y="9829000"/>
                  </a:moveTo>
                  <a:lnTo>
                    <a:pt x="13349059" y="9812198"/>
                  </a:lnTo>
                  <a:lnTo>
                    <a:pt x="13332257" y="9821901"/>
                  </a:lnTo>
                  <a:lnTo>
                    <a:pt x="13341960" y="9838703"/>
                  </a:lnTo>
                  <a:lnTo>
                    <a:pt x="13358749" y="9829000"/>
                  </a:lnTo>
                  <a:close/>
                </a:path>
                <a:path w="18288000" h="10287000">
                  <a:moveTo>
                    <a:pt x="13362038" y="7745857"/>
                  </a:moveTo>
                  <a:lnTo>
                    <a:pt x="13356755" y="7736700"/>
                  </a:lnTo>
                  <a:lnTo>
                    <a:pt x="13347599" y="7741983"/>
                  </a:lnTo>
                  <a:lnTo>
                    <a:pt x="13352882" y="7751140"/>
                  </a:lnTo>
                  <a:lnTo>
                    <a:pt x="13362038" y="7745857"/>
                  </a:lnTo>
                  <a:close/>
                </a:path>
                <a:path w="18288000" h="10287000">
                  <a:moveTo>
                    <a:pt x="13371436" y="8954910"/>
                  </a:moveTo>
                  <a:lnTo>
                    <a:pt x="13363207" y="8940660"/>
                  </a:lnTo>
                  <a:lnTo>
                    <a:pt x="13348957" y="8948890"/>
                  </a:lnTo>
                  <a:lnTo>
                    <a:pt x="13357187" y="8963139"/>
                  </a:lnTo>
                  <a:lnTo>
                    <a:pt x="13371436" y="8954910"/>
                  </a:lnTo>
                  <a:close/>
                </a:path>
                <a:path w="18288000" h="10287000">
                  <a:moveTo>
                    <a:pt x="13373926" y="6871551"/>
                  </a:moveTo>
                  <a:lnTo>
                    <a:pt x="13370687" y="6865950"/>
                  </a:lnTo>
                  <a:lnTo>
                    <a:pt x="13365099" y="6869176"/>
                  </a:lnTo>
                  <a:lnTo>
                    <a:pt x="13368325" y="6874777"/>
                  </a:lnTo>
                  <a:lnTo>
                    <a:pt x="13373926" y="6871551"/>
                  </a:lnTo>
                  <a:close/>
                </a:path>
                <a:path w="18288000" h="10287000">
                  <a:moveTo>
                    <a:pt x="13379628" y="10163658"/>
                  </a:moveTo>
                  <a:lnTo>
                    <a:pt x="13369354" y="10145839"/>
                  </a:lnTo>
                  <a:lnTo>
                    <a:pt x="13351536" y="10156126"/>
                  </a:lnTo>
                  <a:lnTo>
                    <a:pt x="13361823" y="10173932"/>
                  </a:lnTo>
                  <a:lnTo>
                    <a:pt x="13379628" y="10163658"/>
                  </a:lnTo>
                  <a:close/>
                </a:path>
                <a:path w="18288000" h="10287000">
                  <a:moveTo>
                    <a:pt x="13383324" y="8080616"/>
                  </a:moveTo>
                  <a:lnTo>
                    <a:pt x="13377151" y="8069923"/>
                  </a:lnTo>
                  <a:lnTo>
                    <a:pt x="13366471" y="8076095"/>
                  </a:lnTo>
                  <a:lnTo>
                    <a:pt x="13372643" y="8086788"/>
                  </a:lnTo>
                  <a:lnTo>
                    <a:pt x="13383324" y="8080616"/>
                  </a:lnTo>
                  <a:close/>
                </a:path>
                <a:path w="18288000" h="10287000">
                  <a:moveTo>
                    <a:pt x="13385813" y="5997245"/>
                  </a:moveTo>
                  <a:lnTo>
                    <a:pt x="13384632" y="5995213"/>
                  </a:lnTo>
                  <a:lnTo>
                    <a:pt x="13382600" y="5996381"/>
                  </a:lnTo>
                  <a:lnTo>
                    <a:pt x="13383781" y="5998426"/>
                  </a:lnTo>
                  <a:lnTo>
                    <a:pt x="13385813" y="5997245"/>
                  </a:lnTo>
                  <a:close/>
                </a:path>
                <a:path w="18288000" h="10287000">
                  <a:moveTo>
                    <a:pt x="13392709" y="9289669"/>
                  </a:moveTo>
                  <a:lnTo>
                    <a:pt x="13383616" y="9273896"/>
                  </a:lnTo>
                  <a:lnTo>
                    <a:pt x="13367842" y="9283001"/>
                  </a:lnTo>
                  <a:lnTo>
                    <a:pt x="13376936" y="9298775"/>
                  </a:lnTo>
                  <a:lnTo>
                    <a:pt x="13392709" y="9289669"/>
                  </a:lnTo>
                  <a:close/>
                </a:path>
                <a:path w="18288000" h="10287000">
                  <a:moveTo>
                    <a:pt x="13395198" y="7206310"/>
                  </a:moveTo>
                  <a:lnTo>
                    <a:pt x="13391096" y="7199185"/>
                  </a:lnTo>
                  <a:lnTo>
                    <a:pt x="13383971" y="7203300"/>
                  </a:lnTo>
                  <a:lnTo>
                    <a:pt x="13388073" y="7210425"/>
                  </a:lnTo>
                  <a:lnTo>
                    <a:pt x="13395198" y="7206310"/>
                  </a:lnTo>
                  <a:close/>
                </a:path>
                <a:path w="18288000" h="10287000">
                  <a:moveTo>
                    <a:pt x="13405003" y="8415477"/>
                  </a:moveTo>
                  <a:lnTo>
                    <a:pt x="13397662" y="8402764"/>
                  </a:lnTo>
                  <a:lnTo>
                    <a:pt x="13384937" y="8410105"/>
                  </a:lnTo>
                  <a:lnTo>
                    <a:pt x="13392277" y="8422818"/>
                  </a:lnTo>
                  <a:lnTo>
                    <a:pt x="13405003" y="8415477"/>
                  </a:lnTo>
                  <a:close/>
                </a:path>
                <a:path w="18288000" h="10287000">
                  <a:moveTo>
                    <a:pt x="13407085" y="6332004"/>
                  </a:moveTo>
                  <a:lnTo>
                    <a:pt x="13405028" y="6328448"/>
                  </a:lnTo>
                  <a:lnTo>
                    <a:pt x="13401472" y="6330493"/>
                  </a:lnTo>
                  <a:lnTo>
                    <a:pt x="13403529" y="6334061"/>
                  </a:lnTo>
                  <a:lnTo>
                    <a:pt x="13407085" y="6332004"/>
                  </a:lnTo>
                  <a:close/>
                </a:path>
                <a:path w="18288000" h="10287000">
                  <a:moveTo>
                    <a:pt x="13413994" y="9624428"/>
                  </a:moveTo>
                  <a:lnTo>
                    <a:pt x="13403999" y="9607131"/>
                  </a:lnTo>
                  <a:lnTo>
                    <a:pt x="13386702" y="9617113"/>
                  </a:lnTo>
                  <a:lnTo>
                    <a:pt x="13396697" y="9634423"/>
                  </a:lnTo>
                  <a:lnTo>
                    <a:pt x="13413994" y="9624428"/>
                  </a:lnTo>
                  <a:close/>
                </a:path>
                <a:path w="18288000" h="10287000">
                  <a:moveTo>
                    <a:pt x="13416483" y="7541069"/>
                  </a:moveTo>
                  <a:lnTo>
                    <a:pt x="13411492" y="7532421"/>
                  </a:lnTo>
                  <a:lnTo>
                    <a:pt x="13402844" y="7537412"/>
                  </a:lnTo>
                  <a:lnTo>
                    <a:pt x="13407835" y="7546060"/>
                  </a:lnTo>
                  <a:lnTo>
                    <a:pt x="13416483" y="7541069"/>
                  </a:lnTo>
                  <a:close/>
                </a:path>
                <a:path w="18288000" h="10287000">
                  <a:moveTo>
                    <a:pt x="13426275" y="8750236"/>
                  </a:moveTo>
                  <a:lnTo>
                    <a:pt x="13418058" y="8735987"/>
                  </a:lnTo>
                  <a:lnTo>
                    <a:pt x="13403809" y="8744217"/>
                  </a:lnTo>
                  <a:lnTo>
                    <a:pt x="13412038" y="8758466"/>
                  </a:lnTo>
                  <a:lnTo>
                    <a:pt x="13426275" y="8750236"/>
                  </a:lnTo>
                  <a:close/>
                </a:path>
                <a:path w="18288000" h="10287000">
                  <a:moveTo>
                    <a:pt x="13428371" y="6666763"/>
                  </a:moveTo>
                  <a:lnTo>
                    <a:pt x="13425424" y="6661671"/>
                  </a:lnTo>
                  <a:lnTo>
                    <a:pt x="13420344" y="6664617"/>
                  </a:lnTo>
                  <a:lnTo>
                    <a:pt x="13423278" y="6669697"/>
                  </a:lnTo>
                  <a:lnTo>
                    <a:pt x="13428371" y="6666763"/>
                  </a:lnTo>
                  <a:close/>
                </a:path>
                <a:path w="18288000" h="10287000">
                  <a:moveTo>
                    <a:pt x="13434467" y="9958972"/>
                  </a:moveTo>
                  <a:lnTo>
                    <a:pt x="13424192" y="9941166"/>
                  </a:lnTo>
                  <a:lnTo>
                    <a:pt x="13406374" y="9951453"/>
                  </a:lnTo>
                  <a:lnTo>
                    <a:pt x="13416661" y="9969259"/>
                  </a:lnTo>
                  <a:lnTo>
                    <a:pt x="13434467" y="9958972"/>
                  </a:lnTo>
                  <a:close/>
                </a:path>
                <a:path w="18288000" h="10287000">
                  <a:moveTo>
                    <a:pt x="13437769" y="7875829"/>
                  </a:moveTo>
                  <a:lnTo>
                    <a:pt x="13431888" y="7865656"/>
                  </a:lnTo>
                  <a:lnTo>
                    <a:pt x="13421716" y="7871523"/>
                  </a:lnTo>
                  <a:lnTo>
                    <a:pt x="13427583" y="7881709"/>
                  </a:lnTo>
                  <a:lnTo>
                    <a:pt x="13437769" y="7875829"/>
                  </a:lnTo>
                  <a:close/>
                </a:path>
                <a:path w="18288000" h="10287000">
                  <a:moveTo>
                    <a:pt x="13440258" y="5792457"/>
                  </a:moveTo>
                  <a:lnTo>
                    <a:pt x="13439369" y="5790933"/>
                  </a:lnTo>
                  <a:lnTo>
                    <a:pt x="13437845" y="5791809"/>
                  </a:lnTo>
                  <a:lnTo>
                    <a:pt x="13438734" y="5793333"/>
                  </a:lnTo>
                  <a:lnTo>
                    <a:pt x="13440258" y="5792457"/>
                  </a:lnTo>
                  <a:close/>
                </a:path>
                <a:path w="18288000" h="10287000">
                  <a:moveTo>
                    <a:pt x="13447560" y="9084996"/>
                  </a:moveTo>
                  <a:lnTo>
                    <a:pt x="13438454" y="9069222"/>
                  </a:lnTo>
                  <a:lnTo>
                    <a:pt x="13422668" y="9078328"/>
                  </a:lnTo>
                  <a:lnTo>
                    <a:pt x="13431787" y="9094102"/>
                  </a:lnTo>
                  <a:lnTo>
                    <a:pt x="13447560" y="9084996"/>
                  </a:lnTo>
                  <a:close/>
                </a:path>
                <a:path w="18288000" h="10287000">
                  <a:moveTo>
                    <a:pt x="13449821" y="10287000"/>
                  </a:moveTo>
                  <a:lnTo>
                    <a:pt x="13443941" y="10276802"/>
                  </a:lnTo>
                  <a:lnTo>
                    <a:pt x="13427659" y="10286213"/>
                  </a:lnTo>
                  <a:lnTo>
                    <a:pt x="13428104" y="10287000"/>
                  </a:lnTo>
                  <a:lnTo>
                    <a:pt x="13449821" y="10287000"/>
                  </a:lnTo>
                  <a:close/>
                </a:path>
                <a:path w="18288000" h="10287000">
                  <a:moveTo>
                    <a:pt x="13450049" y="7001624"/>
                  </a:moveTo>
                  <a:lnTo>
                    <a:pt x="13445935" y="6994499"/>
                  </a:lnTo>
                  <a:lnTo>
                    <a:pt x="13438810" y="6998614"/>
                  </a:lnTo>
                  <a:lnTo>
                    <a:pt x="13442925" y="7005739"/>
                  </a:lnTo>
                  <a:lnTo>
                    <a:pt x="13450049" y="7001624"/>
                  </a:lnTo>
                  <a:close/>
                </a:path>
                <a:path w="18288000" h="10287000">
                  <a:moveTo>
                    <a:pt x="13459841" y="8210804"/>
                  </a:moveTo>
                  <a:lnTo>
                    <a:pt x="13452501" y="8198078"/>
                  </a:lnTo>
                  <a:lnTo>
                    <a:pt x="13439775" y="8205432"/>
                  </a:lnTo>
                  <a:lnTo>
                    <a:pt x="13447128" y="8218144"/>
                  </a:lnTo>
                  <a:lnTo>
                    <a:pt x="13459841" y="8210804"/>
                  </a:lnTo>
                  <a:close/>
                </a:path>
                <a:path w="18288000" h="10287000">
                  <a:moveTo>
                    <a:pt x="13461530" y="6127229"/>
                  </a:moveTo>
                  <a:lnTo>
                    <a:pt x="13459765" y="6124156"/>
                  </a:lnTo>
                  <a:lnTo>
                    <a:pt x="13456717" y="6125921"/>
                  </a:lnTo>
                  <a:lnTo>
                    <a:pt x="13458482" y="6128982"/>
                  </a:lnTo>
                  <a:lnTo>
                    <a:pt x="13461530" y="6127229"/>
                  </a:lnTo>
                  <a:close/>
                </a:path>
                <a:path w="18288000" h="10287000">
                  <a:moveTo>
                    <a:pt x="13468833" y="9419755"/>
                  </a:moveTo>
                  <a:lnTo>
                    <a:pt x="13458851" y="9402458"/>
                  </a:lnTo>
                  <a:lnTo>
                    <a:pt x="13441553" y="9412440"/>
                  </a:lnTo>
                  <a:lnTo>
                    <a:pt x="13451535" y="9429737"/>
                  </a:lnTo>
                  <a:lnTo>
                    <a:pt x="13468833" y="9419755"/>
                  </a:lnTo>
                  <a:close/>
                </a:path>
                <a:path w="18288000" h="10287000">
                  <a:moveTo>
                    <a:pt x="13470928" y="7336282"/>
                  </a:moveTo>
                  <a:lnTo>
                    <a:pt x="13466229" y="7328141"/>
                  </a:lnTo>
                  <a:lnTo>
                    <a:pt x="13458089" y="7332840"/>
                  </a:lnTo>
                  <a:lnTo>
                    <a:pt x="13462788" y="7340981"/>
                  </a:lnTo>
                  <a:lnTo>
                    <a:pt x="13470928" y="7336282"/>
                  </a:lnTo>
                  <a:close/>
                </a:path>
                <a:path w="18288000" h="10287000">
                  <a:moveTo>
                    <a:pt x="13481126" y="8545563"/>
                  </a:moveTo>
                  <a:lnTo>
                    <a:pt x="13472897" y="8531314"/>
                  </a:lnTo>
                  <a:lnTo>
                    <a:pt x="13458647" y="8539543"/>
                  </a:lnTo>
                  <a:lnTo>
                    <a:pt x="13466877" y="8553793"/>
                  </a:lnTo>
                  <a:lnTo>
                    <a:pt x="13481126" y="8545563"/>
                  </a:lnTo>
                  <a:close/>
                </a:path>
                <a:path w="18288000" h="10287000">
                  <a:moveTo>
                    <a:pt x="13482815" y="6461976"/>
                  </a:moveTo>
                  <a:lnTo>
                    <a:pt x="13480161" y="6457404"/>
                  </a:lnTo>
                  <a:lnTo>
                    <a:pt x="13475589" y="6460045"/>
                  </a:lnTo>
                  <a:lnTo>
                    <a:pt x="13478231" y="6464617"/>
                  </a:lnTo>
                  <a:lnTo>
                    <a:pt x="13482815" y="6461976"/>
                  </a:lnTo>
                  <a:close/>
                </a:path>
                <a:path w="18288000" h="10287000">
                  <a:moveTo>
                    <a:pt x="13489712" y="9754413"/>
                  </a:moveTo>
                  <a:lnTo>
                    <a:pt x="13479132" y="9736087"/>
                  </a:lnTo>
                  <a:lnTo>
                    <a:pt x="13460819" y="9746666"/>
                  </a:lnTo>
                  <a:lnTo>
                    <a:pt x="13471398" y="9764992"/>
                  </a:lnTo>
                  <a:lnTo>
                    <a:pt x="13489712" y="9754413"/>
                  </a:lnTo>
                  <a:close/>
                </a:path>
                <a:path w="18288000" h="10287000">
                  <a:moveTo>
                    <a:pt x="13492201" y="7671041"/>
                  </a:moveTo>
                  <a:lnTo>
                    <a:pt x="13486625" y="7661376"/>
                  </a:lnTo>
                  <a:lnTo>
                    <a:pt x="13476948" y="7666952"/>
                  </a:lnTo>
                  <a:lnTo>
                    <a:pt x="13482536" y="7676629"/>
                  </a:lnTo>
                  <a:lnTo>
                    <a:pt x="13492201" y="7671041"/>
                  </a:lnTo>
                  <a:close/>
                </a:path>
                <a:path w="18288000" h="10287000">
                  <a:moveTo>
                    <a:pt x="13502005" y="8880208"/>
                  </a:moveTo>
                  <a:lnTo>
                    <a:pt x="13493191" y="8864943"/>
                  </a:lnTo>
                  <a:lnTo>
                    <a:pt x="13477926" y="8873757"/>
                  </a:lnTo>
                  <a:lnTo>
                    <a:pt x="13486740" y="8889022"/>
                  </a:lnTo>
                  <a:lnTo>
                    <a:pt x="13502005" y="8880208"/>
                  </a:lnTo>
                  <a:close/>
                </a:path>
                <a:path w="18288000" h="10287000">
                  <a:moveTo>
                    <a:pt x="13504088" y="6796735"/>
                  </a:moveTo>
                  <a:lnTo>
                    <a:pt x="13500557" y="6790639"/>
                  </a:lnTo>
                  <a:lnTo>
                    <a:pt x="13494449" y="6794157"/>
                  </a:lnTo>
                  <a:lnTo>
                    <a:pt x="13497979" y="6800266"/>
                  </a:lnTo>
                  <a:lnTo>
                    <a:pt x="13504088" y="6796735"/>
                  </a:lnTo>
                  <a:close/>
                </a:path>
                <a:path w="18288000" h="10287000">
                  <a:moveTo>
                    <a:pt x="13510197" y="10088956"/>
                  </a:moveTo>
                  <a:lnTo>
                    <a:pt x="13499313" y="10070122"/>
                  </a:lnTo>
                  <a:lnTo>
                    <a:pt x="13480491" y="10080993"/>
                  </a:lnTo>
                  <a:lnTo>
                    <a:pt x="13491363" y="10099827"/>
                  </a:lnTo>
                  <a:lnTo>
                    <a:pt x="13510197" y="10088956"/>
                  </a:lnTo>
                  <a:close/>
                </a:path>
                <a:path w="18288000" h="10287000">
                  <a:moveTo>
                    <a:pt x="13514286" y="8006016"/>
                  </a:moveTo>
                  <a:lnTo>
                    <a:pt x="13507238" y="7993799"/>
                  </a:lnTo>
                  <a:lnTo>
                    <a:pt x="13495033" y="8000860"/>
                  </a:lnTo>
                  <a:lnTo>
                    <a:pt x="13502081" y="8013065"/>
                  </a:lnTo>
                  <a:lnTo>
                    <a:pt x="13514286" y="8006016"/>
                  </a:lnTo>
                  <a:close/>
                </a:path>
                <a:path w="18288000" h="10287000">
                  <a:moveTo>
                    <a:pt x="13515975" y="5922429"/>
                  </a:moveTo>
                  <a:lnTo>
                    <a:pt x="13514502" y="5919889"/>
                  </a:lnTo>
                  <a:lnTo>
                    <a:pt x="13511962" y="5921349"/>
                  </a:lnTo>
                  <a:lnTo>
                    <a:pt x="13513422" y="5923902"/>
                  </a:lnTo>
                  <a:lnTo>
                    <a:pt x="13515975" y="5922429"/>
                  </a:lnTo>
                  <a:close/>
                </a:path>
                <a:path w="18288000" h="10287000">
                  <a:moveTo>
                    <a:pt x="13523684" y="9215069"/>
                  </a:moveTo>
                  <a:lnTo>
                    <a:pt x="13513689" y="9197772"/>
                  </a:lnTo>
                  <a:lnTo>
                    <a:pt x="13496392" y="9207767"/>
                  </a:lnTo>
                  <a:lnTo>
                    <a:pt x="13506374" y="9225064"/>
                  </a:lnTo>
                  <a:lnTo>
                    <a:pt x="13523684" y="9215069"/>
                  </a:lnTo>
                  <a:close/>
                </a:path>
                <a:path w="18288000" h="10287000">
                  <a:moveTo>
                    <a:pt x="13525373" y="7131507"/>
                  </a:moveTo>
                  <a:lnTo>
                    <a:pt x="13520966" y="7123862"/>
                  </a:lnTo>
                  <a:lnTo>
                    <a:pt x="13513321" y="7128269"/>
                  </a:lnTo>
                  <a:lnTo>
                    <a:pt x="13517728" y="7135914"/>
                  </a:lnTo>
                  <a:lnTo>
                    <a:pt x="13525373" y="7131507"/>
                  </a:lnTo>
                  <a:close/>
                </a:path>
                <a:path w="18288000" h="10287000">
                  <a:moveTo>
                    <a:pt x="13535571" y="8340776"/>
                  </a:moveTo>
                  <a:lnTo>
                    <a:pt x="13527634" y="8327034"/>
                  </a:lnTo>
                  <a:lnTo>
                    <a:pt x="13513892" y="8334972"/>
                  </a:lnTo>
                  <a:lnTo>
                    <a:pt x="13521830" y="8348700"/>
                  </a:lnTo>
                  <a:lnTo>
                    <a:pt x="13535571" y="8340776"/>
                  </a:lnTo>
                  <a:close/>
                </a:path>
                <a:path w="18288000" h="10287000">
                  <a:moveTo>
                    <a:pt x="13537260" y="6257188"/>
                  </a:moveTo>
                  <a:lnTo>
                    <a:pt x="13534898" y="6253124"/>
                  </a:lnTo>
                  <a:lnTo>
                    <a:pt x="13530834" y="6255474"/>
                  </a:lnTo>
                  <a:lnTo>
                    <a:pt x="13533184" y="6259550"/>
                  </a:lnTo>
                  <a:lnTo>
                    <a:pt x="13537260" y="6257188"/>
                  </a:lnTo>
                  <a:close/>
                </a:path>
                <a:path w="18288000" h="10287000">
                  <a:moveTo>
                    <a:pt x="13544563" y="9549727"/>
                  </a:moveTo>
                  <a:lnTo>
                    <a:pt x="13533984" y="9531413"/>
                  </a:lnTo>
                  <a:lnTo>
                    <a:pt x="13515670" y="9541993"/>
                  </a:lnTo>
                  <a:lnTo>
                    <a:pt x="13526237" y="9560306"/>
                  </a:lnTo>
                  <a:lnTo>
                    <a:pt x="13544563" y="9549727"/>
                  </a:lnTo>
                  <a:close/>
                </a:path>
                <a:path w="18288000" h="10287000">
                  <a:moveTo>
                    <a:pt x="13546646" y="7466266"/>
                  </a:moveTo>
                  <a:lnTo>
                    <a:pt x="13541350" y="7457097"/>
                  </a:lnTo>
                  <a:lnTo>
                    <a:pt x="13532193" y="7462393"/>
                  </a:lnTo>
                  <a:lnTo>
                    <a:pt x="13537489" y="7471550"/>
                  </a:lnTo>
                  <a:lnTo>
                    <a:pt x="13546646" y="7466266"/>
                  </a:lnTo>
                  <a:close/>
                </a:path>
                <a:path w="18288000" h="10287000">
                  <a:moveTo>
                    <a:pt x="13556844" y="8675535"/>
                  </a:moveTo>
                  <a:lnTo>
                    <a:pt x="13548030" y="8660270"/>
                  </a:lnTo>
                  <a:lnTo>
                    <a:pt x="13532765" y="8669083"/>
                  </a:lnTo>
                  <a:lnTo>
                    <a:pt x="13541578" y="8684349"/>
                  </a:lnTo>
                  <a:lnTo>
                    <a:pt x="13556844" y="8675535"/>
                  </a:lnTo>
                  <a:close/>
                </a:path>
                <a:path w="18288000" h="10287000">
                  <a:moveTo>
                    <a:pt x="13558533" y="6591960"/>
                  </a:moveTo>
                  <a:lnTo>
                    <a:pt x="13555307" y="6586360"/>
                  </a:lnTo>
                  <a:lnTo>
                    <a:pt x="13549694" y="6589585"/>
                  </a:lnTo>
                  <a:lnTo>
                    <a:pt x="13552932" y="6595186"/>
                  </a:lnTo>
                  <a:lnTo>
                    <a:pt x="13558533" y="6591960"/>
                  </a:lnTo>
                  <a:close/>
                </a:path>
                <a:path w="18288000" h="10287000">
                  <a:moveTo>
                    <a:pt x="13565429" y="9884385"/>
                  </a:moveTo>
                  <a:lnTo>
                    <a:pt x="13554266" y="9865042"/>
                  </a:lnTo>
                  <a:lnTo>
                    <a:pt x="13534936" y="9876206"/>
                  </a:lnTo>
                  <a:lnTo>
                    <a:pt x="13546100" y="9895548"/>
                  </a:lnTo>
                  <a:lnTo>
                    <a:pt x="13565429" y="9884385"/>
                  </a:lnTo>
                  <a:close/>
                </a:path>
                <a:path w="18288000" h="10287000">
                  <a:moveTo>
                    <a:pt x="13568325" y="7801127"/>
                  </a:moveTo>
                  <a:lnTo>
                    <a:pt x="13561860" y="7789926"/>
                  </a:lnTo>
                  <a:lnTo>
                    <a:pt x="13550672" y="7796390"/>
                  </a:lnTo>
                  <a:lnTo>
                    <a:pt x="13557136" y="7807592"/>
                  </a:lnTo>
                  <a:lnTo>
                    <a:pt x="13568325" y="7801127"/>
                  </a:lnTo>
                  <a:close/>
                </a:path>
                <a:path w="18288000" h="10287000">
                  <a:moveTo>
                    <a:pt x="13570014" y="5717540"/>
                  </a:moveTo>
                  <a:lnTo>
                    <a:pt x="13569137" y="5716016"/>
                  </a:lnTo>
                  <a:lnTo>
                    <a:pt x="13567601" y="5716892"/>
                  </a:lnTo>
                  <a:lnTo>
                    <a:pt x="13568490" y="5718416"/>
                  </a:lnTo>
                  <a:lnTo>
                    <a:pt x="13570014" y="5717540"/>
                  </a:lnTo>
                  <a:close/>
                </a:path>
                <a:path w="18288000" h="10287000">
                  <a:moveTo>
                    <a:pt x="13578129" y="9010294"/>
                  </a:moveTo>
                  <a:lnTo>
                    <a:pt x="13568426" y="8993505"/>
                  </a:lnTo>
                  <a:lnTo>
                    <a:pt x="13551637" y="9003195"/>
                  </a:lnTo>
                  <a:lnTo>
                    <a:pt x="13561327" y="9019997"/>
                  </a:lnTo>
                  <a:lnTo>
                    <a:pt x="13578129" y="9010294"/>
                  </a:lnTo>
                  <a:close/>
                </a:path>
                <a:path w="18288000" h="10287000">
                  <a:moveTo>
                    <a:pt x="13579818" y="6926720"/>
                  </a:moveTo>
                  <a:lnTo>
                    <a:pt x="13575691" y="6919582"/>
                  </a:lnTo>
                  <a:lnTo>
                    <a:pt x="13568566" y="6923697"/>
                  </a:lnTo>
                  <a:lnTo>
                    <a:pt x="13572681" y="6930822"/>
                  </a:lnTo>
                  <a:lnTo>
                    <a:pt x="13579818" y="6926720"/>
                  </a:lnTo>
                  <a:close/>
                </a:path>
                <a:path w="18288000" h="10287000">
                  <a:moveTo>
                    <a:pt x="13586308" y="10219030"/>
                  </a:moveTo>
                  <a:lnTo>
                    <a:pt x="13574560" y="10198671"/>
                  </a:lnTo>
                  <a:lnTo>
                    <a:pt x="13554202" y="10210432"/>
                  </a:lnTo>
                  <a:lnTo>
                    <a:pt x="13565962" y="10230777"/>
                  </a:lnTo>
                  <a:lnTo>
                    <a:pt x="13586308" y="10219030"/>
                  </a:lnTo>
                  <a:close/>
                </a:path>
                <a:path w="18288000" h="10287000">
                  <a:moveTo>
                    <a:pt x="13590003" y="8135988"/>
                  </a:moveTo>
                  <a:lnTo>
                    <a:pt x="13582371" y="8122767"/>
                  </a:lnTo>
                  <a:lnTo>
                    <a:pt x="13569137" y="8130400"/>
                  </a:lnTo>
                  <a:lnTo>
                    <a:pt x="13576770" y="8143634"/>
                  </a:lnTo>
                  <a:lnTo>
                    <a:pt x="13590003" y="8135988"/>
                  </a:lnTo>
                  <a:close/>
                </a:path>
                <a:path w="18288000" h="10287000">
                  <a:moveTo>
                    <a:pt x="13591286" y="6052299"/>
                  </a:moveTo>
                  <a:lnTo>
                    <a:pt x="13589521" y="6049251"/>
                  </a:lnTo>
                  <a:lnTo>
                    <a:pt x="13586473" y="6051004"/>
                  </a:lnTo>
                  <a:lnTo>
                    <a:pt x="13588238" y="6054064"/>
                  </a:lnTo>
                  <a:lnTo>
                    <a:pt x="13591286" y="6052299"/>
                  </a:lnTo>
                  <a:close/>
                </a:path>
                <a:path w="18288000" h="10287000">
                  <a:moveTo>
                    <a:pt x="13599401" y="9345054"/>
                  </a:moveTo>
                  <a:lnTo>
                    <a:pt x="13588822" y="9326740"/>
                  </a:lnTo>
                  <a:lnTo>
                    <a:pt x="13570496" y="9337319"/>
                  </a:lnTo>
                  <a:lnTo>
                    <a:pt x="13581075" y="9355633"/>
                  </a:lnTo>
                  <a:lnTo>
                    <a:pt x="13599401" y="9345054"/>
                  </a:lnTo>
                  <a:close/>
                </a:path>
                <a:path w="18288000" h="10287000">
                  <a:moveTo>
                    <a:pt x="13601091" y="7261479"/>
                  </a:moveTo>
                  <a:lnTo>
                    <a:pt x="13596099" y="7252817"/>
                  </a:lnTo>
                  <a:lnTo>
                    <a:pt x="13587438" y="7257821"/>
                  </a:lnTo>
                  <a:lnTo>
                    <a:pt x="13592429" y="7266470"/>
                  </a:lnTo>
                  <a:lnTo>
                    <a:pt x="13601091" y="7261479"/>
                  </a:lnTo>
                  <a:close/>
                </a:path>
                <a:path w="18288000" h="10287000">
                  <a:moveTo>
                    <a:pt x="13611289" y="8470748"/>
                  </a:moveTo>
                  <a:lnTo>
                    <a:pt x="13602767" y="8456003"/>
                  </a:lnTo>
                  <a:lnTo>
                    <a:pt x="13588010" y="8464512"/>
                  </a:lnTo>
                  <a:lnTo>
                    <a:pt x="13596531" y="8479269"/>
                  </a:lnTo>
                  <a:lnTo>
                    <a:pt x="13611289" y="8470748"/>
                  </a:lnTo>
                  <a:close/>
                </a:path>
                <a:path w="18288000" h="10287000">
                  <a:moveTo>
                    <a:pt x="13612571" y="6387058"/>
                  </a:moveTo>
                  <a:lnTo>
                    <a:pt x="13609930" y="6382486"/>
                  </a:lnTo>
                  <a:lnTo>
                    <a:pt x="13605345" y="6385128"/>
                  </a:lnTo>
                  <a:lnTo>
                    <a:pt x="13607987" y="6389700"/>
                  </a:lnTo>
                  <a:lnTo>
                    <a:pt x="13612571" y="6387058"/>
                  </a:lnTo>
                  <a:close/>
                </a:path>
                <a:path w="18288000" h="10287000">
                  <a:moveTo>
                    <a:pt x="13620280" y="9679711"/>
                  </a:moveTo>
                  <a:lnTo>
                    <a:pt x="13609117" y="9660369"/>
                  </a:lnTo>
                  <a:lnTo>
                    <a:pt x="13589775" y="9671533"/>
                  </a:lnTo>
                  <a:lnTo>
                    <a:pt x="13600938" y="9690875"/>
                  </a:lnTo>
                  <a:lnTo>
                    <a:pt x="13620280" y="9679711"/>
                  </a:lnTo>
                  <a:close/>
                </a:path>
                <a:path w="18288000" h="10287000">
                  <a:moveTo>
                    <a:pt x="13622769" y="7596340"/>
                  </a:moveTo>
                  <a:lnTo>
                    <a:pt x="13616597" y="7585646"/>
                  </a:lnTo>
                  <a:lnTo>
                    <a:pt x="13605904" y="7591819"/>
                  </a:lnTo>
                  <a:lnTo>
                    <a:pt x="13612076" y="7602512"/>
                  </a:lnTo>
                  <a:lnTo>
                    <a:pt x="13622769" y="7596340"/>
                  </a:lnTo>
                  <a:close/>
                </a:path>
                <a:path w="18288000" h="10287000">
                  <a:moveTo>
                    <a:pt x="13624459" y="5512752"/>
                  </a:moveTo>
                  <a:lnTo>
                    <a:pt x="13624205" y="5512320"/>
                  </a:lnTo>
                  <a:lnTo>
                    <a:pt x="13622858" y="5512320"/>
                  </a:lnTo>
                  <a:lnTo>
                    <a:pt x="13623100" y="5512752"/>
                  </a:lnTo>
                  <a:lnTo>
                    <a:pt x="13624459" y="5512752"/>
                  </a:lnTo>
                  <a:close/>
                </a:path>
                <a:path w="18288000" h="10287000">
                  <a:moveTo>
                    <a:pt x="13632968" y="8805621"/>
                  </a:moveTo>
                  <a:lnTo>
                    <a:pt x="13623265" y="8788819"/>
                  </a:lnTo>
                  <a:lnTo>
                    <a:pt x="13606475" y="8798522"/>
                  </a:lnTo>
                  <a:lnTo>
                    <a:pt x="13616178" y="8815311"/>
                  </a:lnTo>
                  <a:lnTo>
                    <a:pt x="13632968" y="8805621"/>
                  </a:lnTo>
                  <a:close/>
                </a:path>
                <a:path w="18288000" h="10287000">
                  <a:moveTo>
                    <a:pt x="13634250" y="6721932"/>
                  </a:moveTo>
                  <a:lnTo>
                    <a:pt x="13630428" y="6715315"/>
                  </a:lnTo>
                  <a:lnTo>
                    <a:pt x="13623811" y="6719138"/>
                  </a:lnTo>
                  <a:lnTo>
                    <a:pt x="13627634" y="6725755"/>
                  </a:lnTo>
                  <a:lnTo>
                    <a:pt x="13634250" y="6721932"/>
                  </a:lnTo>
                  <a:close/>
                </a:path>
                <a:path w="18288000" h="10287000">
                  <a:moveTo>
                    <a:pt x="13641553" y="10014471"/>
                  </a:moveTo>
                  <a:lnTo>
                    <a:pt x="13629500" y="9993605"/>
                  </a:lnTo>
                  <a:lnTo>
                    <a:pt x="13608647" y="10005644"/>
                  </a:lnTo>
                  <a:lnTo>
                    <a:pt x="13620687" y="10026510"/>
                  </a:lnTo>
                  <a:lnTo>
                    <a:pt x="13641553" y="10014471"/>
                  </a:lnTo>
                  <a:close/>
                </a:path>
                <a:path w="18288000" h="10287000">
                  <a:moveTo>
                    <a:pt x="13644448" y="7931213"/>
                  </a:moveTo>
                  <a:lnTo>
                    <a:pt x="13637108" y="7918488"/>
                  </a:lnTo>
                  <a:lnTo>
                    <a:pt x="13624382" y="7925829"/>
                  </a:lnTo>
                  <a:lnTo>
                    <a:pt x="13631723" y="7938554"/>
                  </a:lnTo>
                  <a:lnTo>
                    <a:pt x="13644448" y="7931213"/>
                  </a:lnTo>
                  <a:close/>
                </a:path>
                <a:path w="18288000" h="10287000">
                  <a:moveTo>
                    <a:pt x="13645731" y="5847512"/>
                  </a:moveTo>
                  <a:lnTo>
                    <a:pt x="13644258" y="5844972"/>
                  </a:lnTo>
                  <a:lnTo>
                    <a:pt x="13641718" y="5846445"/>
                  </a:lnTo>
                  <a:lnTo>
                    <a:pt x="13643191" y="5848985"/>
                  </a:lnTo>
                  <a:lnTo>
                    <a:pt x="13645731" y="5847512"/>
                  </a:lnTo>
                  <a:close/>
                </a:path>
                <a:path w="18288000" h="10287000">
                  <a:moveTo>
                    <a:pt x="13654240" y="9140380"/>
                  </a:moveTo>
                  <a:lnTo>
                    <a:pt x="13643661" y="9122054"/>
                  </a:lnTo>
                  <a:lnTo>
                    <a:pt x="13625348" y="9132633"/>
                  </a:lnTo>
                  <a:lnTo>
                    <a:pt x="13635914" y="9150947"/>
                  </a:lnTo>
                  <a:lnTo>
                    <a:pt x="13654240" y="9140380"/>
                  </a:lnTo>
                  <a:close/>
                </a:path>
                <a:path w="18288000" h="10287000">
                  <a:moveTo>
                    <a:pt x="13655523" y="7056691"/>
                  </a:moveTo>
                  <a:lnTo>
                    <a:pt x="13650824" y="7048551"/>
                  </a:lnTo>
                  <a:lnTo>
                    <a:pt x="13642683" y="7053250"/>
                  </a:lnTo>
                  <a:lnTo>
                    <a:pt x="13647382" y="7061390"/>
                  </a:lnTo>
                  <a:lnTo>
                    <a:pt x="13655523" y="7056691"/>
                  </a:lnTo>
                  <a:close/>
                </a:path>
                <a:path w="18288000" h="10287000">
                  <a:moveTo>
                    <a:pt x="13666127" y="8266074"/>
                  </a:moveTo>
                  <a:lnTo>
                    <a:pt x="13657606" y="8251317"/>
                  </a:lnTo>
                  <a:lnTo>
                    <a:pt x="13642861" y="8259839"/>
                  </a:lnTo>
                  <a:lnTo>
                    <a:pt x="13651370" y="8274596"/>
                  </a:lnTo>
                  <a:lnTo>
                    <a:pt x="13666127" y="8266074"/>
                  </a:lnTo>
                  <a:close/>
                </a:path>
                <a:path w="18288000" h="10287000">
                  <a:moveTo>
                    <a:pt x="13667016" y="6182284"/>
                  </a:moveTo>
                  <a:lnTo>
                    <a:pt x="13664654" y="6178207"/>
                  </a:lnTo>
                  <a:lnTo>
                    <a:pt x="13660590" y="6180556"/>
                  </a:lnTo>
                  <a:lnTo>
                    <a:pt x="13662940" y="6184633"/>
                  </a:lnTo>
                  <a:lnTo>
                    <a:pt x="13667016" y="6182284"/>
                  </a:lnTo>
                  <a:close/>
                </a:path>
                <a:path w="18288000" h="10287000">
                  <a:moveTo>
                    <a:pt x="13675119" y="9475025"/>
                  </a:moveTo>
                  <a:lnTo>
                    <a:pt x="13663956" y="9455696"/>
                  </a:lnTo>
                  <a:lnTo>
                    <a:pt x="13644613" y="9466859"/>
                  </a:lnTo>
                  <a:lnTo>
                    <a:pt x="13655777" y="9486201"/>
                  </a:lnTo>
                  <a:lnTo>
                    <a:pt x="13675119" y="9475025"/>
                  </a:lnTo>
                  <a:close/>
                </a:path>
                <a:path w="18288000" h="10287000">
                  <a:moveTo>
                    <a:pt x="13677202" y="7391565"/>
                  </a:moveTo>
                  <a:lnTo>
                    <a:pt x="13671334" y="7381380"/>
                  </a:lnTo>
                  <a:lnTo>
                    <a:pt x="13661149" y="7387247"/>
                  </a:lnTo>
                  <a:lnTo>
                    <a:pt x="13667029" y="7397432"/>
                  </a:lnTo>
                  <a:lnTo>
                    <a:pt x="13677202" y="7391565"/>
                  </a:lnTo>
                  <a:close/>
                </a:path>
                <a:path w="18288000" h="10287000">
                  <a:moveTo>
                    <a:pt x="13687412" y="8600834"/>
                  </a:moveTo>
                  <a:lnTo>
                    <a:pt x="13678014" y="8584552"/>
                  </a:lnTo>
                  <a:lnTo>
                    <a:pt x="13661720" y="8593950"/>
                  </a:lnTo>
                  <a:lnTo>
                    <a:pt x="13671118" y="8610244"/>
                  </a:lnTo>
                  <a:lnTo>
                    <a:pt x="13687412" y="8600834"/>
                  </a:lnTo>
                  <a:close/>
                </a:path>
                <a:path w="18288000" h="10287000">
                  <a:moveTo>
                    <a:pt x="13688695" y="6517145"/>
                  </a:moveTo>
                  <a:lnTo>
                    <a:pt x="13685165" y="6511036"/>
                  </a:lnTo>
                  <a:lnTo>
                    <a:pt x="13679056" y="6514566"/>
                  </a:lnTo>
                  <a:lnTo>
                    <a:pt x="13682586" y="6520675"/>
                  </a:lnTo>
                  <a:lnTo>
                    <a:pt x="13688695" y="6517145"/>
                  </a:lnTo>
                  <a:close/>
                </a:path>
                <a:path w="18288000" h="10287000">
                  <a:moveTo>
                    <a:pt x="13696404" y="9809785"/>
                  </a:moveTo>
                  <a:lnTo>
                    <a:pt x="13684352" y="9788919"/>
                  </a:lnTo>
                  <a:lnTo>
                    <a:pt x="13663498" y="9800971"/>
                  </a:lnTo>
                  <a:lnTo>
                    <a:pt x="13675538" y="9821837"/>
                  </a:lnTo>
                  <a:lnTo>
                    <a:pt x="13696404" y="9809785"/>
                  </a:lnTo>
                  <a:close/>
                </a:path>
                <a:path w="18288000" h="10287000">
                  <a:moveTo>
                    <a:pt x="13698881" y="7726426"/>
                  </a:moveTo>
                  <a:lnTo>
                    <a:pt x="13691832" y="7714208"/>
                  </a:lnTo>
                  <a:lnTo>
                    <a:pt x="13679627" y="7721257"/>
                  </a:lnTo>
                  <a:lnTo>
                    <a:pt x="13686676" y="7733474"/>
                  </a:lnTo>
                  <a:lnTo>
                    <a:pt x="13698881" y="7726426"/>
                  </a:lnTo>
                  <a:close/>
                </a:path>
                <a:path w="18288000" h="10287000">
                  <a:moveTo>
                    <a:pt x="13700176" y="5642737"/>
                  </a:moveTo>
                  <a:lnTo>
                    <a:pt x="13698995" y="5640692"/>
                  </a:lnTo>
                  <a:lnTo>
                    <a:pt x="13696963" y="5641873"/>
                  </a:lnTo>
                  <a:lnTo>
                    <a:pt x="13698144" y="5643905"/>
                  </a:lnTo>
                  <a:lnTo>
                    <a:pt x="13700176" y="5642737"/>
                  </a:lnTo>
                  <a:close/>
                </a:path>
                <a:path w="18288000" h="10287000">
                  <a:moveTo>
                    <a:pt x="13709091" y="8935707"/>
                  </a:moveTo>
                  <a:lnTo>
                    <a:pt x="13698512" y="8917381"/>
                  </a:lnTo>
                  <a:lnTo>
                    <a:pt x="13680186" y="8927960"/>
                  </a:lnTo>
                  <a:lnTo>
                    <a:pt x="13690765" y="8946286"/>
                  </a:lnTo>
                  <a:lnTo>
                    <a:pt x="13709091" y="8935707"/>
                  </a:lnTo>
                  <a:close/>
                </a:path>
                <a:path w="18288000" h="10287000">
                  <a:moveTo>
                    <a:pt x="13709968" y="6851904"/>
                  </a:moveTo>
                  <a:lnTo>
                    <a:pt x="13705561" y="6844271"/>
                  </a:lnTo>
                  <a:lnTo>
                    <a:pt x="13697928" y="6848678"/>
                  </a:lnTo>
                  <a:lnTo>
                    <a:pt x="13702335" y="6856311"/>
                  </a:lnTo>
                  <a:lnTo>
                    <a:pt x="13709968" y="6851904"/>
                  </a:lnTo>
                  <a:close/>
                </a:path>
                <a:path w="18288000" h="10287000">
                  <a:moveTo>
                    <a:pt x="13717270" y="10144442"/>
                  </a:moveTo>
                  <a:lnTo>
                    <a:pt x="13704634" y="10122560"/>
                  </a:lnTo>
                  <a:lnTo>
                    <a:pt x="13682764" y="10135197"/>
                  </a:lnTo>
                  <a:lnTo>
                    <a:pt x="13695401" y="10157066"/>
                  </a:lnTo>
                  <a:lnTo>
                    <a:pt x="13717270" y="10144442"/>
                  </a:lnTo>
                  <a:close/>
                </a:path>
                <a:path w="18288000" h="10287000">
                  <a:moveTo>
                    <a:pt x="13720572" y="8061287"/>
                  </a:moveTo>
                  <a:lnTo>
                    <a:pt x="13712343" y="8047037"/>
                  </a:lnTo>
                  <a:lnTo>
                    <a:pt x="13698093" y="8055267"/>
                  </a:lnTo>
                  <a:lnTo>
                    <a:pt x="13706323" y="8069516"/>
                  </a:lnTo>
                  <a:lnTo>
                    <a:pt x="13720572" y="8061287"/>
                  </a:lnTo>
                  <a:close/>
                </a:path>
                <a:path w="18288000" h="10287000">
                  <a:moveTo>
                    <a:pt x="13721448" y="5977496"/>
                  </a:moveTo>
                  <a:lnTo>
                    <a:pt x="13719391" y="5973927"/>
                  </a:lnTo>
                  <a:lnTo>
                    <a:pt x="13715835" y="5975985"/>
                  </a:lnTo>
                  <a:lnTo>
                    <a:pt x="13717892" y="5979553"/>
                  </a:lnTo>
                  <a:lnTo>
                    <a:pt x="13721448" y="5977496"/>
                  </a:lnTo>
                  <a:close/>
                </a:path>
                <a:path w="18288000" h="10287000">
                  <a:moveTo>
                    <a:pt x="13729957" y="9270352"/>
                  </a:moveTo>
                  <a:lnTo>
                    <a:pt x="13718807" y="9251010"/>
                  </a:lnTo>
                  <a:lnTo>
                    <a:pt x="13699465" y="9262186"/>
                  </a:lnTo>
                  <a:lnTo>
                    <a:pt x="13710628" y="9281516"/>
                  </a:lnTo>
                  <a:lnTo>
                    <a:pt x="13729957" y="9270352"/>
                  </a:lnTo>
                  <a:close/>
                </a:path>
                <a:path w="18288000" h="10287000">
                  <a:moveTo>
                    <a:pt x="13731253" y="7186663"/>
                  </a:moveTo>
                  <a:lnTo>
                    <a:pt x="13725970" y="7177506"/>
                  </a:lnTo>
                  <a:lnTo>
                    <a:pt x="13716800" y="7182802"/>
                  </a:lnTo>
                  <a:lnTo>
                    <a:pt x="13722083" y="7191959"/>
                  </a:lnTo>
                  <a:lnTo>
                    <a:pt x="13731253" y="7186663"/>
                  </a:lnTo>
                  <a:close/>
                </a:path>
                <a:path w="18288000" h="10287000">
                  <a:moveTo>
                    <a:pt x="13741845" y="8396046"/>
                  </a:moveTo>
                  <a:lnTo>
                    <a:pt x="13732739" y="8380273"/>
                  </a:lnTo>
                  <a:lnTo>
                    <a:pt x="13716965" y="8389391"/>
                  </a:lnTo>
                  <a:lnTo>
                    <a:pt x="13726071" y="8405165"/>
                  </a:lnTo>
                  <a:lnTo>
                    <a:pt x="13741845" y="8396046"/>
                  </a:lnTo>
                  <a:close/>
                </a:path>
                <a:path w="18288000" h="10287000">
                  <a:moveTo>
                    <a:pt x="13742734" y="6312255"/>
                  </a:moveTo>
                  <a:lnTo>
                    <a:pt x="13739800" y="6307163"/>
                  </a:lnTo>
                  <a:lnTo>
                    <a:pt x="13734707" y="6310109"/>
                  </a:lnTo>
                  <a:lnTo>
                    <a:pt x="13737641" y="6315189"/>
                  </a:lnTo>
                  <a:lnTo>
                    <a:pt x="13742734" y="6312255"/>
                  </a:lnTo>
                  <a:close/>
                </a:path>
                <a:path w="18288000" h="10287000">
                  <a:moveTo>
                    <a:pt x="13751243" y="9605112"/>
                  </a:moveTo>
                  <a:lnTo>
                    <a:pt x="13739190" y="9584245"/>
                  </a:lnTo>
                  <a:lnTo>
                    <a:pt x="13718324" y="9596298"/>
                  </a:lnTo>
                  <a:lnTo>
                    <a:pt x="13730377" y="9617164"/>
                  </a:lnTo>
                  <a:lnTo>
                    <a:pt x="13751243" y="9605112"/>
                  </a:lnTo>
                  <a:close/>
                </a:path>
                <a:path w="18288000" h="10287000">
                  <a:moveTo>
                    <a:pt x="13753325" y="7521638"/>
                  </a:moveTo>
                  <a:lnTo>
                    <a:pt x="13746569" y="7509942"/>
                  </a:lnTo>
                  <a:lnTo>
                    <a:pt x="13734872" y="7516685"/>
                  </a:lnTo>
                  <a:lnTo>
                    <a:pt x="13741629" y="7528395"/>
                  </a:lnTo>
                  <a:lnTo>
                    <a:pt x="13753325" y="7521638"/>
                  </a:lnTo>
                  <a:close/>
                </a:path>
                <a:path w="18288000" h="10287000">
                  <a:moveTo>
                    <a:pt x="13754621" y="5437937"/>
                  </a:moveTo>
                  <a:lnTo>
                    <a:pt x="13753732" y="5436413"/>
                  </a:lnTo>
                  <a:lnTo>
                    <a:pt x="13752208" y="5437302"/>
                  </a:lnTo>
                  <a:lnTo>
                    <a:pt x="13753084" y="5438826"/>
                  </a:lnTo>
                  <a:lnTo>
                    <a:pt x="13754621" y="5437937"/>
                  </a:lnTo>
                  <a:close/>
                </a:path>
                <a:path w="18288000" h="10287000">
                  <a:moveTo>
                    <a:pt x="13763524" y="8730920"/>
                  </a:moveTo>
                  <a:lnTo>
                    <a:pt x="13753249" y="8713114"/>
                  </a:lnTo>
                  <a:lnTo>
                    <a:pt x="13735431" y="8723389"/>
                  </a:lnTo>
                  <a:lnTo>
                    <a:pt x="13745718" y="8741194"/>
                  </a:lnTo>
                  <a:lnTo>
                    <a:pt x="13763524" y="8730920"/>
                  </a:lnTo>
                  <a:close/>
                </a:path>
                <a:path w="18288000" h="10287000">
                  <a:moveTo>
                    <a:pt x="13764413" y="6647116"/>
                  </a:moveTo>
                  <a:lnTo>
                    <a:pt x="13760298" y="6639992"/>
                  </a:lnTo>
                  <a:lnTo>
                    <a:pt x="13753173" y="6644106"/>
                  </a:lnTo>
                  <a:lnTo>
                    <a:pt x="13757288" y="6651231"/>
                  </a:lnTo>
                  <a:lnTo>
                    <a:pt x="13764413" y="6647116"/>
                  </a:lnTo>
                  <a:close/>
                </a:path>
                <a:path w="18288000" h="10287000">
                  <a:moveTo>
                    <a:pt x="13772121" y="9939757"/>
                  </a:moveTo>
                  <a:lnTo>
                    <a:pt x="13759485" y="9917887"/>
                  </a:lnTo>
                  <a:lnTo>
                    <a:pt x="13737603" y="9930524"/>
                  </a:lnTo>
                  <a:lnTo>
                    <a:pt x="13750239" y="9952393"/>
                  </a:lnTo>
                  <a:lnTo>
                    <a:pt x="13772121" y="9939757"/>
                  </a:lnTo>
                  <a:close/>
                </a:path>
                <a:path w="18288000" h="10287000">
                  <a:moveTo>
                    <a:pt x="13775004" y="7856512"/>
                  </a:moveTo>
                  <a:lnTo>
                    <a:pt x="13767080" y="7842771"/>
                  </a:lnTo>
                  <a:lnTo>
                    <a:pt x="13753338" y="7850708"/>
                  </a:lnTo>
                  <a:lnTo>
                    <a:pt x="13761263" y="7864449"/>
                  </a:lnTo>
                  <a:lnTo>
                    <a:pt x="13775004" y="7856512"/>
                  </a:lnTo>
                  <a:close/>
                </a:path>
                <a:path w="18288000" h="10287000">
                  <a:moveTo>
                    <a:pt x="13775906" y="5772709"/>
                  </a:moveTo>
                  <a:lnTo>
                    <a:pt x="13774141" y="5769648"/>
                  </a:lnTo>
                  <a:lnTo>
                    <a:pt x="13771080" y="5771413"/>
                  </a:lnTo>
                  <a:lnTo>
                    <a:pt x="13772833" y="5774474"/>
                  </a:lnTo>
                  <a:lnTo>
                    <a:pt x="13775906" y="5772709"/>
                  </a:lnTo>
                  <a:close/>
                </a:path>
                <a:path w="18288000" h="10287000">
                  <a:moveTo>
                    <a:pt x="13784796" y="9065679"/>
                  </a:moveTo>
                  <a:lnTo>
                    <a:pt x="13773633" y="9046337"/>
                  </a:lnTo>
                  <a:lnTo>
                    <a:pt x="13754303" y="9057500"/>
                  </a:lnTo>
                  <a:lnTo>
                    <a:pt x="13765467" y="9076842"/>
                  </a:lnTo>
                  <a:lnTo>
                    <a:pt x="13784796" y="9065679"/>
                  </a:lnTo>
                  <a:close/>
                </a:path>
                <a:path w="18288000" h="10287000">
                  <a:moveTo>
                    <a:pt x="13785698" y="6981876"/>
                  </a:moveTo>
                  <a:lnTo>
                    <a:pt x="13780694" y="6973227"/>
                  </a:lnTo>
                  <a:lnTo>
                    <a:pt x="13772045" y="6978218"/>
                  </a:lnTo>
                  <a:lnTo>
                    <a:pt x="13777036" y="6986879"/>
                  </a:lnTo>
                  <a:lnTo>
                    <a:pt x="13785698" y="6981876"/>
                  </a:lnTo>
                  <a:close/>
                </a:path>
                <a:path w="18288000" h="10287000">
                  <a:moveTo>
                    <a:pt x="13791794" y="10274097"/>
                  </a:moveTo>
                  <a:lnTo>
                    <a:pt x="13779449" y="10252723"/>
                  </a:lnTo>
                  <a:lnTo>
                    <a:pt x="13758075" y="10265054"/>
                  </a:lnTo>
                  <a:lnTo>
                    <a:pt x="13770420" y="10286428"/>
                  </a:lnTo>
                  <a:lnTo>
                    <a:pt x="13791794" y="10274097"/>
                  </a:lnTo>
                  <a:close/>
                </a:path>
                <a:path w="18288000" h="10287000">
                  <a:moveTo>
                    <a:pt x="13796290" y="8191271"/>
                  </a:moveTo>
                  <a:lnTo>
                    <a:pt x="13787476" y="8176006"/>
                  </a:lnTo>
                  <a:lnTo>
                    <a:pt x="13772210" y="8184820"/>
                  </a:lnTo>
                  <a:lnTo>
                    <a:pt x="13781024" y="8200085"/>
                  </a:lnTo>
                  <a:lnTo>
                    <a:pt x="13796290" y="8191271"/>
                  </a:lnTo>
                  <a:close/>
                </a:path>
                <a:path w="18288000" h="10287000">
                  <a:moveTo>
                    <a:pt x="13797179" y="6107468"/>
                  </a:moveTo>
                  <a:lnTo>
                    <a:pt x="13794524" y="6102883"/>
                  </a:lnTo>
                  <a:lnTo>
                    <a:pt x="13789952" y="6105525"/>
                  </a:lnTo>
                  <a:lnTo>
                    <a:pt x="13792594" y="6110109"/>
                  </a:lnTo>
                  <a:lnTo>
                    <a:pt x="13797179" y="6107468"/>
                  </a:lnTo>
                  <a:close/>
                </a:path>
                <a:path w="18288000" h="10287000">
                  <a:moveTo>
                    <a:pt x="13806081" y="9400438"/>
                  </a:moveTo>
                  <a:lnTo>
                    <a:pt x="13794042" y="9379572"/>
                  </a:lnTo>
                  <a:lnTo>
                    <a:pt x="13773176" y="9391612"/>
                  </a:lnTo>
                  <a:lnTo>
                    <a:pt x="13785215" y="9412478"/>
                  </a:lnTo>
                  <a:lnTo>
                    <a:pt x="13806081" y="9400438"/>
                  </a:lnTo>
                  <a:close/>
                </a:path>
                <a:path w="18288000" h="10287000">
                  <a:moveTo>
                    <a:pt x="13807364" y="7316749"/>
                  </a:moveTo>
                  <a:lnTo>
                    <a:pt x="13801204" y="7306056"/>
                  </a:lnTo>
                  <a:lnTo>
                    <a:pt x="13790511" y="7312228"/>
                  </a:lnTo>
                  <a:lnTo>
                    <a:pt x="13796683" y="7322921"/>
                  </a:lnTo>
                  <a:lnTo>
                    <a:pt x="13807364" y="7316749"/>
                  </a:lnTo>
                  <a:close/>
                </a:path>
                <a:path w="18288000" h="10287000">
                  <a:moveTo>
                    <a:pt x="13818375" y="8526247"/>
                  </a:moveTo>
                  <a:lnTo>
                    <a:pt x="13808088" y="8508428"/>
                  </a:lnTo>
                  <a:lnTo>
                    <a:pt x="13790270" y="8518715"/>
                  </a:lnTo>
                  <a:lnTo>
                    <a:pt x="13800557" y="8536521"/>
                  </a:lnTo>
                  <a:lnTo>
                    <a:pt x="13818375" y="8526247"/>
                  </a:lnTo>
                  <a:close/>
                </a:path>
                <a:path w="18288000" h="10287000">
                  <a:moveTo>
                    <a:pt x="13818845" y="6442329"/>
                  </a:moveTo>
                  <a:lnTo>
                    <a:pt x="13815022" y="6435725"/>
                  </a:lnTo>
                  <a:lnTo>
                    <a:pt x="13808418" y="6439535"/>
                  </a:lnTo>
                  <a:lnTo>
                    <a:pt x="13812241" y="6446152"/>
                  </a:lnTo>
                  <a:lnTo>
                    <a:pt x="13818845" y="6442329"/>
                  </a:lnTo>
                  <a:close/>
                </a:path>
                <a:path w="18288000" h="10287000">
                  <a:moveTo>
                    <a:pt x="13826960" y="9735083"/>
                  </a:moveTo>
                  <a:lnTo>
                    <a:pt x="13814324" y="9713214"/>
                  </a:lnTo>
                  <a:lnTo>
                    <a:pt x="13792441" y="9725838"/>
                  </a:lnTo>
                  <a:lnTo>
                    <a:pt x="13805078" y="9747720"/>
                  </a:lnTo>
                  <a:lnTo>
                    <a:pt x="13826960" y="9735083"/>
                  </a:lnTo>
                  <a:close/>
                </a:path>
                <a:path w="18288000" h="10287000">
                  <a:moveTo>
                    <a:pt x="13829449" y="7651724"/>
                  </a:moveTo>
                  <a:lnTo>
                    <a:pt x="13821817" y="7638491"/>
                  </a:lnTo>
                  <a:lnTo>
                    <a:pt x="13808583" y="7646136"/>
                  </a:lnTo>
                  <a:lnTo>
                    <a:pt x="13816216" y="7659357"/>
                  </a:lnTo>
                  <a:lnTo>
                    <a:pt x="13829449" y="7651724"/>
                  </a:lnTo>
                  <a:close/>
                </a:path>
                <a:path w="18288000" h="10287000">
                  <a:moveTo>
                    <a:pt x="13829932" y="5567807"/>
                  </a:moveTo>
                  <a:lnTo>
                    <a:pt x="13828751" y="5565775"/>
                  </a:lnTo>
                  <a:lnTo>
                    <a:pt x="13826719" y="5566956"/>
                  </a:lnTo>
                  <a:lnTo>
                    <a:pt x="13827900" y="5568988"/>
                  </a:lnTo>
                  <a:lnTo>
                    <a:pt x="13829932" y="5567807"/>
                  </a:lnTo>
                  <a:close/>
                </a:path>
                <a:path w="18288000" h="10287000">
                  <a:moveTo>
                    <a:pt x="13839647" y="8861006"/>
                  </a:moveTo>
                  <a:lnTo>
                    <a:pt x="13828484" y="8841664"/>
                  </a:lnTo>
                  <a:lnTo>
                    <a:pt x="13809142" y="8852827"/>
                  </a:lnTo>
                  <a:lnTo>
                    <a:pt x="13820305" y="8872169"/>
                  </a:lnTo>
                  <a:lnTo>
                    <a:pt x="13839647" y="8861006"/>
                  </a:lnTo>
                  <a:close/>
                </a:path>
                <a:path w="18288000" h="10287000">
                  <a:moveTo>
                    <a:pt x="13840130" y="6777101"/>
                  </a:moveTo>
                  <a:lnTo>
                    <a:pt x="13835431" y="6768947"/>
                  </a:lnTo>
                  <a:lnTo>
                    <a:pt x="13827290" y="6773659"/>
                  </a:lnTo>
                  <a:lnTo>
                    <a:pt x="13831989" y="6781787"/>
                  </a:lnTo>
                  <a:lnTo>
                    <a:pt x="13840130" y="6777101"/>
                  </a:lnTo>
                  <a:close/>
                </a:path>
                <a:path w="18288000" h="10287000">
                  <a:moveTo>
                    <a:pt x="13847839" y="10069741"/>
                  </a:moveTo>
                  <a:lnTo>
                    <a:pt x="13834618" y="10046843"/>
                  </a:lnTo>
                  <a:lnTo>
                    <a:pt x="13811720" y="10060064"/>
                  </a:lnTo>
                  <a:lnTo>
                    <a:pt x="13824941" y="10082962"/>
                  </a:lnTo>
                  <a:lnTo>
                    <a:pt x="13847839" y="10069741"/>
                  </a:lnTo>
                  <a:close/>
                </a:path>
                <a:path w="18288000" h="10287000">
                  <a:moveTo>
                    <a:pt x="13850722" y="7986484"/>
                  </a:moveTo>
                  <a:lnTo>
                    <a:pt x="13842213" y="7971726"/>
                  </a:lnTo>
                  <a:lnTo>
                    <a:pt x="13827455" y="7980248"/>
                  </a:lnTo>
                  <a:lnTo>
                    <a:pt x="13835977" y="7995005"/>
                  </a:lnTo>
                  <a:lnTo>
                    <a:pt x="13850722" y="7986484"/>
                  </a:lnTo>
                  <a:close/>
                </a:path>
                <a:path w="18288000" h="10287000">
                  <a:moveTo>
                    <a:pt x="13851611" y="5902680"/>
                  </a:moveTo>
                  <a:lnTo>
                    <a:pt x="13849261" y="5898604"/>
                  </a:lnTo>
                  <a:lnTo>
                    <a:pt x="13845197" y="5900966"/>
                  </a:lnTo>
                  <a:lnTo>
                    <a:pt x="13847547" y="5905030"/>
                  </a:lnTo>
                  <a:lnTo>
                    <a:pt x="13851611" y="5902680"/>
                  </a:lnTo>
                  <a:close/>
                </a:path>
                <a:path w="18288000" h="10287000">
                  <a:moveTo>
                    <a:pt x="13860920" y="9195765"/>
                  </a:moveTo>
                  <a:lnTo>
                    <a:pt x="13848880" y="9174899"/>
                  </a:lnTo>
                  <a:lnTo>
                    <a:pt x="13828014" y="9186939"/>
                  </a:lnTo>
                  <a:lnTo>
                    <a:pt x="13840066" y="9207805"/>
                  </a:lnTo>
                  <a:lnTo>
                    <a:pt x="13860920" y="9195765"/>
                  </a:lnTo>
                  <a:close/>
                </a:path>
                <a:path w="18288000" h="10287000">
                  <a:moveTo>
                    <a:pt x="13861809" y="7111962"/>
                  </a:moveTo>
                  <a:lnTo>
                    <a:pt x="13855929" y="7101789"/>
                  </a:lnTo>
                  <a:lnTo>
                    <a:pt x="13845756" y="7107669"/>
                  </a:lnTo>
                  <a:lnTo>
                    <a:pt x="13851636" y="7117842"/>
                  </a:lnTo>
                  <a:lnTo>
                    <a:pt x="13861809" y="7111962"/>
                  </a:lnTo>
                  <a:close/>
                </a:path>
                <a:path w="18288000" h="10287000">
                  <a:moveTo>
                    <a:pt x="13872807" y="8321459"/>
                  </a:moveTo>
                  <a:lnTo>
                    <a:pt x="13862825" y="8304149"/>
                  </a:lnTo>
                  <a:lnTo>
                    <a:pt x="13845515" y="8314144"/>
                  </a:lnTo>
                  <a:lnTo>
                    <a:pt x="13855510" y="8331454"/>
                  </a:lnTo>
                  <a:lnTo>
                    <a:pt x="13872807" y="8321459"/>
                  </a:lnTo>
                  <a:close/>
                </a:path>
                <a:path w="18288000" h="10287000">
                  <a:moveTo>
                    <a:pt x="13872896" y="6237440"/>
                  </a:moveTo>
                  <a:lnTo>
                    <a:pt x="13869657" y="6231839"/>
                  </a:lnTo>
                  <a:lnTo>
                    <a:pt x="13864069" y="6235077"/>
                  </a:lnTo>
                  <a:lnTo>
                    <a:pt x="13867295" y="6240678"/>
                  </a:lnTo>
                  <a:lnTo>
                    <a:pt x="13872896" y="6237440"/>
                  </a:lnTo>
                  <a:close/>
                </a:path>
                <a:path w="18288000" h="10287000">
                  <a:moveTo>
                    <a:pt x="13881799" y="9530410"/>
                  </a:moveTo>
                  <a:lnTo>
                    <a:pt x="13869175" y="9508528"/>
                  </a:lnTo>
                  <a:lnTo>
                    <a:pt x="13847293" y="9521165"/>
                  </a:lnTo>
                  <a:lnTo>
                    <a:pt x="13859929" y="9543047"/>
                  </a:lnTo>
                  <a:lnTo>
                    <a:pt x="13881799" y="9530410"/>
                  </a:lnTo>
                  <a:close/>
                </a:path>
                <a:path w="18288000" h="10287000">
                  <a:moveTo>
                    <a:pt x="13883894" y="7446937"/>
                  </a:moveTo>
                  <a:lnTo>
                    <a:pt x="13876541" y="7434224"/>
                  </a:lnTo>
                  <a:lnTo>
                    <a:pt x="13863828" y="7441565"/>
                  </a:lnTo>
                  <a:lnTo>
                    <a:pt x="13871169" y="7454290"/>
                  </a:lnTo>
                  <a:lnTo>
                    <a:pt x="13883894" y="7446937"/>
                  </a:lnTo>
                  <a:close/>
                </a:path>
                <a:path w="18288000" h="10287000">
                  <a:moveTo>
                    <a:pt x="13884377" y="5363032"/>
                  </a:moveTo>
                  <a:lnTo>
                    <a:pt x="13883488" y="5361495"/>
                  </a:lnTo>
                  <a:lnTo>
                    <a:pt x="13881964" y="5362384"/>
                  </a:lnTo>
                  <a:lnTo>
                    <a:pt x="13882853" y="5363908"/>
                  </a:lnTo>
                  <a:lnTo>
                    <a:pt x="13884377" y="5363032"/>
                  </a:lnTo>
                  <a:close/>
                </a:path>
                <a:path w="18288000" h="10287000">
                  <a:moveTo>
                    <a:pt x="13894092" y="8656218"/>
                  </a:moveTo>
                  <a:lnTo>
                    <a:pt x="13883221" y="8637384"/>
                  </a:lnTo>
                  <a:lnTo>
                    <a:pt x="13864387" y="8648255"/>
                  </a:lnTo>
                  <a:lnTo>
                    <a:pt x="13875271" y="8667090"/>
                  </a:lnTo>
                  <a:lnTo>
                    <a:pt x="13894092" y="8656218"/>
                  </a:lnTo>
                  <a:close/>
                </a:path>
                <a:path w="18288000" h="10287000">
                  <a:moveTo>
                    <a:pt x="13894575" y="6572313"/>
                  </a:moveTo>
                  <a:lnTo>
                    <a:pt x="13890168" y="6564681"/>
                  </a:lnTo>
                  <a:lnTo>
                    <a:pt x="13882523" y="6569088"/>
                  </a:lnTo>
                  <a:lnTo>
                    <a:pt x="13886929" y="6576720"/>
                  </a:lnTo>
                  <a:lnTo>
                    <a:pt x="13894575" y="6572313"/>
                  </a:lnTo>
                  <a:close/>
                </a:path>
                <a:path w="18288000" h="10287000">
                  <a:moveTo>
                    <a:pt x="13903084" y="9865169"/>
                  </a:moveTo>
                  <a:lnTo>
                    <a:pt x="13889571" y="9841763"/>
                  </a:lnTo>
                  <a:lnTo>
                    <a:pt x="13866152" y="9855276"/>
                  </a:lnTo>
                  <a:lnTo>
                    <a:pt x="13879678" y="9878682"/>
                  </a:lnTo>
                  <a:lnTo>
                    <a:pt x="13903084" y="9865169"/>
                  </a:lnTo>
                  <a:close/>
                </a:path>
                <a:path w="18288000" h="10287000">
                  <a:moveTo>
                    <a:pt x="13905167" y="7781696"/>
                  </a:moveTo>
                  <a:lnTo>
                    <a:pt x="13896950" y="7767460"/>
                  </a:lnTo>
                  <a:lnTo>
                    <a:pt x="13882700" y="7775676"/>
                  </a:lnTo>
                  <a:lnTo>
                    <a:pt x="13890917" y="7789926"/>
                  </a:lnTo>
                  <a:lnTo>
                    <a:pt x="13905167" y="7781696"/>
                  </a:lnTo>
                  <a:close/>
                </a:path>
                <a:path w="18288000" h="10287000">
                  <a:moveTo>
                    <a:pt x="13905649" y="5697791"/>
                  </a:moveTo>
                  <a:lnTo>
                    <a:pt x="13903884" y="5694731"/>
                  </a:lnTo>
                  <a:lnTo>
                    <a:pt x="13900836" y="5696496"/>
                  </a:lnTo>
                  <a:lnTo>
                    <a:pt x="13902601" y="5699557"/>
                  </a:lnTo>
                  <a:lnTo>
                    <a:pt x="13905649" y="5697791"/>
                  </a:lnTo>
                  <a:close/>
                </a:path>
                <a:path w="18288000" h="10287000">
                  <a:moveTo>
                    <a:pt x="13915771" y="8991079"/>
                  </a:moveTo>
                  <a:lnTo>
                    <a:pt x="13903732" y="8970213"/>
                  </a:lnTo>
                  <a:lnTo>
                    <a:pt x="13882865" y="8982265"/>
                  </a:lnTo>
                  <a:lnTo>
                    <a:pt x="13894905" y="9003132"/>
                  </a:lnTo>
                  <a:lnTo>
                    <a:pt x="13915771" y="8991079"/>
                  </a:lnTo>
                  <a:close/>
                </a:path>
                <a:path w="18288000" h="10287000">
                  <a:moveTo>
                    <a:pt x="13915847" y="6907060"/>
                  </a:moveTo>
                  <a:lnTo>
                    <a:pt x="13910564" y="6897903"/>
                  </a:lnTo>
                  <a:lnTo>
                    <a:pt x="13901407" y="6903199"/>
                  </a:lnTo>
                  <a:lnTo>
                    <a:pt x="13906691" y="6912356"/>
                  </a:lnTo>
                  <a:lnTo>
                    <a:pt x="13915847" y="6907060"/>
                  </a:lnTo>
                  <a:close/>
                </a:path>
                <a:path w="18288000" h="10287000">
                  <a:moveTo>
                    <a:pt x="13923963" y="10199827"/>
                  </a:moveTo>
                  <a:lnTo>
                    <a:pt x="13909853" y="10175392"/>
                  </a:lnTo>
                  <a:lnTo>
                    <a:pt x="13885431" y="10189502"/>
                  </a:lnTo>
                  <a:lnTo>
                    <a:pt x="13899528" y="10213924"/>
                  </a:lnTo>
                  <a:lnTo>
                    <a:pt x="13923963" y="10199827"/>
                  </a:lnTo>
                  <a:close/>
                </a:path>
                <a:path w="18288000" h="10287000">
                  <a:moveTo>
                    <a:pt x="13927252" y="8116684"/>
                  </a:moveTo>
                  <a:lnTo>
                    <a:pt x="13917549" y="8099882"/>
                  </a:lnTo>
                  <a:lnTo>
                    <a:pt x="13900760" y="8109572"/>
                  </a:lnTo>
                  <a:lnTo>
                    <a:pt x="13910463" y="8126362"/>
                  </a:lnTo>
                  <a:lnTo>
                    <a:pt x="13927252" y="8116684"/>
                  </a:lnTo>
                  <a:close/>
                </a:path>
                <a:path w="18288000" h="10287000">
                  <a:moveTo>
                    <a:pt x="13927341" y="6032652"/>
                  </a:moveTo>
                  <a:lnTo>
                    <a:pt x="13924394" y="6027572"/>
                  </a:lnTo>
                  <a:lnTo>
                    <a:pt x="13919314" y="6030506"/>
                  </a:lnTo>
                  <a:lnTo>
                    <a:pt x="13922248" y="6035586"/>
                  </a:lnTo>
                  <a:lnTo>
                    <a:pt x="13927341" y="6032652"/>
                  </a:lnTo>
                  <a:close/>
                </a:path>
                <a:path w="18288000" h="10287000">
                  <a:moveTo>
                    <a:pt x="13936650" y="9325737"/>
                  </a:moveTo>
                  <a:lnTo>
                    <a:pt x="13924013" y="9303855"/>
                  </a:lnTo>
                  <a:lnTo>
                    <a:pt x="13902131" y="9316479"/>
                  </a:lnTo>
                  <a:lnTo>
                    <a:pt x="13914768" y="9338361"/>
                  </a:lnTo>
                  <a:lnTo>
                    <a:pt x="13936650" y="9325737"/>
                  </a:lnTo>
                  <a:close/>
                </a:path>
                <a:path w="18288000" h="10287000">
                  <a:moveTo>
                    <a:pt x="13937933" y="7242048"/>
                  </a:moveTo>
                  <a:lnTo>
                    <a:pt x="13931176" y="7230338"/>
                  </a:lnTo>
                  <a:lnTo>
                    <a:pt x="13919467" y="7237095"/>
                  </a:lnTo>
                  <a:lnTo>
                    <a:pt x="13926223" y="7248804"/>
                  </a:lnTo>
                  <a:lnTo>
                    <a:pt x="13937933" y="7242048"/>
                  </a:lnTo>
                  <a:close/>
                </a:path>
                <a:path w="18288000" h="10287000">
                  <a:moveTo>
                    <a:pt x="13948537" y="8451431"/>
                  </a:moveTo>
                  <a:lnTo>
                    <a:pt x="13937958" y="8433105"/>
                  </a:lnTo>
                  <a:lnTo>
                    <a:pt x="13919632" y="8443684"/>
                  </a:lnTo>
                  <a:lnTo>
                    <a:pt x="13930211" y="8462010"/>
                  </a:lnTo>
                  <a:lnTo>
                    <a:pt x="13948537" y="8451431"/>
                  </a:lnTo>
                  <a:close/>
                </a:path>
                <a:path w="18288000" h="10287000">
                  <a:moveTo>
                    <a:pt x="13949020" y="6367526"/>
                  </a:moveTo>
                  <a:lnTo>
                    <a:pt x="13944905" y="6360401"/>
                  </a:lnTo>
                  <a:lnTo>
                    <a:pt x="13937780" y="6364516"/>
                  </a:lnTo>
                  <a:lnTo>
                    <a:pt x="13941895" y="6371641"/>
                  </a:lnTo>
                  <a:lnTo>
                    <a:pt x="13949020" y="6367526"/>
                  </a:lnTo>
                  <a:close/>
                </a:path>
                <a:path w="18288000" h="10287000">
                  <a:moveTo>
                    <a:pt x="13957922" y="9660496"/>
                  </a:moveTo>
                  <a:lnTo>
                    <a:pt x="13944410" y="9637090"/>
                  </a:lnTo>
                  <a:lnTo>
                    <a:pt x="13921004" y="9650603"/>
                  </a:lnTo>
                  <a:lnTo>
                    <a:pt x="13934516" y="9674009"/>
                  </a:lnTo>
                  <a:lnTo>
                    <a:pt x="13957922" y="9660496"/>
                  </a:lnTo>
                  <a:close/>
                </a:path>
                <a:path w="18288000" h="10287000">
                  <a:moveTo>
                    <a:pt x="13959612" y="7576921"/>
                  </a:moveTo>
                  <a:lnTo>
                    <a:pt x="13951674" y="7563180"/>
                  </a:lnTo>
                  <a:lnTo>
                    <a:pt x="13937933" y="7571105"/>
                  </a:lnTo>
                  <a:lnTo>
                    <a:pt x="13945870" y="7584846"/>
                  </a:lnTo>
                  <a:lnTo>
                    <a:pt x="13959612" y="7576921"/>
                  </a:lnTo>
                  <a:close/>
                </a:path>
                <a:path w="18288000" h="10287000">
                  <a:moveTo>
                    <a:pt x="13960094" y="5493004"/>
                  </a:moveTo>
                  <a:lnTo>
                    <a:pt x="13958621" y="5490451"/>
                  </a:lnTo>
                  <a:lnTo>
                    <a:pt x="13956081" y="5491924"/>
                  </a:lnTo>
                  <a:lnTo>
                    <a:pt x="13957554" y="5494464"/>
                  </a:lnTo>
                  <a:lnTo>
                    <a:pt x="13960094" y="5493004"/>
                  </a:lnTo>
                  <a:close/>
                </a:path>
                <a:path w="18288000" h="10287000">
                  <a:moveTo>
                    <a:pt x="13970216" y="8786304"/>
                  </a:moveTo>
                  <a:lnTo>
                    <a:pt x="13958456" y="8765946"/>
                  </a:lnTo>
                  <a:lnTo>
                    <a:pt x="13938098" y="8777694"/>
                  </a:lnTo>
                  <a:lnTo>
                    <a:pt x="13949858" y="8798052"/>
                  </a:lnTo>
                  <a:lnTo>
                    <a:pt x="13970216" y="8786304"/>
                  </a:lnTo>
                  <a:close/>
                </a:path>
                <a:path w="18288000" h="10287000">
                  <a:moveTo>
                    <a:pt x="13970292" y="6702285"/>
                  </a:moveTo>
                  <a:lnTo>
                    <a:pt x="13965301" y="6693636"/>
                  </a:lnTo>
                  <a:lnTo>
                    <a:pt x="13956652" y="6698628"/>
                  </a:lnTo>
                  <a:lnTo>
                    <a:pt x="13961644" y="6707276"/>
                  </a:lnTo>
                  <a:lnTo>
                    <a:pt x="13970292" y="6702285"/>
                  </a:lnTo>
                  <a:close/>
                </a:path>
                <a:path w="18288000" h="10287000">
                  <a:moveTo>
                    <a:pt x="13979208" y="9995256"/>
                  </a:moveTo>
                  <a:lnTo>
                    <a:pt x="13964806" y="9970313"/>
                  </a:lnTo>
                  <a:lnTo>
                    <a:pt x="13939876" y="9984715"/>
                  </a:lnTo>
                  <a:lnTo>
                    <a:pt x="13954278" y="10009645"/>
                  </a:lnTo>
                  <a:lnTo>
                    <a:pt x="13979208" y="9995256"/>
                  </a:lnTo>
                  <a:close/>
                </a:path>
                <a:path w="18288000" h="10287000">
                  <a:moveTo>
                    <a:pt x="13981290" y="7911782"/>
                  </a:moveTo>
                  <a:lnTo>
                    <a:pt x="13972185" y="7896009"/>
                  </a:lnTo>
                  <a:lnTo>
                    <a:pt x="13956411" y="7905115"/>
                  </a:lnTo>
                  <a:lnTo>
                    <a:pt x="13965517" y="7920888"/>
                  </a:lnTo>
                  <a:lnTo>
                    <a:pt x="13981290" y="7911782"/>
                  </a:lnTo>
                  <a:close/>
                </a:path>
                <a:path w="18288000" h="10287000">
                  <a:moveTo>
                    <a:pt x="13981379" y="5827763"/>
                  </a:moveTo>
                  <a:lnTo>
                    <a:pt x="13979030" y="5823686"/>
                  </a:lnTo>
                  <a:lnTo>
                    <a:pt x="13974953" y="5826036"/>
                  </a:lnTo>
                  <a:lnTo>
                    <a:pt x="13977303" y="5830113"/>
                  </a:lnTo>
                  <a:lnTo>
                    <a:pt x="13981379" y="5827763"/>
                  </a:lnTo>
                  <a:close/>
                </a:path>
                <a:path w="18288000" h="10287000">
                  <a:moveTo>
                    <a:pt x="13991489" y="9121051"/>
                  </a:moveTo>
                  <a:lnTo>
                    <a:pt x="13978865" y="9099182"/>
                  </a:lnTo>
                  <a:lnTo>
                    <a:pt x="13956970" y="9111818"/>
                  </a:lnTo>
                  <a:lnTo>
                    <a:pt x="13969606" y="9133688"/>
                  </a:lnTo>
                  <a:lnTo>
                    <a:pt x="13991489" y="9121051"/>
                  </a:lnTo>
                  <a:close/>
                </a:path>
                <a:path w="18288000" h="10287000">
                  <a:moveTo>
                    <a:pt x="13991971" y="7037159"/>
                  </a:moveTo>
                  <a:lnTo>
                    <a:pt x="13985799" y="7026465"/>
                  </a:lnTo>
                  <a:lnTo>
                    <a:pt x="13975118" y="7032638"/>
                  </a:lnTo>
                  <a:lnTo>
                    <a:pt x="13981278" y="7043331"/>
                  </a:lnTo>
                  <a:lnTo>
                    <a:pt x="13991971" y="7037159"/>
                  </a:lnTo>
                  <a:close/>
                </a:path>
                <a:path w="18288000" h="10287000">
                  <a:moveTo>
                    <a:pt x="14002969" y="8246643"/>
                  </a:moveTo>
                  <a:lnTo>
                    <a:pt x="13992695" y="8228838"/>
                  </a:lnTo>
                  <a:lnTo>
                    <a:pt x="13974877" y="8239125"/>
                  </a:lnTo>
                  <a:lnTo>
                    <a:pt x="13985164" y="8256930"/>
                  </a:lnTo>
                  <a:lnTo>
                    <a:pt x="14002969" y="8246643"/>
                  </a:lnTo>
                  <a:close/>
                </a:path>
                <a:path w="18288000" h="10287000">
                  <a:moveTo>
                    <a:pt x="14003058" y="6162624"/>
                  </a:moveTo>
                  <a:lnTo>
                    <a:pt x="13999528" y="6156528"/>
                  </a:lnTo>
                  <a:lnTo>
                    <a:pt x="13993419" y="6160046"/>
                  </a:lnTo>
                  <a:lnTo>
                    <a:pt x="13996950" y="6166155"/>
                  </a:lnTo>
                  <a:lnTo>
                    <a:pt x="14003058" y="6162624"/>
                  </a:lnTo>
                  <a:close/>
                </a:path>
                <a:path w="18288000" h="10287000">
                  <a:moveTo>
                    <a:pt x="14012774" y="9455823"/>
                  </a:moveTo>
                  <a:lnTo>
                    <a:pt x="13999248" y="9432417"/>
                  </a:lnTo>
                  <a:lnTo>
                    <a:pt x="13975842" y="9445917"/>
                  </a:lnTo>
                  <a:lnTo>
                    <a:pt x="13989355" y="9469336"/>
                  </a:lnTo>
                  <a:lnTo>
                    <a:pt x="14012774" y="9455823"/>
                  </a:lnTo>
                  <a:close/>
                </a:path>
                <a:path w="18288000" h="10287000">
                  <a:moveTo>
                    <a:pt x="14014056" y="7372134"/>
                  </a:moveTo>
                  <a:lnTo>
                    <a:pt x="14006411" y="7358901"/>
                  </a:lnTo>
                  <a:lnTo>
                    <a:pt x="13993178" y="7366533"/>
                  </a:lnTo>
                  <a:lnTo>
                    <a:pt x="14000823" y="7379779"/>
                  </a:lnTo>
                  <a:lnTo>
                    <a:pt x="14014056" y="7372134"/>
                  </a:lnTo>
                  <a:close/>
                </a:path>
                <a:path w="18288000" h="10287000">
                  <a:moveTo>
                    <a:pt x="14014133" y="5288115"/>
                  </a:moveTo>
                  <a:lnTo>
                    <a:pt x="14013256" y="5286578"/>
                  </a:lnTo>
                  <a:lnTo>
                    <a:pt x="14011720" y="5287467"/>
                  </a:lnTo>
                  <a:lnTo>
                    <a:pt x="14012609" y="5288991"/>
                  </a:lnTo>
                  <a:lnTo>
                    <a:pt x="14014133" y="5288115"/>
                  </a:lnTo>
                  <a:close/>
                </a:path>
                <a:path w="18288000" h="10287000">
                  <a:moveTo>
                    <a:pt x="14024648" y="8581517"/>
                  </a:moveTo>
                  <a:lnTo>
                    <a:pt x="14013193" y="8561667"/>
                  </a:lnTo>
                  <a:lnTo>
                    <a:pt x="13993343" y="8573135"/>
                  </a:lnTo>
                  <a:lnTo>
                    <a:pt x="14004811" y="8592972"/>
                  </a:lnTo>
                  <a:lnTo>
                    <a:pt x="14024648" y="8581517"/>
                  </a:lnTo>
                  <a:close/>
                </a:path>
                <a:path w="18288000" h="10287000">
                  <a:moveTo>
                    <a:pt x="14024737" y="6497498"/>
                  </a:moveTo>
                  <a:lnTo>
                    <a:pt x="14020025" y="6489357"/>
                  </a:lnTo>
                  <a:lnTo>
                    <a:pt x="14011897" y="6494056"/>
                  </a:lnTo>
                  <a:lnTo>
                    <a:pt x="14016596" y="6502197"/>
                  </a:lnTo>
                  <a:lnTo>
                    <a:pt x="14024737" y="6497498"/>
                  </a:lnTo>
                  <a:close/>
                </a:path>
                <a:path w="18288000" h="10287000">
                  <a:moveTo>
                    <a:pt x="14034453" y="9790684"/>
                  </a:moveTo>
                  <a:lnTo>
                    <a:pt x="14019759" y="9765246"/>
                  </a:lnTo>
                  <a:lnTo>
                    <a:pt x="13994321" y="9779927"/>
                  </a:lnTo>
                  <a:lnTo>
                    <a:pt x="14009002" y="9805378"/>
                  </a:lnTo>
                  <a:lnTo>
                    <a:pt x="14034453" y="9790684"/>
                  </a:lnTo>
                  <a:close/>
                </a:path>
                <a:path w="18288000" h="10287000">
                  <a:moveTo>
                    <a:pt x="14035723" y="7706995"/>
                  </a:moveTo>
                  <a:lnTo>
                    <a:pt x="14026909" y="7691729"/>
                  </a:lnTo>
                  <a:lnTo>
                    <a:pt x="14011656" y="7700543"/>
                  </a:lnTo>
                  <a:lnTo>
                    <a:pt x="14020470" y="7715809"/>
                  </a:lnTo>
                  <a:lnTo>
                    <a:pt x="14035723" y="7706995"/>
                  </a:lnTo>
                  <a:close/>
                </a:path>
                <a:path w="18288000" h="10287000">
                  <a:moveTo>
                    <a:pt x="14035812" y="5622976"/>
                  </a:moveTo>
                  <a:lnTo>
                    <a:pt x="14033754" y="5619420"/>
                  </a:lnTo>
                  <a:lnTo>
                    <a:pt x="14030185" y="5621477"/>
                  </a:lnTo>
                  <a:lnTo>
                    <a:pt x="14032243" y="5625033"/>
                  </a:lnTo>
                  <a:lnTo>
                    <a:pt x="14035812" y="5622976"/>
                  </a:lnTo>
                  <a:close/>
                </a:path>
                <a:path w="18288000" h="10287000">
                  <a:moveTo>
                    <a:pt x="14046010" y="6832257"/>
                  </a:moveTo>
                  <a:lnTo>
                    <a:pt x="14040434" y="6822592"/>
                  </a:lnTo>
                  <a:lnTo>
                    <a:pt x="14030770" y="6828180"/>
                  </a:lnTo>
                  <a:lnTo>
                    <a:pt x="14036345" y="6837845"/>
                  </a:lnTo>
                  <a:lnTo>
                    <a:pt x="14046010" y="6832257"/>
                  </a:lnTo>
                  <a:close/>
                </a:path>
                <a:path w="18288000" h="10287000">
                  <a:moveTo>
                    <a:pt x="14046340" y="8916378"/>
                  </a:moveTo>
                  <a:lnTo>
                    <a:pt x="14033703" y="8894508"/>
                  </a:lnTo>
                  <a:lnTo>
                    <a:pt x="14011809" y="8907132"/>
                  </a:lnTo>
                  <a:lnTo>
                    <a:pt x="14024445" y="8929014"/>
                  </a:lnTo>
                  <a:lnTo>
                    <a:pt x="14046340" y="8916378"/>
                  </a:lnTo>
                  <a:close/>
                </a:path>
                <a:path w="18288000" h="10287000">
                  <a:moveTo>
                    <a:pt x="14055319" y="10125329"/>
                  </a:moveTo>
                  <a:lnTo>
                    <a:pt x="14040041" y="10098875"/>
                  </a:lnTo>
                  <a:lnTo>
                    <a:pt x="14013587" y="10114153"/>
                  </a:lnTo>
                  <a:lnTo>
                    <a:pt x="14028865" y="10140607"/>
                  </a:lnTo>
                  <a:lnTo>
                    <a:pt x="14055319" y="10125329"/>
                  </a:lnTo>
                  <a:close/>
                </a:path>
                <a:path w="18288000" h="10287000">
                  <a:moveTo>
                    <a:pt x="14057097" y="5957735"/>
                  </a:moveTo>
                  <a:lnTo>
                    <a:pt x="14054163" y="5952655"/>
                  </a:lnTo>
                  <a:lnTo>
                    <a:pt x="14049070" y="5955589"/>
                  </a:lnTo>
                  <a:lnTo>
                    <a:pt x="14052004" y="5960681"/>
                  </a:lnTo>
                  <a:lnTo>
                    <a:pt x="14057097" y="5957735"/>
                  </a:lnTo>
                  <a:close/>
                </a:path>
                <a:path w="18288000" h="10287000">
                  <a:moveTo>
                    <a:pt x="14057808" y="8041970"/>
                  </a:moveTo>
                  <a:lnTo>
                    <a:pt x="14047521" y="8024165"/>
                  </a:lnTo>
                  <a:lnTo>
                    <a:pt x="14029716" y="8034439"/>
                  </a:lnTo>
                  <a:lnTo>
                    <a:pt x="14040003" y="8052257"/>
                  </a:lnTo>
                  <a:lnTo>
                    <a:pt x="14057808" y="8041970"/>
                  </a:lnTo>
                  <a:close/>
                </a:path>
                <a:path w="18288000" h="10287000">
                  <a:moveTo>
                    <a:pt x="14067612" y="9251137"/>
                  </a:moveTo>
                  <a:lnTo>
                    <a:pt x="14054100" y="9227731"/>
                  </a:lnTo>
                  <a:lnTo>
                    <a:pt x="14030693" y="9241257"/>
                  </a:lnTo>
                  <a:lnTo>
                    <a:pt x="14044206" y="9264650"/>
                  </a:lnTo>
                  <a:lnTo>
                    <a:pt x="14067612" y="9251137"/>
                  </a:lnTo>
                  <a:close/>
                </a:path>
                <a:path w="18288000" h="10287000">
                  <a:moveTo>
                    <a:pt x="14068489" y="7167346"/>
                  </a:moveTo>
                  <a:lnTo>
                    <a:pt x="14061148" y="7154621"/>
                  </a:lnTo>
                  <a:lnTo>
                    <a:pt x="14048423" y="7161962"/>
                  </a:lnTo>
                  <a:lnTo>
                    <a:pt x="14055776" y="7174687"/>
                  </a:lnTo>
                  <a:lnTo>
                    <a:pt x="14068489" y="7167346"/>
                  </a:lnTo>
                  <a:close/>
                </a:path>
                <a:path w="18288000" h="10287000">
                  <a:moveTo>
                    <a:pt x="14068565" y="5083327"/>
                  </a:moveTo>
                  <a:lnTo>
                    <a:pt x="14068324" y="5082895"/>
                  </a:lnTo>
                  <a:lnTo>
                    <a:pt x="14066977" y="5082895"/>
                  </a:lnTo>
                  <a:lnTo>
                    <a:pt x="14067219" y="5083327"/>
                  </a:lnTo>
                  <a:lnTo>
                    <a:pt x="14068565" y="5083327"/>
                  </a:lnTo>
                  <a:close/>
                </a:path>
                <a:path w="18288000" h="10287000">
                  <a:moveTo>
                    <a:pt x="14078776" y="6292608"/>
                  </a:moveTo>
                  <a:lnTo>
                    <a:pt x="14074661" y="6285484"/>
                  </a:lnTo>
                  <a:lnTo>
                    <a:pt x="14067536" y="6289599"/>
                  </a:lnTo>
                  <a:lnTo>
                    <a:pt x="14071651" y="6296723"/>
                  </a:lnTo>
                  <a:lnTo>
                    <a:pt x="14078776" y="6292608"/>
                  </a:lnTo>
                  <a:close/>
                </a:path>
                <a:path w="18288000" h="10287000">
                  <a:moveTo>
                    <a:pt x="14079080" y="8376729"/>
                  </a:moveTo>
                  <a:lnTo>
                    <a:pt x="14067930" y="8357400"/>
                  </a:lnTo>
                  <a:lnTo>
                    <a:pt x="14048588" y="8368563"/>
                  </a:lnTo>
                  <a:lnTo>
                    <a:pt x="14059751" y="8387893"/>
                  </a:lnTo>
                  <a:lnTo>
                    <a:pt x="14079080" y="8376729"/>
                  </a:lnTo>
                  <a:close/>
                </a:path>
                <a:path w="18288000" h="10287000">
                  <a:moveTo>
                    <a:pt x="14089291" y="9586011"/>
                  </a:moveTo>
                  <a:lnTo>
                    <a:pt x="14074610" y="9560573"/>
                  </a:lnTo>
                  <a:lnTo>
                    <a:pt x="14049159" y="9575254"/>
                  </a:lnTo>
                  <a:lnTo>
                    <a:pt x="14063853" y="9600692"/>
                  </a:lnTo>
                  <a:lnTo>
                    <a:pt x="14089291" y="9586011"/>
                  </a:lnTo>
                  <a:close/>
                </a:path>
                <a:path w="18288000" h="10287000">
                  <a:moveTo>
                    <a:pt x="14089850" y="5418086"/>
                  </a:moveTo>
                  <a:lnTo>
                    <a:pt x="14088377" y="5415546"/>
                  </a:lnTo>
                  <a:lnTo>
                    <a:pt x="14085837" y="5417007"/>
                  </a:lnTo>
                  <a:lnTo>
                    <a:pt x="14087310" y="5419547"/>
                  </a:lnTo>
                  <a:lnTo>
                    <a:pt x="14089850" y="5418086"/>
                  </a:lnTo>
                  <a:close/>
                </a:path>
                <a:path w="18288000" h="10287000">
                  <a:moveTo>
                    <a:pt x="14090168" y="7502220"/>
                  </a:moveTo>
                  <a:lnTo>
                    <a:pt x="14081646" y="7487450"/>
                  </a:lnTo>
                  <a:lnTo>
                    <a:pt x="14066901" y="7495984"/>
                  </a:lnTo>
                  <a:lnTo>
                    <a:pt x="14075410" y="7510729"/>
                  </a:lnTo>
                  <a:lnTo>
                    <a:pt x="14090168" y="7502220"/>
                  </a:lnTo>
                  <a:close/>
                </a:path>
                <a:path w="18288000" h="10287000">
                  <a:moveTo>
                    <a:pt x="14100455" y="6627482"/>
                  </a:moveTo>
                  <a:lnTo>
                    <a:pt x="14095171" y="6618313"/>
                  </a:lnTo>
                  <a:lnTo>
                    <a:pt x="14086002" y="6623609"/>
                  </a:lnTo>
                  <a:lnTo>
                    <a:pt x="14091285" y="6632765"/>
                  </a:lnTo>
                  <a:lnTo>
                    <a:pt x="14100455" y="6627482"/>
                  </a:lnTo>
                  <a:close/>
                </a:path>
                <a:path w="18288000" h="10287000">
                  <a:moveTo>
                    <a:pt x="14100772" y="8711590"/>
                  </a:moveTo>
                  <a:lnTo>
                    <a:pt x="14088428" y="8690229"/>
                  </a:lnTo>
                  <a:lnTo>
                    <a:pt x="14067066" y="8702561"/>
                  </a:lnTo>
                  <a:lnTo>
                    <a:pt x="14079398" y="8723935"/>
                  </a:lnTo>
                  <a:lnTo>
                    <a:pt x="14100772" y="8711590"/>
                  </a:lnTo>
                  <a:close/>
                </a:path>
                <a:path w="18288000" h="10287000">
                  <a:moveTo>
                    <a:pt x="14110170" y="9920656"/>
                  </a:moveTo>
                  <a:lnTo>
                    <a:pt x="14094892" y="9894202"/>
                  </a:lnTo>
                  <a:lnTo>
                    <a:pt x="14068425" y="9909480"/>
                  </a:lnTo>
                  <a:lnTo>
                    <a:pt x="14083703" y="9935934"/>
                  </a:lnTo>
                  <a:lnTo>
                    <a:pt x="14110170" y="9920656"/>
                  </a:lnTo>
                  <a:close/>
                </a:path>
                <a:path w="18288000" h="10287000">
                  <a:moveTo>
                    <a:pt x="14111529" y="5752947"/>
                  </a:moveTo>
                  <a:lnTo>
                    <a:pt x="14108887" y="5748375"/>
                  </a:lnTo>
                  <a:lnTo>
                    <a:pt x="14104315" y="5751017"/>
                  </a:lnTo>
                  <a:lnTo>
                    <a:pt x="14106957" y="5755602"/>
                  </a:lnTo>
                  <a:lnTo>
                    <a:pt x="14111529" y="5752947"/>
                  </a:lnTo>
                  <a:close/>
                </a:path>
                <a:path w="18288000" h="10287000">
                  <a:moveTo>
                    <a:pt x="14111846" y="7837081"/>
                  </a:moveTo>
                  <a:lnTo>
                    <a:pt x="14102156" y="7820279"/>
                  </a:lnTo>
                  <a:lnTo>
                    <a:pt x="14085367" y="7829982"/>
                  </a:lnTo>
                  <a:lnTo>
                    <a:pt x="14095057" y="7846784"/>
                  </a:lnTo>
                  <a:lnTo>
                    <a:pt x="14111846" y="7837081"/>
                  </a:lnTo>
                  <a:close/>
                </a:path>
                <a:path w="18288000" h="10287000">
                  <a:moveTo>
                    <a:pt x="14122057" y="9046362"/>
                  </a:moveTo>
                  <a:lnTo>
                    <a:pt x="14108824" y="9023452"/>
                  </a:lnTo>
                  <a:lnTo>
                    <a:pt x="14085926" y="9036672"/>
                  </a:lnTo>
                  <a:lnTo>
                    <a:pt x="14099159" y="9059583"/>
                  </a:lnTo>
                  <a:lnTo>
                    <a:pt x="14122057" y="9046362"/>
                  </a:lnTo>
                  <a:close/>
                </a:path>
                <a:path w="18288000" h="10287000">
                  <a:moveTo>
                    <a:pt x="14122527" y="6962445"/>
                  </a:moveTo>
                  <a:lnTo>
                    <a:pt x="14115783" y="6950748"/>
                  </a:lnTo>
                  <a:lnTo>
                    <a:pt x="14104074" y="6957504"/>
                  </a:lnTo>
                  <a:lnTo>
                    <a:pt x="14110830" y="6969201"/>
                  </a:lnTo>
                  <a:lnTo>
                    <a:pt x="14122527" y="6962445"/>
                  </a:lnTo>
                  <a:close/>
                </a:path>
                <a:path w="18288000" h="10287000">
                  <a:moveTo>
                    <a:pt x="14130642" y="10255199"/>
                  </a:moveTo>
                  <a:lnTo>
                    <a:pt x="14115072" y="10228224"/>
                  </a:lnTo>
                  <a:lnTo>
                    <a:pt x="14088097" y="10243807"/>
                  </a:lnTo>
                  <a:lnTo>
                    <a:pt x="14103668" y="10270769"/>
                  </a:lnTo>
                  <a:lnTo>
                    <a:pt x="14130642" y="10255199"/>
                  </a:lnTo>
                  <a:close/>
                </a:path>
                <a:path w="18288000" h="10287000">
                  <a:moveTo>
                    <a:pt x="14133208" y="6087808"/>
                  </a:moveTo>
                  <a:lnTo>
                    <a:pt x="14129398" y="6081204"/>
                  </a:lnTo>
                  <a:lnTo>
                    <a:pt x="14122781" y="6085027"/>
                  </a:lnTo>
                  <a:lnTo>
                    <a:pt x="14126591" y="6091631"/>
                  </a:lnTo>
                  <a:lnTo>
                    <a:pt x="14133208" y="6087808"/>
                  </a:lnTo>
                  <a:close/>
                </a:path>
                <a:path w="18288000" h="10287000">
                  <a:moveTo>
                    <a:pt x="14133538" y="8171942"/>
                  </a:moveTo>
                  <a:lnTo>
                    <a:pt x="14122667" y="8153120"/>
                  </a:lnTo>
                  <a:lnTo>
                    <a:pt x="14103833" y="8163992"/>
                  </a:lnTo>
                  <a:lnTo>
                    <a:pt x="14114704" y="8182813"/>
                  </a:lnTo>
                  <a:lnTo>
                    <a:pt x="14133538" y="8171942"/>
                  </a:lnTo>
                  <a:close/>
                </a:path>
                <a:path w="18288000" h="10287000">
                  <a:moveTo>
                    <a:pt x="14144130" y="9381338"/>
                  </a:moveTo>
                  <a:lnTo>
                    <a:pt x="14129436" y="9355887"/>
                  </a:lnTo>
                  <a:lnTo>
                    <a:pt x="14103998" y="9370581"/>
                  </a:lnTo>
                  <a:lnTo>
                    <a:pt x="14118692" y="9396019"/>
                  </a:lnTo>
                  <a:lnTo>
                    <a:pt x="14144130" y="9381338"/>
                  </a:lnTo>
                  <a:close/>
                </a:path>
                <a:path w="18288000" h="10287000">
                  <a:moveTo>
                    <a:pt x="14144219" y="7297318"/>
                  </a:moveTo>
                  <a:lnTo>
                    <a:pt x="14136281" y="7283577"/>
                  </a:lnTo>
                  <a:lnTo>
                    <a:pt x="14122540" y="7291514"/>
                  </a:lnTo>
                  <a:lnTo>
                    <a:pt x="14130477" y="7305243"/>
                  </a:lnTo>
                  <a:lnTo>
                    <a:pt x="14144219" y="7297318"/>
                  </a:lnTo>
                  <a:close/>
                </a:path>
                <a:path w="18288000" h="10287000">
                  <a:moveTo>
                    <a:pt x="14144295" y="5213299"/>
                  </a:moveTo>
                  <a:lnTo>
                    <a:pt x="14143114" y="5211254"/>
                  </a:lnTo>
                  <a:lnTo>
                    <a:pt x="14141082" y="5212435"/>
                  </a:lnTo>
                  <a:lnTo>
                    <a:pt x="14142263" y="5214467"/>
                  </a:lnTo>
                  <a:lnTo>
                    <a:pt x="14144295" y="5213299"/>
                  </a:lnTo>
                  <a:close/>
                </a:path>
                <a:path w="18288000" h="10287000">
                  <a:moveTo>
                    <a:pt x="14154493" y="6422580"/>
                  </a:moveTo>
                  <a:lnTo>
                    <a:pt x="14149794" y="6414440"/>
                  </a:lnTo>
                  <a:lnTo>
                    <a:pt x="14141653" y="6419139"/>
                  </a:lnTo>
                  <a:lnTo>
                    <a:pt x="14146352" y="6427279"/>
                  </a:lnTo>
                  <a:lnTo>
                    <a:pt x="14154493" y="6422580"/>
                  </a:lnTo>
                  <a:close/>
                </a:path>
                <a:path w="18288000" h="10287000">
                  <a:moveTo>
                    <a:pt x="14155611" y="8506930"/>
                  </a:moveTo>
                  <a:lnTo>
                    <a:pt x="14143279" y="8485543"/>
                  </a:lnTo>
                  <a:lnTo>
                    <a:pt x="14121905" y="8497887"/>
                  </a:lnTo>
                  <a:lnTo>
                    <a:pt x="14134237" y="8519262"/>
                  </a:lnTo>
                  <a:lnTo>
                    <a:pt x="14155611" y="8506930"/>
                  </a:lnTo>
                  <a:close/>
                </a:path>
                <a:path w="18288000" h="10287000">
                  <a:moveTo>
                    <a:pt x="14165402" y="9716084"/>
                  </a:moveTo>
                  <a:lnTo>
                    <a:pt x="14149845" y="9689122"/>
                  </a:lnTo>
                  <a:lnTo>
                    <a:pt x="14122870" y="9704692"/>
                  </a:lnTo>
                  <a:lnTo>
                    <a:pt x="14138440" y="9731667"/>
                  </a:lnTo>
                  <a:lnTo>
                    <a:pt x="14165402" y="9716084"/>
                  </a:lnTo>
                  <a:close/>
                </a:path>
                <a:path w="18288000" h="10287000">
                  <a:moveTo>
                    <a:pt x="14165580" y="5548058"/>
                  </a:moveTo>
                  <a:lnTo>
                    <a:pt x="14163523" y="5544502"/>
                  </a:lnTo>
                  <a:lnTo>
                    <a:pt x="14159954" y="5546560"/>
                  </a:lnTo>
                  <a:lnTo>
                    <a:pt x="14162011" y="5550116"/>
                  </a:lnTo>
                  <a:lnTo>
                    <a:pt x="14165580" y="5548058"/>
                  </a:lnTo>
                  <a:close/>
                </a:path>
                <a:path w="18288000" h="10287000">
                  <a:moveTo>
                    <a:pt x="14166291" y="7632293"/>
                  </a:moveTo>
                  <a:lnTo>
                    <a:pt x="14156893" y="7616012"/>
                  </a:lnTo>
                  <a:lnTo>
                    <a:pt x="14140612" y="7625410"/>
                  </a:lnTo>
                  <a:lnTo>
                    <a:pt x="14150010" y="7641691"/>
                  </a:lnTo>
                  <a:lnTo>
                    <a:pt x="14166291" y="7632293"/>
                  </a:lnTo>
                  <a:close/>
                </a:path>
                <a:path w="18288000" h="10287000">
                  <a:moveTo>
                    <a:pt x="14176172" y="6757454"/>
                  </a:moveTo>
                  <a:lnTo>
                    <a:pt x="14170305" y="6747281"/>
                  </a:lnTo>
                  <a:lnTo>
                    <a:pt x="14160119" y="6753149"/>
                  </a:lnTo>
                  <a:lnTo>
                    <a:pt x="14165999" y="6763334"/>
                  </a:lnTo>
                  <a:lnTo>
                    <a:pt x="14176172" y="6757454"/>
                  </a:lnTo>
                  <a:close/>
                </a:path>
                <a:path w="18288000" h="10287000">
                  <a:moveTo>
                    <a:pt x="14176896" y="8841689"/>
                  </a:moveTo>
                  <a:lnTo>
                    <a:pt x="14163675" y="8818791"/>
                  </a:lnTo>
                  <a:lnTo>
                    <a:pt x="14140777" y="8831999"/>
                  </a:lnTo>
                  <a:lnTo>
                    <a:pt x="14153998" y="8854910"/>
                  </a:lnTo>
                  <a:lnTo>
                    <a:pt x="14176896" y="8841689"/>
                  </a:lnTo>
                  <a:close/>
                </a:path>
                <a:path w="18288000" h="10287000">
                  <a:moveTo>
                    <a:pt x="14185887" y="10050640"/>
                  </a:moveTo>
                  <a:lnTo>
                    <a:pt x="14170025" y="10023157"/>
                  </a:lnTo>
                  <a:lnTo>
                    <a:pt x="14142542" y="10039020"/>
                  </a:lnTo>
                  <a:lnTo>
                    <a:pt x="14158405" y="10066503"/>
                  </a:lnTo>
                  <a:lnTo>
                    <a:pt x="14185887" y="10050640"/>
                  </a:lnTo>
                  <a:close/>
                </a:path>
                <a:path w="18288000" h="10287000">
                  <a:moveTo>
                    <a:pt x="14187259" y="5882919"/>
                  </a:moveTo>
                  <a:lnTo>
                    <a:pt x="14184021" y="5877331"/>
                  </a:lnTo>
                  <a:lnTo>
                    <a:pt x="14178420" y="5880557"/>
                  </a:lnTo>
                  <a:lnTo>
                    <a:pt x="14181658" y="5886158"/>
                  </a:lnTo>
                  <a:lnTo>
                    <a:pt x="14187259" y="5882919"/>
                  </a:lnTo>
                  <a:close/>
                </a:path>
                <a:path w="18288000" h="10287000">
                  <a:moveTo>
                    <a:pt x="14187970" y="7967167"/>
                  </a:moveTo>
                  <a:lnTo>
                    <a:pt x="14177391" y="7948841"/>
                  </a:lnTo>
                  <a:lnTo>
                    <a:pt x="14159078" y="7959420"/>
                  </a:lnTo>
                  <a:lnTo>
                    <a:pt x="14169657" y="7977746"/>
                  </a:lnTo>
                  <a:lnTo>
                    <a:pt x="14187970" y="7967167"/>
                  </a:lnTo>
                  <a:close/>
                </a:path>
                <a:path w="18288000" h="10287000">
                  <a:moveTo>
                    <a:pt x="14198333" y="5008410"/>
                  </a:moveTo>
                  <a:lnTo>
                    <a:pt x="14198079" y="5007978"/>
                  </a:lnTo>
                  <a:lnTo>
                    <a:pt x="14196733" y="5007978"/>
                  </a:lnTo>
                  <a:lnTo>
                    <a:pt x="14196975" y="5008410"/>
                  </a:lnTo>
                  <a:lnTo>
                    <a:pt x="14198333" y="5008410"/>
                  </a:lnTo>
                  <a:close/>
                </a:path>
                <a:path w="18288000" h="10287000">
                  <a:moveTo>
                    <a:pt x="14198575" y="9176550"/>
                  </a:moveTo>
                  <a:lnTo>
                    <a:pt x="14184186" y="9151607"/>
                  </a:lnTo>
                  <a:lnTo>
                    <a:pt x="14159243" y="9166009"/>
                  </a:lnTo>
                  <a:lnTo>
                    <a:pt x="14173645" y="9190939"/>
                  </a:lnTo>
                  <a:lnTo>
                    <a:pt x="14198575" y="9176550"/>
                  </a:lnTo>
                  <a:close/>
                </a:path>
                <a:path w="18288000" h="10287000">
                  <a:moveTo>
                    <a:pt x="14198651" y="7092531"/>
                  </a:moveTo>
                  <a:lnTo>
                    <a:pt x="14191018" y="7079297"/>
                  </a:lnTo>
                  <a:lnTo>
                    <a:pt x="14177785" y="7086930"/>
                  </a:lnTo>
                  <a:lnTo>
                    <a:pt x="14185430" y="7100176"/>
                  </a:lnTo>
                  <a:lnTo>
                    <a:pt x="14198651" y="7092531"/>
                  </a:lnTo>
                  <a:close/>
                </a:path>
                <a:path w="18288000" h="10287000">
                  <a:moveTo>
                    <a:pt x="14208938" y="6217793"/>
                  </a:moveTo>
                  <a:lnTo>
                    <a:pt x="14204531" y="6210160"/>
                  </a:lnTo>
                  <a:lnTo>
                    <a:pt x="14196898" y="6214567"/>
                  </a:lnTo>
                  <a:lnTo>
                    <a:pt x="14201305" y="6222200"/>
                  </a:lnTo>
                  <a:lnTo>
                    <a:pt x="14208938" y="6217793"/>
                  </a:lnTo>
                  <a:close/>
                </a:path>
                <a:path w="18288000" h="10287000">
                  <a:moveTo>
                    <a:pt x="14210056" y="8302130"/>
                  </a:moveTo>
                  <a:lnTo>
                    <a:pt x="14198003" y="8281276"/>
                  </a:lnTo>
                  <a:lnTo>
                    <a:pt x="14177150" y="8293316"/>
                  </a:lnTo>
                  <a:lnTo>
                    <a:pt x="14189189" y="8314182"/>
                  </a:lnTo>
                  <a:lnTo>
                    <a:pt x="14210056" y="8302130"/>
                  </a:lnTo>
                  <a:close/>
                </a:path>
                <a:path w="18288000" h="10287000">
                  <a:moveTo>
                    <a:pt x="14220012" y="5343271"/>
                  </a:moveTo>
                  <a:lnTo>
                    <a:pt x="14218247" y="5340223"/>
                  </a:lnTo>
                  <a:lnTo>
                    <a:pt x="14215199" y="5341988"/>
                  </a:lnTo>
                  <a:lnTo>
                    <a:pt x="14216952" y="5345036"/>
                  </a:lnTo>
                  <a:lnTo>
                    <a:pt x="14220012" y="5343271"/>
                  </a:lnTo>
                  <a:close/>
                </a:path>
                <a:path w="18288000" h="10287000">
                  <a:moveTo>
                    <a:pt x="14220254" y="9511424"/>
                  </a:moveTo>
                  <a:lnTo>
                    <a:pt x="14204683" y="9484449"/>
                  </a:lnTo>
                  <a:lnTo>
                    <a:pt x="14177709" y="9500019"/>
                  </a:lnTo>
                  <a:lnTo>
                    <a:pt x="14193292" y="9526994"/>
                  </a:lnTo>
                  <a:lnTo>
                    <a:pt x="14220254" y="9511424"/>
                  </a:lnTo>
                  <a:close/>
                </a:path>
                <a:path w="18288000" h="10287000">
                  <a:moveTo>
                    <a:pt x="14220343" y="7427404"/>
                  </a:moveTo>
                  <a:lnTo>
                    <a:pt x="14211529" y="7412139"/>
                  </a:lnTo>
                  <a:lnTo>
                    <a:pt x="14196263" y="7420953"/>
                  </a:lnTo>
                  <a:lnTo>
                    <a:pt x="14205077" y="7436218"/>
                  </a:lnTo>
                  <a:lnTo>
                    <a:pt x="14220343" y="7427404"/>
                  </a:lnTo>
                  <a:close/>
                </a:path>
                <a:path w="18288000" h="10287000">
                  <a:moveTo>
                    <a:pt x="14230210" y="6552552"/>
                  </a:moveTo>
                  <a:lnTo>
                    <a:pt x="14224927" y="6543395"/>
                  </a:lnTo>
                  <a:lnTo>
                    <a:pt x="14215758" y="6548679"/>
                  </a:lnTo>
                  <a:lnTo>
                    <a:pt x="14221054" y="6557848"/>
                  </a:lnTo>
                  <a:lnTo>
                    <a:pt x="14230210" y="6552552"/>
                  </a:lnTo>
                  <a:close/>
                </a:path>
                <a:path w="18288000" h="10287000">
                  <a:moveTo>
                    <a:pt x="14231328" y="8636889"/>
                  </a:moveTo>
                  <a:lnTo>
                    <a:pt x="14218412" y="8614512"/>
                  </a:lnTo>
                  <a:lnTo>
                    <a:pt x="14196022" y="8627440"/>
                  </a:lnTo>
                  <a:lnTo>
                    <a:pt x="14208938" y="8649818"/>
                  </a:lnTo>
                  <a:lnTo>
                    <a:pt x="14231328" y="8636889"/>
                  </a:lnTo>
                  <a:close/>
                </a:path>
                <a:path w="18288000" h="10287000">
                  <a:moveTo>
                    <a:pt x="14241132" y="9846069"/>
                  </a:moveTo>
                  <a:lnTo>
                    <a:pt x="14224978" y="9818078"/>
                  </a:lnTo>
                  <a:lnTo>
                    <a:pt x="14196987" y="9834232"/>
                  </a:lnTo>
                  <a:lnTo>
                    <a:pt x="14213142" y="9862223"/>
                  </a:lnTo>
                  <a:lnTo>
                    <a:pt x="14241132" y="9846069"/>
                  </a:lnTo>
                  <a:close/>
                </a:path>
                <a:path w="18288000" h="10287000">
                  <a:moveTo>
                    <a:pt x="14241298" y="5678030"/>
                  </a:moveTo>
                  <a:lnTo>
                    <a:pt x="14238656" y="5673458"/>
                  </a:lnTo>
                  <a:lnTo>
                    <a:pt x="14234071" y="5676100"/>
                  </a:lnTo>
                  <a:lnTo>
                    <a:pt x="14236713" y="5680672"/>
                  </a:lnTo>
                  <a:lnTo>
                    <a:pt x="14241298" y="5678030"/>
                  </a:lnTo>
                  <a:close/>
                </a:path>
                <a:path w="18288000" h="10287000">
                  <a:moveTo>
                    <a:pt x="14242415" y="7762380"/>
                  </a:moveTo>
                  <a:lnTo>
                    <a:pt x="14232128" y="7744574"/>
                  </a:lnTo>
                  <a:lnTo>
                    <a:pt x="14214323" y="7754848"/>
                  </a:lnTo>
                  <a:lnTo>
                    <a:pt x="14224610" y="7772654"/>
                  </a:lnTo>
                  <a:lnTo>
                    <a:pt x="14242415" y="7762380"/>
                  </a:lnTo>
                  <a:close/>
                </a:path>
                <a:path w="18288000" h="10287000">
                  <a:moveTo>
                    <a:pt x="14252702" y="6887642"/>
                  </a:moveTo>
                  <a:lnTo>
                    <a:pt x="14245641" y="6875424"/>
                  </a:lnTo>
                  <a:lnTo>
                    <a:pt x="14233436" y="6882473"/>
                  </a:lnTo>
                  <a:lnTo>
                    <a:pt x="14240485" y="6894690"/>
                  </a:lnTo>
                  <a:lnTo>
                    <a:pt x="14252702" y="6887642"/>
                  </a:lnTo>
                  <a:close/>
                </a:path>
                <a:path w="18288000" h="10287000">
                  <a:moveTo>
                    <a:pt x="14253413" y="8971877"/>
                  </a:moveTo>
                  <a:lnTo>
                    <a:pt x="14239012" y="8946934"/>
                  </a:lnTo>
                  <a:lnTo>
                    <a:pt x="14214081" y="8961336"/>
                  </a:lnTo>
                  <a:lnTo>
                    <a:pt x="14228483" y="8986266"/>
                  </a:lnTo>
                  <a:lnTo>
                    <a:pt x="14253413" y="8971877"/>
                  </a:lnTo>
                  <a:close/>
                </a:path>
                <a:path w="18288000" h="10287000">
                  <a:moveTo>
                    <a:pt x="14261605" y="10180612"/>
                  </a:moveTo>
                  <a:lnTo>
                    <a:pt x="14245146" y="10152113"/>
                  </a:lnTo>
                  <a:lnTo>
                    <a:pt x="14216660" y="10168560"/>
                  </a:lnTo>
                  <a:lnTo>
                    <a:pt x="14233119" y="10197059"/>
                  </a:lnTo>
                  <a:lnTo>
                    <a:pt x="14261605" y="10180612"/>
                  </a:lnTo>
                  <a:close/>
                </a:path>
                <a:path w="18288000" h="10287000">
                  <a:moveTo>
                    <a:pt x="14263370" y="6013018"/>
                  </a:moveTo>
                  <a:lnTo>
                    <a:pt x="14259255" y="6005893"/>
                  </a:lnTo>
                  <a:lnTo>
                    <a:pt x="14252131" y="6009995"/>
                  </a:lnTo>
                  <a:lnTo>
                    <a:pt x="14256245" y="6017120"/>
                  </a:lnTo>
                  <a:lnTo>
                    <a:pt x="14263370" y="6013018"/>
                  </a:lnTo>
                  <a:close/>
                </a:path>
                <a:path w="18288000" h="10287000">
                  <a:moveTo>
                    <a:pt x="14264094" y="8097240"/>
                  </a:moveTo>
                  <a:lnTo>
                    <a:pt x="14252639" y="8077403"/>
                  </a:lnTo>
                  <a:lnTo>
                    <a:pt x="14232789" y="8088858"/>
                  </a:lnTo>
                  <a:lnTo>
                    <a:pt x="14244244" y="8108696"/>
                  </a:lnTo>
                  <a:lnTo>
                    <a:pt x="14264094" y="8097240"/>
                  </a:lnTo>
                  <a:close/>
                </a:path>
                <a:path w="18288000" h="10287000">
                  <a:moveTo>
                    <a:pt x="14274051" y="5138382"/>
                  </a:moveTo>
                  <a:lnTo>
                    <a:pt x="14272870" y="5136350"/>
                  </a:lnTo>
                  <a:lnTo>
                    <a:pt x="14270838" y="5137518"/>
                  </a:lnTo>
                  <a:lnTo>
                    <a:pt x="14272019" y="5139550"/>
                  </a:lnTo>
                  <a:lnTo>
                    <a:pt x="14274051" y="5138382"/>
                  </a:lnTo>
                  <a:close/>
                </a:path>
                <a:path w="18288000" h="10287000">
                  <a:moveTo>
                    <a:pt x="14274368" y="7222503"/>
                  </a:moveTo>
                  <a:lnTo>
                    <a:pt x="14266151" y="7208253"/>
                  </a:lnTo>
                  <a:lnTo>
                    <a:pt x="14251902" y="7216483"/>
                  </a:lnTo>
                  <a:lnTo>
                    <a:pt x="14260132" y="7230732"/>
                  </a:lnTo>
                  <a:lnTo>
                    <a:pt x="14274368" y="7222503"/>
                  </a:lnTo>
                  <a:close/>
                </a:path>
                <a:path w="18288000" h="10287000">
                  <a:moveTo>
                    <a:pt x="14274686" y="9306636"/>
                  </a:moveTo>
                  <a:lnTo>
                    <a:pt x="14259420" y="9280169"/>
                  </a:lnTo>
                  <a:lnTo>
                    <a:pt x="14232954" y="9295447"/>
                  </a:lnTo>
                  <a:lnTo>
                    <a:pt x="14248232" y="9321902"/>
                  </a:lnTo>
                  <a:lnTo>
                    <a:pt x="14274686" y="9306636"/>
                  </a:lnTo>
                  <a:close/>
                </a:path>
                <a:path w="18288000" h="10287000">
                  <a:moveTo>
                    <a:pt x="14284655" y="6347777"/>
                  </a:moveTo>
                  <a:lnTo>
                    <a:pt x="14279664" y="6339116"/>
                  </a:lnTo>
                  <a:lnTo>
                    <a:pt x="14271016" y="6344107"/>
                  </a:lnTo>
                  <a:lnTo>
                    <a:pt x="14276007" y="6352768"/>
                  </a:lnTo>
                  <a:lnTo>
                    <a:pt x="14284655" y="6347777"/>
                  </a:lnTo>
                  <a:close/>
                </a:path>
                <a:path w="18288000" h="10287000">
                  <a:moveTo>
                    <a:pt x="14285773" y="8432114"/>
                  </a:moveTo>
                  <a:lnTo>
                    <a:pt x="14273136" y="8410232"/>
                  </a:lnTo>
                  <a:lnTo>
                    <a:pt x="14251267" y="8422856"/>
                  </a:lnTo>
                  <a:lnTo>
                    <a:pt x="14263891" y="8444738"/>
                  </a:lnTo>
                  <a:lnTo>
                    <a:pt x="14285773" y="8432114"/>
                  </a:lnTo>
                  <a:close/>
                </a:path>
                <a:path w="18288000" h="10287000">
                  <a:moveTo>
                    <a:pt x="14295730" y="5473255"/>
                  </a:moveTo>
                  <a:lnTo>
                    <a:pt x="14293380" y="5469179"/>
                  </a:lnTo>
                  <a:lnTo>
                    <a:pt x="14289316" y="5471528"/>
                  </a:lnTo>
                  <a:lnTo>
                    <a:pt x="14291666" y="5475605"/>
                  </a:lnTo>
                  <a:lnTo>
                    <a:pt x="14295730" y="5473255"/>
                  </a:lnTo>
                  <a:close/>
                </a:path>
                <a:path w="18288000" h="10287000">
                  <a:moveTo>
                    <a:pt x="14295971" y="9641395"/>
                  </a:moveTo>
                  <a:lnTo>
                    <a:pt x="14279817" y="9613405"/>
                  </a:lnTo>
                  <a:lnTo>
                    <a:pt x="14251826" y="9629572"/>
                  </a:lnTo>
                  <a:lnTo>
                    <a:pt x="14267993" y="9657550"/>
                  </a:lnTo>
                  <a:lnTo>
                    <a:pt x="14295971" y="9641395"/>
                  </a:lnTo>
                  <a:close/>
                </a:path>
                <a:path w="18288000" h="10287000">
                  <a:moveTo>
                    <a:pt x="14296466" y="7557478"/>
                  </a:moveTo>
                  <a:lnTo>
                    <a:pt x="14286764" y="7540688"/>
                  </a:lnTo>
                  <a:lnTo>
                    <a:pt x="14269974" y="7550391"/>
                  </a:lnTo>
                  <a:lnTo>
                    <a:pt x="14279664" y="7567181"/>
                  </a:lnTo>
                  <a:lnTo>
                    <a:pt x="14296466" y="7557478"/>
                  </a:lnTo>
                  <a:close/>
                </a:path>
                <a:path w="18288000" h="10287000">
                  <a:moveTo>
                    <a:pt x="14306741" y="6682753"/>
                  </a:moveTo>
                  <a:lnTo>
                    <a:pt x="14300264" y="6671551"/>
                  </a:lnTo>
                  <a:lnTo>
                    <a:pt x="14289075" y="6678015"/>
                  </a:lnTo>
                  <a:lnTo>
                    <a:pt x="14295539" y="6689217"/>
                  </a:lnTo>
                  <a:lnTo>
                    <a:pt x="14306741" y="6682753"/>
                  </a:lnTo>
                  <a:close/>
                </a:path>
                <a:path w="18288000" h="10287000">
                  <a:moveTo>
                    <a:pt x="14307858" y="8767089"/>
                  </a:moveTo>
                  <a:lnTo>
                    <a:pt x="14293761" y="8742667"/>
                  </a:lnTo>
                  <a:lnTo>
                    <a:pt x="14269326" y="8756764"/>
                  </a:lnTo>
                  <a:lnTo>
                    <a:pt x="14283436" y="8781186"/>
                  </a:lnTo>
                  <a:lnTo>
                    <a:pt x="14307858" y="8767089"/>
                  </a:lnTo>
                  <a:close/>
                </a:path>
                <a:path w="18288000" h="10287000">
                  <a:moveTo>
                    <a:pt x="14316850" y="9976040"/>
                  </a:moveTo>
                  <a:lnTo>
                    <a:pt x="14300111" y="9947034"/>
                  </a:lnTo>
                  <a:lnTo>
                    <a:pt x="14271092" y="9963785"/>
                  </a:lnTo>
                  <a:lnTo>
                    <a:pt x="14287843" y="9992779"/>
                  </a:lnTo>
                  <a:lnTo>
                    <a:pt x="14316850" y="9976040"/>
                  </a:lnTo>
                  <a:close/>
                </a:path>
                <a:path w="18288000" h="10287000">
                  <a:moveTo>
                    <a:pt x="14317421" y="5808116"/>
                  </a:moveTo>
                  <a:lnTo>
                    <a:pt x="14313891" y="5802020"/>
                  </a:lnTo>
                  <a:lnTo>
                    <a:pt x="14307782" y="5805538"/>
                  </a:lnTo>
                  <a:lnTo>
                    <a:pt x="14311300" y="5811647"/>
                  </a:lnTo>
                  <a:lnTo>
                    <a:pt x="14317421" y="5808116"/>
                  </a:lnTo>
                  <a:close/>
                </a:path>
                <a:path w="18288000" h="10287000">
                  <a:moveTo>
                    <a:pt x="14318539" y="7892466"/>
                  </a:moveTo>
                  <a:lnTo>
                    <a:pt x="14307376" y="7873124"/>
                  </a:lnTo>
                  <a:lnTo>
                    <a:pt x="14288034" y="7884287"/>
                  </a:lnTo>
                  <a:lnTo>
                    <a:pt x="14299197" y="7903629"/>
                  </a:lnTo>
                  <a:lnTo>
                    <a:pt x="14318539" y="7892466"/>
                  </a:lnTo>
                  <a:close/>
                </a:path>
                <a:path w="18288000" h="10287000">
                  <a:moveTo>
                    <a:pt x="14319974" y="10287000"/>
                  </a:moveTo>
                  <a:lnTo>
                    <a:pt x="14319098" y="10285489"/>
                  </a:lnTo>
                  <a:lnTo>
                    <a:pt x="14316482" y="10287000"/>
                  </a:lnTo>
                  <a:lnTo>
                    <a:pt x="14319974" y="10287000"/>
                  </a:lnTo>
                  <a:close/>
                </a:path>
                <a:path w="18288000" h="10287000">
                  <a:moveTo>
                    <a:pt x="14328483" y="4933594"/>
                  </a:moveTo>
                  <a:lnTo>
                    <a:pt x="14327607" y="4932070"/>
                  </a:lnTo>
                  <a:lnTo>
                    <a:pt x="14326083" y="4932946"/>
                  </a:lnTo>
                  <a:lnTo>
                    <a:pt x="14326972" y="4934483"/>
                  </a:lnTo>
                  <a:lnTo>
                    <a:pt x="14328483" y="4933594"/>
                  </a:lnTo>
                  <a:close/>
                </a:path>
                <a:path w="18288000" h="10287000">
                  <a:moveTo>
                    <a:pt x="14328813" y="7017728"/>
                  </a:moveTo>
                  <a:lnTo>
                    <a:pt x="14320876" y="7003986"/>
                  </a:lnTo>
                  <a:lnTo>
                    <a:pt x="14307147" y="7011911"/>
                  </a:lnTo>
                  <a:lnTo>
                    <a:pt x="14315072" y="7025653"/>
                  </a:lnTo>
                  <a:lnTo>
                    <a:pt x="14328813" y="7017728"/>
                  </a:lnTo>
                  <a:close/>
                </a:path>
                <a:path w="18288000" h="10287000">
                  <a:moveTo>
                    <a:pt x="14329537" y="9101950"/>
                  </a:moveTo>
                  <a:lnTo>
                    <a:pt x="14314259" y="9075496"/>
                  </a:lnTo>
                  <a:lnTo>
                    <a:pt x="14287792" y="9090774"/>
                  </a:lnTo>
                  <a:lnTo>
                    <a:pt x="14303083" y="9117228"/>
                  </a:lnTo>
                  <a:lnTo>
                    <a:pt x="14329537" y="9101950"/>
                  </a:lnTo>
                  <a:close/>
                </a:path>
                <a:path w="18288000" h="10287000">
                  <a:moveTo>
                    <a:pt x="14339088" y="6142990"/>
                  </a:moveTo>
                  <a:lnTo>
                    <a:pt x="14334389" y="6134849"/>
                  </a:lnTo>
                  <a:lnTo>
                    <a:pt x="14326261" y="6139548"/>
                  </a:lnTo>
                  <a:lnTo>
                    <a:pt x="14330947" y="6147689"/>
                  </a:lnTo>
                  <a:lnTo>
                    <a:pt x="14339088" y="6142990"/>
                  </a:lnTo>
                  <a:close/>
                </a:path>
                <a:path w="18288000" h="10287000">
                  <a:moveTo>
                    <a:pt x="14340218" y="8227339"/>
                  </a:moveTo>
                  <a:lnTo>
                    <a:pt x="14327873" y="8205952"/>
                  </a:lnTo>
                  <a:lnTo>
                    <a:pt x="14306512" y="8218297"/>
                  </a:lnTo>
                  <a:lnTo>
                    <a:pt x="14318844" y="8239671"/>
                  </a:lnTo>
                  <a:lnTo>
                    <a:pt x="14340218" y="8227339"/>
                  </a:lnTo>
                  <a:close/>
                </a:path>
                <a:path w="18288000" h="10287000">
                  <a:moveTo>
                    <a:pt x="14349768" y="5268353"/>
                  </a:moveTo>
                  <a:lnTo>
                    <a:pt x="14348003" y="5265305"/>
                  </a:lnTo>
                  <a:lnTo>
                    <a:pt x="14344955" y="5267071"/>
                  </a:lnTo>
                  <a:lnTo>
                    <a:pt x="14346720" y="5270119"/>
                  </a:lnTo>
                  <a:lnTo>
                    <a:pt x="14349768" y="5268353"/>
                  </a:lnTo>
                  <a:close/>
                </a:path>
                <a:path w="18288000" h="10287000">
                  <a:moveTo>
                    <a:pt x="14350810" y="9436710"/>
                  </a:moveTo>
                  <a:lnTo>
                    <a:pt x="14334655" y="9408731"/>
                  </a:lnTo>
                  <a:lnTo>
                    <a:pt x="14306664" y="9424886"/>
                  </a:lnTo>
                  <a:lnTo>
                    <a:pt x="14322832" y="9452877"/>
                  </a:lnTo>
                  <a:lnTo>
                    <a:pt x="14350810" y="9436710"/>
                  </a:lnTo>
                  <a:close/>
                </a:path>
                <a:path w="18288000" h="10287000">
                  <a:moveTo>
                    <a:pt x="14350899" y="7352703"/>
                  </a:moveTo>
                  <a:lnTo>
                    <a:pt x="14341501" y="7336409"/>
                  </a:lnTo>
                  <a:lnTo>
                    <a:pt x="14325206" y="7345820"/>
                  </a:lnTo>
                  <a:lnTo>
                    <a:pt x="14334604" y="7362101"/>
                  </a:lnTo>
                  <a:lnTo>
                    <a:pt x="14350899" y="7352703"/>
                  </a:lnTo>
                  <a:close/>
                </a:path>
                <a:path w="18288000" h="10287000">
                  <a:moveTo>
                    <a:pt x="14360373" y="6477749"/>
                  </a:moveTo>
                  <a:lnTo>
                    <a:pt x="14354785" y="6468072"/>
                  </a:lnTo>
                  <a:lnTo>
                    <a:pt x="14345120" y="6473660"/>
                  </a:lnTo>
                  <a:lnTo>
                    <a:pt x="14350708" y="6483324"/>
                  </a:lnTo>
                  <a:lnTo>
                    <a:pt x="14360373" y="6477749"/>
                  </a:lnTo>
                  <a:close/>
                </a:path>
                <a:path w="18288000" h="10287000">
                  <a:moveTo>
                    <a:pt x="14361897" y="8562200"/>
                  </a:moveTo>
                  <a:lnTo>
                    <a:pt x="14348384" y="8538781"/>
                  </a:lnTo>
                  <a:lnTo>
                    <a:pt x="14324978" y="8552307"/>
                  </a:lnTo>
                  <a:lnTo>
                    <a:pt x="14338491" y="8575713"/>
                  </a:lnTo>
                  <a:lnTo>
                    <a:pt x="14361897" y="8562200"/>
                  </a:lnTo>
                  <a:close/>
                </a:path>
                <a:path w="18288000" h="10287000">
                  <a:moveTo>
                    <a:pt x="14371447" y="5603227"/>
                  </a:moveTo>
                  <a:lnTo>
                    <a:pt x="14368513" y="5598134"/>
                  </a:lnTo>
                  <a:lnTo>
                    <a:pt x="14363421" y="5601081"/>
                  </a:lnTo>
                  <a:lnTo>
                    <a:pt x="14366367" y="5606161"/>
                  </a:lnTo>
                  <a:lnTo>
                    <a:pt x="14371447" y="5603227"/>
                  </a:lnTo>
                  <a:close/>
                </a:path>
                <a:path w="18288000" h="10287000">
                  <a:moveTo>
                    <a:pt x="14371688" y="9771367"/>
                  </a:moveTo>
                  <a:lnTo>
                    <a:pt x="14354950" y="9742360"/>
                  </a:lnTo>
                  <a:lnTo>
                    <a:pt x="14325943" y="9759099"/>
                  </a:lnTo>
                  <a:lnTo>
                    <a:pt x="14342694" y="9788119"/>
                  </a:lnTo>
                  <a:lnTo>
                    <a:pt x="14371688" y="9771367"/>
                  </a:lnTo>
                  <a:close/>
                </a:path>
                <a:path w="18288000" h="10287000">
                  <a:moveTo>
                    <a:pt x="14372577" y="7687577"/>
                  </a:moveTo>
                  <a:lnTo>
                    <a:pt x="14361998" y="7669250"/>
                  </a:lnTo>
                  <a:lnTo>
                    <a:pt x="14343685" y="7679830"/>
                  </a:lnTo>
                  <a:lnTo>
                    <a:pt x="14354264" y="7698143"/>
                  </a:lnTo>
                  <a:lnTo>
                    <a:pt x="14372577" y="7687577"/>
                  </a:lnTo>
                  <a:close/>
                </a:path>
                <a:path w="18288000" h="10287000">
                  <a:moveTo>
                    <a:pt x="14382852" y="6812826"/>
                  </a:moveTo>
                  <a:lnTo>
                    <a:pt x="14375511" y="6800101"/>
                  </a:lnTo>
                  <a:lnTo>
                    <a:pt x="14362786" y="6807454"/>
                  </a:lnTo>
                  <a:lnTo>
                    <a:pt x="14370139" y="6820167"/>
                  </a:lnTo>
                  <a:lnTo>
                    <a:pt x="14382852" y="6812826"/>
                  </a:lnTo>
                  <a:close/>
                </a:path>
                <a:path w="18288000" h="10287000">
                  <a:moveTo>
                    <a:pt x="14383969" y="8897175"/>
                  </a:moveTo>
                  <a:lnTo>
                    <a:pt x="14368983" y="8871217"/>
                  </a:lnTo>
                  <a:lnTo>
                    <a:pt x="14343037" y="8886203"/>
                  </a:lnTo>
                  <a:lnTo>
                    <a:pt x="14358023" y="8912149"/>
                  </a:lnTo>
                  <a:lnTo>
                    <a:pt x="14383969" y="8897175"/>
                  </a:lnTo>
                  <a:close/>
                </a:path>
                <a:path w="18288000" h="10287000">
                  <a:moveTo>
                    <a:pt x="14392974" y="10106127"/>
                  </a:moveTo>
                  <a:lnTo>
                    <a:pt x="14375346" y="10075596"/>
                  </a:lnTo>
                  <a:lnTo>
                    <a:pt x="14344815" y="10093223"/>
                  </a:lnTo>
                  <a:lnTo>
                    <a:pt x="14362430" y="10123754"/>
                  </a:lnTo>
                  <a:lnTo>
                    <a:pt x="14392974" y="10106127"/>
                  </a:lnTo>
                  <a:close/>
                </a:path>
                <a:path w="18288000" h="10287000">
                  <a:moveTo>
                    <a:pt x="14393139" y="5938088"/>
                  </a:moveTo>
                  <a:lnTo>
                    <a:pt x="14389024" y="5930963"/>
                  </a:lnTo>
                  <a:lnTo>
                    <a:pt x="14381899" y="5935078"/>
                  </a:lnTo>
                  <a:lnTo>
                    <a:pt x="14386014" y="5942203"/>
                  </a:lnTo>
                  <a:lnTo>
                    <a:pt x="14393139" y="5938088"/>
                  </a:lnTo>
                  <a:close/>
                </a:path>
                <a:path w="18288000" h="10287000">
                  <a:moveTo>
                    <a:pt x="14394663" y="8022539"/>
                  </a:moveTo>
                  <a:lnTo>
                    <a:pt x="14382610" y="8001673"/>
                  </a:lnTo>
                  <a:lnTo>
                    <a:pt x="14361744" y="8013725"/>
                  </a:lnTo>
                  <a:lnTo>
                    <a:pt x="14373797" y="8034591"/>
                  </a:lnTo>
                  <a:lnTo>
                    <a:pt x="14394663" y="8022539"/>
                  </a:lnTo>
                  <a:close/>
                </a:path>
                <a:path w="18288000" h="10287000">
                  <a:moveTo>
                    <a:pt x="14404213" y="5063579"/>
                  </a:moveTo>
                  <a:lnTo>
                    <a:pt x="14402740" y="5061026"/>
                  </a:lnTo>
                  <a:lnTo>
                    <a:pt x="14400200" y="5062499"/>
                  </a:lnTo>
                  <a:lnTo>
                    <a:pt x="14401673" y="5065039"/>
                  </a:lnTo>
                  <a:lnTo>
                    <a:pt x="14404213" y="5063579"/>
                  </a:lnTo>
                  <a:close/>
                </a:path>
                <a:path w="18288000" h="10287000">
                  <a:moveTo>
                    <a:pt x="14404937" y="7147801"/>
                  </a:moveTo>
                  <a:lnTo>
                    <a:pt x="14396123" y="7132548"/>
                  </a:lnTo>
                  <a:lnTo>
                    <a:pt x="14380858" y="7141362"/>
                  </a:lnTo>
                  <a:lnTo>
                    <a:pt x="14389672" y="7156615"/>
                  </a:lnTo>
                  <a:lnTo>
                    <a:pt x="14404937" y="7147801"/>
                  </a:lnTo>
                  <a:close/>
                </a:path>
                <a:path w="18288000" h="10287000">
                  <a:moveTo>
                    <a:pt x="14405661" y="9232036"/>
                  </a:moveTo>
                  <a:lnTo>
                    <a:pt x="14389494" y="9204046"/>
                  </a:lnTo>
                  <a:lnTo>
                    <a:pt x="14361516" y="9220213"/>
                  </a:lnTo>
                  <a:lnTo>
                    <a:pt x="14377670" y="9248191"/>
                  </a:lnTo>
                  <a:lnTo>
                    <a:pt x="14405661" y="9232036"/>
                  </a:lnTo>
                  <a:close/>
                </a:path>
                <a:path w="18288000" h="10287000">
                  <a:moveTo>
                    <a:pt x="14414805" y="6272962"/>
                  </a:moveTo>
                  <a:lnTo>
                    <a:pt x="14409522" y="6263805"/>
                  </a:lnTo>
                  <a:lnTo>
                    <a:pt x="14400365" y="6269088"/>
                  </a:lnTo>
                  <a:lnTo>
                    <a:pt x="14405648" y="6278245"/>
                  </a:lnTo>
                  <a:lnTo>
                    <a:pt x="14414805" y="6272962"/>
                  </a:lnTo>
                  <a:close/>
                </a:path>
                <a:path w="18288000" h="10287000">
                  <a:moveTo>
                    <a:pt x="14416342" y="8357413"/>
                  </a:moveTo>
                  <a:lnTo>
                    <a:pt x="14403121" y="8334515"/>
                  </a:lnTo>
                  <a:lnTo>
                    <a:pt x="14380223" y="8347735"/>
                  </a:lnTo>
                  <a:lnTo>
                    <a:pt x="14393444" y="8370633"/>
                  </a:lnTo>
                  <a:lnTo>
                    <a:pt x="14416342" y="8357413"/>
                  </a:lnTo>
                  <a:close/>
                </a:path>
                <a:path w="18288000" h="10287000">
                  <a:moveTo>
                    <a:pt x="14425498" y="5398325"/>
                  </a:moveTo>
                  <a:lnTo>
                    <a:pt x="14423136" y="5394261"/>
                  </a:lnTo>
                  <a:lnTo>
                    <a:pt x="14419072" y="5396611"/>
                  </a:lnTo>
                  <a:lnTo>
                    <a:pt x="14421422" y="5400675"/>
                  </a:lnTo>
                  <a:lnTo>
                    <a:pt x="14425498" y="5398325"/>
                  </a:lnTo>
                  <a:close/>
                </a:path>
                <a:path w="18288000" h="10287000">
                  <a:moveTo>
                    <a:pt x="14426540" y="9566694"/>
                  </a:moveTo>
                  <a:lnTo>
                    <a:pt x="14409788" y="9537687"/>
                  </a:lnTo>
                  <a:lnTo>
                    <a:pt x="14380782" y="9554426"/>
                  </a:lnTo>
                  <a:lnTo>
                    <a:pt x="14397533" y="9583433"/>
                  </a:lnTo>
                  <a:lnTo>
                    <a:pt x="14426540" y="9566694"/>
                  </a:lnTo>
                  <a:close/>
                </a:path>
                <a:path w="18288000" h="10287000">
                  <a:moveTo>
                    <a:pt x="14427022" y="7482776"/>
                  </a:moveTo>
                  <a:lnTo>
                    <a:pt x="14416735" y="7464971"/>
                  </a:lnTo>
                  <a:lnTo>
                    <a:pt x="14398917" y="7475245"/>
                  </a:lnTo>
                  <a:lnTo>
                    <a:pt x="14409204" y="7493063"/>
                  </a:lnTo>
                  <a:lnTo>
                    <a:pt x="14427022" y="7482776"/>
                  </a:lnTo>
                  <a:close/>
                </a:path>
                <a:path w="18288000" h="10287000">
                  <a:moveTo>
                    <a:pt x="14436890" y="6607924"/>
                  </a:moveTo>
                  <a:lnTo>
                    <a:pt x="14430147" y="6596227"/>
                  </a:lnTo>
                  <a:lnTo>
                    <a:pt x="14418437" y="6602997"/>
                  </a:lnTo>
                  <a:lnTo>
                    <a:pt x="14425194" y="6614693"/>
                  </a:lnTo>
                  <a:lnTo>
                    <a:pt x="14436890" y="6607924"/>
                  </a:lnTo>
                  <a:close/>
                </a:path>
                <a:path w="18288000" h="10287000">
                  <a:moveTo>
                    <a:pt x="14438414" y="8692388"/>
                  </a:moveTo>
                  <a:lnTo>
                    <a:pt x="14423733" y="8666937"/>
                  </a:lnTo>
                  <a:lnTo>
                    <a:pt x="14398282" y="8681631"/>
                  </a:lnTo>
                  <a:lnTo>
                    <a:pt x="14412976" y="8707082"/>
                  </a:lnTo>
                  <a:lnTo>
                    <a:pt x="14438414" y="8692388"/>
                  </a:lnTo>
                  <a:close/>
                </a:path>
                <a:path w="18288000" h="10287000">
                  <a:moveTo>
                    <a:pt x="14447177" y="5733199"/>
                  </a:moveTo>
                  <a:lnTo>
                    <a:pt x="14443647" y="5727103"/>
                  </a:lnTo>
                  <a:lnTo>
                    <a:pt x="14437538" y="5730621"/>
                  </a:lnTo>
                  <a:lnTo>
                    <a:pt x="14441069" y="5736729"/>
                  </a:lnTo>
                  <a:lnTo>
                    <a:pt x="14447177" y="5733199"/>
                  </a:lnTo>
                  <a:close/>
                </a:path>
                <a:path w="18288000" h="10287000">
                  <a:moveTo>
                    <a:pt x="14448219" y="9901555"/>
                  </a:moveTo>
                  <a:lnTo>
                    <a:pt x="14430286" y="9870516"/>
                  </a:lnTo>
                  <a:lnTo>
                    <a:pt x="14399260" y="9888436"/>
                  </a:lnTo>
                  <a:lnTo>
                    <a:pt x="14417180" y="9919475"/>
                  </a:lnTo>
                  <a:lnTo>
                    <a:pt x="14448219" y="9901555"/>
                  </a:lnTo>
                  <a:close/>
                </a:path>
                <a:path w="18288000" h="10287000">
                  <a:moveTo>
                    <a:pt x="14449108" y="7817764"/>
                  </a:moveTo>
                  <a:lnTo>
                    <a:pt x="14437347" y="7797406"/>
                  </a:lnTo>
                  <a:lnTo>
                    <a:pt x="14416989" y="7809154"/>
                  </a:lnTo>
                  <a:lnTo>
                    <a:pt x="14428750" y="7829512"/>
                  </a:lnTo>
                  <a:lnTo>
                    <a:pt x="14449108" y="7817764"/>
                  </a:lnTo>
                  <a:close/>
                </a:path>
                <a:path w="18288000" h="10287000">
                  <a:moveTo>
                    <a:pt x="14458252" y="4858690"/>
                  </a:moveTo>
                  <a:lnTo>
                    <a:pt x="14457363" y="4857153"/>
                  </a:lnTo>
                  <a:lnTo>
                    <a:pt x="14455839" y="4858029"/>
                  </a:lnTo>
                  <a:lnTo>
                    <a:pt x="14456728" y="4859566"/>
                  </a:lnTo>
                  <a:lnTo>
                    <a:pt x="14458252" y="4858690"/>
                  </a:lnTo>
                  <a:close/>
                </a:path>
                <a:path w="18288000" h="10287000">
                  <a:moveTo>
                    <a:pt x="14458976" y="6942912"/>
                  </a:moveTo>
                  <a:lnTo>
                    <a:pt x="14450746" y="6928663"/>
                  </a:lnTo>
                  <a:lnTo>
                    <a:pt x="14436509" y="6936892"/>
                  </a:lnTo>
                  <a:lnTo>
                    <a:pt x="14444726" y="6951142"/>
                  </a:lnTo>
                  <a:lnTo>
                    <a:pt x="14458976" y="6942912"/>
                  </a:lnTo>
                  <a:close/>
                </a:path>
                <a:path w="18288000" h="10287000">
                  <a:moveTo>
                    <a:pt x="14460093" y="9027249"/>
                  </a:moveTo>
                  <a:lnTo>
                    <a:pt x="14444231" y="8999779"/>
                  </a:lnTo>
                  <a:lnTo>
                    <a:pt x="14416748" y="9015641"/>
                  </a:lnTo>
                  <a:lnTo>
                    <a:pt x="14432623" y="9043124"/>
                  </a:lnTo>
                  <a:lnTo>
                    <a:pt x="14460093" y="9027249"/>
                  </a:lnTo>
                  <a:close/>
                </a:path>
                <a:path w="18288000" h="10287000">
                  <a:moveTo>
                    <a:pt x="14468856" y="6068072"/>
                  </a:moveTo>
                  <a:lnTo>
                    <a:pt x="14464157" y="6059932"/>
                  </a:lnTo>
                  <a:lnTo>
                    <a:pt x="14456016" y="6064631"/>
                  </a:lnTo>
                  <a:lnTo>
                    <a:pt x="14460715" y="6072771"/>
                  </a:lnTo>
                  <a:lnTo>
                    <a:pt x="14468856" y="6068072"/>
                  </a:lnTo>
                  <a:close/>
                </a:path>
                <a:path w="18288000" h="10287000">
                  <a:moveTo>
                    <a:pt x="14469097" y="10236213"/>
                  </a:moveTo>
                  <a:lnTo>
                    <a:pt x="14450581" y="10204145"/>
                  </a:lnTo>
                  <a:lnTo>
                    <a:pt x="14418526" y="10222662"/>
                  </a:lnTo>
                  <a:lnTo>
                    <a:pt x="14437043" y="10254717"/>
                  </a:lnTo>
                  <a:lnTo>
                    <a:pt x="14469097" y="10236213"/>
                  </a:lnTo>
                  <a:close/>
                </a:path>
                <a:path w="18288000" h="10287000">
                  <a:moveTo>
                    <a:pt x="14470774" y="8152625"/>
                  </a:moveTo>
                  <a:lnTo>
                    <a:pt x="14457858" y="8130235"/>
                  </a:lnTo>
                  <a:lnTo>
                    <a:pt x="14435455" y="8143164"/>
                  </a:lnTo>
                  <a:lnTo>
                    <a:pt x="14448384" y="8165554"/>
                  </a:lnTo>
                  <a:lnTo>
                    <a:pt x="14470774" y="8152625"/>
                  </a:lnTo>
                  <a:close/>
                </a:path>
                <a:path w="18288000" h="10287000">
                  <a:moveTo>
                    <a:pt x="14479931" y="5193550"/>
                  </a:moveTo>
                  <a:lnTo>
                    <a:pt x="14477873" y="5189982"/>
                  </a:lnTo>
                  <a:lnTo>
                    <a:pt x="14474304" y="5192039"/>
                  </a:lnTo>
                  <a:lnTo>
                    <a:pt x="14476375" y="5195608"/>
                  </a:lnTo>
                  <a:lnTo>
                    <a:pt x="14479931" y="5193550"/>
                  </a:lnTo>
                  <a:close/>
                </a:path>
                <a:path w="18288000" h="10287000">
                  <a:moveTo>
                    <a:pt x="14481061" y="7277887"/>
                  </a:moveTo>
                  <a:lnTo>
                    <a:pt x="14471358" y="7261098"/>
                  </a:lnTo>
                  <a:lnTo>
                    <a:pt x="14454569" y="7270788"/>
                  </a:lnTo>
                  <a:lnTo>
                    <a:pt x="14464271" y="7287590"/>
                  </a:lnTo>
                  <a:lnTo>
                    <a:pt x="14481061" y="7277887"/>
                  </a:lnTo>
                  <a:close/>
                </a:path>
                <a:path w="18288000" h="10287000">
                  <a:moveTo>
                    <a:pt x="14481378" y="9362008"/>
                  </a:moveTo>
                  <a:lnTo>
                    <a:pt x="14464627" y="9333001"/>
                  </a:lnTo>
                  <a:lnTo>
                    <a:pt x="14435633" y="9349753"/>
                  </a:lnTo>
                  <a:lnTo>
                    <a:pt x="14452372" y="9378759"/>
                  </a:lnTo>
                  <a:lnTo>
                    <a:pt x="14481378" y="9362008"/>
                  </a:lnTo>
                  <a:close/>
                </a:path>
                <a:path w="18288000" h="10287000">
                  <a:moveTo>
                    <a:pt x="14490535" y="6402933"/>
                  </a:moveTo>
                  <a:lnTo>
                    <a:pt x="14484668" y="6392761"/>
                  </a:lnTo>
                  <a:lnTo>
                    <a:pt x="14474482" y="6398628"/>
                  </a:lnTo>
                  <a:lnTo>
                    <a:pt x="14480362" y="6408814"/>
                  </a:lnTo>
                  <a:lnTo>
                    <a:pt x="14490535" y="6402933"/>
                  </a:lnTo>
                  <a:close/>
                </a:path>
                <a:path w="18288000" h="10287000">
                  <a:moveTo>
                    <a:pt x="14492859" y="8487600"/>
                  </a:moveTo>
                  <a:lnTo>
                    <a:pt x="14478470" y="8462670"/>
                  </a:lnTo>
                  <a:lnTo>
                    <a:pt x="14453540" y="8477059"/>
                  </a:lnTo>
                  <a:lnTo>
                    <a:pt x="14467929" y="8501990"/>
                  </a:lnTo>
                  <a:lnTo>
                    <a:pt x="14492859" y="8487600"/>
                  </a:lnTo>
                  <a:close/>
                </a:path>
                <a:path w="18288000" h="10287000">
                  <a:moveTo>
                    <a:pt x="14501216" y="5528310"/>
                  </a:moveTo>
                  <a:lnTo>
                    <a:pt x="14498269" y="5523217"/>
                  </a:lnTo>
                  <a:lnTo>
                    <a:pt x="14493189" y="5526151"/>
                  </a:lnTo>
                  <a:lnTo>
                    <a:pt x="14496123" y="5531243"/>
                  </a:lnTo>
                  <a:lnTo>
                    <a:pt x="14501216" y="5528310"/>
                  </a:lnTo>
                  <a:close/>
                </a:path>
                <a:path w="18288000" h="10287000">
                  <a:moveTo>
                    <a:pt x="14503057" y="9696882"/>
                  </a:moveTo>
                  <a:lnTo>
                    <a:pt x="14485138" y="9665843"/>
                  </a:lnTo>
                  <a:lnTo>
                    <a:pt x="14454099" y="9683763"/>
                  </a:lnTo>
                  <a:lnTo>
                    <a:pt x="14472018" y="9714801"/>
                  </a:lnTo>
                  <a:lnTo>
                    <a:pt x="14503057" y="9696882"/>
                  </a:lnTo>
                  <a:close/>
                </a:path>
                <a:path w="18288000" h="10287000">
                  <a:moveTo>
                    <a:pt x="14503133" y="7612862"/>
                  </a:moveTo>
                  <a:lnTo>
                    <a:pt x="14491970" y="7593533"/>
                  </a:lnTo>
                  <a:lnTo>
                    <a:pt x="14472641" y="7604684"/>
                  </a:lnTo>
                  <a:lnTo>
                    <a:pt x="14483804" y="7624026"/>
                  </a:lnTo>
                  <a:lnTo>
                    <a:pt x="14503133" y="7612862"/>
                  </a:lnTo>
                  <a:close/>
                </a:path>
                <a:path w="18288000" h="10287000">
                  <a:moveTo>
                    <a:pt x="14513014" y="6738023"/>
                  </a:moveTo>
                  <a:lnTo>
                    <a:pt x="14505381" y="6724790"/>
                  </a:lnTo>
                  <a:lnTo>
                    <a:pt x="14492148" y="6732422"/>
                  </a:lnTo>
                  <a:lnTo>
                    <a:pt x="14499781" y="6745656"/>
                  </a:lnTo>
                  <a:lnTo>
                    <a:pt x="14513014" y="6738023"/>
                  </a:lnTo>
                  <a:close/>
                </a:path>
                <a:path w="18288000" h="10287000">
                  <a:moveTo>
                    <a:pt x="14514944" y="8822576"/>
                  </a:moveTo>
                  <a:lnTo>
                    <a:pt x="14499082" y="8795106"/>
                  </a:lnTo>
                  <a:lnTo>
                    <a:pt x="14471599" y="8810968"/>
                  </a:lnTo>
                  <a:lnTo>
                    <a:pt x="14487462" y="8838438"/>
                  </a:lnTo>
                  <a:lnTo>
                    <a:pt x="14514944" y="8822576"/>
                  </a:lnTo>
                  <a:close/>
                </a:path>
                <a:path w="18288000" h="10287000">
                  <a:moveTo>
                    <a:pt x="14523301" y="5863285"/>
                  </a:moveTo>
                  <a:lnTo>
                    <a:pt x="14518894" y="5855652"/>
                  </a:lnTo>
                  <a:lnTo>
                    <a:pt x="14511249" y="5860059"/>
                  </a:lnTo>
                  <a:lnTo>
                    <a:pt x="14515656" y="5867692"/>
                  </a:lnTo>
                  <a:lnTo>
                    <a:pt x="14523301" y="5863285"/>
                  </a:lnTo>
                  <a:close/>
                </a:path>
                <a:path w="18288000" h="10287000">
                  <a:moveTo>
                    <a:pt x="14524342" y="10031641"/>
                  </a:moveTo>
                  <a:lnTo>
                    <a:pt x="14505534" y="9999066"/>
                  </a:lnTo>
                  <a:lnTo>
                    <a:pt x="14472971" y="10017874"/>
                  </a:lnTo>
                  <a:lnTo>
                    <a:pt x="14491767" y="10050437"/>
                  </a:lnTo>
                  <a:lnTo>
                    <a:pt x="14524342" y="10031641"/>
                  </a:lnTo>
                  <a:close/>
                </a:path>
                <a:path w="18288000" h="10287000">
                  <a:moveTo>
                    <a:pt x="14525231" y="7947838"/>
                  </a:moveTo>
                  <a:lnTo>
                    <a:pt x="14512595" y="7925956"/>
                  </a:lnTo>
                  <a:lnTo>
                    <a:pt x="14490713" y="7938592"/>
                  </a:lnTo>
                  <a:lnTo>
                    <a:pt x="14503337" y="7960474"/>
                  </a:lnTo>
                  <a:lnTo>
                    <a:pt x="14525231" y="7947838"/>
                  </a:lnTo>
                  <a:close/>
                </a:path>
                <a:path w="18288000" h="10287000">
                  <a:moveTo>
                    <a:pt x="14533969" y="4988661"/>
                  </a:moveTo>
                  <a:lnTo>
                    <a:pt x="14532496" y="4986109"/>
                  </a:lnTo>
                  <a:lnTo>
                    <a:pt x="14529956" y="4987582"/>
                  </a:lnTo>
                  <a:lnTo>
                    <a:pt x="14531429" y="4990135"/>
                  </a:lnTo>
                  <a:lnTo>
                    <a:pt x="14533969" y="4988661"/>
                  </a:lnTo>
                  <a:close/>
                </a:path>
                <a:path w="18288000" h="10287000">
                  <a:moveTo>
                    <a:pt x="14535099" y="7072998"/>
                  </a:moveTo>
                  <a:lnTo>
                    <a:pt x="14525993" y="7057225"/>
                  </a:lnTo>
                  <a:lnTo>
                    <a:pt x="14510220" y="7066331"/>
                  </a:lnTo>
                  <a:lnTo>
                    <a:pt x="14519326" y="7082104"/>
                  </a:lnTo>
                  <a:lnTo>
                    <a:pt x="14535099" y="7072998"/>
                  </a:lnTo>
                  <a:close/>
                </a:path>
                <a:path w="18288000" h="10287000">
                  <a:moveTo>
                    <a:pt x="14536217" y="9157335"/>
                  </a:moveTo>
                  <a:lnTo>
                    <a:pt x="14519478" y="9128328"/>
                  </a:lnTo>
                  <a:lnTo>
                    <a:pt x="14490472" y="9145079"/>
                  </a:lnTo>
                  <a:lnTo>
                    <a:pt x="14507210" y="9174074"/>
                  </a:lnTo>
                  <a:lnTo>
                    <a:pt x="14536217" y="9157335"/>
                  </a:lnTo>
                  <a:close/>
                </a:path>
                <a:path w="18288000" h="10287000">
                  <a:moveTo>
                    <a:pt x="14544574" y="6198044"/>
                  </a:moveTo>
                  <a:lnTo>
                    <a:pt x="14539278" y="6188888"/>
                  </a:lnTo>
                  <a:lnTo>
                    <a:pt x="14530121" y="6194171"/>
                  </a:lnTo>
                  <a:lnTo>
                    <a:pt x="14535404" y="6203327"/>
                  </a:lnTo>
                  <a:lnTo>
                    <a:pt x="14544574" y="6198044"/>
                  </a:lnTo>
                  <a:close/>
                </a:path>
                <a:path w="18288000" h="10287000">
                  <a:moveTo>
                    <a:pt x="14547304" y="8282813"/>
                  </a:moveTo>
                  <a:lnTo>
                    <a:pt x="14533194" y="8258391"/>
                  </a:lnTo>
                  <a:lnTo>
                    <a:pt x="14508772" y="8272488"/>
                  </a:lnTo>
                  <a:lnTo>
                    <a:pt x="14522869" y="8296923"/>
                  </a:lnTo>
                  <a:lnTo>
                    <a:pt x="14547304" y="8282813"/>
                  </a:lnTo>
                  <a:close/>
                </a:path>
                <a:path w="18288000" h="10287000">
                  <a:moveTo>
                    <a:pt x="14555648" y="5323522"/>
                  </a:moveTo>
                  <a:lnTo>
                    <a:pt x="14553006" y="5318938"/>
                  </a:lnTo>
                  <a:lnTo>
                    <a:pt x="14548434" y="5321592"/>
                  </a:lnTo>
                  <a:lnTo>
                    <a:pt x="14551076" y="5326164"/>
                  </a:lnTo>
                  <a:lnTo>
                    <a:pt x="14555648" y="5323522"/>
                  </a:lnTo>
                  <a:close/>
                </a:path>
                <a:path w="18288000" h="10287000">
                  <a:moveTo>
                    <a:pt x="14557185" y="7407973"/>
                  </a:moveTo>
                  <a:lnTo>
                    <a:pt x="14546606" y="7389647"/>
                  </a:lnTo>
                  <a:lnTo>
                    <a:pt x="14528292" y="7400226"/>
                  </a:lnTo>
                  <a:lnTo>
                    <a:pt x="14538859" y="7418540"/>
                  </a:lnTo>
                  <a:lnTo>
                    <a:pt x="14557185" y="7407973"/>
                  </a:lnTo>
                  <a:close/>
                </a:path>
                <a:path w="18288000" h="10287000">
                  <a:moveTo>
                    <a:pt x="14557896" y="9492196"/>
                  </a:moveTo>
                  <a:lnTo>
                    <a:pt x="14539989" y="9461170"/>
                  </a:lnTo>
                  <a:lnTo>
                    <a:pt x="14508937" y="9479089"/>
                  </a:lnTo>
                  <a:lnTo>
                    <a:pt x="14526857" y="9510128"/>
                  </a:lnTo>
                  <a:lnTo>
                    <a:pt x="14557896" y="9492196"/>
                  </a:lnTo>
                  <a:close/>
                </a:path>
                <a:path w="18288000" h="10287000">
                  <a:moveTo>
                    <a:pt x="14567053" y="6533134"/>
                  </a:moveTo>
                  <a:lnTo>
                    <a:pt x="14560004" y="6520916"/>
                  </a:lnTo>
                  <a:lnTo>
                    <a:pt x="14547787" y="6527965"/>
                  </a:lnTo>
                  <a:lnTo>
                    <a:pt x="14554848" y="6540182"/>
                  </a:lnTo>
                  <a:lnTo>
                    <a:pt x="14567053" y="6533134"/>
                  </a:lnTo>
                  <a:close/>
                </a:path>
                <a:path w="18288000" h="10287000">
                  <a:moveTo>
                    <a:pt x="14569389" y="8617788"/>
                  </a:moveTo>
                  <a:lnTo>
                    <a:pt x="14553806" y="8590826"/>
                  </a:lnTo>
                  <a:lnTo>
                    <a:pt x="14526844" y="8606396"/>
                  </a:lnTo>
                  <a:lnTo>
                    <a:pt x="14542415" y="8633371"/>
                  </a:lnTo>
                  <a:lnTo>
                    <a:pt x="14569389" y="8617788"/>
                  </a:lnTo>
                  <a:close/>
                </a:path>
                <a:path w="18288000" h="10287000">
                  <a:moveTo>
                    <a:pt x="14577340" y="5658396"/>
                  </a:moveTo>
                  <a:lnTo>
                    <a:pt x="14573517" y="5651779"/>
                  </a:lnTo>
                  <a:lnTo>
                    <a:pt x="14566900" y="5655602"/>
                  </a:lnTo>
                  <a:lnTo>
                    <a:pt x="14570723" y="5662219"/>
                  </a:lnTo>
                  <a:lnTo>
                    <a:pt x="14577340" y="5658396"/>
                  </a:lnTo>
                  <a:close/>
                </a:path>
                <a:path w="18288000" h="10287000">
                  <a:moveTo>
                    <a:pt x="14579181" y="9826968"/>
                  </a:moveTo>
                  <a:lnTo>
                    <a:pt x="14560385" y="9794392"/>
                  </a:lnTo>
                  <a:lnTo>
                    <a:pt x="14527810" y="9813201"/>
                  </a:lnTo>
                  <a:lnTo>
                    <a:pt x="14546618" y="9845764"/>
                  </a:lnTo>
                  <a:lnTo>
                    <a:pt x="14579181" y="9826968"/>
                  </a:lnTo>
                  <a:close/>
                </a:path>
                <a:path w="18288000" h="10287000">
                  <a:moveTo>
                    <a:pt x="14579257" y="7742949"/>
                  </a:moveTo>
                  <a:lnTo>
                    <a:pt x="14567218" y="7722082"/>
                  </a:lnTo>
                  <a:lnTo>
                    <a:pt x="14546352" y="7734122"/>
                  </a:lnTo>
                  <a:lnTo>
                    <a:pt x="14558404" y="7754988"/>
                  </a:lnTo>
                  <a:lnTo>
                    <a:pt x="14579257" y="7742949"/>
                  </a:lnTo>
                  <a:close/>
                </a:path>
                <a:path w="18288000" h="10287000">
                  <a:moveTo>
                    <a:pt x="14588008" y="4783760"/>
                  </a:moveTo>
                  <a:lnTo>
                    <a:pt x="14587131" y="4782236"/>
                  </a:lnTo>
                  <a:lnTo>
                    <a:pt x="14585595" y="4783125"/>
                  </a:lnTo>
                  <a:lnTo>
                    <a:pt x="14586484" y="4784649"/>
                  </a:lnTo>
                  <a:lnTo>
                    <a:pt x="14588008" y="4783760"/>
                  </a:lnTo>
                  <a:close/>
                </a:path>
                <a:path w="18288000" h="10287000">
                  <a:moveTo>
                    <a:pt x="14589138" y="6868109"/>
                  </a:moveTo>
                  <a:lnTo>
                    <a:pt x="14580616" y="6853352"/>
                  </a:lnTo>
                  <a:lnTo>
                    <a:pt x="14565859" y="6861873"/>
                  </a:lnTo>
                  <a:lnTo>
                    <a:pt x="14574380" y="6876618"/>
                  </a:lnTo>
                  <a:lnTo>
                    <a:pt x="14589138" y="6868109"/>
                  </a:lnTo>
                  <a:close/>
                </a:path>
                <a:path w="18288000" h="10287000">
                  <a:moveTo>
                    <a:pt x="14590662" y="8952547"/>
                  </a:moveTo>
                  <a:lnTo>
                    <a:pt x="14574215" y="8924061"/>
                  </a:lnTo>
                  <a:lnTo>
                    <a:pt x="14545717" y="8940508"/>
                  </a:lnTo>
                  <a:lnTo>
                    <a:pt x="14562163" y="8968994"/>
                  </a:lnTo>
                  <a:lnTo>
                    <a:pt x="14590662" y="8952547"/>
                  </a:lnTo>
                  <a:close/>
                </a:path>
                <a:path w="18288000" h="10287000">
                  <a:moveTo>
                    <a:pt x="14599018" y="5993269"/>
                  </a:moveTo>
                  <a:lnTo>
                    <a:pt x="14594015" y="5984608"/>
                  </a:lnTo>
                  <a:lnTo>
                    <a:pt x="14585366" y="5989599"/>
                  </a:lnTo>
                  <a:lnTo>
                    <a:pt x="14590357" y="5998261"/>
                  </a:lnTo>
                  <a:lnTo>
                    <a:pt x="14599018" y="5993269"/>
                  </a:lnTo>
                  <a:close/>
                </a:path>
                <a:path w="18288000" h="10287000">
                  <a:moveTo>
                    <a:pt x="14600060" y="10161613"/>
                  </a:moveTo>
                  <a:lnTo>
                    <a:pt x="14580667" y="10128034"/>
                  </a:lnTo>
                  <a:lnTo>
                    <a:pt x="14547088" y="10147414"/>
                  </a:lnTo>
                  <a:lnTo>
                    <a:pt x="14566468" y="10181006"/>
                  </a:lnTo>
                  <a:lnTo>
                    <a:pt x="14600060" y="10161613"/>
                  </a:lnTo>
                  <a:close/>
                </a:path>
                <a:path w="18288000" h="10287000">
                  <a:moveTo>
                    <a:pt x="14601343" y="8077924"/>
                  </a:moveTo>
                  <a:lnTo>
                    <a:pt x="14587830" y="8054518"/>
                  </a:lnTo>
                  <a:lnTo>
                    <a:pt x="14564424" y="8068030"/>
                  </a:lnTo>
                  <a:lnTo>
                    <a:pt x="14577936" y="8091437"/>
                  </a:lnTo>
                  <a:lnTo>
                    <a:pt x="14601343" y="8077924"/>
                  </a:lnTo>
                  <a:close/>
                </a:path>
                <a:path w="18288000" h="10287000">
                  <a:moveTo>
                    <a:pt x="14609699" y="5118633"/>
                  </a:moveTo>
                  <a:lnTo>
                    <a:pt x="14607629" y="5115064"/>
                  </a:lnTo>
                  <a:lnTo>
                    <a:pt x="14604073" y="5117122"/>
                  </a:lnTo>
                  <a:lnTo>
                    <a:pt x="14606130" y="5120691"/>
                  </a:lnTo>
                  <a:lnTo>
                    <a:pt x="14609699" y="5118633"/>
                  </a:lnTo>
                  <a:close/>
                </a:path>
                <a:path w="18288000" h="10287000">
                  <a:moveTo>
                    <a:pt x="14611617" y="7203186"/>
                  </a:moveTo>
                  <a:lnTo>
                    <a:pt x="14601343" y="7185380"/>
                  </a:lnTo>
                  <a:lnTo>
                    <a:pt x="14583537" y="7195655"/>
                  </a:lnTo>
                  <a:lnTo>
                    <a:pt x="14593811" y="7213473"/>
                  </a:lnTo>
                  <a:lnTo>
                    <a:pt x="14611617" y="7203186"/>
                  </a:lnTo>
                  <a:close/>
                </a:path>
                <a:path w="18288000" h="10287000">
                  <a:moveTo>
                    <a:pt x="14612341" y="9287421"/>
                  </a:moveTo>
                  <a:lnTo>
                    <a:pt x="14594713" y="9256890"/>
                  </a:lnTo>
                  <a:lnTo>
                    <a:pt x="14564182" y="9274505"/>
                  </a:lnTo>
                  <a:lnTo>
                    <a:pt x="14581810" y="9305049"/>
                  </a:lnTo>
                  <a:lnTo>
                    <a:pt x="14612341" y="9287421"/>
                  </a:lnTo>
                  <a:close/>
                </a:path>
                <a:path w="18288000" h="10287000">
                  <a:moveTo>
                    <a:pt x="14621104" y="6328232"/>
                  </a:moveTo>
                  <a:lnTo>
                    <a:pt x="14614639" y="6317043"/>
                  </a:lnTo>
                  <a:lnTo>
                    <a:pt x="14603438" y="6323508"/>
                  </a:lnTo>
                  <a:lnTo>
                    <a:pt x="14609902" y="6334696"/>
                  </a:lnTo>
                  <a:lnTo>
                    <a:pt x="14621104" y="6328232"/>
                  </a:lnTo>
                  <a:close/>
                </a:path>
                <a:path w="18288000" h="10287000">
                  <a:moveTo>
                    <a:pt x="14623822" y="8413001"/>
                  </a:moveTo>
                  <a:lnTo>
                    <a:pt x="14608543" y="8386546"/>
                  </a:lnTo>
                  <a:lnTo>
                    <a:pt x="14582089" y="8401825"/>
                  </a:lnTo>
                  <a:lnTo>
                    <a:pt x="14597367" y="8428279"/>
                  </a:lnTo>
                  <a:lnTo>
                    <a:pt x="14623822" y="8413001"/>
                  </a:lnTo>
                  <a:close/>
                </a:path>
                <a:path w="18288000" h="10287000">
                  <a:moveTo>
                    <a:pt x="14631365" y="5453507"/>
                  </a:moveTo>
                  <a:lnTo>
                    <a:pt x="14628140" y="5447893"/>
                  </a:lnTo>
                  <a:lnTo>
                    <a:pt x="14622539" y="5451132"/>
                  </a:lnTo>
                  <a:lnTo>
                    <a:pt x="14625777" y="5456733"/>
                  </a:lnTo>
                  <a:lnTo>
                    <a:pt x="14631365" y="5453507"/>
                  </a:lnTo>
                  <a:close/>
                </a:path>
                <a:path w="18288000" h="10287000">
                  <a:moveTo>
                    <a:pt x="14633308" y="7538059"/>
                  </a:moveTo>
                  <a:lnTo>
                    <a:pt x="14621840" y="7518209"/>
                  </a:lnTo>
                  <a:lnTo>
                    <a:pt x="14602003" y="7529665"/>
                  </a:lnTo>
                  <a:lnTo>
                    <a:pt x="14613458" y="7549515"/>
                  </a:lnTo>
                  <a:lnTo>
                    <a:pt x="14633308" y="7538059"/>
                  </a:lnTo>
                  <a:close/>
                </a:path>
                <a:path w="18288000" h="10287000">
                  <a:moveTo>
                    <a:pt x="14634020" y="9622295"/>
                  </a:moveTo>
                  <a:lnTo>
                    <a:pt x="14615224" y="9589719"/>
                  </a:lnTo>
                  <a:lnTo>
                    <a:pt x="14582648" y="9608528"/>
                  </a:lnTo>
                  <a:lnTo>
                    <a:pt x="14601457" y="9641091"/>
                  </a:lnTo>
                  <a:lnTo>
                    <a:pt x="14634020" y="9622295"/>
                  </a:lnTo>
                  <a:close/>
                </a:path>
                <a:path w="18288000" h="10287000">
                  <a:moveTo>
                    <a:pt x="14643176" y="6663207"/>
                  </a:moveTo>
                  <a:lnTo>
                    <a:pt x="14635239" y="6649466"/>
                  </a:lnTo>
                  <a:lnTo>
                    <a:pt x="14621497" y="6657403"/>
                  </a:lnTo>
                  <a:lnTo>
                    <a:pt x="14629435" y="6671145"/>
                  </a:lnTo>
                  <a:lnTo>
                    <a:pt x="14643176" y="6663207"/>
                  </a:lnTo>
                  <a:close/>
                </a:path>
                <a:path w="18288000" h="10287000">
                  <a:moveTo>
                    <a:pt x="14645107" y="8747773"/>
                  </a:moveTo>
                  <a:lnTo>
                    <a:pt x="14628940" y="8719782"/>
                  </a:lnTo>
                  <a:lnTo>
                    <a:pt x="14600949" y="8735936"/>
                  </a:lnTo>
                  <a:lnTo>
                    <a:pt x="14617116" y="8763927"/>
                  </a:lnTo>
                  <a:lnTo>
                    <a:pt x="14645107" y="8747773"/>
                  </a:lnTo>
                  <a:close/>
                </a:path>
                <a:path w="18288000" h="10287000">
                  <a:moveTo>
                    <a:pt x="14653057" y="5788368"/>
                  </a:moveTo>
                  <a:lnTo>
                    <a:pt x="14648650" y="5780735"/>
                  </a:lnTo>
                  <a:lnTo>
                    <a:pt x="14641017" y="5785142"/>
                  </a:lnTo>
                  <a:lnTo>
                    <a:pt x="14645424" y="5792775"/>
                  </a:lnTo>
                  <a:lnTo>
                    <a:pt x="14653057" y="5788368"/>
                  </a:lnTo>
                  <a:close/>
                </a:path>
                <a:path w="18288000" h="10287000">
                  <a:moveTo>
                    <a:pt x="14655292" y="9957054"/>
                  </a:moveTo>
                  <a:lnTo>
                    <a:pt x="14635607" y="9922954"/>
                  </a:lnTo>
                  <a:lnTo>
                    <a:pt x="14601520" y="9942639"/>
                  </a:lnTo>
                  <a:lnTo>
                    <a:pt x="14621205" y="9976726"/>
                  </a:lnTo>
                  <a:lnTo>
                    <a:pt x="14655292" y="9957054"/>
                  </a:lnTo>
                  <a:close/>
                </a:path>
                <a:path w="18288000" h="10287000">
                  <a:moveTo>
                    <a:pt x="14655381" y="7873022"/>
                  </a:moveTo>
                  <a:lnTo>
                    <a:pt x="14642452" y="7850632"/>
                  </a:lnTo>
                  <a:lnTo>
                    <a:pt x="14620062" y="7863573"/>
                  </a:lnTo>
                  <a:lnTo>
                    <a:pt x="14632991" y="7885951"/>
                  </a:lnTo>
                  <a:lnTo>
                    <a:pt x="14655381" y="7873022"/>
                  </a:lnTo>
                  <a:close/>
                </a:path>
                <a:path w="18288000" h="10287000">
                  <a:moveTo>
                    <a:pt x="14663725" y="4913744"/>
                  </a:moveTo>
                  <a:lnTo>
                    <a:pt x="14662264" y="4911204"/>
                  </a:lnTo>
                  <a:lnTo>
                    <a:pt x="14659712" y="4912665"/>
                  </a:lnTo>
                  <a:lnTo>
                    <a:pt x="14661185" y="4915205"/>
                  </a:lnTo>
                  <a:lnTo>
                    <a:pt x="14663725" y="4913744"/>
                  </a:lnTo>
                  <a:close/>
                </a:path>
                <a:path w="18288000" h="10287000">
                  <a:moveTo>
                    <a:pt x="14665262" y="6998182"/>
                  </a:moveTo>
                  <a:lnTo>
                    <a:pt x="14655864" y="6981901"/>
                  </a:lnTo>
                  <a:lnTo>
                    <a:pt x="14639582" y="6991299"/>
                  </a:lnTo>
                  <a:lnTo>
                    <a:pt x="14648980" y="7007580"/>
                  </a:lnTo>
                  <a:lnTo>
                    <a:pt x="14665262" y="6998182"/>
                  </a:lnTo>
                  <a:close/>
                </a:path>
                <a:path w="18288000" h="10287000">
                  <a:moveTo>
                    <a:pt x="14667179" y="9082735"/>
                  </a:moveTo>
                  <a:lnTo>
                    <a:pt x="14649552" y="9052217"/>
                  </a:lnTo>
                  <a:lnTo>
                    <a:pt x="14619021" y="9069845"/>
                  </a:lnTo>
                  <a:lnTo>
                    <a:pt x="14636649" y="9100363"/>
                  </a:lnTo>
                  <a:lnTo>
                    <a:pt x="14667179" y="9082735"/>
                  </a:lnTo>
                  <a:close/>
                </a:path>
                <a:path w="18288000" h="10287000">
                  <a:moveTo>
                    <a:pt x="14671091" y="10287000"/>
                  </a:moveTo>
                  <a:lnTo>
                    <a:pt x="14655152" y="10259390"/>
                  </a:lnTo>
                  <a:lnTo>
                    <a:pt x="14623606" y="10277615"/>
                  </a:lnTo>
                  <a:lnTo>
                    <a:pt x="14629016" y="10287000"/>
                  </a:lnTo>
                  <a:lnTo>
                    <a:pt x="14671091" y="10287000"/>
                  </a:lnTo>
                  <a:close/>
                </a:path>
                <a:path w="18288000" h="10287000">
                  <a:moveTo>
                    <a:pt x="14674736" y="6123229"/>
                  </a:moveTo>
                  <a:lnTo>
                    <a:pt x="14669148" y="6113564"/>
                  </a:lnTo>
                  <a:lnTo>
                    <a:pt x="14659483" y="6119152"/>
                  </a:lnTo>
                  <a:lnTo>
                    <a:pt x="14665058" y="6128817"/>
                  </a:lnTo>
                  <a:lnTo>
                    <a:pt x="14674736" y="6123229"/>
                  </a:lnTo>
                  <a:close/>
                </a:path>
                <a:path w="18288000" h="10287000">
                  <a:moveTo>
                    <a:pt x="14677860" y="8208111"/>
                  </a:moveTo>
                  <a:lnTo>
                    <a:pt x="14663179" y="8182673"/>
                  </a:lnTo>
                  <a:lnTo>
                    <a:pt x="14637741" y="8197355"/>
                  </a:lnTo>
                  <a:lnTo>
                    <a:pt x="14652422" y="8222805"/>
                  </a:lnTo>
                  <a:lnTo>
                    <a:pt x="14677860" y="8208111"/>
                  </a:lnTo>
                  <a:close/>
                </a:path>
                <a:path w="18288000" h="10287000">
                  <a:moveTo>
                    <a:pt x="14685417" y="5248605"/>
                  </a:moveTo>
                  <a:lnTo>
                    <a:pt x="14682775" y="5244020"/>
                  </a:lnTo>
                  <a:lnTo>
                    <a:pt x="14678190" y="5246662"/>
                  </a:lnTo>
                  <a:lnTo>
                    <a:pt x="14680832" y="5251247"/>
                  </a:lnTo>
                  <a:lnTo>
                    <a:pt x="14685417" y="5248605"/>
                  </a:lnTo>
                  <a:close/>
                </a:path>
                <a:path w="18288000" h="10287000">
                  <a:moveTo>
                    <a:pt x="14687334" y="7333158"/>
                  </a:moveTo>
                  <a:lnTo>
                    <a:pt x="14676476" y="7314336"/>
                  </a:lnTo>
                  <a:lnTo>
                    <a:pt x="14657642" y="7325207"/>
                  </a:lnTo>
                  <a:lnTo>
                    <a:pt x="14668513" y="7344029"/>
                  </a:lnTo>
                  <a:lnTo>
                    <a:pt x="14687334" y="7333158"/>
                  </a:lnTo>
                  <a:close/>
                </a:path>
                <a:path w="18288000" h="10287000">
                  <a:moveTo>
                    <a:pt x="14688858" y="9417609"/>
                  </a:moveTo>
                  <a:lnTo>
                    <a:pt x="14670062" y="9385046"/>
                  </a:lnTo>
                  <a:lnTo>
                    <a:pt x="14637499" y="9403842"/>
                  </a:lnTo>
                  <a:lnTo>
                    <a:pt x="14656295" y="9436417"/>
                  </a:lnTo>
                  <a:lnTo>
                    <a:pt x="14688858" y="9417609"/>
                  </a:lnTo>
                  <a:close/>
                </a:path>
                <a:path w="18288000" h="10287000">
                  <a:moveTo>
                    <a:pt x="14697215" y="6458318"/>
                  </a:moveTo>
                  <a:lnTo>
                    <a:pt x="14689874" y="6445593"/>
                  </a:lnTo>
                  <a:lnTo>
                    <a:pt x="14677149" y="6452946"/>
                  </a:lnTo>
                  <a:lnTo>
                    <a:pt x="14684489" y="6465659"/>
                  </a:lnTo>
                  <a:lnTo>
                    <a:pt x="14697215" y="6458318"/>
                  </a:lnTo>
                  <a:close/>
                </a:path>
                <a:path w="18288000" h="10287000">
                  <a:moveTo>
                    <a:pt x="14699539" y="8542985"/>
                  </a:moveTo>
                  <a:lnTo>
                    <a:pt x="14683677" y="8515502"/>
                  </a:lnTo>
                  <a:lnTo>
                    <a:pt x="14656194" y="8531377"/>
                  </a:lnTo>
                  <a:lnTo>
                    <a:pt x="14672056" y="8558847"/>
                  </a:lnTo>
                  <a:lnTo>
                    <a:pt x="14699539" y="8542985"/>
                  </a:lnTo>
                  <a:close/>
                </a:path>
                <a:path w="18288000" h="10287000">
                  <a:moveTo>
                    <a:pt x="14707489" y="5583580"/>
                  </a:moveTo>
                  <a:lnTo>
                    <a:pt x="14703374" y="5576455"/>
                  </a:lnTo>
                  <a:lnTo>
                    <a:pt x="14696250" y="5580570"/>
                  </a:lnTo>
                  <a:lnTo>
                    <a:pt x="14700364" y="5587695"/>
                  </a:lnTo>
                  <a:lnTo>
                    <a:pt x="14707489" y="5583580"/>
                  </a:lnTo>
                  <a:close/>
                </a:path>
                <a:path w="18288000" h="10287000">
                  <a:moveTo>
                    <a:pt x="14709826" y="7668247"/>
                  </a:moveTo>
                  <a:lnTo>
                    <a:pt x="14697189" y="7646365"/>
                  </a:lnTo>
                  <a:lnTo>
                    <a:pt x="14675307" y="7659002"/>
                  </a:lnTo>
                  <a:lnTo>
                    <a:pt x="14687944" y="7680884"/>
                  </a:lnTo>
                  <a:lnTo>
                    <a:pt x="14709826" y="7668247"/>
                  </a:lnTo>
                  <a:close/>
                </a:path>
                <a:path w="18288000" h="10287000">
                  <a:moveTo>
                    <a:pt x="14710143" y="9752368"/>
                  </a:moveTo>
                  <a:lnTo>
                    <a:pt x="14690458" y="9718281"/>
                  </a:lnTo>
                  <a:lnTo>
                    <a:pt x="14656372" y="9737966"/>
                  </a:lnTo>
                  <a:lnTo>
                    <a:pt x="14676044" y="9772053"/>
                  </a:lnTo>
                  <a:lnTo>
                    <a:pt x="14710143" y="9752368"/>
                  </a:lnTo>
                  <a:close/>
                </a:path>
                <a:path w="18288000" h="10287000">
                  <a:moveTo>
                    <a:pt x="14718170" y="4708957"/>
                  </a:moveTo>
                  <a:lnTo>
                    <a:pt x="14716989" y="4706925"/>
                  </a:lnTo>
                  <a:lnTo>
                    <a:pt x="14714957" y="4708093"/>
                  </a:lnTo>
                  <a:lnTo>
                    <a:pt x="14716125" y="4710125"/>
                  </a:lnTo>
                  <a:lnTo>
                    <a:pt x="14718170" y="4708957"/>
                  </a:lnTo>
                  <a:close/>
                </a:path>
                <a:path w="18288000" h="10287000">
                  <a:moveTo>
                    <a:pt x="14719300" y="6793293"/>
                  </a:moveTo>
                  <a:lnTo>
                    <a:pt x="14710486" y="6778028"/>
                  </a:lnTo>
                  <a:lnTo>
                    <a:pt x="14695208" y="6786842"/>
                  </a:lnTo>
                  <a:lnTo>
                    <a:pt x="14704035" y="6802107"/>
                  </a:lnTo>
                  <a:lnTo>
                    <a:pt x="14719300" y="6793293"/>
                  </a:lnTo>
                  <a:close/>
                </a:path>
                <a:path w="18288000" h="10287000">
                  <a:moveTo>
                    <a:pt x="14721624" y="8877960"/>
                  </a:moveTo>
                  <a:lnTo>
                    <a:pt x="14704289" y="8847938"/>
                  </a:lnTo>
                  <a:lnTo>
                    <a:pt x="14674266" y="8865273"/>
                  </a:lnTo>
                  <a:lnTo>
                    <a:pt x="14691601" y="8895283"/>
                  </a:lnTo>
                  <a:lnTo>
                    <a:pt x="14721624" y="8877960"/>
                  </a:lnTo>
                  <a:close/>
                </a:path>
                <a:path w="18288000" h="10287000">
                  <a:moveTo>
                    <a:pt x="14728774" y="5918339"/>
                  </a:moveTo>
                  <a:lnTo>
                    <a:pt x="14723783" y="5909691"/>
                  </a:lnTo>
                  <a:lnTo>
                    <a:pt x="14715135" y="5914682"/>
                  </a:lnTo>
                  <a:lnTo>
                    <a:pt x="14720126" y="5923343"/>
                  </a:lnTo>
                  <a:lnTo>
                    <a:pt x="14728774" y="5918339"/>
                  </a:lnTo>
                  <a:close/>
                </a:path>
                <a:path w="18288000" h="10287000">
                  <a:moveTo>
                    <a:pt x="14731416" y="10087127"/>
                  </a:moveTo>
                  <a:lnTo>
                    <a:pt x="14710855" y="10051504"/>
                  </a:lnTo>
                  <a:lnTo>
                    <a:pt x="14675244" y="10072078"/>
                  </a:lnTo>
                  <a:lnTo>
                    <a:pt x="14695805" y="10107701"/>
                  </a:lnTo>
                  <a:lnTo>
                    <a:pt x="14731416" y="10087127"/>
                  </a:lnTo>
                  <a:close/>
                </a:path>
                <a:path w="18288000" h="10287000">
                  <a:moveTo>
                    <a:pt x="14731899" y="8003222"/>
                  </a:moveTo>
                  <a:lnTo>
                    <a:pt x="14717802" y="7978800"/>
                  </a:lnTo>
                  <a:lnTo>
                    <a:pt x="14693379" y="7992897"/>
                  </a:lnTo>
                  <a:lnTo>
                    <a:pt x="14707476" y="8017319"/>
                  </a:lnTo>
                  <a:lnTo>
                    <a:pt x="14731899" y="8003222"/>
                  </a:lnTo>
                  <a:close/>
                </a:path>
                <a:path w="18288000" h="10287000">
                  <a:moveTo>
                    <a:pt x="14739455" y="5043716"/>
                  </a:moveTo>
                  <a:lnTo>
                    <a:pt x="14737385" y="5040147"/>
                  </a:lnTo>
                  <a:lnTo>
                    <a:pt x="14733829" y="5042205"/>
                  </a:lnTo>
                  <a:lnTo>
                    <a:pt x="14735886" y="5045773"/>
                  </a:lnTo>
                  <a:lnTo>
                    <a:pt x="14739455" y="5043716"/>
                  </a:lnTo>
                  <a:close/>
                </a:path>
                <a:path w="18288000" h="10287000">
                  <a:moveTo>
                    <a:pt x="14741779" y="7128383"/>
                  </a:moveTo>
                  <a:lnTo>
                    <a:pt x="14731200" y="7110057"/>
                  </a:lnTo>
                  <a:lnTo>
                    <a:pt x="14712887" y="7120636"/>
                  </a:lnTo>
                  <a:lnTo>
                    <a:pt x="14723466" y="7138949"/>
                  </a:lnTo>
                  <a:lnTo>
                    <a:pt x="14741779" y="7128383"/>
                  </a:lnTo>
                  <a:close/>
                </a:path>
                <a:path w="18288000" h="10287000">
                  <a:moveTo>
                    <a:pt x="14743303" y="9212834"/>
                  </a:moveTo>
                  <a:lnTo>
                    <a:pt x="14724799" y="9180766"/>
                  </a:lnTo>
                  <a:lnTo>
                    <a:pt x="14692732" y="9199270"/>
                  </a:lnTo>
                  <a:lnTo>
                    <a:pt x="14711248" y="9231338"/>
                  </a:lnTo>
                  <a:lnTo>
                    <a:pt x="14743303" y="9212834"/>
                  </a:lnTo>
                  <a:close/>
                </a:path>
                <a:path w="18288000" h="10287000">
                  <a:moveTo>
                    <a:pt x="14751253" y="6253429"/>
                  </a:moveTo>
                  <a:lnTo>
                    <a:pt x="14744497" y="6241720"/>
                  </a:lnTo>
                  <a:lnTo>
                    <a:pt x="14732800" y="6248476"/>
                  </a:lnTo>
                  <a:lnTo>
                    <a:pt x="14739557" y="6260185"/>
                  </a:lnTo>
                  <a:lnTo>
                    <a:pt x="14751253" y="6253429"/>
                  </a:lnTo>
                  <a:close/>
                </a:path>
                <a:path w="18288000" h="10287000">
                  <a:moveTo>
                    <a:pt x="14754390" y="8338299"/>
                  </a:moveTo>
                  <a:lnTo>
                    <a:pt x="14738528" y="8310829"/>
                  </a:lnTo>
                  <a:lnTo>
                    <a:pt x="14711045" y="8326691"/>
                  </a:lnTo>
                  <a:lnTo>
                    <a:pt x="14726907" y="8354174"/>
                  </a:lnTo>
                  <a:lnTo>
                    <a:pt x="14754390" y="8338299"/>
                  </a:lnTo>
                  <a:close/>
                </a:path>
                <a:path w="18288000" h="10287000">
                  <a:moveTo>
                    <a:pt x="14761134" y="5378577"/>
                  </a:moveTo>
                  <a:lnTo>
                    <a:pt x="14757896" y="5372989"/>
                  </a:lnTo>
                  <a:lnTo>
                    <a:pt x="14752295" y="5376215"/>
                  </a:lnTo>
                  <a:lnTo>
                    <a:pt x="14755533" y="5381815"/>
                  </a:lnTo>
                  <a:lnTo>
                    <a:pt x="14761134" y="5378577"/>
                  </a:lnTo>
                  <a:close/>
                </a:path>
                <a:path w="18288000" h="10287000">
                  <a:moveTo>
                    <a:pt x="14763865" y="7463345"/>
                  </a:moveTo>
                  <a:lnTo>
                    <a:pt x="14751825" y="7442492"/>
                  </a:lnTo>
                  <a:lnTo>
                    <a:pt x="14730959" y="7454532"/>
                  </a:lnTo>
                  <a:lnTo>
                    <a:pt x="14742998" y="7475398"/>
                  </a:lnTo>
                  <a:lnTo>
                    <a:pt x="14763865" y="7463345"/>
                  </a:lnTo>
                  <a:close/>
                </a:path>
                <a:path w="18288000" h="10287000">
                  <a:moveTo>
                    <a:pt x="14764982" y="9547695"/>
                  </a:moveTo>
                  <a:lnTo>
                    <a:pt x="14745297" y="9513595"/>
                  </a:lnTo>
                  <a:lnTo>
                    <a:pt x="14711210" y="9533280"/>
                  </a:lnTo>
                  <a:lnTo>
                    <a:pt x="14730895" y="9567380"/>
                  </a:lnTo>
                  <a:lnTo>
                    <a:pt x="14764982" y="9547695"/>
                  </a:lnTo>
                  <a:close/>
                </a:path>
                <a:path w="18288000" h="10287000">
                  <a:moveTo>
                    <a:pt x="14773339" y="6588404"/>
                  </a:moveTo>
                  <a:lnTo>
                    <a:pt x="14765109" y="6574155"/>
                  </a:lnTo>
                  <a:lnTo>
                    <a:pt x="14750860" y="6582384"/>
                  </a:lnTo>
                  <a:lnTo>
                    <a:pt x="14759089" y="6596634"/>
                  </a:lnTo>
                  <a:lnTo>
                    <a:pt x="14773339" y="6588404"/>
                  </a:lnTo>
                  <a:close/>
                </a:path>
                <a:path w="18288000" h="10287000">
                  <a:moveTo>
                    <a:pt x="14775663" y="8673071"/>
                  </a:moveTo>
                  <a:lnTo>
                    <a:pt x="14758912" y="8644052"/>
                  </a:lnTo>
                  <a:lnTo>
                    <a:pt x="14729917" y="8660803"/>
                  </a:lnTo>
                  <a:lnTo>
                    <a:pt x="14746656" y="8689810"/>
                  </a:lnTo>
                  <a:lnTo>
                    <a:pt x="14775663" y="8673071"/>
                  </a:lnTo>
                  <a:close/>
                </a:path>
                <a:path w="18288000" h="10287000">
                  <a:moveTo>
                    <a:pt x="14783207" y="5713552"/>
                  </a:moveTo>
                  <a:lnTo>
                    <a:pt x="14778508" y="5705411"/>
                  </a:lnTo>
                  <a:lnTo>
                    <a:pt x="14770367" y="5710123"/>
                  </a:lnTo>
                  <a:lnTo>
                    <a:pt x="14775066" y="5718251"/>
                  </a:lnTo>
                  <a:lnTo>
                    <a:pt x="14783207" y="5713552"/>
                  </a:lnTo>
                  <a:close/>
                </a:path>
                <a:path w="18288000" h="10287000">
                  <a:moveTo>
                    <a:pt x="14785937" y="7798321"/>
                  </a:moveTo>
                  <a:lnTo>
                    <a:pt x="14772437" y="7774914"/>
                  </a:lnTo>
                  <a:lnTo>
                    <a:pt x="14749018" y="7788427"/>
                  </a:lnTo>
                  <a:lnTo>
                    <a:pt x="14762544" y="7811846"/>
                  </a:lnTo>
                  <a:lnTo>
                    <a:pt x="14785937" y="7798321"/>
                  </a:lnTo>
                  <a:close/>
                </a:path>
                <a:path w="18288000" h="10287000">
                  <a:moveTo>
                    <a:pt x="14786674" y="9882556"/>
                  </a:moveTo>
                  <a:lnTo>
                    <a:pt x="14765808" y="9846424"/>
                  </a:lnTo>
                  <a:lnTo>
                    <a:pt x="14729676" y="9867290"/>
                  </a:lnTo>
                  <a:lnTo>
                    <a:pt x="14750542" y="9903422"/>
                  </a:lnTo>
                  <a:lnTo>
                    <a:pt x="14786674" y="9882556"/>
                  </a:lnTo>
                  <a:close/>
                </a:path>
                <a:path w="18288000" h="10287000">
                  <a:moveTo>
                    <a:pt x="14793887" y="4838928"/>
                  </a:moveTo>
                  <a:lnTo>
                    <a:pt x="14792122" y="4835880"/>
                  </a:lnTo>
                  <a:lnTo>
                    <a:pt x="14789074" y="4837646"/>
                  </a:lnTo>
                  <a:lnTo>
                    <a:pt x="14790827" y="4840694"/>
                  </a:lnTo>
                  <a:lnTo>
                    <a:pt x="14793887" y="4838928"/>
                  </a:lnTo>
                  <a:close/>
                </a:path>
                <a:path w="18288000" h="10287000">
                  <a:moveTo>
                    <a:pt x="14795818" y="6923481"/>
                  </a:moveTo>
                  <a:lnTo>
                    <a:pt x="14785836" y="6906184"/>
                  </a:lnTo>
                  <a:lnTo>
                    <a:pt x="14768525" y="6916166"/>
                  </a:lnTo>
                  <a:lnTo>
                    <a:pt x="14778520" y="6933463"/>
                  </a:lnTo>
                  <a:lnTo>
                    <a:pt x="14795818" y="6923481"/>
                  </a:lnTo>
                  <a:close/>
                </a:path>
                <a:path w="18288000" h="10287000">
                  <a:moveTo>
                    <a:pt x="14798142" y="9008148"/>
                  </a:moveTo>
                  <a:lnTo>
                    <a:pt x="14779638" y="8976093"/>
                  </a:lnTo>
                  <a:lnTo>
                    <a:pt x="14747583" y="8994597"/>
                  </a:lnTo>
                  <a:lnTo>
                    <a:pt x="14766087" y="9026652"/>
                  </a:lnTo>
                  <a:lnTo>
                    <a:pt x="14798142" y="9008148"/>
                  </a:lnTo>
                  <a:close/>
                </a:path>
                <a:path w="18288000" h="10287000">
                  <a:moveTo>
                    <a:pt x="14804898" y="6048426"/>
                  </a:moveTo>
                  <a:lnTo>
                    <a:pt x="14799018" y="6038240"/>
                  </a:lnTo>
                  <a:lnTo>
                    <a:pt x="14788845" y="6044120"/>
                  </a:lnTo>
                  <a:lnTo>
                    <a:pt x="14794713" y="6054306"/>
                  </a:lnTo>
                  <a:lnTo>
                    <a:pt x="14804898" y="6048426"/>
                  </a:lnTo>
                  <a:close/>
                </a:path>
                <a:path w="18288000" h="10287000">
                  <a:moveTo>
                    <a:pt x="14807540" y="10217201"/>
                  </a:moveTo>
                  <a:lnTo>
                    <a:pt x="14786102" y="10180066"/>
                  </a:lnTo>
                  <a:lnTo>
                    <a:pt x="14748955" y="10201516"/>
                  </a:lnTo>
                  <a:lnTo>
                    <a:pt x="14770392" y="10238651"/>
                  </a:lnTo>
                  <a:lnTo>
                    <a:pt x="14807540" y="10217201"/>
                  </a:lnTo>
                  <a:close/>
                </a:path>
                <a:path w="18288000" h="10287000">
                  <a:moveTo>
                    <a:pt x="14808429" y="8133410"/>
                  </a:moveTo>
                  <a:lnTo>
                    <a:pt x="14793151" y="8106956"/>
                  </a:lnTo>
                  <a:lnTo>
                    <a:pt x="14766684" y="8122234"/>
                  </a:lnTo>
                  <a:lnTo>
                    <a:pt x="14781962" y="8148688"/>
                  </a:lnTo>
                  <a:lnTo>
                    <a:pt x="14808429" y="8133410"/>
                  </a:lnTo>
                  <a:close/>
                </a:path>
                <a:path w="18288000" h="10287000">
                  <a:moveTo>
                    <a:pt x="14815173" y="5173688"/>
                  </a:moveTo>
                  <a:lnTo>
                    <a:pt x="14812531" y="5169103"/>
                  </a:lnTo>
                  <a:lnTo>
                    <a:pt x="14807946" y="5171757"/>
                  </a:lnTo>
                  <a:lnTo>
                    <a:pt x="14810588" y="5176329"/>
                  </a:lnTo>
                  <a:lnTo>
                    <a:pt x="14815173" y="5173688"/>
                  </a:lnTo>
                  <a:close/>
                </a:path>
                <a:path w="18288000" h="10287000">
                  <a:moveTo>
                    <a:pt x="14817903" y="7258456"/>
                  </a:moveTo>
                  <a:lnTo>
                    <a:pt x="14806448" y="7238606"/>
                  </a:lnTo>
                  <a:lnTo>
                    <a:pt x="14786598" y="7250074"/>
                  </a:lnTo>
                  <a:lnTo>
                    <a:pt x="14798066" y="7269912"/>
                  </a:lnTo>
                  <a:lnTo>
                    <a:pt x="14817903" y="7258456"/>
                  </a:lnTo>
                  <a:close/>
                </a:path>
                <a:path w="18288000" h="10287000">
                  <a:moveTo>
                    <a:pt x="14819427" y="9342907"/>
                  </a:moveTo>
                  <a:lnTo>
                    <a:pt x="14800034" y="9309316"/>
                  </a:lnTo>
                  <a:lnTo>
                    <a:pt x="14766455" y="9328709"/>
                  </a:lnTo>
                  <a:lnTo>
                    <a:pt x="14785848" y="9362300"/>
                  </a:lnTo>
                  <a:lnTo>
                    <a:pt x="14819427" y="9342907"/>
                  </a:lnTo>
                  <a:close/>
                </a:path>
                <a:path w="18288000" h="10287000">
                  <a:moveTo>
                    <a:pt x="14827377" y="6383502"/>
                  </a:moveTo>
                  <a:lnTo>
                    <a:pt x="14819745" y="6370282"/>
                  </a:lnTo>
                  <a:lnTo>
                    <a:pt x="14806511" y="6377914"/>
                  </a:lnTo>
                  <a:lnTo>
                    <a:pt x="14814144" y="6391148"/>
                  </a:lnTo>
                  <a:lnTo>
                    <a:pt x="14827377" y="6383502"/>
                  </a:lnTo>
                  <a:close/>
                </a:path>
                <a:path w="18288000" h="10287000">
                  <a:moveTo>
                    <a:pt x="14830108" y="8468271"/>
                  </a:moveTo>
                  <a:lnTo>
                    <a:pt x="14813649" y="8439785"/>
                  </a:lnTo>
                  <a:lnTo>
                    <a:pt x="14785162" y="8456231"/>
                  </a:lnTo>
                  <a:lnTo>
                    <a:pt x="14801609" y="8484730"/>
                  </a:lnTo>
                  <a:lnTo>
                    <a:pt x="14830108" y="8468271"/>
                  </a:lnTo>
                  <a:close/>
                </a:path>
                <a:path w="18288000" h="10287000">
                  <a:moveTo>
                    <a:pt x="14837258" y="5508663"/>
                  </a:moveTo>
                  <a:lnTo>
                    <a:pt x="14833143" y="5501538"/>
                  </a:lnTo>
                  <a:lnTo>
                    <a:pt x="14826018" y="5505653"/>
                  </a:lnTo>
                  <a:lnTo>
                    <a:pt x="14830133" y="5512778"/>
                  </a:lnTo>
                  <a:lnTo>
                    <a:pt x="14837258" y="5508663"/>
                  </a:lnTo>
                  <a:close/>
                </a:path>
                <a:path w="18288000" h="10287000">
                  <a:moveTo>
                    <a:pt x="14839988" y="7593431"/>
                  </a:moveTo>
                  <a:lnTo>
                    <a:pt x="14827060" y="7571041"/>
                  </a:lnTo>
                  <a:lnTo>
                    <a:pt x="14804670" y="7583970"/>
                  </a:lnTo>
                  <a:lnTo>
                    <a:pt x="14817598" y="7606360"/>
                  </a:lnTo>
                  <a:lnTo>
                    <a:pt x="14839988" y="7593431"/>
                  </a:lnTo>
                  <a:close/>
                </a:path>
                <a:path w="18288000" h="10287000">
                  <a:moveTo>
                    <a:pt x="14841512" y="9677883"/>
                  </a:moveTo>
                  <a:lnTo>
                    <a:pt x="14820646" y="9641751"/>
                  </a:lnTo>
                  <a:lnTo>
                    <a:pt x="14784515" y="9662604"/>
                  </a:lnTo>
                  <a:lnTo>
                    <a:pt x="14805381" y="9698749"/>
                  </a:lnTo>
                  <a:lnTo>
                    <a:pt x="14841512" y="9677883"/>
                  </a:lnTo>
                  <a:close/>
                </a:path>
                <a:path w="18288000" h="10287000">
                  <a:moveTo>
                    <a:pt x="14847926" y="4634039"/>
                  </a:moveTo>
                  <a:lnTo>
                    <a:pt x="14846757" y="4632007"/>
                  </a:lnTo>
                  <a:lnTo>
                    <a:pt x="14844713" y="4633188"/>
                  </a:lnTo>
                  <a:lnTo>
                    <a:pt x="14845894" y="4635208"/>
                  </a:lnTo>
                  <a:lnTo>
                    <a:pt x="14847926" y="4634039"/>
                  </a:lnTo>
                  <a:close/>
                </a:path>
                <a:path w="18288000" h="10287000">
                  <a:moveTo>
                    <a:pt x="14849463" y="6718490"/>
                  </a:moveTo>
                  <a:lnTo>
                    <a:pt x="14840357" y="6702704"/>
                  </a:lnTo>
                  <a:lnTo>
                    <a:pt x="14824583" y="6711810"/>
                  </a:lnTo>
                  <a:lnTo>
                    <a:pt x="14833689" y="6727584"/>
                  </a:lnTo>
                  <a:lnTo>
                    <a:pt x="14849463" y="6718490"/>
                  </a:lnTo>
                  <a:close/>
                </a:path>
                <a:path w="18288000" h="10287000">
                  <a:moveTo>
                    <a:pt x="14852587" y="8803361"/>
                  </a:moveTo>
                  <a:lnTo>
                    <a:pt x="14834375" y="8771814"/>
                  </a:lnTo>
                  <a:lnTo>
                    <a:pt x="14802828" y="8790026"/>
                  </a:lnTo>
                  <a:lnTo>
                    <a:pt x="14821040" y="8821572"/>
                  </a:lnTo>
                  <a:lnTo>
                    <a:pt x="14852587" y="8803361"/>
                  </a:lnTo>
                  <a:close/>
                </a:path>
                <a:path w="18288000" h="10287000">
                  <a:moveTo>
                    <a:pt x="14858924" y="5843536"/>
                  </a:moveTo>
                  <a:lnTo>
                    <a:pt x="14853641" y="5834367"/>
                  </a:lnTo>
                  <a:lnTo>
                    <a:pt x="14844484" y="5839650"/>
                  </a:lnTo>
                  <a:lnTo>
                    <a:pt x="14849767" y="5848820"/>
                  </a:lnTo>
                  <a:lnTo>
                    <a:pt x="14858924" y="5843536"/>
                  </a:lnTo>
                  <a:close/>
                </a:path>
                <a:path w="18288000" h="10287000">
                  <a:moveTo>
                    <a:pt x="14862391" y="10012540"/>
                  </a:moveTo>
                  <a:lnTo>
                    <a:pt x="14840941" y="9975380"/>
                  </a:lnTo>
                  <a:lnTo>
                    <a:pt x="14803793" y="9996830"/>
                  </a:lnTo>
                  <a:lnTo>
                    <a:pt x="14825244" y="10033978"/>
                  </a:lnTo>
                  <a:lnTo>
                    <a:pt x="14862391" y="10012540"/>
                  </a:lnTo>
                  <a:close/>
                </a:path>
                <a:path w="18288000" h="10287000">
                  <a:moveTo>
                    <a:pt x="14862467" y="7928521"/>
                  </a:moveTo>
                  <a:lnTo>
                    <a:pt x="14847773" y="7903070"/>
                  </a:lnTo>
                  <a:lnTo>
                    <a:pt x="14822335" y="7917764"/>
                  </a:lnTo>
                  <a:lnTo>
                    <a:pt x="14837029" y="7943215"/>
                  </a:lnTo>
                  <a:lnTo>
                    <a:pt x="14862467" y="7928521"/>
                  </a:lnTo>
                  <a:close/>
                </a:path>
                <a:path w="18288000" h="10287000">
                  <a:moveTo>
                    <a:pt x="14869605" y="4968900"/>
                  </a:moveTo>
                  <a:lnTo>
                    <a:pt x="14867255" y="4964836"/>
                  </a:lnTo>
                  <a:lnTo>
                    <a:pt x="14863191" y="4967186"/>
                  </a:lnTo>
                  <a:lnTo>
                    <a:pt x="14865541" y="4971250"/>
                  </a:lnTo>
                  <a:lnTo>
                    <a:pt x="14869605" y="4968900"/>
                  </a:lnTo>
                  <a:close/>
                </a:path>
                <a:path w="18288000" h="10287000">
                  <a:moveTo>
                    <a:pt x="14871942" y="7053567"/>
                  </a:moveTo>
                  <a:lnTo>
                    <a:pt x="14861070" y="7034733"/>
                  </a:lnTo>
                  <a:lnTo>
                    <a:pt x="14842249" y="7045604"/>
                  </a:lnTo>
                  <a:lnTo>
                    <a:pt x="14853107" y="7064438"/>
                  </a:lnTo>
                  <a:lnTo>
                    <a:pt x="14871942" y="7053567"/>
                  </a:lnTo>
                  <a:close/>
                </a:path>
                <a:path w="18288000" h="10287000">
                  <a:moveTo>
                    <a:pt x="14874278" y="9138234"/>
                  </a:moveTo>
                  <a:lnTo>
                    <a:pt x="14854885" y="9104643"/>
                  </a:lnTo>
                  <a:lnTo>
                    <a:pt x="14821294" y="9124036"/>
                  </a:lnTo>
                  <a:lnTo>
                    <a:pt x="14840687" y="9157627"/>
                  </a:lnTo>
                  <a:lnTo>
                    <a:pt x="14874278" y="9138234"/>
                  </a:lnTo>
                  <a:close/>
                </a:path>
                <a:path w="18288000" h="10287000">
                  <a:moveTo>
                    <a:pt x="14881022" y="6178512"/>
                  </a:moveTo>
                  <a:lnTo>
                    <a:pt x="14874253" y="6166802"/>
                  </a:lnTo>
                  <a:lnTo>
                    <a:pt x="14862556" y="6173559"/>
                  </a:lnTo>
                  <a:lnTo>
                    <a:pt x="14869313" y="6185268"/>
                  </a:lnTo>
                  <a:lnTo>
                    <a:pt x="14881022" y="6178512"/>
                  </a:lnTo>
                  <a:close/>
                </a:path>
                <a:path w="18288000" h="10287000">
                  <a:moveTo>
                    <a:pt x="14884553" y="8263496"/>
                  </a:moveTo>
                  <a:lnTo>
                    <a:pt x="14868386" y="8235505"/>
                  </a:lnTo>
                  <a:lnTo>
                    <a:pt x="14840395" y="8251660"/>
                  </a:lnTo>
                  <a:lnTo>
                    <a:pt x="14856562" y="8279651"/>
                  </a:lnTo>
                  <a:lnTo>
                    <a:pt x="14884553" y="8263496"/>
                  </a:lnTo>
                  <a:close/>
                </a:path>
                <a:path w="18288000" h="10287000">
                  <a:moveTo>
                    <a:pt x="14891284" y="5303774"/>
                  </a:moveTo>
                  <a:lnTo>
                    <a:pt x="14887766" y="5297665"/>
                  </a:lnTo>
                  <a:lnTo>
                    <a:pt x="14881657" y="5301196"/>
                  </a:lnTo>
                  <a:lnTo>
                    <a:pt x="14885175" y="5307292"/>
                  </a:lnTo>
                  <a:lnTo>
                    <a:pt x="14891284" y="5303774"/>
                  </a:lnTo>
                  <a:close/>
                </a:path>
                <a:path w="18288000" h="10287000">
                  <a:moveTo>
                    <a:pt x="14894027" y="7388542"/>
                  </a:moveTo>
                  <a:lnTo>
                    <a:pt x="14881682" y="7367168"/>
                  </a:lnTo>
                  <a:lnTo>
                    <a:pt x="14860321" y="7379513"/>
                  </a:lnTo>
                  <a:lnTo>
                    <a:pt x="14872653" y="7400874"/>
                  </a:lnTo>
                  <a:lnTo>
                    <a:pt x="14894027" y="7388542"/>
                  </a:lnTo>
                  <a:close/>
                </a:path>
                <a:path w="18288000" h="10287000">
                  <a:moveTo>
                    <a:pt x="14895957" y="9473095"/>
                  </a:moveTo>
                  <a:lnTo>
                    <a:pt x="14875383" y="9437472"/>
                  </a:lnTo>
                  <a:lnTo>
                    <a:pt x="14839760" y="9458046"/>
                  </a:lnTo>
                  <a:lnTo>
                    <a:pt x="14860321" y="9493656"/>
                  </a:lnTo>
                  <a:lnTo>
                    <a:pt x="14895957" y="9473095"/>
                  </a:lnTo>
                  <a:close/>
                </a:path>
                <a:path w="18288000" h="10287000">
                  <a:moveTo>
                    <a:pt x="14901964" y="4429137"/>
                  </a:moveTo>
                  <a:lnTo>
                    <a:pt x="14901723" y="4428718"/>
                  </a:lnTo>
                  <a:lnTo>
                    <a:pt x="14900351" y="4428718"/>
                  </a:lnTo>
                  <a:lnTo>
                    <a:pt x="14900605" y="4429137"/>
                  </a:lnTo>
                  <a:lnTo>
                    <a:pt x="14901964" y="4429137"/>
                  </a:lnTo>
                  <a:close/>
                </a:path>
                <a:path w="18288000" h="10287000">
                  <a:moveTo>
                    <a:pt x="14903501" y="6513589"/>
                  </a:moveTo>
                  <a:lnTo>
                    <a:pt x="14894979" y="6498831"/>
                  </a:lnTo>
                  <a:lnTo>
                    <a:pt x="14880222" y="6507353"/>
                  </a:lnTo>
                  <a:lnTo>
                    <a:pt x="14888744" y="6522110"/>
                  </a:lnTo>
                  <a:lnTo>
                    <a:pt x="14903501" y="6513589"/>
                  </a:lnTo>
                  <a:close/>
                </a:path>
                <a:path w="18288000" h="10287000">
                  <a:moveTo>
                    <a:pt x="14906625" y="8598471"/>
                  </a:moveTo>
                  <a:lnTo>
                    <a:pt x="14888998" y="8567928"/>
                  </a:lnTo>
                  <a:lnTo>
                    <a:pt x="14858467" y="8585556"/>
                  </a:lnTo>
                  <a:lnTo>
                    <a:pt x="14876107" y="8616099"/>
                  </a:lnTo>
                  <a:lnTo>
                    <a:pt x="14906625" y="8598471"/>
                  </a:lnTo>
                  <a:close/>
                </a:path>
                <a:path w="18288000" h="10287000">
                  <a:moveTo>
                    <a:pt x="14912963" y="5638635"/>
                  </a:moveTo>
                  <a:lnTo>
                    <a:pt x="14908276" y="5630494"/>
                  </a:lnTo>
                  <a:lnTo>
                    <a:pt x="14900123" y="5635193"/>
                  </a:lnTo>
                  <a:lnTo>
                    <a:pt x="14904835" y="5643334"/>
                  </a:lnTo>
                  <a:lnTo>
                    <a:pt x="14912963" y="5638635"/>
                  </a:lnTo>
                  <a:close/>
                </a:path>
                <a:path w="18288000" h="10287000">
                  <a:moveTo>
                    <a:pt x="14916506" y="7723632"/>
                  </a:moveTo>
                  <a:lnTo>
                    <a:pt x="14902409" y="7699197"/>
                  </a:lnTo>
                  <a:lnTo>
                    <a:pt x="14877987" y="7713307"/>
                  </a:lnTo>
                  <a:lnTo>
                    <a:pt x="14892084" y="7737729"/>
                  </a:lnTo>
                  <a:lnTo>
                    <a:pt x="14916506" y="7723632"/>
                  </a:lnTo>
                  <a:close/>
                </a:path>
                <a:path w="18288000" h="10287000">
                  <a:moveTo>
                    <a:pt x="14917230" y="9807854"/>
                  </a:moveTo>
                  <a:lnTo>
                    <a:pt x="14895779" y="9770707"/>
                  </a:lnTo>
                  <a:lnTo>
                    <a:pt x="14858632" y="9792157"/>
                  </a:lnTo>
                  <a:lnTo>
                    <a:pt x="14880082" y="9829305"/>
                  </a:lnTo>
                  <a:lnTo>
                    <a:pt x="14917230" y="9807854"/>
                  </a:lnTo>
                  <a:close/>
                </a:path>
                <a:path w="18288000" h="10287000">
                  <a:moveTo>
                    <a:pt x="14923643" y="4764011"/>
                  </a:moveTo>
                  <a:lnTo>
                    <a:pt x="14921878" y="4760963"/>
                  </a:lnTo>
                  <a:lnTo>
                    <a:pt x="14918830" y="4762716"/>
                  </a:lnTo>
                  <a:lnTo>
                    <a:pt x="14920595" y="4765776"/>
                  </a:lnTo>
                  <a:lnTo>
                    <a:pt x="14923643" y="4764011"/>
                  </a:lnTo>
                  <a:close/>
                </a:path>
                <a:path w="18288000" h="10287000">
                  <a:moveTo>
                    <a:pt x="14925980" y="6848678"/>
                  </a:moveTo>
                  <a:lnTo>
                    <a:pt x="14915706" y="6830860"/>
                  </a:lnTo>
                  <a:lnTo>
                    <a:pt x="14897888" y="6841147"/>
                  </a:lnTo>
                  <a:lnTo>
                    <a:pt x="14908175" y="6858952"/>
                  </a:lnTo>
                  <a:lnTo>
                    <a:pt x="14925980" y="6848678"/>
                  </a:lnTo>
                  <a:close/>
                </a:path>
                <a:path w="18288000" h="10287000">
                  <a:moveTo>
                    <a:pt x="14928711" y="8933447"/>
                  </a:moveTo>
                  <a:lnTo>
                    <a:pt x="14909610" y="8900376"/>
                  </a:lnTo>
                  <a:lnTo>
                    <a:pt x="14876539" y="8919464"/>
                  </a:lnTo>
                  <a:lnTo>
                    <a:pt x="14895627" y="8952547"/>
                  </a:lnTo>
                  <a:lnTo>
                    <a:pt x="14928711" y="8933447"/>
                  </a:lnTo>
                  <a:close/>
                </a:path>
                <a:path w="18288000" h="10287000">
                  <a:moveTo>
                    <a:pt x="14934654" y="5973508"/>
                  </a:moveTo>
                  <a:lnTo>
                    <a:pt x="14928774" y="5963323"/>
                  </a:lnTo>
                  <a:lnTo>
                    <a:pt x="14918601" y="5969203"/>
                  </a:lnTo>
                  <a:lnTo>
                    <a:pt x="14924481" y="5979376"/>
                  </a:lnTo>
                  <a:lnTo>
                    <a:pt x="14934654" y="5973508"/>
                  </a:lnTo>
                  <a:close/>
                </a:path>
                <a:path w="18288000" h="10287000">
                  <a:moveTo>
                    <a:pt x="14938502" y="10142614"/>
                  </a:moveTo>
                  <a:lnTo>
                    <a:pt x="14916176" y="10103942"/>
                  </a:lnTo>
                  <a:lnTo>
                    <a:pt x="14877504" y="10126281"/>
                  </a:lnTo>
                  <a:lnTo>
                    <a:pt x="14899831" y="10164953"/>
                  </a:lnTo>
                  <a:lnTo>
                    <a:pt x="14938502" y="10142614"/>
                  </a:lnTo>
                  <a:close/>
                </a:path>
                <a:path w="18288000" h="10287000">
                  <a:moveTo>
                    <a:pt x="14938998" y="8058709"/>
                  </a:moveTo>
                  <a:lnTo>
                    <a:pt x="14923123" y="8031226"/>
                  </a:lnTo>
                  <a:lnTo>
                    <a:pt x="14895652" y="8047088"/>
                  </a:lnTo>
                  <a:lnTo>
                    <a:pt x="14911515" y="8074571"/>
                  </a:lnTo>
                  <a:lnTo>
                    <a:pt x="14938998" y="8058709"/>
                  </a:lnTo>
                  <a:close/>
                </a:path>
                <a:path w="18288000" h="10287000">
                  <a:moveTo>
                    <a:pt x="14945322" y="5098872"/>
                  </a:moveTo>
                  <a:lnTo>
                    <a:pt x="14942388" y="5093792"/>
                  </a:lnTo>
                  <a:lnTo>
                    <a:pt x="14937296" y="5096726"/>
                  </a:lnTo>
                  <a:lnTo>
                    <a:pt x="14940242" y="5101818"/>
                  </a:lnTo>
                  <a:lnTo>
                    <a:pt x="14945322" y="5098872"/>
                  </a:lnTo>
                  <a:close/>
                </a:path>
                <a:path w="18288000" h="10287000">
                  <a:moveTo>
                    <a:pt x="14948065" y="7183641"/>
                  </a:moveTo>
                  <a:lnTo>
                    <a:pt x="14936318" y="7163282"/>
                  </a:lnTo>
                  <a:lnTo>
                    <a:pt x="14915960" y="7175043"/>
                  </a:lnTo>
                  <a:lnTo>
                    <a:pt x="14927707" y="7195401"/>
                  </a:lnTo>
                  <a:lnTo>
                    <a:pt x="14948065" y="7183641"/>
                  </a:lnTo>
                  <a:close/>
                </a:path>
                <a:path w="18288000" h="10287000">
                  <a:moveTo>
                    <a:pt x="14950783" y="9268422"/>
                  </a:moveTo>
                  <a:lnTo>
                    <a:pt x="14930222" y="9232798"/>
                  </a:lnTo>
                  <a:lnTo>
                    <a:pt x="14894598" y="9253360"/>
                  </a:lnTo>
                  <a:lnTo>
                    <a:pt x="14915172" y="9288983"/>
                  </a:lnTo>
                  <a:lnTo>
                    <a:pt x="14950783" y="9268422"/>
                  </a:lnTo>
                  <a:close/>
                </a:path>
                <a:path w="18288000" h="10287000">
                  <a:moveTo>
                    <a:pt x="14957540" y="6308699"/>
                  </a:moveTo>
                  <a:lnTo>
                    <a:pt x="14949602" y="6294958"/>
                  </a:lnTo>
                  <a:lnTo>
                    <a:pt x="14935861" y="6302883"/>
                  </a:lnTo>
                  <a:lnTo>
                    <a:pt x="14943798" y="6316624"/>
                  </a:lnTo>
                  <a:lnTo>
                    <a:pt x="14957540" y="6308699"/>
                  </a:lnTo>
                  <a:close/>
                </a:path>
                <a:path w="18288000" h="10287000">
                  <a:moveTo>
                    <a:pt x="14960664" y="8393582"/>
                  </a:moveTo>
                  <a:lnTo>
                    <a:pt x="14943620" y="8364067"/>
                  </a:lnTo>
                  <a:lnTo>
                    <a:pt x="14914118" y="8381098"/>
                  </a:lnTo>
                  <a:lnTo>
                    <a:pt x="14931162" y="8410613"/>
                  </a:lnTo>
                  <a:lnTo>
                    <a:pt x="14960664" y="8393582"/>
                  </a:lnTo>
                  <a:close/>
                </a:path>
                <a:path w="18288000" h="10287000">
                  <a:moveTo>
                    <a:pt x="14967014" y="5433746"/>
                  </a:moveTo>
                  <a:lnTo>
                    <a:pt x="14962899" y="5426621"/>
                  </a:lnTo>
                  <a:lnTo>
                    <a:pt x="14955774" y="5430736"/>
                  </a:lnTo>
                  <a:lnTo>
                    <a:pt x="14959889" y="5437860"/>
                  </a:lnTo>
                  <a:lnTo>
                    <a:pt x="14967014" y="5433746"/>
                  </a:lnTo>
                  <a:close/>
                </a:path>
                <a:path w="18288000" h="10287000">
                  <a:moveTo>
                    <a:pt x="14970151" y="7518628"/>
                  </a:moveTo>
                  <a:lnTo>
                    <a:pt x="14956930" y="7495730"/>
                  </a:lnTo>
                  <a:lnTo>
                    <a:pt x="14934032" y="7508951"/>
                  </a:lnTo>
                  <a:lnTo>
                    <a:pt x="14947253" y="7531849"/>
                  </a:lnTo>
                  <a:lnTo>
                    <a:pt x="14970151" y="7518628"/>
                  </a:lnTo>
                  <a:close/>
                </a:path>
                <a:path w="18288000" h="10287000">
                  <a:moveTo>
                    <a:pt x="14972068" y="9603181"/>
                  </a:moveTo>
                  <a:lnTo>
                    <a:pt x="14950618" y="9566034"/>
                  </a:lnTo>
                  <a:lnTo>
                    <a:pt x="14913471" y="9587484"/>
                  </a:lnTo>
                  <a:lnTo>
                    <a:pt x="14934921" y="9624631"/>
                  </a:lnTo>
                  <a:lnTo>
                    <a:pt x="14972068" y="9603181"/>
                  </a:lnTo>
                  <a:close/>
                </a:path>
                <a:path w="18288000" h="10287000">
                  <a:moveTo>
                    <a:pt x="14977694" y="4559122"/>
                  </a:moveTo>
                  <a:lnTo>
                    <a:pt x="14976513" y="4557090"/>
                  </a:lnTo>
                  <a:lnTo>
                    <a:pt x="14974481" y="4558258"/>
                  </a:lnTo>
                  <a:lnTo>
                    <a:pt x="14975650" y="4560290"/>
                  </a:lnTo>
                  <a:lnTo>
                    <a:pt x="14977694" y="4559122"/>
                  </a:lnTo>
                  <a:close/>
                </a:path>
                <a:path w="18288000" h="10287000">
                  <a:moveTo>
                    <a:pt x="14979612" y="6643675"/>
                  </a:moveTo>
                  <a:lnTo>
                    <a:pt x="14970214" y="6627393"/>
                  </a:lnTo>
                  <a:lnTo>
                    <a:pt x="14953933" y="6636791"/>
                  </a:lnTo>
                  <a:lnTo>
                    <a:pt x="14963343" y="6653073"/>
                  </a:lnTo>
                  <a:lnTo>
                    <a:pt x="14979612" y="6643675"/>
                  </a:lnTo>
                  <a:close/>
                </a:path>
                <a:path w="18288000" h="10287000">
                  <a:moveTo>
                    <a:pt x="14983155" y="8728659"/>
                  </a:moveTo>
                  <a:lnTo>
                    <a:pt x="14964347" y="8696096"/>
                  </a:lnTo>
                  <a:lnTo>
                    <a:pt x="14931784" y="8714892"/>
                  </a:lnTo>
                  <a:lnTo>
                    <a:pt x="14950580" y="8747468"/>
                  </a:lnTo>
                  <a:lnTo>
                    <a:pt x="14983155" y="8728659"/>
                  </a:lnTo>
                  <a:close/>
                </a:path>
                <a:path w="18288000" h="10287000">
                  <a:moveTo>
                    <a:pt x="14988693" y="5768619"/>
                  </a:moveTo>
                  <a:lnTo>
                    <a:pt x="14983397" y="5759450"/>
                  </a:lnTo>
                  <a:lnTo>
                    <a:pt x="14974240" y="5764746"/>
                  </a:lnTo>
                  <a:lnTo>
                    <a:pt x="14979536" y="5773902"/>
                  </a:lnTo>
                  <a:lnTo>
                    <a:pt x="14988693" y="5768619"/>
                  </a:lnTo>
                  <a:close/>
                </a:path>
                <a:path w="18288000" h="10287000">
                  <a:moveTo>
                    <a:pt x="14993036" y="7853820"/>
                  </a:moveTo>
                  <a:lnTo>
                    <a:pt x="14977745" y="7827353"/>
                  </a:lnTo>
                  <a:lnTo>
                    <a:pt x="14951291" y="7842631"/>
                  </a:lnTo>
                  <a:lnTo>
                    <a:pt x="14966569" y="7869098"/>
                  </a:lnTo>
                  <a:lnTo>
                    <a:pt x="14993036" y="7853820"/>
                  </a:lnTo>
                  <a:close/>
                </a:path>
                <a:path w="18288000" h="10287000">
                  <a:moveTo>
                    <a:pt x="14993341" y="9937940"/>
                  </a:moveTo>
                  <a:lnTo>
                    <a:pt x="14971014" y="9899269"/>
                  </a:lnTo>
                  <a:lnTo>
                    <a:pt x="14932343" y="9921596"/>
                  </a:lnTo>
                  <a:lnTo>
                    <a:pt x="14954669" y="9960267"/>
                  </a:lnTo>
                  <a:lnTo>
                    <a:pt x="14993341" y="9937940"/>
                  </a:lnTo>
                  <a:close/>
                </a:path>
                <a:path w="18288000" h="10287000">
                  <a:moveTo>
                    <a:pt x="14999361" y="4893983"/>
                  </a:moveTo>
                  <a:lnTo>
                    <a:pt x="14997024" y="4889919"/>
                  </a:lnTo>
                  <a:lnTo>
                    <a:pt x="14992947" y="4892268"/>
                  </a:lnTo>
                  <a:lnTo>
                    <a:pt x="14995297" y="4896345"/>
                  </a:lnTo>
                  <a:lnTo>
                    <a:pt x="14999361" y="4893983"/>
                  </a:lnTo>
                  <a:close/>
                </a:path>
                <a:path w="18288000" h="10287000">
                  <a:moveTo>
                    <a:pt x="15002104" y="6978764"/>
                  </a:moveTo>
                  <a:lnTo>
                    <a:pt x="14990941" y="6959422"/>
                  </a:lnTo>
                  <a:lnTo>
                    <a:pt x="14971598" y="6970585"/>
                  </a:lnTo>
                  <a:lnTo>
                    <a:pt x="14982762" y="6989927"/>
                  </a:lnTo>
                  <a:lnTo>
                    <a:pt x="15002104" y="6978764"/>
                  </a:lnTo>
                  <a:close/>
                </a:path>
                <a:path w="18288000" h="10287000">
                  <a:moveTo>
                    <a:pt x="15005228" y="9063634"/>
                  </a:moveTo>
                  <a:lnTo>
                    <a:pt x="14984959" y="9028519"/>
                  </a:lnTo>
                  <a:lnTo>
                    <a:pt x="14949843" y="9048801"/>
                  </a:lnTo>
                  <a:lnTo>
                    <a:pt x="14970125" y="9083904"/>
                  </a:lnTo>
                  <a:lnTo>
                    <a:pt x="15005228" y="9063634"/>
                  </a:lnTo>
                  <a:close/>
                </a:path>
                <a:path w="18288000" h="10287000">
                  <a:moveTo>
                    <a:pt x="15011172" y="6103696"/>
                  </a:moveTo>
                  <a:lnTo>
                    <a:pt x="15004123" y="6091479"/>
                  </a:lnTo>
                  <a:lnTo>
                    <a:pt x="14991906" y="6098540"/>
                  </a:lnTo>
                  <a:lnTo>
                    <a:pt x="14998967" y="6110744"/>
                  </a:lnTo>
                  <a:lnTo>
                    <a:pt x="15011172" y="6103696"/>
                  </a:lnTo>
                  <a:close/>
                </a:path>
                <a:path w="18288000" h="10287000">
                  <a:moveTo>
                    <a:pt x="15013432" y="10272370"/>
                  </a:moveTo>
                  <a:lnTo>
                    <a:pt x="14991093" y="10233698"/>
                  </a:lnTo>
                  <a:lnTo>
                    <a:pt x="14952421" y="10256037"/>
                  </a:lnTo>
                  <a:lnTo>
                    <a:pt x="14970303" y="10287000"/>
                  </a:lnTo>
                  <a:lnTo>
                    <a:pt x="14988108" y="10287000"/>
                  </a:lnTo>
                  <a:lnTo>
                    <a:pt x="15013432" y="10272370"/>
                  </a:lnTo>
                  <a:close/>
                </a:path>
                <a:path w="18288000" h="10287000">
                  <a:moveTo>
                    <a:pt x="15015109" y="8188795"/>
                  </a:moveTo>
                  <a:lnTo>
                    <a:pt x="14998370" y="8159788"/>
                  </a:lnTo>
                  <a:lnTo>
                    <a:pt x="14969363" y="8176539"/>
                  </a:lnTo>
                  <a:lnTo>
                    <a:pt x="14986102" y="8205533"/>
                  </a:lnTo>
                  <a:lnTo>
                    <a:pt x="15015109" y="8188795"/>
                  </a:lnTo>
                  <a:close/>
                </a:path>
                <a:path w="18288000" h="10287000">
                  <a:moveTo>
                    <a:pt x="15021052" y="5228856"/>
                  </a:moveTo>
                  <a:lnTo>
                    <a:pt x="15017522" y="5222748"/>
                  </a:lnTo>
                  <a:lnTo>
                    <a:pt x="15011413" y="5226278"/>
                  </a:lnTo>
                  <a:lnTo>
                    <a:pt x="15014944" y="5232374"/>
                  </a:lnTo>
                  <a:lnTo>
                    <a:pt x="15021052" y="5228856"/>
                  </a:lnTo>
                  <a:close/>
                </a:path>
                <a:path w="18288000" h="10287000">
                  <a:moveTo>
                    <a:pt x="15024176" y="7313739"/>
                  </a:moveTo>
                  <a:lnTo>
                    <a:pt x="15011553" y="7291845"/>
                  </a:lnTo>
                  <a:lnTo>
                    <a:pt x="14989671" y="7304481"/>
                  </a:lnTo>
                  <a:lnTo>
                    <a:pt x="15002307" y="7326363"/>
                  </a:lnTo>
                  <a:lnTo>
                    <a:pt x="15024176" y="7313739"/>
                  </a:lnTo>
                  <a:close/>
                </a:path>
                <a:path w="18288000" h="10287000">
                  <a:moveTo>
                    <a:pt x="15026907" y="9398495"/>
                  </a:moveTo>
                  <a:lnTo>
                    <a:pt x="15005457" y="9361360"/>
                  </a:lnTo>
                  <a:lnTo>
                    <a:pt x="14968309" y="9382811"/>
                  </a:lnTo>
                  <a:lnTo>
                    <a:pt x="14989759" y="9419946"/>
                  </a:lnTo>
                  <a:lnTo>
                    <a:pt x="15026907" y="9398495"/>
                  </a:lnTo>
                  <a:close/>
                </a:path>
                <a:path w="18288000" h="10287000">
                  <a:moveTo>
                    <a:pt x="15031720" y="4354233"/>
                  </a:moveTo>
                  <a:lnTo>
                    <a:pt x="15031479" y="4353801"/>
                  </a:lnTo>
                  <a:lnTo>
                    <a:pt x="15030120" y="4353801"/>
                  </a:lnTo>
                  <a:lnTo>
                    <a:pt x="15030361" y="4354233"/>
                  </a:lnTo>
                  <a:lnTo>
                    <a:pt x="15031720" y="4354233"/>
                  </a:lnTo>
                  <a:close/>
                </a:path>
                <a:path w="18288000" h="10287000">
                  <a:moveTo>
                    <a:pt x="15033663" y="6438786"/>
                  </a:moveTo>
                  <a:lnTo>
                    <a:pt x="15024850" y="6423520"/>
                  </a:lnTo>
                  <a:lnTo>
                    <a:pt x="15009571" y="6432334"/>
                  </a:lnTo>
                  <a:lnTo>
                    <a:pt x="15018385" y="6447587"/>
                  </a:lnTo>
                  <a:lnTo>
                    <a:pt x="15033663" y="6438786"/>
                  </a:lnTo>
                  <a:close/>
                </a:path>
                <a:path w="18288000" h="10287000">
                  <a:moveTo>
                    <a:pt x="15037588" y="8523872"/>
                  </a:moveTo>
                  <a:lnTo>
                    <a:pt x="15019084" y="8491817"/>
                  </a:lnTo>
                  <a:lnTo>
                    <a:pt x="14987029" y="8510321"/>
                  </a:lnTo>
                  <a:lnTo>
                    <a:pt x="15005533" y="8542376"/>
                  </a:lnTo>
                  <a:lnTo>
                    <a:pt x="15037588" y="8523872"/>
                  </a:lnTo>
                  <a:close/>
                </a:path>
                <a:path w="18288000" h="10287000">
                  <a:moveTo>
                    <a:pt x="15042731" y="5563717"/>
                  </a:moveTo>
                  <a:lnTo>
                    <a:pt x="15038032" y="5555577"/>
                  </a:lnTo>
                  <a:lnTo>
                    <a:pt x="15029879" y="5560288"/>
                  </a:lnTo>
                  <a:lnTo>
                    <a:pt x="15034578" y="5568416"/>
                  </a:lnTo>
                  <a:lnTo>
                    <a:pt x="15042731" y="5563717"/>
                  </a:lnTo>
                  <a:close/>
                </a:path>
                <a:path w="18288000" h="10287000">
                  <a:moveTo>
                    <a:pt x="15047075" y="7648918"/>
                  </a:moveTo>
                  <a:lnTo>
                    <a:pt x="15032381" y="7623480"/>
                  </a:lnTo>
                  <a:lnTo>
                    <a:pt x="15006943" y="7638174"/>
                  </a:lnTo>
                  <a:lnTo>
                    <a:pt x="15021636" y="7663612"/>
                  </a:lnTo>
                  <a:lnTo>
                    <a:pt x="15047075" y="7648918"/>
                  </a:lnTo>
                  <a:close/>
                </a:path>
                <a:path w="18288000" h="10287000">
                  <a:moveTo>
                    <a:pt x="15048192" y="9733267"/>
                  </a:moveTo>
                  <a:lnTo>
                    <a:pt x="15025866" y="9694583"/>
                  </a:lnTo>
                  <a:lnTo>
                    <a:pt x="14987194" y="9716922"/>
                  </a:lnTo>
                  <a:lnTo>
                    <a:pt x="15009521" y="9755594"/>
                  </a:lnTo>
                  <a:lnTo>
                    <a:pt x="15048192" y="9733267"/>
                  </a:lnTo>
                  <a:close/>
                </a:path>
                <a:path w="18288000" h="10287000">
                  <a:moveTo>
                    <a:pt x="15053399" y="4689094"/>
                  </a:moveTo>
                  <a:lnTo>
                    <a:pt x="15051647" y="4686046"/>
                  </a:lnTo>
                  <a:lnTo>
                    <a:pt x="15048586" y="4687811"/>
                  </a:lnTo>
                  <a:lnTo>
                    <a:pt x="15050351" y="4690859"/>
                  </a:lnTo>
                  <a:lnTo>
                    <a:pt x="15053399" y="4689094"/>
                  </a:lnTo>
                  <a:close/>
                </a:path>
                <a:path w="18288000" h="10287000">
                  <a:moveTo>
                    <a:pt x="15056142" y="6773862"/>
                  </a:moveTo>
                  <a:lnTo>
                    <a:pt x="15045563" y="6755549"/>
                  </a:lnTo>
                  <a:lnTo>
                    <a:pt x="15027237" y="6766128"/>
                  </a:lnTo>
                  <a:lnTo>
                    <a:pt x="15037816" y="6784441"/>
                  </a:lnTo>
                  <a:lnTo>
                    <a:pt x="15056142" y="6773862"/>
                  </a:lnTo>
                  <a:close/>
                </a:path>
                <a:path w="18288000" h="10287000">
                  <a:moveTo>
                    <a:pt x="15059279" y="8858745"/>
                  </a:moveTo>
                  <a:lnTo>
                    <a:pt x="15039594" y="8824646"/>
                  </a:lnTo>
                  <a:lnTo>
                    <a:pt x="15005495" y="8844343"/>
                  </a:lnTo>
                  <a:lnTo>
                    <a:pt x="15025180" y="8878430"/>
                  </a:lnTo>
                  <a:lnTo>
                    <a:pt x="15059279" y="8858745"/>
                  </a:lnTo>
                  <a:close/>
                </a:path>
                <a:path w="18288000" h="10287000">
                  <a:moveTo>
                    <a:pt x="15064816" y="5898693"/>
                  </a:moveTo>
                  <a:lnTo>
                    <a:pt x="15058644" y="5888012"/>
                  </a:lnTo>
                  <a:lnTo>
                    <a:pt x="15047951" y="5894171"/>
                  </a:lnTo>
                  <a:lnTo>
                    <a:pt x="15054123" y="5904865"/>
                  </a:lnTo>
                  <a:lnTo>
                    <a:pt x="15064816" y="5898693"/>
                  </a:lnTo>
                  <a:close/>
                </a:path>
                <a:path w="18288000" h="10287000">
                  <a:moveTo>
                    <a:pt x="15069147" y="7983893"/>
                  </a:moveTo>
                  <a:lnTo>
                    <a:pt x="15052993" y="7955915"/>
                  </a:lnTo>
                  <a:lnTo>
                    <a:pt x="15025002" y="7972069"/>
                  </a:lnTo>
                  <a:lnTo>
                    <a:pt x="15041156" y="8000060"/>
                  </a:lnTo>
                  <a:lnTo>
                    <a:pt x="15069147" y="7983893"/>
                  </a:lnTo>
                  <a:close/>
                </a:path>
                <a:path w="18288000" h="10287000">
                  <a:moveTo>
                    <a:pt x="15069465" y="10068027"/>
                  </a:moveTo>
                  <a:lnTo>
                    <a:pt x="15046262" y="10027818"/>
                  </a:lnTo>
                  <a:lnTo>
                    <a:pt x="15006054" y="10051034"/>
                  </a:lnTo>
                  <a:lnTo>
                    <a:pt x="15029269" y="10091229"/>
                  </a:lnTo>
                  <a:lnTo>
                    <a:pt x="15069465" y="10068027"/>
                  </a:lnTo>
                  <a:close/>
                </a:path>
                <a:path w="18288000" h="10287000">
                  <a:moveTo>
                    <a:pt x="15075091" y="5023967"/>
                  </a:moveTo>
                  <a:lnTo>
                    <a:pt x="15072157" y="5018875"/>
                  </a:lnTo>
                  <a:lnTo>
                    <a:pt x="15067064" y="5021808"/>
                  </a:lnTo>
                  <a:lnTo>
                    <a:pt x="15069998" y="5026901"/>
                  </a:lnTo>
                  <a:lnTo>
                    <a:pt x="15075091" y="5023967"/>
                  </a:lnTo>
                  <a:close/>
                </a:path>
                <a:path w="18288000" h="10287000">
                  <a:moveTo>
                    <a:pt x="15078228" y="7108838"/>
                  </a:moveTo>
                  <a:lnTo>
                    <a:pt x="15066188" y="7087971"/>
                  </a:lnTo>
                  <a:lnTo>
                    <a:pt x="15045322" y="7100024"/>
                  </a:lnTo>
                  <a:lnTo>
                    <a:pt x="15057362" y="7120890"/>
                  </a:lnTo>
                  <a:lnTo>
                    <a:pt x="15078228" y="7108838"/>
                  </a:lnTo>
                  <a:close/>
                </a:path>
                <a:path w="18288000" h="10287000">
                  <a:moveTo>
                    <a:pt x="15081352" y="9193720"/>
                  </a:moveTo>
                  <a:lnTo>
                    <a:pt x="15060194" y="9157081"/>
                  </a:lnTo>
                  <a:lnTo>
                    <a:pt x="15023567" y="9178239"/>
                  </a:lnTo>
                  <a:lnTo>
                    <a:pt x="15044712" y="9214879"/>
                  </a:lnTo>
                  <a:lnTo>
                    <a:pt x="15081352" y="9193720"/>
                  </a:lnTo>
                  <a:close/>
                </a:path>
                <a:path w="18288000" h="10287000">
                  <a:moveTo>
                    <a:pt x="15087295" y="6233782"/>
                  </a:moveTo>
                  <a:lnTo>
                    <a:pt x="15079358" y="6220041"/>
                  </a:lnTo>
                  <a:lnTo>
                    <a:pt x="15065617" y="6227965"/>
                  </a:lnTo>
                  <a:lnTo>
                    <a:pt x="15073554" y="6241707"/>
                  </a:lnTo>
                  <a:lnTo>
                    <a:pt x="15087295" y="6233782"/>
                  </a:lnTo>
                  <a:close/>
                </a:path>
                <a:path w="18288000" h="10287000">
                  <a:moveTo>
                    <a:pt x="15091626" y="8318982"/>
                  </a:moveTo>
                  <a:lnTo>
                    <a:pt x="15073719" y="8287944"/>
                  </a:lnTo>
                  <a:lnTo>
                    <a:pt x="15042668" y="8305863"/>
                  </a:lnTo>
                  <a:lnTo>
                    <a:pt x="15060600" y="8336902"/>
                  </a:lnTo>
                  <a:lnTo>
                    <a:pt x="15091626" y="8318982"/>
                  </a:lnTo>
                  <a:close/>
                </a:path>
                <a:path w="18288000" h="10287000">
                  <a:moveTo>
                    <a:pt x="15097176" y="5358943"/>
                  </a:moveTo>
                  <a:lnTo>
                    <a:pt x="15092769" y="5351310"/>
                  </a:lnTo>
                  <a:lnTo>
                    <a:pt x="15085124" y="5355717"/>
                  </a:lnTo>
                  <a:lnTo>
                    <a:pt x="15089531" y="5363349"/>
                  </a:lnTo>
                  <a:lnTo>
                    <a:pt x="15097176" y="5358943"/>
                  </a:lnTo>
                  <a:close/>
                </a:path>
                <a:path w="18288000" h="10287000">
                  <a:moveTo>
                    <a:pt x="15100707" y="7443927"/>
                  </a:moveTo>
                  <a:lnTo>
                    <a:pt x="15086902" y="7420000"/>
                  </a:lnTo>
                  <a:lnTo>
                    <a:pt x="15062988" y="7433818"/>
                  </a:lnTo>
                  <a:lnTo>
                    <a:pt x="15076793" y="7457732"/>
                  </a:lnTo>
                  <a:lnTo>
                    <a:pt x="15100707" y="7443927"/>
                  </a:lnTo>
                  <a:close/>
                </a:path>
                <a:path w="18288000" h="10287000">
                  <a:moveTo>
                    <a:pt x="15103031" y="9528594"/>
                  </a:moveTo>
                  <a:lnTo>
                    <a:pt x="15080704" y="9489910"/>
                  </a:lnTo>
                  <a:lnTo>
                    <a:pt x="15042020" y="9512236"/>
                  </a:lnTo>
                  <a:lnTo>
                    <a:pt x="15064359" y="9550921"/>
                  </a:lnTo>
                  <a:lnTo>
                    <a:pt x="15103031" y="9528594"/>
                  </a:lnTo>
                  <a:close/>
                </a:path>
                <a:path w="18288000" h="10287000">
                  <a:moveTo>
                    <a:pt x="15107438" y="4484205"/>
                  </a:moveTo>
                  <a:lnTo>
                    <a:pt x="15106269" y="4482173"/>
                  </a:lnTo>
                  <a:lnTo>
                    <a:pt x="15104237" y="4483354"/>
                  </a:lnTo>
                  <a:lnTo>
                    <a:pt x="15105418" y="4485373"/>
                  </a:lnTo>
                  <a:lnTo>
                    <a:pt x="15107438" y="4484205"/>
                  </a:lnTo>
                  <a:close/>
                </a:path>
                <a:path w="18288000" h="10287000">
                  <a:moveTo>
                    <a:pt x="15109787" y="6568859"/>
                  </a:moveTo>
                  <a:lnTo>
                    <a:pt x="15100084" y="6552070"/>
                  </a:lnTo>
                  <a:lnTo>
                    <a:pt x="15083295" y="6561772"/>
                  </a:lnTo>
                  <a:lnTo>
                    <a:pt x="15092985" y="6578562"/>
                  </a:lnTo>
                  <a:lnTo>
                    <a:pt x="15109787" y="6568859"/>
                  </a:lnTo>
                  <a:close/>
                </a:path>
                <a:path w="18288000" h="10287000">
                  <a:moveTo>
                    <a:pt x="15113711" y="8653958"/>
                  </a:moveTo>
                  <a:lnTo>
                    <a:pt x="15094331" y="8620379"/>
                  </a:lnTo>
                  <a:lnTo>
                    <a:pt x="15060740" y="8639772"/>
                  </a:lnTo>
                  <a:lnTo>
                    <a:pt x="15080133" y="8673351"/>
                  </a:lnTo>
                  <a:lnTo>
                    <a:pt x="15113711" y="8653958"/>
                  </a:lnTo>
                  <a:close/>
                </a:path>
                <a:path w="18288000" h="10287000">
                  <a:moveTo>
                    <a:pt x="15118449" y="5693702"/>
                  </a:moveTo>
                  <a:lnTo>
                    <a:pt x="15113165" y="5684532"/>
                  </a:lnTo>
                  <a:lnTo>
                    <a:pt x="15103996" y="5689828"/>
                  </a:lnTo>
                  <a:lnTo>
                    <a:pt x="15109292" y="5698985"/>
                  </a:lnTo>
                  <a:lnTo>
                    <a:pt x="15118449" y="5693702"/>
                  </a:lnTo>
                  <a:close/>
                </a:path>
                <a:path w="18288000" h="10287000">
                  <a:moveTo>
                    <a:pt x="15123592" y="7779118"/>
                  </a:moveTo>
                  <a:lnTo>
                    <a:pt x="15107730" y="7751635"/>
                  </a:lnTo>
                  <a:lnTo>
                    <a:pt x="15080247" y="7767498"/>
                  </a:lnTo>
                  <a:lnTo>
                    <a:pt x="15096122" y="7794980"/>
                  </a:lnTo>
                  <a:lnTo>
                    <a:pt x="15123592" y="7779118"/>
                  </a:lnTo>
                  <a:close/>
                </a:path>
                <a:path w="18288000" h="10287000">
                  <a:moveTo>
                    <a:pt x="15124316" y="9863353"/>
                  </a:moveTo>
                  <a:lnTo>
                    <a:pt x="15101100" y="9823145"/>
                  </a:lnTo>
                  <a:lnTo>
                    <a:pt x="15060905" y="9846348"/>
                  </a:lnTo>
                  <a:lnTo>
                    <a:pt x="15084108" y="9886556"/>
                  </a:lnTo>
                  <a:lnTo>
                    <a:pt x="15124316" y="9863353"/>
                  </a:lnTo>
                  <a:close/>
                </a:path>
                <a:path w="18288000" h="10287000">
                  <a:moveTo>
                    <a:pt x="15129129" y="4819078"/>
                  </a:moveTo>
                  <a:lnTo>
                    <a:pt x="15126780" y="4815002"/>
                  </a:lnTo>
                  <a:lnTo>
                    <a:pt x="15122703" y="4817351"/>
                  </a:lnTo>
                  <a:lnTo>
                    <a:pt x="15125053" y="4821415"/>
                  </a:lnTo>
                  <a:lnTo>
                    <a:pt x="15129129" y="4819078"/>
                  </a:lnTo>
                  <a:close/>
                </a:path>
                <a:path w="18288000" h="10287000">
                  <a:moveTo>
                    <a:pt x="15132266" y="6903948"/>
                  </a:moveTo>
                  <a:lnTo>
                    <a:pt x="15120811" y="6884098"/>
                  </a:lnTo>
                  <a:lnTo>
                    <a:pt x="15100961" y="6895554"/>
                  </a:lnTo>
                  <a:lnTo>
                    <a:pt x="15112416" y="6915404"/>
                  </a:lnTo>
                  <a:lnTo>
                    <a:pt x="15132266" y="6903948"/>
                  </a:lnTo>
                  <a:close/>
                </a:path>
                <a:path w="18288000" h="10287000">
                  <a:moveTo>
                    <a:pt x="15135797" y="8988933"/>
                  </a:moveTo>
                  <a:lnTo>
                    <a:pt x="15114931" y="8952801"/>
                  </a:lnTo>
                  <a:lnTo>
                    <a:pt x="15078812" y="8973668"/>
                  </a:lnTo>
                  <a:lnTo>
                    <a:pt x="15099665" y="9009799"/>
                  </a:lnTo>
                  <a:lnTo>
                    <a:pt x="15135797" y="8988933"/>
                  </a:lnTo>
                  <a:close/>
                </a:path>
                <a:path w="18288000" h="10287000">
                  <a:moveTo>
                    <a:pt x="15141334" y="6028893"/>
                  </a:moveTo>
                  <a:lnTo>
                    <a:pt x="15133993" y="6016168"/>
                  </a:lnTo>
                  <a:lnTo>
                    <a:pt x="15121268" y="6023508"/>
                  </a:lnTo>
                  <a:lnTo>
                    <a:pt x="15128609" y="6036234"/>
                  </a:lnTo>
                  <a:lnTo>
                    <a:pt x="15141334" y="6028893"/>
                  </a:lnTo>
                  <a:close/>
                </a:path>
                <a:path w="18288000" h="10287000">
                  <a:moveTo>
                    <a:pt x="15145588" y="10198100"/>
                  </a:moveTo>
                  <a:lnTo>
                    <a:pt x="15121497" y="10156380"/>
                  </a:lnTo>
                  <a:lnTo>
                    <a:pt x="15079764" y="10180472"/>
                  </a:lnTo>
                  <a:lnTo>
                    <a:pt x="15103869" y="10222205"/>
                  </a:lnTo>
                  <a:lnTo>
                    <a:pt x="15145588" y="10198100"/>
                  </a:lnTo>
                  <a:close/>
                </a:path>
                <a:path w="18288000" h="10287000">
                  <a:moveTo>
                    <a:pt x="15145677" y="8114093"/>
                  </a:moveTo>
                  <a:lnTo>
                    <a:pt x="15128342" y="8084071"/>
                  </a:lnTo>
                  <a:lnTo>
                    <a:pt x="15098319" y="8101406"/>
                  </a:lnTo>
                  <a:lnTo>
                    <a:pt x="15115655" y="8131429"/>
                  </a:lnTo>
                  <a:lnTo>
                    <a:pt x="15145677" y="8114093"/>
                  </a:lnTo>
                  <a:close/>
                </a:path>
                <a:path w="18288000" h="10287000">
                  <a:moveTo>
                    <a:pt x="15150808" y="5153939"/>
                  </a:moveTo>
                  <a:lnTo>
                    <a:pt x="15147278" y="5147830"/>
                  </a:lnTo>
                  <a:lnTo>
                    <a:pt x="15141169" y="5151361"/>
                  </a:lnTo>
                  <a:lnTo>
                    <a:pt x="15144699" y="5157470"/>
                  </a:lnTo>
                  <a:lnTo>
                    <a:pt x="15150808" y="5153939"/>
                  </a:lnTo>
                  <a:close/>
                </a:path>
                <a:path w="18288000" h="10287000">
                  <a:moveTo>
                    <a:pt x="15154351" y="7238924"/>
                  </a:moveTo>
                  <a:lnTo>
                    <a:pt x="15141423" y="7216534"/>
                  </a:lnTo>
                  <a:lnTo>
                    <a:pt x="15119033" y="7229462"/>
                  </a:lnTo>
                  <a:lnTo>
                    <a:pt x="15131961" y="7251852"/>
                  </a:lnTo>
                  <a:lnTo>
                    <a:pt x="15154351" y="7238924"/>
                  </a:lnTo>
                  <a:close/>
                </a:path>
                <a:path w="18288000" h="10287000">
                  <a:moveTo>
                    <a:pt x="15157869" y="9323908"/>
                  </a:moveTo>
                  <a:lnTo>
                    <a:pt x="15135555" y="9285237"/>
                  </a:lnTo>
                  <a:lnTo>
                    <a:pt x="15096871" y="9307576"/>
                  </a:lnTo>
                  <a:lnTo>
                    <a:pt x="15119198" y="9346235"/>
                  </a:lnTo>
                  <a:lnTo>
                    <a:pt x="15157869" y="9323908"/>
                  </a:lnTo>
                  <a:close/>
                </a:path>
                <a:path w="18288000" h="10287000">
                  <a:moveTo>
                    <a:pt x="15161489" y="4279316"/>
                  </a:moveTo>
                  <a:lnTo>
                    <a:pt x="15161235" y="4278884"/>
                  </a:lnTo>
                  <a:lnTo>
                    <a:pt x="15159876" y="4278884"/>
                  </a:lnTo>
                  <a:lnTo>
                    <a:pt x="15160130" y="4279316"/>
                  </a:lnTo>
                  <a:lnTo>
                    <a:pt x="15161489" y="4279316"/>
                  </a:lnTo>
                  <a:close/>
                </a:path>
                <a:path w="18288000" h="10287000">
                  <a:moveTo>
                    <a:pt x="15163419" y="6363856"/>
                  </a:moveTo>
                  <a:lnTo>
                    <a:pt x="15154605" y="6348590"/>
                  </a:lnTo>
                  <a:lnTo>
                    <a:pt x="15139340" y="6357404"/>
                  </a:lnTo>
                  <a:lnTo>
                    <a:pt x="15148154" y="6372669"/>
                  </a:lnTo>
                  <a:lnTo>
                    <a:pt x="15163419" y="6363856"/>
                  </a:lnTo>
                  <a:close/>
                </a:path>
                <a:path w="18288000" h="10287000">
                  <a:moveTo>
                    <a:pt x="15168156" y="8449170"/>
                  </a:moveTo>
                  <a:lnTo>
                    <a:pt x="15149056" y="8416099"/>
                  </a:lnTo>
                  <a:lnTo>
                    <a:pt x="15115985" y="8435188"/>
                  </a:lnTo>
                  <a:lnTo>
                    <a:pt x="15135086" y="8468271"/>
                  </a:lnTo>
                  <a:lnTo>
                    <a:pt x="15168156" y="8449170"/>
                  </a:lnTo>
                  <a:close/>
                </a:path>
                <a:path w="18288000" h="10287000">
                  <a:moveTo>
                    <a:pt x="15172881" y="5488914"/>
                  </a:moveTo>
                  <a:lnTo>
                    <a:pt x="15167890" y="5480266"/>
                  </a:lnTo>
                  <a:lnTo>
                    <a:pt x="15159241" y="5485257"/>
                  </a:lnTo>
                  <a:lnTo>
                    <a:pt x="15164232" y="5493905"/>
                  </a:lnTo>
                  <a:lnTo>
                    <a:pt x="15172881" y="5488914"/>
                  </a:lnTo>
                  <a:close/>
                </a:path>
                <a:path w="18288000" h="10287000">
                  <a:moveTo>
                    <a:pt x="15177224" y="7574115"/>
                  </a:moveTo>
                  <a:lnTo>
                    <a:pt x="15162238" y="7548169"/>
                  </a:lnTo>
                  <a:lnTo>
                    <a:pt x="15136292" y="7563142"/>
                  </a:lnTo>
                  <a:lnTo>
                    <a:pt x="15151278" y="7589088"/>
                  </a:lnTo>
                  <a:lnTo>
                    <a:pt x="15177224" y="7574115"/>
                  </a:lnTo>
                  <a:close/>
                </a:path>
                <a:path w="18288000" h="10287000">
                  <a:moveTo>
                    <a:pt x="15179155" y="9658667"/>
                  </a:moveTo>
                  <a:lnTo>
                    <a:pt x="15155939" y="9618459"/>
                  </a:lnTo>
                  <a:lnTo>
                    <a:pt x="15115743" y="9641675"/>
                  </a:lnTo>
                  <a:lnTo>
                    <a:pt x="15138959" y="9681883"/>
                  </a:lnTo>
                  <a:lnTo>
                    <a:pt x="15179155" y="9658667"/>
                  </a:lnTo>
                  <a:close/>
                </a:path>
                <a:path w="18288000" h="10287000">
                  <a:moveTo>
                    <a:pt x="15183168" y="4614176"/>
                  </a:moveTo>
                  <a:lnTo>
                    <a:pt x="15181402" y="4611128"/>
                  </a:lnTo>
                  <a:lnTo>
                    <a:pt x="15178354" y="4612881"/>
                  </a:lnTo>
                  <a:lnTo>
                    <a:pt x="15180120" y="4615942"/>
                  </a:lnTo>
                  <a:lnTo>
                    <a:pt x="15183168" y="4614176"/>
                  </a:lnTo>
                  <a:close/>
                </a:path>
                <a:path w="18288000" h="10287000">
                  <a:moveTo>
                    <a:pt x="15185898" y="6698945"/>
                  </a:moveTo>
                  <a:lnTo>
                    <a:pt x="15175319" y="6680632"/>
                  </a:lnTo>
                  <a:lnTo>
                    <a:pt x="15157006" y="6691198"/>
                  </a:lnTo>
                  <a:lnTo>
                    <a:pt x="15167585" y="6709524"/>
                  </a:lnTo>
                  <a:lnTo>
                    <a:pt x="15185898" y="6698945"/>
                  </a:lnTo>
                  <a:close/>
                </a:path>
                <a:path w="18288000" h="10287000">
                  <a:moveTo>
                    <a:pt x="15190242" y="8784145"/>
                  </a:moveTo>
                  <a:lnTo>
                    <a:pt x="15169680" y="8748522"/>
                  </a:lnTo>
                  <a:lnTo>
                    <a:pt x="15134044" y="8769096"/>
                  </a:lnTo>
                  <a:lnTo>
                    <a:pt x="15154605" y="8804707"/>
                  </a:lnTo>
                  <a:lnTo>
                    <a:pt x="15190242" y="8784145"/>
                  </a:lnTo>
                  <a:close/>
                </a:path>
                <a:path w="18288000" h="10287000">
                  <a:moveTo>
                    <a:pt x="15194966" y="5823890"/>
                  </a:moveTo>
                  <a:lnTo>
                    <a:pt x="15188502" y="5812688"/>
                  </a:lnTo>
                  <a:lnTo>
                    <a:pt x="15177313" y="5819152"/>
                  </a:lnTo>
                  <a:lnTo>
                    <a:pt x="15183777" y="5830354"/>
                  </a:lnTo>
                  <a:lnTo>
                    <a:pt x="15194966" y="5823890"/>
                  </a:lnTo>
                  <a:close/>
                </a:path>
                <a:path w="18288000" h="10287000">
                  <a:moveTo>
                    <a:pt x="15199309" y="7909090"/>
                  </a:moveTo>
                  <a:lnTo>
                    <a:pt x="15182863" y="7880591"/>
                  </a:lnTo>
                  <a:lnTo>
                    <a:pt x="15154364" y="7897050"/>
                  </a:lnTo>
                  <a:lnTo>
                    <a:pt x="15170811" y="7925536"/>
                  </a:lnTo>
                  <a:lnTo>
                    <a:pt x="15199309" y="7909090"/>
                  </a:lnTo>
                  <a:close/>
                </a:path>
                <a:path w="18288000" h="10287000">
                  <a:moveTo>
                    <a:pt x="15200833" y="9993541"/>
                  </a:moveTo>
                  <a:lnTo>
                    <a:pt x="15176449" y="9951301"/>
                  </a:lnTo>
                  <a:lnTo>
                    <a:pt x="15134209" y="9975685"/>
                  </a:lnTo>
                  <a:lnTo>
                    <a:pt x="15158593" y="10017925"/>
                  </a:lnTo>
                  <a:lnTo>
                    <a:pt x="15200833" y="9993541"/>
                  </a:lnTo>
                  <a:close/>
                </a:path>
                <a:path w="18288000" h="10287000">
                  <a:moveTo>
                    <a:pt x="15204847" y="4949050"/>
                  </a:moveTo>
                  <a:lnTo>
                    <a:pt x="15201900" y="4943957"/>
                  </a:lnTo>
                  <a:lnTo>
                    <a:pt x="15196820" y="4946904"/>
                  </a:lnTo>
                  <a:lnTo>
                    <a:pt x="15199754" y="4951984"/>
                  </a:lnTo>
                  <a:lnTo>
                    <a:pt x="15204847" y="4949050"/>
                  </a:lnTo>
                  <a:close/>
                </a:path>
                <a:path w="18288000" h="10287000">
                  <a:moveTo>
                    <a:pt x="15208377" y="7034035"/>
                  </a:moveTo>
                  <a:lnTo>
                    <a:pt x="15196046" y="7012660"/>
                  </a:lnTo>
                  <a:lnTo>
                    <a:pt x="15174671" y="7024992"/>
                  </a:lnTo>
                  <a:lnTo>
                    <a:pt x="15187016" y="7046366"/>
                  </a:lnTo>
                  <a:lnTo>
                    <a:pt x="15208377" y="7034035"/>
                  </a:lnTo>
                  <a:close/>
                </a:path>
                <a:path w="18288000" h="10287000">
                  <a:moveTo>
                    <a:pt x="15212314" y="9119121"/>
                  </a:moveTo>
                  <a:lnTo>
                    <a:pt x="15190280" y="9080957"/>
                  </a:lnTo>
                  <a:lnTo>
                    <a:pt x="15152116" y="9102992"/>
                  </a:lnTo>
                  <a:lnTo>
                    <a:pt x="15174151" y="9141155"/>
                  </a:lnTo>
                  <a:lnTo>
                    <a:pt x="15212314" y="9119121"/>
                  </a:lnTo>
                  <a:close/>
                </a:path>
                <a:path w="18288000" h="10287000">
                  <a:moveTo>
                    <a:pt x="15217458" y="6158966"/>
                  </a:moveTo>
                  <a:lnTo>
                    <a:pt x="15209228" y="6144717"/>
                  </a:lnTo>
                  <a:lnTo>
                    <a:pt x="15194979" y="6152947"/>
                  </a:lnTo>
                  <a:lnTo>
                    <a:pt x="15203208" y="6167196"/>
                  </a:lnTo>
                  <a:lnTo>
                    <a:pt x="15217458" y="6158966"/>
                  </a:lnTo>
                  <a:close/>
                </a:path>
                <a:path w="18288000" h="10287000">
                  <a:moveTo>
                    <a:pt x="15222195" y="8244281"/>
                  </a:moveTo>
                  <a:lnTo>
                    <a:pt x="15203691" y="8212226"/>
                  </a:lnTo>
                  <a:lnTo>
                    <a:pt x="15171623" y="8230730"/>
                  </a:lnTo>
                  <a:lnTo>
                    <a:pt x="15190140" y="8262798"/>
                  </a:lnTo>
                  <a:lnTo>
                    <a:pt x="15222195" y="8244281"/>
                  </a:lnTo>
                  <a:close/>
                </a:path>
                <a:path w="18288000" h="10287000">
                  <a:moveTo>
                    <a:pt x="15226932" y="5284025"/>
                  </a:moveTo>
                  <a:lnTo>
                    <a:pt x="15222525" y="5276393"/>
                  </a:lnTo>
                  <a:lnTo>
                    <a:pt x="15214892" y="5280799"/>
                  </a:lnTo>
                  <a:lnTo>
                    <a:pt x="15219299" y="5288432"/>
                  </a:lnTo>
                  <a:lnTo>
                    <a:pt x="15226932" y="5284025"/>
                  </a:lnTo>
                  <a:close/>
                </a:path>
                <a:path w="18288000" h="10287000">
                  <a:moveTo>
                    <a:pt x="15231275" y="7369213"/>
                  </a:moveTo>
                  <a:lnTo>
                    <a:pt x="15216874" y="7344283"/>
                  </a:lnTo>
                  <a:lnTo>
                    <a:pt x="15191943" y="7358685"/>
                  </a:lnTo>
                  <a:lnTo>
                    <a:pt x="15206333" y="7383615"/>
                  </a:lnTo>
                  <a:lnTo>
                    <a:pt x="15231275" y="7369213"/>
                  </a:lnTo>
                  <a:close/>
                </a:path>
                <a:path w="18288000" h="10287000">
                  <a:moveTo>
                    <a:pt x="15233993" y="9453994"/>
                  </a:moveTo>
                  <a:lnTo>
                    <a:pt x="15210790" y="9413799"/>
                  </a:lnTo>
                  <a:lnTo>
                    <a:pt x="15170582" y="9437002"/>
                  </a:lnTo>
                  <a:lnTo>
                    <a:pt x="15193798" y="9477210"/>
                  </a:lnTo>
                  <a:lnTo>
                    <a:pt x="15233993" y="9453994"/>
                  </a:lnTo>
                  <a:close/>
                </a:path>
                <a:path w="18288000" h="10287000">
                  <a:moveTo>
                    <a:pt x="15237194" y="4409287"/>
                  </a:moveTo>
                  <a:lnTo>
                    <a:pt x="15236025" y="4407255"/>
                  </a:lnTo>
                  <a:lnTo>
                    <a:pt x="15233993" y="4408424"/>
                  </a:lnTo>
                  <a:lnTo>
                    <a:pt x="15235162" y="4410456"/>
                  </a:lnTo>
                  <a:lnTo>
                    <a:pt x="15237194" y="4409287"/>
                  </a:lnTo>
                  <a:close/>
                </a:path>
                <a:path w="18288000" h="10287000">
                  <a:moveTo>
                    <a:pt x="15239937" y="6494056"/>
                  </a:moveTo>
                  <a:lnTo>
                    <a:pt x="15229955" y="6476746"/>
                  </a:lnTo>
                  <a:lnTo>
                    <a:pt x="15212644" y="6486741"/>
                  </a:lnTo>
                  <a:lnTo>
                    <a:pt x="15222639" y="6504051"/>
                  </a:lnTo>
                  <a:lnTo>
                    <a:pt x="15239937" y="6494056"/>
                  </a:lnTo>
                  <a:close/>
                </a:path>
                <a:path w="18288000" h="10287000">
                  <a:moveTo>
                    <a:pt x="15244687" y="8579358"/>
                  </a:moveTo>
                  <a:lnTo>
                    <a:pt x="15224405" y="8544255"/>
                  </a:lnTo>
                  <a:lnTo>
                    <a:pt x="15189302" y="8564524"/>
                  </a:lnTo>
                  <a:lnTo>
                    <a:pt x="15209571" y="8599627"/>
                  </a:lnTo>
                  <a:lnTo>
                    <a:pt x="15244687" y="8579358"/>
                  </a:lnTo>
                  <a:close/>
                </a:path>
                <a:path w="18288000" h="10287000">
                  <a:moveTo>
                    <a:pt x="15248611" y="5618899"/>
                  </a:moveTo>
                  <a:lnTo>
                    <a:pt x="15243023" y="5609221"/>
                  </a:lnTo>
                  <a:lnTo>
                    <a:pt x="15233358" y="5614809"/>
                  </a:lnTo>
                  <a:lnTo>
                    <a:pt x="15238933" y="5624474"/>
                  </a:lnTo>
                  <a:lnTo>
                    <a:pt x="15248611" y="5618899"/>
                  </a:lnTo>
                  <a:close/>
                </a:path>
                <a:path w="18288000" h="10287000">
                  <a:moveTo>
                    <a:pt x="15253754" y="7704302"/>
                  </a:moveTo>
                  <a:lnTo>
                    <a:pt x="15237600" y="7676312"/>
                  </a:lnTo>
                  <a:lnTo>
                    <a:pt x="15209596" y="7692479"/>
                  </a:lnTo>
                  <a:lnTo>
                    <a:pt x="15225764" y="7720470"/>
                  </a:lnTo>
                  <a:lnTo>
                    <a:pt x="15253754" y="7704302"/>
                  </a:lnTo>
                  <a:close/>
                </a:path>
                <a:path w="18288000" h="10287000">
                  <a:moveTo>
                    <a:pt x="15255672" y="9788868"/>
                  </a:moveTo>
                  <a:lnTo>
                    <a:pt x="15231288" y="9746628"/>
                  </a:lnTo>
                  <a:lnTo>
                    <a:pt x="15189061" y="9771012"/>
                  </a:lnTo>
                  <a:lnTo>
                    <a:pt x="15213445" y="9813252"/>
                  </a:lnTo>
                  <a:lnTo>
                    <a:pt x="15255672" y="9788868"/>
                  </a:lnTo>
                  <a:close/>
                </a:path>
                <a:path w="18288000" h="10287000">
                  <a:moveTo>
                    <a:pt x="15258885" y="4744148"/>
                  </a:moveTo>
                  <a:lnTo>
                    <a:pt x="15256536" y="4740084"/>
                  </a:lnTo>
                  <a:lnTo>
                    <a:pt x="15252459" y="4742434"/>
                  </a:lnTo>
                  <a:lnTo>
                    <a:pt x="15254808" y="4746510"/>
                  </a:lnTo>
                  <a:lnTo>
                    <a:pt x="15258885" y="4744148"/>
                  </a:lnTo>
                  <a:close/>
                </a:path>
                <a:path w="18288000" h="10287000">
                  <a:moveTo>
                    <a:pt x="15262428" y="6829145"/>
                  </a:moveTo>
                  <a:lnTo>
                    <a:pt x="15250681" y="6808787"/>
                  </a:lnTo>
                  <a:lnTo>
                    <a:pt x="15230323" y="6820535"/>
                  </a:lnTo>
                  <a:lnTo>
                    <a:pt x="15242070" y="6840893"/>
                  </a:lnTo>
                  <a:lnTo>
                    <a:pt x="15262428" y="6829145"/>
                  </a:lnTo>
                  <a:close/>
                </a:path>
                <a:path w="18288000" h="10287000">
                  <a:moveTo>
                    <a:pt x="15266759" y="8914333"/>
                  </a:moveTo>
                  <a:lnTo>
                    <a:pt x="15245017" y="8876678"/>
                  </a:lnTo>
                  <a:lnTo>
                    <a:pt x="15207361" y="8898420"/>
                  </a:lnTo>
                  <a:lnTo>
                    <a:pt x="15229104" y="8936076"/>
                  </a:lnTo>
                  <a:lnTo>
                    <a:pt x="15266759" y="8914333"/>
                  </a:lnTo>
                  <a:close/>
                </a:path>
                <a:path w="18288000" h="10287000">
                  <a:moveTo>
                    <a:pt x="15271090" y="5953976"/>
                  </a:moveTo>
                  <a:lnTo>
                    <a:pt x="15263749" y="5941250"/>
                  </a:lnTo>
                  <a:lnTo>
                    <a:pt x="15251024" y="5948591"/>
                  </a:lnTo>
                  <a:lnTo>
                    <a:pt x="15258364" y="5961316"/>
                  </a:lnTo>
                  <a:lnTo>
                    <a:pt x="15271090" y="5953976"/>
                  </a:lnTo>
                  <a:close/>
                </a:path>
                <a:path w="18288000" h="10287000">
                  <a:moveTo>
                    <a:pt x="15276233" y="8039379"/>
                  </a:moveTo>
                  <a:lnTo>
                    <a:pt x="15258314" y="8008340"/>
                  </a:lnTo>
                  <a:lnTo>
                    <a:pt x="15227275" y="8026260"/>
                  </a:lnTo>
                  <a:lnTo>
                    <a:pt x="15245195" y="8057312"/>
                  </a:lnTo>
                  <a:lnTo>
                    <a:pt x="15276233" y="8039379"/>
                  </a:lnTo>
                  <a:close/>
                </a:path>
                <a:path w="18288000" h="10287000">
                  <a:moveTo>
                    <a:pt x="15276957" y="10123614"/>
                  </a:moveTo>
                  <a:lnTo>
                    <a:pt x="15251684" y="10079850"/>
                  </a:lnTo>
                  <a:lnTo>
                    <a:pt x="15207920" y="10105123"/>
                  </a:lnTo>
                  <a:lnTo>
                    <a:pt x="15233193" y="10148887"/>
                  </a:lnTo>
                  <a:lnTo>
                    <a:pt x="15276957" y="10123614"/>
                  </a:lnTo>
                  <a:close/>
                </a:path>
                <a:path w="18288000" h="10287000">
                  <a:moveTo>
                    <a:pt x="15280970" y="5079136"/>
                  </a:moveTo>
                  <a:lnTo>
                    <a:pt x="15277148" y="5072519"/>
                  </a:lnTo>
                  <a:lnTo>
                    <a:pt x="15270531" y="5076329"/>
                  </a:lnTo>
                  <a:lnTo>
                    <a:pt x="15274354" y="5082959"/>
                  </a:lnTo>
                  <a:lnTo>
                    <a:pt x="15280970" y="5079136"/>
                  </a:lnTo>
                  <a:close/>
                </a:path>
                <a:path w="18288000" h="10287000">
                  <a:moveTo>
                    <a:pt x="15284907" y="7164222"/>
                  </a:moveTo>
                  <a:lnTo>
                    <a:pt x="15271395" y="7140816"/>
                  </a:lnTo>
                  <a:lnTo>
                    <a:pt x="15247989" y="7154329"/>
                  </a:lnTo>
                  <a:lnTo>
                    <a:pt x="15261501" y="7177735"/>
                  </a:lnTo>
                  <a:lnTo>
                    <a:pt x="15284907" y="7164222"/>
                  </a:lnTo>
                  <a:close/>
                </a:path>
                <a:path w="18288000" h="10287000">
                  <a:moveTo>
                    <a:pt x="15288438" y="9249207"/>
                  </a:moveTo>
                  <a:lnTo>
                    <a:pt x="15265515" y="9209507"/>
                  </a:lnTo>
                  <a:lnTo>
                    <a:pt x="15225827" y="9232430"/>
                  </a:lnTo>
                  <a:lnTo>
                    <a:pt x="15248751" y="9272118"/>
                  </a:lnTo>
                  <a:lnTo>
                    <a:pt x="15288438" y="9249207"/>
                  </a:lnTo>
                  <a:close/>
                </a:path>
                <a:path w="18288000" h="10287000">
                  <a:moveTo>
                    <a:pt x="15291245" y="4204398"/>
                  </a:moveTo>
                  <a:lnTo>
                    <a:pt x="15290991" y="4203966"/>
                  </a:lnTo>
                  <a:lnTo>
                    <a:pt x="15289645" y="4203966"/>
                  </a:lnTo>
                  <a:lnTo>
                    <a:pt x="15289886" y="4204398"/>
                  </a:lnTo>
                  <a:lnTo>
                    <a:pt x="15291245" y="4204398"/>
                  </a:lnTo>
                  <a:close/>
                </a:path>
                <a:path w="18288000" h="10287000">
                  <a:moveTo>
                    <a:pt x="15293582" y="6289052"/>
                  </a:moveTo>
                  <a:lnTo>
                    <a:pt x="15284476" y="6273279"/>
                  </a:lnTo>
                  <a:lnTo>
                    <a:pt x="15268702" y="6282385"/>
                  </a:lnTo>
                  <a:lnTo>
                    <a:pt x="15277808" y="6298158"/>
                  </a:lnTo>
                  <a:lnTo>
                    <a:pt x="15293582" y="6289052"/>
                  </a:lnTo>
                  <a:close/>
                </a:path>
                <a:path w="18288000" h="10287000">
                  <a:moveTo>
                    <a:pt x="15298319" y="8374354"/>
                  </a:moveTo>
                  <a:lnTo>
                    <a:pt x="15278926" y="8340776"/>
                  </a:lnTo>
                  <a:lnTo>
                    <a:pt x="15245334" y="8360169"/>
                  </a:lnTo>
                  <a:lnTo>
                    <a:pt x="15264727" y="8393747"/>
                  </a:lnTo>
                  <a:lnTo>
                    <a:pt x="15298319" y="8374354"/>
                  </a:lnTo>
                  <a:close/>
                </a:path>
                <a:path w="18288000" h="10287000">
                  <a:moveTo>
                    <a:pt x="15302649" y="5413997"/>
                  </a:moveTo>
                  <a:lnTo>
                    <a:pt x="15297658" y="5405348"/>
                  </a:lnTo>
                  <a:lnTo>
                    <a:pt x="15288997" y="5410339"/>
                  </a:lnTo>
                  <a:lnTo>
                    <a:pt x="15293988" y="5419001"/>
                  </a:lnTo>
                  <a:lnTo>
                    <a:pt x="15302649" y="5413997"/>
                  </a:lnTo>
                  <a:close/>
                </a:path>
                <a:path w="18288000" h="10287000">
                  <a:moveTo>
                    <a:pt x="15307793" y="7499413"/>
                  </a:moveTo>
                  <a:lnTo>
                    <a:pt x="15292223" y="7472439"/>
                  </a:lnTo>
                  <a:lnTo>
                    <a:pt x="15265248" y="7488009"/>
                  </a:lnTo>
                  <a:lnTo>
                    <a:pt x="15280818" y="7514984"/>
                  </a:lnTo>
                  <a:lnTo>
                    <a:pt x="15307793" y="7499413"/>
                  </a:lnTo>
                  <a:close/>
                </a:path>
                <a:path w="18288000" h="10287000">
                  <a:moveTo>
                    <a:pt x="15310117" y="9584080"/>
                  </a:moveTo>
                  <a:lnTo>
                    <a:pt x="15286025" y="9542361"/>
                  </a:lnTo>
                  <a:lnTo>
                    <a:pt x="15244306" y="9566440"/>
                  </a:lnTo>
                  <a:lnTo>
                    <a:pt x="15268397" y="9608172"/>
                  </a:lnTo>
                  <a:lnTo>
                    <a:pt x="15310117" y="9584080"/>
                  </a:lnTo>
                  <a:close/>
                </a:path>
                <a:path w="18288000" h="10287000">
                  <a:moveTo>
                    <a:pt x="15312924" y="4539259"/>
                  </a:moveTo>
                  <a:lnTo>
                    <a:pt x="15311158" y="4536211"/>
                  </a:lnTo>
                  <a:lnTo>
                    <a:pt x="15308098" y="4537976"/>
                  </a:lnTo>
                  <a:lnTo>
                    <a:pt x="15309863" y="4541024"/>
                  </a:lnTo>
                  <a:lnTo>
                    <a:pt x="15312924" y="4539259"/>
                  </a:lnTo>
                  <a:close/>
                </a:path>
                <a:path w="18288000" h="10287000">
                  <a:moveTo>
                    <a:pt x="15316061" y="6624129"/>
                  </a:moveTo>
                  <a:lnTo>
                    <a:pt x="15305189" y="6605308"/>
                  </a:lnTo>
                  <a:lnTo>
                    <a:pt x="15286355" y="6616179"/>
                  </a:lnTo>
                  <a:lnTo>
                    <a:pt x="15297226" y="6635013"/>
                  </a:lnTo>
                  <a:lnTo>
                    <a:pt x="15316061" y="6624129"/>
                  </a:lnTo>
                  <a:close/>
                </a:path>
                <a:path w="18288000" h="10287000">
                  <a:moveTo>
                    <a:pt x="15320798" y="8709444"/>
                  </a:moveTo>
                  <a:lnTo>
                    <a:pt x="15299652" y="8672805"/>
                  </a:lnTo>
                  <a:lnTo>
                    <a:pt x="15263013" y="8693963"/>
                  </a:lnTo>
                  <a:lnTo>
                    <a:pt x="15284158" y="8730602"/>
                  </a:lnTo>
                  <a:lnTo>
                    <a:pt x="15320798" y="8709444"/>
                  </a:lnTo>
                  <a:close/>
                </a:path>
                <a:path w="18288000" h="10287000">
                  <a:moveTo>
                    <a:pt x="15324735" y="5748972"/>
                  </a:moveTo>
                  <a:lnTo>
                    <a:pt x="15318270" y="5737784"/>
                  </a:lnTo>
                  <a:lnTo>
                    <a:pt x="15307069" y="5744248"/>
                  </a:lnTo>
                  <a:lnTo>
                    <a:pt x="15313533" y="5755437"/>
                  </a:lnTo>
                  <a:lnTo>
                    <a:pt x="15324735" y="5748972"/>
                  </a:lnTo>
                  <a:close/>
                </a:path>
                <a:path w="18288000" h="10287000">
                  <a:moveTo>
                    <a:pt x="15329865" y="7834389"/>
                  </a:moveTo>
                  <a:lnTo>
                    <a:pt x="15312835" y="7804874"/>
                  </a:lnTo>
                  <a:lnTo>
                    <a:pt x="15283320" y="7821904"/>
                  </a:lnTo>
                  <a:lnTo>
                    <a:pt x="15300363" y="7851419"/>
                  </a:lnTo>
                  <a:lnTo>
                    <a:pt x="15329865" y="7834389"/>
                  </a:lnTo>
                  <a:close/>
                </a:path>
                <a:path w="18288000" h="10287000">
                  <a:moveTo>
                    <a:pt x="15331796" y="9918941"/>
                  </a:moveTo>
                  <a:lnTo>
                    <a:pt x="15306536" y="9875177"/>
                  </a:lnTo>
                  <a:lnTo>
                    <a:pt x="15262771" y="9900450"/>
                  </a:lnTo>
                  <a:lnTo>
                    <a:pt x="15288032" y="9944214"/>
                  </a:lnTo>
                  <a:lnTo>
                    <a:pt x="15331796" y="9918941"/>
                  </a:lnTo>
                  <a:close/>
                </a:path>
                <a:path w="18288000" h="10287000">
                  <a:moveTo>
                    <a:pt x="15338540" y="6959219"/>
                  </a:moveTo>
                  <a:lnTo>
                    <a:pt x="15325916" y="6937337"/>
                  </a:lnTo>
                  <a:lnTo>
                    <a:pt x="15304034" y="6949973"/>
                  </a:lnTo>
                  <a:lnTo>
                    <a:pt x="15316670" y="6971843"/>
                  </a:lnTo>
                  <a:lnTo>
                    <a:pt x="15338540" y="6959219"/>
                  </a:lnTo>
                  <a:close/>
                </a:path>
                <a:path w="18288000" h="10287000">
                  <a:moveTo>
                    <a:pt x="15342883" y="9044419"/>
                  </a:moveTo>
                  <a:lnTo>
                    <a:pt x="15320264" y="9005240"/>
                  </a:lnTo>
                  <a:lnTo>
                    <a:pt x="15281072" y="9027858"/>
                  </a:lnTo>
                  <a:lnTo>
                    <a:pt x="15303691" y="9067051"/>
                  </a:lnTo>
                  <a:lnTo>
                    <a:pt x="15342883" y="9044419"/>
                  </a:lnTo>
                  <a:close/>
                </a:path>
                <a:path w="18288000" h="10287000">
                  <a:moveTo>
                    <a:pt x="15347214" y="6073648"/>
                  </a:moveTo>
                  <a:lnTo>
                    <a:pt x="15338984" y="6060948"/>
                  </a:lnTo>
                  <a:lnTo>
                    <a:pt x="15324735" y="6073648"/>
                  </a:lnTo>
                  <a:lnTo>
                    <a:pt x="15332964" y="6086348"/>
                  </a:lnTo>
                  <a:lnTo>
                    <a:pt x="15347214" y="6073648"/>
                  </a:lnTo>
                  <a:close/>
                </a:path>
                <a:path w="18288000" h="10287000">
                  <a:moveTo>
                    <a:pt x="15352764" y="8169580"/>
                  </a:moveTo>
                  <a:lnTo>
                    <a:pt x="15333663" y="8136496"/>
                  </a:lnTo>
                  <a:lnTo>
                    <a:pt x="15300592" y="8155597"/>
                  </a:lnTo>
                  <a:lnTo>
                    <a:pt x="15319680" y="8188668"/>
                  </a:lnTo>
                  <a:lnTo>
                    <a:pt x="15352764" y="8169580"/>
                  </a:lnTo>
                  <a:close/>
                </a:path>
                <a:path w="18288000" h="10287000">
                  <a:moveTo>
                    <a:pt x="15353081" y="10253701"/>
                  </a:moveTo>
                  <a:lnTo>
                    <a:pt x="15326932" y="10208412"/>
                  </a:lnTo>
                  <a:lnTo>
                    <a:pt x="15281644" y="10234562"/>
                  </a:lnTo>
                  <a:lnTo>
                    <a:pt x="15307793" y="10279850"/>
                  </a:lnTo>
                  <a:lnTo>
                    <a:pt x="15353081" y="10253701"/>
                  </a:lnTo>
                  <a:close/>
                </a:path>
                <a:path w="18288000" h="10287000">
                  <a:moveTo>
                    <a:pt x="15356688" y="5197348"/>
                  </a:moveTo>
                  <a:lnTo>
                    <a:pt x="15344648" y="5197348"/>
                  </a:lnTo>
                  <a:lnTo>
                    <a:pt x="15349055" y="5210048"/>
                  </a:lnTo>
                  <a:lnTo>
                    <a:pt x="15356688" y="5197348"/>
                  </a:lnTo>
                  <a:close/>
                </a:path>
                <a:path w="18288000" h="10287000">
                  <a:moveTo>
                    <a:pt x="15361425" y="7294410"/>
                  </a:moveTo>
                  <a:lnTo>
                    <a:pt x="15346744" y="7268972"/>
                  </a:lnTo>
                  <a:lnTo>
                    <a:pt x="15321293" y="7283653"/>
                  </a:lnTo>
                  <a:lnTo>
                    <a:pt x="15335987" y="7309104"/>
                  </a:lnTo>
                  <a:lnTo>
                    <a:pt x="15361425" y="7294410"/>
                  </a:lnTo>
                  <a:close/>
                </a:path>
                <a:path w="18288000" h="10287000">
                  <a:moveTo>
                    <a:pt x="15364956" y="9379394"/>
                  </a:moveTo>
                  <a:lnTo>
                    <a:pt x="15340864" y="9337675"/>
                  </a:lnTo>
                  <a:lnTo>
                    <a:pt x="15299144" y="9361767"/>
                  </a:lnTo>
                  <a:lnTo>
                    <a:pt x="15323223" y="9403486"/>
                  </a:lnTo>
                  <a:lnTo>
                    <a:pt x="15364956" y="9379394"/>
                  </a:lnTo>
                  <a:close/>
                </a:path>
                <a:path w="18288000" h="10287000">
                  <a:moveTo>
                    <a:pt x="15366962" y="4334370"/>
                  </a:moveTo>
                  <a:lnTo>
                    <a:pt x="15365781" y="4332338"/>
                  </a:lnTo>
                  <a:lnTo>
                    <a:pt x="15363749" y="4333519"/>
                  </a:lnTo>
                  <a:lnTo>
                    <a:pt x="15364917" y="4335551"/>
                  </a:lnTo>
                  <a:lnTo>
                    <a:pt x="15366962" y="4334370"/>
                  </a:lnTo>
                  <a:close/>
                </a:path>
                <a:path w="18288000" h="10287000">
                  <a:moveTo>
                    <a:pt x="15370099" y="6416548"/>
                  </a:moveTo>
                  <a:lnTo>
                    <a:pt x="15359812" y="6391148"/>
                  </a:lnTo>
                  <a:lnTo>
                    <a:pt x="15342007" y="6403848"/>
                  </a:lnTo>
                  <a:lnTo>
                    <a:pt x="15352294" y="6429248"/>
                  </a:lnTo>
                  <a:lnTo>
                    <a:pt x="15370099" y="6416548"/>
                  </a:lnTo>
                  <a:close/>
                </a:path>
                <a:path w="18288000" h="10287000">
                  <a:moveTo>
                    <a:pt x="15375243" y="8504657"/>
                  </a:moveTo>
                  <a:lnTo>
                    <a:pt x="15354389" y="8468525"/>
                  </a:lnTo>
                  <a:lnTo>
                    <a:pt x="15318258" y="8489391"/>
                  </a:lnTo>
                  <a:lnTo>
                    <a:pt x="15339111" y="8525523"/>
                  </a:lnTo>
                  <a:lnTo>
                    <a:pt x="15375243" y="8504657"/>
                  </a:lnTo>
                  <a:close/>
                </a:path>
                <a:path w="18288000" h="10287000">
                  <a:moveTo>
                    <a:pt x="15378367" y="5540248"/>
                  </a:moveTo>
                  <a:lnTo>
                    <a:pt x="15372791" y="5527548"/>
                  </a:lnTo>
                  <a:lnTo>
                    <a:pt x="15363114" y="5527548"/>
                  </a:lnTo>
                  <a:lnTo>
                    <a:pt x="15368702" y="5540248"/>
                  </a:lnTo>
                  <a:lnTo>
                    <a:pt x="15378367" y="5540248"/>
                  </a:lnTo>
                  <a:close/>
                </a:path>
                <a:path w="18288000" h="10287000">
                  <a:moveTo>
                    <a:pt x="15383917" y="7629487"/>
                  </a:moveTo>
                  <a:lnTo>
                    <a:pt x="15367457" y="7601001"/>
                  </a:lnTo>
                  <a:lnTo>
                    <a:pt x="15338971" y="7617447"/>
                  </a:lnTo>
                  <a:lnTo>
                    <a:pt x="15355418" y="7645946"/>
                  </a:lnTo>
                  <a:lnTo>
                    <a:pt x="15383917" y="7629487"/>
                  </a:lnTo>
                  <a:close/>
                </a:path>
                <a:path w="18288000" h="10287000">
                  <a:moveTo>
                    <a:pt x="15386647" y="9714268"/>
                  </a:moveTo>
                  <a:lnTo>
                    <a:pt x="15361374" y="9670504"/>
                  </a:lnTo>
                  <a:lnTo>
                    <a:pt x="15317610" y="9695777"/>
                  </a:lnTo>
                  <a:lnTo>
                    <a:pt x="15342870" y="9739528"/>
                  </a:lnTo>
                  <a:lnTo>
                    <a:pt x="15386647" y="9714268"/>
                  </a:lnTo>
                  <a:close/>
                </a:path>
                <a:path w="18288000" h="10287000">
                  <a:moveTo>
                    <a:pt x="15388641" y="4669244"/>
                  </a:moveTo>
                  <a:lnTo>
                    <a:pt x="15386292" y="4665167"/>
                  </a:lnTo>
                  <a:lnTo>
                    <a:pt x="15382228" y="4667516"/>
                  </a:lnTo>
                  <a:lnTo>
                    <a:pt x="15384564" y="4671593"/>
                  </a:lnTo>
                  <a:lnTo>
                    <a:pt x="15388641" y="4669244"/>
                  </a:lnTo>
                  <a:close/>
                </a:path>
                <a:path w="18288000" h="10287000">
                  <a:moveTo>
                    <a:pt x="15392578" y="6746748"/>
                  </a:moveTo>
                  <a:lnTo>
                    <a:pt x="15380538" y="6721348"/>
                  </a:lnTo>
                  <a:lnTo>
                    <a:pt x="15359672" y="6734048"/>
                  </a:lnTo>
                  <a:lnTo>
                    <a:pt x="15371712" y="6759448"/>
                  </a:lnTo>
                  <a:lnTo>
                    <a:pt x="15392578" y="6746748"/>
                  </a:lnTo>
                  <a:close/>
                </a:path>
                <a:path w="18288000" h="10287000">
                  <a:moveTo>
                    <a:pt x="15397328" y="8839644"/>
                  </a:moveTo>
                  <a:lnTo>
                    <a:pt x="15375001" y="8800960"/>
                  </a:lnTo>
                  <a:lnTo>
                    <a:pt x="15336330" y="8823287"/>
                  </a:lnTo>
                  <a:lnTo>
                    <a:pt x="15358656" y="8861958"/>
                  </a:lnTo>
                  <a:lnTo>
                    <a:pt x="15397328" y="8839644"/>
                  </a:lnTo>
                  <a:close/>
                </a:path>
                <a:path w="18288000" h="10287000">
                  <a:moveTo>
                    <a:pt x="15401252" y="5870448"/>
                  </a:moveTo>
                  <a:lnTo>
                    <a:pt x="15393619" y="5857748"/>
                  </a:lnTo>
                  <a:lnTo>
                    <a:pt x="15380386" y="5870448"/>
                  </a:lnTo>
                  <a:lnTo>
                    <a:pt x="15388019" y="5883148"/>
                  </a:lnTo>
                  <a:lnTo>
                    <a:pt x="15401252" y="5870448"/>
                  </a:lnTo>
                  <a:close/>
                </a:path>
                <a:path w="18288000" h="10287000">
                  <a:moveTo>
                    <a:pt x="15406789" y="7964691"/>
                  </a:moveTo>
                  <a:lnTo>
                    <a:pt x="15388285" y="7932623"/>
                  </a:lnTo>
                  <a:lnTo>
                    <a:pt x="15356231" y="7951127"/>
                  </a:lnTo>
                  <a:lnTo>
                    <a:pt x="15374735" y="7983194"/>
                  </a:lnTo>
                  <a:lnTo>
                    <a:pt x="15406789" y="7964691"/>
                  </a:lnTo>
                  <a:close/>
                </a:path>
                <a:path w="18288000" h="10287000">
                  <a:moveTo>
                    <a:pt x="15408326" y="10049129"/>
                  </a:moveTo>
                  <a:lnTo>
                    <a:pt x="15381885" y="10003333"/>
                  </a:lnTo>
                  <a:lnTo>
                    <a:pt x="15336088" y="10029774"/>
                  </a:lnTo>
                  <a:lnTo>
                    <a:pt x="15362517" y="10075570"/>
                  </a:lnTo>
                  <a:lnTo>
                    <a:pt x="15408326" y="10049129"/>
                  </a:lnTo>
                  <a:close/>
                </a:path>
                <a:path w="18288000" h="10287000">
                  <a:moveTo>
                    <a:pt x="15410726" y="4994148"/>
                  </a:moveTo>
                  <a:lnTo>
                    <a:pt x="15400287" y="4994148"/>
                  </a:lnTo>
                  <a:lnTo>
                    <a:pt x="15404110" y="5006848"/>
                  </a:lnTo>
                  <a:lnTo>
                    <a:pt x="15410726" y="4994148"/>
                  </a:lnTo>
                  <a:close/>
                </a:path>
                <a:path w="18288000" h="10287000">
                  <a:moveTo>
                    <a:pt x="15415070" y="7089407"/>
                  </a:moveTo>
                  <a:lnTo>
                    <a:pt x="15401252" y="7065492"/>
                  </a:lnTo>
                  <a:lnTo>
                    <a:pt x="15377351" y="7079297"/>
                  </a:lnTo>
                  <a:lnTo>
                    <a:pt x="15391156" y="7103211"/>
                  </a:lnTo>
                  <a:lnTo>
                    <a:pt x="15415070" y="7089407"/>
                  </a:lnTo>
                  <a:close/>
                </a:path>
                <a:path w="18288000" h="10287000">
                  <a:moveTo>
                    <a:pt x="15419400" y="9174620"/>
                  </a:moveTo>
                  <a:lnTo>
                    <a:pt x="15395613" y="9133395"/>
                  </a:lnTo>
                  <a:lnTo>
                    <a:pt x="15354389" y="9157195"/>
                  </a:lnTo>
                  <a:lnTo>
                    <a:pt x="15378189" y="9198407"/>
                  </a:lnTo>
                  <a:lnTo>
                    <a:pt x="15419400" y="9174620"/>
                  </a:lnTo>
                  <a:close/>
                </a:path>
                <a:path w="18288000" h="10287000">
                  <a:moveTo>
                    <a:pt x="15421001" y="4129481"/>
                  </a:moveTo>
                  <a:lnTo>
                    <a:pt x="15420759" y="4129049"/>
                  </a:lnTo>
                  <a:lnTo>
                    <a:pt x="15419400" y="4129049"/>
                  </a:lnTo>
                  <a:lnTo>
                    <a:pt x="15419642" y="4129481"/>
                  </a:lnTo>
                  <a:lnTo>
                    <a:pt x="15421001" y="4129481"/>
                  </a:lnTo>
                  <a:close/>
                </a:path>
                <a:path w="18288000" h="10287000">
                  <a:moveTo>
                    <a:pt x="15423731" y="6213348"/>
                  </a:moveTo>
                  <a:lnTo>
                    <a:pt x="15414333" y="6187948"/>
                  </a:lnTo>
                  <a:lnTo>
                    <a:pt x="15398052" y="6200648"/>
                  </a:lnTo>
                  <a:lnTo>
                    <a:pt x="15407450" y="6213348"/>
                  </a:lnTo>
                  <a:lnTo>
                    <a:pt x="15423731" y="6213348"/>
                  </a:lnTo>
                  <a:close/>
                </a:path>
                <a:path w="18288000" h="10287000">
                  <a:moveTo>
                    <a:pt x="15429281" y="8299767"/>
                  </a:moveTo>
                  <a:lnTo>
                    <a:pt x="15409012" y="8264652"/>
                  </a:lnTo>
                  <a:lnTo>
                    <a:pt x="15373896" y="8284921"/>
                  </a:lnTo>
                  <a:lnTo>
                    <a:pt x="15394166" y="8320037"/>
                  </a:lnTo>
                  <a:lnTo>
                    <a:pt x="15429281" y="8299767"/>
                  </a:lnTo>
                  <a:close/>
                </a:path>
                <a:path w="18288000" h="10287000">
                  <a:moveTo>
                    <a:pt x="15432405" y="5337048"/>
                  </a:moveTo>
                  <a:lnTo>
                    <a:pt x="15427414" y="5324348"/>
                  </a:lnTo>
                  <a:lnTo>
                    <a:pt x="15418765" y="5324348"/>
                  </a:lnTo>
                  <a:lnTo>
                    <a:pt x="15423757" y="5337048"/>
                  </a:lnTo>
                  <a:lnTo>
                    <a:pt x="15432405" y="5337048"/>
                  </a:lnTo>
                  <a:close/>
                </a:path>
                <a:path w="18288000" h="10287000">
                  <a:moveTo>
                    <a:pt x="15437955" y="7424598"/>
                  </a:moveTo>
                  <a:lnTo>
                    <a:pt x="15422093" y="7397115"/>
                  </a:lnTo>
                  <a:lnTo>
                    <a:pt x="15394610" y="7412990"/>
                  </a:lnTo>
                  <a:lnTo>
                    <a:pt x="15410472" y="7440460"/>
                  </a:lnTo>
                  <a:lnTo>
                    <a:pt x="15437955" y="7424598"/>
                  </a:lnTo>
                  <a:close/>
                </a:path>
                <a:path w="18288000" h="10287000">
                  <a:moveTo>
                    <a:pt x="15441079" y="9509481"/>
                  </a:moveTo>
                  <a:lnTo>
                    <a:pt x="15416111" y="9466224"/>
                  </a:lnTo>
                  <a:lnTo>
                    <a:pt x="15372855" y="9491205"/>
                  </a:lnTo>
                  <a:lnTo>
                    <a:pt x="15397823" y="9534449"/>
                  </a:lnTo>
                  <a:lnTo>
                    <a:pt x="15441079" y="9509481"/>
                  </a:lnTo>
                  <a:close/>
                </a:path>
                <a:path w="18288000" h="10287000">
                  <a:moveTo>
                    <a:pt x="15442680" y="4464355"/>
                  </a:moveTo>
                  <a:lnTo>
                    <a:pt x="15440914" y="4461294"/>
                  </a:lnTo>
                  <a:lnTo>
                    <a:pt x="15437866" y="4463059"/>
                  </a:lnTo>
                  <a:lnTo>
                    <a:pt x="15439632" y="4466107"/>
                  </a:lnTo>
                  <a:lnTo>
                    <a:pt x="15442680" y="4464355"/>
                  </a:lnTo>
                  <a:close/>
                </a:path>
                <a:path w="18288000" h="10287000">
                  <a:moveTo>
                    <a:pt x="15446223" y="6543548"/>
                  </a:moveTo>
                  <a:lnTo>
                    <a:pt x="15435060" y="6518148"/>
                  </a:lnTo>
                  <a:lnTo>
                    <a:pt x="15415730" y="6530848"/>
                  </a:lnTo>
                  <a:lnTo>
                    <a:pt x="15426893" y="6556248"/>
                  </a:lnTo>
                  <a:lnTo>
                    <a:pt x="15446223" y="6543548"/>
                  </a:lnTo>
                  <a:close/>
                </a:path>
                <a:path w="18288000" h="10287000">
                  <a:moveTo>
                    <a:pt x="15451366" y="8634743"/>
                  </a:moveTo>
                  <a:lnTo>
                    <a:pt x="15429624" y="8597087"/>
                  </a:lnTo>
                  <a:lnTo>
                    <a:pt x="15391968" y="8618830"/>
                  </a:lnTo>
                  <a:lnTo>
                    <a:pt x="15413698" y="8656485"/>
                  </a:lnTo>
                  <a:lnTo>
                    <a:pt x="15451366" y="8634743"/>
                  </a:lnTo>
                  <a:close/>
                </a:path>
                <a:path w="18288000" h="10287000">
                  <a:moveTo>
                    <a:pt x="15454884" y="5667248"/>
                  </a:moveTo>
                  <a:lnTo>
                    <a:pt x="15448128" y="5654548"/>
                  </a:lnTo>
                  <a:lnTo>
                    <a:pt x="15436431" y="5667248"/>
                  </a:lnTo>
                  <a:lnTo>
                    <a:pt x="15443188" y="5679948"/>
                  </a:lnTo>
                  <a:lnTo>
                    <a:pt x="15454884" y="5667248"/>
                  </a:lnTo>
                  <a:close/>
                </a:path>
                <a:path w="18288000" h="10287000">
                  <a:moveTo>
                    <a:pt x="15460434" y="7759687"/>
                  </a:moveTo>
                  <a:lnTo>
                    <a:pt x="15442807" y="7729156"/>
                  </a:lnTo>
                  <a:lnTo>
                    <a:pt x="15412276" y="7746784"/>
                  </a:lnTo>
                  <a:lnTo>
                    <a:pt x="15429903" y="7777302"/>
                  </a:lnTo>
                  <a:lnTo>
                    <a:pt x="15460434" y="7759687"/>
                  </a:lnTo>
                  <a:close/>
                </a:path>
                <a:path w="18288000" h="10287000">
                  <a:moveTo>
                    <a:pt x="15463165" y="9844456"/>
                  </a:moveTo>
                  <a:lnTo>
                    <a:pt x="15436723" y="9798660"/>
                  </a:lnTo>
                  <a:lnTo>
                    <a:pt x="15390927" y="9825101"/>
                  </a:lnTo>
                  <a:lnTo>
                    <a:pt x="15417368" y="9870897"/>
                  </a:lnTo>
                  <a:lnTo>
                    <a:pt x="15463165" y="9844456"/>
                  </a:lnTo>
                  <a:close/>
                </a:path>
                <a:path w="18288000" h="10287000">
                  <a:moveTo>
                    <a:pt x="15468702" y="6873748"/>
                  </a:moveTo>
                  <a:lnTo>
                    <a:pt x="15455773" y="6861048"/>
                  </a:lnTo>
                  <a:lnTo>
                    <a:pt x="15433383" y="6873748"/>
                  </a:lnTo>
                  <a:lnTo>
                    <a:pt x="15446312" y="6886448"/>
                  </a:lnTo>
                  <a:lnTo>
                    <a:pt x="15468702" y="6873748"/>
                  </a:lnTo>
                  <a:close/>
                </a:path>
                <a:path w="18288000" h="10287000">
                  <a:moveTo>
                    <a:pt x="15473439" y="8969718"/>
                  </a:moveTo>
                  <a:lnTo>
                    <a:pt x="15450236" y="8929522"/>
                  </a:lnTo>
                  <a:lnTo>
                    <a:pt x="15410041" y="8952725"/>
                  </a:lnTo>
                  <a:lnTo>
                    <a:pt x="15433243" y="8992933"/>
                  </a:lnTo>
                  <a:lnTo>
                    <a:pt x="15473439" y="8969718"/>
                  </a:lnTo>
                  <a:close/>
                </a:path>
                <a:path w="18288000" h="10287000">
                  <a:moveTo>
                    <a:pt x="15477376" y="5997448"/>
                  </a:moveTo>
                  <a:lnTo>
                    <a:pt x="15468854" y="5984748"/>
                  </a:lnTo>
                  <a:lnTo>
                    <a:pt x="15454097" y="5997448"/>
                  </a:lnTo>
                  <a:lnTo>
                    <a:pt x="15462619" y="6010148"/>
                  </a:lnTo>
                  <a:lnTo>
                    <a:pt x="15477376" y="5997448"/>
                  </a:lnTo>
                  <a:close/>
                </a:path>
                <a:path w="18288000" h="10287000">
                  <a:moveTo>
                    <a:pt x="15482913" y="8094764"/>
                  </a:moveTo>
                  <a:lnTo>
                    <a:pt x="15463520" y="8061185"/>
                  </a:lnTo>
                  <a:lnTo>
                    <a:pt x="15429941" y="8080565"/>
                  </a:lnTo>
                  <a:lnTo>
                    <a:pt x="15449334" y="8114157"/>
                  </a:lnTo>
                  <a:lnTo>
                    <a:pt x="15482913" y="8094764"/>
                  </a:lnTo>
                  <a:close/>
                </a:path>
                <a:path w="18288000" h="10287000">
                  <a:moveTo>
                    <a:pt x="15484844" y="10179329"/>
                  </a:moveTo>
                  <a:lnTo>
                    <a:pt x="15457221" y="10131488"/>
                  </a:lnTo>
                  <a:lnTo>
                    <a:pt x="15409393" y="10159098"/>
                  </a:lnTo>
                  <a:lnTo>
                    <a:pt x="15437015" y="10206939"/>
                  </a:lnTo>
                  <a:lnTo>
                    <a:pt x="15484844" y="10179329"/>
                  </a:lnTo>
                  <a:close/>
                </a:path>
                <a:path w="18288000" h="10287000">
                  <a:moveTo>
                    <a:pt x="15486444" y="5133848"/>
                  </a:moveTo>
                  <a:lnTo>
                    <a:pt x="15482037" y="5121148"/>
                  </a:lnTo>
                  <a:lnTo>
                    <a:pt x="15474404" y="5121148"/>
                  </a:lnTo>
                  <a:lnTo>
                    <a:pt x="15478811" y="5133848"/>
                  </a:lnTo>
                  <a:lnTo>
                    <a:pt x="15486444" y="5133848"/>
                  </a:lnTo>
                  <a:close/>
                </a:path>
                <a:path w="18288000" h="10287000">
                  <a:moveTo>
                    <a:pt x="15491587" y="7219594"/>
                  </a:moveTo>
                  <a:lnTo>
                    <a:pt x="15476601" y="7193648"/>
                  </a:lnTo>
                  <a:lnTo>
                    <a:pt x="15450655" y="7208634"/>
                  </a:lnTo>
                  <a:lnTo>
                    <a:pt x="15465641" y="7234580"/>
                  </a:lnTo>
                  <a:lnTo>
                    <a:pt x="15491587" y="7219594"/>
                  </a:lnTo>
                  <a:close/>
                </a:path>
                <a:path w="18288000" h="10287000">
                  <a:moveTo>
                    <a:pt x="15495931" y="9304807"/>
                  </a:moveTo>
                  <a:lnTo>
                    <a:pt x="15470950" y="9261551"/>
                  </a:lnTo>
                  <a:lnTo>
                    <a:pt x="15427694" y="9286519"/>
                  </a:lnTo>
                  <a:lnTo>
                    <a:pt x="15452674" y="9329776"/>
                  </a:lnTo>
                  <a:lnTo>
                    <a:pt x="15495931" y="9304807"/>
                  </a:lnTo>
                  <a:close/>
                </a:path>
                <a:path w="18288000" h="10287000">
                  <a:moveTo>
                    <a:pt x="15496718" y="4259453"/>
                  </a:moveTo>
                  <a:lnTo>
                    <a:pt x="15495550" y="4257421"/>
                  </a:lnTo>
                  <a:lnTo>
                    <a:pt x="15493505" y="4258602"/>
                  </a:lnTo>
                  <a:lnTo>
                    <a:pt x="15494686" y="4260621"/>
                  </a:lnTo>
                  <a:lnTo>
                    <a:pt x="15496718" y="4259453"/>
                  </a:lnTo>
                  <a:close/>
                </a:path>
                <a:path w="18288000" h="10287000">
                  <a:moveTo>
                    <a:pt x="15499855" y="6340348"/>
                  </a:moveTo>
                  <a:lnTo>
                    <a:pt x="15489568" y="6314948"/>
                  </a:lnTo>
                  <a:lnTo>
                    <a:pt x="15471763" y="6327648"/>
                  </a:lnTo>
                  <a:lnTo>
                    <a:pt x="15482050" y="6353048"/>
                  </a:lnTo>
                  <a:lnTo>
                    <a:pt x="15499855" y="6340348"/>
                  </a:lnTo>
                  <a:close/>
                </a:path>
                <a:path w="18288000" h="10287000">
                  <a:moveTo>
                    <a:pt x="15505811" y="8429955"/>
                  </a:moveTo>
                  <a:lnTo>
                    <a:pt x="15484361" y="8392808"/>
                  </a:lnTo>
                  <a:lnTo>
                    <a:pt x="15447213" y="8414258"/>
                  </a:lnTo>
                  <a:lnTo>
                    <a:pt x="15468651" y="8451405"/>
                  </a:lnTo>
                  <a:lnTo>
                    <a:pt x="15505811" y="8429955"/>
                  </a:lnTo>
                  <a:close/>
                </a:path>
                <a:path w="18288000" h="10287000">
                  <a:moveTo>
                    <a:pt x="15508529" y="5464048"/>
                  </a:moveTo>
                  <a:lnTo>
                    <a:pt x="15502649" y="5451348"/>
                  </a:lnTo>
                  <a:lnTo>
                    <a:pt x="15492476" y="5464048"/>
                  </a:lnTo>
                  <a:lnTo>
                    <a:pt x="15508529" y="5464048"/>
                  </a:lnTo>
                  <a:close/>
                </a:path>
                <a:path w="18288000" h="10287000">
                  <a:moveTo>
                    <a:pt x="15514066" y="7554684"/>
                  </a:moveTo>
                  <a:lnTo>
                    <a:pt x="15497328" y="7525677"/>
                  </a:lnTo>
                  <a:lnTo>
                    <a:pt x="15468321" y="7542428"/>
                  </a:lnTo>
                  <a:lnTo>
                    <a:pt x="15485072" y="7571422"/>
                  </a:lnTo>
                  <a:lnTo>
                    <a:pt x="15514066" y="7554684"/>
                  </a:lnTo>
                  <a:close/>
                </a:path>
                <a:path w="18288000" h="10287000">
                  <a:moveTo>
                    <a:pt x="15518003" y="9639783"/>
                  </a:moveTo>
                  <a:lnTo>
                    <a:pt x="15491562" y="9593986"/>
                  </a:lnTo>
                  <a:lnTo>
                    <a:pt x="15445766" y="9620428"/>
                  </a:lnTo>
                  <a:lnTo>
                    <a:pt x="15472207" y="9666224"/>
                  </a:lnTo>
                  <a:lnTo>
                    <a:pt x="15518003" y="9639783"/>
                  </a:lnTo>
                  <a:close/>
                </a:path>
                <a:path w="18288000" h="10287000">
                  <a:moveTo>
                    <a:pt x="15518410" y="4594314"/>
                  </a:moveTo>
                  <a:lnTo>
                    <a:pt x="15516060" y="4590250"/>
                  </a:lnTo>
                  <a:lnTo>
                    <a:pt x="15511983" y="4592599"/>
                  </a:lnTo>
                  <a:lnTo>
                    <a:pt x="15514333" y="4596676"/>
                  </a:lnTo>
                  <a:lnTo>
                    <a:pt x="15518410" y="4594314"/>
                  </a:lnTo>
                  <a:close/>
                </a:path>
                <a:path w="18288000" h="10287000">
                  <a:moveTo>
                    <a:pt x="15522740" y="6670548"/>
                  </a:moveTo>
                  <a:lnTo>
                    <a:pt x="15510409" y="6657848"/>
                  </a:lnTo>
                  <a:lnTo>
                    <a:pt x="15489035" y="6657848"/>
                  </a:lnTo>
                  <a:lnTo>
                    <a:pt x="15501366" y="6683248"/>
                  </a:lnTo>
                  <a:lnTo>
                    <a:pt x="15522740" y="6670548"/>
                  </a:lnTo>
                  <a:close/>
                </a:path>
                <a:path w="18288000" h="10287000">
                  <a:moveTo>
                    <a:pt x="15527884" y="8764930"/>
                  </a:moveTo>
                  <a:lnTo>
                    <a:pt x="15504973" y="8725243"/>
                  </a:lnTo>
                  <a:lnTo>
                    <a:pt x="15465273" y="8748154"/>
                  </a:lnTo>
                  <a:lnTo>
                    <a:pt x="15488196" y="8787854"/>
                  </a:lnTo>
                  <a:lnTo>
                    <a:pt x="15527884" y="8764930"/>
                  </a:lnTo>
                  <a:close/>
                </a:path>
                <a:path w="18288000" h="10287000">
                  <a:moveTo>
                    <a:pt x="15531008" y="5794248"/>
                  </a:moveTo>
                  <a:lnTo>
                    <a:pt x="15523375" y="5781548"/>
                  </a:lnTo>
                  <a:lnTo>
                    <a:pt x="15510142" y="5794248"/>
                  </a:lnTo>
                  <a:lnTo>
                    <a:pt x="15517775" y="5806948"/>
                  </a:lnTo>
                  <a:lnTo>
                    <a:pt x="15531008" y="5794248"/>
                  </a:lnTo>
                  <a:close/>
                </a:path>
                <a:path w="18288000" h="10287000">
                  <a:moveTo>
                    <a:pt x="15536964" y="7889875"/>
                  </a:moveTo>
                  <a:lnTo>
                    <a:pt x="15518156" y="7857312"/>
                  </a:lnTo>
                  <a:lnTo>
                    <a:pt x="15485593" y="7876108"/>
                  </a:lnTo>
                  <a:lnTo>
                    <a:pt x="15504389" y="7908684"/>
                  </a:lnTo>
                  <a:lnTo>
                    <a:pt x="15536964" y="7889875"/>
                  </a:lnTo>
                  <a:close/>
                </a:path>
                <a:path w="18288000" h="10287000">
                  <a:moveTo>
                    <a:pt x="15539682" y="9974643"/>
                  </a:moveTo>
                  <a:lnTo>
                    <a:pt x="15512072" y="9926815"/>
                  </a:lnTo>
                  <a:lnTo>
                    <a:pt x="15464231" y="9954438"/>
                  </a:lnTo>
                  <a:lnTo>
                    <a:pt x="15491854" y="10002266"/>
                  </a:lnTo>
                  <a:lnTo>
                    <a:pt x="15539682" y="9974643"/>
                  </a:lnTo>
                  <a:close/>
                </a:path>
                <a:path w="18288000" h="10287000">
                  <a:moveTo>
                    <a:pt x="15540482" y="4917948"/>
                  </a:moveTo>
                  <a:lnTo>
                    <a:pt x="15530043" y="4917948"/>
                  </a:lnTo>
                  <a:lnTo>
                    <a:pt x="15533866" y="4930648"/>
                  </a:lnTo>
                  <a:lnTo>
                    <a:pt x="15540482" y="4917948"/>
                  </a:lnTo>
                  <a:close/>
                </a:path>
                <a:path w="18288000" h="10287000">
                  <a:moveTo>
                    <a:pt x="15542590" y="10287000"/>
                  </a:moveTo>
                  <a:lnTo>
                    <a:pt x="15530741" y="10266464"/>
                  </a:lnTo>
                  <a:lnTo>
                    <a:pt x="15495194" y="10287000"/>
                  </a:lnTo>
                  <a:lnTo>
                    <a:pt x="15542590" y="10287000"/>
                  </a:lnTo>
                  <a:close/>
                </a:path>
                <a:path w="18288000" h="10287000">
                  <a:moveTo>
                    <a:pt x="15545219" y="7013448"/>
                  </a:moveTo>
                  <a:lnTo>
                    <a:pt x="15531122" y="6988048"/>
                  </a:lnTo>
                  <a:lnTo>
                    <a:pt x="15506700" y="7000748"/>
                  </a:lnTo>
                  <a:lnTo>
                    <a:pt x="15520797" y="7026148"/>
                  </a:lnTo>
                  <a:lnTo>
                    <a:pt x="15545219" y="7013448"/>
                  </a:lnTo>
                  <a:close/>
                </a:path>
                <a:path w="18288000" h="10287000">
                  <a:moveTo>
                    <a:pt x="15550363" y="9100020"/>
                  </a:moveTo>
                  <a:lnTo>
                    <a:pt x="15525687" y="9057272"/>
                  </a:lnTo>
                  <a:lnTo>
                    <a:pt x="15482939" y="9081948"/>
                  </a:lnTo>
                  <a:lnTo>
                    <a:pt x="15507627" y="9124696"/>
                  </a:lnTo>
                  <a:lnTo>
                    <a:pt x="15550363" y="9100020"/>
                  </a:lnTo>
                  <a:close/>
                </a:path>
                <a:path w="18288000" h="10287000">
                  <a:moveTo>
                    <a:pt x="15550757" y="4054564"/>
                  </a:moveTo>
                  <a:lnTo>
                    <a:pt x="15550503" y="4054132"/>
                  </a:lnTo>
                  <a:lnTo>
                    <a:pt x="15549156" y="4054132"/>
                  </a:lnTo>
                  <a:lnTo>
                    <a:pt x="15549410" y="4054564"/>
                  </a:lnTo>
                  <a:lnTo>
                    <a:pt x="15550757" y="4054564"/>
                  </a:lnTo>
                  <a:close/>
                </a:path>
                <a:path w="18288000" h="10287000">
                  <a:moveTo>
                    <a:pt x="15553500" y="6137148"/>
                  </a:moveTo>
                  <a:lnTo>
                    <a:pt x="15544089" y="6111748"/>
                  </a:lnTo>
                  <a:lnTo>
                    <a:pt x="15527808" y="6124448"/>
                  </a:lnTo>
                  <a:lnTo>
                    <a:pt x="15537218" y="6137148"/>
                  </a:lnTo>
                  <a:lnTo>
                    <a:pt x="15553500" y="6137148"/>
                  </a:lnTo>
                  <a:close/>
                </a:path>
                <a:path w="18288000" h="10287000">
                  <a:moveTo>
                    <a:pt x="15559837" y="8225066"/>
                  </a:moveTo>
                  <a:lnTo>
                    <a:pt x="15538984" y="8188934"/>
                  </a:lnTo>
                  <a:lnTo>
                    <a:pt x="15502852" y="8209788"/>
                  </a:lnTo>
                  <a:lnTo>
                    <a:pt x="15523718" y="8245919"/>
                  </a:lnTo>
                  <a:lnTo>
                    <a:pt x="15559837" y="8225066"/>
                  </a:lnTo>
                  <a:close/>
                </a:path>
                <a:path w="18288000" h="10287000">
                  <a:moveTo>
                    <a:pt x="15562161" y="5260848"/>
                  </a:moveTo>
                  <a:lnTo>
                    <a:pt x="15557170" y="5248148"/>
                  </a:lnTo>
                  <a:lnTo>
                    <a:pt x="15548521" y="5248148"/>
                  </a:lnTo>
                  <a:lnTo>
                    <a:pt x="15553512" y="5260848"/>
                  </a:lnTo>
                  <a:lnTo>
                    <a:pt x="15562161" y="5260848"/>
                  </a:lnTo>
                  <a:close/>
                </a:path>
                <a:path w="18288000" h="10287000">
                  <a:moveTo>
                    <a:pt x="15568105" y="7349795"/>
                  </a:moveTo>
                  <a:lnTo>
                    <a:pt x="15551950" y="7321804"/>
                  </a:lnTo>
                  <a:lnTo>
                    <a:pt x="15523960" y="7337971"/>
                  </a:lnTo>
                  <a:lnTo>
                    <a:pt x="15540127" y="7365949"/>
                  </a:lnTo>
                  <a:lnTo>
                    <a:pt x="15568105" y="7349795"/>
                  </a:lnTo>
                  <a:close/>
                </a:path>
                <a:path w="18288000" h="10287000">
                  <a:moveTo>
                    <a:pt x="15572435" y="4389425"/>
                  </a:moveTo>
                  <a:lnTo>
                    <a:pt x="15570670" y="4386377"/>
                  </a:lnTo>
                  <a:lnTo>
                    <a:pt x="15567622" y="4388142"/>
                  </a:lnTo>
                  <a:lnTo>
                    <a:pt x="15569387" y="4391190"/>
                  </a:lnTo>
                  <a:lnTo>
                    <a:pt x="15572435" y="4389425"/>
                  </a:lnTo>
                  <a:close/>
                </a:path>
                <a:path w="18288000" h="10287000">
                  <a:moveTo>
                    <a:pt x="15572448" y="9434995"/>
                  </a:moveTo>
                  <a:lnTo>
                    <a:pt x="15546299" y="9389707"/>
                  </a:lnTo>
                  <a:lnTo>
                    <a:pt x="15501011" y="9415843"/>
                  </a:lnTo>
                  <a:lnTo>
                    <a:pt x="15527160" y="9461132"/>
                  </a:lnTo>
                  <a:lnTo>
                    <a:pt x="15572448" y="9434995"/>
                  </a:lnTo>
                  <a:close/>
                </a:path>
                <a:path w="18288000" h="10287000">
                  <a:moveTo>
                    <a:pt x="15576372" y="6467348"/>
                  </a:moveTo>
                  <a:lnTo>
                    <a:pt x="15564917" y="6454648"/>
                  </a:lnTo>
                  <a:lnTo>
                    <a:pt x="15545080" y="6454648"/>
                  </a:lnTo>
                  <a:lnTo>
                    <a:pt x="15556535" y="6480048"/>
                  </a:lnTo>
                  <a:lnTo>
                    <a:pt x="15576372" y="6467348"/>
                  </a:lnTo>
                  <a:close/>
                </a:path>
                <a:path w="18288000" h="10287000">
                  <a:moveTo>
                    <a:pt x="15581922" y="8560041"/>
                  </a:moveTo>
                  <a:lnTo>
                    <a:pt x="15559596" y="8521357"/>
                  </a:lnTo>
                  <a:lnTo>
                    <a:pt x="15520924" y="8543696"/>
                  </a:lnTo>
                  <a:lnTo>
                    <a:pt x="15543251" y="8582368"/>
                  </a:lnTo>
                  <a:lnTo>
                    <a:pt x="15581922" y="8560041"/>
                  </a:lnTo>
                  <a:close/>
                </a:path>
                <a:path w="18288000" h="10287000">
                  <a:moveTo>
                    <a:pt x="15584653" y="5591048"/>
                  </a:moveTo>
                  <a:lnTo>
                    <a:pt x="15577896" y="5578348"/>
                  </a:lnTo>
                  <a:lnTo>
                    <a:pt x="15566187" y="5591048"/>
                  </a:lnTo>
                  <a:lnTo>
                    <a:pt x="15572943" y="5603748"/>
                  </a:lnTo>
                  <a:lnTo>
                    <a:pt x="15584653" y="5591048"/>
                  </a:lnTo>
                  <a:close/>
                </a:path>
                <a:path w="18288000" h="10287000">
                  <a:moveTo>
                    <a:pt x="15591003" y="7684986"/>
                  </a:moveTo>
                  <a:lnTo>
                    <a:pt x="15572778" y="7653439"/>
                  </a:lnTo>
                  <a:lnTo>
                    <a:pt x="15541232" y="7671651"/>
                  </a:lnTo>
                  <a:lnTo>
                    <a:pt x="15559443" y="7703198"/>
                  </a:lnTo>
                  <a:lnTo>
                    <a:pt x="15591003" y="7684986"/>
                  </a:lnTo>
                  <a:close/>
                </a:path>
                <a:path w="18288000" h="10287000">
                  <a:moveTo>
                    <a:pt x="15594533" y="9769970"/>
                  </a:moveTo>
                  <a:lnTo>
                    <a:pt x="15566911" y="9722129"/>
                  </a:lnTo>
                  <a:lnTo>
                    <a:pt x="15519083" y="9749752"/>
                  </a:lnTo>
                  <a:lnTo>
                    <a:pt x="15546693" y="9797580"/>
                  </a:lnTo>
                  <a:lnTo>
                    <a:pt x="15594533" y="9769970"/>
                  </a:lnTo>
                  <a:close/>
                </a:path>
                <a:path w="18288000" h="10287000">
                  <a:moveTo>
                    <a:pt x="15598864" y="6797548"/>
                  </a:moveTo>
                  <a:lnTo>
                    <a:pt x="15585643" y="6784848"/>
                  </a:lnTo>
                  <a:lnTo>
                    <a:pt x="15562745" y="6797548"/>
                  </a:lnTo>
                  <a:lnTo>
                    <a:pt x="15575966" y="6810248"/>
                  </a:lnTo>
                  <a:lnTo>
                    <a:pt x="15598864" y="6797548"/>
                  </a:lnTo>
                  <a:close/>
                </a:path>
                <a:path w="18288000" h="10287000">
                  <a:moveTo>
                    <a:pt x="15604414" y="8895131"/>
                  </a:moveTo>
                  <a:lnTo>
                    <a:pt x="15580309" y="8853399"/>
                  </a:lnTo>
                  <a:lnTo>
                    <a:pt x="15538590" y="8877490"/>
                  </a:lnTo>
                  <a:lnTo>
                    <a:pt x="15562682" y="8919210"/>
                  </a:lnTo>
                  <a:lnTo>
                    <a:pt x="15604414" y="8895131"/>
                  </a:lnTo>
                  <a:close/>
                </a:path>
                <a:path w="18288000" h="10287000">
                  <a:moveTo>
                    <a:pt x="15607132" y="5933948"/>
                  </a:moveTo>
                  <a:lnTo>
                    <a:pt x="15598610" y="5908548"/>
                  </a:lnTo>
                  <a:lnTo>
                    <a:pt x="15583853" y="5921248"/>
                  </a:lnTo>
                  <a:lnTo>
                    <a:pt x="15592374" y="5933948"/>
                  </a:lnTo>
                  <a:lnTo>
                    <a:pt x="15607132" y="5933948"/>
                  </a:lnTo>
                  <a:close/>
                </a:path>
                <a:path w="18288000" h="10287000">
                  <a:moveTo>
                    <a:pt x="15613482" y="8020063"/>
                  </a:moveTo>
                  <a:lnTo>
                    <a:pt x="15593505" y="7985468"/>
                  </a:lnTo>
                  <a:lnTo>
                    <a:pt x="15558897" y="8005445"/>
                  </a:lnTo>
                  <a:lnTo>
                    <a:pt x="15578874" y="8040040"/>
                  </a:lnTo>
                  <a:lnTo>
                    <a:pt x="15613482" y="8020063"/>
                  </a:lnTo>
                  <a:close/>
                </a:path>
                <a:path w="18288000" h="10287000">
                  <a:moveTo>
                    <a:pt x="15616200" y="5057648"/>
                  </a:moveTo>
                  <a:lnTo>
                    <a:pt x="15611793" y="5044948"/>
                  </a:lnTo>
                  <a:lnTo>
                    <a:pt x="15604173" y="5044948"/>
                  </a:lnTo>
                  <a:lnTo>
                    <a:pt x="15608580" y="5057648"/>
                  </a:lnTo>
                  <a:lnTo>
                    <a:pt x="15616200" y="5057648"/>
                  </a:lnTo>
                  <a:close/>
                </a:path>
                <a:path w="18288000" h="10287000">
                  <a:moveTo>
                    <a:pt x="15616212" y="10104844"/>
                  </a:moveTo>
                  <a:lnTo>
                    <a:pt x="15587421" y="10054971"/>
                  </a:lnTo>
                  <a:lnTo>
                    <a:pt x="15537549" y="10083762"/>
                  </a:lnTo>
                  <a:lnTo>
                    <a:pt x="15566339" y="10133635"/>
                  </a:lnTo>
                  <a:lnTo>
                    <a:pt x="15616212" y="10104844"/>
                  </a:lnTo>
                  <a:close/>
                </a:path>
                <a:path w="18288000" h="10287000">
                  <a:moveTo>
                    <a:pt x="15622156" y="7140448"/>
                  </a:moveTo>
                  <a:lnTo>
                    <a:pt x="15606573" y="7115048"/>
                  </a:lnTo>
                  <a:lnTo>
                    <a:pt x="15579611" y="7127748"/>
                  </a:lnTo>
                  <a:lnTo>
                    <a:pt x="15595181" y="7153148"/>
                  </a:lnTo>
                  <a:lnTo>
                    <a:pt x="15622156" y="7140448"/>
                  </a:lnTo>
                  <a:close/>
                </a:path>
                <a:path w="18288000" h="10287000">
                  <a:moveTo>
                    <a:pt x="15626487" y="4184535"/>
                  </a:moveTo>
                  <a:lnTo>
                    <a:pt x="15625306" y="4182503"/>
                  </a:lnTo>
                  <a:lnTo>
                    <a:pt x="15623274" y="4183684"/>
                  </a:lnTo>
                  <a:lnTo>
                    <a:pt x="15624442" y="4185716"/>
                  </a:lnTo>
                  <a:lnTo>
                    <a:pt x="15626487" y="4184535"/>
                  </a:lnTo>
                  <a:close/>
                </a:path>
                <a:path w="18288000" h="10287000">
                  <a:moveTo>
                    <a:pt x="15626880" y="9230208"/>
                  </a:moveTo>
                  <a:lnTo>
                    <a:pt x="15601036" y="9185427"/>
                  </a:lnTo>
                  <a:lnTo>
                    <a:pt x="15556256" y="9211285"/>
                  </a:lnTo>
                  <a:lnTo>
                    <a:pt x="15582113" y="9256065"/>
                  </a:lnTo>
                  <a:lnTo>
                    <a:pt x="15626880" y="9230208"/>
                  </a:lnTo>
                  <a:close/>
                </a:path>
                <a:path w="18288000" h="10287000">
                  <a:moveTo>
                    <a:pt x="15630017" y="6264148"/>
                  </a:moveTo>
                  <a:lnTo>
                    <a:pt x="15619438" y="6238748"/>
                  </a:lnTo>
                  <a:lnTo>
                    <a:pt x="15601112" y="6251448"/>
                  </a:lnTo>
                  <a:lnTo>
                    <a:pt x="15611691" y="6276848"/>
                  </a:lnTo>
                  <a:lnTo>
                    <a:pt x="15630017" y="6264148"/>
                  </a:lnTo>
                  <a:close/>
                </a:path>
                <a:path w="18288000" h="10287000">
                  <a:moveTo>
                    <a:pt x="15636367" y="8355254"/>
                  </a:moveTo>
                  <a:lnTo>
                    <a:pt x="15614333" y="8317090"/>
                  </a:lnTo>
                  <a:lnTo>
                    <a:pt x="15576169" y="8339125"/>
                  </a:lnTo>
                  <a:lnTo>
                    <a:pt x="15598204" y="8377288"/>
                  </a:lnTo>
                  <a:lnTo>
                    <a:pt x="15636367" y="8355254"/>
                  </a:lnTo>
                  <a:close/>
                </a:path>
                <a:path w="18288000" h="10287000">
                  <a:moveTo>
                    <a:pt x="15638285" y="5387848"/>
                  </a:moveTo>
                  <a:lnTo>
                    <a:pt x="15632418" y="5375148"/>
                  </a:lnTo>
                  <a:lnTo>
                    <a:pt x="15622232" y="5387848"/>
                  </a:lnTo>
                  <a:lnTo>
                    <a:pt x="15638285" y="5387848"/>
                  </a:lnTo>
                  <a:close/>
                </a:path>
                <a:path w="18288000" h="10287000">
                  <a:moveTo>
                    <a:pt x="15644229" y="7479868"/>
                  </a:moveTo>
                  <a:lnTo>
                    <a:pt x="15627198" y="7450366"/>
                  </a:lnTo>
                  <a:lnTo>
                    <a:pt x="15597683" y="7467397"/>
                  </a:lnTo>
                  <a:lnTo>
                    <a:pt x="15614714" y="7496911"/>
                  </a:lnTo>
                  <a:lnTo>
                    <a:pt x="15644229" y="7479868"/>
                  </a:lnTo>
                  <a:close/>
                </a:path>
                <a:path w="18288000" h="10287000">
                  <a:moveTo>
                    <a:pt x="15648166" y="4519409"/>
                  </a:moveTo>
                  <a:lnTo>
                    <a:pt x="15645816" y="4515332"/>
                  </a:lnTo>
                  <a:lnTo>
                    <a:pt x="15641739" y="4517682"/>
                  </a:lnTo>
                  <a:lnTo>
                    <a:pt x="15644089" y="4521759"/>
                  </a:lnTo>
                  <a:lnTo>
                    <a:pt x="15648166" y="4519409"/>
                  </a:lnTo>
                  <a:close/>
                </a:path>
                <a:path w="18288000" h="10287000">
                  <a:moveTo>
                    <a:pt x="15648966" y="9565183"/>
                  </a:moveTo>
                  <a:lnTo>
                    <a:pt x="15621648" y="9517863"/>
                  </a:lnTo>
                  <a:lnTo>
                    <a:pt x="15574328" y="9545180"/>
                  </a:lnTo>
                  <a:lnTo>
                    <a:pt x="15601645" y="9592513"/>
                  </a:lnTo>
                  <a:lnTo>
                    <a:pt x="15648966" y="9565183"/>
                  </a:lnTo>
                  <a:close/>
                </a:path>
                <a:path w="18288000" h="10287000">
                  <a:moveTo>
                    <a:pt x="15652496" y="6594348"/>
                  </a:moveTo>
                  <a:lnTo>
                    <a:pt x="15640152" y="6581648"/>
                  </a:lnTo>
                  <a:lnTo>
                    <a:pt x="15618790" y="6594348"/>
                  </a:lnTo>
                  <a:lnTo>
                    <a:pt x="15631135" y="6607048"/>
                  </a:lnTo>
                  <a:lnTo>
                    <a:pt x="15652496" y="6594348"/>
                  </a:lnTo>
                  <a:close/>
                </a:path>
                <a:path w="18288000" h="10287000">
                  <a:moveTo>
                    <a:pt x="15658453" y="8690229"/>
                  </a:moveTo>
                  <a:lnTo>
                    <a:pt x="15634945" y="8649525"/>
                  </a:lnTo>
                  <a:lnTo>
                    <a:pt x="15594241" y="8673020"/>
                  </a:lnTo>
                  <a:lnTo>
                    <a:pt x="15617736" y="8713737"/>
                  </a:lnTo>
                  <a:lnTo>
                    <a:pt x="15658453" y="8690229"/>
                  </a:lnTo>
                  <a:close/>
                </a:path>
                <a:path w="18288000" h="10287000">
                  <a:moveTo>
                    <a:pt x="15661170" y="5718048"/>
                  </a:moveTo>
                  <a:lnTo>
                    <a:pt x="15653246" y="5705348"/>
                  </a:lnTo>
                  <a:lnTo>
                    <a:pt x="15639504" y="5718048"/>
                  </a:lnTo>
                  <a:lnTo>
                    <a:pt x="15647429" y="5730748"/>
                  </a:lnTo>
                  <a:lnTo>
                    <a:pt x="15661170" y="5718048"/>
                  </a:lnTo>
                  <a:close/>
                </a:path>
                <a:path w="18288000" h="10287000">
                  <a:moveTo>
                    <a:pt x="15667520" y="7815173"/>
                  </a:moveTo>
                  <a:lnTo>
                    <a:pt x="15648127" y="7781582"/>
                  </a:lnTo>
                  <a:lnTo>
                    <a:pt x="15614549" y="7800975"/>
                  </a:lnTo>
                  <a:lnTo>
                    <a:pt x="15633942" y="7834566"/>
                  </a:lnTo>
                  <a:lnTo>
                    <a:pt x="15667520" y="7815173"/>
                  </a:lnTo>
                  <a:close/>
                </a:path>
                <a:path w="18288000" h="10287000">
                  <a:moveTo>
                    <a:pt x="15670238" y="4841748"/>
                  </a:moveTo>
                  <a:lnTo>
                    <a:pt x="15659811" y="4841748"/>
                  </a:lnTo>
                  <a:lnTo>
                    <a:pt x="15663634" y="4854448"/>
                  </a:lnTo>
                  <a:lnTo>
                    <a:pt x="15670238" y="4841748"/>
                  </a:lnTo>
                  <a:close/>
                </a:path>
                <a:path w="18288000" h="10287000">
                  <a:moveTo>
                    <a:pt x="15671051" y="9900158"/>
                  </a:moveTo>
                  <a:lnTo>
                    <a:pt x="15642260" y="9850285"/>
                  </a:lnTo>
                  <a:lnTo>
                    <a:pt x="15592387" y="9879076"/>
                  </a:lnTo>
                  <a:lnTo>
                    <a:pt x="15621178" y="9928949"/>
                  </a:lnTo>
                  <a:lnTo>
                    <a:pt x="15671051" y="9900158"/>
                  </a:lnTo>
                  <a:close/>
                </a:path>
                <a:path w="18288000" h="10287000">
                  <a:moveTo>
                    <a:pt x="15675788" y="6937248"/>
                  </a:moveTo>
                  <a:lnTo>
                    <a:pt x="15661094" y="6911848"/>
                  </a:lnTo>
                  <a:lnTo>
                    <a:pt x="15635656" y="6924548"/>
                  </a:lnTo>
                  <a:lnTo>
                    <a:pt x="15650337" y="6949948"/>
                  </a:lnTo>
                  <a:lnTo>
                    <a:pt x="15675788" y="6937248"/>
                  </a:lnTo>
                  <a:close/>
                </a:path>
                <a:path w="18288000" h="10287000">
                  <a:moveTo>
                    <a:pt x="15680512" y="3979646"/>
                  </a:moveTo>
                  <a:lnTo>
                    <a:pt x="15680271" y="3979214"/>
                  </a:lnTo>
                  <a:lnTo>
                    <a:pt x="15678912" y="3979214"/>
                  </a:lnTo>
                  <a:lnTo>
                    <a:pt x="15679166" y="3979646"/>
                  </a:lnTo>
                  <a:lnTo>
                    <a:pt x="15680512" y="3979646"/>
                  </a:lnTo>
                  <a:close/>
                </a:path>
                <a:path w="18288000" h="10287000">
                  <a:moveTo>
                    <a:pt x="15680932" y="9025318"/>
                  </a:moveTo>
                  <a:lnTo>
                    <a:pt x="15655671" y="8981554"/>
                  </a:lnTo>
                  <a:lnTo>
                    <a:pt x="15611894" y="9006815"/>
                  </a:lnTo>
                  <a:lnTo>
                    <a:pt x="15637167" y="9050579"/>
                  </a:lnTo>
                  <a:lnTo>
                    <a:pt x="15680932" y="9025318"/>
                  </a:lnTo>
                  <a:close/>
                </a:path>
                <a:path w="18288000" h="10287000">
                  <a:moveTo>
                    <a:pt x="15683649" y="6060948"/>
                  </a:moveTo>
                  <a:lnTo>
                    <a:pt x="15673959" y="6035548"/>
                  </a:lnTo>
                  <a:lnTo>
                    <a:pt x="15657170" y="6048248"/>
                  </a:lnTo>
                  <a:lnTo>
                    <a:pt x="15666860" y="6073648"/>
                  </a:lnTo>
                  <a:lnTo>
                    <a:pt x="15683649" y="6060948"/>
                  </a:lnTo>
                  <a:close/>
                </a:path>
                <a:path w="18288000" h="10287000">
                  <a:moveTo>
                    <a:pt x="15690406" y="8150365"/>
                  </a:moveTo>
                  <a:lnTo>
                    <a:pt x="15668955" y="8113217"/>
                  </a:lnTo>
                  <a:lnTo>
                    <a:pt x="15631808" y="8134667"/>
                  </a:lnTo>
                  <a:lnTo>
                    <a:pt x="15653258" y="8171802"/>
                  </a:lnTo>
                  <a:lnTo>
                    <a:pt x="15690406" y="8150365"/>
                  </a:lnTo>
                  <a:close/>
                </a:path>
                <a:path w="18288000" h="10287000">
                  <a:moveTo>
                    <a:pt x="15691930" y="5184648"/>
                  </a:moveTo>
                  <a:lnTo>
                    <a:pt x="15686926" y="5171948"/>
                  </a:lnTo>
                  <a:lnTo>
                    <a:pt x="15678277" y="5184648"/>
                  </a:lnTo>
                  <a:lnTo>
                    <a:pt x="15691930" y="5184648"/>
                  </a:lnTo>
                  <a:close/>
                </a:path>
                <a:path w="18288000" h="10287000">
                  <a:moveTo>
                    <a:pt x="15692323" y="10234917"/>
                  </a:moveTo>
                  <a:lnTo>
                    <a:pt x="15662656" y="10183533"/>
                  </a:lnTo>
                  <a:lnTo>
                    <a:pt x="15611259" y="10213200"/>
                  </a:lnTo>
                  <a:lnTo>
                    <a:pt x="15640927" y="10264597"/>
                  </a:lnTo>
                  <a:lnTo>
                    <a:pt x="15692323" y="10234917"/>
                  </a:lnTo>
                  <a:close/>
                </a:path>
                <a:path w="18288000" h="10287000">
                  <a:moveTo>
                    <a:pt x="15698267" y="7267448"/>
                  </a:moveTo>
                  <a:lnTo>
                    <a:pt x="15681821" y="7242048"/>
                  </a:lnTo>
                  <a:lnTo>
                    <a:pt x="15653322" y="7254748"/>
                  </a:lnTo>
                  <a:lnTo>
                    <a:pt x="15669768" y="7280148"/>
                  </a:lnTo>
                  <a:lnTo>
                    <a:pt x="15698267" y="7267448"/>
                  </a:lnTo>
                  <a:close/>
                </a:path>
                <a:path w="18288000" h="10287000">
                  <a:moveTo>
                    <a:pt x="15702204" y="4314520"/>
                  </a:moveTo>
                  <a:lnTo>
                    <a:pt x="15700439" y="4311459"/>
                  </a:lnTo>
                  <a:lnTo>
                    <a:pt x="15697391" y="4313225"/>
                  </a:lnTo>
                  <a:lnTo>
                    <a:pt x="15699143" y="4316273"/>
                  </a:lnTo>
                  <a:lnTo>
                    <a:pt x="15702204" y="4314520"/>
                  </a:lnTo>
                  <a:close/>
                </a:path>
                <a:path w="18288000" h="10287000">
                  <a:moveTo>
                    <a:pt x="15703411" y="9360395"/>
                  </a:moveTo>
                  <a:lnTo>
                    <a:pt x="15676385" y="9313583"/>
                  </a:lnTo>
                  <a:lnTo>
                    <a:pt x="15629573" y="9340609"/>
                  </a:lnTo>
                  <a:lnTo>
                    <a:pt x="15656598" y="9387421"/>
                  </a:lnTo>
                  <a:lnTo>
                    <a:pt x="15703411" y="9360395"/>
                  </a:lnTo>
                  <a:close/>
                </a:path>
                <a:path w="18288000" h="10287000">
                  <a:moveTo>
                    <a:pt x="15706128" y="6391148"/>
                  </a:moveTo>
                  <a:lnTo>
                    <a:pt x="15694673" y="6378448"/>
                  </a:lnTo>
                  <a:lnTo>
                    <a:pt x="15674836" y="6391148"/>
                  </a:lnTo>
                  <a:lnTo>
                    <a:pt x="15686291" y="6403848"/>
                  </a:lnTo>
                  <a:lnTo>
                    <a:pt x="15706128" y="6391148"/>
                  </a:lnTo>
                  <a:close/>
                </a:path>
                <a:path w="18288000" h="10287000">
                  <a:moveTo>
                    <a:pt x="15712478" y="8485340"/>
                  </a:moveTo>
                  <a:lnTo>
                    <a:pt x="15689568" y="8445652"/>
                  </a:lnTo>
                  <a:lnTo>
                    <a:pt x="15649880" y="8468563"/>
                  </a:lnTo>
                  <a:lnTo>
                    <a:pt x="15672804" y="8508251"/>
                  </a:lnTo>
                  <a:lnTo>
                    <a:pt x="15712478" y="8485340"/>
                  </a:lnTo>
                  <a:close/>
                </a:path>
                <a:path w="18288000" h="10287000">
                  <a:moveTo>
                    <a:pt x="15714802" y="5514848"/>
                  </a:moveTo>
                  <a:lnTo>
                    <a:pt x="15707754" y="5502148"/>
                  </a:lnTo>
                  <a:lnTo>
                    <a:pt x="15695549" y="5514848"/>
                  </a:lnTo>
                  <a:lnTo>
                    <a:pt x="15702598" y="5527548"/>
                  </a:lnTo>
                  <a:lnTo>
                    <a:pt x="15714802" y="5514848"/>
                  </a:lnTo>
                  <a:close/>
                </a:path>
                <a:path w="18288000" h="10287000">
                  <a:moveTo>
                    <a:pt x="15721152" y="7610170"/>
                  </a:moveTo>
                  <a:lnTo>
                    <a:pt x="15702649" y="7578115"/>
                  </a:lnTo>
                  <a:lnTo>
                    <a:pt x="15670594" y="7596619"/>
                  </a:lnTo>
                  <a:lnTo>
                    <a:pt x="15689098" y="7628674"/>
                  </a:lnTo>
                  <a:lnTo>
                    <a:pt x="15721152" y="7610170"/>
                  </a:lnTo>
                  <a:close/>
                </a:path>
                <a:path w="18288000" h="10287000">
                  <a:moveTo>
                    <a:pt x="15723870" y="4649381"/>
                  </a:moveTo>
                  <a:lnTo>
                    <a:pt x="15720937" y="4644288"/>
                  </a:lnTo>
                  <a:lnTo>
                    <a:pt x="15715844" y="4647235"/>
                  </a:lnTo>
                  <a:lnTo>
                    <a:pt x="15718790" y="4652315"/>
                  </a:lnTo>
                  <a:lnTo>
                    <a:pt x="15723870" y="4649381"/>
                  </a:lnTo>
                  <a:close/>
                </a:path>
                <a:path w="18288000" h="10287000">
                  <a:moveTo>
                    <a:pt x="15725496" y="9695370"/>
                  </a:moveTo>
                  <a:lnTo>
                    <a:pt x="15696997" y="9646018"/>
                  </a:lnTo>
                  <a:lnTo>
                    <a:pt x="15647632" y="9674517"/>
                  </a:lnTo>
                  <a:lnTo>
                    <a:pt x="15676131" y="9723869"/>
                  </a:lnTo>
                  <a:lnTo>
                    <a:pt x="15725496" y="9695370"/>
                  </a:lnTo>
                  <a:close/>
                </a:path>
                <a:path w="18288000" h="10287000">
                  <a:moveTo>
                    <a:pt x="15728620" y="6734048"/>
                  </a:moveTo>
                  <a:lnTo>
                    <a:pt x="15715399" y="6708648"/>
                  </a:lnTo>
                  <a:lnTo>
                    <a:pt x="15692501" y="6721348"/>
                  </a:lnTo>
                  <a:lnTo>
                    <a:pt x="15705722" y="6746748"/>
                  </a:lnTo>
                  <a:lnTo>
                    <a:pt x="15728620" y="6734048"/>
                  </a:lnTo>
                  <a:close/>
                </a:path>
                <a:path w="18288000" h="10287000">
                  <a:moveTo>
                    <a:pt x="15734970" y="8820417"/>
                  </a:moveTo>
                  <a:lnTo>
                    <a:pt x="15710294" y="8777681"/>
                  </a:lnTo>
                  <a:lnTo>
                    <a:pt x="15667546" y="8802357"/>
                  </a:lnTo>
                  <a:lnTo>
                    <a:pt x="15692222" y="8845105"/>
                  </a:lnTo>
                  <a:lnTo>
                    <a:pt x="15734970" y="8820417"/>
                  </a:lnTo>
                  <a:close/>
                </a:path>
                <a:path w="18288000" h="10287000">
                  <a:moveTo>
                    <a:pt x="15737294" y="5857748"/>
                  </a:moveTo>
                  <a:lnTo>
                    <a:pt x="15728480" y="5832348"/>
                  </a:lnTo>
                  <a:lnTo>
                    <a:pt x="15713215" y="5845048"/>
                  </a:lnTo>
                  <a:lnTo>
                    <a:pt x="15722029" y="5857748"/>
                  </a:lnTo>
                  <a:lnTo>
                    <a:pt x="15737294" y="5857748"/>
                  </a:lnTo>
                  <a:close/>
                </a:path>
                <a:path w="18288000" h="10287000">
                  <a:moveTo>
                    <a:pt x="15744038" y="7945361"/>
                  </a:moveTo>
                  <a:lnTo>
                    <a:pt x="15723477" y="7909738"/>
                  </a:lnTo>
                  <a:lnTo>
                    <a:pt x="15687853" y="7930312"/>
                  </a:lnTo>
                  <a:lnTo>
                    <a:pt x="15708427" y="7965922"/>
                  </a:lnTo>
                  <a:lnTo>
                    <a:pt x="15744038" y="7945361"/>
                  </a:lnTo>
                  <a:close/>
                </a:path>
                <a:path w="18288000" h="10287000">
                  <a:moveTo>
                    <a:pt x="15745968" y="4981448"/>
                  </a:moveTo>
                  <a:lnTo>
                    <a:pt x="15741561" y="4968748"/>
                  </a:lnTo>
                  <a:lnTo>
                    <a:pt x="15733929" y="4968748"/>
                  </a:lnTo>
                  <a:lnTo>
                    <a:pt x="15738336" y="4981448"/>
                  </a:lnTo>
                  <a:lnTo>
                    <a:pt x="15745968" y="4981448"/>
                  </a:lnTo>
                  <a:close/>
                </a:path>
                <a:path w="18288000" h="10287000">
                  <a:moveTo>
                    <a:pt x="15747175" y="10030244"/>
                  </a:moveTo>
                  <a:lnTo>
                    <a:pt x="15717495" y="9978847"/>
                  </a:lnTo>
                  <a:lnTo>
                    <a:pt x="15666098" y="10008514"/>
                  </a:lnTo>
                  <a:lnTo>
                    <a:pt x="15695778" y="10059911"/>
                  </a:lnTo>
                  <a:lnTo>
                    <a:pt x="15747175" y="10030244"/>
                  </a:lnTo>
                  <a:close/>
                </a:path>
                <a:path w="18288000" h="10287000">
                  <a:moveTo>
                    <a:pt x="15751912" y="7064248"/>
                  </a:moveTo>
                  <a:lnTo>
                    <a:pt x="15736329" y="7038848"/>
                  </a:lnTo>
                  <a:lnTo>
                    <a:pt x="15709367" y="7051548"/>
                  </a:lnTo>
                  <a:lnTo>
                    <a:pt x="15724937" y="7076948"/>
                  </a:lnTo>
                  <a:lnTo>
                    <a:pt x="15751912" y="7064248"/>
                  </a:lnTo>
                  <a:close/>
                </a:path>
                <a:path w="18288000" h="10287000">
                  <a:moveTo>
                    <a:pt x="15756243" y="4109618"/>
                  </a:moveTo>
                  <a:lnTo>
                    <a:pt x="15755061" y="4107586"/>
                  </a:lnTo>
                  <a:lnTo>
                    <a:pt x="15753029" y="4108767"/>
                  </a:lnTo>
                  <a:lnTo>
                    <a:pt x="15754211" y="4110786"/>
                  </a:lnTo>
                  <a:lnTo>
                    <a:pt x="15756243" y="4109618"/>
                  </a:lnTo>
                  <a:close/>
                </a:path>
                <a:path w="18288000" h="10287000">
                  <a:moveTo>
                    <a:pt x="15757855" y="9155608"/>
                  </a:moveTo>
                  <a:lnTo>
                    <a:pt x="15731122" y="9109304"/>
                  </a:lnTo>
                  <a:lnTo>
                    <a:pt x="15684805" y="9136037"/>
                  </a:lnTo>
                  <a:lnTo>
                    <a:pt x="15711539" y="9182341"/>
                  </a:lnTo>
                  <a:lnTo>
                    <a:pt x="15757855" y="9155608"/>
                  </a:lnTo>
                  <a:close/>
                </a:path>
                <a:path w="18288000" h="10287000">
                  <a:moveTo>
                    <a:pt x="15759773" y="6187948"/>
                  </a:moveTo>
                  <a:lnTo>
                    <a:pt x="15749194" y="6175248"/>
                  </a:lnTo>
                  <a:lnTo>
                    <a:pt x="15730881" y="6175248"/>
                  </a:lnTo>
                  <a:lnTo>
                    <a:pt x="15741460" y="6200648"/>
                  </a:lnTo>
                  <a:lnTo>
                    <a:pt x="15759773" y="6187948"/>
                  </a:lnTo>
                  <a:close/>
                </a:path>
                <a:path w="18288000" h="10287000">
                  <a:moveTo>
                    <a:pt x="15766530" y="8280438"/>
                  </a:moveTo>
                  <a:lnTo>
                    <a:pt x="15744203" y="8241779"/>
                  </a:lnTo>
                  <a:lnTo>
                    <a:pt x="15705531" y="8264106"/>
                  </a:lnTo>
                  <a:lnTo>
                    <a:pt x="15727858" y="8302777"/>
                  </a:lnTo>
                  <a:lnTo>
                    <a:pt x="15766530" y="8280438"/>
                  </a:lnTo>
                  <a:close/>
                </a:path>
                <a:path w="18288000" h="10287000">
                  <a:moveTo>
                    <a:pt x="15768041" y="5311648"/>
                  </a:moveTo>
                  <a:lnTo>
                    <a:pt x="15762161" y="5298948"/>
                  </a:lnTo>
                  <a:lnTo>
                    <a:pt x="15751988" y="5311648"/>
                  </a:lnTo>
                  <a:lnTo>
                    <a:pt x="15757868" y="5324348"/>
                  </a:lnTo>
                  <a:lnTo>
                    <a:pt x="15768041" y="5311648"/>
                  </a:lnTo>
                  <a:close/>
                </a:path>
                <a:path w="18288000" h="10287000">
                  <a:moveTo>
                    <a:pt x="15774797" y="7394448"/>
                  </a:moveTo>
                  <a:lnTo>
                    <a:pt x="15757170" y="7369048"/>
                  </a:lnTo>
                  <a:lnTo>
                    <a:pt x="15726639" y="7381748"/>
                  </a:lnTo>
                  <a:lnTo>
                    <a:pt x="15744266" y="7419848"/>
                  </a:lnTo>
                  <a:lnTo>
                    <a:pt x="15774797" y="7394448"/>
                  </a:lnTo>
                  <a:close/>
                </a:path>
                <a:path w="18288000" h="10287000">
                  <a:moveTo>
                    <a:pt x="15777921" y="4444492"/>
                  </a:moveTo>
                  <a:lnTo>
                    <a:pt x="15775572" y="4440415"/>
                  </a:lnTo>
                  <a:lnTo>
                    <a:pt x="15771495" y="4442777"/>
                  </a:lnTo>
                  <a:lnTo>
                    <a:pt x="15773845" y="4446841"/>
                  </a:lnTo>
                  <a:lnTo>
                    <a:pt x="15777921" y="4444492"/>
                  </a:lnTo>
                  <a:close/>
                </a:path>
                <a:path w="18288000" h="10287000">
                  <a:moveTo>
                    <a:pt x="15780334" y="9490697"/>
                  </a:moveTo>
                  <a:lnTo>
                    <a:pt x="15751836" y="9441332"/>
                  </a:lnTo>
                  <a:lnTo>
                    <a:pt x="15702471" y="9469831"/>
                  </a:lnTo>
                  <a:lnTo>
                    <a:pt x="15730982" y="9519196"/>
                  </a:lnTo>
                  <a:lnTo>
                    <a:pt x="15780334" y="9490697"/>
                  </a:lnTo>
                  <a:close/>
                </a:path>
                <a:path w="18288000" h="10287000">
                  <a:moveTo>
                    <a:pt x="15782671" y="6518148"/>
                  </a:moveTo>
                  <a:lnTo>
                    <a:pt x="15770035" y="6505448"/>
                  </a:lnTo>
                  <a:lnTo>
                    <a:pt x="15748140" y="6518148"/>
                  </a:lnTo>
                  <a:lnTo>
                    <a:pt x="15760776" y="6530848"/>
                  </a:lnTo>
                  <a:lnTo>
                    <a:pt x="15782671" y="6518148"/>
                  </a:lnTo>
                  <a:close/>
                </a:path>
                <a:path w="18288000" h="10287000">
                  <a:moveTo>
                    <a:pt x="15789402" y="8615642"/>
                  </a:moveTo>
                  <a:lnTo>
                    <a:pt x="15765018" y="8573402"/>
                  </a:lnTo>
                  <a:lnTo>
                    <a:pt x="15722791" y="8597786"/>
                  </a:lnTo>
                  <a:lnTo>
                    <a:pt x="15747175" y="8640013"/>
                  </a:lnTo>
                  <a:lnTo>
                    <a:pt x="15789402" y="8615642"/>
                  </a:lnTo>
                  <a:close/>
                </a:path>
                <a:path w="18288000" h="10287000">
                  <a:moveTo>
                    <a:pt x="15790926" y="5641848"/>
                  </a:moveTo>
                  <a:lnTo>
                    <a:pt x="15783001" y="5629148"/>
                  </a:lnTo>
                  <a:lnTo>
                    <a:pt x="15769260" y="5641848"/>
                  </a:lnTo>
                  <a:lnTo>
                    <a:pt x="15777185" y="5654548"/>
                  </a:lnTo>
                  <a:lnTo>
                    <a:pt x="15790926" y="5641848"/>
                  </a:lnTo>
                  <a:close/>
                </a:path>
                <a:path w="18288000" h="10287000">
                  <a:moveTo>
                    <a:pt x="15797670" y="7740358"/>
                  </a:moveTo>
                  <a:lnTo>
                    <a:pt x="15777998" y="7706271"/>
                  </a:lnTo>
                  <a:lnTo>
                    <a:pt x="15743911" y="7725956"/>
                  </a:lnTo>
                  <a:lnTo>
                    <a:pt x="15763583" y="7760043"/>
                  </a:lnTo>
                  <a:lnTo>
                    <a:pt x="15797670" y="7740358"/>
                  </a:lnTo>
                  <a:close/>
                </a:path>
                <a:path w="18288000" h="10287000">
                  <a:moveTo>
                    <a:pt x="15799994" y="4778248"/>
                  </a:moveTo>
                  <a:lnTo>
                    <a:pt x="15796184" y="4765548"/>
                  </a:lnTo>
                  <a:lnTo>
                    <a:pt x="15789567" y="4765548"/>
                  </a:lnTo>
                  <a:lnTo>
                    <a:pt x="15793390" y="4778248"/>
                  </a:lnTo>
                  <a:lnTo>
                    <a:pt x="15799994" y="4778248"/>
                  </a:lnTo>
                  <a:close/>
                </a:path>
                <a:path w="18288000" h="10287000">
                  <a:moveTo>
                    <a:pt x="15802013" y="9825558"/>
                  </a:moveTo>
                  <a:lnTo>
                    <a:pt x="15772333" y="9774174"/>
                  </a:lnTo>
                  <a:lnTo>
                    <a:pt x="15720949" y="9803841"/>
                  </a:lnTo>
                  <a:lnTo>
                    <a:pt x="15750616" y="9855238"/>
                  </a:lnTo>
                  <a:lnTo>
                    <a:pt x="15802013" y="9825558"/>
                  </a:lnTo>
                  <a:close/>
                </a:path>
                <a:path w="18288000" h="10287000">
                  <a:moveTo>
                    <a:pt x="15805544" y="6861048"/>
                  </a:moveTo>
                  <a:lnTo>
                    <a:pt x="15790850" y="6835648"/>
                  </a:lnTo>
                  <a:lnTo>
                    <a:pt x="15765412" y="6848348"/>
                  </a:lnTo>
                  <a:lnTo>
                    <a:pt x="15780106" y="6873748"/>
                  </a:lnTo>
                  <a:lnTo>
                    <a:pt x="15805544" y="6861048"/>
                  </a:lnTo>
                  <a:close/>
                </a:path>
                <a:path w="18288000" h="10287000">
                  <a:moveTo>
                    <a:pt x="15810281" y="3904729"/>
                  </a:moveTo>
                  <a:lnTo>
                    <a:pt x="15810027" y="3904297"/>
                  </a:lnTo>
                  <a:lnTo>
                    <a:pt x="15808681" y="3904297"/>
                  </a:lnTo>
                  <a:lnTo>
                    <a:pt x="15808922" y="3904729"/>
                  </a:lnTo>
                  <a:lnTo>
                    <a:pt x="15810281" y="3904729"/>
                  </a:lnTo>
                  <a:close/>
                </a:path>
                <a:path w="18288000" h="10287000">
                  <a:moveTo>
                    <a:pt x="15811894" y="8950719"/>
                  </a:moveTo>
                  <a:lnTo>
                    <a:pt x="15785745" y="8905430"/>
                  </a:lnTo>
                  <a:lnTo>
                    <a:pt x="15740456" y="8931580"/>
                  </a:lnTo>
                  <a:lnTo>
                    <a:pt x="15766606" y="8976868"/>
                  </a:lnTo>
                  <a:lnTo>
                    <a:pt x="15811894" y="8950719"/>
                  </a:lnTo>
                  <a:close/>
                </a:path>
                <a:path w="18288000" h="10287000">
                  <a:moveTo>
                    <a:pt x="15813405" y="5984748"/>
                  </a:moveTo>
                  <a:lnTo>
                    <a:pt x="15803715" y="5972048"/>
                  </a:lnTo>
                  <a:lnTo>
                    <a:pt x="15786926" y="5972048"/>
                  </a:lnTo>
                  <a:lnTo>
                    <a:pt x="15796629" y="5997448"/>
                  </a:lnTo>
                  <a:lnTo>
                    <a:pt x="15813405" y="5984748"/>
                  </a:lnTo>
                  <a:close/>
                </a:path>
                <a:path w="18288000" h="10287000">
                  <a:moveTo>
                    <a:pt x="15820568" y="8075549"/>
                  </a:moveTo>
                  <a:lnTo>
                    <a:pt x="15798826" y="8037893"/>
                  </a:lnTo>
                  <a:lnTo>
                    <a:pt x="15761170" y="8059636"/>
                  </a:lnTo>
                  <a:lnTo>
                    <a:pt x="15782913" y="8097291"/>
                  </a:lnTo>
                  <a:lnTo>
                    <a:pt x="15820568" y="8075549"/>
                  </a:lnTo>
                  <a:close/>
                </a:path>
                <a:path w="18288000" h="10287000">
                  <a:moveTo>
                    <a:pt x="15821686" y="5108448"/>
                  </a:moveTo>
                  <a:lnTo>
                    <a:pt x="15816682" y="5095748"/>
                  </a:lnTo>
                  <a:lnTo>
                    <a:pt x="15808033" y="5108448"/>
                  </a:lnTo>
                  <a:lnTo>
                    <a:pt x="15821686" y="5108448"/>
                  </a:lnTo>
                  <a:close/>
                </a:path>
                <a:path w="18288000" h="10287000">
                  <a:moveTo>
                    <a:pt x="15823692" y="10160432"/>
                  </a:moveTo>
                  <a:lnTo>
                    <a:pt x="15792844" y="10107003"/>
                  </a:lnTo>
                  <a:lnTo>
                    <a:pt x="15739415" y="10137851"/>
                  </a:lnTo>
                  <a:lnTo>
                    <a:pt x="15770263" y="10191280"/>
                  </a:lnTo>
                  <a:lnTo>
                    <a:pt x="15823692" y="10160432"/>
                  </a:lnTo>
                  <a:close/>
                </a:path>
                <a:path w="18288000" h="10287000">
                  <a:moveTo>
                    <a:pt x="15828036" y="7191248"/>
                  </a:moveTo>
                  <a:lnTo>
                    <a:pt x="15811576" y="7165848"/>
                  </a:lnTo>
                  <a:lnTo>
                    <a:pt x="15783090" y="7178548"/>
                  </a:lnTo>
                  <a:lnTo>
                    <a:pt x="15799537" y="7203948"/>
                  </a:lnTo>
                  <a:lnTo>
                    <a:pt x="15828036" y="7191248"/>
                  </a:lnTo>
                  <a:close/>
                </a:path>
                <a:path w="18288000" h="10287000">
                  <a:moveTo>
                    <a:pt x="15831960" y="4239590"/>
                  </a:moveTo>
                  <a:lnTo>
                    <a:pt x="15830195" y="4236542"/>
                  </a:lnTo>
                  <a:lnTo>
                    <a:pt x="15827147" y="4238307"/>
                  </a:lnTo>
                  <a:lnTo>
                    <a:pt x="15828899" y="4241355"/>
                  </a:lnTo>
                  <a:lnTo>
                    <a:pt x="15831960" y="4239590"/>
                  </a:lnTo>
                  <a:close/>
                </a:path>
                <a:path w="18288000" h="10287000">
                  <a:moveTo>
                    <a:pt x="15834373" y="9285795"/>
                  </a:moveTo>
                  <a:lnTo>
                    <a:pt x="15806471" y="9237459"/>
                  </a:lnTo>
                  <a:lnTo>
                    <a:pt x="15758122" y="9265374"/>
                  </a:lnTo>
                  <a:lnTo>
                    <a:pt x="15786037" y="9313710"/>
                  </a:lnTo>
                  <a:lnTo>
                    <a:pt x="15834373" y="9285795"/>
                  </a:lnTo>
                  <a:close/>
                </a:path>
                <a:path w="18288000" h="10287000">
                  <a:moveTo>
                    <a:pt x="15836303" y="6314948"/>
                  </a:moveTo>
                  <a:lnTo>
                    <a:pt x="15824543" y="6302248"/>
                  </a:lnTo>
                  <a:lnTo>
                    <a:pt x="15804198" y="6314948"/>
                  </a:lnTo>
                  <a:lnTo>
                    <a:pt x="15815945" y="6327648"/>
                  </a:lnTo>
                  <a:lnTo>
                    <a:pt x="15836303" y="6314948"/>
                  </a:lnTo>
                  <a:close/>
                </a:path>
                <a:path w="18288000" h="10287000">
                  <a:moveTo>
                    <a:pt x="15843047" y="8410638"/>
                  </a:moveTo>
                  <a:lnTo>
                    <a:pt x="15819539" y="8369922"/>
                  </a:lnTo>
                  <a:lnTo>
                    <a:pt x="15778836" y="8393430"/>
                  </a:lnTo>
                  <a:lnTo>
                    <a:pt x="15802331" y="8434146"/>
                  </a:lnTo>
                  <a:lnTo>
                    <a:pt x="15843047" y="8410638"/>
                  </a:lnTo>
                  <a:close/>
                </a:path>
                <a:path w="18288000" h="10287000">
                  <a:moveTo>
                    <a:pt x="15844558" y="5438648"/>
                  </a:moveTo>
                  <a:lnTo>
                    <a:pt x="15837510" y="5425948"/>
                  </a:lnTo>
                  <a:lnTo>
                    <a:pt x="15825305" y="5438648"/>
                  </a:lnTo>
                  <a:lnTo>
                    <a:pt x="15832354" y="5451348"/>
                  </a:lnTo>
                  <a:lnTo>
                    <a:pt x="15844558" y="5438648"/>
                  </a:lnTo>
                  <a:close/>
                </a:path>
                <a:path w="18288000" h="10287000">
                  <a:moveTo>
                    <a:pt x="15851315" y="7534148"/>
                  </a:moveTo>
                  <a:lnTo>
                    <a:pt x="15832519" y="7496048"/>
                  </a:lnTo>
                  <a:lnTo>
                    <a:pt x="15799943" y="7521448"/>
                  </a:lnTo>
                  <a:lnTo>
                    <a:pt x="15818752" y="7546848"/>
                  </a:lnTo>
                  <a:lnTo>
                    <a:pt x="15851315" y="7534148"/>
                  </a:lnTo>
                  <a:close/>
                </a:path>
                <a:path w="18288000" h="10287000">
                  <a:moveTo>
                    <a:pt x="15853639" y="4574464"/>
                  </a:moveTo>
                  <a:lnTo>
                    <a:pt x="15850705" y="4569384"/>
                  </a:lnTo>
                  <a:lnTo>
                    <a:pt x="15845612" y="4572317"/>
                  </a:lnTo>
                  <a:lnTo>
                    <a:pt x="15848546" y="4577410"/>
                  </a:lnTo>
                  <a:lnTo>
                    <a:pt x="15853639" y="4574464"/>
                  </a:lnTo>
                  <a:close/>
                </a:path>
                <a:path w="18288000" h="10287000">
                  <a:moveTo>
                    <a:pt x="15856852" y="9620885"/>
                  </a:moveTo>
                  <a:lnTo>
                    <a:pt x="15827185" y="9569488"/>
                  </a:lnTo>
                  <a:lnTo>
                    <a:pt x="15775788" y="9599168"/>
                  </a:lnTo>
                  <a:lnTo>
                    <a:pt x="15805455" y="9650565"/>
                  </a:lnTo>
                  <a:lnTo>
                    <a:pt x="15856852" y="9620885"/>
                  </a:lnTo>
                  <a:close/>
                </a:path>
                <a:path w="18288000" h="10287000">
                  <a:moveTo>
                    <a:pt x="15858782" y="6657848"/>
                  </a:moveTo>
                  <a:lnTo>
                    <a:pt x="15845270" y="6632448"/>
                  </a:lnTo>
                  <a:lnTo>
                    <a:pt x="15821863" y="6645148"/>
                  </a:lnTo>
                  <a:lnTo>
                    <a:pt x="15835376" y="6670548"/>
                  </a:lnTo>
                  <a:lnTo>
                    <a:pt x="15858782" y="6657848"/>
                  </a:lnTo>
                  <a:close/>
                </a:path>
                <a:path w="18288000" h="10287000">
                  <a:moveTo>
                    <a:pt x="15865932" y="8745817"/>
                  </a:moveTo>
                  <a:lnTo>
                    <a:pt x="15840380" y="8701557"/>
                  </a:lnTo>
                  <a:lnTo>
                    <a:pt x="15796095" y="8727110"/>
                  </a:lnTo>
                  <a:lnTo>
                    <a:pt x="15821660" y="8771382"/>
                  </a:lnTo>
                  <a:lnTo>
                    <a:pt x="15865932" y="8745817"/>
                  </a:lnTo>
                  <a:close/>
                </a:path>
                <a:path w="18288000" h="10287000">
                  <a:moveTo>
                    <a:pt x="15867050" y="5781548"/>
                  </a:moveTo>
                  <a:lnTo>
                    <a:pt x="15858236" y="5768848"/>
                  </a:lnTo>
                  <a:lnTo>
                    <a:pt x="15842971" y="5768848"/>
                  </a:lnTo>
                  <a:lnTo>
                    <a:pt x="15851785" y="5781548"/>
                  </a:lnTo>
                  <a:lnTo>
                    <a:pt x="15867050" y="5781548"/>
                  </a:lnTo>
                  <a:close/>
                </a:path>
                <a:path w="18288000" h="10287000">
                  <a:moveTo>
                    <a:pt x="15874594" y="7870660"/>
                  </a:moveTo>
                  <a:lnTo>
                    <a:pt x="15853448" y="7834020"/>
                  </a:lnTo>
                  <a:lnTo>
                    <a:pt x="15816809" y="7855166"/>
                  </a:lnTo>
                  <a:lnTo>
                    <a:pt x="15837967" y="7891818"/>
                  </a:lnTo>
                  <a:lnTo>
                    <a:pt x="15874594" y="7870660"/>
                  </a:lnTo>
                  <a:close/>
                </a:path>
                <a:path w="18288000" h="10287000">
                  <a:moveTo>
                    <a:pt x="15875724" y="4905248"/>
                  </a:moveTo>
                  <a:lnTo>
                    <a:pt x="15871317" y="4892548"/>
                  </a:lnTo>
                  <a:lnTo>
                    <a:pt x="15863672" y="4905248"/>
                  </a:lnTo>
                  <a:lnTo>
                    <a:pt x="15875724" y="4905248"/>
                  </a:lnTo>
                  <a:close/>
                </a:path>
                <a:path w="18288000" h="10287000">
                  <a:moveTo>
                    <a:pt x="15878544" y="9955759"/>
                  </a:moveTo>
                  <a:lnTo>
                    <a:pt x="15847695" y="9902330"/>
                  </a:lnTo>
                  <a:lnTo>
                    <a:pt x="15794254" y="9933178"/>
                  </a:lnTo>
                  <a:lnTo>
                    <a:pt x="15825102" y="9986607"/>
                  </a:lnTo>
                  <a:lnTo>
                    <a:pt x="15878544" y="9955759"/>
                  </a:lnTo>
                  <a:close/>
                </a:path>
                <a:path w="18288000" h="10287000">
                  <a:moveTo>
                    <a:pt x="15882061" y="6988048"/>
                  </a:moveTo>
                  <a:lnTo>
                    <a:pt x="15866212" y="6962648"/>
                  </a:lnTo>
                  <a:lnTo>
                    <a:pt x="15838716" y="6975348"/>
                  </a:lnTo>
                  <a:lnTo>
                    <a:pt x="15854591" y="7000748"/>
                  </a:lnTo>
                  <a:lnTo>
                    <a:pt x="15882061" y="6988048"/>
                  </a:lnTo>
                  <a:close/>
                </a:path>
                <a:path w="18288000" h="10287000">
                  <a:moveTo>
                    <a:pt x="15885998" y="4034701"/>
                  </a:moveTo>
                  <a:lnTo>
                    <a:pt x="15884830" y="4032669"/>
                  </a:lnTo>
                  <a:lnTo>
                    <a:pt x="15882785" y="4033850"/>
                  </a:lnTo>
                  <a:lnTo>
                    <a:pt x="15883954" y="4035882"/>
                  </a:lnTo>
                  <a:lnTo>
                    <a:pt x="15885998" y="4034701"/>
                  </a:lnTo>
                  <a:close/>
                </a:path>
                <a:path w="18288000" h="10287000">
                  <a:moveTo>
                    <a:pt x="15888818" y="9081021"/>
                  </a:moveTo>
                  <a:lnTo>
                    <a:pt x="15861195" y="9033192"/>
                  </a:lnTo>
                  <a:lnTo>
                    <a:pt x="15813367" y="9060802"/>
                  </a:lnTo>
                  <a:lnTo>
                    <a:pt x="15840990" y="9108630"/>
                  </a:lnTo>
                  <a:lnTo>
                    <a:pt x="15888818" y="9081021"/>
                  </a:lnTo>
                  <a:close/>
                </a:path>
                <a:path w="18288000" h="10287000">
                  <a:moveTo>
                    <a:pt x="15889935" y="6111748"/>
                  </a:moveTo>
                  <a:lnTo>
                    <a:pt x="15879064" y="6099048"/>
                  </a:lnTo>
                  <a:lnTo>
                    <a:pt x="15860243" y="6111748"/>
                  </a:lnTo>
                  <a:lnTo>
                    <a:pt x="15871101" y="6124448"/>
                  </a:lnTo>
                  <a:lnTo>
                    <a:pt x="15889935" y="6111748"/>
                  </a:lnTo>
                  <a:close/>
                </a:path>
                <a:path w="18288000" h="10287000">
                  <a:moveTo>
                    <a:pt x="15895066" y="10287000"/>
                  </a:moveTo>
                  <a:lnTo>
                    <a:pt x="15867228" y="10238765"/>
                  </a:lnTo>
                  <a:lnTo>
                    <a:pt x="15816339" y="10268153"/>
                  </a:lnTo>
                  <a:lnTo>
                    <a:pt x="15827223" y="10287000"/>
                  </a:lnTo>
                  <a:lnTo>
                    <a:pt x="15895066" y="10287000"/>
                  </a:lnTo>
                  <a:close/>
                </a:path>
                <a:path w="18288000" h="10287000">
                  <a:moveTo>
                    <a:pt x="15897086" y="8205737"/>
                  </a:moveTo>
                  <a:lnTo>
                    <a:pt x="15874162" y="8166049"/>
                  </a:lnTo>
                  <a:lnTo>
                    <a:pt x="15834475" y="8188973"/>
                  </a:lnTo>
                  <a:lnTo>
                    <a:pt x="15857398" y="8228660"/>
                  </a:lnTo>
                  <a:lnTo>
                    <a:pt x="15897086" y="8205737"/>
                  </a:lnTo>
                  <a:close/>
                </a:path>
                <a:path w="18288000" h="10287000">
                  <a:moveTo>
                    <a:pt x="15897797" y="5235448"/>
                  </a:moveTo>
                  <a:lnTo>
                    <a:pt x="15891929" y="5222748"/>
                  </a:lnTo>
                  <a:lnTo>
                    <a:pt x="15881757" y="5235448"/>
                  </a:lnTo>
                  <a:lnTo>
                    <a:pt x="15887624" y="5248148"/>
                  </a:lnTo>
                  <a:lnTo>
                    <a:pt x="15897797" y="5235448"/>
                  </a:lnTo>
                  <a:close/>
                </a:path>
                <a:path w="18288000" h="10287000">
                  <a:moveTo>
                    <a:pt x="15904947" y="7318248"/>
                  </a:moveTo>
                  <a:lnTo>
                    <a:pt x="15887040" y="7292848"/>
                  </a:lnTo>
                  <a:lnTo>
                    <a:pt x="15855988" y="7305548"/>
                  </a:lnTo>
                  <a:lnTo>
                    <a:pt x="15873921" y="7343648"/>
                  </a:lnTo>
                  <a:lnTo>
                    <a:pt x="15904947" y="7318248"/>
                  </a:lnTo>
                  <a:close/>
                </a:path>
                <a:path w="18288000" h="10287000">
                  <a:moveTo>
                    <a:pt x="15907677" y="4369574"/>
                  </a:moveTo>
                  <a:lnTo>
                    <a:pt x="15905328" y="4365498"/>
                  </a:lnTo>
                  <a:lnTo>
                    <a:pt x="15901251" y="4367847"/>
                  </a:lnTo>
                  <a:lnTo>
                    <a:pt x="15903613" y="4371924"/>
                  </a:lnTo>
                  <a:lnTo>
                    <a:pt x="15907677" y="4369574"/>
                  </a:lnTo>
                  <a:close/>
                </a:path>
                <a:path w="18288000" h="10287000">
                  <a:moveTo>
                    <a:pt x="15911297" y="9416097"/>
                  </a:moveTo>
                  <a:lnTo>
                    <a:pt x="15881922" y="9365221"/>
                  </a:lnTo>
                  <a:lnTo>
                    <a:pt x="15831033" y="9394596"/>
                  </a:lnTo>
                  <a:lnTo>
                    <a:pt x="15860421" y="9445485"/>
                  </a:lnTo>
                  <a:lnTo>
                    <a:pt x="15911297" y="9416097"/>
                  </a:lnTo>
                  <a:close/>
                </a:path>
                <a:path w="18288000" h="10287000">
                  <a:moveTo>
                    <a:pt x="15912427" y="6454648"/>
                  </a:moveTo>
                  <a:lnTo>
                    <a:pt x="15899791" y="6429248"/>
                  </a:lnTo>
                  <a:lnTo>
                    <a:pt x="15877909" y="6441948"/>
                  </a:lnTo>
                  <a:lnTo>
                    <a:pt x="15890545" y="6467348"/>
                  </a:lnTo>
                  <a:lnTo>
                    <a:pt x="15912427" y="6454648"/>
                  </a:lnTo>
                  <a:close/>
                </a:path>
                <a:path w="18288000" h="10287000">
                  <a:moveTo>
                    <a:pt x="15919971" y="8540928"/>
                  </a:moveTo>
                  <a:lnTo>
                    <a:pt x="15894990" y="8497684"/>
                  </a:lnTo>
                  <a:lnTo>
                    <a:pt x="15851747" y="8522652"/>
                  </a:lnTo>
                  <a:lnTo>
                    <a:pt x="15876715" y="8565909"/>
                  </a:lnTo>
                  <a:lnTo>
                    <a:pt x="15919971" y="8540928"/>
                  </a:lnTo>
                  <a:close/>
                </a:path>
                <a:path w="18288000" h="10287000">
                  <a:moveTo>
                    <a:pt x="15920682" y="5578348"/>
                  </a:moveTo>
                  <a:lnTo>
                    <a:pt x="15912757" y="5565648"/>
                  </a:lnTo>
                  <a:lnTo>
                    <a:pt x="15899016" y="5565648"/>
                  </a:lnTo>
                  <a:lnTo>
                    <a:pt x="15906953" y="5578348"/>
                  </a:lnTo>
                  <a:lnTo>
                    <a:pt x="15920682" y="5578348"/>
                  </a:lnTo>
                  <a:close/>
                </a:path>
                <a:path w="18288000" h="10287000">
                  <a:moveTo>
                    <a:pt x="15927832" y="7661148"/>
                  </a:moveTo>
                  <a:lnTo>
                    <a:pt x="15907855" y="7623048"/>
                  </a:lnTo>
                  <a:lnTo>
                    <a:pt x="15873260" y="7648448"/>
                  </a:lnTo>
                  <a:lnTo>
                    <a:pt x="15893237" y="7673848"/>
                  </a:lnTo>
                  <a:lnTo>
                    <a:pt x="15927832" y="7661148"/>
                  </a:lnTo>
                  <a:close/>
                </a:path>
                <a:path w="18288000" h="10287000">
                  <a:moveTo>
                    <a:pt x="15929763" y="4702048"/>
                  </a:moveTo>
                  <a:lnTo>
                    <a:pt x="15925940" y="4689348"/>
                  </a:lnTo>
                  <a:lnTo>
                    <a:pt x="15919323" y="4689348"/>
                  </a:lnTo>
                  <a:lnTo>
                    <a:pt x="15923146" y="4702048"/>
                  </a:lnTo>
                  <a:lnTo>
                    <a:pt x="15929763" y="4702048"/>
                  </a:lnTo>
                  <a:close/>
                </a:path>
                <a:path w="18288000" h="10287000">
                  <a:moveTo>
                    <a:pt x="15933369" y="9751073"/>
                  </a:moveTo>
                  <a:lnTo>
                    <a:pt x="15902521" y="9697644"/>
                  </a:lnTo>
                  <a:lnTo>
                    <a:pt x="15849105" y="9728492"/>
                  </a:lnTo>
                  <a:lnTo>
                    <a:pt x="15879953" y="9781921"/>
                  </a:lnTo>
                  <a:lnTo>
                    <a:pt x="15933369" y="9751073"/>
                  </a:lnTo>
                  <a:close/>
                </a:path>
                <a:path w="18288000" h="10287000">
                  <a:moveTo>
                    <a:pt x="15935706" y="6784848"/>
                  </a:moveTo>
                  <a:lnTo>
                    <a:pt x="15920720" y="6759448"/>
                  </a:lnTo>
                  <a:lnTo>
                    <a:pt x="15894774" y="6772148"/>
                  </a:lnTo>
                  <a:lnTo>
                    <a:pt x="15909747" y="6797548"/>
                  </a:lnTo>
                  <a:lnTo>
                    <a:pt x="15935706" y="6784848"/>
                  </a:lnTo>
                  <a:close/>
                </a:path>
                <a:path w="18288000" h="10287000">
                  <a:moveTo>
                    <a:pt x="15940037" y="3829812"/>
                  </a:moveTo>
                  <a:lnTo>
                    <a:pt x="15939796" y="3829380"/>
                  </a:lnTo>
                  <a:lnTo>
                    <a:pt x="15938424" y="3829380"/>
                  </a:lnTo>
                  <a:lnTo>
                    <a:pt x="15938678" y="3829812"/>
                  </a:lnTo>
                  <a:lnTo>
                    <a:pt x="15940037" y="3829812"/>
                  </a:lnTo>
                  <a:close/>
                </a:path>
                <a:path w="18288000" h="10287000">
                  <a:moveTo>
                    <a:pt x="15942856" y="8876119"/>
                  </a:moveTo>
                  <a:lnTo>
                    <a:pt x="15915831" y="8829307"/>
                  </a:lnTo>
                  <a:lnTo>
                    <a:pt x="15869006" y="8856332"/>
                  </a:lnTo>
                  <a:lnTo>
                    <a:pt x="15896044" y="8903157"/>
                  </a:lnTo>
                  <a:lnTo>
                    <a:pt x="15942856" y="8876119"/>
                  </a:lnTo>
                  <a:close/>
                </a:path>
                <a:path w="18288000" h="10287000">
                  <a:moveTo>
                    <a:pt x="15943580" y="5908548"/>
                  </a:moveTo>
                  <a:lnTo>
                    <a:pt x="15933585" y="5895848"/>
                  </a:lnTo>
                  <a:lnTo>
                    <a:pt x="15916288" y="5895848"/>
                  </a:lnTo>
                  <a:lnTo>
                    <a:pt x="15926270" y="5921248"/>
                  </a:lnTo>
                  <a:lnTo>
                    <a:pt x="15943580" y="5908548"/>
                  </a:lnTo>
                  <a:close/>
                </a:path>
                <a:path w="18288000" h="10287000">
                  <a:moveTo>
                    <a:pt x="15950718" y="8000746"/>
                  </a:moveTo>
                  <a:lnTo>
                    <a:pt x="15928683" y="7962570"/>
                  </a:lnTo>
                  <a:lnTo>
                    <a:pt x="15890532" y="7984604"/>
                  </a:lnTo>
                  <a:lnTo>
                    <a:pt x="15912554" y="8022780"/>
                  </a:lnTo>
                  <a:lnTo>
                    <a:pt x="15950718" y="8000746"/>
                  </a:lnTo>
                  <a:close/>
                </a:path>
                <a:path w="18288000" h="10287000">
                  <a:moveTo>
                    <a:pt x="15951442" y="5032248"/>
                  </a:moveTo>
                  <a:lnTo>
                    <a:pt x="15946450" y="5019548"/>
                  </a:lnTo>
                  <a:lnTo>
                    <a:pt x="15937789" y="5032248"/>
                  </a:lnTo>
                  <a:lnTo>
                    <a:pt x="15951442" y="5032248"/>
                  </a:lnTo>
                  <a:close/>
                </a:path>
                <a:path w="18288000" h="10287000">
                  <a:moveTo>
                    <a:pt x="15954655" y="10085845"/>
                  </a:moveTo>
                  <a:lnTo>
                    <a:pt x="15922930" y="10030879"/>
                  </a:lnTo>
                  <a:lnTo>
                    <a:pt x="15867977" y="10062616"/>
                  </a:lnTo>
                  <a:lnTo>
                    <a:pt x="15899702" y="10117569"/>
                  </a:lnTo>
                  <a:lnTo>
                    <a:pt x="15954655" y="10085845"/>
                  </a:lnTo>
                  <a:close/>
                </a:path>
                <a:path w="18288000" h="10287000">
                  <a:moveTo>
                    <a:pt x="15958185" y="7115048"/>
                  </a:moveTo>
                  <a:lnTo>
                    <a:pt x="15941434" y="7089648"/>
                  </a:lnTo>
                  <a:lnTo>
                    <a:pt x="15912440" y="7102348"/>
                  </a:lnTo>
                  <a:lnTo>
                    <a:pt x="15929191" y="7140448"/>
                  </a:lnTo>
                  <a:lnTo>
                    <a:pt x="15958185" y="7115048"/>
                  </a:lnTo>
                  <a:close/>
                </a:path>
                <a:path w="18288000" h="10287000">
                  <a:moveTo>
                    <a:pt x="15961716" y="4164685"/>
                  </a:moveTo>
                  <a:lnTo>
                    <a:pt x="15959951" y="4161625"/>
                  </a:lnTo>
                  <a:lnTo>
                    <a:pt x="15956903" y="4163390"/>
                  </a:lnTo>
                  <a:lnTo>
                    <a:pt x="15958655" y="4166438"/>
                  </a:lnTo>
                  <a:lnTo>
                    <a:pt x="15961716" y="4164685"/>
                  </a:lnTo>
                  <a:close/>
                </a:path>
                <a:path w="18288000" h="10287000">
                  <a:moveTo>
                    <a:pt x="15965335" y="9211208"/>
                  </a:moveTo>
                  <a:lnTo>
                    <a:pt x="15936544" y="9161335"/>
                  </a:lnTo>
                  <a:lnTo>
                    <a:pt x="15886684" y="9190126"/>
                  </a:lnTo>
                  <a:lnTo>
                    <a:pt x="15915475" y="9239999"/>
                  </a:lnTo>
                  <a:lnTo>
                    <a:pt x="15965335" y="9211208"/>
                  </a:lnTo>
                  <a:close/>
                </a:path>
                <a:path w="18288000" h="10287000">
                  <a:moveTo>
                    <a:pt x="15966059" y="6238748"/>
                  </a:moveTo>
                  <a:lnTo>
                    <a:pt x="15954299" y="6226048"/>
                  </a:lnTo>
                  <a:lnTo>
                    <a:pt x="15933954" y="6238748"/>
                  </a:lnTo>
                  <a:lnTo>
                    <a:pt x="15945701" y="6251448"/>
                  </a:lnTo>
                  <a:lnTo>
                    <a:pt x="15966059" y="6238748"/>
                  </a:lnTo>
                  <a:close/>
                </a:path>
                <a:path w="18288000" h="10287000">
                  <a:moveTo>
                    <a:pt x="15973603" y="8335937"/>
                  </a:moveTo>
                  <a:lnTo>
                    <a:pt x="15949511" y="8294205"/>
                  </a:lnTo>
                  <a:lnTo>
                    <a:pt x="15907792" y="8318297"/>
                  </a:lnTo>
                  <a:lnTo>
                    <a:pt x="15931884" y="8360029"/>
                  </a:lnTo>
                  <a:lnTo>
                    <a:pt x="15973603" y="8335937"/>
                  </a:lnTo>
                  <a:close/>
                </a:path>
                <a:path w="18288000" h="10287000">
                  <a:moveTo>
                    <a:pt x="15974327" y="5362448"/>
                  </a:moveTo>
                  <a:lnTo>
                    <a:pt x="15967278" y="5349748"/>
                  </a:lnTo>
                  <a:lnTo>
                    <a:pt x="15955061" y="5362448"/>
                  </a:lnTo>
                  <a:lnTo>
                    <a:pt x="15962110" y="5375148"/>
                  </a:lnTo>
                  <a:lnTo>
                    <a:pt x="15974327" y="5362448"/>
                  </a:lnTo>
                  <a:close/>
                </a:path>
                <a:path w="18288000" h="10287000">
                  <a:moveTo>
                    <a:pt x="15981477" y="7457948"/>
                  </a:moveTo>
                  <a:lnTo>
                    <a:pt x="15962376" y="7419848"/>
                  </a:lnTo>
                  <a:lnTo>
                    <a:pt x="15929305" y="7445248"/>
                  </a:lnTo>
                  <a:lnTo>
                    <a:pt x="15948394" y="7470648"/>
                  </a:lnTo>
                  <a:lnTo>
                    <a:pt x="15981477" y="7457948"/>
                  </a:lnTo>
                  <a:close/>
                </a:path>
                <a:path w="18288000" h="10287000">
                  <a:moveTo>
                    <a:pt x="15983395" y="4499546"/>
                  </a:moveTo>
                  <a:lnTo>
                    <a:pt x="15980461" y="4494454"/>
                  </a:lnTo>
                  <a:lnTo>
                    <a:pt x="15975368" y="4497400"/>
                  </a:lnTo>
                  <a:lnTo>
                    <a:pt x="15978315" y="4502480"/>
                  </a:lnTo>
                  <a:lnTo>
                    <a:pt x="15983395" y="4499546"/>
                  </a:lnTo>
                  <a:close/>
                </a:path>
                <a:path w="18288000" h="10287000">
                  <a:moveTo>
                    <a:pt x="15987827" y="9546285"/>
                  </a:moveTo>
                  <a:lnTo>
                    <a:pt x="15957271" y="9493364"/>
                  </a:lnTo>
                  <a:lnTo>
                    <a:pt x="15904350" y="9523920"/>
                  </a:lnTo>
                  <a:lnTo>
                    <a:pt x="15934893" y="9576841"/>
                  </a:lnTo>
                  <a:lnTo>
                    <a:pt x="15987827" y="9546285"/>
                  </a:lnTo>
                  <a:close/>
                </a:path>
                <a:path w="18288000" h="10287000">
                  <a:moveTo>
                    <a:pt x="15988945" y="6581648"/>
                  </a:moveTo>
                  <a:lnTo>
                    <a:pt x="15975140" y="6556248"/>
                  </a:lnTo>
                  <a:lnTo>
                    <a:pt x="15951213" y="6568948"/>
                  </a:lnTo>
                  <a:lnTo>
                    <a:pt x="15965018" y="6594348"/>
                  </a:lnTo>
                  <a:lnTo>
                    <a:pt x="15988945" y="6581648"/>
                  </a:lnTo>
                  <a:close/>
                </a:path>
                <a:path w="18288000" h="10287000">
                  <a:moveTo>
                    <a:pt x="15996488" y="8671115"/>
                  </a:moveTo>
                  <a:lnTo>
                    <a:pt x="15970352" y="8625840"/>
                  </a:lnTo>
                  <a:lnTo>
                    <a:pt x="15925064" y="8651989"/>
                  </a:lnTo>
                  <a:lnTo>
                    <a:pt x="15951200" y="8697277"/>
                  </a:lnTo>
                  <a:lnTo>
                    <a:pt x="15996488" y="8671115"/>
                  </a:lnTo>
                  <a:close/>
                </a:path>
                <a:path w="18288000" h="10287000">
                  <a:moveTo>
                    <a:pt x="15996819" y="5705348"/>
                  </a:moveTo>
                  <a:lnTo>
                    <a:pt x="15988005" y="5692648"/>
                  </a:lnTo>
                  <a:lnTo>
                    <a:pt x="15972727" y="5692648"/>
                  </a:lnTo>
                  <a:lnTo>
                    <a:pt x="15981541" y="5718048"/>
                  </a:lnTo>
                  <a:lnTo>
                    <a:pt x="15996819" y="5705348"/>
                  </a:lnTo>
                  <a:close/>
                </a:path>
                <a:path w="18288000" h="10287000">
                  <a:moveTo>
                    <a:pt x="16004769" y="7788148"/>
                  </a:moveTo>
                  <a:lnTo>
                    <a:pt x="15983319" y="7750048"/>
                  </a:lnTo>
                  <a:lnTo>
                    <a:pt x="15946171" y="7775448"/>
                  </a:lnTo>
                  <a:lnTo>
                    <a:pt x="15967621" y="7813548"/>
                  </a:lnTo>
                  <a:lnTo>
                    <a:pt x="16004769" y="7788148"/>
                  </a:lnTo>
                  <a:close/>
                </a:path>
                <a:path w="18288000" h="10287000">
                  <a:moveTo>
                    <a:pt x="16005480" y="4829048"/>
                  </a:moveTo>
                  <a:lnTo>
                    <a:pt x="16001073" y="4816348"/>
                  </a:lnTo>
                  <a:lnTo>
                    <a:pt x="15993440" y="4829048"/>
                  </a:lnTo>
                  <a:lnTo>
                    <a:pt x="16005480" y="4829048"/>
                  </a:lnTo>
                  <a:close/>
                </a:path>
                <a:path w="18288000" h="10287000">
                  <a:moveTo>
                    <a:pt x="16009493" y="9881159"/>
                  </a:moveTo>
                  <a:lnTo>
                    <a:pt x="15977769" y="9826206"/>
                  </a:lnTo>
                  <a:lnTo>
                    <a:pt x="15922816" y="9857930"/>
                  </a:lnTo>
                  <a:lnTo>
                    <a:pt x="15954540" y="9912896"/>
                  </a:lnTo>
                  <a:lnTo>
                    <a:pt x="16009493" y="9881159"/>
                  </a:lnTo>
                  <a:close/>
                </a:path>
                <a:path w="18288000" h="10287000">
                  <a:moveTo>
                    <a:pt x="16012224" y="6911848"/>
                  </a:moveTo>
                  <a:lnTo>
                    <a:pt x="15996069" y="6886448"/>
                  </a:lnTo>
                  <a:lnTo>
                    <a:pt x="15968079" y="6899148"/>
                  </a:lnTo>
                  <a:lnTo>
                    <a:pt x="15984233" y="6924548"/>
                  </a:lnTo>
                  <a:lnTo>
                    <a:pt x="16012224" y="6911848"/>
                  </a:lnTo>
                  <a:close/>
                </a:path>
                <a:path w="18288000" h="10287000">
                  <a:moveTo>
                    <a:pt x="16015754" y="3959783"/>
                  </a:moveTo>
                  <a:lnTo>
                    <a:pt x="16014586" y="3957751"/>
                  </a:lnTo>
                  <a:lnTo>
                    <a:pt x="16012554" y="3958933"/>
                  </a:lnTo>
                  <a:lnTo>
                    <a:pt x="16013722" y="3960965"/>
                  </a:lnTo>
                  <a:lnTo>
                    <a:pt x="16015754" y="3959783"/>
                  </a:lnTo>
                  <a:close/>
                </a:path>
                <a:path w="18288000" h="10287000">
                  <a:moveTo>
                    <a:pt x="16019691" y="6035548"/>
                  </a:moveTo>
                  <a:lnTo>
                    <a:pt x="16008820" y="6022848"/>
                  </a:lnTo>
                  <a:lnTo>
                    <a:pt x="15989999" y="6035548"/>
                  </a:lnTo>
                  <a:lnTo>
                    <a:pt x="16000870" y="6048248"/>
                  </a:lnTo>
                  <a:lnTo>
                    <a:pt x="16019691" y="6035548"/>
                  </a:lnTo>
                  <a:close/>
                </a:path>
                <a:path w="18288000" h="10287000">
                  <a:moveTo>
                    <a:pt x="16019780" y="9006421"/>
                  </a:moveTo>
                  <a:lnTo>
                    <a:pt x="15991281" y="8957069"/>
                  </a:lnTo>
                  <a:lnTo>
                    <a:pt x="15941917" y="8985555"/>
                  </a:lnTo>
                  <a:lnTo>
                    <a:pt x="15970415" y="9034920"/>
                  </a:lnTo>
                  <a:lnTo>
                    <a:pt x="16019780" y="9006421"/>
                  </a:lnTo>
                  <a:close/>
                </a:path>
                <a:path w="18288000" h="10287000">
                  <a:moveTo>
                    <a:pt x="16027248" y="8130934"/>
                  </a:moveTo>
                  <a:lnTo>
                    <a:pt x="16004032" y="8090738"/>
                  </a:lnTo>
                  <a:lnTo>
                    <a:pt x="15963837" y="8113941"/>
                  </a:lnTo>
                  <a:lnTo>
                    <a:pt x="15987040" y="8154149"/>
                  </a:lnTo>
                  <a:lnTo>
                    <a:pt x="16027248" y="8130934"/>
                  </a:lnTo>
                  <a:close/>
                </a:path>
                <a:path w="18288000" h="10287000">
                  <a:moveTo>
                    <a:pt x="16027565" y="5159248"/>
                  </a:moveTo>
                  <a:lnTo>
                    <a:pt x="16011500" y="5159248"/>
                  </a:lnTo>
                  <a:lnTo>
                    <a:pt x="16017380" y="5171948"/>
                  </a:lnTo>
                  <a:lnTo>
                    <a:pt x="16027565" y="5159248"/>
                  </a:lnTo>
                  <a:close/>
                </a:path>
                <a:path w="18288000" h="10287000">
                  <a:moveTo>
                    <a:pt x="16031185" y="10216032"/>
                  </a:moveTo>
                  <a:lnTo>
                    <a:pt x="15998279" y="10159035"/>
                  </a:lnTo>
                  <a:lnTo>
                    <a:pt x="15941282" y="10191940"/>
                  </a:lnTo>
                  <a:lnTo>
                    <a:pt x="15974187" y="10248938"/>
                  </a:lnTo>
                  <a:lnTo>
                    <a:pt x="16031185" y="10216032"/>
                  </a:lnTo>
                  <a:close/>
                </a:path>
                <a:path w="18288000" h="10287000">
                  <a:moveTo>
                    <a:pt x="16035109" y="7254748"/>
                  </a:moveTo>
                  <a:lnTo>
                    <a:pt x="16016897" y="7216648"/>
                  </a:lnTo>
                  <a:lnTo>
                    <a:pt x="15985351" y="7242048"/>
                  </a:lnTo>
                  <a:lnTo>
                    <a:pt x="16003562" y="7267448"/>
                  </a:lnTo>
                  <a:lnTo>
                    <a:pt x="16035109" y="7254748"/>
                  </a:lnTo>
                  <a:close/>
                </a:path>
                <a:path w="18288000" h="10287000">
                  <a:moveTo>
                    <a:pt x="16037433" y="4294657"/>
                  </a:moveTo>
                  <a:lnTo>
                    <a:pt x="16035096" y="4290580"/>
                  </a:lnTo>
                  <a:lnTo>
                    <a:pt x="16031020" y="4292943"/>
                  </a:lnTo>
                  <a:lnTo>
                    <a:pt x="16033369" y="4297007"/>
                  </a:lnTo>
                  <a:lnTo>
                    <a:pt x="16037433" y="4294657"/>
                  </a:lnTo>
                  <a:close/>
                </a:path>
                <a:path w="18288000" h="10287000">
                  <a:moveTo>
                    <a:pt x="16042259" y="9341510"/>
                  </a:moveTo>
                  <a:lnTo>
                    <a:pt x="16012008" y="9289097"/>
                  </a:lnTo>
                  <a:lnTo>
                    <a:pt x="15959595" y="9319349"/>
                  </a:lnTo>
                  <a:lnTo>
                    <a:pt x="15989846" y="9371762"/>
                  </a:lnTo>
                  <a:lnTo>
                    <a:pt x="16042259" y="9341510"/>
                  </a:lnTo>
                  <a:close/>
                </a:path>
                <a:path w="18288000" h="10287000">
                  <a:moveTo>
                    <a:pt x="16042577" y="6378448"/>
                  </a:moveTo>
                  <a:lnTo>
                    <a:pt x="16029661" y="6353048"/>
                  </a:lnTo>
                  <a:lnTo>
                    <a:pt x="16007271" y="6365748"/>
                  </a:lnTo>
                  <a:lnTo>
                    <a:pt x="16020187" y="6391148"/>
                  </a:lnTo>
                  <a:lnTo>
                    <a:pt x="16042577" y="6378448"/>
                  </a:lnTo>
                  <a:close/>
                </a:path>
                <a:path w="18288000" h="10287000">
                  <a:moveTo>
                    <a:pt x="16050451" y="5502148"/>
                  </a:moveTo>
                  <a:lnTo>
                    <a:pt x="16042513" y="5489448"/>
                  </a:lnTo>
                  <a:lnTo>
                    <a:pt x="16028772" y="5489448"/>
                  </a:lnTo>
                  <a:lnTo>
                    <a:pt x="16036709" y="5502148"/>
                  </a:lnTo>
                  <a:lnTo>
                    <a:pt x="16050451" y="5502148"/>
                  </a:lnTo>
                  <a:close/>
                </a:path>
                <a:path w="18288000" h="10287000">
                  <a:moveTo>
                    <a:pt x="16050527" y="8466226"/>
                  </a:moveTo>
                  <a:lnTo>
                    <a:pt x="16024975" y="8421967"/>
                  </a:lnTo>
                  <a:lnTo>
                    <a:pt x="15980702" y="8447519"/>
                  </a:lnTo>
                  <a:lnTo>
                    <a:pt x="16006267" y="8491791"/>
                  </a:lnTo>
                  <a:lnTo>
                    <a:pt x="16050527" y="8466226"/>
                  </a:lnTo>
                  <a:close/>
                </a:path>
                <a:path w="18288000" h="10287000">
                  <a:moveTo>
                    <a:pt x="16058401" y="7584948"/>
                  </a:moveTo>
                  <a:lnTo>
                    <a:pt x="16037840" y="7546848"/>
                  </a:lnTo>
                  <a:lnTo>
                    <a:pt x="16002216" y="7572248"/>
                  </a:lnTo>
                  <a:lnTo>
                    <a:pt x="16022777" y="7610348"/>
                  </a:lnTo>
                  <a:lnTo>
                    <a:pt x="16058401" y="7584948"/>
                  </a:lnTo>
                  <a:close/>
                </a:path>
                <a:path w="18288000" h="10287000">
                  <a:moveTo>
                    <a:pt x="16059519" y="4629632"/>
                  </a:moveTo>
                  <a:lnTo>
                    <a:pt x="16055696" y="4623016"/>
                  </a:lnTo>
                  <a:lnTo>
                    <a:pt x="16049079" y="4626826"/>
                  </a:lnTo>
                  <a:lnTo>
                    <a:pt x="16052902" y="4633455"/>
                  </a:lnTo>
                  <a:lnTo>
                    <a:pt x="16059519" y="4629632"/>
                  </a:lnTo>
                  <a:close/>
                </a:path>
                <a:path w="18288000" h="10287000">
                  <a:moveTo>
                    <a:pt x="16064345" y="9676473"/>
                  </a:moveTo>
                  <a:lnTo>
                    <a:pt x="16032620" y="9621520"/>
                  </a:lnTo>
                  <a:lnTo>
                    <a:pt x="15977654" y="9653257"/>
                  </a:lnTo>
                  <a:lnTo>
                    <a:pt x="16009379" y="9708210"/>
                  </a:lnTo>
                  <a:lnTo>
                    <a:pt x="16064345" y="9676473"/>
                  </a:lnTo>
                  <a:close/>
                </a:path>
                <a:path w="18288000" h="10287000">
                  <a:moveTo>
                    <a:pt x="16065869" y="6708648"/>
                  </a:moveTo>
                  <a:lnTo>
                    <a:pt x="16050590" y="6683248"/>
                  </a:lnTo>
                  <a:lnTo>
                    <a:pt x="16024124" y="6695948"/>
                  </a:lnTo>
                  <a:lnTo>
                    <a:pt x="16039402" y="6721348"/>
                  </a:lnTo>
                  <a:lnTo>
                    <a:pt x="16065869" y="6708648"/>
                  </a:lnTo>
                  <a:close/>
                </a:path>
                <a:path w="18288000" h="10287000">
                  <a:moveTo>
                    <a:pt x="16073336" y="5832348"/>
                  </a:moveTo>
                  <a:lnTo>
                    <a:pt x="16063341" y="5819648"/>
                  </a:lnTo>
                  <a:lnTo>
                    <a:pt x="16046044" y="5832348"/>
                  </a:lnTo>
                  <a:lnTo>
                    <a:pt x="16056026" y="5845048"/>
                  </a:lnTo>
                  <a:lnTo>
                    <a:pt x="16073336" y="5832348"/>
                  </a:lnTo>
                  <a:close/>
                </a:path>
                <a:path w="18288000" h="10287000">
                  <a:moveTo>
                    <a:pt x="16073819" y="8801532"/>
                  </a:moveTo>
                  <a:lnTo>
                    <a:pt x="16045904" y="8753183"/>
                  </a:lnTo>
                  <a:lnTo>
                    <a:pt x="15997568" y="8781097"/>
                  </a:lnTo>
                  <a:lnTo>
                    <a:pt x="16025470" y="8829446"/>
                  </a:lnTo>
                  <a:lnTo>
                    <a:pt x="16073819" y="8801532"/>
                  </a:lnTo>
                  <a:close/>
                </a:path>
                <a:path w="18288000" h="10287000">
                  <a:moveTo>
                    <a:pt x="16081197" y="4956048"/>
                  </a:moveTo>
                  <a:lnTo>
                    <a:pt x="16076206" y="4943348"/>
                  </a:lnTo>
                  <a:lnTo>
                    <a:pt x="16067558" y="4956048"/>
                  </a:lnTo>
                  <a:lnTo>
                    <a:pt x="16072549" y="4968748"/>
                  </a:lnTo>
                  <a:lnTo>
                    <a:pt x="16081197" y="4956048"/>
                  </a:lnTo>
                  <a:close/>
                </a:path>
                <a:path w="18288000" h="10287000">
                  <a:moveTo>
                    <a:pt x="16081286" y="7915148"/>
                  </a:moveTo>
                  <a:lnTo>
                    <a:pt x="16058668" y="7877048"/>
                  </a:lnTo>
                  <a:lnTo>
                    <a:pt x="16019475" y="7902448"/>
                  </a:lnTo>
                  <a:lnTo>
                    <a:pt x="16042107" y="7940548"/>
                  </a:lnTo>
                  <a:lnTo>
                    <a:pt x="16081286" y="7915148"/>
                  </a:lnTo>
                  <a:close/>
                </a:path>
                <a:path w="18288000" h="10287000">
                  <a:moveTo>
                    <a:pt x="16086023" y="10011346"/>
                  </a:moveTo>
                  <a:lnTo>
                    <a:pt x="16053118" y="9954349"/>
                  </a:lnTo>
                  <a:lnTo>
                    <a:pt x="15996120" y="9987255"/>
                  </a:lnTo>
                  <a:lnTo>
                    <a:pt x="16029039" y="10044252"/>
                  </a:lnTo>
                  <a:lnTo>
                    <a:pt x="16086023" y="10011346"/>
                  </a:lnTo>
                  <a:close/>
                </a:path>
                <a:path w="18288000" h="10287000">
                  <a:moveTo>
                    <a:pt x="16088348" y="7038848"/>
                  </a:moveTo>
                  <a:lnTo>
                    <a:pt x="16071304" y="7013448"/>
                  </a:lnTo>
                  <a:lnTo>
                    <a:pt x="16041789" y="7026148"/>
                  </a:lnTo>
                  <a:lnTo>
                    <a:pt x="16058833" y="7064248"/>
                  </a:lnTo>
                  <a:lnTo>
                    <a:pt x="16088348" y="7038848"/>
                  </a:lnTo>
                  <a:close/>
                </a:path>
                <a:path w="18288000" h="10287000">
                  <a:moveTo>
                    <a:pt x="16091472" y="4089768"/>
                  </a:moveTo>
                  <a:lnTo>
                    <a:pt x="16089719" y="4086707"/>
                  </a:lnTo>
                  <a:lnTo>
                    <a:pt x="16086658" y="4088473"/>
                  </a:lnTo>
                  <a:lnTo>
                    <a:pt x="16088424" y="4091521"/>
                  </a:lnTo>
                  <a:lnTo>
                    <a:pt x="16091472" y="4089768"/>
                  </a:lnTo>
                  <a:close/>
                </a:path>
                <a:path w="18288000" h="10287000">
                  <a:moveTo>
                    <a:pt x="16096222" y="6162548"/>
                  </a:moveTo>
                  <a:lnTo>
                    <a:pt x="16084169" y="6149848"/>
                  </a:lnTo>
                  <a:lnTo>
                    <a:pt x="16063303" y="6162548"/>
                  </a:lnTo>
                  <a:lnTo>
                    <a:pt x="16075355" y="6175248"/>
                  </a:lnTo>
                  <a:lnTo>
                    <a:pt x="16096222" y="6162548"/>
                  </a:lnTo>
                  <a:close/>
                </a:path>
                <a:path w="18288000" h="10287000">
                  <a:moveTo>
                    <a:pt x="16096298" y="9136609"/>
                  </a:moveTo>
                  <a:lnTo>
                    <a:pt x="16066631" y="9085212"/>
                  </a:lnTo>
                  <a:lnTo>
                    <a:pt x="16015234" y="9114892"/>
                  </a:lnTo>
                  <a:lnTo>
                    <a:pt x="16044914" y="9166288"/>
                  </a:lnTo>
                  <a:lnTo>
                    <a:pt x="16096298" y="9136609"/>
                  </a:lnTo>
                  <a:close/>
                </a:path>
                <a:path w="18288000" h="10287000">
                  <a:moveTo>
                    <a:pt x="16104083" y="5298948"/>
                  </a:moveTo>
                  <a:lnTo>
                    <a:pt x="16097034" y="5286248"/>
                  </a:lnTo>
                  <a:lnTo>
                    <a:pt x="16084817" y="5286248"/>
                  </a:lnTo>
                  <a:lnTo>
                    <a:pt x="16091865" y="5298948"/>
                  </a:lnTo>
                  <a:lnTo>
                    <a:pt x="16104083" y="5298948"/>
                  </a:lnTo>
                  <a:close/>
                </a:path>
                <a:path w="18288000" h="10287000">
                  <a:moveTo>
                    <a:pt x="16104172" y="8261236"/>
                  </a:moveTo>
                  <a:lnTo>
                    <a:pt x="16079496" y="8218487"/>
                  </a:lnTo>
                  <a:lnTo>
                    <a:pt x="16036747" y="8243163"/>
                  </a:lnTo>
                  <a:lnTo>
                    <a:pt x="16061424" y="8285912"/>
                  </a:lnTo>
                  <a:lnTo>
                    <a:pt x="16104172" y="8261236"/>
                  </a:lnTo>
                  <a:close/>
                </a:path>
                <a:path w="18288000" h="10287000">
                  <a:moveTo>
                    <a:pt x="16111639" y="7381748"/>
                  </a:moveTo>
                  <a:lnTo>
                    <a:pt x="16092246" y="7343648"/>
                  </a:lnTo>
                  <a:lnTo>
                    <a:pt x="16058655" y="7369048"/>
                  </a:lnTo>
                  <a:lnTo>
                    <a:pt x="16078048" y="7394448"/>
                  </a:lnTo>
                  <a:lnTo>
                    <a:pt x="16111639" y="7381748"/>
                  </a:lnTo>
                  <a:close/>
                </a:path>
                <a:path w="18288000" h="10287000">
                  <a:moveTo>
                    <a:pt x="16113163" y="4424629"/>
                  </a:moveTo>
                  <a:lnTo>
                    <a:pt x="16110217" y="4419549"/>
                  </a:lnTo>
                  <a:lnTo>
                    <a:pt x="16105137" y="4422483"/>
                  </a:lnTo>
                  <a:lnTo>
                    <a:pt x="16108071" y="4427563"/>
                  </a:lnTo>
                  <a:lnTo>
                    <a:pt x="16113163" y="4424629"/>
                  </a:lnTo>
                  <a:close/>
                </a:path>
                <a:path w="18288000" h="10287000">
                  <a:moveTo>
                    <a:pt x="16118789" y="9471698"/>
                  </a:moveTo>
                  <a:lnTo>
                    <a:pt x="16087344" y="9417253"/>
                  </a:lnTo>
                  <a:lnTo>
                    <a:pt x="16032899" y="9448686"/>
                  </a:lnTo>
                  <a:lnTo>
                    <a:pt x="16064332" y="9503131"/>
                  </a:lnTo>
                  <a:lnTo>
                    <a:pt x="16118789" y="9471698"/>
                  </a:lnTo>
                  <a:close/>
                </a:path>
                <a:path w="18288000" h="10287000">
                  <a:moveTo>
                    <a:pt x="16119094" y="6505448"/>
                  </a:moveTo>
                  <a:lnTo>
                    <a:pt x="16104997" y="6480048"/>
                  </a:lnTo>
                  <a:lnTo>
                    <a:pt x="16080588" y="6492748"/>
                  </a:lnTo>
                  <a:lnTo>
                    <a:pt x="16094672" y="6518148"/>
                  </a:lnTo>
                  <a:lnTo>
                    <a:pt x="16119094" y="6505448"/>
                  </a:lnTo>
                  <a:close/>
                </a:path>
                <a:path w="18288000" h="10287000">
                  <a:moveTo>
                    <a:pt x="16126575" y="5629148"/>
                  </a:moveTo>
                  <a:lnTo>
                    <a:pt x="16117761" y="5616448"/>
                  </a:lnTo>
                  <a:lnTo>
                    <a:pt x="16102495" y="5616448"/>
                  </a:lnTo>
                  <a:lnTo>
                    <a:pt x="16111309" y="5641848"/>
                  </a:lnTo>
                  <a:lnTo>
                    <a:pt x="16126575" y="5629148"/>
                  </a:lnTo>
                  <a:close/>
                </a:path>
                <a:path w="18288000" h="10287000">
                  <a:moveTo>
                    <a:pt x="16127451" y="8596528"/>
                  </a:moveTo>
                  <a:lnTo>
                    <a:pt x="16100425" y="8549716"/>
                  </a:lnTo>
                  <a:lnTo>
                    <a:pt x="16053613" y="8576742"/>
                  </a:lnTo>
                  <a:lnTo>
                    <a:pt x="16080639" y="8623554"/>
                  </a:lnTo>
                  <a:lnTo>
                    <a:pt x="16127451" y="8596528"/>
                  </a:lnTo>
                  <a:close/>
                </a:path>
                <a:path w="18288000" h="10287000">
                  <a:moveTo>
                    <a:pt x="16134918" y="7711948"/>
                  </a:moveTo>
                  <a:lnTo>
                    <a:pt x="16113189" y="7673848"/>
                  </a:lnTo>
                  <a:lnTo>
                    <a:pt x="16075521" y="7699248"/>
                  </a:lnTo>
                  <a:lnTo>
                    <a:pt x="16097263" y="7737348"/>
                  </a:lnTo>
                  <a:lnTo>
                    <a:pt x="16134918" y="7711948"/>
                  </a:lnTo>
                  <a:close/>
                </a:path>
                <a:path w="18288000" h="10287000">
                  <a:moveTo>
                    <a:pt x="16135236" y="4752848"/>
                  </a:moveTo>
                  <a:lnTo>
                    <a:pt x="16130829" y="4740148"/>
                  </a:lnTo>
                  <a:lnTo>
                    <a:pt x="16123196" y="4752848"/>
                  </a:lnTo>
                  <a:lnTo>
                    <a:pt x="16135236" y="4752848"/>
                  </a:lnTo>
                  <a:close/>
                </a:path>
                <a:path w="18288000" h="10287000">
                  <a:moveTo>
                    <a:pt x="16140468" y="9806572"/>
                  </a:moveTo>
                  <a:lnTo>
                    <a:pt x="16107855" y="9750082"/>
                  </a:lnTo>
                  <a:lnTo>
                    <a:pt x="16051365" y="9782696"/>
                  </a:lnTo>
                  <a:lnTo>
                    <a:pt x="16083979" y="9839185"/>
                  </a:lnTo>
                  <a:lnTo>
                    <a:pt x="16140468" y="9806572"/>
                  </a:lnTo>
                  <a:close/>
                </a:path>
                <a:path w="18288000" h="10287000">
                  <a:moveTo>
                    <a:pt x="16141992" y="6835648"/>
                  </a:moveTo>
                  <a:lnTo>
                    <a:pt x="16125825" y="6810248"/>
                  </a:lnTo>
                  <a:lnTo>
                    <a:pt x="16097847" y="6822948"/>
                  </a:lnTo>
                  <a:lnTo>
                    <a:pt x="16114002" y="6861048"/>
                  </a:lnTo>
                  <a:lnTo>
                    <a:pt x="16141992" y="6835648"/>
                  </a:lnTo>
                  <a:close/>
                </a:path>
                <a:path w="18288000" h="10287000">
                  <a:moveTo>
                    <a:pt x="16145510" y="3884866"/>
                  </a:moveTo>
                  <a:lnTo>
                    <a:pt x="16144342" y="3882834"/>
                  </a:lnTo>
                  <a:lnTo>
                    <a:pt x="16142310" y="3884015"/>
                  </a:lnTo>
                  <a:lnTo>
                    <a:pt x="16143478" y="3886035"/>
                  </a:lnTo>
                  <a:lnTo>
                    <a:pt x="16145510" y="3884866"/>
                  </a:lnTo>
                  <a:close/>
                </a:path>
                <a:path w="18288000" h="10287000">
                  <a:moveTo>
                    <a:pt x="16149447" y="5959348"/>
                  </a:moveTo>
                  <a:lnTo>
                    <a:pt x="16138589" y="5946648"/>
                  </a:lnTo>
                  <a:lnTo>
                    <a:pt x="16119755" y="5959348"/>
                  </a:lnTo>
                  <a:lnTo>
                    <a:pt x="16130626" y="5972048"/>
                  </a:lnTo>
                  <a:lnTo>
                    <a:pt x="16149447" y="5959348"/>
                  </a:lnTo>
                  <a:close/>
                </a:path>
                <a:path w="18288000" h="10287000">
                  <a:moveTo>
                    <a:pt x="16150349" y="8931719"/>
                  </a:moveTo>
                  <a:lnTo>
                    <a:pt x="16121253" y="8881339"/>
                  </a:lnTo>
                  <a:lnTo>
                    <a:pt x="16070885" y="8910434"/>
                  </a:lnTo>
                  <a:lnTo>
                    <a:pt x="16099968" y="8960802"/>
                  </a:lnTo>
                  <a:lnTo>
                    <a:pt x="16150349" y="8931719"/>
                  </a:lnTo>
                  <a:close/>
                </a:path>
                <a:path w="18288000" h="10287000">
                  <a:moveTo>
                    <a:pt x="16157321" y="5083048"/>
                  </a:moveTo>
                  <a:lnTo>
                    <a:pt x="16141268" y="5083048"/>
                  </a:lnTo>
                  <a:lnTo>
                    <a:pt x="16147149" y="5095748"/>
                  </a:lnTo>
                  <a:lnTo>
                    <a:pt x="16157321" y="5083048"/>
                  </a:lnTo>
                  <a:close/>
                </a:path>
                <a:path w="18288000" h="10287000">
                  <a:moveTo>
                    <a:pt x="16157804" y="8054848"/>
                  </a:moveTo>
                  <a:lnTo>
                    <a:pt x="16134004" y="8004048"/>
                  </a:lnTo>
                  <a:lnTo>
                    <a:pt x="16092793" y="8029448"/>
                  </a:lnTo>
                  <a:lnTo>
                    <a:pt x="16116592" y="8067548"/>
                  </a:lnTo>
                  <a:lnTo>
                    <a:pt x="16157804" y="8054848"/>
                  </a:lnTo>
                  <a:close/>
                </a:path>
                <a:path w="18288000" h="10287000">
                  <a:moveTo>
                    <a:pt x="16162541" y="10141547"/>
                  </a:moveTo>
                  <a:lnTo>
                    <a:pt x="16128467" y="10082517"/>
                  </a:lnTo>
                  <a:lnTo>
                    <a:pt x="16069437" y="10116591"/>
                  </a:lnTo>
                  <a:lnTo>
                    <a:pt x="16103511" y="10175621"/>
                  </a:lnTo>
                  <a:lnTo>
                    <a:pt x="16162541" y="10141547"/>
                  </a:lnTo>
                  <a:close/>
                </a:path>
                <a:path w="18288000" h="10287000">
                  <a:moveTo>
                    <a:pt x="16165271" y="7178548"/>
                  </a:moveTo>
                  <a:lnTo>
                    <a:pt x="16146768" y="7140448"/>
                  </a:lnTo>
                  <a:lnTo>
                    <a:pt x="16114713" y="7165848"/>
                  </a:lnTo>
                  <a:lnTo>
                    <a:pt x="16133217" y="7191248"/>
                  </a:lnTo>
                  <a:lnTo>
                    <a:pt x="16165271" y="7178548"/>
                  </a:lnTo>
                  <a:close/>
                </a:path>
                <a:path w="18288000" h="10287000">
                  <a:moveTo>
                    <a:pt x="16167189" y="4219740"/>
                  </a:moveTo>
                  <a:lnTo>
                    <a:pt x="16164852" y="4215676"/>
                  </a:lnTo>
                  <a:lnTo>
                    <a:pt x="16160776" y="4218013"/>
                  </a:lnTo>
                  <a:lnTo>
                    <a:pt x="16163125" y="4222089"/>
                  </a:lnTo>
                  <a:lnTo>
                    <a:pt x="16167189" y="4219740"/>
                  </a:lnTo>
                  <a:close/>
                </a:path>
                <a:path w="18288000" h="10287000">
                  <a:moveTo>
                    <a:pt x="16172345" y="6302248"/>
                  </a:moveTo>
                  <a:lnTo>
                    <a:pt x="16159417" y="6276848"/>
                  </a:lnTo>
                  <a:lnTo>
                    <a:pt x="16137027" y="6289548"/>
                  </a:lnTo>
                  <a:lnTo>
                    <a:pt x="16149955" y="6314948"/>
                  </a:lnTo>
                  <a:lnTo>
                    <a:pt x="16172345" y="6302248"/>
                  </a:lnTo>
                  <a:close/>
                </a:path>
                <a:path w="18288000" h="10287000">
                  <a:moveTo>
                    <a:pt x="16172828" y="9266809"/>
                  </a:moveTo>
                  <a:lnTo>
                    <a:pt x="16141980" y="9213367"/>
                  </a:lnTo>
                  <a:lnTo>
                    <a:pt x="16088538" y="9244228"/>
                  </a:lnTo>
                  <a:lnTo>
                    <a:pt x="16119386" y="9297645"/>
                  </a:lnTo>
                  <a:lnTo>
                    <a:pt x="16172828" y="9266809"/>
                  </a:lnTo>
                  <a:close/>
                </a:path>
                <a:path w="18288000" h="10287000">
                  <a:moveTo>
                    <a:pt x="16180207" y="5425948"/>
                  </a:moveTo>
                  <a:lnTo>
                    <a:pt x="16172282" y="5413248"/>
                  </a:lnTo>
                  <a:lnTo>
                    <a:pt x="16158528" y="5413248"/>
                  </a:lnTo>
                  <a:lnTo>
                    <a:pt x="16166465" y="5425948"/>
                  </a:lnTo>
                  <a:lnTo>
                    <a:pt x="16180207" y="5425948"/>
                  </a:lnTo>
                  <a:close/>
                </a:path>
                <a:path w="18288000" h="10287000">
                  <a:moveTo>
                    <a:pt x="16181083" y="8391525"/>
                  </a:moveTo>
                  <a:lnTo>
                    <a:pt x="16154946" y="8346237"/>
                  </a:lnTo>
                  <a:lnTo>
                    <a:pt x="16109658" y="8372386"/>
                  </a:lnTo>
                  <a:lnTo>
                    <a:pt x="16135795" y="8417674"/>
                  </a:lnTo>
                  <a:lnTo>
                    <a:pt x="16181083" y="8391525"/>
                  </a:lnTo>
                  <a:close/>
                </a:path>
                <a:path w="18288000" h="10287000">
                  <a:moveTo>
                    <a:pt x="16188563" y="7508748"/>
                  </a:moveTo>
                  <a:lnTo>
                    <a:pt x="16167697" y="7470648"/>
                  </a:lnTo>
                  <a:lnTo>
                    <a:pt x="16131566" y="7496048"/>
                  </a:lnTo>
                  <a:lnTo>
                    <a:pt x="16152432" y="7534148"/>
                  </a:lnTo>
                  <a:lnTo>
                    <a:pt x="16188563" y="7508748"/>
                  </a:lnTo>
                  <a:close/>
                </a:path>
                <a:path w="18288000" h="10287000">
                  <a:moveTo>
                    <a:pt x="16189287" y="4554715"/>
                  </a:moveTo>
                  <a:lnTo>
                    <a:pt x="16185464" y="4548098"/>
                  </a:lnTo>
                  <a:lnTo>
                    <a:pt x="16178848" y="4551921"/>
                  </a:lnTo>
                  <a:lnTo>
                    <a:pt x="16182670" y="4558538"/>
                  </a:lnTo>
                  <a:lnTo>
                    <a:pt x="16189287" y="4554715"/>
                  </a:lnTo>
                  <a:close/>
                </a:path>
                <a:path w="18288000" h="10287000">
                  <a:moveTo>
                    <a:pt x="16195307" y="9601886"/>
                  </a:moveTo>
                  <a:lnTo>
                    <a:pt x="16162693" y="9545396"/>
                  </a:lnTo>
                  <a:lnTo>
                    <a:pt x="16106216" y="9578010"/>
                  </a:lnTo>
                  <a:lnTo>
                    <a:pt x="16138830" y="9634499"/>
                  </a:lnTo>
                  <a:lnTo>
                    <a:pt x="16195307" y="9601886"/>
                  </a:lnTo>
                  <a:close/>
                </a:path>
                <a:path w="18288000" h="10287000">
                  <a:moveTo>
                    <a:pt x="16195624" y="6632448"/>
                  </a:moveTo>
                  <a:lnTo>
                    <a:pt x="16180346" y="6607048"/>
                  </a:lnTo>
                  <a:lnTo>
                    <a:pt x="16153880" y="6619748"/>
                  </a:lnTo>
                  <a:lnTo>
                    <a:pt x="16169158" y="6645148"/>
                  </a:lnTo>
                  <a:lnTo>
                    <a:pt x="16195624" y="6632448"/>
                  </a:lnTo>
                  <a:close/>
                </a:path>
                <a:path w="18288000" h="10287000">
                  <a:moveTo>
                    <a:pt x="16203092" y="5756148"/>
                  </a:moveTo>
                  <a:lnTo>
                    <a:pt x="16193097" y="5743448"/>
                  </a:lnTo>
                  <a:lnTo>
                    <a:pt x="16175800" y="5756148"/>
                  </a:lnTo>
                  <a:lnTo>
                    <a:pt x="16185782" y="5768848"/>
                  </a:lnTo>
                  <a:lnTo>
                    <a:pt x="16203092" y="5756148"/>
                  </a:lnTo>
                  <a:close/>
                </a:path>
                <a:path w="18288000" h="10287000">
                  <a:moveTo>
                    <a:pt x="16204375" y="8726830"/>
                  </a:moveTo>
                  <a:lnTo>
                    <a:pt x="16175876" y="8677465"/>
                  </a:lnTo>
                  <a:lnTo>
                    <a:pt x="16126524" y="8705964"/>
                  </a:lnTo>
                  <a:lnTo>
                    <a:pt x="16155023" y="8755329"/>
                  </a:lnTo>
                  <a:lnTo>
                    <a:pt x="16204375" y="8726830"/>
                  </a:lnTo>
                  <a:close/>
                </a:path>
                <a:path w="18288000" h="10287000">
                  <a:moveTo>
                    <a:pt x="16210953" y="4879848"/>
                  </a:moveTo>
                  <a:lnTo>
                    <a:pt x="16197314" y="4879848"/>
                  </a:lnTo>
                  <a:lnTo>
                    <a:pt x="16202305" y="4892548"/>
                  </a:lnTo>
                  <a:lnTo>
                    <a:pt x="16210953" y="4879848"/>
                  </a:lnTo>
                  <a:close/>
                </a:path>
                <a:path w="18288000" h="10287000">
                  <a:moveTo>
                    <a:pt x="16211436" y="7838948"/>
                  </a:moveTo>
                  <a:lnTo>
                    <a:pt x="16188525" y="7800848"/>
                  </a:lnTo>
                  <a:lnTo>
                    <a:pt x="16148838" y="7826248"/>
                  </a:lnTo>
                  <a:lnTo>
                    <a:pt x="16171748" y="7864348"/>
                  </a:lnTo>
                  <a:lnTo>
                    <a:pt x="16211436" y="7838948"/>
                  </a:lnTo>
                  <a:close/>
                </a:path>
                <a:path w="18288000" h="10287000">
                  <a:moveTo>
                    <a:pt x="16216986" y="9936759"/>
                  </a:moveTo>
                  <a:lnTo>
                    <a:pt x="16183204" y="9878238"/>
                  </a:lnTo>
                  <a:lnTo>
                    <a:pt x="16124682" y="9912020"/>
                  </a:lnTo>
                  <a:lnTo>
                    <a:pt x="16158464" y="9970541"/>
                  </a:lnTo>
                  <a:lnTo>
                    <a:pt x="16216986" y="9936759"/>
                  </a:lnTo>
                  <a:close/>
                </a:path>
                <a:path w="18288000" h="10287000">
                  <a:moveTo>
                    <a:pt x="16218510" y="6975348"/>
                  </a:moveTo>
                  <a:lnTo>
                    <a:pt x="16201174" y="6937248"/>
                  </a:lnTo>
                  <a:lnTo>
                    <a:pt x="16171152" y="6962648"/>
                  </a:lnTo>
                  <a:lnTo>
                    <a:pt x="16188487" y="6988048"/>
                  </a:lnTo>
                  <a:lnTo>
                    <a:pt x="16218510" y="6975348"/>
                  </a:lnTo>
                  <a:close/>
                </a:path>
                <a:path w="18288000" h="10287000">
                  <a:moveTo>
                    <a:pt x="16221228" y="4014838"/>
                  </a:moveTo>
                  <a:lnTo>
                    <a:pt x="16219475" y="4011790"/>
                  </a:lnTo>
                  <a:lnTo>
                    <a:pt x="16216414" y="4013555"/>
                  </a:lnTo>
                  <a:lnTo>
                    <a:pt x="16218180" y="4016603"/>
                  </a:lnTo>
                  <a:lnTo>
                    <a:pt x="16221228" y="4014838"/>
                  </a:lnTo>
                  <a:close/>
                </a:path>
                <a:path w="18288000" h="10287000">
                  <a:moveTo>
                    <a:pt x="16225977" y="6099048"/>
                  </a:moveTo>
                  <a:lnTo>
                    <a:pt x="16213925" y="6073648"/>
                  </a:lnTo>
                  <a:lnTo>
                    <a:pt x="16193059" y="6086348"/>
                  </a:lnTo>
                  <a:lnTo>
                    <a:pt x="16205111" y="6111748"/>
                  </a:lnTo>
                  <a:lnTo>
                    <a:pt x="16225977" y="6099048"/>
                  </a:lnTo>
                  <a:close/>
                </a:path>
                <a:path w="18288000" h="10287000">
                  <a:moveTo>
                    <a:pt x="16227260" y="9062009"/>
                  </a:moveTo>
                  <a:lnTo>
                    <a:pt x="16196717" y="9009088"/>
                  </a:lnTo>
                  <a:lnTo>
                    <a:pt x="16143783" y="9039644"/>
                  </a:lnTo>
                  <a:lnTo>
                    <a:pt x="16174339" y="9092565"/>
                  </a:lnTo>
                  <a:lnTo>
                    <a:pt x="16227260" y="9062009"/>
                  </a:lnTo>
                  <a:close/>
                </a:path>
                <a:path w="18288000" h="10287000">
                  <a:moveTo>
                    <a:pt x="16233839" y="5222748"/>
                  </a:moveTo>
                  <a:lnTo>
                    <a:pt x="16226790" y="5210048"/>
                  </a:lnTo>
                  <a:lnTo>
                    <a:pt x="16214586" y="5210048"/>
                  </a:lnTo>
                  <a:lnTo>
                    <a:pt x="16221634" y="5222748"/>
                  </a:lnTo>
                  <a:lnTo>
                    <a:pt x="16233839" y="5222748"/>
                  </a:lnTo>
                  <a:close/>
                </a:path>
                <a:path w="18288000" h="10287000">
                  <a:moveTo>
                    <a:pt x="16234728" y="8181848"/>
                  </a:moveTo>
                  <a:lnTo>
                    <a:pt x="16209467" y="8131048"/>
                  </a:lnTo>
                  <a:lnTo>
                    <a:pt x="16165703" y="8156448"/>
                  </a:lnTo>
                  <a:lnTo>
                    <a:pt x="16190976" y="8207248"/>
                  </a:lnTo>
                  <a:lnTo>
                    <a:pt x="16234728" y="8181848"/>
                  </a:lnTo>
                  <a:close/>
                </a:path>
                <a:path w="18288000" h="10287000">
                  <a:moveTo>
                    <a:pt x="16238258" y="10271519"/>
                  </a:moveTo>
                  <a:lnTo>
                    <a:pt x="16203600" y="10211473"/>
                  </a:lnTo>
                  <a:lnTo>
                    <a:pt x="16143554" y="10246131"/>
                  </a:lnTo>
                  <a:lnTo>
                    <a:pt x="16167138" y="10287000"/>
                  </a:lnTo>
                  <a:lnTo>
                    <a:pt x="16211449" y="10287000"/>
                  </a:lnTo>
                  <a:lnTo>
                    <a:pt x="16238258" y="10271519"/>
                  </a:lnTo>
                  <a:close/>
                </a:path>
                <a:path w="18288000" h="10287000">
                  <a:moveTo>
                    <a:pt x="16241802" y="7305548"/>
                  </a:moveTo>
                  <a:lnTo>
                    <a:pt x="16222104" y="7267448"/>
                  </a:lnTo>
                  <a:lnTo>
                    <a:pt x="16188017" y="7292848"/>
                  </a:lnTo>
                  <a:lnTo>
                    <a:pt x="16207702" y="7318248"/>
                  </a:lnTo>
                  <a:lnTo>
                    <a:pt x="16241802" y="7305548"/>
                  </a:lnTo>
                  <a:close/>
                </a:path>
                <a:path w="18288000" h="10287000">
                  <a:moveTo>
                    <a:pt x="16242919" y="4349712"/>
                  </a:moveTo>
                  <a:lnTo>
                    <a:pt x="16239986" y="4344619"/>
                  </a:lnTo>
                  <a:lnTo>
                    <a:pt x="16234893" y="4347565"/>
                  </a:lnTo>
                  <a:lnTo>
                    <a:pt x="16237827" y="4352645"/>
                  </a:lnTo>
                  <a:lnTo>
                    <a:pt x="16242919" y="4349712"/>
                  </a:lnTo>
                  <a:close/>
                </a:path>
                <a:path w="18288000" h="10287000">
                  <a:moveTo>
                    <a:pt x="16248863" y="6429248"/>
                  </a:moveTo>
                  <a:lnTo>
                    <a:pt x="16234766" y="6403848"/>
                  </a:lnTo>
                  <a:lnTo>
                    <a:pt x="16210331" y="6416548"/>
                  </a:lnTo>
                  <a:lnTo>
                    <a:pt x="16224428" y="6441948"/>
                  </a:lnTo>
                  <a:lnTo>
                    <a:pt x="16248863" y="6429248"/>
                  </a:lnTo>
                  <a:close/>
                </a:path>
                <a:path w="18288000" h="10287000">
                  <a:moveTo>
                    <a:pt x="16249752" y="9397098"/>
                  </a:moveTo>
                  <a:lnTo>
                    <a:pt x="16217430" y="9341129"/>
                  </a:lnTo>
                  <a:lnTo>
                    <a:pt x="16161449" y="9373438"/>
                  </a:lnTo>
                  <a:lnTo>
                    <a:pt x="16193770" y="9429420"/>
                  </a:lnTo>
                  <a:lnTo>
                    <a:pt x="16249752" y="9397098"/>
                  </a:lnTo>
                  <a:close/>
                </a:path>
                <a:path w="18288000" h="10287000">
                  <a:moveTo>
                    <a:pt x="16256330" y="5552948"/>
                  </a:moveTo>
                  <a:lnTo>
                    <a:pt x="16247517" y="5540248"/>
                  </a:lnTo>
                  <a:lnTo>
                    <a:pt x="16232251" y="5552948"/>
                  </a:lnTo>
                  <a:lnTo>
                    <a:pt x="16241065" y="5565648"/>
                  </a:lnTo>
                  <a:lnTo>
                    <a:pt x="16256330" y="5552948"/>
                  </a:lnTo>
                  <a:close/>
                </a:path>
                <a:path w="18288000" h="10287000">
                  <a:moveTo>
                    <a:pt x="16258020" y="8521827"/>
                  </a:moveTo>
                  <a:lnTo>
                    <a:pt x="16230397" y="8473999"/>
                  </a:lnTo>
                  <a:lnTo>
                    <a:pt x="16182569" y="8501609"/>
                  </a:lnTo>
                  <a:lnTo>
                    <a:pt x="16210179" y="8549449"/>
                  </a:lnTo>
                  <a:lnTo>
                    <a:pt x="16258020" y="8521827"/>
                  </a:lnTo>
                  <a:close/>
                </a:path>
                <a:path w="18288000" h="10287000">
                  <a:moveTo>
                    <a:pt x="16265005" y="4684687"/>
                  </a:moveTo>
                  <a:lnTo>
                    <a:pt x="16260598" y="4677054"/>
                  </a:lnTo>
                  <a:lnTo>
                    <a:pt x="16252965" y="4681461"/>
                  </a:lnTo>
                  <a:lnTo>
                    <a:pt x="16257372" y="4689094"/>
                  </a:lnTo>
                  <a:lnTo>
                    <a:pt x="16265005" y="4684687"/>
                  </a:lnTo>
                  <a:close/>
                </a:path>
                <a:path w="18288000" h="10287000">
                  <a:moveTo>
                    <a:pt x="16265081" y="7635748"/>
                  </a:moveTo>
                  <a:lnTo>
                    <a:pt x="16243046" y="7597648"/>
                  </a:lnTo>
                  <a:lnTo>
                    <a:pt x="16204883" y="7623048"/>
                  </a:lnTo>
                  <a:lnTo>
                    <a:pt x="16226917" y="7661148"/>
                  </a:lnTo>
                  <a:lnTo>
                    <a:pt x="16265081" y="7635748"/>
                  </a:lnTo>
                  <a:close/>
                </a:path>
                <a:path w="18288000" h="10287000">
                  <a:moveTo>
                    <a:pt x="16271748" y="6759448"/>
                  </a:moveTo>
                  <a:lnTo>
                    <a:pt x="16255594" y="6734048"/>
                  </a:lnTo>
                  <a:lnTo>
                    <a:pt x="16227603" y="6746748"/>
                  </a:lnTo>
                  <a:lnTo>
                    <a:pt x="16243757" y="6784848"/>
                  </a:lnTo>
                  <a:lnTo>
                    <a:pt x="16271748" y="6759448"/>
                  </a:lnTo>
                  <a:close/>
                </a:path>
                <a:path w="18288000" h="10287000">
                  <a:moveTo>
                    <a:pt x="16271824" y="9732073"/>
                  </a:moveTo>
                  <a:lnTo>
                    <a:pt x="16238042" y="9673552"/>
                  </a:lnTo>
                  <a:lnTo>
                    <a:pt x="16179534" y="9707347"/>
                  </a:lnTo>
                  <a:lnTo>
                    <a:pt x="16213316" y="9765868"/>
                  </a:lnTo>
                  <a:lnTo>
                    <a:pt x="16271824" y="9732073"/>
                  </a:lnTo>
                  <a:close/>
                </a:path>
                <a:path w="18288000" h="10287000">
                  <a:moveTo>
                    <a:pt x="16275266" y="3809949"/>
                  </a:moveTo>
                  <a:lnTo>
                    <a:pt x="16274098" y="3807917"/>
                  </a:lnTo>
                  <a:lnTo>
                    <a:pt x="16272066" y="3809098"/>
                  </a:lnTo>
                  <a:lnTo>
                    <a:pt x="16273234" y="3811130"/>
                  </a:lnTo>
                  <a:lnTo>
                    <a:pt x="16275266" y="3809949"/>
                  </a:lnTo>
                  <a:close/>
                </a:path>
                <a:path w="18288000" h="10287000">
                  <a:moveTo>
                    <a:pt x="16279216" y="5883148"/>
                  </a:moveTo>
                  <a:lnTo>
                    <a:pt x="16268345" y="5870448"/>
                  </a:lnTo>
                  <a:lnTo>
                    <a:pt x="16249511" y="5883148"/>
                  </a:lnTo>
                  <a:lnTo>
                    <a:pt x="16260382" y="5895848"/>
                  </a:lnTo>
                  <a:lnTo>
                    <a:pt x="16279216" y="5883148"/>
                  </a:lnTo>
                  <a:close/>
                </a:path>
                <a:path w="18288000" h="10287000">
                  <a:moveTo>
                    <a:pt x="16280905" y="8857018"/>
                  </a:moveTo>
                  <a:lnTo>
                    <a:pt x="16251225" y="8805621"/>
                  </a:lnTo>
                  <a:lnTo>
                    <a:pt x="16199828" y="8835301"/>
                  </a:lnTo>
                  <a:lnTo>
                    <a:pt x="16229508" y="8886685"/>
                  </a:lnTo>
                  <a:lnTo>
                    <a:pt x="16280905" y="8857018"/>
                  </a:lnTo>
                  <a:close/>
                </a:path>
                <a:path w="18288000" h="10287000">
                  <a:moveTo>
                    <a:pt x="16287077" y="5019548"/>
                  </a:moveTo>
                  <a:lnTo>
                    <a:pt x="16281210" y="5006848"/>
                  </a:lnTo>
                  <a:lnTo>
                    <a:pt x="16271024" y="5006848"/>
                  </a:lnTo>
                  <a:lnTo>
                    <a:pt x="16276904" y="5019548"/>
                  </a:lnTo>
                  <a:lnTo>
                    <a:pt x="16287077" y="5019548"/>
                  </a:lnTo>
                  <a:close/>
                </a:path>
                <a:path w="18288000" h="10287000">
                  <a:moveTo>
                    <a:pt x="16287966" y="7978648"/>
                  </a:moveTo>
                  <a:lnTo>
                    <a:pt x="16263874" y="7927848"/>
                  </a:lnTo>
                  <a:lnTo>
                    <a:pt x="16222155" y="7953248"/>
                  </a:lnTo>
                  <a:lnTo>
                    <a:pt x="16246247" y="8004048"/>
                  </a:lnTo>
                  <a:lnTo>
                    <a:pt x="16287966" y="7978648"/>
                  </a:lnTo>
                  <a:close/>
                </a:path>
                <a:path w="18288000" h="10287000">
                  <a:moveTo>
                    <a:pt x="16293910" y="10067061"/>
                  </a:moveTo>
                  <a:lnTo>
                    <a:pt x="16258655" y="10005987"/>
                  </a:lnTo>
                  <a:lnTo>
                    <a:pt x="16197593" y="10041242"/>
                  </a:lnTo>
                  <a:lnTo>
                    <a:pt x="16232848" y="10102317"/>
                  </a:lnTo>
                  <a:lnTo>
                    <a:pt x="16293910" y="10067061"/>
                  </a:lnTo>
                  <a:close/>
                </a:path>
                <a:path w="18288000" h="10287000">
                  <a:moveTo>
                    <a:pt x="16295434" y="7102348"/>
                  </a:moveTo>
                  <a:lnTo>
                    <a:pt x="16276625" y="7064248"/>
                  </a:lnTo>
                  <a:lnTo>
                    <a:pt x="16244062" y="7089648"/>
                  </a:lnTo>
                  <a:lnTo>
                    <a:pt x="16262871" y="7115048"/>
                  </a:lnTo>
                  <a:lnTo>
                    <a:pt x="16295434" y="7102348"/>
                  </a:lnTo>
                  <a:close/>
                </a:path>
                <a:path w="18288000" h="10287000">
                  <a:moveTo>
                    <a:pt x="16296958" y="4144822"/>
                  </a:moveTo>
                  <a:lnTo>
                    <a:pt x="16294608" y="4140746"/>
                  </a:lnTo>
                  <a:lnTo>
                    <a:pt x="16290532" y="4143095"/>
                  </a:lnTo>
                  <a:lnTo>
                    <a:pt x="16292881" y="4147172"/>
                  </a:lnTo>
                  <a:lnTo>
                    <a:pt x="16296958" y="4144822"/>
                  </a:lnTo>
                  <a:close/>
                </a:path>
                <a:path w="18288000" h="10287000">
                  <a:moveTo>
                    <a:pt x="16302089" y="6226048"/>
                  </a:moveTo>
                  <a:lnTo>
                    <a:pt x="16289173" y="6200648"/>
                  </a:lnTo>
                  <a:lnTo>
                    <a:pt x="16266770" y="6213348"/>
                  </a:lnTo>
                  <a:lnTo>
                    <a:pt x="16279711" y="6238748"/>
                  </a:lnTo>
                  <a:lnTo>
                    <a:pt x="16302089" y="6226048"/>
                  </a:lnTo>
                  <a:close/>
                </a:path>
                <a:path w="18288000" h="10287000">
                  <a:moveTo>
                    <a:pt x="16303790" y="9192209"/>
                  </a:moveTo>
                  <a:lnTo>
                    <a:pt x="16272053" y="9137256"/>
                  </a:lnTo>
                  <a:lnTo>
                    <a:pt x="16217100" y="9168981"/>
                  </a:lnTo>
                  <a:lnTo>
                    <a:pt x="16248825" y="9223934"/>
                  </a:lnTo>
                  <a:lnTo>
                    <a:pt x="16303790" y="9192209"/>
                  </a:lnTo>
                  <a:close/>
                </a:path>
                <a:path w="18288000" h="10287000">
                  <a:moveTo>
                    <a:pt x="16309963" y="5349748"/>
                  </a:moveTo>
                  <a:lnTo>
                    <a:pt x="16302038" y="5337048"/>
                  </a:lnTo>
                  <a:lnTo>
                    <a:pt x="16288296" y="5337048"/>
                  </a:lnTo>
                  <a:lnTo>
                    <a:pt x="16296221" y="5362448"/>
                  </a:lnTo>
                  <a:lnTo>
                    <a:pt x="16309963" y="5349748"/>
                  </a:lnTo>
                  <a:close/>
                </a:path>
                <a:path w="18288000" h="10287000">
                  <a:moveTo>
                    <a:pt x="16311652" y="8308848"/>
                  </a:moveTo>
                  <a:lnTo>
                    <a:pt x="16284918" y="8258048"/>
                  </a:lnTo>
                  <a:lnTo>
                    <a:pt x="16238614" y="8296148"/>
                  </a:lnTo>
                  <a:lnTo>
                    <a:pt x="16265347" y="8334248"/>
                  </a:lnTo>
                  <a:lnTo>
                    <a:pt x="16311652" y="8308848"/>
                  </a:lnTo>
                  <a:close/>
                </a:path>
                <a:path w="18288000" h="10287000">
                  <a:moveTo>
                    <a:pt x="16318713" y="7432548"/>
                  </a:moveTo>
                  <a:lnTo>
                    <a:pt x="16297567" y="7394448"/>
                  </a:lnTo>
                  <a:lnTo>
                    <a:pt x="16260928" y="7419848"/>
                  </a:lnTo>
                  <a:lnTo>
                    <a:pt x="16282086" y="7457948"/>
                  </a:lnTo>
                  <a:lnTo>
                    <a:pt x="16318713" y="7432548"/>
                  </a:lnTo>
                  <a:close/>
                </a:path>
                <a:path w="18288000" h="10287000">
                  <a:moveTo>
                    <a:pt x="16319030" y="4479798"/>
                  </a:moveTo>
                  <a:lnTo>
                    <a:pt x="16315220" y="4473181"/>
                  </a:lnTo>
                  <a:lnTo>
                    <a:pt x="16308604" y="4476991"/>
                  </a:lnTo>
                  <a:lnTo>
                    <a:pt x="16312426" y="4483620"/>
                  </a:lnTo>
                  <a:lnTo>
                    <a:pt x="16319030" y="4479798"/>
                  </a:lnTo>
                  <a:close/>
                </a:path>
                <a:path w="18288000" h="10287000">
                  <a:moveTo>
                    <a:pt x="16325787" y="6556248"/>
                  </a:moveTo>
                  <a:lnTo>
                    <a:pt x="16310217" y="6530848"/>
                  </a:lnTo>
                  <a:lnTo>
                    <a:pt x="16283242" y="6543548"/>
                  </a:lnTo>
                  <a:lnTo>
                    <a:pt x="16298812" y="6568948"/>
                  </a:lnTo>
                  <a:lnTo>
                    <a:pt x="16325787" y="6556248"/>
                  </a:lnTo>
                  <a:close/>
                </a:path>
                <a:path w="18288000" h="10287000">
                  <a:moveTo>
                    <a:pt x="16326269" y="9527299"/>
                  </a:moveTo>
                  <a:lnTo>
                    <a:pt x="16292779" y="9469285"/>
                  </a:lnTo>
                  <a:lnTo>
                    <a:pt x="16234766" y="9502775"/>
                  </a:lnTo>
                  <a:lnTo>
                    <a:pt x="16268256" y="9560789"/>
                  </a:lnTo>
                  <a:lnTo>
                    <a:pt x="16326269" y="9527299"/>
                  </a:lnTo>
                  <a:close/>
                </a:path>
                <a:path w="18288000" h="10287000">
                  <a:moveTo>
                    <a:pt x="16332848" y="5679948"/>
                  </a:moveTo>
                  <a:lnTo>
                    <a:pt x="16322866" y="5667248"/>
                  </a:lnTo>
                  <a:lnTo>
                    <a:pt x="16305556" y="5679948"/>
                  </a:lnTo>
                  <a:lnTo>
                    <a:pt x="16315551" y="5692648"/>
                  </a:lnTo>
                  <a:lnTo>
                    <a:pt x="16332848" y="5679948"/>
                  </a:lnTo>
                  <a:close/>
                </a:path>
                <a:path w="18288000" h="10287000">
                  <a:moveTo>
                    <a:pt x="16334943" y="8652129"/>
                  </a:moveTo>
                  <a:lnTo>
                    <a:pt x="16305860" y="8601748"/>
                  </a:lnTo>
                  <a:lnTo>
                    <a:pt x="16255480" y="8630831"/>
                  </a:lnTo>
                  <a:lnTo>
                    <a:pt x="16284563" y="8681212"/>
                  </a:lnTo>
                  <a:lnTo>
                    <a:pt x="16334943" y="8652129"/>
                  </a:lnTo>
                  <a:close/>
                </a:path>
                <a:path w="18288000" h="10287000">
                  <a:moveTo>
                    <a:pt x="16340722" y="4803648"/>
                  </a:moveTo>
                  <a:lnTo>
                    <a:pt x="16327082" y="4803648"/>
                  </a:lnTo>
                  <a:lnTo>
                    <a:pt x="16332073" y="4816348"/>
                  </a:lnTo>
                  <a:lnTo>
                    <a:pt x="16340722" y="4803648"/>
                  </a:lnTo>
                  <a:close/>
                </a:path>
                <a:path w="18288000" h="10287000">
                  <a:moveTo>
                    <a:pt x="16341598" y="7775448"/>
                  </a:moveTo>
                  <a:lnTo>
                    <a:pt x="16318395" y="7724648"/>
                  </a:lnTo>
                  <a:lnTo>
                    <a:pt x="16278200" y="7750048"/>
                  </a:lnTo>
                  <a:lnTo>
                    <a:pt x="16301403" y="7788148"/>
                  </a:lnTo>
                  <a:lnTo>
                    <a:pt x="16341598" y="7775448"/>
                  </a:lnTo>
                  <a:close/>
                </a:path>
                <a:path w="18288000" h="10287000">
                  <a:moveTo>
                    <a:pt x="16348355" y="9862261"/>
                  </a:moveTo>
                  <a:lnTo>
                    <a:pt x="16313392" y="9801708"/>
                  </a:lnTo>
                  <a:lnTo>
                    <a:pt x="16252838" y="9836671"/>
                  </a:lnTo>
                  <a:lnTo>
                    <a:pt x="16287801" y="9897224"/>
                  </a:lnTo>
                  <a:lnTo>
                    <a:pt x="16348355" y="9862261"/>
                  </a:lnTo>
                  <a:close/>
                </a:path>
                <a:path w="18288000" h="10287000">
                  <a:moveTo>
                    <a:pt x="16348672" y="6899148"/>
                  </a:moveTo>
                  <a:lnTo>
                    <a:pt x="16331045" y="6861048"/>
                  </a:lnTo>
                  <a:lnTo>
                    <a:pt x="16300514" y="6886448"/>
                  </a:lnTo>
                  <a:lnTo>
                    <a:pt x="16318141" y="6911848"/>
                  </a:lnTo>
                  <a:lnTo>
                    <a:pt x="16348672" y="6899148"/>
                  </a:lnTo>
                  <a:close/>
                </a:path>
                <a:path w="18288000" h="10287000">
                  <a:moveTo>
                    <a:pt x="16350996" y="3939933"/>
                  </a:moveTo>
                  <a:lnTo>
                    <a:pt x="16349231" y="3936873"/>
                  </a:lnTo>
                  <a:lnTo>
                    <a:pt x="16346170" y="3938638"/>
                  </a:lnTo>
                  <a:lnTo>
                    <a:pt x="16347936" y="3941699"/>
                  </a:lnTo>
                  <a:lnTo>
                    <a:pt x="16350996" y="3939933"/>
                  </a:lnTo>
                  <a:close/>
                </a:path>
                <a:path w="18288000" h="10287000">
                  <a:moveTo>
                    <a:pt x="16355733" y="6022848"/>
                  </a:moveTo>
                  <a:lnTo>
                    <a:pt x="16343681" y="5997448"/>
                  </a:lnTo>
                  <a:lnTo>
                    <a:pt x="16322828" y="6010148"/>
                  </a:lnTo>
                  <a:lnTo>
                    <a:pt x="16334867" y="6035548"/>
                  </a:lnTo>
                  <a:lnTo>
                    <a:pt x="16355733" y="6022848"/>
                  </a:lnTo>
                  <a:close/>
                </a:path>
                <a:path w="18288000" h="10287000">
                  <a:moveTo>
                    <a:pt x="16357829" y="8987320"/>
                  </a:moveTo>
                  <a:lnTo>
                    <a:pt x="16326688" y="8933370"/>
                  </a:lnTo>
                  <a:lnTo>
                    <a:pt x="16272739" y="8964524"/>
                  </a:lnTo>
                  <a:lnTo>
                    <a:pt x="16303892" y="9018460"/>
                  </a:lnTo>
                  <a:lnTo>
                    <a:pt x="16357829" y="8987320"/>
                  </a:lnTo>
                  <a:close/>
                </a:path>
                <a:path w="18288000" h="10287000">
                  <a:moveTo>
                    <a:pt x="16363595" y="5146548"/>
                  </a:moveTo>
                  <a:lnTo>
                    <a:pt x="16356546" y="5133848"/>
                  </a:lnTo>
                  <a:lnTo>
                    <a:pt x="16344341" y="5133848"/>
                  </a:lnTo>
                  <a:lnTo>
                    <a:pt x="16351390" y="5146548"/>
                  </a:lnTo>
                  <a:lnTo>
                    <a:pt x="16363595" y="5146548"/>
                  </a:lnTo>
                  <a:close/>
                </a:path>
                <a:path w="18288000" h="10287000">
                  <a:moveTo>
                    <a:pt x="16364890" y="8105648"/>
                  </a:moveTo>
                  <a:lnTo>
                    <a:pt x="16339325" y="8054848"/>
                  </a:lnTo>
                  <a:lnTo>
                    <a:pt x="16295065" y="8092948"/>
                  </a:lnTo>
                  <a:lnTo>
                    <a:pt x="16320618" y="8131048"/>
                  </a:lnTo>
                  <a:lnTo>
                    <a:pt x="16364890" y="8105648"/>
                  </a:lnTo>
                  <a:close/>
                </a:path>
                <a:path w="18288000" h="10287000">
                  <a:moveTo>
                    <a:pt x="16370440" y="10197236"/>
                  </a:moveTo>
                  <a:lnTo>
                    <a:pt x="16334004" y="10134143"/>
                  </a:lnTo>
                  <a:lnTo>
                    <a:pt x="16270910" y="10170579"/>
                  </a:lnTo>
                  <a:lnTo>
                    <a:pt x="16307334" y="10233673"/>
                  </a:lnTo>
                  <a:lnTo>
                    <a:pt x="16370440" y="10197236"/>
                  </a:lnTo>
                  <a:close/>
                </a:path>
                <a:path w="18288000" h="10287000">
                  <a:moveTo>
                    <a:pt x="16371951" y="7229348"/>
                  </a:moveTo>
                  <a:lnTo>
                    <a:pt x="16351974" y="7191248"/>
                  </a:lnTo>
                  <a:lnTo>
                    <a:pt x="16317379" y="7216648"/>
                  </a:lnTo>
                  <a:lnTo>
                    <a:pt x="16337356" y="7254748"/>
                  </a:lnTo>
                  <a:lnTo>
                    <a:pt x="16371951" y="7229348"/>
                  </a:lnTo>
                  <a:close/>
                </a:path>
                <a:path w="18288000" h="10287000">
                  <a:moveTo>
                    <a:pt x="16372675" y="4274794"/>
                  </a:moveTo>
                  <a:lnTo>
                    <a:pt x="16369741" y="4269702"/>
                  </a:lnTo>
                  <a:lnTo>
                    <a:pt x="16364649" y="4272648"/>
                  </a:lnTo>
                  <a:lnTo>
                    <a:pt x="16367582" y="4277728"/>
                  </a:lnTo>
                  <a:lnTo>
                    <a:pt x="16372675" y="4274794"/>
                  </a:lnTo>
                  <a:close/>
                </a:path>
                <a:path w="18288000" h="10287000">
                  <a:moveTo>
                    <a:pt x="16379012" y="6353048"/>
                  </a:moveTo>
                  <a:lnTo>
                    <a:pt x="16364623" y="6327648"/>
                  </a:lnTo>
                  <a:lnTo>
                    <a:pt x="16339693" y="6340348"/>
                  </a:lnTo>
                  <a:lnTo>
                    <a:pt x="16354082" y="6365748"/>
                  </a:lnTo>
                  <a:lnTo>
                    <a:pt x="16379012" y="6353048"/>
                  </a:lnTo>
                  <a:close/>
                </a:path>
                <a:path w="18288000" h="10287000">
                  <a:moveTo>
                    <a:pt x="16380308" y="9322397"/>
                  </a:moveTo>
                  <a:lnTo>
                    <a:pt x="16347402" y="9265412"/>
                  </a:lnTo>
                  <a:lnTo>
                    <a:pt x="16290417" y="9298305"/>
                  </a:lnTo>
                  <a:lnTo>
                    <a:pt x="16323310" y="9355303"/>
                  </a:lnTo>
                  <a:lnTo>
                    <a:pt x="16380308" y="9322397"/>
                  </a:lnTo>
                  <a:close/>
                </a:path>
                <a:path w="18288000" h="10287000">
                  <a:moveTo>
                    <a:pt x="16386086" y="5476748"/>
                  </a:moveTo>
                  <a:lnTo>
                    <a:pt x="16377273" y="5464048"/>
                  </a:lnTo>
                  <a:lnTo>
                    <a:pt x="16362007" y="5476748"/>
                  </a:lnTo>
                  <a:lnTo>
                    <a:pt x="16370821" y="5489448"/>
                  </a:lnTo>
                  <a:lnTo>
                    <a:pt x="16386086" y="5476748"/>
                  </a:lnTo>
                  <a:close/>
                </a:path>
                <a:path w="18288000" h="10287000">
                  <a:moveTo>
                    <a:pt x="16388576" y="8435848"/>
                  </a:moveTo>
                  <a:lnTo>
                    <a:pt x="16360369" y="8397748"/>
                  </a:lnTo>
                  <a:lnTo>
                    <a:pt x="16311525" y="8423148"/>
                  </a:lnTo>
                  <a:lnTo>
                    <a:pt x="16339731" y="8473948"/>
                  </a:lnTo>
                  <a:lnTo>
                    <a:pt x="16388576" y="8435848"/>
                  </a:lnTo>
                  <a:close/>
                </a:path>
                <a:path w="18288000" h="10287000">
                  <a:moveTo>
                    <a:pt x="16394760" y="4609770"/>
                  </a:moveTo>
                  <a:lnTo>
                    <a:pt x="16390354" y="4602137"/>
                  </a:lnTo>
                  <a:lnTo>
                    <a:pt x="16382721" y="4606544"/>
                  </a:lnTo>
                  <a:lnTo>
                    <a:pt x="16387128" y="4614176"/>
                  </a:lnTo>
                  <a:lnTo>
                    <a:pt x="16394760" y="4609770"/>
                  </a:lnTo>
                  <a:close/>
                </a:path>
                <a:path w="18288000" h="10287000">
                  <a:moveTo>
                    <a:pt x="16395243" y="7559548"/>
                  </a:moveTo>
                  <a:lnTo>
                    <a:pt x="16372916" y="7521448"/>
                  </a:lnTo>
                  <a:lnTo>
                    <a:pt x="16334245" y="7546848"/>
                  </a:lnTo>
                  <a:lnTo>
                    <a:pt x="16356559" y="7584948"/>
                  </a:lnTo>
                  <a:lnTo>
                    <a:pt x="16395243" y="7559548"/>
                  </a:lnTo>
                  <a:close/>
                </a:path>
                <a:path w="18288000" h="10287000">
                  <a:moveTo>
                    <a:pt x="16401911" y="6683248"/>
                  </a:moveTo>
                  <a:lnTo>
                    <a:pt x="16385451" y="6657848"/>
                  </a:lnTo>
                  <a:lnTo>
                    <a:pt x="16356965" y="6683248"/>
                  </a:lnTo>
                  <a:lnTo>
                    <a:pt x="16373412" y="6708648"/>
                  </a:lnTo>
                  <a:lnTo>
                    <a:pt x="16401911" y="6683248"/>
                  </a:lnTo>
                  <a:close/>
                </a:path>
                <a:path w="18288000" h="10287000">
                  <a:moveTo>
                    <a:pt x="16402800" y="9657486"/>
                  </a:moveTo>
                  <a:lnTo>
                    <a:pt x="16368129" y="9597428"/>
                  </a:lnTo>
                  <a:lnTo>
                    <a:pt x="16308083" y="9632099"/>
                  </a:lnTo>
                  <a:lnTo>
                    <a:pt x="16342754" y="9692145"/>
                  </a:lnTo>
                  <a:lnTo>
                    <a:pt x="16402800" y="9657486"/>
                  </a:lnTo>
                  <a:close/>
                </a:path>
                <a:path w="18288000" h="10287000">
                  <a:moveTo>
                    <a:pt x="16404628" y="3734930"/>
                  </a:moveTo>
                  <a:lnTo>
                    <a:pt x="16403752" y="3733393"/>
                  </a:lnTo>
                  <a:lnTo>
                    <a:pt x="16402228" y="3734282"/>
                  </a:lnTo>
                  <a:lnTo>
                    <a:pt x="16403104" y="3735819"/>
                  </a:lnTo>
                  <a:lnTo>
                    <a:pt x="16404628" y="3734930"/>
                  </a:lnTo>
                  <a:close/>
                </a:path>
                <a:path w="18288000" h="10287000">
                  <a:moveTo>
                    <a:pt x="16408972" y="5819648"/>
                  </a:moveTo>
                  <a:lnTo>
                    <a:pt x="16398101" y="5794248"/>
                  </a:lnTo>
                  <a:lnTo>
                    <a:pt x="16379279" y="5806948"/>
                  </a:lnTo>
                  <a:lnTo>
                    <a:pt x="16390138" y="5819648"/>
                  </a:lnTo>
                  <a:lnTo>
                    <a:pt x="16408972" y="5819648"/>
                  </a:lnTo>
                  <a:close/>
                </a:path>
                <a:path w="18288000" h="10287000">
                  <a:moveTo>
                    <a:pt x="16411867" y="8782431"/>
                  </a:moveTo>
                  <a:lnTo>
                    <a:pt x="16381311" y="8729510"/>
                  </a:lnTo>
                  <a:lnTo>
                    <a:pt x="16328390" y="8760054"/>
                  </a:lnTo>
                  <a:lnTo>
                    <a:pt x="16358946" y="8812974"/>
                  </a:lnTo>
                  <a:lnTo>
                    <a:pt x="16411867" y="8782431"/>
                  </a:lnTo>
                  <a:close/>
                </a:path>
                <a:path w="18288000" h="10287000">
                  <a:moveTo>
                    <a:pt x="16412083" y="10287000"/>
                  </a:moveTo>
                  <a:lnTo>
                    <a:pt x="16405695" y="10275938"/>
                  </a:lnTo>
                  <a:lnTo>
                    <a:pt x="16386544" y="10287000"/>
                  </a:lnTo>
                  <a:lnTo>
                    <a:pt x="16412083" y="10287000"/>
                  </a:lnTo>
                  <a:close/>
                </a:path>
                <a:path w="18288000" h="10287000">
                  <a:moveTo>
                    <a:pt x="16416846" y="4943348"/>
                  </a:moveTo>
                  <a:lnTo>
                    <a:pt x="16410966" y="4930648"/>
                  </a:lnTo>
                  <a:lnTo>
                    <a:pt x="16400793" y="4930648"/>
                  </a:lnTo>
                  <a:lnTo>
                    <a:pt x="16406660" y="4943348"/>
                  </a:lnTo>
                  <a:lnTo>
                    <a:pt x="16416846" y="4943348"/>
                  </a:lnTo>
                  <a:close/>
                </a:path>
                <a:path w="18288000" h="10287000">
                  <a:moveTo>
                    <a:pt x="16418535" y="7902448"/>
                  </a:moveTo>
                  <a:lnTo>
                    <a:pt x="16393846" y="7851648"/>
                  </a:lnTo>
                  <a:lnTo>
                    <a:pt x="16351111" y="7877048"/>
                  </a:lnTo>
                  <a:lnTo>
                    <a:pt x="16375787" y="7927848"/>
                  </a:lnTo>
                  <a:lnTo>
                    <a:pt x="16418535" y="7902448"/>
                  </a:lnTo>
                  <a:close/>
                </a:path>
                <a:path w="18288000" h="10287000">
                  <a:moveTo>
                    <a:pt x="16425190" y="7026148"/>
                  </a:moveTo>
                  <a:lnTo>
                    <a:pt x="16406394" y="6988048"/>
                  </a:lnTo>
                  <a:lnTo>
                    <a:pt x="16373818" y="7013448"/>
                  </a:lnTo>
                  <a:lnTo>
                    <a:pt x="16392627" y="7038848"/>
                  </a:lnTo>
                  <a:lnTo>
                    <a:pt x="16425190" y="7026148"/>
                  </a:lnTo>
                  <a:close/>
                </a:path>
                <a:path w="18288000" h="10287000">
                  <a:moveTo>
                    <a:pt x="16425279" y="9992563"/>
                  </a:moveTo>
                  <a:lnTo>
                    <a:pt x="16388842" y="9929470"/>
                  </a:lnTo>
                  <a:lnTo>
                    <a:pt x="16325749" y="9965893"/>
                  </a:lnTo>
                  <a:lnTo>
                    <a:pt x="16362172" y="10028999"/>
                  </a:lnTo>
                  <a:lnTo>
                    <a:pt x="16425279" y="9992563"/>
                  </a:lnTo>
                  <a:close/>
                </a:path>
                <a:path w="18288000" h="10287000">
                  <a:moveTo>
                    <a:pt x="16426714" y="4069905"/>
                  </a:moveTo>
                  <a:lnTo>
                    <a:pt x="16424364" y="4065828"/>
                  </a:lnTo>
                  <a:lnTo>
                    <a:pt x="16420300" y="4068191"/>
                  </a:lnTo>
                  <a:lnTo>
                    <a:pt x="16422637" y="4072255"/>
                  </a:lnTo>
                  <a:lnTo>
                    <a:pt x="16426714" y="4069905"/>
                  </a:lnTo>
                  <a:close/>
                </a:path>
                <a:path w="18288000" h="10287000">
                  <a:moveTo>
                    <a:pt x="16431857" y="6149848"/>
                  </a:moveTo>
                  <a:lnTo>
                    <a:pt x="16418929" y="6124448"/>
                  </a:lnTo>
                  <a:lnTo>
                    <a:pt x="16396538" y="6137148"/>
                  </a:lnTo>
                  <a:lnTo>
                    <a:pt x="16409467" y="6162548"/>
                  </a:lnTo>
                  <a:lnTo>
                    <a:pt x="16431857" y="6149848"/>
                  </a:lnTo>
                  <a:close/>
                </a:path>
                <a:path w="18288000" h="10287000">
                  <a:moveTo>
                    <a:pt x="16434346" y="9117508"/>
                  </a:moveTo>
                  <a:lnTo>
                    <a:pt x="16402038" y="9061539"/>
                  </a:lnTo>
                  <a:lnTo>
                    <a:pt x="16346056" y="9093848"/>
                  </a:lnTo>
                  <a:lnTo>
                    <a:pt x="16378377" y="9149817"/>
                  </a:lnTo>
                  <a:lnTo>
                    <a:pt x="16434346" y="9117508"/>
                  </a:lnTo>
                  <a:close/>
                </a:path>
                <a:path w="18288000" h="10287000">
                  <a:moveTo>
                    <a:pt x="16439718" y="5273548"/>
                  </a:moveTo>
                  <a:lnTo>
                    <a:pt x="16431794" y="5260848"/>
                  </a:lnTo>
                  <a:lnTo>
                    <a:pt x="16418052" y="5273548"/>
                  </a:lnTo>
                  <a:lnTo>
                    <a:pt x="16425990" y="5286248"/>
                  </a:lnTo>
                  <a:lnTo>
                    <a:pt x="16439718" y="5273548"/>
                  </a:lnTo>
                  <a:close/>
                </a:path>
                <a:path w="18288000" h="10287000">
                  <a:moveTo>
                    <a:pt x="16442220" y="8232648"/>
                  </a:moveTo>
                  <a:lnTo>
                    <a:pt x="16414890" y="8194548"/>
                  </a:lnTo>
                  <a:lnTo>
                    <a:pt x="16367570" y="8219948"/>
                  </a:lnTo>
                  <a:lnTo>
                    <a:pt x="16394887" y="8258048"/>
                  </a:lnTo>
                  <a:lnTo>
                    <a:pt x="16442220" y="8232648"/>
                  </a:lnTo>
                  <a:close/>
                </a:path>
                <a:path w="18288000" h="10287000">
                  <a:moveTo>
                    <a:pt x="16448393" y="4404766"/>
                  </a:moveTo>
                  <a:lnTo>
                    <a:pt x="16444875" y="4398657"/>
                  </a:lnTo>
                  <a:lnTo>
                    <a:pt x="16438766" y="4402188"/>
                  </a:lnTo>
                  <a:lnTo>
                    <a:pt x="16442284" y="4408297"/>
                  </a:lnTo>
                  <a:lnTo>
                    <a:pt x="16448393" y="4404766"/>
                  </a:lnTo>
                  <a:close/>
                </a:path>
                <a:path w="18288000" h="10287000">
                  <a:moveTo>
                    <a:pt x="16448888" y="7356348"/>
                  </a:moveTo>
                  <a:lnTo>
                    <a:pt x="16427438" y="7318248"/>
                  </a:lnTo>
                  <a:lnTo>
                    <a:pt x="16390290" y="7343648"/>
                  </a:lnTo>
                  <a:lnTo>
                    <a:pt x="16411740" y="7381748"/>
                  </a:lnTo>
                  <a:lnTo>
                    <a:pt x="16448888" y="7356348"/>
                  </a:lnTo>
                  <a:close/>
                </a:path>
                <a:path w="18288000" h="10287000">
                  <a:moveTo>
                    <a:pt x="16455543" y="6480048"/>
                  </a:moveTo>
                  <a:lnTo>
                    <a:pt x="16439972" y="6454648"/>
                  </a:lnTo>
                  <a:lnTo>
                    <a:pt x="16412998" y="6467348"/>
                  </a:lnTo>
                  <a:lnTo>
                    <a:pt x="16428581" y="6505448"/>
                  </a:lnTo>
                  <a:lnTo>
                    <a:pt x="16455543" y="6480048"/>
                  </a:lnTo>
                  <a:close/>
                </a:path>
                <a:path w="18288000" h="10287000">
                  <a:moveTo>
                    <a:pt x="16457232" y="9452699"/>
                  </a:moveTo>
                  <a:lnTo>
                    <a:pt x="16422866" y="9393161"/>
                  </a:lnTo>
                  <a:lnTo>
                    <a:pt x="16363328" y="9427527"/>
                  </a:lnTo>
                  <a:lnTo>
                    <a:pt x="16397694" y="9487065"/>
                  </a:lnTo>
                  <a:lnTo>
                    <a:pt x="16457232" y="9452699"/>
                  </a:lnTo>
                  <a:close/>
                </a:path>
                <a:path w="18288000" h="10287000">
                  <a:moveTo>
                    <a:pt x="16462617" y="5603748"/>
                  </a:moveTo>
                  <a:lnTo>
                    <a:pt x="16452622" y="5591048"/>
                  </a:lnTo>
                  <a:lnTo>
                    <a:pt x="16435312" y="5603748"/>
                  </a:lnTo>
                  <a:lnTo>
                    <a:pt x="16445306" y="5616448"/>
                  </a:lnTo>
                  <a:lnTo>
                    <a:pt x="16462617" y="5603748"/>
                  </a:lnTo>
                  <a:close/>
                </a:path>
                <a:path w="18288000" h="10287000">
                  <a:moveTo>
                    <a:pt x="16465499" y="8575548"/>
                  </a:moveTo>
                  <a:lnTo>
                    <a:pt x="16435832" y="8524748"/>
                  </a:lnTo>
                  <a:lnTo>
                    <a:pt x="16384435" y="8550148"/>
                  </a:lnTo>
                  <a:lnTo>
                    <a:pt x="16414103" y="8600948"/>
                  </a:lnTo>
                  <a:lnTo>
                    <a:pt x="16465499" y="8575548"/>
                  </a:lnTo>
                  <a:close/>
                </a:path>
                <a:path w="18288000" h="10287000">
                  <a:moveTo>
                    <a:pt x="16470478" y="4727448"/>
                  </a:moveTo>
                  <a:lnTo>
                    <a:pt x="16456825" y="4727448"/>
                  </a:lnTo>
                  <a:lnTo>
                    <a:pt x="16461829" y="4740148"/>
                  </a:lnTo>
                  <a:lnTo>
                    <a:pt x="16470478" y="4727448"/>
                  </a:lnTo>
                  <a:close/>
                </a:path>
                <a:path w="18288000" h="10287000">
                  <a:moveTo>
                    <a:pt x="16471761" y="7699248"/>
                  </a:moveTo>
                  <a:lnTo>
                    <a:pt x="16448253" y="7648448"/>
                  </a:lnTo>
                  <a:lnTo>
                    <a:pt x="16407549" y="7673848"/>
                  </a:lnTo>
                  <a:lnTo>
                    <a:pt x="16431057" y="7724648"/>
                  </a:lnTo>
                  <a:lnTo>
                    <a:pt x="16471761" y="7699248"/>
                  </a:lnTo>
                  <a:close/>
                </a:path>
                <a:path w="18288000" h="10287000">
                  <a:moveTo>
                    <a:pt x="16478428" y="6822948"/>
                  </a:moveTo>
                  <a:lnTo>
                    <a:pt x="16460800" y="6784848"/>
                  </a:lnTo>
                  <a:lnTo>
                    <a:pt x="16430270" y="6810248"/>
                  </a:lnTo>
                  <a:lnTo>
                    <a:pt x="16447897" y="6835648"/>
                  </a:lnTo>
                  <a:lnTo>
                    <a:pt x="16478428" y="6822948"/>
                  </a:lnTo>
                  <a:close/>
                </a:path>
                <a:path w="18288000" h="10287000">
                  <a:moveTo>
                    <a:pt x="16479723" y="9787776"/>
                  </a:moveTo>
                  <a:lnTo>
                    <a:pt x="16443579" y="9725190"/>
                  </a:lnTo>
                  <a:lnTo>
                    <a:pt x="16380994" y="9761322"/>
                  </a:lnTo>
                  <a:lnTo>
                    <a:pt x="16417138" y="9823920"/>
                  </a:lnTo>
                  <a:lnTo>
                    <a:pt x="16479723" y="9787776"/>
                  </a:lnTo>
                  <a:close/>
                </a:path>
                <a:path w="18288000" h="10287000">
                  <a:moveTo>
                    <a:pt x="16480358" y="3864902"/>
                  </a:moveTo>
                  <a:lnTo>
                    <a:pt x="16478885" y="3862362"/>
                  </a:lnTo>
                  <a:lnTo>
                    <a:pt x="16476333" y="3863822"/>
                  </a:lnTo>
                  <a:lnTo>
                    <a:pt x="16477806" y="3866375"/>
                  </a:lnTo>
                  <a:lnTo>
                    <a:pt x="16480358" y="3864902"/>
                  </a:lnTo>
                  <a:close/>
                </a:path>
                <a:path w="18288000" h="10287000">
                  <a:moveTo>
                    <a:pt x="16485489" y="5946648"/>
                  </a:moveTo>
                  <a:lnTo>
                    <a:pt x="16473450" y="5921248"/>
                  </a:lnTo>
                  <a:lnTo>
                    <a:pt x="16452584" y="5933948"/>
                  </a:lnTo>
                  <a:lnTo>
                    <a:pt x="16464636" y="5959348"/>
                  </a:lnTo>
                  <a:lnTo>
                    <a:pt x="16485489" y="5946648"/>
                  </a:lnTo>
                  <a:close/>
                </a:path>
                <a:path w="18288000" h="10287000">
                  <a:moveTo>
                    <a:pt x="16488385" y="8912619"/>
                  </a:moveTo>
                  <a:lnTo>
                    <a:pt x="16456660" y="8857653"/>
                  </a:lnTo>
                  <a:lnTo>
                    <a:pt x="16401707" y="8889390"/>
                  </a:lnTo>
                  <a:lnTo>
                    <a:pt x="16433432" y="8944343"/>
                  </a:lnTo>
                  <a:lnTo>
                    <a:pt x="16488385" y="8912619"/>
                  </a:lnTo>
                  <a:close/>
                </a:path>
                <a:path w="18288000" h="10287000">
                  <a:moveTo>
                    <a:pt x="16493363" y="5070348"/>
                  </a:moveTo>
                  <a:lnTo>
                    <a:pt x="16486315" y="5057648"/>
                  </a:lnTo>
                  <a:lnTo>
                    <a:pt x="16474097" y="5057648"/>
                  </a:lnTo>
                  <a:lnTo>
                    <a:pt x="16481146" y="5070348"/>
                  </a:lnTo>
                  <a:lnTo>
                    <a:pt x="16493363" y="5070348"/>
                  </a:lnTo>
                  <a:close/>
                </a:path>
                <a:path w="18288000" h="10287000">
                  <a:moveTo>
                    <a:pt x="16495459" y="8029448"/>
                  </a:moveTo>
                  <a:lnTo>
                    <a:pt x="16469309" y="7991348"/>
                  </a:lnTo>
                  <a:lnTo>
                    <a:pt x="16424021" y="8016748"/>
                  </a:lnTo>
                  <a:lnTo>
                    <a:pt x="16450171" y="8054848"/>
                  </a:lnTo>
                  <a:lnTo>
                    <a:pt x="16495459" y="8029448"/>
                  </a:lnTo>
                  <a:close/>
                </a:path>
                <a:path w="18288000" h="10287000">
                  <a:moveTo>
                    <a:pt x="16501796" y="10122751"/>
                  </a:moveTo>
                  <a:lnTo>
                    <a:pt x="16464191" y="10057625"/>
                  </a:lnTo>
                  <a:lnTo>
                    <a:pt x="16399053" y="10095230"/>
                  </a:lnTo>
                  <a:lnTo>
                    <a:pt x="16436658" y="10160356"/>
                  </a:lnTo>
                  <a:lnTo>
                    <a:pt x="16501796" y="10122751"/>
                  </a:lnTo>
                  <a:close/>
                </a:path>
                <a:path w="18288000" h="10287000">
                  <a:moveTo>
                    <a:pt x="16502114" y="7153148"/>
                  </a:moveTo>
                  <a:lnTo>
                    <a:pt x="16481844" y="7115048"/>
                  </a:lnTo>
                  <a:lnTo>
                    <a:pt x="16446729" y="7140448"/>
                  </a:lnTo>
                  <a:lnTo>
                    <a:pt x="16467011" y="7178548"/>
                  </a:lnTo>
                  <a:lnTo>
                    <a:pt x="16502114" y="7153148"/>
                  </a:lnTo>
                  <a:close/>
                </a:path>
                <a:path w="18288000" h="10287000">
                  <a:moveTo>
                    <a:pt x="16502431" y="4199877"/>
                  </a:moveTo>
                  <a:lnTo>
                    <a:pt x="16499497" y="4194797"/>
                  </a:lnTo>
                  <a:lnTo>
                    <a:pt x="16494405" y="4197731"/>
                  </a:lnTo>
                  <a:lnTo>
                    <a:pt x="16497338" y="4202823"/>
                  </a:lnTo>
                  <a:lnTo>
                    <a:pt x="16502431" y="4199877"/>
                  </a:lnTo>
                  <a:close/>
                </a:path>
                <a:path w="18288000" h="10287000">
                  <a:moveTo>
                    <a:pt x="16508781" y="6276848"/>
                  </a:moveTo>
                  <a:lnTo>
                    <a:pt x="16494392" y="6251448"/>
                  </a:lnTo>
                  <a:lnTo>
                    <a:pt x="16469449" y="6264148"/>
                  </a:lnTo>
                  <a:lnTo>
                    <a:pt x="16483838" y="6289548"/>
                  </a:lnTo>
                  <a:lnTo>
                    <a:pt x="16508781" y="6276848"/>
                  </a:lnTo>
                  <a:close/>
                </a:path>
                <a:path w="18288000" h="10287000">
                  <a:moveTo>
                    <a:pt x="16511270" y="9247810"/>
                  </a:moveTo>
                  <a:lnTo>
                    <a:pt x="16477488" y="9189288"/>
                  </a:lnTo>
                  <a:lnTo>
                    <a:pt x="16418967" y="9223070"/>
                  </a:lnTo>
                  <a:lnTo>
                    <a:pt x="16452761" y="9281592"/>
                  </a:lnTo>
                  <a:lnTo>
                    <a:pt x="16511270" y="9247810"/>
                  </a:lnTo>
                  <a:close/>
                </a:path>
                <a:path w="18288000" h="10287000">
                  <a:moveTo>
                    <a:pt x="16515842" y="5400548"/>
                  </a:moveTo>
                  <a:lnTo>
                    <a:pt x="16507028" y="5387848"/>
                  </a:lnTo>
                  <a:lnTo>
                    <a:pt x="16491776" y="5400548"/>
                  </a:lnTo>
                  <a:lnTo>
                    <a:pt x="16500577" y="5413248"/>
                  </a:lnTo>
                  <a:lnTo>
                    <a:pt x="16515842" y="5400548"/>
                  </a:lnTo>
                  <a:close/>
                </a:path>
                <a:path w="18288000" h="10287000">
                  <a:moveTo>
                    <a:pt x="16519132" y="8372348"/>
                  </a:moveTo>
                  <a:lnTo>
                    <a:pt x="16490341" y="8321548"/>
                  </a:lnTo>
                  <a:lnTo>
                    <a:pt x="16440480" y="8346948"/>
                  </a:lnTo>
                  <a:lnTo>
                    <a:pt x="16469271" y="8397748"/>
                  </a:lnTo>
                  <a:lnTo>
                    <a:pt x="16519132" y="8372348"/>
                  </a:lnTo>
                  <a:close/>
                </a:path>
                <a:path w="18288000" h="10287000">
                  <a:moveTo>
                    <a:pt x="16524516" y="4534852"/>
                  </a:moveTo>
                  <a:lnTo>
                    <a:pt x="16520109" y="4527220"/>
                  </a:lnTo>
                  <a:lnTo>
                    <a:pt x="16512477" y="4531626"/>
                  </a:lnTo>
                  <a:lnTo>
                    <a:pt x="16516884" y="4539259"/>
                  </a:lnTo>
                  <a:lnTo>
                    <a:pt x="16524516" y="4534852"/>
                  </a:lnTo>
                  <a:close/>
                </a:path>
                <a:path w="18288000" h="10287000">
                  <a:moveTo>
                    <a:pt x="16524999" y="7496048"/>
                  </a:moveTo>
                  <a:lnTo>
                    <a:pt x="16502672" y="7445248"/>
                  </a:lnTo>
                  <a:lnTo>
                    <a:pt x="16464001" y="7470648"/>
                  </a:lnTo>
                  <a:lnTo>
                    <a:pt x="16486327" y="7508748"/>
                  </a:lnTo>
                  <a:lnTo>
                    <a:pt x="16524999" y="7496048"/>
                  </a:lnTo>
                  <a:close/>
                </a:path>
                <a:path w="18288000" h="10287000">
                  <a:moveTo>
                    <a:pt x="16531666" y="6619748"/>
                  </a:moveTo>
                  <a:lnTo>
                    <a:pt x="16515207" y="6581648"/>
                  </a:lnTo>
                  <a:lnTo>
                    <a:pt x="16486721" y="6607048"/>
                  </a:lnTo>
                  <a:lnTo>
                    <a:pt x="16503168" y="6632448"/>
                  </a:lnTo>
                  <a:lnTo>
                    <a:pt x="16531666" y="6619748"/>
                  </a:lnTo>
                  <a:close/>
                </a:path>
                <a:path w="18288000" h="10287000">
                  <a:moveTo>
                    <a:pt x="16534156" y="9583001"/>
                  </a:moveTo>
                  <a:lnTo>
                    <a:pt x="16498316" y="9520911"/>
                  </a:lnTo>
                  <a:lnTo>
                    <a:pt x="16436239" y="9556750"/>
                  </a:lnTo>
                  <a:lnTo>
                    <a:pt x="16472078" y="9618840"/>
                  </a:lnTo>
                  <a:lnTo>
                    <a:pt x="16534156" y="9583001"/>
                  </a:lnTo>
                  <a:close/>
                </a:path>
                <a:path w="18288000" h="10287000">
                  <a:moveTo>
                    <a:pt x="16534384" y="3660013"/>
                  </a:moveTo>
                  <a:lnTo>
                    <a:pt x="16533508" y="3658476"/>
                  </a:lnTo>
                  <a:lnTo>
                    <a:pt x="16531984" y="3659365"/>
                  </a:lnTo>
                  <a:lnTo>
                    <a:pt x="16532860" y="3660889"/>
                  </a:lnTo>
                  <a:lnTo>
                    <a:pt x="16534384" y="3660013"/>
                  </a:lnTo>
                  <a:close/>
                </a:path>
                <a:path w="18288000" h="10287000">
                  <a:moveTo>
                    <a:pt x="16538740" y="5743448"/>
                  </a:moveTo>
                  <a:lnTo>
                    <a:pt x="16527869" y="5718048"/>
                  </a:lnTo>
                  <a:lnTo>
                    <a:pt x="16509035" y="5730748"/>
                  </a:lnTo>
                  <a:lnTo>
                    <a:pt x="16519894" y="5743448"/>
                  </a:lnTo>
                  <a:lnTo>
                    <a:pt x="16538740" y="5743448"/>
                  </a:lnTo>
                  <a:close/>
                </a:path>
                <a:path w="18288000" h="10287000">
                  <a:moveTo>
                    <a:pt x="16542030" y="8702548"/>
                  </a:moveTo>
                  <a:lnTo>
                    <a:pt x="16511181" y="8651748"/>
                  </a:lnTo>
                  <a:lnTo>
                    <a:pt x="16457740" y="8677148"/>
                  </a:lnTo>
                  <a:lnTo>
                    <a:pt x="16488588" y="8727948"/>
                  </a:lnTo>
                  <a:lnTo>
                    <a:pt x="16542030" y="8702548"/>
                  </a:lnTo>
                  <a:close/>
                </a:path>
                <a:path w="18288000" h="10287000">
                  <a:moveTo>
                    <a:pt x="16546602" y="4867148"/>
                  </a:moveTo>
                  <a:lnTo>
                    <a:pt x="16540722" y="4854448"/>
                  </a:lnTo>
                  <a:lnTo>
                    <a:pt x="16530549" y="4854448"/>
                  </a:lnTo>
                  <a:lnTo>
                    <a:pt x="16536416" y="4867148"/>
                  </a:lnTo>
                  <a:lnTo>
                    <a:pt x="16546602" y="4867148"/>
                  </a:lnTo>
                  <a:close/>
                </a:path>
                <a:path w="18288000" h="10287000">
                  <a:moveTo>
                    <a:pt x="16548684" y="7826248"/>
                  </a:moveTo>
                  <a:lnTo>
                    <a:pt x="16523716" y="7788148"/>
                  </a:lnTo>
                  <a:lnTo>
                    <a:pt x="16480460" y="7813548"/>
                  </a:lnTo>
                  <a:lnTo>
                    <a:pt x="16505428" y="7851648"/>
                  </a:lnTo>
                  <a:lnTo>
                    <a:pt x="16548684" y="7826248"/>
                  </a:lnTo>
                  <a:close/>
                </a:path>
                <a:path w="18288000" h="10287000">
                  <a:moveTo>
                    <a:pt x="16555352" y="6949948"/>
                  </a:moveTo>
                  <a:lnTo>
                    <a:pt x="16536251" y="6911848"/>
                  </a:lnTo>
                  <a:lnTo>
                    <a:pt x="16503180" y="6937248"/>
                  </a:lnTo>
                  <a:lnTo>
                    <a:pt x="16522268" y="6962648"/>
                  </a:lnTo>
                  <a:lnTo>
                    <a:pt x="16555352" y="6949948"/>
                  </a:lnTo>
                  <a:close/>
                </a:path>
                <a:path w="18288000" h="10287000">
                  <a:moveTo>
                    <a:pt x="16556076" y="3994886"/>
                  </a:moveTo>
                  <a:lnTo>
                    <a:pt x="16554006" y="3991318"/>
                  </a:lnTo>
                  <a:lnTo>
                    <a:pt x="16550450" y="3993375"/>
                  </a:lnTo>
                  <a:lnTo>
                    <a:pt x="16552520" y="3996931"/>
                  </a:lnTo>
                  <a:lnTo>
                    <a:pt x="16556076" y="3994886"/>
                  </a:lnTo>
                  <a:close/>
                </a:path>
                <a:path w="18288000" h="10287000">
                  <a:moveTo>
                    <a:pt x="16556647" y="9918078"/>
                  </a:moveTo>
                  <a:lnTo>
                    <a:pt x="16519043" y="9852939"/>
                  </a:lnTo>
                  <a:lnTo>
                    <a:pt x="16453904" y="9890544"/>
                  </a:lnTo>
                  <a:lnTo>
                    <a:pt x="16491509" y="9955682"/>
                  </a:lnTo>
                  <a:lnTo>
                    <a:pt x="16556647" y="9918078"/>
                  </a:lnTo>
                  <a:close/>
                </a:path>
                <a:path w="18288000" h="10287000">
                  <a:moveTo>
                    <a:pt x="16561613" y="6073648"/>
                  </a:moveTo>
                  <a:lnTo>
                    <a:pt x="16548684" y="6048248"/>
                  </a:lnTo>
                  <a:lnTo>
                    <a:pt x="16526294" y="6060948"/>
                  </a:lnTo>
                  <a:lnTo>
                    <a:pt x="16539223" y="6086348"/>
                  </a:lnTo>
                  <a:lnTo>
                    <a:pt x="16561613" y="6073648"/>
                  </a:lnTo>
                  <a:close/>
                </a:path>
                <a:path w="18288000" h="10287000">
                  <a:moveTo>
                    <a:pt x="16565309" y="9042908"/>
                  </a:moveTo>
                  <a:lnTo>
                    <a:pt x="16532111" y="8985415"/>
                  </a:lnTo>
                  <a:lnTo>
                    <a:pt x="16474618" y="9018613"/>
                  </a:lnTo>
                  <a:lnTo>
                    <a:pt x="16507816" y="9076106"/>
                  </a:lnTo>
                  <a:lnTo>
                    <a:pt x="16565309" y="9042908"/>
                  </a:lnTo>
                  <a:close/>
                </a:path>
                <a:path w="18288000" h="10287000">
                  <a:moveTo>
                    <a:pt x="16569487" y="5197348"/>
                  </a:moveTo>
                  <a:lnTo>
                    <a:pt x="16561550" y="5184648"/>
                  </a:lnTo>
                  <a:lnTo>
                    <a:pt x="16547821" y="5197348"/>
                  </a:lnTo>
                  <a:lnTo>
                    <a:pt x="16555746" y="5210048"/>
                  </a:lnTo>
                  <a:lnTo>
                    <a:pt x="16569487" y="5197348"/>
                  </a:lnTo>
                  <a:close/>
                </a:path>
                <a:path w="18288000" h="10287000">
                  <a:moveTo>
                    <a:pt x="16572383" y="8156448"/>
                  </a:moveTo>
                  <a:lnTo>
                    <a:pt x="16544760" y="8118348"/>
                  </a:lnTo>
                  <a:lnTo>
                    <a:pt x="16496932" y="8143748"/>
                  </a:lnTo>
                  <a:lnTo>
                    <a:pt x="16524542" y="8194548"/>
                  </a:lnTo>
                  <a:lnTo>
                    <a:pt x="16572383" y="8156448"/>
                  </a:lnTo>
                  <a:close/>
                </a:path>
                <a:path w="18288000" h="10287000">
                  <a:moveTo>
                    <a:pt x="16578148" y="4329849"/>
                  </a:moveTo>
                  <a:lnTo>
                    <a:pt x="16574631" y="4323753"/>
                  </a:lnTo>
                  <a:lnTo>
                    <a:pt x="16568522" y="4327271"/>
                  </a:lnTo>
                  <a:lnTo>
                    <a:pt x="16572052" y="4333379"/>
                  </a:lnTo>
                  <a:lnTo>
                    <a:pt x="16578148" y="4329849"/>
                  </a:lnTo>
                  <a:close/>
                </a:path>
                <a:path w="18288000" h="10287000">
                  <a:moveTo>
                    <a:pt x="16578644" y="7280148"/>
                  </a:moveTo>
                  <a:lnTo>
                    <a:pt x="16557193" y="7242048"/>
                  </a:lnTo>
                  <a:lnTo>
                    <a:pt x="16520046" y="7267448"/>
                  </a:lnTo>
                  <a:lnTo>
                    <a:pt x="16541496" y="7305548"/>
                  </a:lnTo>
                  <a:lnTo>
                    <a:pt x="16578644" y="7280148"/>
                  </a:lnTo>
                  <a:close/>
                </a:path>
                <a:path w="18288000" h="10287000">
                  <a:moveTo>
                    <a:pt x="16578720" y="10253053"/>
                  </a:moveTo>
                  <a:lnTo>
                    <a:pt x="16539655" y="10185375"/>
                  </a:lnTo>
                  <a:lnTo>
                    <a:pt x="16471964" y="10224452"/>
                  </a:lnTo>
                  <a:lnTo>
                    <a:pt x="16508083" y="10287000"/>
                  </a:lnTo>
                  <a:lnTo>
                    <a:pt x="16519932" y="10287000"/>
                  </a:lnTo>
                  <a:lnTo>
                    <a:pt x="16578720" y="10253053"/>
                  </a:lnTo>
                  <a:close/>
                </a:path>
                <a:path w="18288000" h="10287000">
                  <a:moveTo>
                    <a:pt x="16585299" y="6403848"/>
                  </a:moveTo>
                  <a:lnTo>
                    <a:pt x="16569728" y="6378448"/>
                  </a:lnTo>
                  <a:lnTo>
                    <a:pt x="16542754" y="6403848"/>
                  </a:lnTo>
                  <a:lnTo>
                    <a:pt x="16558336" y="6429248"/>
                  </a:lnTo>
                  <a:lnTo>
                    <a:pt x="16585299" y="6403848"/>
                  </a:lnTo>
                  <a:close/>
                </a:path>
                <a:path w="18288000" h="10287000">
                  <a:moveTo>
                    <a:pt x="16588194" y="9378099"/>
                  </a:moveTo>
                  <a:lnTo>
                    <a:pt x="16552939" y="9317037"/>
                  </a:lnTo>
                  <a:lnTo>
                    <a:pt x="16491877" y="9352293"/>
                  </a:lnTo>
                  <a:lnTo>
                    <a:pt x="16527133" y="9413354"/>
                  </a:lnTo>
                  <a:lnTo>
                    <a:pt x="16588194" y="9378099"/>
                  </a:lnTo>
                  <a:close/>
                </a:path>
                <a:path w="18288000" h="10287000">
                  <a:moveTo>
                    <a:pt x="16592372" y="5527548"/>
                  </a:moveTo>
                  <a:lnTo>
                    <a:pt x="16582378" y="5514848"/>
                  </a:lnTo>
                  <a:lnTo>
                    <a:pt x="16565080" y="5527548"/>
                  </a:lnTo>
                  <a:lnTo>
                    <a:pt x="16575075" y="5540248"/>
                  </a:lnTo>
                  <a:lnTo>
                    <a:pt x="16592372" y="5527548"/>
                  </a:lnTo>
                  <a:close/>
                </a:path>
                <a:path w="18288000" h="10287000">
                  <a:moveTo>
                    <a:pt x="16595662" y="8499348"/>
                  </a:moveTo>
                  <a:lnTo>
                    <a:pt x="16565702" y="8448548"/>
                  </a:lnTo>
                  <a:lnTo>
                    <a:pt x="16513785" y="8473948"/>
                  </a:lnTo>
                  <a:lnTo>
                    <a:pt x="16543757" y="8524748"/>
                  </a:lnTo>
                  <a:lnTo>
                    <a:pt x="16595662" y="8499348"/>
                  </a:lnTo>
                  <a:close/>
                </a:path>
                <a:path w="18288000" h="10287000">
                  <a:moveTo>
                    <a:pt x="16600234" y="4664824"/>
                  </a:moveTo>
                  <a:lnTo>
                    <a:pt x="16595243" y="4656175"/>
                  </a:lnTo>
                  <a:lnTo>
                    <a:pt x="16586594" y="4661179"/>
                  </a:lnTo>
                  <a:lnTo>
                    <a:pt x="16591585" y="4669828"/>
                  </a:lnTo>
                  <a:lnTo>
                    <a:pt x="16600234" y="4664824"/>
                  </a:lnTo>
                  <a:close/>
                </a:path>
                <a:path w="18288000" h="10287000">
                  <a:moveTo>
                    <a:pt x="16601923" y="7623048"/>
                  </a:moveTo>
                  <a:lnTo>
                    <a:pt x="16578123" y="7584948"/>
                  </a:lnTo>
                  <a:lnTo>
                    <a:pt x="16536912" y="7597648"/>
                  </a:lnTo>
                  <a:lnTo>
                    <a:pt x="16560711" y="7648448"/>
                  </a:lnTo>
                  <a:lnTo>
                    <a:pt x="16601923" y="7623048"/>
                  </a:lnTo>
                  <a:close/>
                </a:path>
                <a:path w="18288000" h="10287000">
                  <a:moveTo>
                    <a:pt x="16608590" y="6746748"/>
                  </a:moveTo>
                  <a:lnTo>
                    <a:pt x="16590671" y="6708648"/>
                  </a:lnTo>
                  <a:lnTo>
                    <a:pt x="16559619" y="6734048"/>
                  </a:lnTo>
                  <a:lnTo>
                    <a:pt x="16577552" y="6759448"/>
                  </a:lnTo>
                  <a:lnTo>
                    <a:pt x="16608590" y="6746748"/>
                  </a:lnTo>
                  <a:close/>
                </a:path>
                <a:path w="18288000" h="10287000">
                  <a:moveTo>
                    <a:pt x="16610114" y="3789984"/>
                  </a:moveTo>
                  <a:lnTo>
                    <a:pt x="16608641" y="3787444"/>
                  </a:lnTo>
                  <a:lnTo>
                    <a:pt x="16606101" y="3788918"/>
                  </a:lnTo>
                  <a:lnTo>
                    <a:pt x="16607562" y="3791458"/>
                  </a:lnTo>
                  <a:lnTo>
                    <a:pt x="16610114" y="3789984"/>
                  </a:lnTo>
                  <a:close/>
                </a:path>
                <a:path w="18288000" h="10287000">
                  <a:moveTo>
                    <a:pt x="16611080" y="9713290"/>
                  </a:moveTo>
                  <a:lnTo>
                    <a:pt x="16573767" y="9648660"/>
                  </a:lnTo>
                  <a:lnTo>
                    <a:pt x="16509149" y="9685972"/>
                  </a:lnTo>
                  <a:lnTo>
                    <a:pt x="16546449" y="9750603"/>
                  </a:lnTo>
                  <a:lnTo>
                    <a:pt x="16611080" y="9713290"/>
                  </a:lnTo>
                  <a:close/>
                </a:path>
                <a:path w="18288000" h="10287000">
                  <a:moveTo>
                    <a:pt x="16615258" y="5870448"/>
                  </a:moveTo>
                  <a:lnTo>
                    <a:pt x="16603206" y="5845048"/>
                  </a:lnTo>
                  <a:lnTo>
                    <a:pt x="16582339" y="5857748"/>
                  </a:lnTo>
                  <a:lnTo>
                    <a:pt x="16594392" y="5883148"/>
                  </a:lnTo>
                  <a:lnTo>
                    <a:pt x="16615258" y="5870448"/>
                  </a:lnTo>
                  <a:close/>
                </a:path>
                <a:path w="18288000" h="10287000">
                  <a:moveTo>
                    <a:pt x="16618954" y="8829548"/>
                  </a:moveTo>
                  <a:lnTo>
                    <a:pt x="16586632" y="8778748"/>
                  </a:lnTo>
                  <a:lnTo>
                    <a:pt x="16530650" y="8804148"/>
                  </a:lnTo>
                  <a:lnTo>
                    <a:pt x="16562972" y="8867648"/>
                  </a:lnTo>
                  <a:lnTo>
                    <a:pt x="16618954" y="8829548"/>
                  </a:lnTo>
                  <a:close/>
                </a:path>
                <a:path w="18288000" h="10287000">
                  <a:moveTo>
                    <a:pt x="16622713" y="4994148"/>
                  </a:moveTo>
                  <a:lnTo>
                    <a:pt x="16615956" y="4981448"/>
                  </a:lnTo>
                  <a:lnTo>
                    <a:pt x="16604260" y="4994148"/>
                  </a:lnTo>
                  <a:lnTo>
                    <a:pt x="16622713" y="4994148"/>
                  </a:lnTo>
                  <a:close/>
                </a:path>
                <a:path w="18288000" h="10287000">
                  <a:moveTo>
                    <a:pt x="16625608" y="7953248"/>
                  </a:moveTo>
                  <a:lnTo>
                    <a:pt x="16599167" y="7915148"/>
                  </a:lnTo>
                  <a:lnTo>
                    <a:pt x="16553371" y="7940548"/>
                  </a:lnTo>
                  <a:lnTo>
                    <a:pt x="16579812" y="7978648"/>
                  </a:lnTo>
                  <a:lnTo>
                    <a:pt x="16625608" y="7953248"/>
                  </a:lnTo>
                  <a:close/>
                </a:path>
                <a:path w="18288000" h="10287000">
                  <a:moveTo>
                    <a:pt x="16631793" y="4124858"/>
                  </a:moveTo>
                  <a:lnTo>
                    <a:pt x="16629152" y="4120273"/>
                  </a:lnTo>
                  <a:lnTo>
                    <a:pt x="16624567" y="4122915"/>
                  </a:lnTo>
                  <a:lnTo>
                    <a:pt x="16627209" y="4127500"/>
                  </a:lnTo>
                  <a:lnTo>
                    <a:pt x="16631793" y="4124858"/>
                  </a:lnTo>
                  <a:close/>
                </a:path>
                <a:path w="18288000" h="10287000">
                  <a:moveTo>
                    <a:pt x="16631869" y="7076948"/>
                  </a:moveTo>
                  <a:lnTo>
                    <a:pt x="16611600" y="7038848"/>
                  </a:lnTo>
                  <a:lnTo>
                    <a:pt x="16576497" y="7064248"/>
                  </a:lnTo>
                  <a:lnTo>
                    <a:pt x="16596767" y="7102348"/>
                  </a:lnTo>
                  <a:lnTo>
                    <a:pt x="16631869" y="7076948"/>
                  </a:lnTo>
                  <a:close/>
                </a:path>
                <a:path w="18288000" h="10287000">
                  <a:moveTo>
                    <a:pt x="16633571" y="10048380"/>
                  </a:moveTo>
                  <a:lnTo>
                    <a:pt x="16594493" y="9980689"/>
                  </a:lnTo>
                  <a:lnTo>
                    <a:pt x="16526815" y="10019767"/>
                  </a:lnTo>
                  <a:lnTo>
                    <a:pt x="16565893" y="10087445"/>
                  </a:lnTo>
                  <a:lnTo>
                    <a:pt x="16633571" y="10048380"/>
                  </a:lnTo>
                  <a:close/>
                </a:path>
                <a:path w="18288000" h="10287000">
                  <a:moveTo>
                    <a:pt x="16638537" y="6200648"/>
                  </a:moveTo>
                  <a:lnTo>
                    <a:pt x="16624148" y="6175248"/>
                  </a:lnTo>
                  <a:lnTo>
                    <a:pt x="16599205" y="6187948"/>
                  </a:lnTo>
                  <a:lnTo>
                    <a:pt x="16613607" y="6213348"/>
                  </a:lnTo>
                  <a:lnTo>
                    <a:pt x="16638537" y="6200648"/>
                  </a:lnTo>
                  <a:close/>
                </a:path>
                <a:path w="18288000" h="10287000">
                  <a:moveTo>
                    <a:pt x="16642233" y="9173210"/>
                  </a:moveTo>
                  <a:lnTo>
                    <a:pt x="16607562" y="9113164"/>
                  </a:lnTo>
                  <a:lnTo>
                    <a:pt x="16547529" y="9147823"/>
                  </a:lnTo>
                  <a:lnTo>
                    <a:pt x="16582187" y="9207868"/>
                  </a:lnTo>
                  <a:lnTo>
                    <a:pt x="16642233" y="9173210"/>
                  </a:lnTo>
                  <a:close/>
                </a:path>
                <a:path w="18288000" h="10287000">
                  <a:moveTo>
                    <a:pt x="16645611" y="5324348"/>
                  </a:moveTo>
                  <a:lnTo>
                    <a:pt x="16636797" y="5311648"/>
                  </a:lnTo>
                  <a:lnTo>
                    <a:pt x="16621532" y="5324348"/>
                  </a:lnTo>
                  <a:lnTo>
                    <a:pt x="16630345" y="5337048"/>
                  </a:lnTo>
                  <a:lnTo>
                    <a:pt x="16645611" y="5324348"/>
                  </a:lnTo>
                  <a:close/>
                </a:path>
                <a:path w="18288000" h="10287000">
                  <a:moveTo>
                    <a:pt x="16649294" y="8296148"/>
                  </a:moveTo>
                  <a:lnTo>
                    <a:pt x="16620211" y="8245348"/>
                  </a:lnTo>
                  <a:lnTo>
                    <a:pt x="16569830" y="8270748"/>
                  </a:lnTo>
                  <a:lnTo>
                    <a:pt x="16598926" y="8321548"/>
                  </a:lnTo>
                  <a:lnTo>
                    <a:pt x="16649294" y="8296148"/>
                  </a:lnTo>
                  <a:close/>
                </a:path>
                <a:path w="18288000" h="10287000">
                  <a:moveTo>
                    <a:pt x="16653866" y="4459833"/>
                  </a:moveTo>
                  <a:lnTo>
                    <a:pt x="16649751" y="4452709"/>
                  </a:lnTo>
                  <a:lnTo>
                    <a:pt x="16642639" y="4456811"/>
                  </a:lnTo>
                  <a:lnTo>
                    <a:pt x="16646754" y="4463935"/>
                  </a:lnTo>
                  <a:lnTo>
                    <a:pt x="16653866" y="4459833"/>
                  </a:lnTo>
                  <a:close/>
                </a:path>
                <a:path w="18288000" h="10287000">
                  <a:moveTo>
                    <a:pt x="16655161" y="7419848"/>
                  </a:moveTo>
                  <a:lnTo>
                    <a:pt x="16632543" y="7381748"/>
                  </a:lnTo>
                  <a:lnTo>
                    <a:pt x="16593350" y="7394448"/>
                  </a:lnTo>
                  <a:lnTo>
                    <a:pt x="16615982" y="7432548"/>
                  </a:lnTo>
                  <a:lnTo>
                    <a:pt x="16655161" y="7419848"/>
                  </a:lnTo>
                  <a:close/>
                </a:path>
                <a:path w="18288000" h="10287000">
                  <a:moveTo>
                    <a:pt x="16661422" y="6543548"/>
                  </a:moveTo>
                  <a:lnTo>
                    <a:pt x="16644963" y="6505448"/>
                  </a:lnTo>
                  <a:lnTo>
                    <a:pt x="16616477" y="6530848"/>
                  </a:lnTo>
                  <a:lnTo>
                    <a:pt x="16632924" y="6556248"/>
                  </a:lnTo>
                  <a:lnTo>
                    <a:pt x="16661422" y="6543548"/>
                  </a:lnTo>
                  <a:close/>
                </a:path>
                <a:path w="18288000" h="10287000">
                  <a:moveTo>
                    <a:pt x="16664153" y="3585095"/>
                  </a:moveTo>
                  <a:lnTo>
                    <a:pt x="16663264" y="3583571"/>
                  </a:lnTo>
                  <a:lnTo>
                    <a:pt x="16661740" y="3584448"/>
                  </a:lnTo>
                  <a:lnTo>
                    <a:pt x="16662629" y="3585972"/>
                  </a:lnTo>
                  <a:lnTo>
                    <a:pt x="16664153" y="3585095"/>
                  </a:lnTo>
                  <a:close/>
                </a:path>
                <a:path w="18288000" h="10287000">
                  <a:moveTo>
                    <a:pt x="16665118" y="9508401"/>
                  </a:moveTo>
                  <a:lnTo>
                    <a:pt x="16628390" y="9444787"/>
                  </a:lnTo>
                  <a:lnTo>
                    <a:pt x="16564788" y="9481515"/>
                  </a:lnTo>
                  <a:lnTo>
                    <a:pt x="16601516" y="9545117"/>
                  </a:lnTo>
                  <a:lnTo>
                    <a:pt x="16665118" y="9508401"/>
                  </a:lnTo>
                  <a:close/>
                </a:path>
                <a:path w="18288000" h="10287000">
                  <a:moveTo>
                    <a:pt x="16668484" y="5667248"/>
                  </a:moveTo>
                  <a:lnTo>
                    <a:pt x="16657625" y="5641848"/>
                  </a:lnTo>
                  <a:lnTo>
                    <a:pt x="16638791" y="5654548"/>
                  </a:lnTo>
                  <a:lnTo>
                    <a:pt x="16649662" y="5679948"/>
                  </a:lnTo>
                  <a:lnTo>
                    <a:pt x="16668484" y="5667248"/>
                  </a:lnTo>
                  <a:close/>
                </a:path>
                <a:path w="18288000" h="10287000">
                  <a:moveTo>
                    <a:pt x="16672586" y="8626348"/>
                  </a:moveTo>
                  <a:lnTo>
                    <a:pt x="16641153" y="8575548"/>
                  </a:lnTo>
                  <a:lnTo>
                    <a:pt x="16586696" y="8600948"/>
                  </a:lnTo>
                  <a:lnTo>
                    <a:pt x="16618141" y="8651748"/>
                  </a:lnTo>
                  <a:lnTo>
                    <a:pt x="16672586" y="8626348"/>
                  </a:lnTo>
                  <a:close/>
                </a:path>
                <a:path w="18288000" h="10287000">
                  <a:moveTo>
                    <a:pt x="16675964" y="4790948"/>
                  </a:moveTo>
                  <a:lnTo>
                    <a:pt x="16670376" y="4778248"/>
                  </a:lnTo>
                  <a:lnTo>
                    <a:pt x="16660711" y="4778248"/>
                  </a:lnTo>
                  <a:lnTo>
                    <a:pt x="16666286" y="4790948"/>
                  </a:lnTo>
                  <a:lnTo>
                    <a:pt x="16675964" y="4790948"/>
                  </a:lnTo>
                  <a:close/>
                </a:path>
                <a:path w="18288000" h="10287000">
                  <a:moveTo>
                    <a:pt x="16678847" y="7750048"/>
                  </a:moveTo>
                  <a:lnTo>
                    <a:pt x="16653574" y="7711948"/>
                  </a:lnTo>
                  <a:lnTo>
                    <a:pt x="16609822" y="7737348"/>
                  </a:lnTo>
                  <a:lnTo>
                    <a:pt x="16635083" y="7775448"/>
                  </a:lnTo>
                  <a:lnTo>
                    <a:pt x="16678847" y="7750048"/>
                  </a:lnTo>
                  <a:close/>
                </a:path>
                <a:path w="18288000" h="10287000">
                  <a:moveTo>
                    <a:pt x="16685108" y="6873748"/>
                  </a:moveTo>
                  <a:lnTo>
                    <a:pt x="16666007" y="6835648"/>
                  </a:lnTo>
                  <a:lnTo>
                    <a:pt x="16632936" y="6861048"/>
                  </a:lnTo>
                  <a:lnTo>
                    <a:pt x="16652037" y="6899148"/>
                  </a:lnTo>
                  <a:lnTo>
                    <a:pt x="16685108" y="6873748"/>
                  </a:lnTo>
                  <a:close/>
                </a:path>
                <a:path w="18288000" h="10287000">
                  <a:moveTo>
                    <a:pt x="16685832" y="3919956"/>
                  </a:moveTo>
                  <a:lnTo>
                    <a:pt x="16683774" y="3916400"/>
                  </a:lnTo>
                  <a:lnTo>
                    <a:pt x="16680206" y="3918458"/>
                  </a:lnTo>
                  <a:lnTo>
                    <a:pt x="16682263" y="3922026"/>
                  </a:lnTo>
                  <a:lnTo>
                    <a:pt x="16685832" y="3919956"/>
                  </a:lnTo>
                  <a:close/>
                </a:path>
                <a:path w="18288000" h="10287000">
                  <a:moveTo>
                    <a:pt x="16687597" y="9843491"/>
                  </a:moveTo>
                  <a:lnTo>
                    <a:pt x="16649116" y="9776828"/>
                  </a:lnTo>
                  <a:lnTo>
                    <a:pt x="16582454" y="9815309"/>
                  </a:lnTo>
                  <a:lnTo>
                    <a:pt x="16620935" y="9881972"/>
                  </a:lnTo>
                  <a:lnTo>
                    <a:pt x="16687597" y="9843491"/>
                  </a:lnTo>
                  <a:close/>
                </a:path>
                <a:path w="18288000" h="10287000">
                  <a:moveTo>
                    <a:pt x="16691382" y="5997448"/>
                  </a:moveTo>
                  <a:lnTo>
                    <a:pt x="16678440" y="5972048"/>
                  </a:lnTo>
                  <a:lnTo>
                    <a:pt x="16656063" y="5984748"/>
                  </a:lnTo>
                  <a:lnTo>
                    <a:pt x="16668979" y="6010148"/>
                  </a:lnTo>
                  <a:lnTo>
                    <a:pt x="16691382" y="5997448"/>
                  </a:lnTo>
                  <a:close/>
                </a:path>
                <a:path w="18288000" h="10287000">
                  <a:moveTo>
                    <a:pt x="16695877" y="8956548"/>
                  </a:moveTo>
                  <a:lnTo>
                    <a:pt x="16662083" y="8905748"/>
                  </a:lnTo>
                  <a:lnTo>
                    <a:pt x="16603561" y="8931148"/>
                  </a:lnTo>
                  <a:lnTo>
                    <a:pt x="16637356" y="8994648"/>
                  </a:lnTo>
                  <a:lnTo>
                    <a:pt x="16695877" y="8956548"/>
                  </a:lnTo>
                  <a:close/>
                </a:path>
                <a:path w="18288000" h="10287000">
                  <a:moveTo>
                    <a:pt x="16699243" y="5121148"/>
                  </a:moveTo>
                  <a:lnTo>
                    <a:pt x="16691318" y="5108448"/>
                  </a:lnTo>
                  <a:lnTo>
                    <a:pt x="16677577" y="5121148"/>
                  </a:lnTo>
                  <a:lnTo>
                    <a:pt x="16685502" y="5133848"/>
                  </a:lnTo>
                  <a:lnTo>
                    <a:pt x="16699243" y="5121148"/>
                  </a:lnTo>
                  <a:close/>
                </a:path>
                <a:path w="18288000" h="10287000">
                  <a:moveTo>
                    <a:pt x="16702532" y="8080248"/>
                  </a:moveTo>
                  <a:lnTo>
                    <a:pt x="16674630" y="8042148"/>
                  </a:lnTo>
                  <a:lnTo>
                    <a:pt x="16626281" y="8067548"/>
                  </a:lnTo>
                  <a:lnTo>
                    <a:pt x="16654196" y="8118348"/>
                  </a:lnTo>
                  <a:lnTo>
                    <a:pt x="16702532" y="8080248"/>
                  </a:lnTo>
                  <a:close/>
                </a:path>
                <a:path w="18288000" h="10287000">
                  <a:moveTo>
                    <a:pt x="16707511" y="4254830"/>
                  </a:moveTo>
                  <a:lnTo>
                    <a:pt x="16704272" y="4249229"/>
                  </a:lnTo>
                  <a:lnTo>
                    <a:pt x="16698671" y="4252468"/>
                  </a:lnTo>
                  <a:lnTo>
                    <a:pt x="16701910" y="4258056"/>
                  </a:lnTo>
                  <a:lnTo>
                    <a:pt x="16707511" y="4254830"/>
                  </a:lnTo>
                  <a:close/>
                </a:path>
                <a:path w="18288000" h="10287000">
                  <a:moveTo>
                    <a:pt x="16708806" y="7216648"/>
                  </a:moveTo>
                  <a:lnTo>
                    <a:pt x="16687064" y="7178548"/>
                  </a:lnTo>
                  <a:lnTo>
                    <a:pt x="16649408" y="7191248"/>
                  </a:lnTo>
                  <a:lnTo>
                    <a:pt x="16671151" y="7229348"/>
                  </a:lnTo>
                  <a:lnTo>
                    <a:pt x="16708806" y="7216648"/>
                  </a:lnTo>
                  <a:close/>
                </a:path>
                <a:path w="18288000" h="10287000">
                  <a:moveTo>
                    <a:pt x="16709289" y="10178351"/>
                  </a:moveTo>
                  <a:lnTo>
                    <a:pt x="16669627" y="10109657"/>
                  </a:lnTo>
                  <a:lnTo>
                    <a:pt x="16600920" y="10149319"/>
                  </a:lnTo>
                  <a:lnTo>
                    <a:pt x="16640582" y="10218014"/>
                  </a:lnTo>
                  <a:lnTo>
                    <a:pt x="16709289" y="10178351"/>
                  </a:lnTo>
                  <a:close/>
                </a:path>
                <a:path w="18288000" h="10287000">
                  <a:moveTo>
                    <a:pt x="16715054" y="6340348"/>
                  </a:moveTo>
                  <a:lnTo>
                    <a:pt x="16699484" y="6302248"/>
                  </a:lnTo>
                  <a:lnTo>
                    <a:pt x="16672522" y="6327648"/>
                  </a:lnTo>
                  <a:lnTo>
                    <a:pt x="16688092" y="6353048"/>
                  </a:lnTo>
                  <a:lnTo>
                    <a:pt x="16715054" y="6340348"/>
                  </a:lnTo>
                  <a:close/>
                </a:path>
                <a:path w="18288000" h="10287000">
                  <a:moveTo>
                    <a:pt x="16719157" y="9303512"/>
                  </a:moveTo>
                  <a:lnTo>
                    <a:pt x="16683025" y="9240914"/>
                  </a:lnTo>
                  <a:lnTo>
                    <a:pt x="16620427" y="9277045"/>
                  </a:lnTo>
                  <a:lnTo>
                    <a:pt x="16656571" y="9339643"/>
                  </a:lnTo>
                  <a:lnTo>
                    <a:pt x="16719157" y="9303512"/>
                  </a:lnTo>
                  <a:close/>
                </a:path>
                <a:path w="18288000" h="10287000">
                  <a:moveTo>
                    <a:pt x="16722128" y="5464048"/>
                  </a:moveTo>
                  <a:lnTo>
                    <a:pt x="16712133" y="5438648"/>
                  </a:lnTo>
                  <a:lnTo>
                    <a:pt x="16694836" y="5451348"/>
                  </a:lnTo>
                  <a:lnTo>
                    <a:pt x="16704831" y="5464048"/>
                  </a:lnTo>
                  <a:lnTo>
                    <a:pt x="16722128" y="5464048"/>
                  </a:lnTo>
                  <a:close/>
                </a:path>
                <a:path w="18288000" h="10287000">
                  <a:moveTo>
                    <a:pt x="16726218" y="8423148"/>
                  </a:moveTo>
                  <a:lnTo>
                    <a:pt x="16695674" y="8372348"/>
                  </a:lnTo>
                  <a:lnTo>
                    <a:pt x="16642753" y="8397748"/>
                  </a:lnTo>
                  <a:lnTo>
                    <a:pt x="16673310" y="8448548"/>
                  </a:lnTo>
                  <a:lnTo>
                    <a:pt x="16726218" y="8423148"/>
                  </a:lnTo>
                  <a:close/>
                </a:path>
                <a:path w="18288000" h="10287000">
                  <a:moveTo>
                    <a:pt x="16729596" y="4589805"/>
                  </a:moveTo>
                  <a:lnTo>
                    <a:pt x="16724897" y="4581664"/>
                  </a:lnTo>
                  <a:lnTo>
                    <a:pt x="16716756" y="4586363"/>
                  </a:lnTo>
                  <a:lnTo>
                    <a:pt x="16721443" y="4594504"/>
                  </a:lnTo>
                  <a:lnTo>
                    <a:pt x="16729596" y="4589805"/>
                  </a:lnTo>
                  <a:close/>
                </a:path>
                <a:path w="18288000" h="10287000">
                  <a:moveTo>
                    <a:pt x="16732085" y="7546848"/>
                  </a:moveTo>
                  <a:lnTo>
                    <a:pt x="16707993" y="7508748"/>
                  </a:lnTo>
                  <a:lnTo>
                    <a:pt x="16666261" y="7534148"/>
                  </a:lnTo>
                  <a:lnTo>
                    <a:pt x="16690366" y="7572248"/>
                  </a:lnTo>
                  <a:lnTo>
                    <a:pt x="16732085" y="7546848"/>
                  </a:lnTo>
                  <a:close/>
                </a:path>
                <a:path w="18288000" h="10287000">
                  <a:moveTo>
                    <a:pt x="16738346" y="6670548"/>
                  </a:moveTo>
                  <a:lnTo>
                    <a:pt x="16720427" y="6645148"/>
                  </a:lnTo>
                  <a:lnTo>
                    <a:pt x="16689388" y="6657848"/>
                  </a:lnTo>
                  <a:lnTo>
                    <a:pt x="16707307" y="6683248"/>
                  </a:lnTo>
                  <a:lnTo>
                    <a:pt x="16738346" y="6670548"/>
                  </a:lnTo>
                  <a:close/>
                </a:path>
                <a:path w="18288000" h="10287000">
                  <a:moveTo>
                    <a:pt x="16739870" y="3715067"/>
                  </a:moveTo>
                  <a:lnTo>
                    <a:pt x="16738397" y="3712527"/>
                  </a:lnTo>
                  <a:lnTo>
                    <a:pt x="16735857" y="3714000"/>
                  </a:lnTo>
                  <a:lnTo>
                    <a:pt x="16737318" y="3716540"/>
                  </a:lnTo>
                  <a:lnTo>
                    <a:pt x="16739870" y="3715067"/>
                  </a:lnTo>
                  <a:close/>
                </a:path>
                <a:path w="18288000" h="10287000">
                  <a:moveTo>
                    <a:pt x="16742042" y="9638703"/>
                  </a:moveTo>
                  <a:lnTo>
                    <a:pt x="16703853" y="9572549"/>
                  </a:lnTo>
                  <a:lnTo>
                    <a:pt x="16637699" y="9610738"/>
                  </a:lnTo>
                  <a:lnTo>
                    <a:pt x="16675888" y="9676892"/>
                  </a:lnTo>
                  <a:lnTo>
                    <a:pt x="16742042" y="9638703"/>
                  </a:lnTo>
                  <a:close/>
                </a:path>
                <a:path w="18288000" h="10287000">
                  <a:moveTo>
                    <a:pt x="16745014" y="5794248"/>
                  </a:moveTo>
                  <a:lnTo>
                    <a:pt x="16732974" y="5768848"/>
                  </a:lnTo>
                  <a:lnTo>
                    <a:pt x="16712095" y="5781548"/>
                  </a:lnTo>
                  <a:lnTo>
                    <a:pt x="16724148" y="5806948"/>
                  </a:lnTo>
                  <a:lnTo>
                    <a:pt x="16745014" y="5794248"/>
                  </a:lnTo>
                  <a:close/>
                </a:path>
                <a:path w="18288000" h="10287000">
                  <a:moveTo>
                    <a:pt x="16749510" y="8753348"/>
                  </a:moveTo>
                  <a:lnTo>
                    <a:pt x="16716604" y="8702548"/>
                  </a:lnTo>
                  <a:lnTo>
                    <a:pt x="16659619" y="8727948"/>
                  </a:lnTo>
                  <a:lnTo>
                    <a:pt x="16692512" y="8791448"/>
                  </a:lnTo>
                  <a:lnTo>
                    <a:pt x="16749510" y="8753348"/>
                  </a:lnTo>
                  <a:close/>
                </a:path>
                <a:path w="18288000" h="10287000">
                  <a:moveTo>
                    <a:pt x="16752481" y="4917948"/>
                  </a:moveTo>
                  <a:lnTo>
                    <a:pt x="16745725" y="4905248"/>
                  </a:lnTo>
                  <a:lnTo>
                    <a:pt x="16734016" y="4917948"/>
                  </a:lnTo>
                  <a:lnTo>
                    <a:pt x="16740772" y="4930648"/>
                  </a:lnTo>
                  <a:lnTo>
                    <a:pt x="16752481" y="4917948"/>
                  </a:lnTo>
                  <a:close/>
                </a:path>
                <a:path w="18288000" h="10287000">
                  <a:moveTo>
                    <a:pt x="16755771" y="7877048"/>
                  </a:moveTo>
                  <a:lnTo>
                    <a:pt x="16729037" y="7838948"/>
                  </a:lnTo>
                  <a:lnTo>
                    <a:pt x="16682733" y="7864348"/>
                  </a:lnTo>
                  <a:lnTo>
                    <a:pt x="16709466" y="7902448"/>
                  </a:lnTo>
                  <a:lnTo>
                    <a:pt x="16755771" y="7877048"/>
                  </a:lnTo>
                  <a:close/>
                </a:path>
                <a:path w="18288000" h="10287000">
                  <a:moveTo>
                    <a:pt x="16761549" y="4049941"/>
                  </a:moveTo>
                  <a:lnTo>
                    <a:pt x="16758908" y="4045356"/>
                  </a:lnTo>
                  <a:lnTo>
                    <a:pt x="16754323" y="4047998"/>
                  </a:lnTo>
                  <a:lnTo>
                    <a:pt x="16756977" y="4052582"/>
                  </a:lnTo>
                  <a:lnTo>
                    <a:pt x="16761549" y="4049941"/>
                  </a:lnTo>
                  <a:close/>
                </a:path>
                <a:path w="18288000" h="10287000">
                  <a:moveTo>
                    <a:pt x="16762032" y="7000748"/>
                  </a:moveTo>
                  <a:lnTo>
                    <a:pt x="16741470" y="6975348"/>
                  </a:lnTo>
                  <a:lnTo>
                    <a:pt x="16705847" y="6988048"/>
                  </a:lnTo>
                  <a:lnTo>
                    <a:pt x="16726421" y="7026148"/>
                  </a:lnTo>
                  <a:lnTo>
                    <a:pt x="16762032" y="7000748"/>
                  </a:lnTo>
                  <a:close/>
                </a:path>
                <a:path w="18288000" h="10287000">
                  <a:moveTo>
                    <a:pt x="16764127" y="9973678"/>
                  </a:moveTo>
                  <a:lnTo>
                    <a:pt x="16724465" y="9904984"/>
                  </a:lnTo>
                  <a:lnTo>
                    <a:pt x="16655771" y="9944633"/>
                  </a:lnTo>
                  <a:lnTo>
                    <a:pt x="16695420" y="10013340"/>
                  </a:lnTo>
                  <a:lnTo>
                    <a:pt x="16764127" y="9973678"/>
                  </a:lnTo>
                  <a:close/>
                </a:path>
                <a:path w="18288000" h="10287000">
                  <a:moveTo>
                    <a:pt x="16766921" y="10287000"/>
                  </a:moveTo>
                  <a:lnTo>
                    <a:pt x="16742931" y="10245433"/>
                  </a:lnTo>
                  <a:lnTo>
                    <a:pt x="16681869" y="10280701"/>
                  </a:lnTo>
                  <a:lnTo>
                    <a:pt x="16685502" y="10287000"/>
                  </a:lnTo>
                  <a:lnTo>
                    <a:pt x="16766921" y="10287000"/>
                  </a:lnTo>
                  <a:close/>
                </a:path>
                <a:path w="18288000" h="10287000">
                  <a:moveTo>
                    <a:pt x="16768306" y="6124448"/>
                  </a:moveTo>
                  <a:lnTo>
                    <a:pt x="16753904" y="6099048"/>
                  </a:lnTo>
                  <a:lnTo>
                    <a:pt x="16728974" y="6124448"/>
                  </a:lnTo>
                  <a:lnTo>
                    <a:pt x="16743363" y="6149848"/>
                  </a:lnTo>
                  <a:lnTo>
                    <a:pt x="16768306" y="6124448"/>
                  </a:lnTo>
                  <a:close/>
                </a:path>
                <a:path w="18288000" h="10287000">
                  <a:moveTo>
                    <a:pt x="16772801" y="9096248"/>
                  </a:moveTo>
                  <a:lnTo>
                    <a:pt x="16737533" y="9032748"/>
                  </a:lnTo>
                  <a:lnTo>
                    <a:pt x="16676472" y="9070848"/>
                  </a:lnTo>
                  <a:lnTo>
                    <a:pt x="16711727" y="9121648"/>
                  </a:lnTo>
                  <a:lnTo>
                    <a:pt x="16772801" y="9096248"/>
                  </a:lnTo>
                  <a:close/>
                </a:path>
                <a:path w="18288000" h="10287000">
                  <a:moveTo>
                    <a:pt x="16774960" y="5248148"/>
                  </a:moveTo>
                  <a:lnTo>
                    <a:pt x="16766439" y="5235448"/>
                  </a:lnTo>
                  <a:lnTo>
                    <a:pt x="16751681" y="5248148"/>
                  </a:lnTo>
                  <a:lnTo>
                    <a:pt x="16760203" y="5260848"/>
                  </a:lnTo>
                  <a:lnTo>
                    <a:pt x="16774960" y="5248148"/>
                  </a:lnTo>
                  <a:close/>
                </a:path>
                <a:path w="18288000" h="10287000">
                  <a:moveTo>
                    <a:pt x="16779456" y="8219948"/>
                  </a:moveTo>
                  <a:lnTo>
                    <a:pt x="16750081" y="8169148"/>
                  </a:lnTo>
                  <a:lnTo>
                    <a:pt x="16699192" y="8194548"/>
                  </a:lnTo>
                  <a:lnTo>
                    <a:pt x="16728567" y="8245348"/>
                  </a:lnTo>
                  <a:lnTo>
                    <a:pt x="16779456" y="8219948"/>
                  </a:lnTo>
                  <a:close/>
                </a:path>
                <a:path w="18288000" h="10287000">
                  <a:moveTo>
                    <a:pt x="16783634" y="4384903"/>
                  </a:moveTo>
                  <a:lnTo>
                    <a:pt x="16779520" y="4377779"/>
                  </a:lnTo>
                  <a:lnTo>
                    <a:pt x="16772395" y="4381906"/>
                  </a:lnTo>
                  <a:lnTo>
                    <a:pt x="16776510" y="4389031"/>
                  </a:lnTo>
                  <a:lnTo>
                    <a:pt x="16783634" y="4384903"/>
                  </a:lnTo>
                  <a:close/>
                </a:path>
                <a:path w="18288000" h="10287000">
                  <a:moveTo>
                    <a:pt x="16785324" y="7343648"/>
                  </a:moveTo>
                  <a:lnTo>
                    <a:pt x="16762413" y="7305548"/>
                  </a:lnTo>
                  <a:lnTo>
                    <a:pt x="16722713" y="7318248"/>
                  </a:lnTo>
                  <a:lnTo>
                    <a:pt x="16745623" y="7369048"/>
                  </a:lnTo>
                  <a:lnTo>
                    <a:pt x="16785324" y="7343648"/>
                  </a:lnTo>
                  <a:close/>
                </a:path>
                <a:path w="18288000" h="10287000">
                  <a:moveTo>
                    <a:pt x="16791178" y="6467348"/>
                  </a:moveTo>
                  <a:lnTo>
                    <a:pt x="16774732" y="6441948"/>
                  </a:lnTo>
                  <a:lnTo>
                    <a:pt x="16746233" y="6454648"/>
                  </a:lnTo>
                  <a:lnTo>
                    <a:pt x="16762692" y="6480048"/>
                  </a:lnTo>
                  <a:lnTo>
                    <a:pt x="16791178" y="6467348"/>
                  </a:lnTo>
                  <a:close/>
                </a:path>
                <a:path w="18288000" h="10287000">
                  <a:moveTo>
                    <a:pt x="16793515" y="3510064"/>
                  </a:moveTo>
                  <a:lnTo>
                    <a:pt x="16793261" y="3509645"/>
                  </a:lnTo>
                  <a:lnTo>
                    <a:pt x="16791902" y="3509645"/>
                  </a:lnTo>
                  <a:lnTo>
                    <a:pt x="16792156" y="3510064"/>
                  </a:lnTo>
                  <a:lnTo>
                    <a:pt x="16793515" y="3510064"/>
                  </a:lnTo>
                  <a:close/>
                </a:path>
                <a:path w="18288000" h="10287000">
                  <a:moveTo>
                    <a:pt x="16796080" y="9433801"/>
                  </a:moveTo>
                  <a:lnTo>
                    <a:pt x="16758476" y="9368663"/>
                  </a:lnTo>
                  <a:lnTo>
                    <a:pt x="16693350" y="9406268"/>
                  </a:lnTo>
                  <a:lnTo>
                    <a:pt x="16730955" y="9471406"/>
                  </a:lnTo>
                  <a:lnTo>
                    <a:pt x="16796080" y="9433801"/>
                  </a:lnTo>
                  <a:close/>
                </a:path>
                <a:path w="18288000" h="10287000">
                  <a:moveTo>
                    <a:pt x="16798239" y="5591048"/>
                  </a:moveTo>
                  <a:lnTo>
                    <a:pt x="16787381" y="5565648"/>
                  </a:lnTo>
                  <a:lnTo>
                    <a:pt x="16768547" y="5578348"/>
                  </a:lnTo>
                  <a:lnTo>
                    <a:pt x="16779418" y="5603748"/>
                  </a:lnTo>
                  <a:lnTo>
                    <a:pt x="16798239" y="5591048"/>
                  </a:lnTo>
                  <a:close/>
                </a:path>
                <a:path w="18288000" h="10287000">
                  <a:moveTo>
                    <a:pt x="16803154" y="8550148"/>
                  </a:moveTo>
                  <a:lnTo>
                    <a:pt x="16771125" y="8499348"/>
                  </a:lnTo>
                  <a:lnTo>
                    <a:pt x="16715664" y="8524748"/>
                  </a:lnTo>
                  <a:lnTo>
                    <a:pt x="16747681" y="8588248"/>
                  </a:lnTo>
                  <a:lnTo>
                    <a:pt x="16803154" y="8550148"/>
                  </a:lnTo>
                  <a:close/>
                </a:path>
                <a:path w="18288000" h="10287000">
                  <a:moveTo>
                    <a:pt x="16805720" y="4714748"/>
                  </a:moveTo>
                  <a:lnTo>
                    <a:pt x="16800132" y="4702048"/>
                  </a:lnTo>
                  <a:lnTo>
                    <a:pt x="16790467" y="4714748"/>
                  </a:lnTo>
                  <a:lnTo>
                    <a:pt x="16805720" y="4714748"/>
                  </a:lnTo>
                  <a:close/>
                </a:path>
                <a:path w="18288000" h="10287000">
                  <a:moveTo>
                    <a:pt x="16808603" y="7673848"/>
                  </a:moveTo>
                  <a:lnTo>
                    <a:pt x="16783342" y="7635748"/>
                  </a:lnTo>
                  <a:lnTo>
                    <a:pt x="16739578" y="7661148"/>
                  </a:lnTo>
                  <a:lnTo>
                    <a:pt x="16764851" y="7699248"/>
                  </a:lnTo>
                  <a:lnTo>
                    <a:pt x="16808603" y="7673848"/>
                  </a:lnTo>
                  <a:close/>
                </a:path>
                <a:path w="18288000" h="10287000">
                  <a:moveTo>
                    <a:pt x="16814876" y="6797548"/>
                  </a:moveTo>
                  <a:lnTo>
                    <a:pt x="16795776" y="6772148"/>
                  </a:lnTo>
                  <a:lnTo>
                    <a:pt x="16762705" y="6784848"/>
                  </a:lnTo>
                  <a:lnTo>
                    <a:pt x="16781793" y="6822948"/>
                  </a:lnTo>
                  <a:lnTo>
                    <a:pt x="16814876" y="6797548"/>
                  </a:lnTo>
                  <a:close/>
                </a:path>
                <a:path w="18288000" h="10287000">
                  <a:moveTo>
                    <a:pt x="16815588" y="3845052"/>
                  </a:moveTo>
                  <a:lnTo>
                    <a:pt x="16813530" y="3841483"/>
                  </a:lnTo>
                  <a:lnTo>
                    <a:pt x="16809974" y="3843540"/>
                  </a:lnTo>
                  <a:lnTo>
                    <a:pt x="16812032" y="3847096"/>
                  </a:lnTo>
                  <a:lnTo>
                    <a:pt x="16815588" y="3845052"/>
                  </a:lnTo>
                  <a:close/>
                </a:path>
                <a:path w="18288000" h="10287000">
                  <a:moveTo>
                    <a:pt x="16818559" y="9768891"/>
                  </a:moveTo>
                  <a:lnTo>
                    <a:pt x="16779202" y="9700692"/>
                  </a:lnTo>
                  <a:lnTo>
                    <a:pt x="16711003" y="9740062"/>
                  </a:lnTo>
                  <a:lnTo>
                    <a:pt x="16750373" y="9808261"/>
                  </a:lnTo>
                  <a:lnTo>
                    <a:pt x="16818559" y="9768891"/>
                  </a:lnTo>
                  <a:close/>
                </a:path>
                <a:path w="18288000" h="10287000">
                  <a:moveTo>
                    <a:pt x="16821138" y="5921248"/>
                  </a:moveTo>
                  <a:lnTo>
                    <a:pt x="16808209" y="5895848"/>
                  </a:lnTo>
                  <a:lnTo>
                    <a:pt x="16785819" y="5908548"/>
                  </a:lnTo>
                  <a:lnTo>
                    <a:pt x="16798747" y="5933948"/>
                  </a:lnTo>
                  <a:lnTo>
                    <a:pt x="16821138" y="5921248"/>
                  </a:lnTo>
                  <a:close/>
                </a:path>
                <a:path w="18288000" h="10287000">
                  <a:moveTo>
                    <a:pt x="16826433" y="8893048"/>
                  </a:moveTo>
                  <a:lnTo>
                    <a:pt x="16792055" y="8829548"/>
                  </a:lnTo>
                  <a:lnTo>
                    <a:pt x="16732517" y="8867648"/>
                  </a:lnTo>
                  <a:lnTo>
                    <a:pt x="16766896" y="8918448"/>
                  </a:lnTo>
                  <a:lnTo>
                    <a:pt x="16826433" y="8893048"/>
                  </a:lnTo>
                  <a:close/>
                </a:path>
                <a:path w="18288000" h="10287000">
                  <a:moveTo>
                    <a:pt x="16828592" y="5044948"/>
                  </a:moveTo>
                  <a:lnTo>
                    <a:pt x="16820960" y="5032248"/>
                  </a:lnTo>
                  <a:lnTo>
                    <a:pt x="16807726" y="5044948"/>
                  </a:lnTo>
                  <a:lnTo>
                    <a:pt x="16815372" y="5057648"/>
                  </a:lnTo>
                  <a:lnTo>
                    <a:pt x="16828592" y="5044948"/>
                  </a:lnTo>
                  <a:close/>
                </a:path>
                <a:path w="18288000" h="10287000">
                  <a:moveTo>
                    <a:pt x="16832695" y="8016748"/>
                  </a:moveTo>
                  <a:lnTo>
                    <a:pt x="16804488" y="7965948"/>
                  </a:lnTo>
                  <a:lnTo>
                    <a:pt x="16755644" y="7991348"/>
                  </a:lnTo>
                  <a:lnTo>
                    <a:pt x="16783850" y="8042148"/>
                  </a:lnTo>
                  <a:lnTo>
                    <a:pt x="16832695" y="8016748"/>
                  </a:lnTo>
                  <a:close/>
                </a:path>
                <a:path w="18288000" h="10287000">
                  <a:moveTo>
                    <a:pt x="16837267" y="4179913"/>
                  </a:moveTo>
                  <a:lnTo>
                    <a:pt x="16834041" y="4174312"/>
                  </a:lnTo>
                  <a:lnTo>
                    <a:pt x="16828440" y="4177538"/>
                  </a:lnTo>
                  <a:lnTo>
                    <a:pt x="16831679" y="4183151"/>
                  </a:lnTo>
                  <a:lnTo>
                    <a:pt x="16837267" y="4179913"/>
                  </a:lnTo>
                  <a:close/>
                </a:path>
                <a:path w="18288000" h="10287000">
                  <a:moveTo>
                    <a:pt x="16838562" y="7140448"/>
                  </a:moveTo>
                  <a:lnTo>
                    <a:pt x="16816820" y="7102348"/>
                  </a:lnTo>
                  <a:lnTo>
                    <a:pt x="16779164" y="7115048"/>
                  </a:lnTo>
                  <a:lnTo>
                    <a:pt x="16800894" y="7153148"/>
                  </a:lnTo>
                  <a:lnTo>
                    <a:pt x="16838562" y="7140448"/>
                  </a:lnTo>
                  <a:close/>
                </a:path>
                <a:path w="18288000" h="10287000">
                  <a:moveTo>
                    <a:pt x="16840645" y="10103866"/>
                  </a:moveTo>
                  <a:lnTo>
                    <a:pt x="16799814" y="10033127"/>
                  </a:lnTo>
                  <a:lnTo>
                    <a:pt x="16729075" y="10073970"/>
                  </a:lnTo>
                  <a:lnTo>
                    <a:pt x="16769918" y="10144696"/>
                  </a:lnTo>
                  <a:lnTo>
                    <a:pt x="16840645" y="10103866"/>
                  </a:lnTo>
                  <a:close/>
                </a:path>
                <a:path w="18288000" h="10287000">
                  <a:moveTo>
                    <a:pt x="16844823" y="6264148"/>
                  </a:moveTo>
                  <a:lnTo>
                    <a:pt x="16829253" y="6238748"/>
                  </a:lnTo>
                  <a:lnTo>
                    <a:pt x="16802278" y="6251448"/>
                  </a:lnTo>
                  <a:lnTo>
                    <a:pt x="16817848" y="6276848"/>
                  </a:lnTo>
                  <a:lnTo>
                    <a:pt x="16844823" y="6264148"/>
                  </a:lnTo>
                  <a:close/>
                </a:path>
                <a:path w="18288000" h="10287000">
                  <a:moveTo>
                    <a:pt x="16850119" y="9223248"/>
                  </a:moveTo>
                  <a:lnTo>
                    <a:pt x="16813098" y="9159748"/>
                  </a:lnTo>
                  <a:lnTo>
                    <a:pt x="16748989" y="9197848"/>
                  </a:lnTo>
                  <a:lnTo>
                    <a:pt x="16786009" y="9261348"/>
                  </a:lnTo>
                  <a:lnTo>
                    <a:pt x="16850119" y="9223248"/>
                  </a:lnTo>
                  <a:close/>
                </a:path>
                <a:path w="18288000" h="10287000">
                  <a:moveTo>
                    <a:pt x="16851478" y="5387848"/>
                  </a:moveTo>
                  <a:lnTo>
                    <a:pt x="16841788" y="5362448"/>
                  </a:lnTo>
                  <a:lnTo>
                    <a:pt x="16824998" y="5375148"/>
                  </a:lnTo>
                  <a:lnTo>
                    <a:pt x="16834688" y="5387848"/>
                  </a:lnTo>
                  <a:lnTo>
                    <a:pt x="16851478" y="5387848"/>
                  </a:lnTo>
                  <a:close/>
                </a:path>
                <a:path w="18288000" h="10287000">
                  <a:moveTo>
                    <a:pt x="16856393" y="8346948"/>
                  </a:moveTo>
                  <a:lnTo>
                    <a:pt x="16825532" y="8296148"/>
                  </a:lnTo>
                  <a:lnTo>
                    <a:pt x="16772103" y="8321548"/>
                  </a:lnTo>
                  <a:lnTo>
                    <a:pt x="16802951" y="8372348"/>
                  </a:lnTo>
                  <a:lnTo>
                    <a:pt x="16856393" y="8346948"/>
                  </a:lnTo>
                  <a:close/>
                </a:path>
                <a:path w="18288000" h="10287000">
                  <a:moveTo>
                    <a:pt x="16859352" y="4514888"/>
                  </a:moveTo>
                  <a:lnTo>
                    <a:pt x="16854653" y="4506747"/>
                  </a:lnTo>
                  <a:lnTo>
                    <a:pt x="16846512" y="4511446"/>
                  </a:lnTo>
                  <a:lnTo>
                    <a:pt x="16851211" y="4519587"/>
                  </a:lnTo>
                  <a:lnTo>
                    <a:pt x="16859352" y="4514888"/>
                  </a:lnTo>
                  <a:close/>
                </a:path>
                <a:path w="18288000" h="10287000">
                  <a:moveTo>
                    <a:pt x="16861854" y="7470648"/>
                  </a:moveTo>
                  <a:lnTo>
                    <a:pt x="16837749" y="7432548"/>
                  </a:lnTo>
                  <a:lnTo>
                    <a:pt x="16796030" y="7457948"/>
                  </a:lnTo>
                  <a:lnTo>
                    <a:pt x="16820122" y="7496048"/>
                  </a:lnTo>
                  <a:lnTo>
                    <a:pt x="16861854" y="7470648"/>
                  </a:lnTo>
                  <a:close/>
                </a:path>
                <a:path w="18288000" h="10287000">
                  <a:moveTo>
                    <a:pt x="16868102" y="6594348"/>
                  </a:moveTo>
                  <a:lnTo>
                    <a:pt x="16850183" y="6568948"/>
                  </a:lnTo>
                  <a:lnTo>
                    <a:pt x="16819144" y="6581648"/>
                  </a:lnTo>
                  <a:lnTo>
                    <a:pt x="16837063" y="6607048"/>
                  </a:lnTo>
                  <a:lnTo>
                    <a:pt x="16868102" y="6594348"/>
                  </a:lnTo>
                  <a:close/>
                </a:path>
                <a:path w="18288000" h="10287000">
                  <a:moveTo>
                    <a:pt x="16869233" y="3640048"/>
                  </a:moveTo>
                  <a:lnTo>
                    <a:pt x="16868051" y="3638004"/>
                  </a:lnTo>
                  <a:lnTo>
                    <a:pt x="16866019" y="3639185"/>
                  </a:lnTo>
                  <a:lnTo>
                    <a:pt x="16867188" y="3641217"/>
                  </a:lnTo>
                  <a:lnTo>
                    <a:pt x="16869233" y="3640048"/>
                  </a:lnTo>
                  <a:close/>
                </a:path>
                <a:path w="18288000" h="10287000">
                  <a:moveTo>
                    <a:pt x="16873004" y="9564103"/>
                  </a:moveTo>
                  <a:lnTo>
                    <a:pt x="16833939" y="9496425"/>
                  </a:lnTo>
                  <a:lnTo>
                    <a:pt x="16766261" y="9535490"/>
                  </a:lnTo>
                  <a:lnTo>
                    <a:pt x="16805326" y="9603181"/>
                  </a:lnTo>
                  <a:lnTo>
                    <a:pt x="16873004" y="9564103"/>
                  </a:lnTo>
                  <a:close/>
                </a:path>
                <a:path w="18288000" h="10287000">
                  <a:moveTo>
                    <a:pt x="16874770" y="5718048"/>
                  </a:moveTo>
                  <a:lnTo>
                    <a:pt x="16862717" y="5692648"/>
                  </a:lnTo>
                  <a:lnTo>
                    <a:pt x="16841864" y="5705348"/>
                  </a:lnTo>
                  <a:lnTo>
                    <a:pt x="16853904" y="5730748"/>
                  </a:lnTo>
                  <a:lnTo>
                    <a:pt x="16874770" y="5718048"/>
                  </a:lnTo>
                  <a:close/>
                </a:path>
                <a:path w="18288000" h="10287000">
                  <a:moveTo>
                    <a:pt x="16880066" y="8677148"/>
                  </a:moveTo>
                  <a:lnTo>
                    <a:pt x="16846576" y="8626348"/>
                  </a:lnTo>
                  <a:lnTo>
                    <a:pt x="16788575" y="8651748"/>
                  </a:lnTo>
                  <a:lnTo>
                    <a:pt x="16822065" y="8715248"/>
                  </a:lnTo>
                  <a:lnTo>
                    <a:pt x="16880066" y="8677148"/>
                  </a:lnTo>
                  <a:close/>
                </a:path>
                <a:path w="18288000" h="10287000">
                  <a:moveTo>
                    <a:pt x="16881831" y="4841748"/>
                  </a:moveTo>
                  <a:lnTo>
                    <a:pt x="16875367" y="4829048"/>
                  </a:lnTo>
                  <a:lnTo>
                    <a:pt x="16864178" y="4841748"/>
                  </a:lnTo>
                  <a:lnTo>
                    <a:pt x="16870642" y="4854448"/>
                  </a:lnTo>
                  <a:lnTo>
                    <a:pt x="16881831" y="4841748"/>
                  </a:lnTo>
                  <a:close/>
                </a:path>
                <a:path w="18288000" h="10287000">
                  <a:moveTo>
                    <a:pt x="16885933" y="7800848"/>
                  </a:moveTo>
                  <a:lnTo>
                    <a:pt x="16858907" y="7762748"/>
                  </a:lnTo>
                  <a:lnTo>
                    <a:pt x="16812095" y="7788148"/>
                  </a:lnTo>
                  <a:lnTo>
                    <a:pt x="16839121" y="7838948"/>
                  </a:lnTo>
                  <a:lnTo>
                    <a:pt x="16885933" y="7800848"/>
                  </a:lnTo>
                  <a:close/>
                </a:path>
                <a:path w="18288000" h="10287000">
                  <a:moveTo>
                    <a:pt x="16891318" y="3975023"/>
                  </a:moveTo>
                  <a:lnTo>
                    <a:pt x="16888676" y="3970439"/>
                  </a:lnTo>
                  <a:lnTo>
                    <a:pt x="16884092" y="3973080"/>
                  </a:lnTo>
                  <a:lnTo>
                    <a:pt x="16886733" y="3977665"/>
                  </a:lnTo>
                  <a:lnTo>
                    <a:pt x="16891318" y="3975023"/>
                  </a:lnTo>
                  <a:close/>
                </a:path>
                <a:path w="18288000" h="10287000">
                  <a:moveTo>
                    <a:pt x="16891788" y="6924548"/>
                  </a:moveTo>
                  <a:lnTo>
                    <a:pt x="16871226" y="6899148"/>
                  </a:lnTo>
                  <a:lnTo>
                    <a:pt x="16835603" y="6911848"/>
                  </a:lnTo>
                  <a:lnTo>
                    <a:pt x="16856177" y="6949948"/>
                  </a:lnTo>
                  <a:lnTo>
                    <a:pt x="16891788" y="6924548"/>
                  </a:lnTo>
                  <a:close/>
                </a:path>
                <a:path w="18288000" h="10287000">
                  <a:moveTo>
                    <a:pt x="16895090" y="9899078"/>
                  </a:moveTo>
                  <a:lnTo>
                    <a:pt x="16854539" y="9828847"/>
                  </a:lnTo>
                  <a:lnTo>
                    <a:pt x="16784320" y="9869399"/>
                  </a:lnTo>
                  <a:lnTo>
                    <a:pt x="16824871" y="9939617"/>
                  </a:lnTo>
                  <a:lnTo>
                    <a:pt x="16895090" y="9899078"/>
                  </a:lnTo>
                  <a:close/>
                </a:path>
                <a:path w="18288000" h="10287000">
                  <a:moveTo>
                    <a:pt x="16898062" y="6048248"/>
                  </a:moveTo>
                  <a:lnTo>
                    <a:pt x="16883660" y="6035548"/>
                  </a:lnTo>
                  <a:lnTo>
                    <a:pt x="16858730" y="6048248"/>
                  </a:lnTo>
                  <a:lnTo>
                    <a:pt x="16873131" y="6073648"/>
                  </a:lnTo>
                  <a:lnTo>
                    <a:pt x="16898062" y="6048248"/>
                  </a:lnTo>
                  <a:close/>
                </a:path>
                <a:path w="18288000" h="10287000">
                  <a:moveTo>
                    <a:pt x="16903357" y="9020048"/>
                  </a:moveTo>
                  <a:lnTo>
                    <a:pt x="16867518" y="8956548"/>
                  </a:lnTo>
                  <a:lnTo>
                    <a:pt x="16805440" y="8994648"/>
                  </a:lnTo>
                  <a:lnTo>
                    <a:pt x="16841280" y="9058148"/>
                  </a:lnTo>
                  <a:lnTo>
                    <a:pt x="16903357" y="9020048"/>
                  </a:lnTo>
                  <a:close/>
                </a:path>
                <a:path w="18288000" h="10287000">
                  <a:moveTo>
                    <a:pt x="16904716" y="5184648"/>
                  </a:moveTo>
                  <a:lnTo>
                    <a:pt x="16896207" y="5159248"/>
                  </a:lnTo>
                  <a:lnTo>
                    <a:pt x="16881437" y="5171948"/>
                  </a:lnTo>
                  <a:lnTo>
                    <a:pt x="16889959" y="5184648"/>
                  </a:lnTo>
                  <a:lnTo>
                    <a:pt x="16904716" y="5184648"/>
                  </a:lnTo>
                  <a:close/>
                </a:path>
                <a:path w="18288000" h="10287000">
                  <a:moveTo>
                    <a:pt x="16909619" y="8143748"/>
                  </a:moveTo>
                  <a:lnTo>
                    <a:pt x="16879951" y="8092948"/>
                  </a:lnTo>
                  <a:lnTo>
                    <a:pt x="16828554" y="8118348"/>
                  </a:lnTo>
                  <a:lnTo>
                    <a:pt x="16858222" y="8169148"/>
                  </a:lnTo>
                  <a:lnTo>
                    <a:pt x="16909619" y="8143748"/>
                  </a:lnTo>
                  <a:close/>
                </a:path>
                <a:path w="18288000" h="10287000">
                  <a:moveTo>
                    <a:pt x="16913390" y="4309999"/>
                  </a:moveTo>
                  <a:lnTo>
                    <a:pt x="16909276" y="4302874"/>
                  </a:lnTo>
                  <a:lnTo>
                    <a:pt x="16902151" y="4306976"/>
                  </a:lnTo>
                  <a:lnTo>
                    <a:pt x="16906266" y="4314101"/>
                  </a:lnTo>
                  <a:lnTo>
                    <a:pt x="16913390" y="4309999"/>
                  </a:lnTo>
                  <a:close/>
                </a:path>
                <a:path w="18288000" h="10287000">
                  <a:moveTo>
                    <a:pt x="16915080" y="7267448"/>
                  </a:moveTo>
                  <a:lnTo>
                    <a:pt x="16892169" y="7229348"/>
                  </a:lnTo>
                  <a:lnTo>
                    <a:pt x="16852469" y="7254748"/>
                  </a:lnTo>
                  <a:lnTo>
                    <a:pt x="16875392" y="7292848"/>
                  </a:lnTo>
                  <a:lnTo>
                    <a:pt x="16915080" y="7267448"/>
                  </a:lnTo>
                  <a:close/>
                </a:path>
                <a:path w="18288000" h="10287000">
                  <a:moveTo>
                    <a:pt x="16917162" y="10234054"/>
                  </a:moveTo>
                  <a:lnTo>
                    <a:pt x="16875151" y="10161283"/>
                  </a:lnTo>
                  <a:lnTo>
                    <a:pt x="16802392" y="10203294"/>
                  </a:lnTo>
                  <a:lnTo>
                    <a:pt x="16844404" y="10276065"/>
                  </a:lnTo>
                  <a:lnTo>
                    <a:pt x="16917162" y="10234054"/>
                  </a:lnTo>
                  <a:close/>
                </a:path>
                <a:path w="18288000" h="10287000">
                  <a:moveTo>
                    <a:pt x="16920947" y="6391148"/>
                  </a:moveTo>
                  <a:lnTo>
                    <a:pt x="16904488" y="6365748"/>
                  </a:lnTo>
                  <a:lnTo>
                    <a:pt x="16875989" y="6378448"/>
                  </a:lnTo>
                  <a:lnTo>
                    <a:pt x="16892448" y="6403848"/>
                  </a:lnTo>
                  <a:lnTo>
                    <a:pt x="16920947" y="6391148"/>
                  </a:lnTo>
                  <a:close/>
                </a:path>
                <a:path w="18288000" h="10287000">
                  <a:moveTo>
                    <a:pt x="16923271" y="3435159"/>
                  </a:moveTo>
                  <a:lnTo>
                    <a:pt x="16923017" y="3434727"/>
                  </a:lnTo>
                  <a:lnTo>
                    <a:pt x="16921671" y="3434727"/>
                  </a:lnTo>
                  <a:lnTo>
                    <a:pt x="16921912" y="3435159"/>
                  </a:lnTo>
                  <a:lnTo>
                    <a:pt x="16923271" y="3435159"/>
                  </a:lnTo>
                  <a:close/>
                </a:path>
                <a:path w="18288000" h="10287000">
                  <a:moveTo>
                    <a:pt x="16927043" y="9350248"/>
                  </a:moveTo>
                  <a:lnTo>
                    <a:pt x="16888549" y="9286748"/>
                  </a:lnTo>
                  <a:lnTo>
                    <a:pt x="16821900" y="9324848"/>
                  </a:lnTo>
                  <a:lnTo>
                    <a:pt x="16860381" y="9388348"/>
                  </a:lnTo>
                  <a:lnTo>
                    <a:pt x="16927043" y="9350248"/>
                  </a:lnTo>
                  <a:close/>
                </a:path>
                <a:path w="18288000" h="10287000">
                  <a:moveTo>
                    <a:pt x="16927602" y="5514848"/>
                  </a:moveTo>
                  <a:lnTo>
                    <a:pt x="16917023" y="5489448"/>
                  </a:lnTo>
                  <a:lnTo>
                    <a:pt x="16898709" y="5502148"/>
                  </a:lnTo>
                  <a:lnTo>
                    <a:pt x="16909288" y="5527548"/>
                  </a:lnTo>
                  <a:lnTo>
                    <a:pt x="16927602" y="5514848"/>
                  </a:lnTo>
                  <a:close/>
                </a:path>
                <a:path w="18288000" h="10287000">
                  <a:moveTo>
                    <a:pt x="16933304" y="8473948"/>
                  </a:moveTo>
                  <a:lnTo>
                    <a:pt x="16900983" y="8423148"/>
                  </a:lnTo>
                  <a:lnTo>
                    <a:pt x="16845014" y="8448548"/>
                  </a:lnTo>
                  <a:lnTo>
                    <a:pt x="16877335" y="8512048"/>
                  </a:lnTo>
                  <a:lnTo>
                    <a:pt x="16933304" y="8473948"/>
                  </a:lnTo>
                  <a:close/>
                </a:path>
                <a:path w="18288000" h="10287000">
                  <a:moveTo>
                    <a:pt x="16935069" y="4644860"/>
                  </a:moveTo>
                  <a:lnTo>
                    <a:pt x="16929786" y="4635703"/>
                  </a:lnTo>
                  <a:lnTo>
                    <a:pt x="16920617" y="4640986"/>
                  </a:lnTo>
                  <a:lnTo>
                    <a:pt x="16925913" y="4650156"/>
                  </a:lnTo>
                  <a:lnTo>
                    <a:pt x="16935069" y="4644860"/>
                  </a:lnTo>
                  <a:close/>
                </a:path>
                <a:path w="18288000" h="10287000">
                  <a:moveTo>
                    <a:pt x="16938778" y="7597648"/>
                  </a:moveTo>
                  <a:lnTo>
                    <a:pt x="16913213" y="7559548"/>
                  </a:lnTo>
                  <a:lnTo>
                    <a:pt x="16868940" y="7584948"/>
                  </a:lnTo>
                  <a:lnTo>
                    <a:pt x="16894493" y="7623048"/>
                  </a:lnTo>
                  <a:lnTo>
                    <a:pt x="16938778" y="7597648"/>
                  </a:lnTo>
                  <a:close/>
                </a:path>
                <a:path w="18288000" h="10287000">
                  <a:moveTo>
                    <a:pt x="16944632" y="6721348"/>
                  </a:moveTo>
                  <a:lnTo>
                    <a:pt x="16925532" y="6695948"/>
                  </a:lnTo>
                  <a:lnTo>
                    <a:pt x="16892461" y="6708648"/>
                  </a:lnTo>
                  <a:lnTo>
                    <a:pt x="16911549" y="6746748"/>
                  </a:lnTo>
                  <a:lnTo>
                    <a:pt x="16944632" y="6721348"/>
                  </a:lnTo>
                  <a:close/>
                </a:path>
                <a:path w="18288000" h="10287000">
                  <a:moveTo>
                    <a:pt x="16944950" y="3770020"/>
                  </a:moveTo>
                  <a:lnTo>
                    <a:pt x="16943185" y="3766972"/>
                  </a:lnTo>
                  <a:lnTo>
                    <a:pt x="16940137" y="3768725"/>
                  </a:lnTo>
                  <a:lnTo>
                    <a:pt x="16941902" y="3771773"/>
                  </a:lnTo>
                  <a:lnTo>
                    <a:pt x="16944950" y="3770020"/>
                  </a:lnTo>
                  <a:close/>
                </a:path>
                <a:path w="18288000" h="10287000">
                  <a:moveTo>
                    <a:pt x="16949535" y="9694291"/>
                  </a:moveTo>
                  <a:lnTo>
                    <a:pt x="16909276" y="9624581"/>
                  </a:lnTo>
                  <a:lnTo>
                    <a:pt x="16839565" y="9664827"/>
                  </a:lnTo>
                  <a:lnTo>
                    <a:pt x="16879812" y="9734550"/>
                  </a:lnTo>
                  <a:lnTo>
                    <a:pt x="16949535" y="9694291"/>
                  </a:lnTo>
                  <a:close/>
                </a:path>
                <a:path w="18288000" h="10287000">
                  <a:moveTo>
                    <a:pt x="16950881" y="5845048"/>
                  </a:moveTo>
                  <a:lnTo>
                    <a:pt x="16937965" y="5832348"/>
                  </a:lnTo>
                  <a:lnTo>
                    <a:pt x="16915575" y="5845048"/>
                  </a:lnTo>
                  <a:lnTo>
                    <a:pt x="16928503" y="5857748"/>
                  </a:lnTo>
                  <a:lnTo>
                    <a:pt x="16950881" y="5845048"/>
                  </a:lnTo>
                  <a:close/>
                </a:path>
                <a:path w="18288000" h="10287000">
                  <a:moveTo>
                    <a:pt x="16957002" y="8816848"/>
                  </a:moveTo>
                  <a:lnTo>
                    <a:pt x="16922039" y="8753348"/>
                  </a:lnTo>
                  <a:lnTo>
                    <a:pt x="16861486" y="8791448"/>
                  </a:lnTo>
                  <a:lnTo>
                    <a:pt x="16896436" y="8842248"/>
                  </a:lnTo>
                  <a:lnTo>
                    <a:pt x="16957002" y="8816848"/>
                  </a:lnTo>
                  <a:close/>
                </a:path>
                <a:path w="18288000" h="10287000">
                  <a:moveTo>
                    <a:pt x="16958361" y="4968748"/>
                  </a:moveTo>
                  <a:lnTo>
                    <a:pt x="16950728" y="4956048"/>
                  </a:lnTo>
                  <a:lnTo>
                    <a:pt x="16937482" y="4968748"/>
                  </a:lnTo>
                  <a:lnTo>
                    <a:pt x="16945128" y="4981448"/>
                  </a:lnTo>
                  <a:lnTo>
                    <a:pt x="16958361" y="4968748"/>
                  </a:lnTo>
                  <a:close/>
                </a:path>
                <a:path w="18288000" h="10287000">
                  <a:moveTo>
                    <a:pt x="16962857" y="7940548"/>
                  </a:moveTo>
                  <a:lnTo>
                    <a:pt x="16934358" y="7889748"/>
                  </a:lnTo>
                  <a:lnTo>
                    <a:pt x="16884993" y="7915148"/>
                  </a:lnTo>
                  <a:lnTo>
                    <a:pt x="16913492" y="7965948"/>
                  </a:lnTo>
                  <a:lnTo>
                    <a:pt x="16962857" y="7940548"/>
                  </a:lnTo>
                  <a:close/>
                </a:path>
                <a:path w="18288000" h="10287000">
                  <a:moveTo>
                    <a:pt x="16967035" y="4104995"/>
                  </a:moveTo>
                  <a:lnTo>
                    <a:pt x="16963797" y="4099395"/>
                  </a:lnTo>
                  <a:lnTo>
                    <a:pt x="16958196" y="4102633"/>
                  </a:lnTo>
                  <a:lnTo>
                    <a:pt x="16961435" y="4108221"/>
                  </a:lnTo>
                  <a:lnTo>
                    <a:pt x="16967035" y="4104995"/>
                  </a:lnTo>
                  <a:close/>
                </a:path>
                <a:path w="18288000" h="10287000">
                  <a:moveTo>
                    <a:pt x="16968318" y="7064248"/>
                  </a:moveTo>
                  <a:lnTo>
                    <a:pt x="16946576" y="7026148"/>
                  </a:lnTo>
                  <a:lnTo>
                    <a:pt x="16908920" y="7038848"/>
                  </a:lnTo>
                  <a:lnTo>
                    <a:pt x="16930662" y="7076948"/>
                  </a:lnTo>
                  <a:lnTo>
                    <a:pt x="16968318" y="7064248"/>
                  </a:lnTo>
                  <a:close/>
                </a:path>
                <a:path w="18288000" h="10287000">
                  <a:moveTo>
                    <a:pt x="16972014" y="10029380"/>
                  </a:moveTo>
                  <a:lnTo>
                    <a:pt x="16930002" y="9956609"/>
                  </a:lnTo>
                  <a:lnTo>
                    <a:pt x="16857231" y="9998621"/>
                  </a:lnTo>
                  <a:lnTo>
                    <a:pt x="16899243" y="10071392"/>
                  </a:lnTo>
                  <a:lnTo>
                    <a:pt x="16972014" y="10029380"/>
                  </a:lnTo>
                  <a:close/>
                </a:path>
                <a:path w="18288000" h="10287000">
                  <a:moveTo>
                    <a:pt x="16974579" y="6187948"/>
                  </a:moveTo>
                  <a:lnTo>
                    <a:pt x="16959009" y="6162548"/>
                  </a:lnTo>
                  <a:lnTo>
                    <a:pt x="16932034" y="6175248"/>
                  </a:lnTo>
                  <a:lnTo>
                    <a:pt x="16947604" y="6200648"/>
                  </a:lnTo>
                  <a:lnTo>
                    <a:pt x="16974579" y="6187948"/>
                  </a:lnTo>
                  <a:close/>
                </a:path>
                <a:path w="18288000" h="10287000">
                  <a:moveTo>
                    <a:pt x="16980675" y="9147048"/>
                  </a:moveTo>
                  <a:lnTo>
                    <a:pt x="16943070" y="9083548"/>
                  </a:lnTo>
                  <a:lnTo>
                    <a:pt x="16877945" y="9121648"/>
                  </a:lnTo>
                  <a:lnTo>
                    <a:pt x="16915549" y="9185148"/>
                  </a:lnTo>
                  <a:lnTo>
                    <a:pt x="16980675" y="9147048"/>
                  </a:lnTo>
                  <a:close/>
                </a:path>
                <a:path w="18288000" h="10287000">
                  <a:moveTo>
                    <a:pt x="16981234" y="5311648"/>
                  </a:moveTo>
                  <a:lnTo>
                    <a:pt x="16971544" y="5286248"/>
                  </a:lnTo>
                  <a:lnTo>
                    <a:pt x="16954754" y="5298948"/>
                  </a:lnTo>
                  <a:lnTo>
                    <a:pt x="16964444" y="5324348"/>
                  </a:lnTo>
                  <a:lnTo>
                    <a:pt x="16981234" y="5311648"/>
                  </a:lnTo>
                  <a:close/>
                </a:path>
                <a:path w="18288000" h="10287000">
                  <a:moveTo>
                    <a:pt x="16986542" y="8270748"/>
                  </a:moveTo>
                  <a:lnTo>
                    <a:pt x="16955402" y="8219948"/>
                  </a:lnTo>
                  <a:lnTo>
                    <a:pt x="16901465" y="8245348"/>
                  </a:lnTo>
                  <a:lnTo>
                    <a:pt x="16932606" y="8308848"/>
                  </a:lnTo>
                  <a:lnTo>
                    <a:pt x="16986542" y="8270748"/>
                  </a:lnTo>
                  <a:close/>
                </a:path>
                <a:path w="18288000" h="10287000">
                  <a:moveTo>
                    <a:pt x="16989108" y="4439971"/>
                  </a:moveTo>
                  <a:lnTo>
                    <a:pt x="16984409" y="4431830"/>
                  </a:lnTo>
                  <a:lnTo>
                    <a:pt x="16976268" y="4436529"/>
                  </a:lnTo>
                  <a:lnTo>
                    <a:pt x="16980967" y="4444670"/>
                  </a:lnTo>
                  <a:lnTo>
                    <a:pt x="16989108" y="4439971"/>
                  </a:lnTo>
                  <a:close/>
                </a:path>
                <a:path w="18288000" h="10287000">
                  <a:moveTo>
                    <a:pt x="16992003" y="7394448"/>
                  </a:moveTo>
                  <a:lnTo>
                    <a:pt x="16967619" y="7356348"/>
                  </a:lnTo>
                  <a:lnTo>
                    <a:pt x="16925379" y="7381748"/>
                  </a:lnTo>
                  <a:lnTo>
                    <a:pt x="16949763" y="7419848"/>
                  </a:lnTo>
                  <a:lnTo>
                    <a:pt x="16992003" y="7394448"/>
                  </a:lnTo>
                  <a:close/>
                </a:path>
                <a:path w="18288000" h="10287000">
                  <a:moveTo>
                    <a:pt x="16997871" y="6518148"/>
                  </a:moveTo>
                  <a:lnTo>
                    <a:pt x="16979938" y="6492748"/>
                  </a:lnTo>
                  <a:lnTo>
                    <a:pt x="16948900" y="6505448"/>
                  </a:lnTo>
                  <a:lnTo>
                    <a:pt x="16966819" y="6543548"/>
                  </a:lnTo>
                  <a:lnTo>
                    <a:pt x="16997871" y="6518148"/>
                  </a:lnTo>
                  <a:close/>
                </a:path>
                <a:path w="18288000" h="10287000">
                  <a:moveTo>
                    <a:pt x="16998988" y="3565131"/>
                  </a:moveTo>
                  <a:lnTo>
                    <a:pt x="16997807" y="3563086"/>
                  </a:lnTo>
                  <a:lnTo>
                    <a:pt x="16995775" y="3564267"/>
                  </a:lnTo>
                  <a:lnTo>
                    <a:pt x="16996944" y="3566299"/>
                  </a:lnTo>
                  <a:lnTo>
                    <a:pt x="16998988" y="3565131"/>
                  </a:lnTo>
                  <a:close/>
                </a:path>
                <a:path w="18288000" h="10287000">
                  <a:moveTo>
                    <a:pt x="17003573" y="9477248"/>
                  </a:moveTo>
                  <a:lnTo>
                    <a:pt x="16963911" y="9413748"/>
                  </a:lnTo>
                  <a:lnTo>
                    <a:pt x="16895204" y="9451848"/>
                  </a:lnTo>
                  <a:lnTo>
                    <a:pt x="16934866" y="9528048"/>
                  </a:lnTo>
                  <a:lnTo>
                    <a:pt x="17003573" y="9477248"/>
                  </a:lnTo>
                  <a:close/>
                </a:path>
                <a:path w="18288000" h="10287000">
                  <a:moveTo>
                    <a:pt x="17004132" y="5641848"/>
                  </a:moveTo>
                  <a:lnTo>
                    <a:pt x="16992372" y="5629148"/>
                  </a:lnTo>
                  <a:lnTo>
                    <a:pt x="16972014" y="5641848"/>
                  </a:lnTo>
                  <a:lnTo>
                    <a:pt x="16983774" y="5654548"/>
                  </a:lnTo>
                  <a:lnTo>
                    <a:pt x="17004132" y="5641848"/>
                  </a:lnTo>
                  <a:close/>
                </a:path>
                <a:path w="18288000" h="10287000">
                  <a:moveTo>
                    <a:pt x="17010228" y="8613648"/>
                  </a:moveTo>
                  <a:lnTo>
                    <a:pt x="16976446" y="8550148"/>
                  </a:lnTo>
                  <a:lnTo>
                    <a:pt x="16917924" y="8588248"/>
                  </a:lnTo>
                  <a:lnTo>
                    <a:pt x="16951706" y="8639048"/>
                  </a:lnTo>
                  <a:lnTo>
                    <a:pt x="17010228" y="8613648"/>
                  </a:lnTo>
                  <a:close/>
                </a:path>
                <a:path w="18288000" h="10287000">
                  <a:moveTo>
                    <a:pt x="17011600" y="4765548"/>
                  </a:moveTo>
                  <a:lnTo>
                    <a:pt x="17005135" y="4752848"/>
                  </a:lnTo>
                  <a:lnTo>
                    <a:pt x="16993934" y="4765548"/>
                  </a:lnTo>
                  <a:lnTo>
                    <a:pt x="17000398" y="4778248"/>
                  </a:lnTo>
                  <a:lnTo>
                    <a:pt x="17011600" y="4765548"/>
                  </a:lnTo>
                  <a:close/>
                </a:path>
                <a:path w="18288000" h="10287000">
                  <a:moveTo>
                    <a:pt x="17016095" y="7737348"/>
                  </a:moveTo>
                  <a:lnTo>
                    <a:pt x="16988765" y="7686548"/>
                  </a:lnTo>
                  <a:lnTo>
                    <a:pt x="16941445" y="7711948"/>
                  </a:lnTo>
                  <a:lnTo>
                    <a:pt x="16968762" y="7762748"/>
                  </a:lnTo>
                  <a:lnTo>
                    <a:pt x="17016095" y="7737348"/>
                  </a:lnTo>
                  <a:close/>
                </a:path>
                <a:path w="18288000" h="10287000">
                  <a:moveTo>
                    <a:pt x="17020667" y="3899992"/>
                  </a:moveTo>
                  <a:lnTo>
                    <a:pt x="17018318" y="3895915"/>
                  </a:lnTo>
                  <a:lnTo>
                    <a:pt x="17014241" y="3898277"/>
                  </a:lnTo>
                  <a:lnTo>
                    <a:pt x="17016591" y="3902341"/>
                  </a:lnTo>
                  <a:lnTo>
                    <a:pt x="17020667" y="3899992"/>
                  </a:lnTo>
                  <a:close/>
                </a:path>
                <a:path w="18288000" h="10287000">
                  <a:moveTo>
                    <a:pt x="17021556" y="6861048"/>
                  </a:moveTo>
                  <a:lnTo>
                    <a:pt x="17000995" y="6822948"/>
                  </a:lnTo>
                  <a:lnTo>
                    <a:pt x="16965359" y="6835648"/>
                  </a:lnTo>
                  <a:lnTo>
                    <a:pt x="16985933" y="6873748"/>
                  </a:lnTo>
                  <a:lnTo>
                    <a:pt x="17021556" y="6861048"/>
                  </a:lnTo>
                  <a:close/>
                </a:path>
                <a:path w="18288000" h="10287000">
                  <a:moveTo>
                    <a:pt x="17026052" y="9824479"/>
                  </a:moveTo>
                  <a:lnTo>
                    <a:pt x="16984625" y="9752736"/>
                  </a:lnTo>
                  <a:lnTo>
                    <a:pt x="16912882" y="9794151"/>
                  </a:lnTo>
                  <a:lnTo>
                    <a:pt x="16954297" y="9865906"/>
                  </a:lnTo>
                  <a:lnTo>
                    <a:pt x="17026052" y="9824479"/>
                  </a:lnTo>
                  <a:close/>
                </a:path>
                <a:path w="18288000" h="10287000">
                  <a:moveTo>
                    <a:pt x="17027411" y="5984748"/>
                  </a:moveTo>
                  <a:lnTo>
                    <a:pt x="17013314" y="5959348"/>
                  </a:lnTo>
                  <a:lnTo>
                    <a:pt x="16988892" y="5972048"/>
                  </a:lnTo>
                  <a:lnTo>
                    <a:pt x="17002989" y="5997448"/>
                  </a:lnTo>
                  <a:lnTo>
                    <a:pt x="17027411" y="5984748"/>
                  </a:lnTo>
                  <a:close/>
                </a:path>
                <a:path w="18288000" h="10287000">
                  <a:moveTo>
                    <a:pt x="17034320" y="8943848"/>
                  </a:moveTo>
                  <a:lnTo>
                    <a:pt x="16997591" y="8880348"/>
                  </a:lnTo>
                  <a:lnTo>
                    <a:pt x="16933990" y="8918448"/>
                  </a:lnTo>
                  <a:lnTo>
                    <a:pt x="16970718" y="8981948"/>
                  </a:lnTo>
                  <a:lnTo>
                    <a:pt x="17034320" y="8943848"/>
                  </a:lnTo>
                  <a:close/>
                </a:path>
                <a:path w="18288000" h="10287000">
                  <a:moveTo>
                    <a:pt x="17034485" y="5108448"/>
                  </a:moveTo>
                  <a:lnTo>
                    <a:pt x="17025963" y="5083048"/>
                  </a:lnTo>
                  <a:lnTo>
                    <a:pt x="17011206" y="5095748"/>
                  </a:lnTo>
                  <a:lnTo>
                    <a:pt x="17019728" y="5108448"/>
                  </a:lnTo>
                  <a:lnTo>
                    <a:pt x="17034485" y="5108448"/>
                  </a:lnTo>
                  <a:close/>
                </a:path>
                <a:path w="18288000" h="10287000">
                  <a:moveTo>
                    <a:pt x="17039781" y="8067548"/>
                  </a:moveTo>
                  <a:lnTo>
                    <a:pt x="17009809" y="8016748"/>
                  </a:lnTo>
                  <a:lnTo>
                    <a:pt x="16957904" y="8042148"/>
                  </a:lnTo>
                  <a:lnTo>
                    <a:pt x="16987876" y="8092948"/>
                  </a:lnTo>
                  <a:lnTo>
                    <a:pt x="17039781" y="8067548"/>
                  </a:lnTo>
                  <a:close/>
                </a:path>
                <a:path w="18288000" h="10287000">
                  <a:moveTo>
                    <a:pt x="17043146" y="4235069"/>
                  </a:moveTo>
                  <a:lnTo>
                    <a:pt x="17039044" y="4227944"/>
                  </a:lnTo>
                  <a:lnTo>
                    <a:pt x="17031920" y="4232059"/>
                  </a:lnTo>
                  <a:lnTo>
                    <a:pt x="17036034" y="4239196"/>
                  </a:lnTo>
                  <a:lnTo>
                    <a:pt x="17043146" y="4235069"/>
                  </a:lnTo>
                  <a:close/>
                </a:path>
                <a:path w="18288000" h="10287000">
                  <a:moveTo>
                    <a:pt x="17044835" y="7191248"/>
                  </a:moveTo>
                  <a:lnTo>
                    <a:pt x="17021925" y="7153148"/>
                  </a:lnTo>
                  <a:lnTo>
                    <a:pt x="16982237" y="7178548"/>
                  </a:lnTo>
                  <a:lnTo>
                    <a:pt x="17005148" y="7216648"/>
                  </a:lnTo>
                  <a:lnTo>
                    <a:pt x="17044835" y="7191248"/>
                  </a:lnTo>
                  <a:close/>
                </a:path>
                <a:path w="18288000" h="10287000">
                  <a:moveTo>
                    <a:pt x="17048938" y="10159670"/>
                  </a:moveTo>
                  <a:lnTo>
                    <a:pt x="17005453" y="10084359"/>
                  </a:lnTo>
                  <a:lnTo>
                    <a:pt x="16930142" y="10127844"/>
                  </a:lnTo>
                  <a:lnTo>
                    <a:pt x="16973627" y="10203155"/>
                  </a:lnTo>
                  <a:lnTo>
                    <a:pt x="17048938" y="10159670"/>
                  </a:lnTo>
                  <a:close/>
                </a:path>
                <a:path w="18288000" h="10287000">
                  <a:moveTo>
                    <a:pt x="17050703" y="6314948"/>
                  </a:moveTo>
                  <a:lnTo>
                    <a:pt x="17034256" y="6289548"/>
                  </a:lnTo>
                  <a:lnTo>
                    <a:pt x="17005745" y="6302248"/>
                  </a:lnTo>
                  <a:lnTo>
                    <a:pt x="17022204" y="6327648"/>
                  </a:lnTo>
                  <a:lnTo>
                    <a:pt x="17050703" y="6314948"/>
                  </a:lnTo>
                  <a:close/>
                </a:path>
                <a:path w="18288000" h="10287000">
                  <a:moveTo>
                    <a:pt x="17057358" y="5438648"/>
                  </a:moveTo>
                  <a:lnTo>
                    <a:pt x="17046779" y="5425948"/>
                  </a:lnTo>
                  <a:lnTo>
                    <a:pt x="17028465" y="5425948"/>
                  </a:lnTo>
                  <a:lnTo>
                    <a:pt x="17039044" y="5451348"/>
                  </a:lnTo>
                  <a:lnTo>
                    <a:pt x="17057358" y="5438648"/>
                  </a:lnTo>
                  <a:close/>
                </a:path>
                <a:path w="18288000" h="10287000">
                  <a:moveTo>
                    <a:pt x="17057599" y="9274048"/>
                  </a:moveTo>
                  <a:lnTo>
                    <a:pt x="17018534" y="9210548"/>
                  </a:lnTo>
                  <a:lnTo>
                    <a:pt x="16950855" y="9248648"/>
                  </a:lnTo>
                  <a:lnTo>
                    <a:pt x="16989921" y="9312148"/>
                  </a:lnTo>
                  <a:lnTo>
                    <a:pt x="17057599" y="9274048"/>
                  </a:lnTo>
                  <a:close/>
                </a:path>
                <a:path w="18288000" h="10287000">
                  <a:moveTo>
                    <a:pt x="17063466" y="8397748"/>
                  </a:moveTo>
                  <a:lnTo>
                    <a:pt x="17030853" y="8346948"/>
                  </a:lnTo>
                  <a:lnTo>
                    <a:pt x="16974376" y="8372348"/>
                  </a:lnTo>
                  <a:lnTo>
                    <a:pt x="17006989" y="8435848"/>
                  </a:lnTo>
                  <a:lnTo>
                    <a:pt x="17063466" y="8397748"/>
                  </a:lnTo>
                  <a:close/>
                </a:path>
                <a:path w="18288000" h="10287000">
                  <a:moveTo>
                    <a:pt x="17064825" y="4569942"/>
                  </a:moveTo>
                  <a:lnTo>
                    <a:pt x="17059542" y="4560786"/>
                  </a:lnTo>
                  <a:lnTo>
                    <a:pt x="17050385" y="4566069"/>
                  </a:lnTo>
                  <a:lnTo>
                    <a:pt x="17055669" y="4575238"/>
                  </a:lnTo>
                  <a:lnTo>
                    <a:pt x="17064825" y="4569942"/>
                  </a:lnTo>
                  <a:close/>
                </a:path>
                <a:path w="18288000" h="10287000">
                  <a:moveTo>
                    <a:pt x="17068927" y="7521448"/>
                  </a:moveTo>
                  <a:lnTo>
                    <a:pt x="17043070" y="7483348"/>
                  </a:lnTo>
                  <a:lnTo>
                    <a:pt x="16998290" y="7508748"/>
                  </a:lnTo>
                  <a:lnTo>
                    <a:pt x="17024147" y="7546848"/>
                  </a:lnTo>
                  <a:lnTo>
                    <a:pt x="17068927" y="7521448"/>
                  </a:lnTo>
                  <a:close/>
                </a:path>
                <a:path w="18288000" h="10287000">
                  <a:moveTo>
                    <a:pt x="17074388" y="6645148"/>
                  </a:moveTo>
                  <a:lnTo>
                    <a:pt x="17055288" y="6619748"/>
                  </a:lnTo>
                  <a:lnTo>
                    <a:pt x="17022204" y="6632448"/>
                  </a:lnTo>
                  <a:lnTo>
                    <a:pt x="17041318" y="6670548"/>
                  </a:lnTo>
                  <a:lnTo>
                    <a:pt x="17074388" y="6645148"/>
                  </a:lnTo>
                  <a:close/>
                </a:path>
                <a:path w="18288000" h="10287000">
                  <a:moveTo>
                    <a:pt x="17074706" y="3695103"/>
                  </a:moveTo>
                  <a:lnTo>
                    <a:pt x="17072941" y="3692055"/>
                  </a:lnTo>
                  <a:lnTo>
                    <a:pt x="17069893" y="3693820"/>
                  </a:lnTo>
                  <a:lnTo>
                    <a:pt x="17071658" y="3696868"/>
                  </a:lnTo>
                  <a:lnTo>
                    <a:pt x="17074706" y="3695103"/>
                  </a:lnTo>
                  <a:close/>
                </a:path>
                <a:path w="18288000" h="10287000">
                  <a:moveTo>
                    <a:pt x="17080243" y="5768848"/>
                  </a:moveTo>
                  <a:lnTo>
                    <a:pt x="17067607" y="5756148"/>
                  </a:lnTo>
                  <a:lnTo>
                    <a:pt x="17045737" y="5768848"/>
                  </a:lnTo>
                  <a:lnTo>
                    <a:pt x="17058374" y="5781548"/>
                  </a:lnTo>
                  <a:lnTo>
                    <a:pt x="17080243" y="5768848"/>
                  </a:lnTo>
                  <a:close/>
                </a:path>
                <a:path w="18288000" h="10287000">
                  <a:moveTo>
                    <a:pt x="17080497" y="9616948"/>
                  </a:moveTo>
                  <a:lnTo>
                    <a:pt x="17039362" y="9540748"/>
                  </a:lnTo>
                  <a:lnTo>
                    <a:pt x="16968115" y="9578848"/>
                  </a:lnTo>
                  <a:lnTo>
                    <a:pt x="17009250" y="9655048"/>
                  </a:lnTo>
                  <a:lnTo>
                    <a:pt x="17080497" y="9616948"/>
                  </a:lnTo>
                  <a:close/>
                </a:path>
                <a:path w="18288000" h="10287000">
                  <a:moveTo>
                    <a:pt x="17087558" y="8740648"/>
                  </a:moveTo>
                  <a:lnTo>
                    <a:pt x="17052011" y="8677148"/>
                  </a:lnTo>
                  <a:lnTo>
                    <a:pt x="16990429" y="8715248"/>
                  </a:lnTo>
                  <a:lnTo>
                    <a:pt x="17025976" y="8778748"/>
                  </a:lnTo>
                  <a:lnTo>
                    <a:pt x="17087558" y="8740648"/>
                  </a:lnTo>
                  <a:close/>
                </a:path>
                <a:path w="18288000" h="10287000">
                  <a:moveTo>
                    <a:pt x="17087711" y="4892548"/>
                  </a:moveTo>
                  <a:lnTo>
                    <a:pt x="17080370" y="4879848"/>
                  </a:lnTo>
                  <a:lnTo>
                    <a:pt x="17067645" y="4892548"/>
                  </a:lnTo>
                  <a:lnTo>
                    <a:pt x="17074998" y="4905248"/>
                  </a:lnTo>
                  <a:lnTo>
                    <a:pt x="17087711" y="4892548"/>
                  </a:lnTo>
                  <a:close/>
                </a:path>
                <a:path w="18288000" h="10287000">
                  <a:moveTo>
                    <a:pt x="17093019" y="7864348"/>
                  </a:moveTo>
                  <a:lnTo>
                    <a:pt x="17064228" y="7813548"/>
                  </a:lnTo>
                  <a:lnTo>
                    <a:pt x="17014355" y="7838948"/>
                  </a:lnTo>
                  <a:lnTo>
                    <a:pt x="17043146" y="7889748"/>
                  </a:lnTo>
                  <a:lnTo>
                    <a:pt x="17093019" y="7864348"/>
                  </a:lnTo>
                  <a:close/>
                </a:path>
                <a:path w="18288000" h="10287000">
                  <a:moveTo>
                    <a:pt x="17096385" y="4029976"/>
                  </a:moveTo>
                  <a:lnTo>
                    <a:pt x="17093451" y="4024884"/>
                  </a:lnTo>
                  <a:lnTo>
                    <a:pt x="17088358" y="4027817"/>
                  </a:lnTo>
                  <a:lnTo>
                    <a:pt x="17091292" y="4032910"/>
                  </a:lnTo>
                  <a:lnTo>
                    <a:pt x="17096385" y="4029976"/>
                  </a:lnTo>
                  <a:close/>
                </a:path>
                <a:path w="18288000" h="10287000">
                  <a:moveTo>
                    <a:pt x="17098074" y="6988048"/>
                  </a:moveTo>
                  <a:lnTo>
                    <a:pt x="17076331" y="6949948"/>
                  </a:lnTo>
                  <a:lnTo>
                    <a:pt x="17038676" y="6975348"/>
                  </a:lnTo>
                  <a:lnTo>
                    <a:pt x="17060418" y="7013448"/>
                  </a:lnTo>
                  <a:lnTo>
                    <a:pt x="17098074" y="6988048"/>
                  </a:lnTo>
                  <a:close/>
                </a:path>
                <a:path w="18288000" h="10287000">
                  <a:moveTo>
                    <a:pt x="17103370" y="9954882"/>
                  </a:moveTo>
                  <a:lnTo>
                    <a:pt x="17060190" y="9880092"/>
                  </a:lnTo>
                  <a:lnTo>
                    <a:pt x="16985387" y="9923285"/>
                  </a:lnTo>
                  <a:lnTo>
                    <a:pt x="17028567" y="9998075"/>
                  </a:lnTo>
                  <a:lnTo>
                    <a:pt x="17103370" y="9954882"/>
                  </a:lnTo>
                  <a:close/>
                </a:path>
                <a:path w="18288000" h="10287000">
                  <a:moveTo>
                    <a:pt x="17104348" y="6111748"/>
                  </a:moveTo>
                  <a:lnTo>
                    <a:pt x="17088765" y="6086348"/>
                  </a:lnTo>
                  <a:lnTo>
                    <a:pt x="17061803" y="6099048"/>
                  </a:lnTo>
                  <a:lnTo>
                    <a:pt x="17077373" y="6124448"/>
                  </a:lnTo>
                  <a:lnTo>
                    <a:pt x="17104348" y="6111748"/>
                  </a:lnTo>
                  <a:close/>
                </a:path>
                <a:path w="18288000" h="10287000">
                  <a:moveTo>
                    <a:pt x="17110596" y="5235448"/>
                  </a:moveTo>
                  <a:lnTo>
                    <a:pt x="17101198" y="5222748"/>
                  </a:lnTo>
                  <a:lnTo>
                    <a:pt x="17084917" y="5222748"/>
                  </a:lnTo>
                  <a:lnTo>
                    <a:pt x="17094327" y="5248148"/>
                  </a:lnTo>
                  <a:lnTo>
                    <a:pt x="17110596" y="5235448"/>
                  </a:lnTo>
                  <a:close/>
                </a:path>
                <a:path w="18288000" h="10287000">
                  <a:moveTo>
                    <a:pt x="17111244" y="9070848"/>
                  </a:moveTo>
                  <a:lnTo>
                    <a:pt x="17073042" y="9007348"/>
                  </a:lnTo>
                  <a:lnTo>
                    <a:pt x="17006901" y="9045448"/>
                  </a:lnTo>
                  <a:lnTo>
                    <a:pt x="17045089" y="9108948"/>
                  </a:lnTo>
                  <a:lnTo>
                    <a:pt x="17111244" y="9070848"/>
                  </a:lnTo>
                  <a:close/>
                </a:path>
                <a:path w="18288000" h="10287000">
                  <a:moveTo>
                    <a:pt x="17116705" y="8194548"/>
                  </a:moveTo>
                  <a:lnTo>
                    <a:pt x="17085272" y="8143748"/>
                  </a:lnTo>
                  <a:lnTo>
                    <a:pt x="17030815" y="8169148"/>
                  </a:lnTo>
                  <a:lnTo>
                    <a:pt x="17062260" y="8232648"/>
                  </a:lnTo>
                  <a:lnTo>
                    <a:pt x="17116705" y="8194548"/>
                  </a:lnTo>
                  <a:close/>
                </a:path>
                <a:path w="18288000" h="10287000">
                  <a:moveTo>
                    <a:pt x="17118470" y="4364952"/>
                  </a:moveTo>
                  <a:lnTo>
                    <a:pt x="17114063" y="4357319"/>
                  </a:lnTo>
                  <a:lnTo>
                    <a:pt x="17106430" y="4361726"/>
                  </a:lnTo>
                  <a:lnTo>
                    <a:pt x="17110837" y="4369359"/>
                  </a:lnTo>
                  <a:lnTo>
                    <a:pt x="17118470" y="4364952"/>
                  </a:lnTo>
                  <a:close/>
                </a:path>
                <a:path w="18288000" h="10287000">
                  <a:moveTo>
                    <a:pt x="17121429" y="10287000"/>
                  </a:moveTo>
                  <a:lnTo>
                    <a:pt x="17080040" y="10215321"/>
                  </a:lnTo>
                  <a:lnTo>
                    <a:pt x="17006266" y="10257930"/>
                  </a:lnTo>
                  <a:lnTo>
                    <a:pt x="17023055" y="10287000"/>
                  </a:lnTo>
                  <a:lnTo>
                    <a:pt x="17121429" y="10287000"/>
                  </a:lnTo>
                  <a:close/>
                </a:path>
                <a:path w="18288000" h="10287000">
                  <a:moveTo>
                    <a:pt x="17121759" y="7318248"/>
                  </a:moveTo>
                  <a:lnTo>
                    <a:pt x="17097388" y="7280148"/>
                  </a:lnTo>
                  <a:lnTo>
                    <a:pt x="17055148" y="7305548"/>
                  </a:lnTo>
                  <a:lnTo>
                    <a:pt x="17079519" y="7343648"/>
                  </a:lnTo>
                  <a:lnTo>
                    <a:pt x="17121759" y="7318248"/>
                  </a:lnTo>
                  <a:close/>
                </a:path>
                <a:path w="18288000" h="10287000">
                  <a:moveTo>
                    <a:pt x="17127627" y="6441948"/>
                  </a:moveTo>
                  <a:lnTo>
                    <a:pt x="17109707" y="6416548"/>
                  </a:lnTo>
                  <a:lnTo>
                    <a:pt x="17078668" y="6429248"/>
                  </a:lnTo>
                  <a:lnTo>
                    <a:pt x="17096575" y="6467348"/>
                  </a:lnTo>
                  <a:lnTo>
                    <a:pt x="17127627" y="6441948"/>
                  </a:lnTo>
                  <a:close/>
                </a:path>
                <a:path w="18288000" h="10287000">
                  <a:moveTo>
                    <a:pt x="17128338" y="3490112"/>
                  </a:moveTo>
                  <a:lnTo>
                    <a:pt x="17127462" y="3488575"/>
                  </a:lnTo>
                  <a:lnTo>
                    <a:pt x="17125938" y="3489452"/>
                  </a:lnTo>
                  <a:lnTo>
                    <a:pt x="17126827" y="3490988"/>
                  </a:lnTo>
                  <a:lnTo>
                    <a:pt x="17128338" y="3490112"/>
                  </a:lnTo>
                  <a:close/>
                </a:path>
                <a:path w="18288000" h="10287000">
                  <a:moveTo>
                    <a:pt x="17133888" y="5565648"/>
                  </a:moveTo>
                  <a:lnTo>
                    <a:pt x="17122128" y="5552948"/>
                  </a:lnTo>
                  <a:lnTo>
                    <a:pt x="17101782" y="5565648"/>
                  </a:lnTo>
                  <a:lnTo>
                    <a:pt x="17113530" y="5578348"/>
                  </a:lnTo>
                  <a:lnTo>
                    <a:pt x="17133888" y="5565648"/>
                  </a:lnTo>
                  <a:close/>
                </a:path>
                <a:path w="18288000" h="10287000">
                  <a:moveTo>
                    <a:pt x="17134129" y="9413748"/>
                  </a:moveTo>
                  <a:lnTo>
                    <a:pt x="17093883" y="9337548"/>
                  </a:lnTo>
                  <a:lnTo>
                    <a:pt x="17024173" y="9375648"/>
                  </a:lnTo>
                  <a:lnTo>
                    <a:pt x="17064419" y="9451848"/>
                  </a:lnTo>
                  <a:lnTo>
                    <a:pt x="17134129" y="9413748"/>
                  </a:lnTo>
                  <a:close/>
                </a:path>
                <a:path w="18288000" h="10287000">
                  <a:moveTo>
                    <a:pt x="17140390" y="8537448"/>
                  </a:moveTo>
                  <a:lnTo>
                    <a:pt x="17106303" y="8473948"/>
                  </a:lnTo>
                  <a:lnTo>
                    <a:pt x="17047287" y="8512048"/>
                  </a:lnTo>
                  <a:lnTo>
                    <a:pt x="17081361" y="8562848"/>
                  </a:lnTo>
                  <a:lnTo>
                    <a:pt x="17140390" y="8537448"/>
                  </a:lnTo>
                  <a:close/>
                </a:path>
                <a:path w="18288000" h="10287000">
                  <a:moveTo>
                    <a:pt x="17140949" y="4689348"/>
                  </a:moveTo>
                  <a:lnTo>
                    <a:pt x="17124096" y="4689348"/>
                  </a:lnTo>
                  <a:lnTo>
                    <a:pt x="17130268" y="4702048"/>
                  </a:lnTo>
                  <a:lnTo>
                    <a:pt x="17140949" y="4689348"/>
                  </a:lnTo>
                  <a:close/>
                </a:path>
                <a:path w="18288000" h="10287000">
                  <a:moveTo>
                    <a:pt x="17145851" y="7661148"/>
                  </a:moveTo>
                  <a:lnTo>
                    <a:pt x="17118534" y="7610348"/>
                  </a:lnTo>
                  <a:lnTo>
                    <a:pt x="17071201" y="7635748"/>
                  </a:lnTo>
                  <a:lnTo>
                    <a:pt x="17098531" y="7686548"/>
                  </a:lnTo>
                  <a:lnTo>
                    <a:pt x="17145851" y="7661148"/>
                  </a:lnTo>
                  <a:close/>
                </a:path>
                <a:path w="18288000" h="10287000">
                  <a:moveTo>
                    <a:pt x="17150436" y="3825075"/>
                  </a:moveTo>
                  <a:lnTo>
                    <a:pt x="17148074" y="3821011"/>
                  </a:lnTo>
                  <a:lnTo>
                    <a:pt x="17144010" y="3823360"/>
                  </a:lnTo>
                  <a:lnTo>
                    <a:pt x="17146359" y="3827424"/>
                  </a:lnTo>
                  <a:lnTo>
                    <a:pt x="17150436" y="3825075"/>
                  </a:lnTo>
                  <a:close/>
                </a:path>
                <a:path w="18288000" h="10287000">
                  <a:moveTo>
                    <a:pt x="17151312" y="6784848"/>
                  </a:moveTo>
                  <a:lnTo>
                    <a:pt x="17130738" y="6746748"/>
                  </a:lnTo>
                  <a:lnTo>
                    <a:pt x="17095127" y="6759448"/>
                  </a:lnTo>
                  <a:lnTo>
                    <a:pt x="17115689" y="6797548"/>
                  </a:lnTo>
                  <a:lnTo>
                    <a:pt x="17151312" y="6784848"/>
                  </a:lnTo>
                  <a:close/>
                </a:path>
                <a:path w="18288000" h="10287000">
                  <a:moveTo>
                    <a:pt x="17157167" y="5908548"/>
                  </a:moveTo>
                  <a:lnTo>
                    <a:pt x="17143070" y="5883148"/>
                  </a:lnTo>
                  <a:lnTo>
                    <a:pt x="17118648" y="5895848"/>
                  </a:lnTo>
                  <a:lnTo>
                    <a:pt x="17132745" y="5921248"/>
                  </a:lnTo>
                  <a:lnTo>
                    <a:pt x="17157167" y="5908548"/>
                  </a:lnTo>
                  <a:close/>
                </a:path>
                <a:path w="18288000" h="10287000">
                  <a:moveTo>
                    <a:pt x="17157408" y="9743948"/>
                  </a:moveTo>
                  <a:lnTo>
                    <a:pt x="17114812" y="9667748"/>
                  </a:lnTo>
                  <a:lnTo>
                    <a:pt x="17041025" y="9718548"/>
                  </a:lnTo>
                  <a:lnTo>
                    <a:pt x="17083621" y="9782048"/>
                  </a:lnTo>
                  <a:lnTo>
                    <a:pt x="17157408" y="9743948"/>
                  </a:lnTo>
                  <a:close/>
                </a:path>
                <a:path w="18288000" h="10287000">
                  <a:moveTo>
                    <a:pt x="17163834" y="5032248"/>
                  </a:moveTo>
                  <a:lnTo>
                    <a:pt x="17155618" y="5019548"/>
                  </a:lnTo>
                  <a:lnTo>
                    <a:pt x="17141368" y="5019548"/>
                  </a:lnTo>
                  <a:lnTo>
                    <a:pt x="17149585" y="5032248"/>
                  </a:lnTo>
                  <a:lnTo>
                    <a:pt x="17163834" y="5032248"/>
                  </a:lnTo>
                  <a:close/>
                </a:path>
                <a:path w="18288000" h="10287000">
                  <a:moveTo>
                    <a:pt x="17164876" y="8867648"/>
                  </a:moveTo>
                  <a:lnTo>
                    <a:pt x="17127563" y="8804148"/>
                  </a:lnTo>
                  <a:lnTo>
                    <a:pt x="17062946" y="8842248"/>
                  </a:lnTo>
                  <a:lnTo>
                    <a:pt x="17100246" y="8905748"/>
                  </a:lnTo>
                  <a:lnTo>
                    <a:pt x="17164876" y="8867648"/>
                  </a:lnTo>
                  <a:close/>
                </a:path>
                <a:path w="18288000" h="10287000">
                  <a:moveTo>
                    <a:pt x="17169943" y="7991348"/>
                  </a:moveTo>
                  <a:lnTo>
                    <a:pt x="17139679" y="7940548"/>
                  </a:lnTo>
                  <a:lnTo>
                    <a:pt x="17087266" y="7965948"/>
                  </a:lnTo>
                  <a:lnTo>
                    <a:pt x="17117530" y="8016748"/>
                  </a:lnTo>
                  <a:lnTo>
                    <a:pt x="17169943" y="7991348"/>
                  </a:lnTo>
                  <a:close/>
                </a:path>
                <a:path w="18288000" h="10287000">
                  <a:moveTo>
                    <a:pt x="17172509" y="4160050"/>
                  </a:moveTo>
                  <a:lnTo>
                    <a:pt x="17168699" y="4153433"/>
                  </a:lnTo>
                  <a:lnTo>
                    <a:pt x="17162069" y="4157256"/>
                  </a:lnTo>
                  <a:lnTo>
                    <a:pt x="17165892" y="4163872"/>
                  </a:lnTo>
                  <a:lnTo>
                    <a:pt x="17172509" y="4160050"/>
                  </a:lnTo>
                  <a:close/>
                </a:path>
                <a:path w="18288000" h="10287000">
                  <a:moveTo>
                    <a:pt x="17174591" y="7115048"/>
                  </a:moveTo>
                  <a:lnTo>
                    <a:pt x="17151681" y="7076948"/>
                  </a:lnTo>
                  <a:lnTo>
                    <a:pt x="17111993" y="7102348"/>
                  </a:lnTo>
                  <a:lnTo>
                    <a:pt x="17134904" y="7140448"/>
                  </a:lnTo>
                  <a:lnTo>
                    <a:pt x="17174591" y="7115048"/>
                  </a:lnTo>
                  <a:close/>
                </a:path>
                <a:path w="18288000" h="10287000">
                  <a:moveTo>
                    <a:pt x="17180294" y="10085184"/>
                  </a:moveTo>
                  <a:lnTo>
                    <a:pt x="17135640" y="10007841"/>
                  </a:lnTo>
                  <a:lnTo>
                    <a:pt x="17058297" y="10052494"/>
                  </a:lnTo>
                  <a:lnTo>
                    <a:pt x="17102951" y="10129850"/>
                  </a:lnTo>
                  <a:lnTo>
                    <a:pt x="17180294" y="10085184"/>
                  </a:lnTo>
                  <a:close/>
                </a:path>
                <a:path w="18288000" h="10287000">
                  <a:moveTo>
                    <a:pt x="17180459" y="6238748"/>
                  </a:moveTo>
                  <a:lnTo>
                    <a:pt x="17164000" y="6213348"/>
                  </a:lnTo>
                  <a:lnTo>
                    <a:pt x="17135513" y="6226048"/>
                  </a:lnTo>
                  <a:lnTo>
                    <a:pt x="17151960" y="6251448"/>
                  </a:lnTo>
                  <a:lnTo>
                    <a:pt x="17180459" y="6238748"/>
                  </a:lnTo>
                  <a:close/>
                </a:path>
                <a:path w="18288000" h="10287000">
                  <a:moveTo>
                    <a:pt x="17187126" y="5362448"/>
                  </a:moveTo>
                  <a:lnTo>
                    <a:pt x="17176547" y="5349748"/>
                  </a:lnTo>
                  <a:lnTo>
                    <a:pt x="17158221" y="5362448"/>
                  </a:lnTo>
                  <a:lnTo>
                    <a:pt x="17168800" y="5375148"/>
                  </a:lnTo>
                  <a:lnTo>
                    <a:pt x="17187126" y="5362448"/>
                  </a:lnTo>
                  <a:close/>
                </a:path>
                <a:path w="18288000" h="10287000">
                  <a:moveTo>
                    <a:pt x="17188168" y="9197848"/>
                  </a:moveTo>
                  <a:lnTo>
                    <a:pt x="17148506" y="9134348"/>
                  </a:lnTo>
                  <a:lnTo>
                    <a:pt x="17079811" y="9172448"/>
                  </a:lnTo>
                  <a:lnTo>
                    <a:pt x="17119473" y="9248648"/>
                  </a:lnTo>
                  <a:lnTo>
                    <a:pt x="17188168" y="9197848"/>
                  </a:lnTo>
                  <a:close/>
                </a:path>
                <a:path w="18288000" h="10287000">
                  <a:moveTo>
                    <a:pt x="17193629" y="8321548"/>
                  </a:moveTo>
                  <a:lnTo>
                    <a:pt x="17160723" y="8270748"/>
                  </a:lnTo>
                  <a:lnTo>
                    <a:pt x="17103725" y="8308848"/>
                  </a:lnTo>
                  <a:lnTo>
                    <a:pt x="17136631" y="8359648"/>
                  </a:lnTo>
                  <a:lnTo>
                    <a:pt x="17193629" y="8321548"/>
                  </a:lnTo>
                  <a:close/>
                </a:path>
                <a:path w="18288000" h="10287000">
                  <a:moveTo>
                    <a:pt x="17194187" y="4494923"/>
                  </a:moveTo>
                  <a:lnTo>
                    <a:pt x="17189196" y="4486275"/>
                  </a:lnTo>
                  <a:lnTo>
                    <a:pt x="17180548" y="4491266"/>
                  </a:lnTo>
                  <a:lnTo>
                    <a:pt x="17185539" y="4499915"/>
                  </a:lnTo>
                  <a:lnTo>
                    <a:pt x="17194187" y="4494923"/>
                  </a:lnTo>
                  <a:close/>
                </a:path>
                <a:path w="18288000" h="10287000">
                  <a:moveTo>
                    <a:pt x="17198683" y="7445248"/>
                  </a:moveTo>
                  <a:lnTo>
                    <a:pt x="17172826" y="7407148"/>
                  </a:lnTo>
                  <a:lnTo>
                    <a:pt x="17128059" y="7432548"/>
                  </a:lnTo>
                  <a:lnTo>
                    <a:pt x="17153903" y="7483348"/>
                  </a:lnTo>
                  <a:lnTo>
                    <a:pt x="17198683" y="7445248"/>
                  </a:lnTo>
                  <a:close/>
                </a:path>
                <a:path w="18288000" h="10287000">
                  <a:moveTo>
                    <a:pt x="17204068" y="3620084"/>
                  </a:moveTo>
                  <a:lnTo>
                    <a:pt x="17202595" y="3617531"/>
                  </a:lnTo>
                  <a:lnTo>
                    <a:pt x="17200055" y="3619004"/>
                  </a:lnTo>
                  <a:lnTo>
                    <a:pt x="17201528" y="3621544"/>
                  </a:lnTo>
                  <a:lnTo>
                    <a:pt x="17204068" y="3620084"/>
                  </a:lnTo>
                  <a:close/>
                </a:path>
                <a:path w="18288000" h="10287000">
                  <a:moveTo>
                    <a:pt x="17204144" y="6568948"/>
                  </a:moveTo>
                  <a:lnTo>
                    <a:pt x="17185043" y="6543548"/>
                  </a:lnTo>
                  <a:lnTo>
                    <a:pt x="17151973" y="6556248"/>
                  </a:lnTo>
                  <a:lnTo>
                    <a:pt x="17171073" y="6594348"/>
                  </a:lnTo>
                  <a:lnTo>
                    <a:pt x="17204144" y="6568948"/>
                  </a:lnTo>
                  <a:close/>
                </a:path>
                <a:path w="18288000" h="10287000">
                  <a:moveTo>
                    <a:pt x="17210012" y="5705348"/>
                  </a:moveTo>
                  <a:lnTo>
                    <a:pt x="17197375" y="5679948"/>
                  </a:lnTo>
                  <a:lnTo>
                    <a:pt x="17175493" y="5692648"/>
                  </a:lnTo>
                  <a:lnTo>
                    <a:pt x="17188130" y="5718048"/>
                  </a:lnTo>
                  <a:lnTo>
                    <a:pt x="17210012" y="5705348"/>
                  </a:lnTo>
                  <a:close/>
                </a:path>
                <a:path w="18288000" h="10287000">
                  <a:moveTo>
                    <a:pt x="17211459" y="9540748"/>
                  </a:moveTo>
                  <a:lnTo>
                    <a:pt x="17169435" y="9464548"/>
                  </a:lnTo>
                  <a:lnTo>
                    <a:pt x="17096677" y="9502648"/>
                  </a:lnTo>
                  <a:lnTo>
                    <a:pt x="17138688" y="9578848"/>
                  </a:lnTo>
                  <a:lnTo>
                    <a:pt x="17211459" y="9540748"/>
                  </a:lnTo>
                  <a:close/>
                </a:path>
                <a:path w="18288000" h="10287000">
                  <a:moveTo>
                    <a:pt x="17217479" y="4829048"/>
                  </a:moveTo>
                  <a:lnTo>
                    <a:pt x="17210139" y="4816348"/>
                  </a:lnTo>
                  <a:lnTo>
                    <a:pt x="17197413" y="4816348"/>
                  </a:lnTo>
                  <a:lnTo>
                    <a:pt x="17204754" y="4829048"/>
                  </a:lnTo>
                  <a:lnTo>
                    <a:pt x="17217479" y="4829048"/>
                  </a:lnTo>
                  <a:close/>
                </a:path>
                <a:path w="18288000" h="10287000">
                  <a:moveTo>
                    <a:pt x="17217721" y="8664448"/>
                  </a:moveTo>
                  <a:lnTo>
                    <a:pt x="17181881" y="8600948"/>
                  </a:lnTo>
                  <a:lnTo>
                    <a:pt x="17119791" y="8639048"/>
                  </a:lnTo>
                  <a:lnTo>
                    <a:pt x="17155630" y="8702548"/>
                  </a:lnTo>
                  <a:lnTo>
                    <a:pt x="17217721" y="8664448"/>
                  </a:lnTo>
                  <a:close/>
                </a:path>
                <a:path w="18288000" h="10287000">
                  <a:moveTo>
                    <a:pt x="17223169" y="7788148"/>
                  </a:moveTo>
                  <a:lnTo>
                    <a:pt x="17194086" y="7737348"/>
                  </a:lnTo>
                  <a:lnTo>
                    <a:pt x="17143705" y="7762748"/>
                  </a:lnTo>
                  <a:lnTo>
                    <a:pt x="17172801" y="7813548"/>
                  </a:lnTo>
                  <a:lnTo>
                    <a:pt x="17223169" y="7788148"/>
                  </a:lnTo>
                  <a:close/>
                </a:path>
                <a:path w="18288000" h="10287000">
                  <a:moveTo>
                    <a:pt x="17226141" y="3955059"/>
                  </a:moveTo>
                  <a:lnTo>
                    <a:pt x="17223207" y="3949966"/>
                  </a:lnTo>
                  <a:lnTo>
                    <a:pt x="17218114" y="3952900"/>
                  </a:lnTo>
                  <a:lnTo>
                    <a:pt x="17221061" y="3957993"/>
                  </a:lnTo>
                  <a:lnTo>
                    <a:pt x="17226141" y="3955059"/>
                  </a:lnTo>
                  <a:close/>
                </a:path>
                <a:path w="18288000" h="10287000">
                  <a:moveTo>
                    <a:pt x="17227830" y="6911848"/>
                  </a:moveTo>
                  <a:lnTo>
                    <a:pt x="17206100" y="6873748"/>
                  </a:lnTo>
                  <a:lnTo>
                    <a:pt x="17168432" y="6899148"/>
                  </a:lnTo>
                  <a:lnTo>
                    <a:pt x="17190187" y="6937248"/>
                  </a:lnTo>
                  <a:lnTo>
                    <a:pt x="17227830" y="6911848"/>
                  </a:lnTo>
                  <a:close/>
                </a:path>
                <a:path w="18288000" h="10287000">
                  <a:moveTo>
                    <a:pt x="17233697" y="6035548"/>
                  </a:moveTo>
                  <a:lnTo>
                    <a:pt x="17218419" y="6010148"/>
                  </a:lnTo>
                  <a:lnTo>
                    <a:pt x="17191952" y="6022848"/>
                  </a:lnTo>
                  <a:lnTo>
                    <a:pt x="17207230" y="6048248"/>
                  </a:lnTo>
                  <a:lnTo>
                    <a:pt x="17233697" y="6035548"/>
                  </a:lnTo>
                  <a:close/>
                </a:path>
                <a:path w="18288000" h="10287000">
                  <a:moveTo>
                    <a:pt x="17234739" y="9870948"/>
                  </a:moveTo>
                  <a:lnTo>
                    <a:pt x="17190377" y="9794748"/>
                  </a:lnTo>
                  <a:lnTo>
                    <a:pt x="17113542" y="9845548"/>
                  </a:lnTo>
                  <a:lnTo>
                    <a:pt x="17157904" y="9921748"/>
                  </a:lnTo>
                  <a:lnTo>
                    <a:pt x="17234739" y="9870948"/>
                  </a:lnTo>
                  <a:close/>
                </a:path>
                <a:path w="18288000" h="10287000">
                  <a:moveTo>
                    <a:pt x="17240365" y="5159248"/>
                  </a:moveTo>
                  <a:lnTo>
                    <a:pt x="17230954" y="5146548"/>
                  </a:lnTo>
                  <a:lnTo>
                    <a:pt x="17214673" y="5146548"/>
                  </a:lnTo>
                  <a:lnTo>
                    <a:pt x="17224083" y="5171948"/>
                  </a:lnTo>
                  <a:lnTo>
                    <a:pt x="17240365" y="5159248"/>
                  </a:lnTo>
                  <a:close/>
                </a:path>
                <a:path w="18288000" h="10287000">
                  <a:moveTo>
                    <a:pt x="17241812" y="8994648"/>
                  </a:moveTo>
                  <a:lnTo>
                    <a:pt x="17203027" y="8931148"/>
                  </a:lnTo>
                  <a:lnTo>
                    <a:pt x="17135856" y="8969248"/>
                  </a:lnTo>
                  <a:lnTo>
                    <a:pt x="17174629" y="9032748"/>
                  </a:lnTo>
                  <a:lnTo>
                    <a:pt x="17241812" y="8994648"/>
                  </a:lnTo>
                  <a:close/>
                </a:path>
                <a:path w="18288000" h="10287000">
                  <a:moveTo>
                    <a:pt x="17246854" y="8118348"/>
                  </a:moveTo>
                  <a:lnTo>
                    <a:pt x="17215130" y="8067548"/>
                  </a:lnTo>
                  <a:lnTo>
                    <a:pt x="17160177" y="8092948"/>
                  </a:lnTo>
                  <a:lnTo>
                    <a:pt x="17191901" y="8156448"/>
                  </a:lnTo>
                  <a:lnTo>
                    <a:pt x="17246854" y="8118348"/>
                  </a:lnTo>
                  <a:close/>
                </a:path>
                <a:path w="18288000" h="10287000">
                  <a:moveTo>
                    <a:pt x="17248226" y="4290034"/>
                  </a:moveTo>
                  <a:lnTo>
                    <a:pt x="17243819" y="4282402"/>
                  </a:lnTo>
                  <a:lnTo>
                    <a:pt x="17236199" y="4286809"/>
                  </a:lnTo>
                  <a:lnTo>
                    <a:pt x="17240606" y="4294441"/>
                  </a:lnTo>
                  <a:lnTo>
                    <a:pt x="17248226" y="4290034"/>
                  </a:lnTo>
                  <a:close/>
                </a:path>
                <a:path w="18288000" h="10287000">
                  <a:moveTo>
                    <a:pt x="17251515" y="7242048"/>
                  </a:moveTo>
                  <a:lnTo>
                    <a:pt x="17227131" y="7203948"/>
                  </a:lnTo>
                  <a:lnTo>
                    <a:pt x="17184904" y="7229348"/>
                  </a:lnTo>
                  <a:lnTo>
                    <a:pt x="17209288" y="7267448"/>
                  </a:lnTo>
                  <a:lnTo>
                    <a:pt x="17251515" y="7242048"/>
                  </a:lnTo>
                  <a:close/>
                </a:path>
                <a:path w="18288000" h="10287000">
                  <a:moveTo>
                    <a:pt x="17256989" y="6365748"/>
                  </a:moveTo>
                  <a:lnTo>
                    <a:pt x="17239361" y="6340348"/>
                  </a:lnTo>
                  <a:lnTo>
                    <a:pt x="17208831" y="6353048"/>
                  </a:lnTo>
                  <a:lnTo>
                    <a:pt x="17226445" y="6391148"/>
                  </a:lnTo>
                  <a:lnTo>
                    <a:pt x="17256989" y="6365748"/>
                  </a:lnTo>
                  <a:close/>
                </a:path>
                <a:path w="18288000" h="10287000">
                  <a:moveTo>
                    <a:pt x="17257230" y="10215486"/>
                  </a:moveTo>
                  <a:lnTo>
                    <a:pt x="17211091" y="10135591"/>
                  </a:lnTo>
                  <a:lnTo>
                    <a:pt x="17131208" y="10181717"/>
                  </a:lnTo>
                  <a:lnTo>
                    <a:pt x="17177335" y="10261613"/>
                  </a:lnTo>
                  <a:lnTo>
                    <a:pt x="17257230" y="10215486"/>
                  </a:lnTo>
                  <a:close/>
                </a:path>
                <a:path w="18288000" h="10287000">
                  <a:moveTo>
                    <a:pt x="17258107" y="3415182"/>
                  </a:moveTo>
                  <a:lnTo>
                    <a:pt x="17257218" y="3413658"/>
                  </a:lnTo>
                  <a:lnTo>
                    <a:pt x="17255706" y="3414547"/>
                  </a:lnTo>
                  <a:lnTo>
                    <a:pt x="17256583" y="3416071"/>
                  </a:lnTo>
                  <a:lnTo>
                    <a:pt x="17258107" y="3415182"/>
                  </a:lnTo>
                  <a:close/>
                </a:path>
                <a:path w="18288000" h="10287000">
                  <a:moveTo>
                    <a:pt x="17263250" y="5489448"/>
                  </a:moveTo>
                  <a:lnTo>
                    <a:pt x="17251782" y="5476748"/>
                  </a:lnTo>
                  <a:lnTo>
                    <a:pt x="17231945" y="5489448"/>
                  </a:lnTo>
                  <a:lnTo>
                    <a:pt x="17243400" y="5502148"/>
                  </a:lnTo>
                  <a:lnTo>
                    <a:pt x="17263250" y="5489448"/>
                  </a:lnTo>
                  <a:close/>
                </a:path>
                <a:path w="18288000" h="10287000">
                  <a:moveTo>
                    <a:pt x="17265092" y="9337548"/>
                  </a:moveTo>
                  <a:lnTo>
                    <a:pt x="17223956" y="9261348"/>
                  </a:lnTo>
                  <a:lnTo>
                    <a:pt x="17152722" y="9299448"/>
                  </a:lnTo>
                  <a:lnTo>
                    <a:pt x="17193845" y="9375648"/>
                  </a:lnTo>
                  <a:lnTo>
                    <a:pt x="17265092" y="9337548"/>
                  </a:lnTo>
                  <a:close/>
                </a:path>
                <a:path w="18288000" h="10287000">
                  <a:moveTo>
                    <a:pt x="17270311" y="4625010"/>
                  </a:moveTo>
                  <a:lnTo>
                    <a:pt x="17264431" y="4614824"/>
                  </a:lnTo>
                  <a:lnTo>
                    <a:pt x="17254258" y="4620704"/>
                  </a:lnTo>
                  <a:lnTo>
                    <a:pt x="17260126" y="4630877"/>
                  </a:lnTo>
                  <a:lnTo>
                    <a:pt x="17270311" y="4625010"/>
                  </a:lnTo>
                  <a:close/>
                </a:path>
                <a:path w="18288000" h="10287000">
                  <a:moveTo>
                    <a:pt x="17270946" y="8461248"/>
                  </a:moveTo>
                  <a:lnTo>
                    <a:pt x="17236288" y="8397748"/>
                  </a:lnTo>
                  <a:lnTo>
                    <a:pt x="17176230" y="8435848"/>
                  </a:lnTo>
                  <a:lnTo>
                    <a:pt x="17210901" y="8486648"/>
                  </a:lnTo>
                  <a:lnTo>
                    <a:pt x="17270946" y="8461248"/>
                  </a:lnTo>
                  <a:close/>
                </a:path>
                <a:path w="18288000" h="10287000">
                  <a:moveTo>
                    <a:pt x="17276014" y="7584948"/>
                  </a:moveTo>
                  <a:lnTo>
                    <a:pt x="17248391" y="7534148"/>
                  </a:lnTo>
                  <a:lnTo>
                    <a:pt x="17200563" y="7559548"/>
                  </a:lnTo>
                  <a:lnTo>
                    <a:pt x="17228173" y="7610348"/>
                  </a:lnTo>
                  <a:lnTo>
                    <a:pt x="17276014" y="7584948"/>
                  </a:lnTo>
                  <a:close/>
                </a:path>
                <a:path w="18288000" h="10287000">
                  <a:moveTo>
                    <a:pt x="17279785" y="3750056"/>
                  </a:moveTo>
                  <a:lnTo>
                    <a:pt x="17277728" y="3746500"/>
                  </a:lnTo>
                  <a:lnTo>
                    <a:pt x="17274159" y="3748544"/>
                  </a:lnTo>
                  <a:lnTo>
                    <a:pt x="17276217" y="3752113"/>
                  </a:lnTo>
                  <a:lnTo>
                    <a:pt x="17279785" y="3750056"/>
                  </a:lnTo>
                  <a:close/>
                </a:path>
                <a:path w="18288000" h="10287000">
                  <a:moveTo>
                    <a:pt x="17281068" y="6708648"/>
                  </a:moveTo>
                  <a:lnTo>
                    <a:pt x="17260507" y="6670548"/>
                  </a:lnTo>
                  <a:lnTo>
                    <a:pt x="17224883" y="6695948"/>
                  </a:lnTo>
                  <a:lnTo>
                    <a:pt x="17245445" y="6721348"/>
                  </a:lnTo>
                  <a:lnTo>
                    <a:pt x="17281068" y="6708648"/>
                  </a:lnTo>
                  <a:close/>
                </a:path>
                <a:path w="18288000" h="10287000">
                  <a:moveTo>
                    <a:pt x="17286529" y="5832348"/>
                  </a:moveTo>
                  <a:lnTo>
                    <a:pt x="17272724" y="5806948"/>
                  </a:lnTo>
                  <a:lnTo>
                    <a:pt x="17248797" y="5819648"/>
                  </a:lnTo>
                  <a:lnTo>
                    <a:pt x="17262615" y="5845048"/>
                  </a:lnTo>
                  <a:lnTo>
                    <a:pt x="17286529" y="5832348"/>
                  </a:lnTo>
                  <a:close/>
                </a:path>
                <a:path w="18288000" h="10287000">
                  <a:moveTo>
                    <a:pt x="17288777" y="9667748"/>
                  </a:moveTo>
                  <a:lnTo>
                    <a:pt x="17245000" y="9591548"/>
                  </a:lnTo>
                  <a:lnTo>
                    <a:pt x="17169181" y="9642348"/>
                  </a:lnTo>
                  <a:lnTo>
                    <a:pt x="17212958" y="9718548"/>
                  </a:lnTo>
                  <a:lnTo>
                    <a:pt x="17288777" y="9667748"/>
                  </a:lnTo>
                  <a:close/>
                </a:path>
                <a:path w="18288000" h="10287000">
                  <a:moveTo>
                    <a:pt x="17293590" y="4956048"/>
                  </a:moveTo>
                  <a:lnTo>
                    <a:pt x="17285373" y="4943348"/>
                  </a:lnTo>
                  <a:lnTo>
                    <a:pt x="17271124" y="4943348"/>
                  </a:lnTo>
                  <a:lnTo>
                    <a:pt x="17279354" y="4956048"/>
                  </a:lnTo>
                  <a:lnTo>
                    <a:pt x="17293590" y="4956048"/>
                  </a:lnTo>
                  <a:close/>
                </a:path>
                <a:path w="18288000" h="10287000">
                  <a:moveTo>
                    <a:pt x="17295038" y="8791448"/>
                  </a:moveTo>
                  <a:lnTo>
                    <a:pt x="17257433" y="8727948"/>
                  </a:lnTo>
                  <a:lnTo>
                    <a:pt x="17192295" y="8766048"/>
                  </a:lnTo>
                  <a:lnTo>
                    <a:pt x="17229900" y="8829548"/>
                  </a:lnTo>
                  <a:lnTo>
                    <a:pt x="17295038" y="8791448"/>
                  </a:lnTo>
                  <a:close/>
                </a:path>
                <a:path w="18288000" h="10287000">
                  <a:moveTo>
                    <a:pt x="17300105" y="7915148"/>
                  </a:moveTo>
                  <a:lnTo>
                    <a:pt x="17269549" y="7864348"/>
                  </a:lnTo>
                  <a:lnTo>
                    <a:pt x="17216616" y="7889748"/>
                  </a:lnTo>
                  <a:lnTo>
                    <a:pt x="17247185" y="7953248"/>
                  </a:lnTo>
                  <a:lnTo>
                    <a:pt x="17300105" y="7915148"/>
                  </a:lnTo>
                  <a:close/>
                </a:path>
                <a:path w="18288000" h="10287000">
                  <a:moveTo>
                    <a:pt x="17301871" y="4085031"/>
                  </a:moveTo>
                  <a:lnTo>
                    <a:pt x="17298340" y="4078922"/>
                  </a:lnTo>
                  <a:lnTo>
                    <a:pt x="17292231" y="4082453"/>
                  </a:lnTo>
                  <a:lnTo>
                    <a:pt x="17295762" y="4088561"/>
                  </a:lnTo>
                  <a:lnTo>
                    <a:pt x="17301871" y="4085031"/>
                  </a:lnTo>
                  <a:close/>
                </a:path>
                <a:path w="18288000" h="10287000">
                  <a:moveTo>
                    <a:pt x="17304360" y="7038848"/>
                  </a:moveTo>
                  <a:lnTo>
                    <a:pt x="17281436" y="7000748"/>
                  </a:lnTo>
                  <a:lnTo>
                    <a:pt x="17241749" y="7026148"/>
                  </a:lnTo>
                  <a:lnTo>
                    <a:pt x="17264660" y="7064248"/>
                  </a:lnTo>
                  <a:lnTo>
                    <a:pt x="17304360" y="7038848"/>
                  </a:lnTo>
                  <a:close/>
                </a:path>
                <a:path w="18288000" h="10287000">
                  <a:moveTo>
                    <a:pt x="17309821" y="6162548"/>
                  </a:moveTo>
                  <a:lnTo>
                    <a:pt x="17293654" y="6137148"/>
                  </a:lnTo>
                  <a:lnTo>
                    <a:pt x="17265663" y="6149848"/>
                  </a:lnTo>
                  <a:lnTo>
                    <a:pt x="17281830" y="6175248"/>
                  </a:lnTo>
                  <a:lnTo>
                    <a:pt x="17309821" y="6162548"/>
                  </a:lnTo>
                  <a:close/>
                </a:path>
                <a:path w="18288000" h="10287000">
                  <a:moveTo>
                    <a:pt x="17311662" y="10010648"/>
                  </a:moveTo>
                  <a:lnTo>
                    <a:pt x="17265828" y="9921748"/>
                  </a:lnTo>
                  <a:lnTo>
                    <a:pt x="17186453" y="9972548"/>
                  </a:lnTo>
                  <a:lnTo>
                    <a:pt x="17232287" y="10048748"/>
                  </a:lnTo>
                  <a:lnTo>
                    <a:pt x="17311662" y="10010648"/>
                  </a:lnTo>
                  <a:close/>
                </a:path>
                <a:path w="18288000" h="10287000">
                  <a:moveTo>
                    <a:pt x="17316488" y="5286248"/>
                  </a:moveTo>
                  <a:lnTo>
                    <a:pt x="17306201" y="5273548"/>
                  </a:lnTo>
                  <a:lnTo>
                    <a:pt x="17288396" y="5286248"/>
                  </a:lnTo>
                  <a:lnTo>
                    <a:pt x="17298670" y="5298948"/>
                  </a:lnTo>
                  <a:lnTo>
                    <a:pt x="17316488" y="5286248"/>
                  </a:lnTo>
                  <a:close/>
                </a:path>
                <a:path w="18288000" h="10287000">
                  <a:moveTo>
                    <a:pt x="17318330" y="9134348"/>
                  </a:moveTo>
                  <a:lnTo>
                    <a:pt x="17278376" y="9058148"/>
                  </a:lnTo>
                  <a:lnTo>
                    <a:pt x="17209161" y="9096248"/>
                  </a:lnTo>
                  <a:lnTo>
                    <a:pt x="17249115" y="9172448"/>
                  </a:lnTo>
                  <a:lnTo>
                    <a:pt x="17318330" y="9134348"/>
                  </a:lnTo>
                  <a:close/>
                </a:path>
                <a:path w="18288000" h="10287000">
                  <a:moveTo>
                    <a:pt x="17323791" y="8258048"/>
                  </a:moveTo>
                  <a:lnTo>
                    <a:pt x="17290593" y="8194548"/>
                  </a:lnTo>
                  <a:lnTo>
                    <a:pt x="17233088" y="8232648"/>
                  </a:lnTo>
                  <a:lnTo>
                    <a:pt x="17266285" y="8283448"/>
                  </a:lnTo>
                  <a:lnTo>
                    <a:pt x="17323791" y="8258048"/>
                  </a:lnTo>
                  <a:close/>
                </a:path>
                <a:path w="18288000" h="10287000">
                  <a:moveTo>
                    <a:pt x="17323943" y="4420006"/>
                  </a:moveTo>
                  <a:lnTo>
                    <a:pt x="17318952" y="4411357"/>
                  </a:lnTo>
                  <a:lnTo>
                    <a:pt x="17310304" y="4416349"/>
                  </a:lnTo>
                  <a:lnTo>
                    <a:pt x="17315307" y="4424997"/>
                  </a:lnTo>
                  <a:lnTo>
                    <a:pt x="17323943" y="4420006"/>
                  </a:lnTo>
                  <a:close/>
                </a:path>
                <a:path w="18288000" h="10287000">
                  <a:moveTo>
                    <a:pt x="17328439" y="7381748"/>
                  </a:moveTo>
                  <a:lnTo>
                    <a:pt x="17302582" y="7330948"/>
                  </a:lnTo>
                  <a:lnTo>
                    <a:pt x="17257814" y="7356348"/>
                  </a:lnTo>
                  <a:lnTo>
                    <a:pt x="17283672" y="7407148"/>
                  </a:lnTo>
                  <a:lnTo>
                    <a:pt x="17328439" y="7381748"/>
                  </a:lnTo>
                  <a:close/>
                </a:path>
                <a:path w="18288000" h="10287000">
                  <a:moveTo>
                    <a:pt x="17333506" y="6505448"/>
                  </a:moveTo>
                  <a:lnTo>
                    <a:pt x="17314698" y="6467348"/>
                  </a:lnTo>
                  <a:lnTo>
                    <a:pt x="17282135" y="6492748"/>
                  </a:lnTo>
                  <a:lnTo>
                    <a:pt x="17300931" y="6518148"/>
                  </a:lnTo>
                  <a:lnTo>
                    <a:pt x="17333506" y="6505448"/>
                  </a:lnTo>
                  <a:close/>
                </a:path>
                <a:path w="18288000" h="10287000">
                  <a:moveTo>
                    <a:pt x="17333824" y="3545167"/>
                  </a:moveTo>
                  <a:lnTo>
                    <a:pt x="17332351" y="3542614"/>
                  </a:lnTo>
                  <a:lnTo>
                    <a:pt x="17329811" y="3544087"/>
                  </a:lnTo>
                  <a:lnTo>
                    <a:pt x="17331284" y="3546627"/>
                  </a:lnTo>
                  <a:lnTo>
                    <a:pt x="17333824" y="3545167"/>
                  </a:lnTo>
                  <a:close/>
                </a:path>
                <a:path w="18288000" h="10287000">
                  <a:moveTo>
                    <a:pt x="17339768" y="5629148"/>
                  </a:moveTo>
                  <a:lnTo>
                    <a:pt x="17327131" y="5603748"/>
                  </a:lnTo>
                  <a:lnTo>
                    <a:pt x="17305249" y="5616448"/>
                  </a:lnTo>
                  <a:lnTo>
                    <a:pt x="17317885" y="5641848"/>
                  </a:lnTo>
                  <a:lnTo>
                    <a:pt x="17339768" y="5629148"/>
                  </a:lnTo>
                  <a:close/>
                </a:path>
                <a:path w="18288000" h="10287000">
                  <a:moveTo>
                    <a:pt x="17342422" y="9464548"/>
                  </a:moveTo>
                  <a:lnTo>
                    <a:pt x="17299521" y="9388348"/>
                  </a:lnTo>
                  <a:lnTo>
                    <a:pt x="17225226" y="9426448"/>
                  </a:lnTo>
                  <a:lnTo>
                    <a:pt x="17268114" y="9502648"/>
                  </a:lnTo>
                  <a:lnTo>
                    <a:pt x="17342422" y="9464548"/>
                  </a:lnTo>
                  <a:close/>
                </a:path>
                <a:path w="18288000" h="10287000">
                  <a:moveTo>
                    <a:pt x="17346841" y="4752848"/>
                  </a:moveTo>
                  <a:lnTo>
                    <a:pt x="17339780" y="4740148"/>
                  </a:lnTo>
                  <a:lnTo>
                    <a:pt x="17327563" y="4740148"/>
                  </a:lnTo>
                  <a:lnTo>
                    <a:pt x="17334624" y="4752848"/>
                  </a:lnTo>
                  <a:lnTo>
                    <a:pt x="17346841" y="4752848"/>
                  </a:lnTo>
                  <a:close/>
                </a:path>
                <a:path w="18288000" h="10287000">
                  <a:moveTo>
                    <a:pt x="17348277" y="8588248"/>
                  </a:moveTo>
                  <a:lnTo>
                    <a:pt x="17311853" y="8524748"/>
                  </a:lnTo>
                  <a:lnTo>
                    <a:pt x="17248747" y="8562848"/>
                  </a:lnTo>
                  <a:lnTo>
                    <a:pt x="17285183" y="8626348"/>
                  </a:lnTo>
                  <a:lnTo>
                    <a:pt x="17348277" y="8588248"/>
                  </a:lnTo>
                  <a:close/>
                </a:path>
                <a:path w="18288000" h="10287000">
                  <a:moveTo>
                    <a:pt x="17352937" y="7711948"/>
                  </a:moveTo>
                  <a:lnTo>
                    <a:pt x="17323842" y="7661148"/>
                  </a:lnTo>
                  <a:lnTo>
                    <a:pt x="17273474" y="7686548"/>
                  </a:lnTo>
                  <a:lnTo>
                    <a:pt x="17302557" y="7737348"/>
                  </a:lnTo>
                  <a:lnTo>
                    <a:pt x="17352937" y="7711948"/>
                  </a:lnTo>
                  <a:close/>
                </a:path>
                <a:path w="18288000" h="10287000">
                  <a:moveTo>
                    <a:pt x="17355503" y="3880027"/>
                  </a:moveTo>
                  <a:lnTo>
                    <a:pt x="17352861" y="3875455"/>
                  </a:lnTo>
                  <a:lnTo>
                    <a:pt x="17348277" y="3878097"/>
                  </a:lnTo>
                  <a:lnTo>
                    <a:pt x="17350918" y="3882669"/>
                  </a:lnTo>
                  <a:lnTo>
                    <a:pt x="17355503" y="3880027"/>
                  </a:lnTo>
                  <a:close/>
                </a:path>
                <a:path w="18288000" h="10287000">
                  <a:moveTo>
                    <a:pt x="17357598" y="6835648"/>
                  </a:moveTo>
                  <a:lnTo>
                    <a:pt x="17335856" y="6797548"/>
                  </a:lnTo>
                  <a:lnTo>
                    <a:pt x="17298200" y="6822948"/>
                  </a:lnTo>
                  <a:lnTo>
                    <a:pt x="17319943" y="6861048"/>
                  </a:lnTo>
                  <a:lnTo>
                    <a:pt x="17357598" y="6835648"/>
                  </a:lnTo>
                  <a:close/>
                </a:path>
                <a:path w="18288000" h="10287000">
                  <a:moveTo>
                    <a:pt x="17363453" y="5959348"/>
                  </a:moveTo>
                  <a:lnTo>
                    <a:pt x="17348175" y="5933948"/>
                  </a:lnTo>
                  <a:lnTo>
                    <a:pt x="17321721" y="5946648"/>
                  </a:lnTo>
                  <a:lnTo>
                    <a:pt x="17336986" y="5972048"/>
                  </a:lnTo>
                  <a:lnTo>
                    <a:pt x="17363453" y="5959348"/>
                  </a:lnTo>
                  <a:close/>
                </a:path>
                <a:path w="18288000" h="10287000">
                  <a:moveTo>
                    <a:pt x="17365701" y="9794748"/>
                  </a:moveTo>
                  <a:lnTo>
                    <a:pt x="17320451" y="9718548"/>
                  </a:lnTo>
                  <a:lnTo>
                    <a:pt x="17242092" y="9769348"/>
                  </a:lnTo>
                  <a:lnTo>
                    <a:pt x="17287342" y="9845548"/>
                  </a:lnTo>
                  <a:lnTo>
                    <a:pt x="17365701" y="9794748"/>
                  </a:lnTo>
                  <a:close/>
                </a:path>
                <a:path w="18288000" h="10287000">
                  <a:moveTo>
                    <a:pt x="17369714" y="5083048"/>
                  </a:moveTo>
                  <a:lnTo>
                    <a:pt x="17360608" y="5070348"/>
                  </a:lnTo>
                  <a:lnTo>
                    <a:pt x="17344835" y="5083048"/>
                  </a:lnTo>
                  <a:lnTo>
                    <a:pt x="17353941" y="5095748"/>
                  </a:lnTo>
                  <a:lnTo>
                    <a:pt x="17369714" y="5083048"/>
                  </a:lnTo>
                  <a:close/>
                </a:path>
                <a:path w="18288000" h="10287000">
                  <a:moveTo>
                    <a:pt x="17372368" y="8918448"/>
                  </a:moveTo>
                  <a:lnTo>
                    <a:pt x="17332998" y="8854948"/>
                  </a:lnTo>
                  <a:lnTo>
                    <a:pt x="17264812" y="8893048"/>
                  </a:lnTo>
                  <a:lnTo>
                    <a:pt x="17304182" y="8969248"/>
                  </a:lnTo>
                  <a:lnTo>
                    <a:pt x="17372368" y="8918448"/>
                  </a:lnTo>
                  <a:close/>
                </a:path>
                <a:path w="18288000" h="10287000">
                  <a:moveTo>
                    <a:pt x="17377029" y="8042148"/>
                  </a:moveTo>
                  <a:lnTo>
                    <a:pt x="17345000" y="7991348"/>
                  </a:lnTo>
                  <a:lnTo>
                    <a:pt x="17289539" y="8029448"/>
                  </a:lnTo>
                  <a:lnTo>
                    <a:pt x="17321556" y="8080248"/>
                  </a:lnTo>
                  <a:lnTo>
                    <a:pt x="17377029" y="8042148"/>
                  </a:lnTo>
                  <a:close/>
                </a:path>
                <a:path w="18288000" h="10287000">
                  <a:moveTo>
                    <a:pt x="17377995" y="4215117"/>
                  </a:moveTo>
                  <a:lnTo>
                    <a:pt x="17373588" y="4207484"/>
                  </a:lnTo>
                  <a:lnTo>
                    <a:pt x="17365942" y="4211891"/>
                  </a:lnTo>
                  <a:lnTo>
                    <a:pt x="17370349" y="4219524"/>
                  </a:lnTo>
                  <a:lnTo>
                    <a:pt x="17377995" y="4215117"/>
                  </a:lnTo>
                  <a:close/>
                </a:path>
                <a:path w="18288000" h="10287000">
                  <a:moveTo>
                    <a:pt x="17381271" y="7165848"/>
                  </a:moveTo>
                  <a:lnTo>
                    <a:pt x="17356887" y="7127748"/>
                  </a:lnTo>
                  <a:lnTo>
                    <a:pt x="17314660" y="7153148"/>
                  </a:lnTo>
                  <a:lnTo>
                    <a:pt x="17339044" y="7191248"/>
                  </a:lnTo>
                  <a:lnTo>
                    <a:pt x="17381271" y="7165848"/>
                  </a:lnTo>
                  <a:close/>
                </a:path>
                <a:path w="18288000" h="10287000">
                  <a:moveTo>
                    <a:pt x="17386745" y="6289548"/>
                  </a:moveTo>
                  <a:lnTo>
                    <a:pt x="17369117" y="6264148"/>
                  </a:lnTo>
                  <a:lnTo>
                    <a:pt x="17338586" y="6276848"/>
                  </a:lnTo>
                  <a:lnTo>
                    <a:pt x="17356201" y="6314948"/>
                  </a:lnTo>
                  <a:lnTo>
                    <a:pt x="17386745" y="6289548"/>
                  </a:lnTo>
                  <a:close/>
                </a:path>
                <a:path w="18288000" h="10287000">
                  <a:moveTo>
                    <a:pt x="17387469" y="3340163"/>
                  </a:moveTo>
                  <a:lnTo>
                    <a:pt x="17387215" y="3339731"/>
                  </a:lnTo>
                  <a:lnTo>
                    <a:pt x="17385856" y="3339731"/>
                  </a:lnTo>
                  <a:lnTo>
                    <a:pt x="17386110" y="3340163"/>
                  </a:lnTo>
                  <a:lnTo>
                    <a:pt x="17387469" y="3340163"/>
                  </a:lnTo>
                  <a:close/>
                </a:path>
                <a:path w="18288000" h="10287000">
                  <a:moveTo>
                    <a:pt x="17388586" y="10137648"/>
                  </a:moveTo>
                  <a:lnTo>
                    <a:pt x="17341279" y="10048748"/>
                  </a:lnTo>
                  <a:lnTo>
                    <a:pt x="17259364" y="10099548"/>
                  </a:lnTo>
                  <a:lnTo>
                    <a:pt x="17306659" y="10175748"/>
                  </a:lnTo>
                  <a:lnTo>
                    <a:pt x="17388586" y="10137648"/>
                  </a:lnTo>
                  <a:close/>
                </a:path>
                <a:path w="18288000" h="10287000">
                  <a:moveTo>
                    <a:pt x="17392612" y="5413248"/>
                  </a:moveTo>
                  <a:lnTo>
                    <a:pt x="17381436" y="5400548"/>
                  </a:lnTo>
                  <a:lnTo>
                    <a:pt x="17362107" y="5413248"/>
                  </a:lnTo>
                  <a:lnTo>
                    <a:pt x="17373270" y="5425948"/>
                  </a:lnTo>
                  <a:lnTo>
                    <a:pt x="17392612" y="5413248"/>
                  </a:lnTo>
                  <a:close/>
                </a:path>
                <a:path w="18288000" h="10287000">
                  <a:moveTo>
                    <a:pt x="17395648" y="9261348"/>
                  </a:moveTo>
                  <a:lnTo>
                    <a:pt x="17353928" y="9185148"/>
                  </a:lnTo>
                  <a:lnTo>
                    <a:pt x="17281678" y="9223248"/>
                  </a:lnTo>
                  <a:lnTo>
                    <a:pt x="17323385" y="9299448"/>
                  </a:lnTo>
                  <a:lnTo>
                    <a:pt x="17395648" y="9261348"/>
                  </a:lnTo>
                  <a:close/>
                </a:path>
                <a:path w="18288000" h="10287000">
                  <a:moveTo>
                    <a:pt x="17400067" y="4550092"/>
                  </a:moveTo>
                  <a:lnTo>
                    <a:pt x="17394200" y="4539907"/>
                  </a:lnTo>
                  <a:lnTo>
                    <a:pt x="17384014" y="4545787"/>
                  </a:lnTo>
                  <a:lnTo>
                    <a:pt x="17389894" y="4555960"/>
                  </a:lnTo>
                  <a:lnTo>
                    <a:pt x="17400067" y="4550092"/>
                  </a:lnTo>
                  <a:close/>
                </a:path>
                <a:path w="18288000" h="10287000">
                  <a:moveTo>
                    <a:pt x="17401121" y="8385048"/>
                  </a:moveTo>
                  <a:lnTo>
                    <a:pt x="17366145" y="8321548"/>
                  </a:lnTo>
                  <a:lnTo>
                    <a:pt x="17305605" y="8359648"/>
                  </a:lnTo>
                  <a:lnTo>
                    <a:pt x="17340555" y="8423148"/>
                  </a:lnTo>
                  <a:lnTo>
                    <a:pt x="17401121" y="8385048"/>
                  </a:lnTo>
                  <a:close/>
                </a:path>
                <a:path w="18288000" h="10287000">
                  <a:moveTo>
                    <a:pt x="17405769" y="7508748"/>
                  </a:moveTo>
                  <a:lnTo>
                    <a:pt x="17378147" y="7457948"/>
                  </a:lnTo>
                  <a:lnTo>
                    <a:pt x="17330319" y="7483348"/>
                  </a:lnTo>
                  <a:lnTo>
                    <a:pt x="17357941" y="7534148"/>
                  </a:lnTo>
                  <a:lnTo>
                    <a:pt x="17405769" y="7508748"/>
                  </a:lnTo>
                  <a:close/>
                </a:path>
                <a:path w="18288000" h="10287000">
                  <a:moveTo>
                    <a:pt x="17409541" y="3675138"/>
                  </a:moveTo>
                  <a:lnTo>
                    <a:pt x="17407497" y="3671570"/>
                  </a:lnTo>
                  <a:lnTo>
                    <a:pt x="17403928" y="3673640"/>
                  </a:lnTo>
                  <a:lnTo>
                    <a:pt x="17405985" y="3677196"/>
                  </a:lnTo>
                  <a:lnTo>
                    <a:pt x="17409541" y="3675138"/>
                  </a:lnTo>
                  <a:close/>
                </a:path>
                <a:path w="18288000" h="10287000">
                  <a:moveTo>
                    <a:pt x="17410430" y="6632448"/>
                  </a:moveTo>
                  <a:lnTo>
                    <a:pt x="17390148" y="6594348"/>
                  </a:lnTo>
                  <a:lnTo>
                    <a:pt x="17355046" y="6619748"/>
                  </a:lnTo>
                  <a:lnTo>
                    <a:pt x="17375315" y="6645148"/>
                  </a:lnTo>
                  <a:lnTo>
                    <a:pt x="17410430" y="6632448"/>
                  </a:lnTo>
                  <a:close/>
                </a:path>
                <a:path w="18288000" h="10287000">
                  <a:moveTo>
                    <a:pt x="17415891" y="5756148"/>
                  </a:moveTo>
                  <a:lnTo>
                    <a:pt x="17402379" y="5730748"/>
                  </a:lnTo>
                  <a:lnTo>
                    <a:pt x="17378972" y="5743448"/>
                  </a:lnTo>
                  <a:lnTo>
                    <a:pt x="17392473" y="5768848"/>
                  </a:lnTo>
                  <a:lnTo>
                    <a:pt x="17415891" y="5756148"/>
                  </a:lnTo>
                  <a:close/>
                </a:path>
                <a:path w="18288000" h="10287000">
                  <a:moveTo>
                    <a:pt x="17419346" y="9591548"/>
                  </a:moveTo>
                  <a:lnTo>
                    <a:pt x="17374972" y="9515348"/>
                  </a:lnTo>
                  <a:lnTo>
                    <a:pt x="17298137" y="9566148"/>
                  </a:lnTo>
                  <a:lnTo>
                    <a:pt x="17342498" y="9642348"/>
                  </a:lnTo>
                  <a:lnTo>
                    <a:pt x="17419346" y="9591548"/>
                  </a:lnTo>
                  <a:close/>
                </a:path>
                <a:path w="18288000" h="10287000">
                  <a:moveTo>
                    <a:pt x="17422965" y="4879848"/>
                  </a:moveTo>
                  <a:lnTo>
                    <a:pt x="17415028" y="4867148"/>
                  </a:lnTo>
                  <a:lnTo>
                    <a:pt x="17401286" y="4867148"/>
                  </a:lnTo>
                  <a:lnTo>
                    <a:pt x="17409211" y="4892548"/>
                  </a:lnTo>
                  <a:lnTo>
                    <a:pt x="17422965" y="4879848"/>
                  </a:lnTo>
                  <a:close/>
                </a:path>
                <a:path w="18288000" h="10287000">
                  <a:moveTo>
                    <a:pt x="17425607" y="8715248"/>
                  </a:moveTo>
                  <a:lnTo>
                    <a:pt x="17387405" y="8651748"/>
                  </a:lnTo>
                  <a:lnTo>
                    <a:pt x="17321251" y="8689848"/>
                  </a:lnTo>
                  <a:lnTo>
                    <a:pt x="17359453" y="8753348"/>
                  </a:lnTo>
                  <a:lnTo>
                    <a:pt x="17425607" y="8715248"/>
                  </a:lnTo>
                  <a:close/>
                </a:path>
                <a:path w="18288000" h="10287000">
                  <a:moveTo>
                    <a:pt x="17429861" y="7838948"/>
                  </a:moveTo>
                  <a:lnTo>
                    <a:pt x="17399305" y="7788148"/>
                  </a:lnTo>
                  <a:lnTo>
                    <a:pt x="17346384" y="7826248"/>
                  </a:lnTo>
                  <a:lnTo>
                    <a:pt x="17376928" y="7877048"/>
                  </a:lnTo>
                  <a:lnTo>
                    <a:pt x="17429861" y="7838948"/>
                  </a:lnTo>
                  <a:close/>
                </a:path>
                <a:path w="18288000" h="10287000">
                  <a:moveTo>
                    <a:pt x="17431220" y="4009999"/>
                  </a:moveTo>
                  <a:lnTo>
                    <a:pt x="17427994" y="4004411"/>
                  </a:lnTo>
                  <a:lnTo>
                    <a:pt x="17422394" y="4007637"/>
                  </a:lnTo>
                  <a:lnTo>
                    <a:pt x="17425632" y="4013238"/>
                  </a:lnTo>
                  <a:lnTo>
                    <a:pt x="17431220" y="4009999"/>
                  </a:lnTo>
                  <a:close/>
                </a:path>
                <a:path w="18288000" h="10287000">
                  <a:moveTo>
                    <a:pt x="17434116" y="6962648"/>
                  </a:moveTo>
                  <a:lnTo>
                    <a:pt x="17411205" y="6924548"/>
                  </a:lnTo>
                  <a:lnTo>
                    <a:pt x="17371505" y="6949948"/>
                  </a:lnTo>
                  <a:lnTo>
                    <a:pt x="17394428" y="6988048"/>
                  </a:lnTo>
                  <a:lnTo>
                    <a:pt x="17434116" y="6962648"/>
                  </a:lnTo>
                  <a:close/>
                </a:path>
                <a:path w="18288000" h="10287000">
                  <a:moveTo>
                    <a:pt x="17439577" y="6086348"/>
                  </a:moveTo>
                  <a:lnTo>
                    <a:pt x="17423410" y="6060948"/>
                  </a:lnTo>
                  <a:lnTo>
                    <a:pt x="17395432" y="6073648"/>
                  </a:lnTo>
                  <a:lnTo>
                    <a:pt x="17411586" y="6111748"/>
                  </a:lnTo>
                  <a:lnTo>
                    <a:pt x="17439577" y="6086348"/>
                  </a:lnTo>
                  <a:close/>
                </a:path>
                <a:path w="18288000" h="10287000">
                  <a:moveTo>
                    <a:pt x="17442625" y="9934448"/>
                  </a:moveTo>
                  <a:lnTo>
                    <a:pt x="17395914" y="9845548"/>
                  </a:lnTo>
                  <a:lnTo>
                    <a:pt x="17315003" y="9896348"/>
                  </a:lnTo>
                  <a:lnTo>
                    <a:pt x="17361713" y="9972548"/>
                  </a:lnTo>
                  <a:lnTo>
                    <a:pt x="17442625" y="9934448"/>
                  </a:lnTo>
                  <a:close/>
                </a:path>
                <a:path w="18288000" h="10287000">
                  <a:moveTo>
                    <a:pt x="17446244" y="5210048"/>
                  </a:moveTo>
                  <a:lnTo>
                    <a:pt x="17435957" y="5197348"/>
                  </a:lnTo>
                  <a:lnTo>
                    <a:pt x="17418152" y="5210048"/>
                  </a:lnTo>
                  <a:lnTo>
                    <a:pt x="17428439" y="5222748"/>
                  </a:lnTo>
                  <a:lnTo>
                    <a:pt x="17446244" y="5210048"/>
                  </a:lnTo>
                  <a:close/>
                </a:path>
                <a:path w="18288000" h="10287000">
                  <a:moveTo>
                    <a:pt x="17448886" y="9058148"/>
                  </a:moveTo>
                  <a:lnTo>
                    <a:pt x="17408348" y="8981948"/>
                  </a:lnTo>
                  <a:lnTo>
                    <a:pt x="17338129" y="9020048"/>
                  </a:lnTo>
                  <a:lnTo>
                    <a:pt x="17378668" y="9096248"/>
                  </a:lnTo>
                  <a:lnTo>
                    <a:pt x="17448886" y="9058148"/>
                  </a:lnTo>
                  <a:close/>
                </a:path>
                <a:path w="18288000" h="10287000">
                  <a:moveTo>
                    <a:pt x="17453712" y="4345089"/>
                  </a:moveTo>
                  <a:lnTo>
                    <a:pt x="17448708" y="4336440"/>
                  </a:lnTo>
                  <a:lnTo>
                    <a:pt x="17440059" y="4341431"/>
                  </a:lnTo>
                  <a:lnTo>
                    <a:pt x="17445063" y="4350080"/>
                  </a:lnTo>
                  <a:lnTo>
                    <a:pt x="17453712" y="4345089"/>
                  </a:lnTo>
                  <a:close/>
                </a:path>
                <a:path w="18288000" h="10287000">
                  <a:moveTo>
                    <a:pt x="17453953" y="8181848"/>
                  </a:moveTo>
                  <a:lnTo>
                    <a:pt x="17420463" y="8118348"/>
                  </a:lnTo>
                  <a:lnTo>
                    <a:pt x="17362450" y="8156448"/>
                  </a:lnTo>
                  <a:lnTo>
                    <a:pt x="17395940" y="8207248"/>
                  </a:lnTo>
                  <a:lnTo>
                    <a:pt x="17453953" y="8181848"/>
                  </a:lnTo>
                  <a:close/>
                </a:path>
                <a:path w="18288000" h="10287000">
                  <a:moveTo>
                    <a:pt x="17458195" y="7305548"/>
                  </a:moveTo>
                  <a:lnTo>
                    <a:pt x="17432351" y="7254748"/>
                  </a:lnTo>
                  <a:lnTo>
                    <a:pt x="17387570" y="7280148"/>
                  </a:lnTo>
                  <a:lnTo>
                    <a:pt x="17413428" y="7330948"/>
                  </a:lnTo>
                  <a:lnTo>
                    <a:pt x="17458195" y="7305548"/>
                  </a:lnTo>
                  <a:close/>
                </a:path>
                <a:path w="18288000" h="10287000">
                  <a:moveTo>
                    <a:pt x="17463186" y="3470135"/>
                  </a:moveTo>
                  <a:lnTo>
                    <a:pt x="17462005" y="3468103"/>
                  </a:lnTo>
                  <a:lnTo>
                    <a:pt x="17459973" y="3469271"/>
                  </a:lnTo>
                  <a:lnTo>
                    <a:pt x="17461141" y="3471316"/>
                  </a:lnTo>
                  <a:lnTo>
                    <a:pt x="17463186" y="3470135"/>
                  </a:lnTo>
                  <a:close/>
                </a:path>
                <a:path w="18288000" h="10287000">
                  <a:moveTo>
                    <a:pt x="17463262" y="6429248"/>
                  </a:moveTo>
                  <a:lnTo>
                    <a:pt x="17444466" y="6391148"/>
                  </a:lnTo>
                  <a:lnTo>
                    <a:pt x="17411891" y="6416548"/>
                  </a:lnTo>
                  <a:lnTo>
                    <a:pt x="17430700" y="6441948"/>
                  </a:lnTo>
                  <a:lnTo>
                    <a:pt x="17463262" y="6429248"/>
                  </a:lnTo>
                  <a:close/>
                </a:path>
                <a:path w="18288000" h="10287000">
                  <a:moveTo>
                    <a:pt x="17464710" y="10264648"/>
                  </a:moveTo>
                  <a:lnTo>
                    <a:pt x="17416526" y="10175748"/>
                  </a:lnTo>
                  <a:lnTo>
                    <a:pt x="17333075" y="10226548"/>
                  </a:lnTo>
                  <a:lnTo>
                    <a:pt x="17362628" y="10277348"/>
                  </a:lnTo>
                  <a:lnTo>
                    <a:pt x="17437151" y="10277348"/>
                  </a:lnTo>
                  <a:lnTo>
                    <a:pt x="17464710" y="10264648"/>
                  </a:lnTo>
                  <a:close/>
                </a:path>
                <a:path w="18288000" h="10287000">
                  <a:moveTo>
                    <a:pt x="17469130" y="5552948"/>
                  </a:moveTo>
                  <a:lnTo>
                    <a:pt x="17456785" y="5527548"/>
                  </a:lnTo>
                  <a:lnTo>
                    <a:pt x="17435411" y="5540248"/>
                  </a:lnTo>
                  <a:lnTo>
                    <a:pt x="17447756" y="5565648"/>
                  </a:lnTo>
                  <a:lnTo>
                    <a:pt x="17469130" y="5552948"/>
                  </a:lnTo>
                  <a:close/>
                </a:path>
                <a:path w="18288000" h="10287000">
                  <a:moveTo>
                    <a:pt x="17472978" y="9388348"/>
                  </a:moveTo>
                  <a:lnTo>
                    <a:pt x="17429493" y="9312148"/>
                  </a:lnTo>
                  <a:lnTo>
                    <a:pt x="17354182" y="9362948"/>
                  </a:lnTo>
                  <a:lnTo>
                    <a:pt x="17397667" y="9439148"/>
                  </a:lnTo>
                  <a:lnTo>
                    <a:pt x="17472978" y="9388348"/>
                  </a:lnTo>
                  <a:close/>
                </a:path>
                <a:path w="18288000" h="10287000">
                  <a:moveTo>
                    <a:pt x="17476191" y="4680166"/>
                  </a:moveTo>
                  <a:lnTo>
                    <a:pt x="17469435" y="4668469"/>
                  </a:lnTo>
                  <a:lnTo>
                    <a:pt x="17457725" y="4675225"/>
                  </a:lnTo>
                  <a:lnTo>
                    <a:pt x="17464482" y="4686922"/>
                  </a:lnTo>
                  <a:lnTo>
                    <a:pt x="17476191" y="4680166"/>
                  </a:lnTo>
                  <a:close/>
                </a:path>
                <a:path w="18288000" h="10287000">
                  <a:moveTo>
                    <a:pt x="17478439" y="8512048"/>
                  </a:moveTo>
                  <a:lnTo>
                    <a:pt x="17441710" y="8448548"/>
                  </a:lnTo>
                  <a:lnTo>
                    <a:pt x="17378109" y="8486648"/>
                  </a:lnTo>
                  <a:lnTo>
                    <a:pt x="17414837" y="8550148"/>
                  </a:lnTo>
                  <a:lnTo>
                    <a:pt x="17478439" y="8512048"/>
                  </a:lnTo>
                  <a:close/>
                </a:path>
                <a:path w="18288000" h="10287000">
                  <a:moveTo>
                    <a:pt x="17482693" y="7635748"/>
                  </a:moveTo>
                  <a:lnTo>
                    <a:pt x="17453610" y="7584948"/>
                  </a:lnTo>
                  <a:lnTo>
                    <a:pt x="17403229" y="7610348"/>
                  </a:lnTo>
                  <a:lnTo>
                    <a:pt x="17432312" y="7661148"/>
                  </a:lnTo>
                  <a:lnTo>
                    <a:pt x="17482693" y="7635748"/>
                  </a:lnTo>
                  <a:close/>
                </a:path>
                <a:path w="18288000" h="10287000">
                  <a:moveTo>
                    <a:pt x="17485271" y="3805110"/>
                  </a:moveTo>
                  <a:lnTo>
                    <a:pt x="17482630" y="3800538"/>
                  </a:lnTo>
                  <a:lnTo>
                    <a:pt x="17478045" y="3803180"/>
                  </a:lnTo>
                  <a:lnTo>
                    <a:pt x="17480687" y="3807752"/>
                  </a:lnTo>
                  <a:lnTo>
                    <a:pt x="17485271" y="3805110"/>
                  </a:lnTo>
                  <a:close/>
                </a:path>
                <a:path w="18288000" h="10287000">
                  <a:moveTo>
                    <a:pt x="17486948" y="6759448"/>
                  </a:moveTo>
                  <a:lnTo>
                    <a:pt x="17465510" y="6721348"/>
                  </a:lnTo>
                  <a:lnTo>
                    <a:pt x="17428363" y="6746748"/>
                  </a:lnTo>
                  <a:lnTo>
                    <a:pt x="17449800" y="6784848"/>
                  </a:lnTo>
                  <a:lnTo>
                    <a:pt x="17486948" y="6759448"/>
                  </a:lnTo>
                  <a:close/>
                </a:path>
                <a:path w="18288000" h="10287000">
                  <a:moveTo>
                    <a:pt x="17492815" y="5883148"/>
                  </a:moveTo>
                  <a:lnTo>
                    <a:pt x="17477829" y="5857748"/>
                  </a:lnTo>
                  <a:lnTo>
                    <a:pt x="17451870" y="5870448"/>
                  </a:lnTo>
                  <a:lnTo>
                    <a:pt x="17466856" y="5895848"/>
                  </a:lnTo>
                  <a:lnTo>
                    <a:pt x="17492815" y="5883148"/>
                  </a:lnTo>
                  <a:close/>
                </a:path>
                <a:path w="18288000" h="10287000">
                  <a:moveTo>
                    <a:pt x="17496663" y="9718548"/>
                  </a:moveTo>
                  <a:lnTo>
                    <a:pt x="17450537" y="9642348"/>
                  </a:lnTo>
                  <a:lnTo>
                    <a:pt x="17370654" y="9693148"/>
                  </a:lnTo>
                  <a:lnTo>
                    <a:pt x="17416780" y="9769348"/>
                  </a:lnTo>
                  <a:lnTo>
                    <a:pt x="17496663" y="9718548"/>
                  </a:lnTo>
                  <a:close/>
                </a:path>
                <a:path w="18288000" h="10287000">
                  <a:moveTo>
                    <a:pt x="17499076" y="5006848"/>
                  </a:moveTo>
                  <a:lnTo>
                    <a:pt x="17490263" y="4994148"/>
                  </a:lnTo>
                  <a:lnTo>
                    <a:pt x="17474997" y="5006848"/>
                  </a:lnTo>
                  <a:lnTo>
                    <a:pt x="17483811" y="5019548"/>
                  </a:lnTo>
                  <a:lnTo>
                    <a:pt x="17499076" y="5006848"/>
                  </a:lnTo>
                  <a:close/>
                </a:path>
                <a:path w="18288000" h="10287000">
                  <a:moveTo>
                    <a:pt x="17502124" y="8854948"/>
                  </a:moveTo>
                  <a:lnTo>
                    <a:pt x="17462754" y="8778748"/>
                  </a:lnTo>
                  <a:lnTo>
                    <a:pt x="17394568" y="8816848"/>
                  </a:lnTo>
                  <a:lnTo>
                    <a:pt x="17433938" y="8893048"/>
                  </a:lnTo>
                  <a:lnTo>
                    <a:pt x="17502124" y="8854948"/>
                  </a:lnTo>
                  <a:close/>
                </a:path>
                <a:path w="18288000" h="10287000">
                  <a:moveTo>
                    <a:pt x="17506773" y="7978648"/>
                  </a:moveTo>
                  <a:lnTo>
                    <a:pt x="17474756" y="7915148"/>
                  </a:lnTo>
                  <a:lnTo>
                    <a:pt x="17419295" y="7953248"/>
                  </a:lnTo>
                  <a:lnTo>
                    <a:pt x="17451312" y="8004048"/>
                  </a:lnTo>
                  <a:lnTo>
                    <a:pt x="17506773" y="7978648"/>
                  </a:lnTo>
                  <a:close/>
                </a:path>
                <a:path w="18288000" h="10287000">
                  <a:moveTo>
                    <a:pt x="17507344" y="4140085"/>
                  </a:moveTo>
                  <a:lnTo>
                    <a:pt x="17503229" y="4132961"/>
                  </a:lnTo>
                  <a:lnTo>
                    <a:pt x="17496105" y="4137075"/>
                  </a:lnTo>
                  <a:lnTo>
                    <a:pt x="17500219" y="4144200"/>
                  </a:lnTo>
                  <a:lnTo>
                    <a:pt x="17507344" y="4140085"/>
                  </a:lnTo>
                  <a:close/>
                </a:path>
                <a:path w="18288000" h="10287000">
                  <a:moveTo>
                    <a:pt x="17511040" y="7102348"/>
                  </a:moveTo>
                  <a:lnTo>
                    <a:pt x="17486656" y="7051548"/>
                  </a:lnTo>
                  <a:lnTo>
                    <a:pt x="17444416" y="7076948"/>
                  </a:lnTo>
                  <a:lnTo>
                    <a:pt x="17468800" y="7115048"/>
                  </a:lnTo>
                  <a:lnTo>
                    <a:pt x="17511040" y="7102348"/>
                  </a:lnTo>
                  <a:close/>
                </a:path>
                <a:path w="18288000" h="10287000">
                  <a:moveTo>
                    <a:pt x="17516094" y="6226048"/>
                  </a:moveTo>
                  <a:lnTo>
                    <a:pt x="17498759" y="6187948"/>
                  </a:lnTo>
                  <a:lnTo>
                    <a:pt x="17468749" y="6213348"/>
                  </a:lnTo>
                  <a:lnTo>
                    <a:pt x="17486072" y="6238748"/>
                  </a:lnTo>
                  <a:lnTo>
                    <a:pt x="17516094" y="6226048"/>
                  </a:lnTo>
                  <a:close/>
                </a:path>
                <a:path w="18288000" h="10287000">
                  <a:moveTo>
                    <a:pt x="17519549" y="10061448"/>
                  </a:moveTo>
                  <a:lnTo>
                    <a:pt x="17471365" y="9972548"/>
                  </a:lnTo>
                  <a:lnTo>
                    <a:pt x="17387913" y="10023348"/>
                  </a:lnTo>
                  <a:lnTo>
                    <a:pt x="17436097" y="10112248"/>
                  </a:lnTo>
                  <a:lnTo>
                    <a:pt x="17519549" y="10061448"/>
                  </a:lnTo>
                  <a:close/>
                </a:path>
                <a:path w="18288000" h="10287000">
                  <a:moveTo>
                    <a:pt x="17522355" y="5349748"/>
                  </a:moveTo>
                  <a:lnTo>
                    <a:pt x="17511192" y="5324348"/>
                  </a:lnTo>
                  <a:lnTo>
                    <a:pt x="17491863" y="5337048"/>
                  </a:lnTo>
                  <a:lnTo>
                    <a:pt x="17503026" y="5349748"/>
                  </a:lnTo>
                  <a:lnTo>
                    <a:pt x="17522355" y="5349748"/>
                  </a:lnTo>
                  <a:close/>
                </a:path>
                <a:path w="18288000" h="10287000">
                  <a:moveTo>
                    <a:pt x="17526216" y="9185148"/>
                  </a:moveTo>
                  <a:lnTo>
                    <a:pt x="17483900" y="9108948"/>
                  </a:lnTo>
                  <a:lnTo>
                    <a:pt x="17410634" y="9147048"/>
                  </a:lnTo>
                  <a:lnTo>
                    <a:pt x="17452937" y="9223248"/>
                  </a:lnTo>
                  <a:lnTo>
                    <a:pt x="17526216" y="9185148"/>
                  </a:lnTo>
                  <a:close/>
                </a:path>
                <a:path w="18288000" h="10287000">
                  <a:moveTo>
                    <a:pt x="17529429" y="4475061"/>
                  </a:moveTo>
                  <a:lnTo>
                    <a:pt x="17523841" y="4465396"/>
                  </a:lnTo>
                  <a:lnTo>
                    <a:pt x="17514177" y="4470984"/>
                  </a:lnTo>
                  <a:lnTo>
                    <a:pt x="17519765" y="4480649"/>
                  </a:lnTo>
                  <a:lnTo>
                    <a:pt x="17529429" y="4475061"/>
                  </a:lnTo>
                  <a:close/>
                </a:path>
                <a:path w="18288000" h="10287000">
                  <a:moveTo>
                    <a:pt x="17530877" y="8308848"/>
                  </a:moveTo>
                  <a:lnTo>
                    <a:pt x="17495914" y="8245348"/>
                  </a:lnTo>
                  <a:lnTo>
                    <a:pt x="17435360" y="8283448"/>
                  </a:lnTo>
                  <a:lnTo>
                    <a:pt x="17470311" y="8346948"/>
                  </a:lnTo>
                  <a:lnTo>
                    <a:pt x="17530877" y="8308848"/>
                  </a:lnTo>
                  <a:close/>
                </a:path>
                <a:path w="18288000" h="10287000">
                  <a:moveTo>
                    <a:pt x="17535538" y="7432548"/>
                  </a:moveTo>
                  <a:lnTo>
                    <a:pt x="17507916" y="7381748"/>
                  </a:lnTo>
                  <a:lnTo>
                    <a:pt x="17460087" y="7407148"/>
                  </a:lnTo>
                  <a:lnTo>
                    <a:pt x="17487697" y="7457948"/>
                  </a:lnTo>
                  <a:lnTo>
                    <a:pt x="17535538" y="7432548"/>
                  </a:lnTo>
                  <a:close/>
                </a:path>
                <a:path w="18288000" h="10287000">
                  <a:moveTo>
                    <a:pt x="17538904" y="3600107"/>
                  </a:moveTo>
                  <a:lnTo>
                    <a:pt x="17537151" y="3597059"/>
                  </a:lnTo>
                  <a:lnTo>
                    <a:pt x="17534090" y="3598824"/>
                  </a:lnTo>
                  <a:lnTo>
                    <a:pt x="17535856" y="3601872"/>
                  </a:lnTo>
                  <a:lnTo>
                    <a:pt x="17538904" y="3600107"/>
                  </a:lnTo>
                  <a:close/>
                </a:path>
                <a:path w="18288000" h="10287000">
                  <a:moveTo>
                    <a:pt x="17540186" y="6556248"/>
                  </a:moveTo>
                  <a:lnTo>
                    <a:pt x="17519917" y="6518148"/>
                  </a:lnTo>
                  <a:lnTo>
                    <a:pt x="17484802" y="6543548"/>
                  </a:lnTo>
                  <a:lnTo>
                    <a:pt x="17505083" y="6581648"/>
                  </a:lnTo>
                  <a:lnTo>
                    <a:pt x="17540186" y="6556248"/>
                  </a:lnTo>
                  <a:close/>
                </a:path>
                <a:path w="18288000" h="10287000">
                  <a:moveTo>
                    <a:pt x="17545241" y="5679948"/>
                  </a:moveTo>
                  <a:lnTo>
                    <a:pt x="17532020" y="5654548"/>
                  </a:lnTo>
                  <a:lnTo>
                    <a:pt x="17509122" y="5667248"/>
                  </a:lnTo>
                  <a:lnTo>
                    <a:pt x="17522343" y="5692648"/>
                  </a:lnTo>
                  <a:lnTo>
                    <a:pt x="17545241" y="5679948"/>
                  </a:lnTo>
                  <a:close/>
                </a:path>
                <a:path w="18288000" h="10287000">
                  <a:moveTo>
                    <a:pt x="17550295" y="9515348"/>
                  </a:moveTo>
                  <a:lnTo>
                    <a:pt x="17505058" y="9439148"/>
                  </a:lnTo>
                  <a:lnTo>
                    <a:pt x="17426699" y="9489948"/>
                  </a:lnTo>
                  <a:lnTo>
                    <a:pt x="17471936" y="9566148"/>
                  </a:lnTo>
                  <a:lnTo>
                    <a:pt x="17550295" y="9515348"/>
                  </a:lnTo>
                  <a:close/>
                </a:path>
                <a:path w="18288000" h="10287000">
                  <a:moveTo>
                    <a:pt x="17552315" y="4803648"/>
                  </a:moveTo>
                  <a:lnTo>
                    <a:pt x="17544682" y="4790948"/>
                  </a:lnTo>
                  <a:lnTo>
                    <a:pt x="17531436" y="4803648"/>
                  </a:lnTo>
                  <a:lnTo>
                    <a:pt x="17539081" y="4816348"/>
                  </a:lnTo>
                  <a:lnTo>
                    <a:pt x="17552315" y="4803648"/>
                  </a:lnTo>
                  <a:close/>
                </a:path>
                <a:path w="18288000" h="10287000">
                  <a:moveTo>
                    <a:pt x="17555756" y="8639048"/>
                  </a:moveTo>
                  <a:lnTo>
                    <a:pt x="17517275" y="8575548"/>
                  </a:lnTo>
                  <a:lnTo>
                    <a:pt x="17450613" y="8613648"/>
                  </a:lnTo>
                  <a:lnTo>
                    <a:pt x="17489107" y="8677148"/>
                  </a:lnTo>
                  <a:lnTo>
                    <a:pt x="17555756" y="8639048"/>
                  </a:lnTo>
                  <a:close/>
                </a:path>
                <a:path w="18288000" h="10287000">
                  <a:moveTo>
                    <a:pt x="17559617" y="7762748"/>
                  </a:moveTo>
                  <a:lnTo>
                    <a:pt x="17529061" y="7711948"/>
                  </a:lnTo>
                  <a:lnTo>
                    <a:pt x="17476140" y="7750048"/>
                  </a:lnTo>
                  <a:lnTo>
                    <a:pt x="17506696" y="7800848"/>
                  </a:lnTo>
                  <a:lnTo>
                    <a:pt x="17559617" y="7762748"/>
                  </a:lnTo>
                  <a:close/>
                </a:path>
                <a:path w="18288000" h="10287000">
                  <a:moveTo>
                    <a:pt x="17560976" y="3935082"/>
                  </a:moveTo>
                  <a:lnTo>
                    <a:pt x="17557750" y="3929481"/>
                  </a:lnTo>
                  <a:lnTo>
                    <a:pt x="17552150" y="3932720"/>
                  </a:lnTo>
                  <a:lnTo>
                    <a:pt x="17555388" y="3938320"/>
                  </a:lnTo>
                  <a:lnTo>
                    <a:pt x="17560976" y="3935082"/>
                  </a:lnTo>
                  <a:close/>
                </a:path>
                <a:path w="18288000" h="10287000">
                  <a:moveTo>
                    <a:pt x="17563478" y="6886448"/>
                  </a:moveTo>
                  <a:lnTo>
                    <a:pt x="17540847" y="6848348"/>
                  </a:lnTo>
                  <a:lnTo>
                    <a:pt x="17501667" y="6873748"/>
                  </a:lnTo>
                  <a:lnTo>
                    <a:pt x="17524286" y="6911848"/>
                  </a:lnTo>
                  <a:lnTo>
                    <a:pt x="17563478" y="6886448"/>
                  </a:lnTo>
                  <a:close/>
                </a:path>
                <a:path w="18288000" h="10287000">
                  <a:moveTo>
                    <a:pt x="17568926" y="6010148"/>
                  </a:moveTo>
                  <a:lnTo>
                    <a:pt x="17553064" y="5984748"/>
                  </a:lnTo>
                  <a:lnTo>
                    <a:pt x="17525594" y="5997448"/>
                  </a:lnTo>
                  <a:lnTo>
                    <a:pt x="17541456" y="6035548"/>
                  </a:lnTo>
                  <a:lnTo>
                    <a:pt x="17568926" y="6010148"/>
                  </a:lnTo>
                  <a:close/>
                </a:path>
                <a:path w="18288000" h="10287000">
                  <a:moveTo>
                    <a:pt x="17573587" y="9858248"/>
                  </a:moveTo>
                  <a:lnTo>
                    <a:pt x="17526000" y="9769348"/>
                  </a:lnTo>
                  <a:lnTo>
                    <a:pt x="17443565" y="9820148"/>
                  </a:lnTo>
                  <a:lnTo>
                    <a:pt x="17491152" y="9909048"/>
                  </a:lnTo>
                  <a:lnTo>
                    <a:pt x="17573587" y="9858248"/>
                  </a:lnTo>
                  <a:close/>
                </a:path>
                <a:path w="18288000" h="10287000">
                  <a:moveTo>
                    <a:pt x="17575607" y="5133848"/>
                  </a:moveTo>
                  <a:lnTo>
                    <a:pt x="17565612" y="5121148"/>
                  </a:lnTo>
                  <a:lnTo>
                    <a:pt x="17548314" y="5133848"/>
                  </a:lnTo>
                  <a:lnTo>
                    <a:pt x="17558296" y="5146548"/>
                  </a:lnTo>
                  <a:lnTo>
                    <a:pt x="17575607" y="5133848"/>
                  </a:lnTo>
                  <a:close/>
                </a:path>
                <a:path w="18288000" h="10287000">
                  <a:moveTo>
                    <a:pt x="17579048" y="8981948"/>
                  </a:moveTo>
                  <a:lnTo>
                    <a:pt x="17538205" y="8905748"/>
                  </a:lnTo>
                  <a:lnTo>
                    <a:pt x="17467479" y="8943848"/>
                  </a:lnTo>
                  <a:lnTo>
                    <a:pt x="17508322" y="9020048"/>
                  </a:lnTo>
                  <a:lnTo>
                    <a:pt x="17579048" y="8981948"/>
                  </a:lnTo>
                  <a:close/>
                </a:path>
                <a:path w="18288000" h="10287000">
                  <a:moveTo>
                    <a:pt x="17583061" y="4270057"/>
                  </a:moveTo>
                  <a:lnTo>
                    <a:pt x="17578362" y="4261929"/>
                  </a:lnTo>
                  <a:lnTo>
                    <a:pt x="17570222" y="4266616"/>
                  </a:lnTo>
                  <a:lnTo>
                    <a:pt x="17574921" y="4274769"/>
                  </a:lnTo>
                  <a:lnTo>
                    <a:pt x="17583061" y="4270057"/>
                  </a:lnTo>
                  <a:close/>
                </a:path>
                <a:path w="18288000" h="10287000">
                  <a:moveTo>
                    <a:pt x="17583709" y="8105648"/>
                  </a:moveTo>
                  <a:lnTo>
                    <a:pt x="17550219" y="8042148"/>
                  </a:lnTo>
                  <a:lnTo>
                    <a:pt x="17492206" y="8080248"/>
                  </a:lnTo>
                  <a:lnTo>
                    <a:pt x="17525696" y="8131048"/>
                  </a:lnTo>
                  <a:lnTo>
                    <a:pt x="17583709" y="8105648"/>
                  </a:lnTo>
                  <a:close/>
                </a:path>
                <a:path w="18288000" h="10287000">
                  <a:moveTo>
                    <a:pt x="17587964" y="7229348"/>
                  </a:moveTo>
                  <a:lnTo>
                    <a:pt x="17562106" y="7178548"/>
                  </a:lnTo>
                  <a:lnTo>
                    <a:pt x="17517326" y="7203948"/>
                  </a:lnTo>
                  <a:lnTo>
                    <a:pt x="17543183" y="7254748"/>
                  </a:lnTo>
                  <a:lnTo>
                    <a:pt x="17587964" y="7229348"/>
                  </a:lnTo>
                  <a:close/>
                </a:path>
                <a:path w="18288000" h="10287000">
                  <a:moveTo>
                    <a:pt x="17592612" y="6353048"/>
                  </a:moveTo>
                  <a:lnTo>
                    <a:pt x="17574108" y="6314948"/>
                  </a:lnTo>
                  <a:lnTo>
                    <a:pt x="17542053" y="6340348"/>
                  </a:lnTo>
                  <a:lnTo>
                    <a:pt x="17560557" y="6365748"/>
                  </a:lnTo>
                  <a:lnTo>
                    <a:pt x="17592612" y="6353048"/>
                  </a:lnTo>
                  <a:close/>
                </a:path>
                <a:path w="18288000" h="10287000">
                  <a:moveTo>
                    <a:pt x="17592942" y="3395218"/>
                  </a:moveTo>
                  <a:lnTo>
                    <a:pt x="17591761" y="3393186"/>
                  </a:lnTo>
                  <a:lnTo>
                    <a:pt x="17589742" y="3394354"/>
                  </a:lnTo>
                  <a:lnTo>
                    <a:pt x="17590910" y="3396399"/>
                  </a:lnTo>
                  <a:lnTo>
                    <a:pt x="17592942" y="3395218"/>
                  </a:lnTo>
                  <a:close/>
                </a:path>
                <a:path w="18288000" h="10287000">
                  <a:moveTo>
                    <a:pt x="17596066" y="10188448"/>
                  </a:moveTo>
                  <a:lnTo>
                    <a:pt x="17546714" y="10099548"/>
                  </a:lnTo>
                  <a:lnTo>
                    <a:pt x="17461218" y="10150348"/>
                  </a:lnTo>
                  <a:lnTo>
                    <a:pt x="17510583" y="10239248"/>
                  </a:lnTo>
                  <a:lnTo>
                    <a:pt x="17596066" y="10188448"/>
                  </a:lnTo>
                  <a:close/>
                </a:path>
                <a:path w="18288000" h="10287000">
                  <a:moveTo>
                    <a:pt x="17598886" y="5476748"/>
                  </a:moveTo>
                  <a:lnTo>
                    <a:pt x="17586541" y="5451348"/>
                  </a:lnTo>
                  <a:lnTo>
                    <a:pt x="17565167" y="5464048"/>
                  </a:lnTo>
                  <a:lnTo>
                    <a:pt x="17577512" y="5489448"/>
                  </a:lnTo>
                  <a:lnTo>
                    <a:pt x="17598886" y="5476748"/>
                  </a:lnTo>
                  <a:close/>
                </a:path>
                <a:path w="18288000" h="10287000">
                  <a:moveTo>
                    <a:pt x="17603534" y="9312148"/>
                  </a:moveTo>
                  <a:lnTo>
                    <a:pt x="17559465" y="9235948"/>
                  </a:lnTo>
                  <a:lnTo>
                    <a:pt x="17483138" y="9286748"/>
                  </a:lnTo>
                  <a:lnTo>
                    <a:pt x="17527207" y="9362948"/>
                  </a:lnTo>
                  <a:lnTo>
                    <a:pt x="17603534" y="9312148"/>
                  </a:lnTo>
                  <a:close/>
                </a:path>
                <a:path w="18288000" h="10287000">
                  <a:moveTo>
                    <a:pt x="17605553" y="4605147"/>
                  </a:moveTo>
                  <a:lnTo>
                    <a:pt x="17599089" y="4593958"/>
                  </a:lnTo>
                  <a:lnTo>
                    <a:pt x="17587887" y="4600410"/>
                  </a:lnTo>
                  <a:lnTo>
                    <a:pt x="17594352" y="4611611"/>
                  </a:lnTo>
                  <a:lnTo>
                    <a:pt x="17605553" y="4605147"/>
                  </a:lnTo>
                  <a:close/>
                </a:path>
                <a:path w="18288000" h="10287000">
                  <a:moveTo>
                    <a:pt x="17608195" y="8435848"/>
                  </a:moveTo>
                  <a:lnTo>
                    <a:pt x="17571466" y="8372348"/>
                  </a:lnTo>
                  <a:lnTo>
                    <a:pt x="17507865" y="8410448"/>
                  </a:lnTo>
                  <a:lnTo>
                    <a:pt x="17544593" y="8473948"/>
                  </a:lnTo>
                  <a:lnTo>
                    <a:pt x="17608195" y="8435848"/>
                  </a:lnTo>
                  <a:close/>
                </a:path>
                <a:path w="18288000" h="10287000">
                  <a:moveTo>
                    <a:pt x="17612449" y="7559548"/>
                  </a:moveTo>
                  <a:lnTo>
                    <a:pt x="17583366" y="7508748"/>
                  </a:lnTo>
                  <a:lnTo>
                    <a:pt x="17532985" y="7546848"/>
                  </a:lnTo>
                  <a:lnTo>
                    <a:pt x="17562068" y="7584948"/>
                  </a:lnTo>
                  <a:lnTo>
                    <a:pt x="17612449" y="7559548"/>
                  </a:lnTo>
                  <a:close/>
                </a:path>
                <a:path w="18288000" h="10287000">
                  <a:moveTo>
                    <a:pt x="17614621" y="3730091"/>
                  </a:moveTo>
                  <a:lnTo>
                    <a:pt x="17612271" y="3726015"/>
                  </a:lnTo>
                  <a:lnTo>
                    <a:pt x="17608195" y="3728364"/>
                  </a:lnTo>
                  <a:lnTo>
                    <a:pt x="17610544" y="3732441"/>
                  </a:lnTo>
                  <a:lnTo>
                    <a:pt x="17614621" y="3730091"/>
                  </a:lnTo>
                  <a:close/>
                </a:path>
                <a:path w="18288000" h="10287000">
                  <a:moveTo>
                    <a:pt x="17616704" y="6683248"/>
                  </a:moveTo>
                  <a:lnTo>
                    <a:pt x="17595266" y="6645148"/>
                  </a:lnTo>
                  <a:lnTo>
                    <a:pt x="17558119" y="6670548"/>
                  </a:lnTo>
                  <a:lnTo>
                    <a:pt x="17579569" y="6708648"/>
                  </a:lnTo>
                  <a:lnTo>
                    <a:pt x="17616704" y="6683248"/>
                  </a:lnTo>
                  <a:close/>
                </a:path>
                <a:path w="18288000" h="10287000">
                  <a:moveTo>
                    <a:pt x="17622165" y="5806948"/>
                  </a:moveTo>
                  <a:lnTo>
                    <a:pt x="17607484" y="5781548"/>
                  </a:lnTo>
                  <a:lnTo>
                    <a:pt x="17582033" y="5794248"/>
                  </a:lnTo>
                  <a:lnTo>
                    <a:pt x="17596727" y="5819648"/>
                  </a:lnTo>
                  <a:lnTo>
                    <a:pt x="17622165" y="5806948"/>
                  </a:lnTo>
                  <a:close/>
                </a:path>
                <a:path w="18288000" h="10287000">
                  <a:moveTo>
                    <a:pt x="17627232" y="9655048"/>
                  </a:moveTo>
                  <a:lnTo>
                    <a:pt x="17580521" y="9566148"/>
                  </a:lnTo>
                  <a:lnTo>
                    <a:pt x="17499597" y="9616948"/>
                  </a:lnTo>
                  <a:lnTo>
                    <a:pt x="17546320" y="9693148"/>
                  </a:lnTo>
                  <a:lnTo>
                    <a:pt x="17627232" y="9655048"/>
                  </a:lnTo>
                  <a:close/>
                </a:path>
                <a:path w="18288000" h="10287000">
                  <a:moveTo>
                    <a:pt x="17628439" y="4930648"/>
                  </a:moveTo>
                  <a:lnTo>
                    <a:pt x="17619917" y="4917948"/>
                  </a:lnTo>
                  <a:lnTo>
                    <a:pt x="17605159" y="4930648"/>
                  </a:lnTo>
                  <a:lnTo>
                    <a:pt x="17613681" y="4943348"/>
                  </a:lnTo>
                  <a:lnTo>
                    <a:pt x="17628439" y="4930648"/>
                  </a:lnTo>
                  <a:close/>
                </a:path>
                <a:path w="18288000" h="10287000">
                  <a:moveTo>
                    <a:pt x="17632274" y="8778748"/>
                  </a:moveTo>
                  <a:lnTo>
                    <a:pt x="17592625" y="8702548"/>
                  </a:lnTo>
                  <a:lnTo>
                    <a:pt x="17523930" y="8740648"/>
                  </a:lnTo>
                  <a:lnTo>
                    <a:pt x="17563592" y="8816848"/>
                  </a:lnTo>
                  <a:lnTo>
                    <a:pt x="17632274" y="8778748"/>
                  </a:lnTo>
                  <a:close/>
                </a:path>
                <a:path w="18288000" h="10287000">
                  <a:moveTo>
                    <a:pt x="17636541" y="7902448"/>
                  </a:moveTo>
                  <a:lnTo>
                    <a:pt x="17604524" y="7838948"/>
                  </a:lnTo>
                  <a:lnTo>
                    <a:pt x="17549051" y="7877048"/>
                  </a:lnTo>
                  <a:lnTo>
                    <a:pt x="17581080" y="7927848"/>
                  </a:lnTo>
                  <a:lnTo>
                    <a:pt x="17636541" y="7902448"/>
                  </a:lnTo>
                  <a:close/>
                </a:path>
                <a:path w="18288000" h="10287000">
                  <a:moveTo>
                    <a:pt x="17636732" y="10277348"/>
                  </a:moveTo>
                  <a:lnTo>
                    <a:pt x="17617974" y="10251948"/>
                  </a:lnTo>
                  <a:lnTo>
                    <a:pt x="17561700" y="10277348"/>
                  </a:lnTo>
                  <a:lnTo>
                    <a:pt x="17636732" y="10277348"/>
                  </a:lnTo>
                  <a:close/>
                </a:path>
                <a:path w="18288000" h="10287000">
                  <a:moveTo>
                    <a:pt x="17637100" y="4065168"/>
                  </a:moveTo>
                  <a:lnTo>
                    <a:pt x="17632998" y="4058043"/>
                  </a:lnTo>
                  <a:lnTo>
                    <a:pt x="17625873" y="4062158"/>
                  </a:lnTo>
                  <a:lnTo>
                    <a:pt x="17629988" y="4069283"/>
                  </a:lnTo>
                  <a:lnTo>
                    <a:pt x="17637100" y="4065168"/>
                  </a:lnTo>
                  <a:close/>
                </a:path>
                <a:path w="18288000" h="10287000">
                  <a:moveTo>
                    <a:pt x="17640402" y="7026148"/>
                  </a:moveTo>
                  <a:lnTo>
                    <a:pt x="17616297" y="6975348"/>
                  </a:lnTo>
                  <a:lnTo>
                    <a:pt x="17574578" y="7000748"/>
                  </a:lnTo>
                  <a:lnTo>
                    <a:pt x="17598670" y="7051548"/>
                  </a:lnTo>
                  <a:lnTo>
                    <a:pt x="17640402" y="7026148"/>
                  </a:lnTo>
                  <a:close/>
                </a:path>
                <a:path w="18288000" h="10287000">
                  <a:moveTo>
                    <a:pt x="17645457" y="6149848"/>
                  </a:moveTo>
                  <a:lnTo>
                    <a:pt x="17628413" y="6111748"/>
                  </a:lnTo>
                  <a:lnTo>
                    <a:pt x="17598898" y="6137148"/>
                  </a:lnTo>
                  <a:lnTo>
                    <a:pt x="17615942" y="6162548"/>
                  </a:lnTo>
                  <a:lnTo>
                    <a:pt x="17645457" y="6149848"/>
                  </a:lnTo>
                  <a:close/>
                </a:path>
                <a:path w="18288000" h="10287000">
                  <a:moveTo>
                    <a:pt x="17650511" y="9985248"/>
                  </a:moveTo>
                  <a:lnTo>
                    <a:pt x="17601451" y="9896348"/>
                  </a:lnTo>
                  <a:lnTo>
                    <a:pt x="17516475" y="9947148"/>
                  </a:lnTo>
                  <a:lnTo>
                    <a:pt x="17565535" y="10036048"/>
                  </a:lnTo>
                  <a:lnTo>
                    <a:pt x="17650511" y="9985248"/>
                  </a:lnTo>
                  <a:close/>
                </a:path>
                <a:path w="18288000" h="10287000">
                  <a:moveTo>
                    <a:pt x="17651718" y="5273548"/>
                  </a:moveTo>
                  <a:lnTo>
                    <a:pt x="17640846" y="5248148"/>
                  </a:lnTo>
                  <a:lnTo>
                    <a:pt x="17622025" y="5260848"/>
                  </a:lnTo>
                  <a:lnTo>
                    <a:pt x="17632896" y="5286248"/>
                  </a:lnTo>
                  <a:lnTo>
                    <a:pt x="17651718" y="5273548"/>
                  </a:lnTo>
                  <a:close/>
                </a:path>
                <a:path w="18288000" h="10287000">
                  <a:moveTo>
                    <a:pt x="17656772" y="9108948"/>
                  </a:moveTo>
                  <a:lnTo>
                    <a:pt x="17613884" y="9032748"/>
                  </a:lnTo>
                  <a:lnTo>
                    <a:pt x="17539589" y="9083548"/>
                  </a:lnTo>
                  <a:lnTo>
                    <a:pt x="17582490" y="9147048"/>
                  </a:lnTo>
                  <a:lnTo>
                    <a:pt x="17656772" y="9108948"/>
                  </a:lnTo>
                  <a:close/>
                </a:path>
                <a:path w="18288000" h="10287000">
                  <a:moveTo>
                    <a:pt x="17658779" y="4400042"/>
                  </a:moveTo>
                  <a:lnTo>
                    <a:pt x="17653496" y="4390885"/>
                  </a:lnTo>
                  <a:lnTo>
                    <a:pt x="17644339" y="4396168"/>
                  </a:lnTo>
                  <a:lnTo>
                    <a:pt x="17649622" y="4405325"/>
                  </a:lnTo>
                  <a:lnTo>
                    <a:pt x="17658779" y="4400042"/>
                  </a:lnTo>
                  <a:close/>
                </a:path>
                <a:path w="18288000" h="10287000">
                  <a:moveTo>
                    <a:pt x="17661039" y="8232648"/>
                  </a:moveTo>
                  <a:lnTo>
                    <a:pt x="17625784" y="8169148"/>
                  </a:lnTo>
                  <a:lnTo>
                    <a:pt x="17564723" y="8207248"/>
                  </a:lnTo>
                  <a:lnTo>
                    <a:pt x="17599978" y="8270748"/>
                  </a:lnTo>
                  <a:lnTo>
                    <a:pt x="17661039" y="8232648"/>
                  </a:lnTo>
                  <a:close/>
                </a:path>
                <a:path w="18288000" h="10287000">
                  <a:moveTo>
                    <a:pt x="17664888" y="7356348"/>
                  </a:moveTo>
                  <a:lnTo>
                    <a:pt x="17637557" y="7305548"/>
                  </a:lnTo>
                  <a:lnTo>
                    <a:pt x="17590237" y="7330948"/>
                  </a:lnTo>
                  <a:lnTo>
                    <a:pt x="17617555" y="7381748"/>
                  </a:lnTo>
                  <a:lnTo>
                    <a:pt x="17664888" y="7356348"/>
                  </a:lnTo>
                  <a:close/>
                </a:path>
                <a:path w="18288000" h="10287000">
                  <a:moveTo>
                    <a:pt x="17668672" y="3525202"/>
                  </a:moveTo>
                  <a:lnTo>
                    <a:pt x="17666907" y="3522141"/>
                  </a:lnTo>
                  <a:lnTo>
                    <a:pt x="17663846" y="3523907"/>
                  </a:lnTo>
                  <a:lnTo>
                    <a:pt x="17665611" y="3526967"/>
                  </a:lnTo>
                  <a:lnTo>
                    <a:pt x="17668672" y="3525202"/>
                  </a:lnTo>
                  <a:close/>
                </a:path>
                <a:path w="18288000" h="10287000">
                  <a:moveTo>
                    <a:pt x="17669536" y="6480048"/>
                  </a:moveTo>
                  <a:lnTo>
                    <a:pt x="17649559" y="6441948"/>
                  </a:lnTo>
                  <a:lnTo>
                    <a:pt x="17614964" y="6467348"/>
                  </a:lnTo>
                  <a:lnTo>
                    <a:pt x="17634941" y="6505448"/>
                  </a:lnTo>
                  <a:lnTo>
                    <a:pt x="17669536" y="6480048"/>
                  </a:lnTo>
                  <a:close/>
                </a:path>
                <a:path w="18288000" h="10287000">
                  <a:moveTo>
                    <a:pt x="17675009" y="5603748"/>
                  </a:moveTo>
                  <a:lnTo>
                    <a:pt x="17661789" y="5578348"/>
                  </a:lnTo>
                  <a:lnTo>
                    <a:pt x="17638891" y="5591048"/>
                  </a:lnTo>
                  <a:lnTo>
                    <a:pt x="17652111" y="5616448"/>
                  </a:lnTo>
                  <a:lnTo>
                    <a:pt x="17675009" y="5603748"/>
                  </a:lnTo>
                  <a:close/>
                </a:path>
                <a:path w="18288000" h="10287000">
                  <a:moveTo>
                    <a:pt x="17680864" y="9439148"/>
                  </a:moveTo>
                  <a:lnTo>
                    <a:pt x="17635030" y="9362948"/>
                  </a:lnTo>
                  <a:lnTo>
                    <a:pt x="17555655" y="9413748"/>
                  </a:lnTo>
                  <a:lnTo>
                    <a:pt x="17601476" y="9489948"/>
                  </a:lnTo>
                  <a:lnTo>
                    <a:pt x="17680864" y="9439148"/>
                  </a:lnTo>
                  <a:close/>
                </a:path>
                <a:path w="18288000" h="10287000">
                  <a:moveTo>
                    <a:pt x="17682071" y="4727448"/>
                  </a:moveTo>
                  <a:lnTo>
                    <a:pt x="17674438" y="4714748"/>
                  </a:lnTo>
                  <a:lnTo>
                    <a:pt x="17661205" y="4727448"/>
                  </a:lnTo>
                  <a:lnTo>
                    <a:pt x="17668837" y="4740148"/>
                  </a:lnTo>
                  <a:lnTo>
                    <a:pt x="17682071" y="4727448"/>
                  </a:lnTo>
                  <a:close/>
                </a:path>
                <a:path w="18288000" h="10287000">
                  <a:moveTo>
                    <a:pt x="17685525" y="8562848"/>
                  </a:moveTo>
                  <a:lnTo>
                    <a:pt x="17647044" y="8499348"/>
                  </a:lnTo>
                  <a:lnTo>
                    <a:pt x="17580369" y="8537448"/>
                  </a:lnTo>
                  <a:lnTo>
                    <a:pt x="17618863" y="8613648"/>
                  </a:lnTo>
                  <a:lnTo>
                    <a:pt x="17685525" y="8562848"/>
                  </a:lnTo>
                  <a:close/>
                </a:path>
                <a:path w="18288000" h="10287000">
                  <a:moveTo>
                    <a:pt x="17689373" y="7686548"/>
                  </a:moveTo>
                  <a:lnTo>
                    <a:pt x="17658817" y="7635748"/>
                  </a:lnTo>
                  <a:lnTo>
                    <a:pt x="17605909" y="7673848"/>
                  </a:lnTo>
                  <a:lnTo>
                    <a:pt x="17636452" y="7724648"/>
                  </a:lnTo>
                  <a:lnTo>
                    <a:pt x="17689373" y="7686548"/>
                  </a:lnTo>
                  <a:close/>
                </a:path>
                <a:path w="18288000" h="10287000">
                  <a:moveTo>
                    <a:pt x="17690338" y="3860063"/>
                  </a:moveTo>
                  <a:lnTo>
                    <a:pt x="17687405" y="3854970"/>
                  </a:lnTo>
                  <a:lnTo>
                    <a:pt x="17682312" y="3857917"/>
                  </a:lnTo>
                  <a:lnTo>
                    <a:pt x="17685246" y="3862997"/>
                  </a:lnTo>
                  <a:lnTo>
                    <a:pt x="17690338" y="3860063"/>
                  </a:lnTo>
                  <a:close/>
                </a:path>
                <a:path w="18288000" h="10287000">
                  <a:moveTo>
                    <a:pt x="17693234" y="6810248"/>
                  </a:moveTo>
                  <a:lnTo>
                    <a:pt x="17670603" y="6772148"/>
                  </a:lnTo>
                  <a:lnTo>
                    <a:pt x="17631423" y="6797548"/>
                  </a:lnTo>
                  <a:lnTo>
                    <a:pt x="17654042" y="6835648"/>
                  </a:lnTo>
                  <a:lnTo>
                    <a:pt x="17693234" y="6810248"/>
                  </a:lnTo>
                  <a:close/>
                </a:path>
                <a:path w="18288000" h="10287000">
                  <a:moveTo>
                    <a:pt x="17698682" y="5933948"/>
                  </a:moveTo>
                  <a:lnTo>
                    <a:pt x="17682820" y="5908548"/>
                  </a:lnTo>
                  <a:lnTo>
                    <a:pt x="17655350" y="5933948"/>
                  </a:lnTo>
                  <a:lnTo>
                    <a:pt x="17671212" y="5959348"/>
                  </a:lnTo>
                  <a:lnTo>
                    <a:pt x="17698682" y="5933948"/>
                  </a:lnTo>
                  <a:close/>
                </a:path>
                <a:path w="18288000" h="10287000">
                  <a:moveTo>
                    <a:pt x="17704143" y="9782048"/>
                  </a:moveTo>
                  <a:lnTo>
                    <a:pt x="17655972" y="9693148"/>
                  </a:lnTo>
                  <a:lnTo>
                    <a:pt x="17572508" y="9743948"/>
                  </a:lnTo>
                  <a:lnTo>
                    <a:pt x="17620692" y="9832848"/>
                  </a:lnTo>
                  <a:lnTo>
                    <a:pt x="17704143" y="9782048"/>
                  </a:lnTo>
                  <a:close/>
                </a:path>
                <a:path w="18288000" h="10287000">
                  <a:moveTo>
                    <a:pt x="17704956" y="5070348"/>
                  </a:moveTo>
                  <a:lnTo>
                    <a:pt x="17695266" y="5044948"/>
                  </a:lnTo>
                  <a:lnTo>
                    <a:pt x="17678464" y="5057648"/>
                  </a:lnTo>
                  <a:lnTo>
                    <a:pt x="17688167" y="5070348"/>
                  </a:lnTo>
                  <a:lnTo>
                    <a:pt x="17704956" y="5070348"/>
                  </a:lnTo>
                  <a:close/>
                </a:path>
                <a:path w="18288000" h="10287000">
                  <a:moveTo>
                    <a:pt x="17709211" y="8905748"/>
                  </a:moveTo>
                  <a:lnTo>
                    <a:pt x="17668075" y="8829548"/>
                  </a:lnTo>
                  <a:lnTo>
                    <a:pt x="17596841" y="8880348"/>
                  </a:lnTo>
                  <a:lnTo>
                    <a:pt x="17637964" y="8943848"/>
                  </a:lnTo>
                  <a:lnTo>
                    <a:pt x="17709211" y="8905748"/>
                  </a:lnTo>
                  <a:close/>
                </a:path>
                <a:path w="18288000" h="10287000">
                  <a:moveTo>
                    <a:pt x="17712830" y="4195153"/>
                  </a:moveTo>
                  <a:lnTo>
                    <a:pt x="17708131" y="4186999"/>
                  </a:lnTo>
                  <a:lnTo>
                    <a:pt x="17699978" y="4191711"/>
                  </a:lnTo>
                  <a:lnTo>
                    <a:pt x="17704689" y="4199839"/>
                  </a:lnTo>
                  <a:lnTo>
                    <a:pt x="17712830" y="4195153"/>
                  </a:lnTo>
                  <a:close/>
                </a:path>
                <a:path w="18288000" h="10287000">
                  <a:moveTo>
                    <a:pt x="17713465" y="8029448"/>
                  </a:moveTo>
                  <a:lnTo>
                    <a:pt x="17679975" y="7965948"/>
                  </a:lnTo>
                  <a:lnTo>
                    <a:pt x="17621962" y="8004048"/>
                  </a:lnTo>
                  <a:lnTo>
                    <a:pt x="17655451" y="8067548"/>
                  </a:lnTo>
                  <a:lnTo>
                    <a:pt x="17713465" y="8029448"/>
                  </a:lnTo>
                  <a:close/>
                </a:path>
                <a:path w="18288000" h="10287000">
                  <a:moveTo>
                    <a:pt x="17717313" y="7153148"/>
                  </a:moveTo>
                  <a:lnTo>
                    <a:pt x="17691761" y="7102348"/>
                  </a:lnTo>
                  <a:lnTo>
                    <a:pt x="17647489" y="7127748"/>
                  </a:lnTo>
                  <a:lnTo>
                    <a:pt x="17673041" y="7178548"/>
                  </a:lnTo>
                  <a:lnTo>
                    <a:pt x="17717313" y="7153148"/>
                  </a:lnTo>
                  <a:close/>
                </a:path>
                <a:path w="18288000" h="10287000">
                  <a:moveTo>
                    <a:pt x="17722304" y="3320199"/>
                  </a:moveTo>
                  <a:lnTo>
                    <a:pt x="17721428" y="3318675"/>
                  </a:lnTo>
                  <a:lnTo>
                    <a:pt x="17719891" y="3319551"/>
                  </a:lnTo>
                  <a:lnTo>
                    <a:pt x="17720780" y="3321075"/>
                  </a:lnTo>
                  <a:lnTo>
                    <a:pt x="17722304" y="3320199"/>
                  </a:lnTo>
                  <a:close/>
                </a:path>
                <a:path w="18288000" h="10287000">
                  <a:moveTo>
                    <a:pt x="17722380" y="6276848"/>
                  </a:moveTo>
                  <a:lnTo>
                    <a:pt x="17703877" y="6238748"/>
                  </a:lnTo>
                  <a:lnTo>
                    <a:pt x="17671809" y="6264148"/>
                  </a:lnTo>
                  <a:lnTo>
                    <a:pt x="17690313" y="6289548"/>
                  </a:lnTo>
                  <a:lnTo>
                    <a:pt x="17722380" y="6276848"/>
                  </a:lnTo>
                  <a:close/>
                </a:path>
                <a:path w="18288000" h="10287000">
                  <a:moveTo>
                    <a:pt x="17727435" y="10112248"/>
                  </a:moveTo>
                  <a:lnTo>
                    <a:pt x="17676902" y="10023348"/>
                  </a:lnTo>
                  <a:lnTo>
                    <a:pt x="17589373" y="10074148"/>
                  </a:lnTo>
                  <a:lnTo>
                    <a:pt x="17639919" y="10163048"/>
                  </a:lnTo>
                  <a:lnTo>
                    <a:pt x="17727435" y="10112248"/>
                  </a:lnTo>
                  <a:close/>
                </a:path>
                <a:path w="18288000" h="10287000">
                  <a:moveTo>
                    <a:pt x="17728235" y="5400548"/>
                  </a:moveTo>
                  <a:lnTo>
                    <a:pt x="17716196" y="5375148"/>
                  </a:lnTo>
                  <a:lnTo>
                    <a:pt x="17695329" y="5387848"/>
                  </a:lnTo>
                  <a:lnTo>
                    <a:pt x="17707382" y="5413248"/>
                  </a:lnTo>
                  <a:lnTo>
                    <a:pt x="17728235" y="5400548"/>
                  </a:lnTo>
                  <a:close/>
                </a:path>
                <a:path w="18288000" h="10287000">
                  <a:moveTo>
                    <a:pt x="17734103" y="9235948"/>
                  </a:moveTo>
                  <a:lnTo>
                    <a:pt x="17689449" y="9159748"/>
                  </a:lnTo>
                  <a:lnTo>
                    <a:pt x="17612094" y="9210548"/>
                  </a:lnTo>
                  <a:lnTo>
                    <a:pt x="17656760" y="9286748"/>
                  </a:lnTo>
                  <a:lnTo>
                    <a:pt x="17734103" y="9235948"/>
                  </a:lnTo>
                  <a:close/>
                </a:path>
                <a:path w="18288000" h="10287000">
                  <a:moveTo>
                    <a:pt x="17734903" y="4530115"/>
                  </a:moveTo>
                  <a:lnTo>
                    <a:pt x="17728730" y="4519434"/>
                  </a:lnTo>
                  <a:lnTo>
                    <a:pt x="17718050" y="4525607"/>
                  </a:lnTo>
                  <a:lnTo>
                    <a:pt x="17724222" y="4536287"/>
                  </a:lnTo>
                  <a:lnTo>
                    <a:pt x="17734903" y="4530115"/>
                  </a:lnTo>
                  <a:close/>
                </a:path>
                <a:path w="18288000" h="10287000">
                  <a:moveTo>
                    <a:pt x="17738357" y="8359648"/>
                  </a:moveTo>
                  <a:lnTo>
                    <a:pt x="17701337" y="8296148"/>
                  </a:lnTo>
                  <a:lnTo>
                    <a:pt x="17637227" y="8334248"/>
                  </a:lnTo>
                  <a:lnTo>
                    <a:pt x="17674247" y="8397748"/>
                  </a:lnTo>
                  <a:lnTo>
                    <a:pt x="17738357" y="8359648"/>
                  </a:lnTo>
                  <a:close/>
                </a:path>
                <a:path w="18288000" h="10287000">
                  <a:moveTo>
                    <a:pt x="17742205" y="7483348"/>
                  </a:moveTo>
                  <a:lnTo>
                    <a:pt x="17713122" y="7432548"/>
                  </a:lnTo>
                  <a:lnTo>
                    <a:pt x="17662741" y="7470648"/>
                  </a:lnTo>
                  <a:lnTo>
                    <a:pt x="17691824" y="7521448"/>
                  </a:lnTo>
                  <a:lnTo>
                    <a:pt x="17742205" y="7483348"/>
                  </a:lnTo>
                  <a:close/>
                </a:path>
                <a:path w="18288000" h="10287000">
                  <a:moveTo>
                    <a:pt x="17744390" y="3655174"/>
                  </a:moveTo>
                  <a:lnTo>
                    <a:pt x="17742040" y="3651097"/>
                  </a:lnTo>
                  <a:lnTo>
                    <a:pt x="17737963" y="3653447"/>
                  </a:lnTo>
                  <a:lnTo>
                    <a:pt x="17740313" y="3657523"/>
                  </a:lnTo>
                  <a:lnTo>
                    <a:pt x="17744390" y="3655174"/>
                  </a:lnTo>
                  <a:close/>
                </a:path>
                <a:path w="18288000" h="10287000">
                  <a:moveTo>
                    <a:pt x="17746066" y="6607048"/>
                  </a:moveTo>
                  <a:lnTo>
                    <a:pt x="17724920" y="6568948"/>
                  </a:lnTo>
                  <a:lnTo>
                    <a:pt x="17688281" y="6594348"/>
                  </a:lnTo>
                  <a:lnTo>
                    <a:pt x="17709426" y="6632448"/>
                  </a:lnTo>
                  <a:lnTo>
                    <a:pt x="17746066" y="6607048"/>
                  </a:lnTo>
                  <a:close/>
                </a:path>
                <a:path w="18288000" h="10287000">
                  <a:moveTo>
                    <a:pt x="17751527" y="5730748"/>
                  </a:moveTo>
                  <a:lnTo>
                    <a:pt x="17737138" y="5705348"/>
                  </a:lnTo>
                  <a:lnTo>
                    <a:pt x="17712195" y="5718048"/>
                  </a:lnTo>
                  <a:lnTo>
                    <a:pt x="17726597" y="5743448"/>
                  </a:lnTo>
                  <a:lnTo>
                    <a:pt x="17751527" y="5730748"/>
                  </a:lnTo>
                  <a:close/>
                </a:path>
                <a:path w="18288000" h="10287000">
                  <a:moveTo>
                    <a:pt x="17758182" y="9578848"/>
                  </a:moveTo>
                  <a:lnTo>
                    <a:pt x="17710595" y="9489948"/>
                  </a:lnTo>
                  <a:lnTo>
                    <a:pt x="17628159" y="9540748"/>
                  </a:lnTo>
                  <a:lnTo>
                    <a:pt x="17675746" y="9616948"/>
                  </a:lnTo>
                  <a:lnTo>
                    <a:pt x="17758182" y="9578848"/>
                  </a:lnTo>
                  <a:close/>
                </a:path>
                <a:path w="18288000" h="10287000">
                  <a:moveTo>
                    <a:pt x="17758194" y="4854448"/>
                  </a:moveTo>
                  <a:lnTo>
                    <a:pt x="17749673" y="4841748"/>
                  </a:lnTo>
                  <a:lnTo>
                    <a:pt x="17734915" y="4854448"/>
                  </a:lnTo>
                  <a:lnTo>
                    <a:pt x="17743437" y="4867148"/>
                  </a:lnTo>
                  <a:lnTo>
                    <a:pt x="17758194" y="4854448"/>
                  </a:lnTo>
                  <a:close/>
                </a:path>
                <a:path w="18288000" h="10287000">
                  <a:moveTo>
                    <a:pt x="17762449" y="8702548"/>
                  </a:moveTo>
                  <a:lnTo>
                    <a:pt x="17722495" y="8626348"/>
                  </a:lnTo>
                  <a:lnTo>
                    <a:pt x="17653280" y="8664448"/>
                  </a:lnTo>
                  <a:lnTo>
                    <a:pt x="17693234" y="8740648"/>
                  </a:lnTo>
                  <a:lnTo>
                    <a:pt x="17762449" y="8702548"/>
                  </a:lnTo>
                  <a:close/>
                </a:path>
                <a:path w="18288000" h="10287000">
                  <a:moveTo>
                    <a:pt x="17766297" y="7826248"/>
                  </a:moveTo>
                  <a:lnTo>
                    <a:pt x="17734280" y="7762748"/>
                  </a:lnTo>
                  <a:lnTo>
                    <a:pt x="17678807" y="7800848"/>
                  </a:lnTo>
                  <a:lnTo>
                    <a:pt x="17710836" y="7851648"/>
                  </a:lnTo>
                  <a:lnTo>
                    <a:pt x="17766297" y="7826248"/>
                  </a:lnTo>
                  <a:close/>
                </a:path>
                <a:path w="18288000" h="10287000">
                  <a:moveTo>
                    <a:pt x="17766462" y="3990149"/>
                  </a:moveTo>
                  <a:lnTo>
                    <a:pt x="17762652" y="3983532"/>
                  </a:lnTo>
                  <a:lnTo>
                    <a:pt x="17756023" y="3987355"/>
                  </a:lnTo>
                  <a:lnTo>
                    <a:pt x="17759845" y="3993959"/>
                  </a:lnTo>
                  <a:lnTo>
                    <a:pt x="17766462" y="3990149"/>
                  </a:lnTo>
                  <a:close/>
                </a:path>
                <a:path w="18288000" h="10287000">
                  <a:moveTo>
                    <a:pt x="17769751" y="6949948"/>
                  </a:moveTo>
                  <a:lnTo>
                    <a:pt x="17745952" y="6899148"/>
                  </a:lnTo>
                  <a:lnTo>
                    <a:pt x="17704740" y="6924548"/>
                  </a:lnTo>
                  <a:lnTo>
                    <a:pt x="17728540" y="6975348"/>
                  </a:lnTo>
                  <a:lnTo>
                    <a:pt x="17769751" y="6949948"/>
                  </a:lnTo>
                  <a:close/>
                </a:path>
                <a:path w="18288000" h="10287000">
                  <a:moveTo>
                    <a:pt x="17774819" y="6073648"/>
                  </a:moveTo>
                  <a:lnTo>
                    <a:pt x="17758067" y="6035548"/>
                  </a:lnTo>
                  <a:lnTo>
                    <a:pt x="17729061" y="6060948"/>
                  </a:lnTo>
                  <a:lnTo>
                    <a:pt x="17745812" y="6086348"/>
                  </a:lnTo>
                  <a:lnTo>
                    <a:pt x="17774819" y="6073648"/>
                  </a:lnTo>
                  <a:close/>
                </a:path>
                <a:path w="18288000" h="10287000">
                  <a:moveTo>
                    <a:pt x="17781080" y="5197348"/>
                  </a:moveTo>
                  <a:lnTo>
                    <a:pt x="17770501" y="5171948"/>
                  </a:lnTo>
                  <a:lnTo>
                    <a:pt x="17752175" y="5184648"/>
                  </a:lnTo>
                  <a:lnTo>
                    <a:pt x="17762754" y="5210048"/>
                  </a:lnTo>
                  <a:lnTo>
                    <a:pt x="17781080" y="5197348"/>
                  </a:lnTo>
                  <a:close/>
                </a:path>
                <a:path w="18288000" h="10287000">
                  <a:moveTo>
                    <a:pt x="17781474" y="9909048"/>
                  </a:moveTo>
                  <a:lnTo>
                    <a:pt x="17731524" y="9820148"/>
                  </a:lnTo>
                  <a:lnTo>
                    <a:pt x="17645025" y="9870948"/>
                  </a:lnTo>
                  <a:lnTo>
                    <a:pt x="17694974" y="9959848"/>
                  </a:lnTo>
                  <a:lnTo>
                    <a:pt x="17781474" y="9909048"/>
                  </a:lnTo>
                  <a:close/>
                </a:path>
                <a:path w="18288000" h="10287000">
                  <a:moveTo>
                    <a:pt x="17786935" y="9032748"/>
                  </a:moveTo>
                  <a:lnTo>
                    <a:pt x="17743755" y="8956548"/>
                  </a:lnTo>
                  <a:lnTo>
                    <a:pt x="17668939" y="9007348"/>
                  </a:lnTo>
                  <a:lnTo>
                    <a:pt x="17712132" y="9083548"/>
                  </a:lnTo>
                  <a:lnTo>
                    <a:pt x="17786935" y="9032748"/>
                  </a:lnTo>
                  <a:close/>
                </a:path>
                <a:path w="18288000" h="10287000">
                  <a:moveTo>
                    <a:pt x="17788154" y="4325010"/>
                  </a:moveTo>
                  <a:lnTo>
                    <a:pt x="17783150" y="4316361"/>
                  </a:lnTo>
                  <a:lnTo>
                    <a:pt x="17774501" y="4321353"/>
                  </a:lnTo>
                  <a:lnTo>
                    <a:pt x="17779492" y="4330014"/>
                  </a:lnTo>
                  <a:lnTo>
                    <a:pt x="17788154" y="4325010"/>
                  </a:lnTo>
                  <a:close/>
                </a:path>
                <a:path w="18288000" h="10287000">
                  <a:moveTo>
                    <a:pt x="17790795" y="8156448"/>
                  </a:moveTo>
                  <a:lnTo>
                    <a:pt x="17755540" y="8092948"/>
                  </a:lnTo>
                  <a:lnTo>
                    <a:pt x="17694479" y="8131048"/>
                  </a:lnTo>
                  <a:lnTo>
                    <a:pt x="17729721" y="8194548"/>
                  </a:lnTo>
                  <a:lnTo>
                    <a:pt x="17790795" y="8156448"/>
                  </a:lnTo>
                  <a:close/>
                </a:path>
                <a:path w="18288000" h="10287000">
                  <a:moveTo>
                    <a:pt x="17794643" y="7280148"/>
                  </a:moveTo>
                  <a:lnTo>
                    <a:pt x="17767326" y="7229348"/>
                  </a:lnTo>
                  <a:lnTo>
                    <a:pt x="17719993" y="7267448"/>
                  </a:lnTo>
                  <a:lnTo>
                    <a:pt x="17747323" y="7305548"/>
                  </a:lnTo>
                  <a:lnTo>
                    <a:pt x="17794643" y="7280148"/>
                  </a:lnTo>
                  <a:close/>
                </a:path>
                <a:path w="18288000" h="10287000">
                  <a:moveTo>
                    <a:pt x="17798022" y="3450171"/>
                  </a:moveTo>
                  <a:lnTo>
                    <a:pt x="17796548" y="3447618"/>
                  </a:lnTo>
                  <a:lnTo>
                    <a:pt x="17794008" y="3449091"/>
                  </a:lnTo>
                  <a:lnTo>
                    <a:pt x="17795482" y="3451644"/>
                  </a:lnTo>
                  <a:lnTo>
                    <a:pt x="17798022" y="3450171"/>
                  </a:lnTo>
                  <a:close/>
                </a:path>
                <a:path w="18288000" h="10287000">
                  <a:moveTo>
                    <a:pt x="17798898" y="6403848"/>
                  </a:moveTo>
                  <a:lnTo>
                    <a:pt x="17779213" y="6365748"/>
                  </a:lnTo>
                  <a:lnTo>
                    <a:pt x="17745126" y="6391148"/>
                  </a:lnTo>
                  <a:lnTo>
                    <a:pt x="17764811" y="6429248"/>
                  </a:lnTo>
                  <a:lnTo>
                    <a:pt x="17798898" y="6403848"/>
                  </a:lnTo>
                  <a:close/>
                </a:path>
                <a:path w="18288000" h="10287000">
                  <a:moveTo>
                    <a:pt x="17804359" y="10251948"/>
                  </a:moveTo>
                  <a:lnTo>
                    <a:pt x="17752365" y="10150348"/>
                  </a:lnTo>
                  <a:lnTo>
                    <a:pt x="17662297" y="10213848"/>
                  </a:lnTo>
                  <a:lnTo>
                    <a:pt x="17704245" y="10277348"/>
                  </a:lnTo>
                  <a:lnTo>
                    <a:pt x="17744453" y="10277348"/>
                  </a:lnTo>
                  <a:lnTo>
                    <a:pt x="17804359" y="10251948"/>
                  </a:lnTo>
                  <a:close/>
                </a:path>
                <a:path w="18288000" h="10287000">
                  <a:moveTo>
                    <a:pt x="17804359" y="5527548"/>
                  </a:moveTo>
                  <a:lnTo>
                    <a:pt x="17791443" y="5502148"/>
                  </a:lnTo>
                  <a:lnTo>
                    <a:pt x="17769040" y="5514848"/>
                  </a:lnTo>
                  <a:lnTo>
                    <a:pt x="17781969" y="5540248"/>
                  </a:lnTo>
                  <a:lnTo>
                    <a:pt x="17804359" y="5527548"/>
                  </a:lnTo>
                  <a:close/>
                </a:path>
                <a:path w="18288000" h="10287000">
                  <a:moveTo>
                    <a:pt x="17811420" y="9375648"/>
                  </a:moveTo>
                  <a:lnTo>
                    <a:pt x="17765002" y="9286748"/>
                  </a:lnTo>
                  <a:lnTo>
                    <a:pt x="17684611" y="9337548"/>
                  </a:lnTo>
                  <a:lnTo>
                    <a:pt x="17731029" y="9413748"/>
                  </a:lnTo>
                  <a:lnTo>
                    <a:pt x="17811420" y="9375648"/>
                  </a:lnTo>
                  <a:close/>
                </a:path>
                <a:path w="18288000" h="10287000">
                  <a:moveTo>
                    <a:pt x="17811433" y="4660316"/>
                  </a:moveTo>
                  <a:lnTo>
                    <a:pt x="17804092" y="4647590"/>
                  </a:lnTo>
                  <a:lnTo>
                    <a:pt x="17791367" y="4654931"/>
                  </a:lnTo>
                  <a:lnTo>
                    <a:pt x="17798707" y="4667656"/>
                  </a:lnTo>
                  <a:lnTo>
                    <a:pt x="17811433" y="4660316"/>
                  </a:lnTo>
                  <a:close/>
                </a:path>
                <a:path w="18288000" h="10287000">
                  <a:moveTo>
                    <a:pt x="17815687" y="8499348"/>
                  </a:moveTo>
                  <a:lnTo>
                    <a:pt x="17776902" y="8423148"/>
                  </a:lnTo>
                  <a:lnTo>
                    <a:pt x="17709731" y="8461248"/>
                  </a:lnTo>
                  <a:lnTo>
                    <a:pt x="17748517" y="8537448"/>
                  </a:lnTo>
                  <a:lnTo>
                    <a:pt x="17815687" y="8499348"/>
                  </a:lnTo>
                  <a:close/>
                </a:path>
                <a:path w="18288000" h="10287000">
                  <a:moveTo>
                    <a:pt x="17818735" y="7623048"/>
                  </a:moveTo>
                  <a:lnTo>
                    <a:pt x="17788471" y="7559548"/>
                  </a:lnTo>
                  <a:lnTo>
                    <a:pt x="17736058" y="7597648"/>
                  </a:lnTo>
                  <a:lnTo>
                    <a:pt x="17766322" y="7648448"/>
                  </a:lnTo>
                  <a:lnTo>
                    <a:pt x="17818735" y="7623048"/>
                  </a:lnTo>
                  <a:close/>
                </a:path>
                <a:path w="18288000" h="10287000">
                  <a:moveTo>
                    <a:pt x="17819701" y="3785044"/>
                  </a:moveTo>
                  <a:lnTo>
                    <a:pt x="17817059" y="3780459"/>
                  </a:lnTo>
                  <a:lnTo>
                    <a:pt x="17812474" y="3783101"/>
                  </a:lnTo>
                  <a:lnTo>
                    <a:pt x="17815129" y="3787686"/>
                  </a:lnTo>
                  <a:lnTo>
                    <a:pt x="17819701" y="3785044"/>
                  </a:lnTo>
                  <a:close/>
                </a:path>
                <a:path w="18288000" h="10287000">
                  <a:moveTo>
                    <a:pt x="17822583" y="6746748"/>
                  </a:moveTo>
                  <a:lnTo>
                    <a:pt x="17800257" y="6708648"/>
                  </a:lnTo>
                  <a:lnTo>
                    <a:pt x="17761585" y="6721348"/>
                  </a:lnTo>
                  <a:lnTo>
                    <a:pt x="17783912" y="6759448"/>
                  </a:lnTo>
                  <a:lnTo>
                    <a:pt x="17822583" y="6746748"/>
                  </a:lnTo>
                  <a:close/>
                </a:path>
                <a:path w="18288000" h="10287000">
                  <a:moveTo>
                    <a:pt x="17828057" y="5870448"/>
                  </a:moveTo>
                  <a:lnTo>
                    <a:pt x="17812474" y="5832348"/>
                  </a:lnTo>
                  <a:lnTo>
                    <a:pt x="17785512" y="5857748"/>
                  </a:lnTo>
                  <a:lnTo>
                    <a:pt x="17801082" y="5883148"/>
                  </a:lnTo>
                  <a:lnTo>
                    <a:pt x="17828057" y="5870448"/>
                  </a:lnTo>
                  <a:close/>
                </a:path>
                <a:path w="18288000" h="10287000">
                  <a:moveTo>
                    <a:pt x="17834318" y="4994148"/>
                  </a:moveTo>
                  <a:lnTo>
                    <a:pt x="17824920" y="4968748"/>
                  </a:lnTo>
                  <a:lnTo>
                    <a:pt x="17808626" y="4981448"/>
                  </a:lnTo>
                  <a:lnTo>
                    <a:pt x="17818037" y="4994148"/>
                  </a:lnTo>
                  <a:lnTo>
                    <a:pt x="17834318" y="4994148"/>
                  </a:lnTo>
                  <a:close/>
                </a:path>
                <a:path w="18288000" h="10287000">
                  <a:moveTo>
                    <a:pt x="17834712" y="9705848"/>
                  </a:moveTo>
                  <a:lnTo>
                    <a:pt x="17785944" y="9616948"/>
                  </a:lnTo>
                  <a:lnTo>
                    <a:pt x="17701464" y="9667748"/>
                  </a:lnTo>
                  <a:lnTo>
                    <a:pt x="17750244" y="9756648"/>
                  </a:lnTo>
                  <a:lnTo>
                    <a:pt x="17834712" y="9705848"/>
                  </a:lnTo>
                  <a:close/>
                </a:path>
                <a:path w="18288000" h="10287000">
                  <a:moveTo>
                    <a:pt x="17839373" y="8829548"/>
                  </a:moveTo>
                  <a:lnTo>
                    <a:pt x="17797945" y="8753348"/>
                  </a:lnTo>
                  <a:lnTo>
                    <a:pt x="17726190" y="8804148"/>
                  </a:lnTo>
                  <a:lnTo>
                    <a:pt x="17767618" y="8867648"/>
                  </a:lnTo>
                  <a:lnTo>
                    <a:pt x="17839373" y="8829548"/>
                  </a:lnTo>
                  <a:close/>
                </a:path>
                <a:path w="18288000" h="10287000">
                  <a:moveTo>
                    <a:pt x="17842180" y="4120121"/>
                  </a:moveTo>
                  <a:lnTo>
                    <a:pt x="17837773" y="4112488"/>
                  </a:lnTo>
                  <a:lnTo>
                    <a:pt x="17830140" y="4116895"/>
                  </a:lnTo>
                  <a:lnTo>
                    <a:pt x="17834547" y="4124528"/>
                  </a:lnTo>
                  <a:lnTo>
                    <a:pt x="17842180" y="4120121"/>
                  </a:lnTo>
                  <a:close/>
                </a:path>
                <a:path w="18288000" h="10287000">
                  <a:moveTo>
                    <a:pt x="17843221" y="7953248"/>
                  </a:moveTo>
                  <a:lnTo>
                    <a:pt x="17809731" y="7889748"/>
                  </a:lnTo>
                  <a:lnTo>
                    <a:pt x="17751730" y="7927848"/>
                  </a:lnTo>
                  <a:lnTo>
                    <a:pt x="17785220" y="7991348"/>
                  </a:lnTo>
                  <a:lnTo>
                    <a:pt x="17843221" y="7953248"/>
                  </a:lnTo>
                  <a:close/>
                </a:path>
                <a:path w="18288000" h="10287000">
                  <a:moveTo>
                    <a:pt x="17846675" y="7076948"/>
                  </a:moveTo>
                  <a:lnTo>
                    <a:pt x="17821415" y="7038848"/>
                  </a:lnTo>
                  <a:lnTo>
                    <a:pt x="17777651" y="7064248"/>
                  </a:lnTo>
                  <a:lnTo>
                    <a:pt x="17802924" y="7102348"/>
                  </a:lnTo>
                  <a:lnTo>
                    <a:pt x="17846675" y="7076948"/>
                  </a:lnTo>
                  <a:close/>
                </a:path>
                <a:path w="18288000" h="10287000">
                  <a:moveTo>
                    <a:pt x="17851743" y="6200648"/>
                  </a:moveTo>
                  <a:lnTo>
                    <a:pt x="17833518" y="6162548"/>
                  </a:lnTo>
                  <a:lnTo>
                    <a:pt x="17801971" y="6187948"/>
                  </a:lnTo>
                  <a:lnTo>
                    <a:pt x="17820196" y="6213348"/>
                  </a:lnTo>
                  <a:lnTo>
                    <a:pt x="17851743" y="6200648"/>
                  </a:lnTo>
                  <a:close/>
                </a:path>
                <a:path w="18288000" h="10287000">
                  <a:moveTo>
                    <a:pt x="17852060" y="3245281"/>
                  </a:moveTo>
                  <a:lnTo>
                    <a:pt x="17851184" y="3243757"/>
                  </a:lnTo>
                  <a:lnTo>
                    <a:pt x="17849660" y="3244634"/>
                  </a:lnTo>
                  <a:lnTo>
                    <a:pt x="17850536" y="3246158"/>
                  </a:lnTo>
                  <a:lnTo>
                    <a:pt x="17852060" y="3245281"/>
                  </a:lnTo>
                  <a:close/>
                </a:path>
                <a:path w="18288000" h="10287000">
                  <a:moveTo>
                    <a:pt x="17857597" y="5324348"/>
                  </a:moveTo>
                  <a:lnTo>
                    <a:pt x="17845850" y="5298948"/>
                  </a:lnTo>
                  <a:lnTo>
                    <a:pt x="17825492" y="5311648"/>
                  </a:lnTo>
                  <a:lnTo>
                    <a:pt x="17837252" y="5337048"/>
                  </a:lnTo>
                  <a:lnTo>
                    <a:pt x="17857597" y="5324348"/>
                  </a:lnTo>
                  <a:close/>
                </a:path>
                <a:path w="18288000" h="10287000">
                  <a:moveTo>
                    <a:pt x="17858397" y="10036048"/>
                  </a:moveTo>
                  <a:lnTo>
                    <a:pt x="17806988" y="9947148"/>
                  </a:lnTo>
                  <a:lnTo>
                    <a:pt x="17717935" y="9997948"/>
                  </a:lnTo>
                  <a:lnTo>
                    <a:pt x="17769345" y="10086848"/>
                  </a:lnTo>
                  <a:lnTo>
                    <a:pt x="17858397" y="10036048"/>
                  </a:lnTo>
                  <a:close/>
                </a:path>
                <a:path w="18288000" h="10287000">
                  <a:moveTo>
                    <a:pt x="17864265" y="9159748"/>
                  </a:moveTo>
                  <a:lnTo>
                    <a:pt x="17819307" y="9083548"/>
                  </a:lnTo>
                  <a:lnTo>
                    <a:pt x="17741456" y="9134348"/>
                  </a:lnTo>
                  <a:lnTo>
                    <a:pt x="17786401" y="9210548"/>
                  </a:lnTo>
                  <a:lnTo>
                    <a:pt x="17864265" y="9159748"/>
                  </a:lnTo>
                  <a:close/>
                </a:path>
                <a:path w="18288000" h="10287000">
                  <a:moveTo>
                    <a:pt x="17864265" y="4455096"/>
                  </a:moveTo>
                  <a:lnTo>
                    <a:pt x="17858385" y="4444924"/>
                  </a:lnTo>
                  <a:lnTo>
                    <a:pt x="17848212" y="4450804"/>
                  </a:lnTo>
                  <a:lnTo>
                    <a:pt x="17854079" y="4460976"/>
                  </a:lnTo>
                  <a:lnTo>
                    <a:pt x="17864265" y="4455096"/>
                  </a:lnTo>
                  <a:close/>
                </a:path>
                <a:path w="18288000" h="10287000">
                  <a:moveTo>
                    <a:pt x="17868113" y="8283448"/>
                  </a:moveTo>
                  <a:lnTo>
                    <a:pt x="17831092" y="8219948"/>
                  </a:lnTo>
                  <a:lnTo>
                    <a:pt x="17766983" y="8258048"/>
                  </a:lnTo>
                  <a:lnTo>
                    <a:pt x="17803991" y="8321548"/>
                  </a:lnTo>
                  <a:lnTo>
                    <a:pt x="17868113" y="8283448"/>
                  </a:lnTo>
                  <a:close/>
                </a:path>
                <a:path w="18288000" h="10287000">
                  <a:moveTo>
                    <a:pt x="17871567" y="7407148"/>
                  </a:moveTo>
                  <a:lnTo>
                    <a:pt x="17842776" y="7356348"/>
                  </a:lnTo>
                  <a:lnTo>
                    <a:pt x="17792904" y="7394448"/>
                  </a:lnTo>
                  <a:lnTo>
                    <a:pt x="17821707" y="7445248"/>
                  </a:lnTo>
                  <a:lnTo>
                    <a:pt x="17871567" y="7407148"/>
                  </a:lnTo>
                  <a:close/>
                </a:path>
                <a:path w="18288000" h="10287000">
                  <a:moveTo>
                    <a:pt x="17873739" y="3580142"/>
                  </a:moveTo>
                  <a:lnTo>
                    <a:pt x="17871682" y="3576586"/>
                  </a:lnTo>
                  <a:lnTo>
                    <a:pt x="17868126" y="3578644"/>
                  </a:lnTo>
                  <a:lnTo>
                    <a:pt x="17870183" y="3582200"/>
                  </a:lnTo>
                  <a:lnTo>
                    <a:pt x="17873739" y="3580142"/>
                  </a:lnTo>
                  <a:close/>
                </a:path>
                <a:path w="18288000" h="10287000">
                  <a:moveTo>
                    <a:pt x="17875822" y="6530848"/>
                  </a:moveTo>
                  <a:lnTo>
                    <a:pt x="17854676" y="6505448"/>
                  </a:lnTo>
                  <a:lnTo>
                    <a:pt x="17818037" y="6518148"/>
                  </a:lnTo>
                  <a:lnTo>
                    <a:pt x="17839182" y="6556248"/>
                  </a:lnTo>
                  <a:lnTo>
                    <a:pt x="17875822" y="6530848"/>
                  </a:lnTo>
                  <a:close/>
                </a:path>
                <a:path w="18288000" h="10287000">
                  <a:moveTo>
                    <a:pt x="17880889" y="5654548"/>
                  </a:moveTo>
                  <a:lnTo>
                    <a:pt x="17866779" y="5629148"/>
                  </a:lnTo>
                  <a:lnTo>
                    <a:pt x="17842357" y="5654548"/>
                  </a:lnTo>
                  <a:lnTo>
                    <a:pt x="17856454" y="5679948"/>
                  </a:lnTo>
                  <a:lnTo>
                    <a:pt x="17880889" y="5654548"/>
                  </a:lnTo>
                  <a:close/>
                </a:path>
                <a:path w="18288000" h="10287000">
                  <a:moveTo>
                    <a:pt x="17887557" y="4778248"/>
                  </a:moveTo>
                  <a:lnTo>
                    <a:pt x="17879327" y="4765548"/>
                  </a:lnTo>
                  <a:lnTo>
                    <a:pt x="17865078" y="4778248"/>
                  </a:lnTo>
                  <a:lnTo>
                    <a:pt x="17873307" y="4790948"/>
                  </a:lnTo>
                  <a:lnTo>
                    <a:pt x="17887557" y="4778248"/>
                  </a:lnTo>
                  <a:close/>
                </a:path>
                <a:path w="18288000" h="10287000">
                  <a:moveTo>
                    <a:pt x="17888344" y="9502648"/>
                  </a:moveTo>
                  <a:lnTo>
                    <a:pt x="17840452" y="9413748"/>
                  </a:lnTo>
                  <a:lnTo>
                    <a:pt x="17757509" y="9464548"/>
                  </a:lnTo>
                  <a:lnTo>
                    <a:pt x="17805400" y="9553448"/>
                  </a:lnTo>
                  <a:lnTo>
                    <a:pt x="17888344" y="9502648"/>
                  </a:lnTo>
                  <a:close/>
                </a:path>
                <a:path w="18288000" h="10287000">
                  <a:moveTo>
                    <a:pt x="17892205" y="8626348"/>
                  </a:moveTo>
                  <a:lnTo>
                    <a:pt x="17852251" y="8550148"/>
                  </a:lnTo>
                  <a:lnTo>
                    <a:pt x="17783048" y="8600948"/>
                  </a:lnTo>
                  <a:lnTo>
                    <a:pt x="17823003" y="8664448"/>
                  </a:lnTo>
                  <a:lnTo>
                    <a:pt x="17892205" y="8626348"/>
                  </a:lnTo>
                  <a:close/>
                </a:path>
                <a:path w="18288000" h="10287000">
                  <a:moveTo>
                    <a:pt x="17895659" y="7750048"/>
                  </a:moveTo>
                  <a:lnTo>
                    <a:pt x="17863935" y="7686548"/>
                  </a:lnTo>
                  <a:lnTo>
                    <a:pt x="17808969" y="7724648"/>
                  </a:lnTo>
                  <a:lnTo>
                    <a:pt x="17840694" y="7775448"/>
                  </a:lnTo>
                  <a:lnTo>
                    <a:pt x="17895659" y="7750048"/>
                  </a:lnTo>
                  <a:close/>
                </a:path>
                <a:path w="18288000" h="10287000">
                  <a:moveTo>
                    <a:pt x="17895824" y="3915118"/>
                  </a:moveTo>
                  <a:lnTo>
                    <a:pt x="17892294" y="3909022"/>
                  </a:lnTo>
                  <a:lnTo>
                    <a:pt x="17886185" y="3912539"/>
                  </a:lnTo>
                  <a:lnTo>
                    <a:pt x="17889716" y="3918648"/>
                  </a:lnTo>
                  <a:lnTo>
                    <a:pt x="17895824" y="3915118"/>
                  </a:lnTo>
                  <a:close/>
                </a:path>
                <a:path w="18288000" h="10287000">
                  <a:moveTo>
                    <a:pt x="17899507" y="6873748"/>
                  </a:moveTo>
                  <a:lnTo>
                    <a:pt x="17875720" y="6835648"/>
                  </a:lnTo>
                  <a:lnTo>
                    <a:pt x="17834496" y="6848348"/>
                  </a:lnTo>
                  <a:lnTo>
                    <a:pt x="17858296" y="6899148"/>
                  </a:lnTo>
                  <a:lnTo>
                    <a:pt x="17899507" y="6873748"/>
                  </a:lnTo>
                  <a:close/>
                </a:path>
                <a:path w="18288000" h="10287000">
                  <a:moveTo>
                    <a:pt x="17904168" y="5997448"/>
                  </a:moveTo>
                  <a:lnTo>
                    <a:pt x="17887722" y="5972048"/>
                  </a:lnTo>
                  <a:lnTo>
                    <a:pt x="17859223" y="5984748"/>
                  </a:lnTo>
                  <a:lnTo>
                    <a:pt x="17875669" y="6010148"/>
                  </a:lnTo>
                  <a:lnTo>
                    <a:pt x="17904168" y="5997448"/>
                  </a:lnTo>
                  <a:close/>
                </a:path>
                <a:path w="18288000" h="10287000">
                  <a:moveTo>
                    <a:pt x="17910442" y="5121148"/>
                  </a:moveTo>
                  <a:lnTo>
                    <a:pt x="17900155" y="5095748"/>
                  </a:lnTo>
                  <a:lnTo>
                    <a:pt x="17882350" y="5108448"/>
                  </a:lnTo>
                  <a:lnTo>
                    <a:pt x="17892624" y="5133848"/>
                  </a:lnTo>
                  <a:lnTo>
                    <a:pt x="17910442" y="5121148"/>
                  </a:lnTo>
                  <a:close/>
                </a:path>
                <a:path w="18288000" h="10287000">
                  <a:moveTo>
                    <a:pt x="17912436" y="9832848"/>
                  </a:moveTo>
                  <a:lnTo>
                    <a:pt x="17861611" y="9743948"/>
                  </a:lnTo>
                  <a:lnTo>
                    <a:pt x="17773574" y="9794748"/>
                  </a:lnTo>
                  <a:lnTo>
                    <a:pt x="17824412" y="9883648"/>
                  </a:lnTo>
                  <a:lnTo>
                    <a:pt x="17912436" y="9832848"/>
                  </a:lnTo>
                  <a:close/>
                </a:path>
                <a:path w="18288000" h="10287000">
                  <a:moveTo>
                    <a:pt x="17917097" y="8956548"/>
                  </a:moveTo>
                  <a:lnTo>
                    <a:pt x="17873612" y="8880348"/>
                  </a:lnTo>
                  <a:lnTo>
                    <a:pt x="17798301" y="8931148"/>
                  </a:lnTo>
                  <a:lnTo>
                    <a:pt x="17841786" y="9007348"/>
                  </a:lnTo>
                  <a:lnTo>
                    <a:pt x="17917097" y="8956548"/>
                  </a:lnTo>
                  <a:close/>
                </a:path>
                <a:path w="18288000" h="10287000">
                  <a:moveTo>
                    <a:pt x="17917897" y="4250093"/>
                  </a:moveTo>
                  <a:lnTo>
                    <a:pt x="17912906" y="4241444"/>
                  </a:lnTo>
                  <a:lnTo>
                    <a:pt x="17904257" y="4246435"/>
                  </a:lnTo>
                  <a:lnTo>
                    <a:pt x="17909248" y="4255084"/>
                  </a:lnTo>
                  <a:lnTo>
                    <a:pt x="17917897" y="4250093"/>
                  </a:lnTo>
                  <a:close/>
                </a:path>
                <a:path w="18288000" h="10287000">
                  <a:moveTo>
                    <a:pt x="17920145" y="8080248"/>
                  </a:moveTo>
                  <a:lnTo>
                    <a:pt x="17885194" y="8016748"/>
                  </a:lnTo>
                  <a:lnTo>
                    <a:pt x="17824628" y="8054848"/>
                  </a:lnTo>
                  <a:lnTo>
                    <a:pt x="17859591" y="8118348"/>
                  </a:lnTo>
                  <a:lnTo>
                    <a:pt x="17920145" y="8080248"/>
                  </a:lnTo>
                  <a:close/>
                </a:path>
                <a:path w="18288000" h="10287000">
                  <a:moveTo>
                    <a:pt x="17924006" y="7203948"/>
                  </a:moveTo>
                  <a:lnTo>
                    <a:pt x="17896980" y="7165848"/>
                  </a:lnTo>
                  <a:lnTo>
                    <a:pt x="17850155" y="7191248"/>
                  </a:lnTo>
                  <a:lnTo>
                    <a:pt x="17877181" y="7229348"/>
                  </a:lnTo>
                  <a:lnTo>
                    <a:pt x="17924006" y="7203948"/>
                  </a:lnTo>
                  <a:close/>
                </a:path>
                <a:path w="18288000" h="10287000">
                  <a:moveTo>
                    <a:pt x="17927384" y="3375152"/>
                  </a:moveTo>
                  <a:lnTo>
                    <a:pt x="17926203" y="3373107"/>
                  </a:lnTo>
                  <a:lnTo>
                    <a:pt x="17924171" y="3374288"/>
                  </a:lnTo>
                  <a:lnTo>
                    <a:pt x="17925352" y="3376320"/>
                  </a:lnTo>
                  <a:lnTo>
                    <a:pt x="17927384" y="3375152"/>
                  </a:lnTo>
                  <a:close/>
                </a:path>
                <a:path w="18288000" h="10287000">
                  <a:moveTo>
                    <a:pt x="17928260" y="6327648"/>
                  </a:moveTo>
                  <a:lnTo>
                    <a:pt x="17908867" y="6302248"/>
                  </a:lnTo>
                  <a:lnTo>
                    <a:pt x="17875288" y="6314948"/>
                  </a:lnTo>
                  <a:lnTo>
                    <a:pt x="17894669" y="6353048"/>
                  </a:lnTo>
                  <a:lnTo>
                    <a:pt x="17928260" y="6327648"/>
                  </a:lnTo>
                  <a:close/>
                </a:path>
                <a:path w="18288000" h="10287000">
                  <a:moveTo>
                    <a:pt x="17933721" y="5451348"/>
                  </a:moveTo>
                  <a:lnTo>
                    <a:pt x="17921085" y="5438648"/>
                  </a:lnTo>
                  <a:lnTo>
                    <a:pt x="17899203" y="5451348"/>
                  </a:lnTo>
                  <a:lnTo>
                    <a:pt x="17911839" y="5464048"/>
                  </a:lnTo>
                  <a:lnTo>
                    <a:pt x="17933721" y="5451348"/>
                  </a:lnTo>
                  <a:close/>
                </a:path>
                <a:path w="18288000" h="10287000">
                  <a:moveTo>
                    <a:pt x="17935728" y="10175748"/>
                  </a:moveTo>
                  <a:lnTo>
                    <a:pt x="17882553" y="10074148"/>
                  </a:lnTo>
                  <a:lnTo>
                    <a:pt x="17790440" y="10137648"/>
                  </a:lnTo>
                  <a:lnTo>
                    <a:pt x="17843615" y="10226548"/>
                  </a:lnTo>
                  <a:lnTo>
                    <a:pt x="17935728" y="10175748"/>
                  </a:lnTo>
                  <a:close/>
                </a:path>
                <a:path w="18288000" h="10287000">
                  <a:moveTo>
                    <a:pt x="17940795" y="4585284"/>
                  </a:moveTo>
                  <a:lnTo>
                    <a:pt x="17933734" y="4573079"/>
                  </a:lnTo>
                  <a:lnTo>
                    <a:pt x="17921529" y="4580128"/>
                  </a:lnTo>
                  <a:lnTo>
                    <a:pt x="17928578" y="4592332"/>
                  </a:lnTo>
                  <a:lnTo>
                    <a:pt x="17940795" y="4585284"/>
                  </a:lnTo>
                  <a:close/>
                </a:path>
                <a:path w="18288000" h="10287000">
                  <a:moveTo>
                    <a:pt x="17941582" y="9299448"/>
                  </a:moveTo>
                  <a:lnTo>
                    <a:pt x="17894872" y="9210548"/>
                  </a:lnTo>
                  <a:lnTo>
                    <a:pt x="17813973" y="9261348"/>
                  </a:lnTo>
                  <a:lnTo>
                    <a:pt x="17860683" y="9337548"/>
                  </a:lnTo>
                  <a:lnTo>
                    <a:pt x="17941582" y="9299448"/>
                  </a:lnTo>
                  <a:close/>
                </a:path>
                <a:path w="18288000" h="10287000">
                  <a:moveTo>
                    <a:pt x="17945443" y="8423148"/>
                  </a:moveTo>
                  <a:lnTo>
                    <a:pt x="17906657" y="8346948"/>
                  </a:lnTo>
                  <a:lnTo>
                    <a:pt x="17839487" y="8385048"/>
                  </a:lnTo>
                  <a:lnTo>
                    <a:pt x="17878273" y="8461248"/>
                  </a:lnTo>
                  <a:lnTo>
                    <a:pt x="17945443" y="8423148"/>
                  </a:lnTo>
                  <a:close/>
                </a:path>
                <a:path w="18288000" h="10287000">
                  <a:moveTo>
                    <a:pt x="17948491" y="7546848"/>
                  </a:moveTo>
                  <a:lnTo>
                    <a:pt x="17918240" y="7496048"/>
                  </a:lnTo>
                  <a:lnTo>
                    <a:pt x="17865827" y="7521448"/>
                  </a:lnTo>
                  <a:lnTo>
                    <a:pt x="17896078" y="7572248"/>
                  </a:lnTo>
                  <a:lnTo>
                    <a:pt x="17948491" y="7546848"/>
                  </a:lnTo>
                  <a:close/>
                </a:path>
                <a:path w="18288000" h="10287000">
                  <a:moveTo>
                    <a:pt x="17949456" y="3710114"/>
                  </a:moveTo>
                  <a:lnTo>
                    <a:pt x="17946815" y="3705542"/>
                  </a:lnTo>
                  <a:lnTo>
                    <a:pt x="17942230" y="3708184"/>
                  </a:lnTo>
                  <a:lnTo>
                    <a:pt x="17944884" y="3712768"/>
                  </a:lnTo>
                  <a:lnTo>
                    <a:pt x="17949456" y="3710114"/>
                  </a:lnTo>
                  <a:close/>
                </a:path>
                <a:path w="18288000" h="10287000">
                  <a:moveTo>
                    <a:pt x="17952352" y="6670548"/>
                  </a:moveTo>
                  <a:lnTo>
                    <a:pt x="17930013" y="6632448"/>
                  </a:lnTo>
                  <a:lnTo>
                    <a:pt x="17891341" y="6645148"/>
                  </a:lnTo>
                  <a:lnTo>
                    <a:pt x="17913668" y="6683248"/>
                  </a:lnTo>
                  <a:lnTo>
                    <a:pt x="17952352" y="6670548"/>
                  </a:lnTo>
                  <a:close/>
                </a:path>
                <a:path w="18288000" h="10287000">
                  <a:moveTo>
                    <a:pt x="17957407" y="5794248"/>
                  </a:moveTo>
                  <a:lnTo>
                    <a:pt x="17942129" y="5768848"/>
                  </a:lnTo>
                  <a:lnTo>
                    <a:pt x="17915674" y="5781548"/>
                  </a:lnTo>
                  <a:lnTo>
                    <a:pt x="17930940" y="5806948"/>
                  </a:lnTo>
                  <a:lnTo>
                    <a:pt x="17957407" y="5794248"/>
                  </a:lnTo>
                  <a:close/>
                </a:path>
                <a:path w="18288000" h="10287000">
                  <a:moveTo>
                    <a:pt x="17963668" y="4917948"/>
                  </a:moveTo>
                  <a:lnTo>
                    <a:pt x="17954562" y="4892548"/>
                  </a:lnTo>
                  <a:lnTo>
                    <a:pt x="17938788" y="4905248"/>
                  </a:lnTo>
                  <a:lnTo>
                    <a:pt x="17947894" y="4917948"/>
                  </a:lnTo>
                  <a:lnTo>
                    <a:pt x="17963668" y="4917948"/>
                  </a:lnTo>
                  <a:close/>
                </a:path>
                <a:path w="18288000" h="10287000">
                  <a:moveTo>
                    <a:pt x="17965674" y="9629648"/>
                  </a:moveTo>
                  <a:lnTo>
                    <a:pt x="17916030" y="9540748"/>
                  </a:lnTo>
                  <a:lnTo>
                    <a:pt x="17830026" y="9591548"/>
                  </a:lnTo>
                  <a:lnTo>
                    <a:pt x="17879670" y="9680448"/>
                  </a:lnTo>
                  <a:lnTo>
                    <a:pt x="17965674" y="9629648"/>
                  </a:lnTo>
                  <a:close/>
                </a:path>
                <a:path w="18288000" h="10287000">
                  <a:moveTo>
                    <a:pt x="17969535" y="8753348"/>
                  </a:moveTo>
                  <a:lnTo>
                    <a:pt x="17927816" y="8677148"/>
                  </a:lnTo>
                  <a:lnTo>
                    <a:pt x="17855553" y="8727948"/>
                  </a:lnTo>
                  <a:lnTo>
                    <a:pt x="17897272" y="8791448"/>
                  </a:lnTo>
                  <a:lnTo>
                    <a:pt x="17969535" y="8753348"/>
                  </a:lnTo>
                  <a:close/>
                </a:path>
                <a:path w="18288000" h="10287000">
                  <a:moveTo>
                    <a:pt x="17971542" y="4045102"/>
                  </a:moveTo>
                  <a:lnTo>
                    <a:pt x="17967427" y="4037977"/>
                  </a:lnTo>
                  <a:lnTo>
                    <a:pt x="17960302" y="4042079"/>
                  </a:lnTo>
                  <a:lnTo>
                    <a:pt x="17964417" y="4049204"/>
                  </a:lnTo>
                  <a:lnTo>
                    <a:pt x="17971542" y="4045102"/>
                  </a:lnTo>
                  <a:close/>
                </a:path>
                <a:path w="18288000" h="10287000">
                  <a:moveTo>
                    <a:pt x="17972583" y="7877048"/>
                  </a:moveTo>
                  <a:lnTo>
                    <a:pt x="17939385" y="7826248"/>
                  </a:lnTo>
                  <a:lnTo>
                    <a:pt x="17881880" y="7851648"/>
                  </a:lnTo>
                  <a:lnTo>
                    <a:pt x="17915078" y="7915148"/>
                  </a:lnTo>
                  <a:lnTo>
                    <a:pt x="17972583" y="7877048"/>
                  </a:lnTo>
                  <a:close/>
                </a:path>
                <a:path w="18288000" h="10287000">
                  <a:moveTo>
                    <a:pt x="17976025" y="7000748"/>
                  </a:moveTo>
                  <a:lnTo>
                    <a:pt x="17951057" y="6962648"/>
                  </a:lnTo>
                  <a:lnTo>
                    <a:pt x="17907813" y="6988048"/>
                  </a:lnTo>
                  <a:lnTo>
                    <a:pt x="17932781" y="7026148"/>
                  </a:lnTo>
                  <a:lnTo>
                    <a:pt x="17976025" y="7000748"/>
                  </a:lnTo>
                  <a:close/>
                </a:path>
                <a:path w="18288000" h="10287000">
                  <a:moveTo>
                    <a:pt x="17981092" y="6124448"/>
                  </a:moveTo>
                  <a:lnTo>
                    <a:pt x="17963172" y="6099048"/>
                  </a:lnTo>
                  <a:lnTo>
                    <a:pt x="17932134" y="6111748"/>
                  </a:lnTo>
                  <a:lnTo>
                    <a:pt x="17950053" y="6137148"/>
                  </a:lnTo>
                  <a:lnTo>
                    <a:pt x="17981092" y="6124448"/>
                  </a:lnTo>
                  <a:close/>
                </a:path>
                <a:path w="18288000" h="10287000">
                  <a:moveTo>
                    <a:pt x="17986960" y="5248148"/>
                  </a:moveTo>
                  <a:lnTo>
                    <a:pt x="17975491" y="5235448"/>
                  </a:lnTo>
                  <a:lnTo>
                    <a:pt x="17955654" y="5235448"/>
                  </a:lnTo>
                  <a:lnTo>
                    <a:pt x="17967109" y="5260848"/>
                  </a:lnTo>
                  <a:lnTo>
                    <a:pt x="17986960" y="5248148"/>
                  </a:lnTo>
                  <a:close/>
                </a:path>
                <a:path w="18288000" h="10287000">
                  <a:moveTo>
                    <a:pt x="17989360" y="9972548"/>
                  </a:moveTo>
                  <a:lnTo>
                    <a:pt x="17937061" y="9870948"/>
                  </a:lnTo>
                  <a:lnTo>
                    <a:pt x="17846485" y="9934448"/>
                  </a:lnTo>
                  <a:lnTo>
                    <a:pt x="17898783" y="10023348"/>
                  </a:lnTo>
                  <a:lnTo>
                    <a:pt x="17989360" y="9972548"/>
                  </a:lnTo>
                  <a:close/>
                </a:path>
                <a:path w="18288000" h="10287000">
                  <a:moveTo>
                    <a:pt x="17993627" y="4380077"/>
                  </a:moveTo>
                  <a:lnTo>
                    <a:pt x="17988039" y="4370400"/>
                  </a:lnTo>
                  <a:lnTo>
                    <a:pt x="17978374" y="4375988"/>
                  </a:lnTo>
                  <a:lnTo>
                    <a:pt x="17983962" y="4385653"/>
                  </a:lnTo>
                  <a:lnTo>
                    <a:pt x="17993627" y="4380077"/>
                  </a:lnTo>
                  <a:close/>
                </a:path>
                <a:path w="18288000" h="10287000">
                  <a:moveTo>
                    <a:pt x="17993945" y="10277348"/>
                  </a:moveTo>
                  <a:lnTo>
                    <a:pt x="17955959" y="10213848"/>
                  </a:lnTo>
                  <a:lnTo>
                    <a:pt x="17870970" y="10264648"/>
                  </a:lnTo>
                  <a:lnTo>
                    <a:pt x="17880648" y="10277348"/>
                  </a:lnTo>
                  <a:lnTo>
                    <a:pt x="17993945" y="10277348"/>
                  </a:lnTo>
                  <a:close/>
                </a:path>
                <a:path w="18288000" h="10287000">
                  <a:moveTo>
                    <a:pt x="17994414" y="9096248"/>
                  </a:moveTo>
                  <a:lnTo>
                    <a:pt x="17949177" y="9007348"/>
                  </a:lnTo>
                  <a:lnTo>
                    <a:pt x="17870805" y="9058148"/>
                  </a:lnTo>
                  <a:lnTo>
                    <a:pt x="17916055" y="9134348"/>
                  </a:lnTo>
                  <a:lnTo>
                    <a:pt x="17994414" y="9096248"/>
                  </a:lnTo>
                  <a:close/>
                </a:path>
                <a:path w="18288000" h="10287000">
                  <a:moveTo>
                    <a:pt x="17997475" y="8219948"/>
                  </a:moveTo>
                  <a:lnTo>
                    <a:pt x="17960747" y="8156448"/>
                  </a:lnTo>
                  <a:lnTo>
                    <a:pt x="17897145" y="8181848"/>
                  </a:lnTo>
                  <a:lnTo>
                    <a:pt x="17933861" y="8245348"/>
                  </a:lnTo>
                  <a:lnTo>
                    <a:pt x="17997475" y="8219948"/>
                  </a:lnTo>
                  <a:close/>
                </a:path>
                <a:path w="18288000" h="10287000">
                  <a:moveTo>
                    <a:pt x="18000930" y="7330948"/>
                  </a:moveTo>
                  <a:lnTo>
                    <a:pt x="17972431" y="7292848"/>
                  </a:lnTo>
                  <a:lnTo>
                    <a:pt x="17923066" y="7318248"/>
                  </a:lnTo>
                  <a:lnTo>
                    <a:pt x="17951565" y="7369048"/>
                  </a:lnTo>
                  <a:lnTo>
                    <a:pt x="18000930" y="7330948"/>
                  </a:lnTo>
                  <a:close/>
                </a:path>
                <a:path w="18288000" h="10287000">
                  <a:moveTo>
                    <a:pt x="18003101" y="3505123"/>
                  </a:moveTo>
                  <a:lnTo>
                    <a:pt x="18001336" y="3502063"/>
                  </a:lnTo>
                  <a:lnTo>
                    <a:pt x="17998288" y="3503828"/>
                  </a:lnTo>
                  <a:lnTo>
                    <a:pt x="18000053" y="3506889"/>
                  </a:lnTo>
                  <a:lnTo>
                    <a:pt x="18003101" y="3505123"/>
                  </a:lnTo>
                  <a:close/>
                </a:path>
                <a:path w="18288000" h="10287000">
                  <a:moveTo>
                    <a:pt x="18005184" y="6454648"/>
                  </a:moveTo>
                  <a:lnTo>
                    <a:pt x="17984331" y="6429248"/>
                  </a:lnTo>
                  <a:lnTo>
                    <a:pt x="17948199" y="6441948"/>
                  </a:lnTo>
                  <a:lnTo>
                    <a:pt x="17969053" y="6480048"/>
                  </a:lnTo>
                  <a:lnTo>
                    <a:pt x="18005184" y="6454648"/>
                  </a:lnTo>
                  <a:close/>
                </a:path>
                <a:path w="18288000" h="10287000">
                  <a:moveTo>
                    <a:pt x="18010239" y="5591048"/>
                  </a:moveTo>
                  <a:lnTo>
                    <a:pt x="17996434" y="5565648"/>
                  </a:lnTo>
                  <a:lnTo>
                    <a:pt x="17972520" y="5578348"/>
                  </a:lnTo>
                  <a:lnTo>
                    <a:pt x="17986325" y="5603748"/>
                  </a:lnTo>
                  <a:lnTo>
                    <a:pt x="18010239" y="5591048"/>
                  </a:lnTo>
                  <a:close/>
                </a:path>
                <a:path w="18288000" h="10287000">
                  <a:moveTo>
                    <a:pt x="18016919" y="4714748"/>
                  </a:moveTo>
                  <a:lnTo>
                    <a:pt x="18008981" y="4689348"/>
                  </a:lnTo>
                  <a:lnTo>
                    <a:pt x="17995240" y="4702048"/>
                  </a:lnTo>
                  <a:lnTo>
                    <a:pt x="18003165" y="4714748"/>
                  </a:lnTo>
                  <a:lnTo>
                    <a:pt x="18016919" y="4714748"/>
                  </a:lnTo>
                  <a:close/>
                </a:path>
                <a:path w="18288000" h="10287000">
                  <a:moveTo>
                    <a:pt x="18018506" y="9426448"/>
                  </a:moveTo>
                  <a:lnTo>
                    <a:pt x="17970323" y="9337548"/>
                  </a:lnTo>
                  <a:lnTo>
                    <a:pt x="17886871" y="9388348"/>
                  </a:lnTo>
                  <a:lnTo>
                    <a:pt x="17935055" y="9477248"/>
                  </a:lnTo>
                  <a:lnTo>
                    <a:pt x="18018506" y="9426448"/>
                  </a:lnTo>
                  <a:close/>
                </a:path>
                <a:path w="18288000" h="10287000">
                  <a:moveTo>
                    <a:pt x="18021961" y="8550148"/>
                  </a:moveTo>
                  <a:lnTo>
                    <a:pt x="17982007" y="8473948"/>
                  </a:lnTo>
                  <a:lnTo>
                    <a:pt x="17912804" y="8524748"/>
                  </a:lnTo>
                  <a:lnTo>
                    <a:pt x="17952758" y="8588248"/>
                  </a:lnTo>
                  <a:lnTo>
                    <a:pt x="18021961" y="8550148"/>
                  </a:lnTo>
                  <a:close/>
                </a:path>
                <a:path w="18288000" h="10287000">
                  <a:moveTo>
                    <a:pt x="18025187" y="3840099"/>
                  </a:moveTo>
                  <a:lnTo>
                    <a:pt x="18021948" y="3834498"/>
                  </a:lnTo>
                  <a:lnTo>
                    <a:pt x="18016347" y="3837736"/>
                  </a:lnTo>
                  <a:lnTo>
                    <a:pt x="18019586" y="3843324"/>
                  </a:lnTo>
                  <a:lnTo>
                    <a:pt x="18025187" y="3840099"/>
                  </a:lnTo>
                  <a:close/>
                </a:path>
                <a:path w="18288000" h="10287000">
                  <a:moveTo>
                    <a:pt x="18025415" y="7673848"/>
                  </a:moveTo>
                  <a:lnTo>
                    <a:pt x="17993691" y="7623048"/>
                  </a:lnTo>
                  <a:lnTo>
                    <a:pt x="17938725" y="7648448"/>
                  </a:lnTo>
                  <a:lnTo>
                    <a:pt x="17970462" y="7699248"/>
                  </a:lnTo>
                  <a:lnTo>
                    <a:pt x="18025415" y="7673848"/>
                  </a:lnTo>
                  <a:close/>
                </a:path>
                <a:path w="18288000" h="10287000">
                  <a:moveTo>
                    <a:pt x="18028870" y="6797548"/>
                  </a:moveTo>
                  <a:lnTo>
                    <a:pt x="18005362" y="6759448"/>
                  </a:lnTo>
                  <a:lnTo>
                    <a:pt x="17964658" y="6784848"/>
                  </a:lnTo>
                  <a:lnTo>
                    <a:pt x="17988166" y="6822948"/>
                  </a:lnTo>
                  <a:lnTo>
                    <a:pt x="18028870" y="6797548"/>
                  </a:lnTo>
                  <a:close/>
                </a:path>
                <a:path w="18288000" h="10287000">
                  <a:moveTo>
                    <a:pt x="18033530" y="5921248"/>
                  </a:moveTo>
                  <a:lnTo>
                    <a:pt x="18017363" y="5895848"/>
                  </a:lnTo>
                  <a:lnTo>
                    <a:pt x="17989385" y="5908548"/>
                  </a:lnTo>
                  <a:lnTo>
                    <a:pt x="18005540" y="5933948"/>
                  </a:lnTo>
                  <a:lnTo>
                    <a:pt x="18033530" y="5921248"/>
                  </a:lnTo>
                  <a:close/>
                </a:path>
                <a:path w="18288000" h="10287000">
                  <a:moveTo>
                    <a:pt x="18040198" y="5044948"/>
                  </a:moveTo>
                  <a:lnTo>
                    <a:pt x="18029911" y="5032248"/>
                  </a:lnTo>
                  <a:lnTo>
                    <a:pt x="18012106" y="5032248"/>
                  </a:lnTo>
                  <a:lnTo>
                    <a:pt x="18022393" y="5057648"/>
                  </a:lnTo>
                  <a:lnTo>
                    <a:pt x="18040198" y="5044948"/>
                  </a:lnTo>
                  <a:close/>
                </a:path>
                <a:path w="18288000" h="10287000">
                  <a:moveTo>
                    <a:pt x="18043005" y="9756648"/>
                  </a:moveTo>
                  <a:lnTo>
                    <a:pt x="17991582" y="9667748"/>
                  </a:lnTo>
                  <a:lnTo>
                    <a:pt x="17902530" y="9718548"/>
                  </a:lnTo>
                  <a:lnTo>
                    <a:pt x="17953952" y="9807448"/>
                  </a:lnTo>
                  <a:lnTo>
                    <a:pt x="18043005" y="9756648"/>
                  </a:lnTo>
                  <a:close/>
                </a:path>
                <a:path w="18288000" h="10287000">
                  <a:moveTo>
                    <a:pt x="18047246" y="8880348"/>
                  </a:moveTo>
                  <a:lnTo>
                    <a:pt x="18003482" y="8804148"/>
                  </a:lnTo>
                  <a:lnTo>
                    <a:pt x="17927663" y="8854948"/>
                  </a:lnTo>
                  <a:lnTo>
                    <a:pt x="17971427" y="8931148"/>
                  </a:lnTo>
                  <a:lnTo>
                    <a:pt x="18047246" y="8880348"/>
                  </a:lnTo>
                  <a:close/>
                </a:path>
                <a:path w="18288000" h="10287000">
                  <a:moveTo>
                    <a:pt x="18047259" y="4175074"/>
                  </a:moveTo>
                  <a:lnTo>
                    <a:pt x="18042560" y="4166920"/>
                  </a:lnTo>
                  <a:lnTo>
                    <a:pt x="18034419" y="4171632"/>
                  </a:lnTo>
                  <a:lnTo>
                    <a:pt x="18039118" y="4179773"/>
                  </a:lnTo>
                  <a:lnTo>
                    <a:pt x="18047259" y="4175074"/>
                  </a:lnTo>
                  <a:close/>
                </a:path>
                <a:path w="18288000" h="10287000">
                  <a:moveTo>
                    <a:pt x="18049901" y="8004048"/>
                  </a:moveTo>
                  <a:lnTo>
                    <a:pt x="18014950" y="7953248"/>
                  </a:lnTo>
                  <a:lnTo>
                    <a:pt x="17954384" y="7978648"/>
                  </a:lnTo>
                  <a:lnTo>
                    <a:pt x="17989347" y="8042148"/>
                  </a:lnTo>
                  <a:lnTo>
                    <a:pt x="18049901" y="8004048"/>
                  </a:lnTo>
                  <a:close/>
                </a:path>
                <a:path w="18288000" h="10287000">
                  <a:moveTo>
                    <a:pt x="18053355" y="7127748"/>
                  </a:moveTo>
                  <a:lnTo>
                    <a:pt x="18026622" y="7089648"/>
                  </a:lnTo>
                  <a:lnTo>
                    <a:pt x="17980317" y="7115048"/>
                  </a:lnTo>
                  <a:lnTo>
                    <a:pt x="18007051" y="7153148"/>
                  </a:lnTo>
                  <a:lnTo>
                    <a:pt x="18053355" y="7127748"/>
                  </a:lnTo>
                  <a:close/>
                </a:path>
                <a:path w="18288000" h="10287000">
                  <a:moveTo>
                    <a:pt x="18057140" y="3300222"/>
                  </a:moveTo>
                  <a:lnTo>
                    <a:pt x="18055971" y="3298190"/>
                  </a:lnTo>
                  <a:lnTo>
                    <a:pt x="18053927" y="3299371"/>
                  </a:lnTo>
                  <a:lnTo>
                    <a:pt x="18055108" y="3301403"/>
                  </a:lnTo>
                  <a:lnTo>
                    <a:pt x="18057140" y="3300222"/>
                  </a:lnTo>
                  <a:close/>
                </a:path>
                <a:path w="18288000" h="10287000">
                  <a:moveTo>
                    <a:pt x="18057622" y="6251448"/>
                  </a:moveTo>
                  <a:lnTo>
                    <a:pt x="18038522" y="6226048"/>
                  </a:lnTo>
                  <a:lnTo>
                    <a:pt x="18005451" y="6238748"/>
                  </a:lnTo>
                  <a:lnTo>
                    <a:pt x="18024539" y="6276848"/>
                  </a:lnTo>
                  <a:lnTo>
                    <a:pt x="18057622" y="6251448"/>
                  </a:lnTo>
                  <a:close/>
                </a:path>
                <a:path w="18288000" h="10287000">
                  <a:moveTo>
                    <a:pt x="18063083" y="5375148"/>
                  </a:moveTo>
                  <a:lnTo>
                    <a:pt x="18050739" y="5362448"/>
                  </a:lnTo>
                  <a:lnTo>
                    <a:pt x="18029365" y="5375148"/>
                  </a:lnTo>
                  <a:lnTo>
                    <a:pt x="18041709" y="5387848"/>
                  </a:lnTo>
                  <a:lnTo>
                    <a:pt x="18063083" y="5375148"/>
                  </a:lnTo>
                  <a:close/>
                </a:path>
                <a:path w="18288000" h="10287000">
                  <a:moveTo>
                    <a:pt x="18066690" y="10099548"/>
                  </a:moveTo>
                  <a:lnTo>
                    <a:pt x="18012626" y="9997948"/>
                  </a:lnTo>
                  <a:lnTo>
                    <a:pt x="17919002" y="10061448"/>
                  </a:lnTo>
                  <a:lnTo>
                    <a:pt x="17973053" y="10150348"/>
                  </a:lnTo>
                  <a:lnTo>
                    <a:pt x="18066690" y="10099548"/>
                  </a:lnTo>
                  <a:close/>
                </a:path>
                <a:path w="18288000" h="10287000">
                  <a:moveTo>
                    <a:pt x="18070145" y="4510265"/>
                  </a:moveTo>
                  <a:lnTo>
                    <a:pt x="18063388" y="4498568"/>
                  </a:lnTo>
                  <a:lnTo>
                    <a:pt x="18051679" y="4505325"/>
                  </a:lnTo>
                  <a:lnTo>
                    <a:pt x="18058435" y="4517021"/>
                  </a:lnTo>
                  <a:lnTo>
                    <a:pt x="18070145" y="4510265"/>
                  </a:lnTo>
                  <a:close/>
                </a:path>
                <a:path w="18288000" h="10287000">
                  <a:moveTo>
                    <a:pt x="18071745" y="9223248"/>
                  </a:moveTo>
                  <a:lnTo>
                    <a:pt x="18024742" y="9134348"/>
                  </a:lnTo>
                  <a:lnTo>
                    <a:pt x="17943322" y="9185148"/>
                  </a:lnTo>
                  <a:lnTo>
                    <a:pt x="17990325" y="9274048"/>
                  </a:lnTo>
                  <a:lnTo>
                    <a:pt x="18071745" y="9223248"/>
                  </a:lnTo>
                  <a:close/>
                </a:path>
                <a:path w="18288000" h="10287000">
                  <a:moveTo>
                    <a:pt x="18074793" y="8346948"/>
                  </a:moveTo>
                  <a:lnTo>
                    <a:pt x="18036312" y="8283448"/>
                  </a:lnTo>
                  <a:lnTo>
                    <a:pt x="17969649" y="8321548"/>
                  </a:lnTo>
                  <a:lnTo>
                    <a:pt x="18008130" y="8385048"/>
                  </a:lnTo>
                  <a:lnTo>
                    <a:pt x="18074793" y="8346948"/>
                  </a:lnTo>
                  <a:close/>
                </a:path>
                <a:path w="18288000" h="10287000">
                  <a:moveTo>
                    <a:pt x="18077853" y="7470648"/>
                  </a:moveTo>
                  <a:lnTo>
                    <a:pt x="18047881" y="7419848"/>
                  </a:lnTo>
                  <a:lnTo>
                    <a:pt x="17995977" y="7445248"/>
                  </a:lnTo>
                  <a:lnTo>
                    <a:pt x="18025949" y="7496048"/>
                  </a:lnTo>
                  <a:lnTo>
                    <a:pt x="18077853" y="7470648"/>
                  </a:lnTo>
                  <a:close/>
                </a:path>
                <a:path w="18288000" h="10287000">
                  <a:moveTo>
                    <a:pt x="18078819" y="3635095"/>
                  </a:moveTo>
                  <a:lnTo>
                    <a:pt x="18076469" y="3631031"/>
                  </a:lnTo>
                  <a:lnTo>
                    <a:pt x="18072405" y="3633381"/>
                  </a:lnTo>
                  <a:lnTo>
                    <a:pt x="18074755" y="3637445"/>
                  </a:lnTo>
                  <a:lnTo>
                    <a:pt x="18078819" y="3635095"/>
                  </a:lnTo>
                  <a:close/>
                </a:path>
                <a:path w="18288000" h="10287000">
                  <a:moveTo>
                    <a:pt x="18081702" y="6594348"/>
                  </a:moveTo>
                  <a:lnTo>
                    <a:pt x="18059667" y="6556248"/>
                  </a:lnTo>
                  <a:lnTo>
                    <a:pt x="18021516" y="6568948"/>
                  </a:lnTo>
                  <a:lnTo>
                    <a:pt x="18043551" y="6607048"/>
                  </a:lnTo>
                  <a:lnTo>
                    <a:pt x="18081702" y="6594348"/>
                  </a:lnTo>
                  <a:close/>
                </a:path>
                <a:path w="18288000" h="10287000">
                  <a:moveTo>
                    <a:pt x="18086769" y="5718048"/>
                  </a:moveTo>
                  <a:lnTo>
                    <a:pt x="18071783" y="5692648"/>
                  </a:lnTo>
                  <a:lnTo>
                    <a:pt x="18045824" y="5705348"/>
                  </a:lnTo>
                  <a:lnTo>
                    <a:pt x="18060810" y="5730748"/>
                  </a:lnTo>
                  <a:lnTo>
                    <a:pt x="18086769" y="5718048"/>
                  </a:lnTo>
                  <a:close/>
                </a:path>
                <a:path w="18288000" h="10287000">
                  <a:moveTo>
                    <a:pt x="18093030" y="4841748"/>
                  </a:moveTo>
                  <a:lnTo>
                    <a:pt x="18084216" y="4829048"/>
                  </a:lnTo>
                  <a:lnTo>
                    <a:pt x="18068951" y="4829048"/>
                  </a:lnTo>
                  <a:lnTo>
                    <a:pt x="18077765" y="4841748"/>
                  </a:lnTo>
                  <a:lnTo>
                    <a:pt x="18093030" y="4841748"/>
                  </a:lnTo>
                  <a:close/>
                </a:path>
                <a:path w="18288000" h="10287000">
                  <a:moveTo>
                    <a:pt x="18095824" y="9553448"/>
                  </a:moveTo>
                  <a:lnTo>
                    <a:pt x="18045888" y="9464548"/>
                  </a:lnTo>
                  <a:lnTo>
                    <a:pt x="17959388" y="9515348"/>
                  </a:lnTo>
                  <a:lnTo>
                    <a:pt x="18009324" y="9604248"/>
                  </a:lnTo>
                  <a:lnTo>
                    <a:pt x="18095824" y="9553448"/>
                  </a:lnTo>
                  <a:close/>
                </a:path>
                <a:path w="18288000" h="10287000">
                  <a:moveTo>
                    <a:pt x="18099278" y="8677148"/>
                  </a:moveTo>
                  <a:lnTo>
                    <a:pt x="18057572" y="8613648"/>
                  </a:lnTo>
                  <a:lnTo>
                    <a:pt x="17985309" y="8651748"/>
                  </a:lnTo>
                  <a:lnTo>
                    <a:pt x="18027028" y="8715248"/>
                  </a:lnTo>
                  <a:lnTo>
                    <a:pt x="18099278" y="8677148"/>
                  </a:lnTo>
                  <a:close/>
                </a:path>
                <a:path w="18288000" h="10287000">
                  <a:moveTo>
                    <a:pt x="18101310" y="3970185"/>
                  </a:moveTo>
                  <a:lnTo>
                    <a:pt x="18097183" y="3963060"/>
                  </a:lnTo>
                  <a:lnTo>
                    <a:pt x="18090058" y="3967175"/>
                  </a:lnTo>
                  <a:lnTo>
                    <a:pt x="18094186" y="3974300"/>
                  </a:lnTo>
                  <a:lnTo>
                    <a:pt x="18101310" y="3970185"/>
                  </a:lnTo>
                  <a:close/>
                </a:path>
                <a:path w="18288000" h="10287000">
                  <a:moveTo>
                    <a:pt x="18102339" y="7800848"/>
                  </a:moveTo>
                  <a:lnTo>
                    <a:pt x="18069141" y="7750048"/>
                  </a:lnTo>
                  <a:lnTo>
                    <a:pt x="18011648" y="7775448"/>
                  </a:lnTo>
                  <a:lnTo>
                    <a:pt x="18044846" y="7838948"/>
                  </a:lnTo>
                  <a:lnTo>
                    <a:pt x="18102339" y="7800848"/>
                  </a:lnTo>
                  <a:close/>
                </a:path>
                <a:path w="18288000" h="10287000">
                  <a:moveTo>
                    <a:pt x="18105400" y="6924548"/>
                  </a:moveTo>
                  <a:lnTo>
                    <a:pt x="18080724" y="6886448"/>
                  </a:lnTo>
                  <a:lnTo>
                    <a:pt x="18037975" y="6911848"/>
                  </a:lnTo>
                  <a:lnTo>
                    <a:pt x="18062652" y="6949948"/>
                  </a:lnTo>
                  <a:lnTo>
                    <a:pt x="18105400" y="6924548"/>
                  </a:lnTo>
                  <a:close/>
                </a:path>
                <a:path w="18288000" h="10287000">
                  <a:moveTo>
                    <a:pt x="18110454" y="6048248"/>
                  </a:moveTo>
                  <a:lnTo>
                    <a:pt x="18092827" y="6022848"/>
                  </a:lnTo>
                  <a:lnTo>
                    <a:pt x="18062283" y="6035548"/>
                  </a:lnTo>
                  <a:lnTo>
                    <a:pt x="18079924" y="6073648"/>
                  </a:lnTo>
                  <a:lnTo>
                    <a:pt x="18110454" y="6048248"/>
                  </a:lnTo>
                  <a:close/>
                </a:path>
                <a:path w="18288000" h="10287000">
                  <a:moveTo>
                    <a:pt x="18115915" y="5171948"/>
                  </a:moveTo>
                  <a:lnTo>
                    <a:pt x="18105044" y="5159248"/>
                  </a:lnTo>
                  <a:lnTo>
                    <a:pt x="18086210" y="5171948"/>
                  </a:lnTo>
                  <a:lnTo>
                    <a:pt x="18097081" y="5184648"/>
                  </a:lnTo>
                  <a:lnTo>
                    <a:pt x="18115915" y="5171948"/>
                  </a:lnTo>
                  <a:close/>
                </a:path>
                <a:path w="18288000" h="10287000">
                  <a:moveTo>
                    <a:pt x="18120322" y="9896348"/>
                  </a:moveTo>
                  <a:lnTo>
                    <a:pt x="18067147" y="9794748"/>
                  </a:lnTo>
                  <a:lnTo>
                    <a:pt x="17975047" y="9858248"/>
                  </a:lnTo>
                  <a:lnTo>
                    <a:pt x="18028222" y="9947148"/>
                  </a:lnTo>
                  <a:lnTo>
                    <a:pt x="18120322" y="9896348"/>
                  </a:lnTo>
                  <a:close/>
                </a:path>
                <a:path w="18288000" h="10287000">
                  <a:moveTo>
                    <a:pt x="18122977" y="4305046"/>
                  </a:moveTo>
                  <a:lnTo>
                    <a:pt x="18117693" y="4295889"/>
                  </a:lnTo>
                  <a:lnTo>
                    <a:pt x="18108537" y="4301172"/>
                  </a:lnTo>
                  <a:lnTo>
                    <a:pt x="18113820" y="4310342"/>
                  </a:lnTo>
                  <a:lnTo>
                    <a:pt x="18122977" y="4305046"/>
                  </a:lnTo>
                  <a:close/>
                </a:path>
                <a:path w="18288000" h="10287000">
                  <a:moveTo>
                    <a:pt x="18124589" y="9020048"/>
                  </a:moveTo>
                  <a:lnTo>
                    <a:pt x="18079047" y="8931148"/>
                  </a:lnTo>
                  <a:lnTo>
                    <a:pt x="18000168" y="8981948"/>
                  </a:lnTo>
                  <a:lnTo>
                    <a:pt x="18045710" y="9058148"/>
                  </a:lnTo>
                  <a:lnTo>
                    <a:pt x="18124589" y="9020048"/>
                  </a:lnTo>
                  <a:close/>
                </a:path>
                <a:path w="18288000" h="10287000">
                  <a:moveTo>
                    <a:pt x="18127231" y="8143748"/>
                  </a:moveTo>
                  <a:lnTo>
                    <a:pt x="18090503" y="8080248"/>
                  </a:lnTo>
                  <a:lnTo>
                    <a:pt x="18026901" y="8105648"/>
                  </a:lnTo>
                  <a:lnTo>
                    <a:pt x="18063629" y="8181848"/>
                  </a:lnTo>
                  <a:lnTo>
                    <a:pt x="18127231" y="8143748"/>
                  </a:lnTo>
                  <a:close/>
                </a:path>
                <a:path w="18288000" h="10287000">
                  <a:moveTo>
                    <a:pt x="18130279" y="7267448"/>
                  </a:moveTo>
                  <a:lnTo>
                    <a:pt x="18102072" y="7216648"/>
                  </a:lnTo>
                  <a:lnTo>
                    <a:pt x="18053228" y="7242048"/>
                  </a:lnTo>
                  <a:lnTo>
                    <a:pt x="18081435" y="7292848"/>
                  </a:lnTo>
                  <a:lnTo>
                    <a:pt x="18130279" y="7267448"/>
                  </a:lnTo>
                  <a:close/>
                </a:path>
                <a:path w="18288000" h="10287000">
                  <a:moveTo>
                    <a:pt x="18132857" y="3430206"/>
                  </a:moveTo>
                  <a:lnTo>
                    <a:pt x="18131092" y="3427145"/>
                  </a:lnTo>
                  <a:lnTo>
                    <a:pt x="18128044" y="3428911"/>
                  </a:lnTo>
                  <a:lnTo>
                    <a:pt x="18129809" y="3431971"/>
                  </a:lnTo>
                  <a:lnTo>
                    <a:pt x="18132857" y="3430206"/>
                  </a:lnTo>
                  <a:close/>
                </a:path>
                <a:path w="18288000" h="10287000">
                  <a:moveTo>
                    <a:pt x="18134534" y="6391148"/>
                  </a:moveTo>
                  <a:lnTo>
                    <a:pt x="18113972" y="6353048"/>
                  </a:lnTo>
                  <a:lnTo>
                    <a:pt x="18078349" y="6365748"/>
                  </a:lnTo>
                  <a:lnTo>
                    <a:pt x="18098923" y="6403848"/>
                  </a:lnTo>
                  <a:lnTo>
                    <a:pt x="18134534" y="6391148"/>
                  </a:lnTo>
                  <a:close/>
                </a:path>
                <a:path w="18288000" h="10287000">
                  <a:moveTo>
                    <a:pt x="18139194" y="5514848"/>
                  </a:moveTo>
                  <a:lnTo>
                    <a:pt x="18125974" y="5489448"/>
                  </a:lnTo>
                  <a:lnTo>
                    <a:pt x="18103076" y="5502148"/>
                  </a:lnTo>
                  <a:lnTo>
                    <a:pt x="18116296" y="5527548"/>
                  </a:lnTo>
                  <a:lnTo>
                    <a:pt x="18139194" y="5514848"/>
                  </a:lnTo>
                  <a:close/>
                </a:path>
                <a:path w="18288000" h="10287000">
                  <a:moveTo>
                    <a:pt x="18144008" y="10226548"/>
                  </a:moveTo>
                  <a:lnTo>
                    <a:pt x="18088191" y="10124948"/>
                  </a:lnTo>
                  <a:lnTo>
                    <a:pt x="17991506" y="10188448"/>
                  </a:lnTo>
                  <a:lnTo>
                    <a:pt x="18045849" y="10277348"/>
                  </a:lnTo>
                  <a:lnTo>
                    <a:pt x="18051755" y="10277348"/>
                  </a:lnTo>
                  <a:lnTo>
                    <a:pt x="18144008" y="10226548"/>
                  </a:lnTo>
                  <a:close/>
                </a:path>
                <a:path w="18288000" h="10287000">
                  <a:moveTo>
                    <a:pt x="18146268" y="4640338"/>
                  </a:moveTo>
                  <a:lnTo>
                    <a:pt x="18138636" y="4627118"/>
                  </a:lnTo>
                  <a:lnTo>
                    <a:pt x="18125402" y="4634750"/>
                  </a:lnTo>
                  <a:lnTo>
                    <a:pt x="18133035" y="4647984"/>
                  </a:lnTo>
                  <a:lnTo>
                    <a:pt x="18146268" y="4640338"/>
                  </a:lnTo>
                  <a:close/>
                </a:path>
                <a:path w="18288000" h="10287000">
                  <a:moveTo>
                    <a:pt x="18148669" y="9350248"/>
                  </a:moveTo>
                  <a:lnTo>
                    <a:pt x="18100193" y="9261348"/>
                  </a:lnTo>
                  <a:lnTo>
                    <a:pt x="18016233" y="9312148"/>
                  </a:lnTo>
                  <a:lnTo>
                    <a:pt x="18064709" y="9401048"/>
                  </a:lnTo>
                  <a:lnTo>
                    <a:pt x="18148669" y="9350248"/>
                  </a:lnTo>
                  <a:close/>
                </a:path>
                <a:path w="18288000" h="10287000">
                  <a:moveTo>
                    <a:pt x="18151717" y="8473948"/>
                  </a:moveTo>
                  <a:lnTo>
                    <a:pt x="18111762" y="8410448"/>
                  </a:lnTo>
                  <a:lnTo>
                    <a:pt x="18042560" y="8448548"/>
                  </a:lnTo>
                  <a:lnTo>
                    <a:pt x="18082514" y="8512048"/>
                  </a:lnTo>
                  <a:lnTo>
                    <a:pt x="18151717" y="8473948"/>
                  </a:lnTo>
                  <a:close/>
                </a:path>
                <a:path w="18288000" h="10287000">
                  <a:moveTo>
                    <a:pt x="18154549" y="3765080"/>
                  </a:moveTo>
                  <a:lnTo>
                    <a:pt x="18151602" y="3759987"/>
                  </a:lnTo>
                  <a:lnTo>
                    <a:pt x="18146510" y="3762921"/>
                  </a:lnTo>
                  <a:lnTo>
                    <a:pt x="18149456" y="3768013"/>
                  </a:lnTo>
                  <a:lnTo>
                    <a:pt x="18154549" y="3765080"/>
                  </a:lnTo>
                  <a:close/>
                </a:path>
                <a:path w="18288000" h="10287000">
                  <a:moveTo>
                    <a:pt x="18154777" y="7597648"/>
                  </a:moveTo>
                  <a:lnTo>
                    <a:pt x="18123332" y="7546848"/>
                  </a:lnTo>
                  <a:lnTo>
                    <a:pt x="18068887" y="7572248"/>
                  </a:lnTo>
                  <a:lnTo>
                    <a:pt x="18100332" y="7623048"/>
                  </a:lnTo>
                  <a:lnTo>
                    <a:pt x="18154777" y="7597648"/>
                  </a:lnTo>
                  <a:close/>
                </a:path>
                <a:path w="18288000" h="10287000">
                  <a:moveTo>
                    <a:pt x="18158232" y="6721348"/>
                  </a:moveTo>
                  <a:lnTo>
                    <a:pt x="18135016" y="6683248"/>
                  </a:lnTo>
                  <a:lnTo>
                    <a:pt x="18094808" y="6708648"/>
                  </a:lnTo>
                  <a:lnTo>
                    <a:pt x="18118024" y="6746748"/>
                  </a:lnTo>
                  <a:lnTo>
                    <a:pt x="18158232" y="6721348"/>
                  </a:lnTo>
                  <a:close/>
                </a:path>
                <a:path w="18288000" h="10287000">
                  <a:moveTo>
                    <a:pt x="18163286" y="5845048"/>
                  </a:moveTo>
                  <a:lnTo>
                    <a:pt x="18147132" y="5819648"/>
                  </a:lnTo>
                  <a:lnTo>
                    <a:pt x="18119141" y="5832348"/>
                  </a:lnTo>
                  <a:lnTo>
                    <a:pt x="18135296" y="5857748"/>
                  </a:lnTo>
                  <a:lnTo>
                    <a:pt x="18163286" y="5845048"/>
                  </a:lnTo>
                  <a:close/>
                </a:path>
                <a:path w="18288000" h="10287000">
                  <a:moveTo>
                    <a:pt x="18169154" y="4968748"/>
                  </a:moveTo>
                  <a:lnTo>
                    <a:pt x="18159451" y="4956048"/>
                  </a:lnTo>
                  <a:lnTo>
                    <a:pt x="18142662" y="4956048"/>
                  </a:lnTo>
                  <a:lnTo>
                    <a:pt x="18152364" y="4981448"/>
                  </a:lnTo>
                  <a:lnTo>
                    <a:pt x="18169154" y="4968748"/>
                  </a:lnTo>
                  <a:close/>
                </a:path>
                <a:path w="18288000" h="10287000">
                  <a:moveTo>
                    <a:pt x="18173561" y="9693148"/>
                  </a:moveTo>
                  <a:lnTo>
                    <a:pt x="18121554" y="9591548"/>
                  </a:lnTo>
                  <a:lnTo>
                    <a:pt x="18031498" y="9655048"/>
                  </a:lnTo>
                  <a:lnTo>
                    <a:pt x="18083492" y="9743948"/>
                  </a:lnTo>
                  <a:lnTo>
                    <a:pt x="18173561" y="9693148"/>
                  </a:lnTo>
                  <a:close/>
                </a:path>
                <a:path w="18288000" h="10287000">
                  <a:moveTo>
                    <a:pt x="18177015" y="8804148"/>
                  </a:moveTo>
                  <a:lnTo>
                    <a:pt x="18133238" y="8740648"/>
                  </a:lnTo>
                  <a:lnTo>
                    <a:pt x="18057419" y="8778748"/>
                  </a:lnTo>
                  <a:lnTo>
                    <a:pt x="18101196" y="8854948"/>
                  </a:lnTo>
                  <a:lnTo>
                    <a:pt x="18177015" y="8804148"/>
                  </a:lnTo>
                  <a:close/>
                </a:path>
                <a:path w="18288000" h="10287000">
                  <a:moveTo>
                    <a:pt x="18177015" y="4100157"/>
                  </a:moveTo>
                  <a:lnTo>
                    <a:pt x="18172316" y="4092003"/>
                  </a:lnTo>
                  <a:lnTo>
                    <a:pt x="18164175" y="4096715"/>
                  </a:lnTo>
                  <a:lnTo>
                    <a:pt x="18168887" y="4104856"/>
                  </a:lnTo>
                  <a:lnTo>
                    <a:pt x="18177015" y="4100157"/>
                  </a:lnTo>
                  <a:close/>
                </a:path>
                <a:path w="18288000" h="10287000">
                  <a:moveTo>
                    <a:pt x="18179263" y="7927848"/>
                  </a:moveTo>
                  <a:lnTo>
                    <a:pt x="18144592" y="7877048"/>
                  </a:lnTo>
                  <a:lnTo>
                    <a:pt x="18084546" y="7902448"/>
                  </a:lnTo>
                  <a:lnTo>
                    <a:pt x="18119217" y="7965948"/>
                  </a:lnTo>
                  <a:lnTo>
                    <a:pt x="18179263" y="7927848"/>
                  </a:lnTo>
                  <a:close/>
                </a:path>
                <a:path w="18288000" h="10287000">
                  <a:moveTo>
                    <a:pt x="18182717" y="7051548"/>
                  </a:moveTo>
                  <a:lnTo>
                    <a:pt x="18156276" y="7013448"/>
                  </a:lnTo>
                  <a:lnTo>
                    <a:pt x="18110480" y="7038848"/>
                  </a:lnTo>
                  <a:lnTo>
                    <a:pt x="18136921" y="7089648"/>
                  </a:lnTo>
                  <a:lnTo>
                    <a:pt x="18182717" y="7051548"/>
                  </a:lnTo>
                  <a:close/>
                </a:path>
                <a:path w="18288000" h="10287000">
                  <a:moveTo>
                    <a:pt x="18186502" y="3225203"/>
                  </a:moveTo>
                  <a:lnTo>
                    <a:pt x="18185613" y="3223679"/>
                  </a:lnTo>
                  <a:lnTo>
                    <a:pt x="18184089" y="3224555"/>
                  </a:lnTo>
                  <a:lnTo>
                    <a:pt x="18184978" y="3226092"/>
                  </a:lnTo>
                  <a:lnTo>
                    <a:pt x="18186502" y="3225203"/>
                  </a:lnTo>
                  <a:close/>
                </a:path>
                <a:path w="18288000" h="10287000">
                  <a:moveTo>
                    <a:pt x="18186972" y="6175248"/>
                  </a:moveTo>
                  <a:lnTo>
                    <a:pt x="18168176" y="6149848"/>
                  </a:lnTo>
                  <a:lnTo>
                    <a:pt x="18135600" y="6162548"/>
                  </a:lnTo>
                  <a:lnTo>
                    <a:pt x="18154409" y="6200648"/>
                  </a:lnTo>
                  <a:lnTo>
                    <a:pt x="18186972" y="6175248"/>
                  </a:lnTo>
                  <a:close/>
                </a:path>
                <a:path w="18288000" h="10287000">
                  <a:moveTo>
                    <a:pt x="18192433" y="5298948"/>
                  </a:moveTo>
                  <a:lnTo>
                    <a:pt x="18180393" y="5286248"/>
                  </a:lnTo>
                  <a:lnTo>
                    <a:pt x="18159527" y="5298948"/>
                  </a:lnTo>
                  <a:lnTo>
                    <a:pt x="18171567" y="5311648"/>
                  </a:lnTo>
                  <a:lnTo>
                    <a:pt x="18192433" y="5298948"/>
                  </a:lnTo>
                  <a:close/>
                </a:path>
                <a:path w="18288000" h="10287000">
                  <a:moveTo>
                    <a:pt x="18197653" y="10023348"/>
                  </a:moveTo>
                  <a:lnTo>
                    <a:pt x="18142712" y="9921748"/>
                  </a:lnTo>
                  <a:lnTo>
                    <a:pt x="18047551" y="9985248"/>
                  </a:lnTo>
                  <a:lnTo>
                    <a:pt x="18102491" y="10074148"/>
                  </a:lnTo>
                  <a:lnTo>
                    <a:pt x="18197653" y="10023348"/>
                  </a:lnTo>
                  <a:close/>
                </a:path>
                <a:path w="18288000" h="10287000">
                  <a:moveTo>
                    <a:pt x="18199100" y="4435132"/>
                  </a:moveTo>
                  <a:lnTo>
                    <a:pt x="18192941" y="4424438"/>
                  </a:lnTo>
                  <a:lnTo>
                    <a:pt x="18182247" y="4430611"/>
                  </a:lnTo>
                  <a:lnTo>
                    <a:pt x="18188420" y="4441304"/>
                  </a:lnTo>
                  <a:lnTo>
                    <a:pt x="18199100" y="4435132"/>
                  </a:lnTo>
                  <a:close/>
                </a:path>
                <a:path w="18288000" h="10287000">
                  <a:moveTo>
                    <a:pt x="18201907" y="9147048"/>
                  </a:moveTo>
                  <a:lnTo>
                    <a:pt x="18154612" y="9058148"/>
                  </a:lnTo>
                  <a:lnTo>
                    <a:pt x="18072685" y="9108948"/>
                  </a:lnTo>
                  <a:lnTo>
                    <a:pt x="18119979" y="9197848"/>
                  </a:lnTo>
                  <a:lnTo>
                    <a:pt x="18201907" y="9147048"/>
                  </a:lnTo>
                  <a:close/>
                </a:path>
                <a:path w="18288000" h="10287000">
                  <a:moveTo>
                    <a:pt x="18204561" y="8270748"/>
                  </a:moveTo>
                  <a:lnTo>
                    <a:pt x="18166068" y="8207248"/>
                  </a:lnTo>
                  <a:lnTo>
                    <a:pt x="18099405" y="8245348"/>
                  </a:lnTo>
                  <a:lnTo>
                    <a:pt x="18137899" y="8308848"/>
                  </a:lnTo>
                  <a:lnTo>
                    <a:pt x="18204561" y="8270748"/>
                  </a:lnTo>
                  <a:close/>
                </a:path>
                <a:path w="18288000" h="10287000">
                  <a:moveTo>
                    <a:pt x="18207203" y="7394448"/>
                  </a:moveTo>
                  <a:lnTo>
                    <a:pt x="18177536" y="7343648"/>
                  </a:lnTo>
                  <a:lnTo>
                    <a:pt x="18126139" y="7369048"/>
                  </a:lnTo>
                  <a:lnTo>
                    <a:pt x="18155806" y="7419848"/>
                  </a:lnTo>
                  <a:lnTo>
                    <a:pt x="18207203" y="7394448"/>
                  </a:lnTo>
                  <a:close/>
                </a:path>
                <a:path w="18288000" h="10287000">
                  <a:moveTo>
                    <a:pt x="18207774" y="3559962"/>
                  </a:moveTo>
                  <a:lnTo>
                    <a:pt x="18206022" y="3556914"/>
                  </a:lnTo>
                  <a:lnTo>
                    <a:pt x="18202961" y="3558679"/>
                  </a:lnTo>
                  <a:lnTo>
                    <a:pt x="18204726" y="3561727"/>
                  </a:lnTo>
                  <a:lnTo>
                    <a:pt x="18207774" y="3559962"/>
                  </a:lnTo>
                  <a:close/>
                </a:path>
                <a:path w="18288000" h="10287000">
                  <a:moveTo>
                    <a:pt x="18211064" y="6518148"/>
                  </a:moveTo>
                  <a:lnTo>
                    <a:pt x="18189321" y="6480048"/>
                  </a:lnTo>
                  <a:lnTo>
                    <a:pt x="18151666" y="6505448"/>
                  </a:lnTo>
                  <a:lnTo>
                    <a:pt x="18173408" y="6543548"/>
                  </a:lnTo>
                  <a:lnTo>
                    <a:pt x="18211064" y="6518148"/>
                  </a:lnTo>
                  <a:close/>
                </a:path>
                <a:path w="18288000" h="10287000">
                  <a:moveTo>
                    <a:pt x="18215712" y="5641848"/>
                  </a:moveTo>
                  <a:lnTo>
                    <a:pt x="18201323" y="5616448"/>
                  </a:lnTo>
                  <a:lnTo>
                    <a:pt x="18176393" y="5629148"/>
                  </a:lnTo>
                  <a:lnTo>
                    <a:pt x="18190782" y="5654548"/>
                  </a:lnTo>
                  <a:lnTo>
                    <a:pt x="18215712" y="5641848"/>
                  </a:lnTo>
                  <a:close/>
                </a:path>
                <a:path w="18288000" h="10287000">
                  <a:moveTo>
                    <a:pt x="18221986" y="4765548"/>
                  </a:moveTo>
                  <a:lnTo>
                    <a:pt x="18213756" y="4752848"/>
                  </a:lnTo>
                  <a:lnTo>
                    <a:pt x="18199507" y="4752848"/>
                  </a:lnTo>
                  <a:lnTo>
                    <a:pt x="18207736" y="4778248"/>
                  </a:lnTo>
                  <a:lnTo>
                    <a:pt x="18221986" y="4765548"/>
                  </a:lnTo>
                  <a:close/>
                </a:path>
                <a:path w="18288000" h="10287000">
                  <a:moveTo>
                    <a:pt x="18226393" y="9477248"/>
                  </a:moveTo>
                  <a:lnTo>
                    <a:pt x="18175859" y="9388348"/>
                  </a:lnTo>
                  <a:lnTo>
                    <a:pt x="18088331" y="9439148"/>
                  </a:lnTo>
                  <a:lnTo>
                    <a:pt x="18138864" y="9528048"/>
                  </a:lnTo>
                  <a:lnTo>
                    <a:pt x="18226393" y="9477248"/>
                  </a:lnTo>
                  <a:close/>
                </a:path>
                <a:path w="18288000" h="10287000">
                  <a:moveTo>
                    <a:pt x="18228653" y="8600948"/>
                  </a:moveTo>
                  <a:lnTo>
                    <a:pt x="18187226" y="8537448"/>
                  </a:lnTo>
                  <a:lnTo>
                    <a:pt x="18115471" y="8575548"/>
                  </a:lnTo>
                  <a:lnTo>
                    <a:pt x="18156898" y="8651748"/>
                  </a:lnTo>
                  <a:lnTo>
                    <a:pt x="18228653" y="8600948"/>
                  </a:lnTo>
                  <a:close/>
                </a:path>
                <a:path w="18288000" h="10287000">
                  <a:moveTo>
                    <a:pt x="18230266" y="3895052"/>
                  </a:moveTo>
                  <a:lnTo>
                    <a:pt x="18226736" y="3888943"/>
                  </a:lnTo>
                  <a:lnTo>
                    <a:pt x="18220627" y="3892473"/>
                  </a:lnTo>
                  <a:lnTo>
                    <a:pt x="18224157" y="3898569"/>
                  </a:lnTo>
                  <a:lnTo>
                    <a:pt x="18230266" y="3895052"/>
                  </a:lnTo>
                  <a:close/>
                </a:path>
                <a:path w="18288000" h="10287000">
                  <a:moveTo>
                    <a:pt x="18231701" y="7724648"/>
                  </a:moveTo>
                  <a:lnTo>
                    <a:pt x="18198796" y="7673848"/>
                  </a:lnTo>
                  <a:lnTo>
                    <a:pt x="18141798" y="7699248"/>
                  </a:lnTo>
                  <a:lnTo>
                    <a:pt x="18174704" y="7762748"/>
                  </a:lnTo>
                  <a:lnTo>
                    <a:pt x="18231701" y="7724648"/>
                  </a:lnTo>
                  <a:close/>
                </a:path>
                <a:path w="18288000" h="10287000">
                  <a:moveTo>
                    <a:pt x="18234749" y="6848348"/>
                  </a:moveTo>
                  <a:lnTo>
                    <a:pt x="18210365" y="6810248"/>
                  </a:lnTo>
                  <a:lnTo>
                    <a:pt x="18168125" y="6835648"/>
                  </a:lnTo>
                  <a:lnTo>
                    <a:pt x="18192509" y="6873748"/>
                  </a:lnTo>
                  <a:lnTo>
                    <a:pt x="18234749" y="6848348"/>
                  </a:lnTo>
                  <a:close/>
                </a:path>
                <a:path w="18288000" h="10287000">
                  <a:moveTo>
                    <a:pt x="18238204" y="5972048"/>
                  </a:moveTo>
                  <a:lnTo>
                    <a:pt x="18222049" y="5946648"/>
                  </a:lnTo>
                  <a:lnTo>
                    <a:pt x="18194058" y="5959348"/>
                  </a:lnTo>
                  <a:lnTo>
                    <a:pt x="18210213" y="5984748"/>
                  </a:lnTo>
                  <a:lnTo>
                    <a:pt x="18238204" y="5972048"/>
                  </a:lnTo>
                  <a:close/>
                </a:path>
                <a:path w="18288000" h="10287000">
                  <a:moveTo>
                    <a:pt x="18243665" y="5095748"/>
                  </a:moveTo>
                  <a:lnTo>
                    <a:pt x="18234267" y="5083048"/>
                  </a:lnTo>
                  <a:lnTo>
                    <a:pt x="18217973" y="5095748"/>
                  </a:lnTo>
                  <a:lnTo>
                    <a:pt x="18227383" y="5108448"/>
                  </a:lnTo>
                  <a:lnTo>
                    <a:pt x="18243665" y="5095748"/>
                  </a:lnTo>
                  <a:close/>
                </a:path>
                <a:path w="18288000" h="10287000">
                  <a:moveTo>
                    <a:pt x="18250878" y="9820148"/>
                  </a:moveTo>
                  <a:lnTo>
                    <a:pt x="18197119" y="9718548"/>
                  </a:lnTo>
                  <a:lnTo>
                    <a:pt x="18104003" y="9782048"/>
                  </a:lnTo>
                  <a:lnTo>
                    <a:pt x="18157762" y="9870948"/>
                  </a:lnTo>
                  <a:lnTo>
                    <a:pt x="18250878" y="9820148"/>
                  </a:lnTo>
                  <a:close/>
                </a:path>
                <a:path w="18288000" h="10287000">
                  <a:moveTo>
                    <a:pt x="18251132" y="4229697"/>
                  </a:moveTo>
                  <a:lnTo>
                    <a:pt x="18247030" y="4222572"/>
                  </a:lnTo>
                  <a:lnTo>
                    <a:pt x="18239893" y="4226687"/>
                  </a:lnTo>
                  <a:lnTo>
                    <a:pt x="18244008" y="4233811"/>
                  </a:lnTo>
                  <a:lnTo>
                    <a:pt x="18251132" y="4229697"/>
                  </a:lnTo>
                  <a:close/>
                </a:path>
                <a:path w="18288000" h="10287000">
                  <a:moveTo>
                    <a:pt x="18254345" y="8943848"/>
                  </a:moveTo>
                  <a:lnTo>
                    <a:pt x="18208803" y="8867648"/>
                  </a:lnTo>
                  <a:lnTo>
                    <a:pt x="18129923" y="8905748"/>
                  </a:lnTo>
                  <a:lnTo>
                    <a:pt x="18175466" y="8981948"/>
                  </a:lnTo>
                  <a:lnTo>
                    <a:pt x="18254345" y="8943848"/>
                  </a:lnTo>
                  <a:close/>
                </a:path>
                <a:path w="18288000" h="10287000">
                  <a:moveTo>
                    <a:pt x="18255780" y="8067548"/>
                  </a:moveTo>
                  <a:lnTo>
                    <a:pt x="18219941" y="8004048"/>
                  </a:lnTo>
                  <a:lnTo>
                    <a:pt x="18157863" y="8042148"/>
                  </a:lnTo>
                  <a:lnTo>
                    <a:pt x="18193703" y="8105648"/>
                  </a:lnTo>
                  <a:lnTo>
                    <a:pt x="18255780" y="8067548"/>
                  </a:lnTo>
                  <a:close/>
                </a:path>
                <a:path w="18288000" h="10287000">
                  <a:moveTo>
                    <a:pt x="18257228" y="7191248"/>
                  </a:moveTo>
                  <a:lnTo>
                    <a:pt x="18231092" y="7140448"/>
                  </a:lnTo>
                  <a:lnTo>
                    <a:pt x="18185803" y="7165848"/>
                  </a:lnTo>
                  <a:lnTo>
                    <a:pt x="18211940" y="7216648"/>
                  </a:lnTo>
                  <a:lnTo>
                    <a:pt x="18257228" y="7191248"/>
                  </a:lnTo>
                  <a:close/>
                </a:path>
                <a:path w="18288000" h="10287000">
                  <a:moveTo>
                    <a:pt x="18260289" y="6314948"/>
                  </a:moveTo>
                  <a:lnTo>
                    <a:pt x="18242661" y="6276848"/>
                  </a:lnTo>
                  <a:lnTo>
                    <a:pt x="18212131" y="6302248"/>
                  </a:lnTo>
                  <a:lnTo>
                    <a:pt x="18229745" y="6327648"/>
                  </a:lnTo>
                  <a:lnTo>
                    <a:pt x="18260289" y="6314948"/>
                  </a:lnTo>
                  <a:close/>
                </a:path>
                <a:path w="18288000" h="10287000">
                  <a:moveTo>
                    <a:pt x="18261419" y="3354971"/>
                  </a:moveTo>
                  <a:lnTo>
                    <a:pt x="18260530" y="3353435"/>
                  </a:lnTo>
                  <a:lnTo>
                    <a:pt x="18259006" y="3354311"/>
                  </a:lnTo>
                  <a:lnTo>
                    <a:pt x="18259883" y="3355848"/>
                  </a:lnTo>
                  <a:lnTo>
                    <a:pt x="18261419" y="3354971"/>
                  </a:lnTo>
                  <a:close/>
                </a:path>
                <a:path w="18288000" h="10287000">
                  <a:moveTo>
                    <a:pt x="18264950" y="5438648"/>
                  </a:moveTo>
                  <a:lnTo>
                    <a:pt x="18254663" y="5413248"/>
                  </a:lnTo>
                  <a:lnTo>
                    <a:pt x="18236857" y="5425948"/>
                  </a:lnTo>
                  <a:lnTo>
                    <a:pt x="18247144" y="5438648"/>
                  </a:lnTo>
                  <a:lnTo>
                    <a:pt x="18264950" y="5438648"/>
                  </a:lnTo>
                  <a:close/>
                </a:path>
                <a:path w="18288000" h="10287000">
                  <a:moveTo>
                    <a:pt x="18272417" y="4564469"/>
                  </a:moveTo>
                  <a:lnTo>
                    <a:pt x="18267414" y="4555807"/>
                  </a:lnTo>
                  <a:lnTo>
                    <a:pt x="18258765" y="4560798"/>
                  </a:lnTo>
                  <a:lnTo>
                    <a:pt x="18263769" y="4569460"/>
                  </a:lnTo>
                  <a:lnTo>
                    <a:pt x="18272417" y="4564469"/>
                  </a:lnTo>
                  <a:close/>
                </a:path>
                <a:path w="18288000" h="10287000">
                  <a:moveTo>
                    <a:pt x="18274983" y="10150348"/>
                  </a:moveTo>
                  <a:lnTo>
                    <a:pt x="18218277" y="10048748"/>
                  </a:lnTo>
                  <a:lnTo>
                    <a:pt x="18120068" y="10112248"/>
                  </a:lnTo>
                  <a:lnTo>
                    <a:pt x="18176761" y="10213848"/>
                  </a:lnTo>
                  <a:lnTo>
                    <a:pt x="18274983" y="10150348"/>
                  </a:lnTo>
                  <a:close/>
                </a:path>
                <a:path w="18288000" h="10287000">
                  <a:moveTo>
                    <a:pt x="18277066" y="8397748"/>
                  </a:moveTo>
                  <a:lnTo>
                    <a:pt x="18240337" y="8334248"/>
                  </a:lnTo>
                  <a:lnTo>
                    <a:pt x="18176736" y="8372348"/>
                  </a:lnTo>
                  <a:lnTo>
                    <a:pt x="18213464" y="8435848"/>
                  </a:lnTo>
                  <a:lnTo>
                    <a:pt x="18277066" y="8397748"/>
                  </a:lnTo>
                  <a:close/>
                </a:path>
                <a:path w="18288000" h="10287000">
                  <a:moveTo>
                    <a:pt x="18277218" y="9274048"/>
                  </a:moveTo>
                  <a:lnTo>
                    <a:pt x="18229631" y="9197848"/>
                  </a:lnTo>
                  <a:lnTo>
                    <a:pt x="18147195" y="9235948"/>
                  </a:lnTo>
                  <a:lnTo>
                    <a:pt x="18194782" y="9324848"/>
                  </a:lnTo>
                  <a:lnTo>
                    <a:pt x="18277218" y="9274048"/>
                  </a:lnTo>
                  <a:close/>
                </a:path>
                <a:path w="18288000" h="10287000">
                  <a:moveTo>
                    <a:pt x="18277713" y="7521448"/>
                  </a:moveTo>
                  <a:lnTo>
                    <a:pt x="18251272" y="7470648"/>
                  </a:lnTo>
                  <a:lnTo>
                    <a:pt x="18205476" y="7496048"/>
                  </a:lnTo>
                  <a:lnTo>
                    <a:pt x="18231917" y="7546848"/>
                  </a:lnTo>
                  <a:lnTo>
                    <a:pt x="18277713" y="7521448"/>
                  </a:lnTo>
                  <a:close/>
                </a:path>
                <a:path w="18288000" h="10287000">
                  <a:moveTo>
                    <a:pt x="18279961" y="6645148"/>
                  </a:moveTo>
                  <a:lnTo>
                    <a:pt x="18262626" y="6619748"/>
                  </a:lnTo>
                  <a:lnTo>
                    <a:pt x="18232603" y="6632448"/>
                  </a:lnTo>
                  <a:lnTo>
                    <a:pt x="18249938" y="6657848"/>
                  </a:lnTo>
                  <a:lnTo>
                    <a:pt x="18279961" y="6645148"/>
                  </a:lnTo>
                  <a:close/>
                </a:path>
                <a:path w="18288000" h="10287000">
                  <a:moveTo>
                    <a:pt x="18282298" y="3689616"/>
                  </a:moveTo>
                  <a:lnTo>
                    <a:pt x="18280825" y="3687076"/>
                  </a:lnTo>
                  <a:lnTo>
                    <a:pt x="18278285" y="3688537"/>
                  </a:lnTo>
                  <a:lnTo>
                    <a:pt x="18279745" y="3691090"/>
                  </a:lnTo>
                  <a:lnTo>
                    <a:pt x="18282298" y="3689616"/>
                  </a:lnTo>
                  <a:close/>
                </a:path>
                <a:path w="18288000" h="10287000">
                  <a:moveTo>
                    <a:pt x="18285029" y="5768848"/>
                  </a:moveTo>
                  <a:lnTo>
                    <a:pt x="18274742" y="5756148"/>
                  </a:lnTo>
                  <a:lnTo>
                    <a:pt x="18256936" y="5756148"/>
                  </a:lnTo>
                  <a:lnTo>
                    <a:pt x="18267210" y="5781548"/>
                  </a:lnTo>
                  <a:lnTo>
                    <a:pt x="18285029" y="5768848"/>
                  </a:lnTo>
                  <a:close/>
                </a:path>
                <a:path w="18288000" h="10287000">
                  <a:moveTo>
                    <a:pt x="18287988" y="10213848"/>
                  </a:moveTo>
                  <a:lnTo>
                    <a:pt x="18285448" y="10213848"/>
                  </a:lnTo>
                  <a:lnTo>
                    <a:pt x="18223878" y="10251948"/>
                  </a:lnTo>
                  <a:lnTo>
                    <a:pt x="18242268" y="10277348"/>
                  </a:lnTo>
                  <a:lnTo>
                    <a:pt x="18287988" y="10277348"/>
                  </a:lnTo>
                  <a:lnTo>
                    <a:pt x="18287988" y="10213848"/>
                  </a:lnTo>
                  <a:close/>
                </a:path>
                <a:path w="18288000" h="10287000">
                  <a:moveTo>
                    <a:pt x="18287988" y="9896348"/>
                  </a:moveTo>
                  <a:lnTo>
                    <a:pt x="18268493" y="9870948"/>
                  </a:lnTo>
                  <a:lnTo>
                    <a:pt x="18192166" y="9909048"/>
                  </a:lnTo>
                  <a:lnTo>
                    <a:pt x="18236235" y="9985248"/>
                  </a:lnTo>
                  <a:lnTo>
                    <a:pt x="18287988" y="9959848"/>
                  </a:lnTo>
                  <a:lnTo>
                    <a:pt x="18287988" y="9896348"/>
                  </a:lnTo>
                  <a:close/>
                </a:path>
                <a:path w="18288000" h="10287000">
                  <a:moveTo>
                    <a:pt x="18287988" y="9705848"/>
                  </a:moveTo>
                  <a:lnTo>
                    <a:pt x="18279910" y="9718548"/>
                  </a:lnTo>
                  <a:lnTo>
                    <a:pt x="18287988" y="9731248"/>
                  </a:lnTo>
                  <a:lnTo>
                    <a:pt x="18287988" y="9705848"/>
                  </a:lnTo>
                  <a:close/>
                </a:path>
                <a:path w="18288000" h="10287000">
                  <a:moveTo>
                    <a:pt x="18287988" y="9591548"/>
                  </a:moveTo>
                  <a:lnTo>
                    <a:pt x="18249494" y="9528048"/>
                  </a:lnTo>
                  <a:lnTo>
                    <a:pt x="18168074" y="9578848"/>
                  </a:lnTo>
                  <a:lnTo>
                    <a:pt x="18215090" y="9655048"/>
                  </a:lnTo>
                  <a:lnTo>
                    <a:pt x="18287988" y="9616948"/>
                  </a:lnTo>
                  <a:lnTo>
                    <a:pt x="18287988" y="9591548"/>
                  </a:lnTo>
                  <a:close/>
                </a:path>
                <a:path w="18288000" h="10287000">
                  <a:moveTo>
                    <a:pt x="18287988" y="9362948"/>
                  </a:moveTo>
                  <a:lnTo>
                    <a:pt x="18250599" y="9375648"/>
                  </a:lnTo>
                  <a:lnTo>
                    <a:pt x="18277345" y="9426448"/>
                  </a:lnTo>
                  <a:lnTo>
                    <a:pt x="18287988" y="9413748"/>
                  </a:lnTo>
                  <a:lnTo>
                    <a:pt x="18287988" y="9362948"/>
                  </a:lnTo>
                  <a:close/>
                </a:path>
                <a:path w="18288000" h="10287000">
                  <a:moveTo>
                    <a:pt x="18287988" y="9020048"/>
                  </a:moveTo>
                  <a:lnTo>
                    <a:pt x="18278882" y="9007348"/>
                  </a:lnTo>
                  <a:lnTo>
                    <a:pt x="18222900" y="9045448"/>
                  </a:lnTo>
                  <a:lnTo>
                    <a:pt x="18255222" y="9096248"/>
                  </a:lnTo>
                  <a:lnTo>
                    <a:pt x="18287988" y="9083548"/>
                  </a:lnTo>
                  <a:lnTo>
                    <a:pt x="18287988" y="9020048"/>
                  </a:lnTo>
                  <a:close/>
                </a:path>
                <a:path w="18288000" h="10287000">
                  <a:moveTo>
                    <a:pt x="18287988" y="8715248"/>
                  </a:moveTo>
                  <a:lnTo>
                    <a:pt x="18260098" y="8664448"/>
                  </a:lnTo>
                  <a:lnTo>
                    <a:pt x="18198008" y="8702548"/>
                  </a:lnTo>
                  <a:lnTo>
                    <a:pt x="18233848" y="8766048"/>
                  </a:lnTo>
                  <a:lnTo>
                    <a:pt x="18287988" y="8740648"/>
                  </a:lnTo>
                  <a:lnTo>
                    <a:pt x="18287988" y="8715248"/>
                  </a:lnTo>
                  <a:close/>
                </a:path>
                <a:path w="18288000" h="10287000">
                  <a:moveTo>
                    <a:pt x="18287988" y="8499348"/>
                  </a:moveTo>
                  <a:lnTo>
                    <a:pt x="18278539" y="8512048"/>
                  </a:lnTo>
                  <a:lnTo>
                    <a:pt x="18287988" y="8524748"/>
                  </a:lnTo>
                  <a:lnTo>
                    <a:pt x="18287988" y="8499348"/>
                  </a:lnTo>
                  <a:close/>
                </a:path>
                <a:path w="18288000" h="10287000">
                  <a:moveTo>
                    <a:pt x="18287988" y="8156448"/>
                  </a:moveTo>
                  <a:lnTo>
                    <a:pt x="18252047" y="8169148"/>
                  </a:lnTo>
                  <a:lnTo>
                    <a:pt x="18273789" y="8207248"/>
                  </a:lnTo>
                  <a:lnTo>
                    <a:pt x="18287988" y="8207248"/>
                  </a:lnTo>
                  <a:lnTo>
                    <a:pt x="18287988" y="8156448"/>
                  </a:lnTo>
                  <a:close/>
                </a:path>
                <a:path w="18288000" h="10287000">
                  <a:moveTo>
                    <a:pt x="18287988" y="7838948"/>
                  </a:moveTo>
                  <a:lnTo>
                    <a:pt x="18270805" y="7813548"/>
                  </a:lnTo>
                  <a:lnTo>
                    <a:pt x="18227548" y="7838948"/>
                  </a:lnTo>
                  <a:lnTo>
                    <a:pt x="18252529" y="7877048"/>
                  </a:lnTo>
                  <a:lnTo>
                    <a:pt x="18287988" y="7864348"/>
                  </a:lnTo>
                  <a:lnTo>
                    <a:pt x="18287988" y="7838948"/>
                  </a:lnTo>
                  <a:close/>
                </a:path>
                <a:path w="18288000" h="10287000">
                  <a:moveTo>
                    <a:pt x="18287988" y="7292848"/>
                  </a:moveTo>
                  <a:lnTo>
                    <a:pt x="18278374" y="7305548"/>
                  </a:lnTo>
                  <a:lnTo>
                    <a:pt x="18287988" y="7318248"/>
                  </a:lnTo>
                  <a:lnTo>
                    <a:pt x="18287988" y="7292848"/>
                  </a:lnTo>
                  <a:close/>
                </a:path>
                <a:path w="18288000" h="10287000">
                  <a:moveTo>
                    <a:pt x="18287988" y="6962648"/>
                  </a:moveTo>
                  <a:lnTo>
                    <a:pt x="18282057" y="6949948"/>
                  </a:lnTo>
                  <a:lnTo>
                    <a:pt x="18255082" y="6962648"/>
                  </a:lnTo>
                  <a:lnTo>
                    <a:pt x="18270652" y="6988048"/>
                  </a:lnTo>
                  <a:lnTo>
                    <a:pt x="18287988" y="6988048"/>
                  </a:lnTo>
                  <a:lnTo>
                    <a:pt x="18287988" y="6962648"/>
                  </a:lnTo>
                  <a:close/>
                </a:path>
                <a:path w="18288000" h="10287000">
                  <a:moveTo>
                    <a:pt x="18287988" y="6086348"/>
                  </a:moveTo>
                  <a:lnTo>
                    <a:pt x="18278602" y="6099048"/>
                  </a:lnTo>
                  <a:lnTo>
                    <a:pt x="18287708" y="6111748"/>
                  </a:lnTo>
                  <a:lnTo>
                    <a:pt x="18287988" y="6111748"/>
                  </a:lnTo>
                  <a:lnTo>
                    <a:pt x="18287988" y="6086348"/>
                  </a:lnTo>
                  <a:close/>
                </a:path>
                <a:path w="18288000" h="10287000">
                  <a:moveTo>
                    <a:pt x="18287988" y="4879848"/>
                  </a:moveTo>
                  <a:lnTo>
                    <a:pt x="18287492" y="4879848"/>
                  </a:lnTo>
                  <a:lnTo>
                    <a:pt x="18278844" y="4892548"/>
                  </a:lnTo>
                  <a:lnTo>
                    <a:pt x="18287988" y="4892548"/>
                  </a:lnTo>
                  <a:lnTo>
                    <a:pt x="18287988" y="4879848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25879" y="4606672"/>
            <a:ext cx="80981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70" dirty="0">
                <a:latin typeface="Tahoma"/>
                <a:cs typeface="Tahoma"/>
              </a:rPr>
              <a:t>Smart</a:t>
            </a:r>
            <a:r>
              <a:rPr sz="3300" b="1" spc="-10" dirty="0">
                <a:latin typeface="Tahoma"/>
                <a:cs typeface="Tahoma"/>
              </a:rPr>
              <a:t> </a:t>
            </a:r>
            <a:r>
              <a:rPr sz="3300" b="1" spc="65" dirty="0">
                <a:latin typeface="Tahoma"/>
                <a:cs typeface="Tahoma"/>
              </a:rPr>
              <a:t>Hospital</a:t>
            </a:r>
            <a:r>
              <a:rPr sz="3300" b="1" spc="-5" dirty="0">
                <a:latin typeface="Tahoma"/>
                <a:cs typeface="Tahoma"/>
              </a:rPr>
              <a:t> </a:t>
            </a:r>
            <a:r>
              <a:rPr sz="3300" b="1" spc="130" dirty="0">
                <a:latin typeface="Tahoma"/>
                <a:cs typeface="Tahoma"/>
              </a:rPr>
              <a:t>Management</a:t>
            </a:r>
            <a:r>
              <a:rPr sz="3300" b="1" spc="-5" dirty="0">
                <a:latin typeface="Tahoma"/>
                <a:cs typeface="Tahoma"/>
              </a:rPr>
              <a:t> </a:t>
            </a:r>
            <a:r>
              <a:rPr sz="3300" b="1" spc="75" dirty="0">
                <a:latin typeface="Tahoma"/>
                <a:cs typeface="Tahoma"/>
              </a:rPr>
              <a:t>System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7978" y="7648174"/>
            <a:ext cx="571246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7775" marR="1240155" algn="ctr">
              <a:lnSpc>
                <a:spcPct val="114599"/>
              </a:lnSpc>
              <a:spcBef>
                <a:spcPts val="100"/>
              </a:spcBef>
            </a:pPr>
            <a:r>
              <a:rPr sz="2400" b="1" spc="60" dirty="0">
                <a:solidFill>
                  <a:srgbClr val="FFFFFF"/>
                </a:solidFill>
                <a:latin typeface="Tahoma"/>
                <a:cs typeface="Tahoma"/>
              </a:rPr>
              <a:t>Bahir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Dar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University 2018E.C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650" b="1" spc="95" dirty="0">
                <a:solidFill>
                  <a:srgbClr val="FFFFFF"/>
                </a:solidFill>
                <a:latin typeface="Tahoma"/>
                <a:cs typeface="Tahoma"/>
              </a:rPr>
              <a:t>ABEMELEK</a:t>
            </a:r>
            <a:r>
              <a:rPr sz="1650" b="1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MESFIN,YONAS</a:t>
            </a:r>
            <a:r>
              <a:rPr sz="1650" b="1" spc="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ALEBEL,TSION</a:t>
            </a:r>
            <a:r>
              <a:rPr sz="1650" b="1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FFFFFF"/>
                </a:solidFill>
                <a:latin typeface="Tahoma"/>
                <a:cs typeface="Tahoma"/>
              </a:rPr>
              <a:t>TESFAYE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7" y="0"/>
              <a:ext cx="18286702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5889625" cy="6395720"/>
            </a:xfrm>
            <a:custGeom>
              <a:avLst/>
              <a:gdLst/>
              <a:ahLst/>
              <a:cxnLst/>
              <a:rect l="l" t="t" r="r" b="b"/>
              <a:pathLst>
                <a:path w="5889625" h="6395720">
                  <a:moveTo>
                    <a:pt x="5794114" y="12140"/>
                  </a:moveTo>
                  <a:lnTo>
                    <a:pt x="5795293" y="14178"/>
                  </a:lnTo>
                  <a:lnTo>
                    <a:pt x="5793255" y="15357"/>
                  </a:lnTo>
                  <a:lnTo>
                    <a:pt x="5792077" y="13319"/>
                  </a:lnTo>
                  <a:lnTo>
                    <a:pt x="5794114" y="12140"/>
                  </a:lnTo>
                  <a:close/>
                </a:path>
                <a:path w="5889625" h="6395720">
                  <a:moveTo>
                    <a:pt x="5868922" y="142305"/>
                  </a:moveTo>
                  <a:lnTo>
                    <a:pt x="5869805" y="143834"/>
                  </a:lnTo>
                  <a:lnTo>
                    <a:pt x="5868277" y="144716"/>
                  </a:lnTo>
                  <a:lnTo>
                    <a:pt x="5867394" y="143188"/>
                  </a:lnTo>
                  <a:lnTo>
                    <a:pt x="5868922" y="142305"/>
                  </a:lnTo>
                  <a:close/>
                </a:path>
                <a:path w="5889625" h="6395720">
                  <a:moveTo>
                    <a:pt x="5664571" y="86262"/>
                  </a:moveTo>
                  <a:lnTo>
                    <a:pt x="5666330" y="89312"/>
                  </a:lnTo>
                  <a:lnTo>
                    <a:pt x="5663280" y="91077"/>
                  </a:lnTo>
                  <a:lnTo>
                    <a:pt x="5661515" y="88021"/>
                  </a:lnTo>
                  <a:lnTo>
                    <a:pt x="5664571" y="86262"/>
                  </a:lnTo>
                  <a:close/>
                </a:path>
                <a:path w="5889625" h="6395720">
                  <a:moveTo>
                    <a:pt x="5739373" y="216421"/>
                  </a:moveTo>
                  <a:lnTo>
                    <a:pt x="5740842" y="218967"/>
                  </a:lnTo>
                  <a:lnTo>
                    <a:pt x="5738301" y="220437"/>
                  </a:lnTo>
                  <a:lnTo>
                    <a:pt x="5736832" y="217890"/>
                  </a:lnTo>
                  <a:lnTo>
                    <a:pt x="5739373" y="216421"/>
                  </a:lnTo>
                  <a:close/>
                </a:path>
                <a:path w="5889625" h="6395720">
                  <a:moveTo>
                    <a:pt x="5814081" y="346982"/>
                  </a:moveTo>
                  <a:lnTo>
                    <a:pt x="5814963" y="348511"/>
                  </a:lnTo>
                  <a:lnTo>
                    <a:pt x="5813435" y="349393"/>
                  </a:lnTo>
                  <a:lnTo>
                    <a:pt x="5812552" y="347865"/>
                  </a:lnTo>
                  <a:lnTo>
                    <a:pt x="5814081" y="346982"/>
                  </a:lnTo>
                  <a:close/>
                </a:path>
                <a:path w="5889625" h="6395720">
                  <a:moveTo>
                    <a:pt x="5887870" y="477734"/>
                  </a:moveTo>
                  <a:lnTo>
                    <a:pt x="5889234" y="477734"/>
                  </a:lnTo>
                  <a:lnTo>
                    <a:pt x="5889481" y="478160"/>
                  </a:lnTo>
                  <a:lnTo>
                    <a:pt x="5888115" y="478160"/>
                  </a:lnTo>
                  <a:lnTo>
                    <a:pt x="5887870" y="477734"/>
                  </a:lnTo>
                  <a:close/>
                </a:path>
                <a:path w="5889625" h="6395720">
                  <a:moveTo>
                    <a:pt x="5460213" y="30212"/>
                  </a:moveTo>
                  <a:lnTo>
                    <a:pt x="5462855" y="34791"/>
                  </a:lnTo>
                  <a:lnTo>
                    <a:pt x="5458276" y="37438"/>
                  </a:lnTo>
                  <a:lnTo>
                    <a:pt x="5455629" y="32854"/>
                  </a:lnTo>
                  <a:lnTo>
                    <a:pt x="5460213" y="30212"/>
                  </a:lnTo>
                  <a:close/>
                </a:path>
                <a:path w="5889625" h="6395720">
                  <a:moveTo>
                    <a:pt x="5534915" y="160774"/>
                  </a:moveTo>
                  <a:lnTo>
                    <a:pt x="5536976" y="164339"/>
                  </a:lnTo>
                  <a:lnTo>
                    <a:pt x="5533410" y="166394"/>
                  </a:lnTo>
                  <a:lnTo>
                    <a:pt x="5531349" y="162829"/>
                  </a:lnTo>
                  <a:lnTo>
                    <a:pt x="5534915" y="160774"/>
                  </a:lnTo>
                  <a:close/>
                </a:path>
                <a:path w="5889625" h="6395720">
                  <a:moveTo>
                    <a:pt x="5609723" y="290939"/>
                  </a:moveTo>
                  <a:lnTo>
                    <a:pt x="5611488" y="293989"/>
                  </a:lnTo>
                  <a:lnTo>
                    <a:pt x="5608438" y="295755"/>
                  </a:lnTo>
                  <a:lnTo>
                    <a:pt x="5606673" y="292704"/>
                  </a:lnTo>
                  <a:lnTo>
                    <a:pt x="5609723" y="290939"/>
                  </a:lnTo>
                  <a:close/>
                </a:path>
                <a:path w="5889625" h="6395720">
                  <a:moveTo>
                    <a:pt x="5684537" y="421098"/>
                  </a:moveTo>
                  <a:lnTo>
                    <a:pt x="5686006" y="423639"/>
                  </a:lnTo>
                  <a:lnTo>
                    <a:pt x="5683459" y="425108"/>
                  </a:lnTo>
                  <a:lnTo>
                    <a:pt x="5681990" y="422567"/>
                  </a:lnTo>
                  <a:lnTo>
                    <a:pt x="5684537" y="421098"/>
                  </a:lnTo>
                  <a:close/>
                </a:path>
                <a:path w="5889625" h="6395720">
                  <a:moveTo>
                    <a:pt x="5759233" y="551660"/>
                  </a:moveTo>
                  <a:lnTo>
                    <a:pt x="5760115" y="553194"/>
                  </a:lnTo>
                  <a:lnTo>
                    <a:pt x="5758593" y="554071"/>
                  </a:lnTo>
                  <a:lnTo>
                    <a:pt x="5757711" y="552543"/>
                  </a:lnTo>
                  <a:lnTo>
                    <a:pt x="5759233" y="551660"/>
                  </a:lnTo>
                  <a:close/>
                </a:path>
                <a:path w="5889625" h="6395720">
                  <a:moveTo>
                    <a:pt x="5833022" y="682412"/>
                  </a:moveTo>
                  <a:lnTo>
                    <a:pt x="5834386" y="682412"/>
                  </a:lnTo>
                  <a:lnTo>
                    <a:pt x="5834633" y="682844"/>
                  </a:lnTo>
                  <a:lnTo>
                    <a:pt x="5833274" y="682844"/>
                  </a:lnTo>
                  <a:lnTo>
                    <a:pt x="5833022" y="682412"/>
                  </a:lnTo>
                  <a:close/>
                </a:path>
                <a:path w="5889625" h="6395720">
                  <a:moveTo>
                    <a:pt x="5330563" y="104729"/>
                  </a:moveTo>
                  <a:lnTo>
                    <a:pt x="5333501" y="109817"/>
                  </a:lnTo>
                  <a:lnTo>
                    <a:pt x="5328413" y="112755"/>
                  </a:lnTo>
                  <a:lnTo>
                    <a:pt x="5325475" y="107667"/>
                  </a:lnTo>
                  <a:lnTo>
                    <a:pt x="5330563" y="104729"/>
                  </a:lnTo>
                  <a:close/>
                </a:path>
                <a:path w="5889625" h="6395720">
                  <a:moveTo>
                    <a:pt x="5405366" y="234888"/>
                  </a:moveTo>
                  <a:lnTo>
                    <a:pt x="5408013" y="239473"/>
                  </a:lnTo>
                  <a:lnTo>
                    <a:pt x="5403435" y="242115"/>
                  </a:lnTo>
                  <a:lnTo>
                    <a:pt x="5400787" y="237536"/>
                  </a:lnTo>
                  <a:lnTo>
                    <a:pt x="5405366" y="234888"/>
                  </a:lnTo>
                  <a:close/>
                </a:path>
                <a:path w="5889625" h="6395720">
                  <a:moveTo>
                    <a:pt x="5480180" y="365048"/>
                  </a:moveTo>
                  <a:lnTo>
                    <a:pt x="5482531" y="369123"/>
                  </a:lnTo>
                  <a:lnTo>
                    <a:pt x="5478456" y="371474"/>
                  </a:lnTo>
                  <a:lnTo>
                    <a:pt x="5476105" y="367399"/>
                  </a:lnTo>
                  <a:lnTo>
                    <a:pt x="5480180" y="365048"/>
                  </a:lnTo>
                  <a:close/>
                </a:path>
                <a:path w="5889625" h="6395720">
                  <a:moveTo>
                    <a:pt x="5554875" y="495616"/>
                  </a:moveTo>
                  <a:lnTo>
                    <a:pt x="5556640" y="498672"/>
                  </a:lnTo>
                  <a:lnTo>
                    <a:pt x="5553590" y="500431"/>
                  </a:lnTo>
                  <a:lnTo>
                    <a:pt x="5551825" y="497375"/>
                  </a:lnTo>
                  <a:lnTo>
                    <a:pt x="5554875" y="495616"/>
                  </a:lnTo>
                  <a:close/>
                </a:path>
                <a:path w="5889625" h="6395720">
                  <a:moveTo>
                    <a:pt x="5629695" y="625775"/>
                  </a:moveTo>
                  <a:lnTo>
                    <a:pt x="5631164" y="628322"/>
                  </a:lnTo>
                  <a:lnTo>
                    <a:pt x="5628617" y="629791"/>
                  </a:lnTo>
                  <a:lnTo>
                    <a:pt x="5627149" y="627244"/>
                  </a:lnTo>
                  <a:lnTo>
                    <a:pt x="5629695" y="625775"/>
                  </a:lnTo>
                  <a:close/>
                </a:path>
                <a:path w="5889625" h="6395720">
                  <a:moveTo>
                    <a:pt x="5704397" y="756337"/>
                  </a:moveTo>
                  <a:lnTo>
                    <a:pt x="5705274" y="757859"/>
                  </a:lnTo>
                  <a:lnTo>
                    <a:pt x="5703745" y="758742"/>
                  </a:lnTo>
                  <a:lnTo>
                    <a:pt x="5702869" y="757219"/>
                  </a:lnTo>
                  <a:lnTo>
                    <a:pt x="5704397" y="756337"/>
                  </a:lnTo>
                  <a:close/>
                </a:path>
                <a:path w="5889625" h="6395720">
                  <a:moveTo>
                    <a:pt x="5778187" y="887088"/>
                  </a:moveTo>
                  <a:lnTo>
                    <a:pt x="5779540" y="887088"/>
                  </a:lnTo>
                  <a:lnTo>
                    <a:pt x="5779792" y="887520"/>
                  </a:lnTo>
                  <a:lnTo>
                    <a:pt x="5778438" y="887520"/>
                  </a:lnTo>
                  <a:lnTo>
                    <a:pt x="5778187" y="887088"/>
                  </a:lnTo>
                  <a:close/>
                </a:path>
                <a:path w="5889625" h="6395720">
                  <a:moveTo>
                    <a:pt x="5126312" y="48283"/>
                  </a:moveTo>
                  <a:lnTo>
                    <a:pt x="5130423" y="55402"/>
                  </a:lnTo>
                  <a:lnTo>
                    <a:pt x="5123303" y="59513"/>
                  </a:lnTo>
                  <a:lnTo>
                    <a:pt x="5119193" y="52393"/>
                  </a:lnTo>
                  <a:lnTo>
                    <a:pt x="5126312" y="48283"/>
                  </a:lnTo>
                  <a:close/>
                </a:path>
                <a:path w="5889625" h="6395720">
                  <a:moveTo>
                    <a:pt x="5201014" y="178844"/>
                  </a:moveTo>
                  <a:lnTo>
                    <a:pt x="5204538" y="184951"/>
                  </a:lnTo>
                  <a:lnTo>
                    <a:pt x="5198438" y="188475"/>
                  </a:lnTo>
                  <a:lnTo>
                    <a:pt x="5194913" y="182369"/>
                  </a:lnTo>
                  <a:lnTo>
                    <a:pt x="5201014" y="178844"/>
                  </a:lnTo>
                  <a:close/>
                </a:path>
                <a:path w="5889625" h="6395720">
                  <a:moveTo>
                    <a:pt x="5275716" y="309406"/>
                  </a:moveTo>
                  <a:lnTo>
                    <a:pt x="5278654" y="314494"/>
                  </a:lnTo>
                  <a:lnTo>
                    <a:pt x="5273566" y="317432"/>
                  </a:lnTo>
                  <a:lnTo>
                    <a:pt x="5270628" y="312344"/>
                  </a:lnTo>
                  <a:lnTo>
                    <a:pt x="5275716" y="309406"/>
                  </a:lnTo>
                  <a:close/>
                </a:path>
                <a:path w="5889625" h="6395720">
                  <a:moveTo>
                    <a:pt x="5350524" y="439571"/>
                  </a:moveTo>
                  <a:lnTo>
                    <a:pt x="5353172" y="444150"/>
                  </a:lnTo>
                  <a:lnTo>
                    <a:pt x="5348593" y="446792"/>
                  </a:lnTo>
                  <a:lnTo>
                    <a:pt x="5345951" y="442213"/>
                  </a:lnTo>
                  <a:lnTo>
                    <a:pt x="5350524" y="439571"/>
                  </a:lnTo>
                  <a:close/>
                </a:path>
                <a:path w="5889625" h="6395720">
                  <a:moveTo>
                    <a:pt x="5425338" y="569725"/>
                  </a:moveTo>
                  <a:lnTo>
                    <a:pt x="5427690" y="573800"/>
                  </a:lnTo>
                  <a:lnTo>
                    <a:pt x="5423615" y="576151"/>
                  </a:lnTo>
                  <a:lnTo>
                    <a:pt x="5421263" y="572076"/>
                  </a:lnTo>
                  <a:lnTo>
                    <a:pt x="5425338" y="569725"/>
                  </a:lnTo>
                  <a:close/>
                </a:path>
                <a:path w="5889625" h="6395720">
                  <a:moveTo>
                    <a:pt x="5500040" y="700286"/>
                  </a:moveTo>
                  <a:lnTo>
                    <a:pt x="5501799" y="703343"/>
                  </a:lnTo>
                  <a:lnTo>
                    <a:pt x="5498743" y="705108"/>
                  </a:lnTo>
                  <a:lnTo>
                    <a:pt x="5496983" y="702052"/>
                  </a:lnTo>
                  <a:lnTo>
                    <a:pt x="5500040" y="700286"/>
                  </a:lnTo>
                  <a:close/>
                </a:path>
                <a:path w="5889625" h="6395720">
                  <a:moveTo>
                    <a:pt x="5574848" y="830457"/>
                  </a:moveTo>
                  <a:lnTo>
                    <a:pt x="5576317" y="832998"/>
                  </a:lnTo>
                  <a:lnTo>
                    <a:pt x="5573776" y="834467"/>
                  </a:lnTo>
                  <a:lnTo>
                    <a:pt x="5572307" y="831926"/>
                  </a:lnTo>
                  <a:lnTo>
                    <a:pt x="5574848" y="830457"/>
                  </a:lnTo>
                  <a:close/>
                </a:path>
                <a:path w="5889625" h="6395720">
                  <a:moveTo>
                    <a:pt x="5649549" y="961019"/>
                  </a:moveTo>
                  <a:lnTo>
                    <a:pt x="5650432" y="962541"/>
                  </a:lnTo>
                  <a:lnTo>
                    <a:pt x="5648904" y="963424"/>
                  </a:lnTo>
                  <a:lnTo>
                    <a:pt x="5648021" y="961902"/>
                  </a:lnTo>
                  <a:lnTo>
                    <a:pt x="5649549" y="961019"/>
                  </a:lnTo>
                  <a:close/>
                </a:path>
                <a:path w="5889625" h="6395720">
                  <a:moveTo>
                    <a:pt x="5723345" y="1091765"/>
                  </a:moveTo>
                  <a:lnTo>
                    <a:pt x="5724697" y="1091765"/>
                  </a:lnTo>
                  <a:lnTo>
                    <a:pt x="5724944" y="1092191"/>
                  </a:lnTo>
                  <a:lnTo>
                    <a:pt x="5723592" y="1092191"/>
                  </a:lnTo>
                  <a:lnTo>
                    <a:pt x="5723345" y="1091765"/>
                  </a:lnTo>
                  <a:close/>
                </a:path>
                <a:path w="5889625" h="6395720">
                  <a:moveTo>
                    <a:pt x="4914910" y="0"/>
                  </a:moveTo>
                  <a:lnTo>
                    <a:pt x="4926446" y="0"/>
                  </a:lnTo>
                  <a:lnTo>
                    <a:pt x="4926954" y="879"/>
                  </a:lnTo>
                  <a:lnTo>
                    <a:pt x="4918301" y="5872"/>
                  </a:lnTo>
                  <a:lnTo>
                    <a:pt x="4914910" y="0"/>
                  </a:lnTo>
                  <a:close/>
                </a:path>
                <a:path w="5889625" h="6395720">
                  <a:moveTo>
                    <a:pt x="4996769" y="122391"/>
                  </a:moveTo>
                  <a:lnTo>
                    <a:pt x="5001472" y="130535"/>
                  </a:lnTo>
                  <a:lnTo>
                    <a:pt x="4993328" y="135238"/>
                  </a:lnTo>
                  <a:lnTo>
                    <a:pt x="4988625" y="127088"/>
                  </a:lnTo>
                  <a:lnTo>
                    <a:pt x="4996769" y="122391"/>
                  </a:lnTo>
                  <a:close/>
                </a:path>
                <a:path w="5889625" h="6395720">
                  <a:moveTo>
                    <a:pt x="5071471" y="252953"/>
                  </a:moveTo>
                  <a:lnTo>
                    <a:pt x="5075581" y="260078"/>
                  </a:lnTo>
                  <a:lnTo>
                    <a:pt x="5068462" y="264189"/>
                  </a:lnTo>
                  <a:lnTo>
                    <a:pt x="5064345" y="257070"/>
                  </a:lnTo>
                  <a:lnTo>
                    <a:pt x="5071471" y="252953"/>
                  </a:lnTo>
                  <a:close/>
                </a:path>
                <a:path w="5889625" h="6395720">
                  <a:moveTo>
                    <a:pt x="5146279" y="383118"/>
                  </a:moveTo>
                  <a:lnTo>
                    <a:pt x="5150099" y="389734"/>
                  </a:lnTo>
                  <a:lnTo>
                    <a:pt x="5143477" y="393554"/>
                  </a:lnTo>
                  <a:lnTo>
                    <a:pt x="5139663" y="386938"/>
                  </a:lnTo>
                  <a:lnTo>
                    <a:pt x="5146279" y="383118"/>
                  </a:lnTo>
                  <a:close/>
                </a:path>
                <a:path w="5889625" h="6395720">
                  <a:moveTo>
                    <a:pt x="5220980" y="513679"/>
                  </a:moveTo>
                  <a:lnTo>
                    <a:pt x="5224215" y="519277"/>
                  </a:lnTo>
                  <a:lnTo>
                    <a:pt x="5218617" y="522511"/>
                  </a:lnTo>
                  <a:lnTo>
                    <a:pt x="5215389" y="516913"/>
                  </a:lnTo>
                  <a:lnTo>
                    <a:pt x="5220980" y="513679"/>
                  </a:lnTo>
                  <a:close/>
                </a:path>
                <a:path w="5889625" h="6395720">
                  <a:moveTo>
                    <a:pt x="5295688" y="644242"/>
                  </a:moveTo>
                  <a:lnTo>
                    <a:pt x="5298330" y="648820"/>
                  </a:lnTo>
                  <a:lnTo>
                    <a:pt x="5293745" y="651462"/>
                  </a:lnTo>
                  <a:lnTo>
                    <a:pt x="5291103" y="646889"/>
                  </a:lnTo>
                  <a:lnTo>
                    <a:pt x="5295688" y="644242"/>
                  </a:lnTo>
                  <a:close/>
                </a:path>
                <a:path w="5889625" h="6395720">
                  <a:moveTo>
                    <a:pt x="5370490" y="774406"/>
                  </a:moveTo>
                  <a:lnTo>
                    <a:pt x="5372842" y="778475"/>
                  </a:lnTo>
                  <a:lnTo>
                    <a:pt x="5368773" y="780827"/>
                  </a:lnTo>
                  <a:lnTo>
                    <a:pt x="5366421" y="776757"/>
                  </a:lnTo>
                  <a:lnTo>
                    <a:pt x="5370490" y="774406"/>
                  </a:lnTo>
                  <a:close/>
                </a:path>
                <a:path w="5889625" h="6395720">
                  <a:moveTo>
                    <a:pt x="5445198" y="904969"/>
                  </a:moveTo>
                  <a:lnTo>
                    <a:pt x="5446957" y="908019"/>
                  </a:lnTo>
                  <a:lnTo>
                    <a:pt x="5443907" y="909784"/>
                  </a:lnTo>
                  <a:lnTo>
                    <a:pt x="5442142" y="906727"/>
                  </a:lnTo>
                  <a:lnTo>
                    <a:pt x="5445198" y="904969"/>
                  </a:lnTo>
                  <a:close/>
                </a:path>
                <a:path w="5889625" h="6395720">
                  <a:moveTo>
                    <a:pt x="5520000" y="1035127"/>
                  </a:moveTo>
                  <a:lnTo>
                    <a:pt x="5521469" y="1037674"/>
                  </a:lnTo>
                  <a:lnTo>
                    <a:pt x="5518928" y="1039143"/>
                  </a:lnTo>
                  <a:lnTo>
                    <a:pt x="5517459" y="1036596"/>
                  </a:lnTo>
                  <a:lnTo>
                    <a:pt x="5520000" y="1035127"/>
                  </a:lnTo>
                  <a:close/>
                </a:path>
                <a:path w="5889625" h="6395720">
                  <a:moveTo>
                    <a:pt x="5594708" y="1165689"/>
                  </a:moveTo>
                  <a:lnTo>
                    <a:pt x="5595590" y="1167217"/>
                  </a:lnTo>
                  <a:lnTo>
                    <a:pt x="5594062" y="1168100"/>
                  </a:lnTo>
                  <a:lnTo>
                    <a:pt x="5593179" y="1166572"/>
                  </a:lnTo>
                  <a:lnTo>
                    <a:pt x="5594708" y="1165689"/>
                  </a:lnTo>
                  <a:close/>
                </a:path>
                <a:path w="5889625" h="6395720">
                  <a:moveTo>
                    <a:pt x="4792412" y="66346"/>
                  </a:moveTo>
                  <a:lnTo>
                    <a:pt x="4797997" y="76013"/>
                  </a:lnTo>
                  <a:lnTo>
                    <a:pt x="4788325" y="81598"/>
                  </a:lnTo>
                  <a:lnTo>
                    <a:pt x="4782745" y="71926"/>
                  </a:lnTo>
                  <a:lnTo>
                    <a:pt x="4792412" y="66346"/>
                  </a:lnTo>
                  <a:close/>
                </a:path>
                <a:path w="5889625" h="6395720">
                  <a:moveTo>
                    <a:pt x="4867119" y="196908"/>
                  </a:moveTo>
                  <a:lnTo>
                    <a:pt x="4872112" y="205555"/>
                  </a:lnTo>
                  <a:lnTo>
                    <a:pt x="4863459" y="210555"/>
                  </a:lnTo>
                  <a:lnTo>
                    <a:pt x="4858466" y="201907"/>
                  </a:lnTo>
                  <a:lnTo>
                    <a:pt x="4867119" y="196908"/>
                  </a:lnTo>
                  <a:close/>
                </a:path>
                <a:path w="5889625" h="6395720">
                  <a:moveTo>
                    <a:pt x="4941921" y="327067"/>
                  </a:moveTo>
                  <a:lnTo>
                    <a:pt x="4946624" y="335211"/>
                  </a:lnTo>
                  <a:lnTo>
                    <a:pt x="4938480" y="339908"/>
                  </a:lnTo>
                  <a:lnTo>
                    <a:pt x="4933783" y="331770"/>
                  </a:lnTo>
                  <a:lnTo>
                    <a:pt x="4941921" y="327067"/>
                  </a:lnTo>
                  <a:close/>
                </a:path>
                <a:path w="5889625" h="6395720">
                  <a:moveTo>
                    <a:pt x="5016629" y="457629"/>
                  </a:moveTo>
                  <a:lnTo>
                    <a:pt x="5020740" y="464755"/>
                  </a:lnTo>
                  <a:lnTo>
                    <a:pt x="5013614" y="468871"/>
                  </a:lnTo>
                  <a:lnTo>
                    <a:pt x="5009504" y="461746"/>
                  </a:lnTo>
                  <a:lnTo>
                    <a:pt x="5016629" y="457629"/>
                  </a:lnTo>
                  <a:close/>
                </a:path>
                <a:path w="5889625" h="6395720">
                  <a:moveTo>
                    <a:pt x="5091431" y="587794"/>
                  </a:moveTo>
                  <a:lnTo>
                    <a:pt x="5095252" y="594410"/>
                  </a:lnTo>
                  <a:lnTo>
                    <a:pt x="5088642" y="598225"/>
                  </a:lnTo>
                  <a:lnTo>
                    <a:pt x="5084821" y="591609"/>
                  </a:lnTo>
                  <a:lnTo>
                    <a:pt x="5091431" y="587794"/>
                  </a:lnTo>
                  <a:close/>
                </a:path>
                <a:path w="5889625" h="6395720">
                  <a:moveTo>
                    <a:pt x="5166139" y="718356"/>
                  </a:moveTo>
                  <a:lnTo>
                    <a:pt x="5169373" y="723953"/>
                  </a:lnTo>
                  <a:lnTo>
                    <a:pt x="5163775" y="727187"/>
                  </a:lnTo>
                  <a:lnTo>
                    <a:pt x="5160541" y="721584"/>
                  </a:lnTo>
                  <a:lnTo>
                    <a:pt x="5166139" y="718356"/>
                  </a:lnTo>
                  <a:close/>
                </a:path>
                <a:path w="5889625" h="6395720">
                  <a:moveTo>
                    <a:pt x="5240840" y="848918"/>
                  </a:moveTo>
                  <a:lnTo>
                    <a:pt x="5243482" y="853496"/>
                  </a:lnTo>
                  <a:lnTo>
                    <a:pt x="5238904" y="856144"/>
                  </a:lnTo>
                  <a:lnTo>
                    <a:pt x="5236256" y="851559"/>
                  </a:lnTo>
                  <a:lnTo>
                    <a:pt x="5240840" y="848918"/>
                  </a:lnTo>
                  <a:close/>
                </a:path>
                <a:path w="5889625" h="6395720">
                  <a:moveTo>
                    <a:pt x="5315649" y="979083"/>
                  </a:moveTo>
                  <a:lnTo>
                    <a:pt x="5318000" y="983152"/>
                  </a:lnTo>
                  <a:lnTo>
                    <a:pt x="5313931" y="985497"/>
                  </a:lnTo>
                  <a:lnTo>
                    <a:pt x="5311579" y="981428"/>
                  </a:lnTo>
                  <a:lnTo>
                    <a:pt x="5315649" y="979083"/>
                  </a:lnTo>
                  <a:close/>
                </a:path>
                <a:path w="5889625" h="6395720">
                  <a:moveTo>
                    <a:pt x="5390350" y="1109644"/>
                  </a:moveTo>
                  <a:lnTo>
                    <a:pt x="5392115" y="1112695"/>
                  </a:lnTo>
                  <a:lnTo>
                    <a:pt x="5389065" y="1114460"/>
                  </a:lnTo>
                  <a:lnTo>
                    <a:pt x="5387300" y="1111410"/>
                  </a:lnTo>
                  <a:lnTo>
                    <a:pt x="5390350" y="1109644"/>
                  </a:lnTo>
                  <a:close/>
                </a:path>
                <a:path w="5889625" h="6395720">
                  <a:moveTo>
                    <a:pt x="5465164" y="1239803"/>
                  </a:moveTo>
                  <a:lnTo>
                    <a:pt x="5466633" y="1242345"/>
                  </a:lnTo>
                  <a:lnTo>
                    <a:pt x="5464087" y="1243814"/>
                  </a:lnTo>
                  <a:lnTo>
                    <a:pt x="5462618" y="1241273"/>
                  </a:lnTo>
                  <a:lnTo>
                    <a:pt x="5465164" y="1239803"/>
                  </a:lnTo>
                  <a:close/>
                </a:path>
                <a:path w="5889625" h="6395720">
                  <a:moveTo>
                    <a:pt x="5539860" y="1370365"/>
                  </a:moveTo>
                  <a:lnTo>
                    <a:pt x="5540743" y="1371899"/>
                  </a:lnTo>
                  <a:lnTo>
                    <a:pt x="5539221" y="1372776"/>
                  </a:lnTo>
                  <a:lnTo>
                    <a:pt x="5538338" y="1371248"/>
                  </a:lnTo>
                  <a:lnTo>
                    <a:pt x="5539860" y="1370365"/>
                  </a:lnTo>
                  <a:close/>
                </a:path>
                <a:path w="5889625" h="6395720">
                  <a:moveTo>
                    <a:pt x="4588274" y="9495"/>
                  </a:moveTo>
                  <a:lnTo>
                    <a:pt x="4595322" y="21709"/>
                  </a:lnTo>
                  <a:lnTo>
                    <a:pt x="4583109" y="28757"/>
                  </a:lnTo>
                  <a:lnTo>
                    <a:pt x="4576060" y="16544"/>
                  </a:lnTo>
                  <a:lnTo>
                    <a:pt x="4588274" y="9495"/>
                  </a:lnTo>
                  <a:close/>
                </a:path>
                <a:path w="5889625" h="6395720">
                  <a:moveTo>
                    <a:pt x="4662869" y="140460"/>
                  </a:moveTo>
                  <a:lnTo>
                    <a:pt x="4669035" y="151145"/>
                  </a:lnTo>
                  <a:lnTo>
                    <a:pt x="4658350" y="157317"/>
                  </a:lnTo>
                  <a:lnTo>
                    <a:pt x="4652184" y="146632"/>
                  </a:lnTo>
                  <a:lnTo>
                    <a:pt x="4662869" y="140460"/>
                  </a:lnTo>
                  <a:close/>
                </a:path>
                <a:path w="5889625" h="6395720">
                  <a:moveTo>
                    <a:pt x="4737571" y="271023"/>
                  </a:moveTo>
                  <a:lnTo>
                    <a:pt x="4743150" y="280689"/>
                  </a:lnTo>
                  <a:lnTo>
                    <a:pt x="4733484" y="286268"/>
                  </a:lnTo>
                  <a:lnTo>
                    <a:pt x="4727904" y="276608"/>
                  </a:lnTo>
                  <a:lnTo>
                    <a:pt x="4737571" y="271023"/>
                  </a:lnTo>
                  <a:close/>
                </a:path>
                <a:path w="5889625" h="6395720">
                  <a:moveTo>
                    <a:pt x="4812272" y="401584"/>
                  </a:moveTo>
                  <a:lnTo>
                    <a:pt x="4817265" y="410238"/>
                  </a:lnTo>
                  <a:lnTo>
                    <a:pt x="4808618" y="415231"/>
                  </a:lnTo>
                  <a:lnTo>
                    <a:pt x="4803624" y="406577"/>
                  </a:lnTo>
                  <a:lnTo>
                    <a:pt x="4812272" y="401584"/>
                  </a:lnTo>
                  <a:close/>
                </a:path>
                <a:path w="5889625" h="6395720">
                  <a:moveTo>
                    <a:pt x="4887080" y="531749"/>
                  </a:moveTo>
                  <a:lnTo>
                    <a:pt x="4891777" y="539887"/>
                  </a:lnTo>
                  <a:lnTo>
                    <a:pt x="4883639" y="544590"/>
                  </a:lnTo>
                  <a:lnTo>
                    <a:pt x="4878942" y="536446"/>
                  </a:lnTo>
                  <a:lnTo>
                    <a:pt x="4887080" y="531749"/>
                  </a:lnTo>
                  <a:close/>
                </a:path>
                <a:path w="5889625" h="6395720">
                  <a:moveTo>
                    <a:pt x="4961782" y="662311"/>
                  </a:moveTo>
                  <a:lnTo>
                    <a:pt x="4965899" y="669436"/>
                  </a:lnTo>
                  <a:lnTo>
                    <a:pt x="4958773" y="673547"/>
                  </a:lnTo>
                  <a:lnTo>
                    <a:pt x="4954657" y="666421"/>
                  </a:lnTo>
                  <a:lnTo>
                    <a:pt x="4961782" y="662311"/>
                  </a:lnTo>
                  <a:close/>
                </a:path>
                <a:path w="5889625" h="6395720">
                  <a:moveTo>
                    <a:pt x="5036596" y="792470"/>
                  </a:moveTo>
                  <a:lnTo>
                    <a:pt x="5040417" y="799086"/>
                  </a:lnTo>
                  <a:lnTo>
                    <a:pt x="5033801" y="802906"/>
                  </a:lnTo>
                  <a:lnTo>
                    <a:pt x="5029980" y="796290"/>
                  </a:lnTo>
                  <a:lnTo>
                    <a:pt x="5036596" y="792470"/>
                  </a:lnTo>
                  <a:close/>
                </a:path>
                <a:path w="5889625" h="6395720">
                  <a:moveTo>
                    <a:pt x="5111191" y="923435"/>
                  </a:moveTo>
                  <a:lnTo>
                    <a:pt x="5114129" y="928523"/>
                  </a:lnTo>
                  <a:lnTo>
                    <a:pt x="5109041" y="931460"/>
                  </a:lnTo>
                  <a:lnTo>
                    <a:pt x="5106103" y="926372"/>
                  </a:lnTo>
                  <a:lnTo>
                    <a:pt x="5111191" y="923435"/>
                  </a:lnTo>
                  <a:close/>
                </a:path>
                <a:path w="5889625" h="6395720">
                  <a:moveTo>
                    <a:pt x="5185993" y="1053594"/>
                  </a:moveTo>
                  <a:lnTo>
                    <a:pt x="5188641" y="1058178"/>
                  </a:lnTo>
                  <a:lnTo>
                    <a:pt x="5184063" y="1060820"/>
                  </a:lnTo>
                  <a:lnTo>
                    <a:pt x="5181415" y="1056241"/>
                  </a:lnTo>
                  <a:lnTo>
                    <a:pt x="5185993" y="1053594"/>
                  </a:lnTo>
                  <a:close/>
                </a:path>
                <a:path w="5889625" h="6395720">
                  <a:moveTo>
                    <a:pt x="5260813" y="1183759"/>
                  </a:moveTo>
                  <a:lnTo>
                    <a:pt x="5263159" y="1187828"/>
                  </a:lnTo>
                  <a:lnTo>
                    <a:pt x="5259084" y="1190179"/>
                  </a:lnTo>
                  <a:lnTo>
                    <a:pt x="5256738" y="1186110"/>
                  </a:lnTo>
                  <a:lnTo>
                    <a:pt x="5260813" y="1183759"/>
                  </a:lnTo>
                  <a:close/>
                </a:path>
                <a:path w="5889625" h="6395720">
                  <a:moveTo>
                    <a:pt x="5335508" y="1314321"/>
                  </a:moveTo>
                  <a:lnTo>
                    <a:pt x="5337268" y="1317377"/>
                  </a:lnTo>
                  <a:lnTo>
                    <a:pt x="5334218" y="1319136"/>
                  </a:lnTo>
                  <a:lnTo>
                    <a:pt x="5332459" y="1316085"/>
                  </a:lnTo>
                  <a:lnTo>
                    <a:pt x="5335508" y="1314321"/>
                  </a:lnTo>
                  <a:close/>
                </a:path>
                <a:path w="5889625" h="6395720">
                  <a:moveTo>
                    <a:pt x="5410210" y="1444882"/>
                  </a:moveTo>
                  <a:lnTo>
                    <a:pt x="5411384" y="1446914"/>
                  </a:lnTo>
                  <a:lnTo>
                    <a:pt x="5409346" y="1448093"/>
                  </a:lnTo>
                  <a:lnTo>
                    <a:pt x="5408173" y="1446055"/>
                  </a:lnTo>
                  <a:lnTo>
                    <a:pt x="5410210" y="1444882"/>
                  </a:lnTo>
                  <a:close/>
                </a:path>
                <a:path w="5889625" h="6395720">
                  <a:moveTo>
                    <a:pt x="5485025" y="1575042"/>
                  </a:moveTo>
                  <a:lnTo>
                    <a:pt x="5485901" y="1576564"/>
                  </a:lnTo>
                  <a:lnTo>
                    <a:pt x="5484373" y="1577447"/>
                  </a:lnTo>
                  <a:lnTo>
                    <a:pt x="5483497" y="1575924"/>
                  </a:lnTo>
                  <a:lnTo>
                    <a:pt x="5485025" y="1575042"/>
                  </a:lnTo>
                  <a:close/>
                </a:path>
                <a:path w="5889625" h="6395720">
                  <a:moveTo>
                    <a:pt x="4458730" y="83610"/>
                  </a:moveTo>
                  <a:lnTo>
                    <a:pt x="4466371" y="96836"/>
                  </a:lnTo>
                  <a:lnTo>
                    <a:pt x="4453133" y="104477"/>
                  </a:lnTo>
                  <a:lnTo>
                    <a:pt x="4445498" y="91251"/>
                  </a:lnTo>
                  <a:lnTo>
                    <a:pt x="4458730" y="83610"/>
                  </a:lnTo>
                  <a:close/>
                </a:path>
                <a:path w="5889625" h="6395720">
                  <a:moveTo>
                    <a:pt x="4533426" y="214172"/>
                  </a:moveTo>
                  <a:lnTo>
                    <a:pt x="4540481" y="226385"/>
                  </a:lnTo>
                  <a:lnTo>
                    <a:pt x="4528273" y="233434"/>
                  </a:lnTo>
                  <a:lnTo>
                    <a:pt x="4521219" y="221220"/>
                  </a:lnTo>
                  <a:lnTo>
                    <a:pt x="4533426" y="214172"/>
                  </a:lnTo>
                  <a:close/>
                </a:path>
                <a:path w="5889625" h="6395720">
                  <a:moveTo>
                    <a:pt x="4608134" y="344733"/>
                  </a:moveTo>
                  <a:lnTo>
                    <a:pt x="4614596" y="355928"/>
                  </a:lnTo>
                  <a:lnTo>
                    <a:pt x="4603401" y="362390"/>
                  </a:lnTo>
                  <a:lnTo>
                    <a:pt x="4596939" y="351196"/>
                  </a:lnTo>
                  <a:lnTo>
                    <a:pt x="4608134" y="344733"/>
                  </a:lnTo>
                  <a:close/>
                </a:path>
                <a:path w="5889625" h="6395720">
                  <a:moveTo>
                    <a:pt x="4682723" y="475698"/>
                  </a:moveTo>
                  <a:lnTo>
                    <a:pt x="4688309" y="485365"/>
                  </a:lnTo>
                  <a:lnTo>
                    <a:pt x="4678642" y="490944"/>
                  </a:lnTo>
                  <a:lnTo>
                    <a:pt x="4673063" y="481278"/>
                  </a:lnTo>
                  <a:lnTo>
                    <a:pt x="4682723" y="475698"/>
                  </a:lnTo>
                  <a:close/>
                </a:path>
                <a:path w="5889625" h="6395720">
                  <a:moveTo>
                    <a:pt x="4757425" y="606260"/>
                  </a:moveTo>
                  <a:lnTo>
                    <a:pt x="4762424" y="614914"/>
                  </a:lnTo>
                  <a:lnTo>
                    <a:pt x="4753776" y="619907"/>
                  </a:lnTo>
                  <a:lnTo>
                    <a:pt x="4748777" y="611253"/>
                  </a:lnTo>
                  <a:lnTo>
                    <a:pt x="4757425" y="606260"/>
                  </a:lnTo>
                  <a:close/>
                </a:path>
                <a:path w="5889625" h="6395720">
                  <a:moveTo>
                    <a:pt x="4832245" y="736425"/>
                  </a:moveTo>
                  <a:lnTo>
                    <a:pt x="4836942" y="744564"/>
                  </a:lnTo>
                  <a:lnTo>
                    <a:pt x="4828797" y="749267"/>
                  </a:lnTo>
                  <a:lnTo>
                    <a:pt x="4824095" y="741128"/>
                  </a:lnTo>
                  <a:lnTo>
                    <a:pt x="4832245" y="736425"/>
                  </a:lnTo>
                  <a:close/>
                </a:path>
                <a:path w="5889625" h="6395720">
                  <a:moveTo>
                    <a:pt x="4906940" y="866987"/>
                  </a:moveTo>
                  <a:lnTo>
                    <a:pt x="4911051" y="874106"/>
                  </a:lnTo>
                  <a:lnTo>
                    <a:pt x="4903931" y="878217"/>
                  </a:lnTo>
                  <a:lnTo>
                    <a:pt x="4899821" y="871098"/>
                  </a:lnTo>
                  <a:lnTo>
                    <a:pt x="4906940" y="866987"/>
                  </a:lnTo>
                  <a:close/>
                </a:path>
                <a:path w="5889625" h="6395720">
                  <a:moveTo>
                    <a:pt x="4981642" y="997549"/>
                  </a:moveTo>
                  <a:lnTo>
                    <a:pt x="4985166" y="1003655"/>
                  </a:lnTo>
                  <a:lnTo>
                    <a:pt x="4979066" y="1007179"/>
                  </a:lnTo>
                  <a:lnTo>
                    <a:pt x="4975541" y="1001073"/>
                  </a:lnTo>
                  <a:lnTo>
                    <a:pt x="4981642" y="997549"/>
                  </a:lnTo>
                  <a:close/>
                </a:path>
                <a:path w="5889625" h="6395720">
                  <a:moveTo>
                    <a:pt x="5056344" y="1128110"/>
                  </a:moveTo>
                  <a:lnTo>
                    <a:pt x="5059281" y="1133198"/>
                  </a:lnTo>
                  <a:lnTo>
                    <a:pt x="5054194" y="1136136"/>
                  </a:lnTo>
                  <a:lnTo>
                    <a:pt x="5051256" y="1131048"/>
                  </a:lnTo>
                  <a:lnTo>
                    <a:pt x="5056344" y="1128110"/>
                  </a:lnTo>
                  <a:close/>
                </a:path>
                <a:path w="5889625" h="6395720">
                  <a:moveTo>
                    <a:pt x="5131152" y="1258275"/>
                  </a:moveTo>
                  <a:lnTo>
                    <a:pt x="5133799" y="1262854"/>
                  </a:lnTo>
                  <a:lnTo>
                    <a:pt x="5129221" y="1265496"/>
                  </a:lnTo>
                  <a:lnTo>
                    <a:pt x="5126579" y="1260917"/>
                  </a:lnTo>
                  <a:lnTo>
                    <a:pt x="5131152" y="1258275"/>
                  </a:lnTo>
                  <a:close/>
                </a:path>
                <a:path w="5889625" h="6395720">
                  <a:moveTo>
                    <a:pt x="5205853" y="1388837"/>
                  </a:moveTo>
                  <a:lnTo>
                    <a:pt x="5207909" y="1392397"/>
                  </a:lnTo>
                  <a:lnTo>
                    <a:pt x="5204349" y="1394452"/>
                  </a:lnTo>
                  <a:lnTo>
                    <a:pt x="5202294" y="1390892"/>
                  </a:lnTo>
                  <a:lnTo>
                    <a:pt x="5205853" y="1388837"/>
                  </a:lnTo>
                  <a:close/>
                </a:path>
                <a:path w="5889625" h="6395720">
                  <a:moveTo>
                    <a:pt x="5280668" y="1518991"/>
                  </a:moveTo>
                  <a:lnTo>
                    <a:pt x="5282427" y="1522047"/>
                  </a:lnTo>
                  <a:lnTo>
                    <a:pt x="5279370" y="1523812"/>
                  </a:lnTo>
                  <a:lnTo>
                    <a:pt x="5277611" y="1520756"/>
                  </a:lnTo>
                  <a:lnTo>
                    <a:pt x="5280668" y="1518991"/>
                  </a:lnTo>
                  <a:close/>
                </a:path>
                <a:path w="5889625" h="6395720">
                  <a:moveTo>
                    <a:pt x="5355363" y="1649559"/>
                  </a:moveTo>
                  <a:lnTo>
                    <a:pt x="5356542" y="1651597"/>
                  </a:lnTo>
                  <a:lnTo>
                    <a:pt x="5354510" y="1652770"/>
                  </a:lnTo>
                  <a:lnTo>
                    <a:pt x="5353331" y="1650732"/>
                  </a:lnTo>
                  <a:lnTo>
                    <a:pt x="5355363" y="1649559"/>
                  </a:lnTo>
                  <a:close/>
                </a:path>
                <a:path w="5889625" h="6395720">
                  <a:moveTo>
                    <a:pt x="5430177" y="1779724"/>
                  </a:moveTo>
                  <a:lnTo>
                    <a:pt x="5431060" y="1781246"/>
                  </a:lnTo>
                  <a:lnTo>
                    <a:pt x="5429532" y="1782129"/>
                  </a:lnTo>
                  <a:lnTo>
                    <a:pt x="5428649" y="1780606"/>
                  </a:lnTo>
                  <a:lnTo>
                    <a:pt x="5430177" y="1779724"/>
                  </a:lnTo>
                  <a:close/>
                </a:path>
                <a:path w="5889625" h="6395720">
                  <a:moveTo>
                    <a:pt x="4254587" y="26753"/>
                  </a:moveTo>
                  <a:lnTo>
                    <a:pt x="4263696" y="42531"/>
                  </a:lnTo>
                  <a:lnTo>
                    <a:pt x="4247923" y="51635"/>
                  </a:lnTo>
                  <a:lnTo>
                    <a:pt x="4238814" y="35862"/>
                  </a:lnTo>
                  <a:lnTo>
                    <a:pt x="4254587" y="26753"/>
                  </a:lnTo>
                  <a:close/>
                </a:path>
                <a:path w="5889625" h="6395720">
                  <a:moveTo>
                    <a:pt x="4329182" y="157723"/>
                  </a:moveTo>
                  <a:lnTo>
                    <a:pt x="4337409" y="171968"/>
                  </a:lnTo>
                  <a:lnTo>
                    <a:pt x="4323158" y="180195"/>
                  </a:lnTo>
                  <a:lnTo>
                    <a:pt x="4314937" y="165950"/>
                  </a:lnTo>
                  <a:lnTo>
                    <a:pt x="4329182" y="157723"/>
                  </a:lnTo>
                  <a:close/>
                </a:path>
                <a:path w="5889625" h="6395720">
                  <a:moveTo>
                    <a:pt x="4403889" y="288286"/>
                  </a:moveTo>
                  <a:lnTo>
                    <a:pt x="4411524" y="301511"/>
                  </a:lnTo>
                  <a:lnTo>
                    <a:pt x="4398298" y="309152"/>
                  </a:lnTo>
                  <a:lnTo>
                    <a:pt x="4390657" y="295920"/>
                  </a:lnTo>
                  <a:lnTo>
                    <a:pt x="4403889" y="288286"/>
                  </a:lnTo>
                  <a:close/>
                </a:path>
                <a:path w="5889625" h="6395720">
                  <a:moveTo>
                    <a:pt x="4478591" y="418847"/>
                  </a:moveTo>
                  <a:lnTo>
                    <a:pt x="4485639" y="431054"/>
                  </a:lnTo>
                  <a:lnTo>
                    <a:pt x="4473426" y="438109"/>
                  </a:lnTo>
                  <a:lnTo>
                    <a:pt x="4466378" y="425901"/>
                  </a:lnTo>
                  <a:lnTo>
                    <a:pt x="4478591" y="418847"/>
                  </a:lnTo>
                  <a:close/>
                </a:path>
                <a:path w="5889625" h="6395720">
                  <a:moveTo>
                    <a:pt x="4553287" y="549415"/>
                  </a:moveTo>
                  <a:lnTo>
                    <a:pt x="4559749" y="560603"/>
                  </a:lnTo>
                  <a:lnTo>
                    <a:pt x="4548560" y="567066"/>
                  </a:lnTo>
                  <a:lnTo>
                    <a:pt x="4542098" y="555877"/>
                  </a:lnTo>
                  <a:lnTo>
                    <a:pt x="4553287" y="549415"/>
                  </a:lnTo>
                  <a:close/>
                </a:path>
                <a:path w="5889625" h="6395720">
                  <a:moveTo>
                    <a:pt x="4627888" y="680374"/>
                  </a:moveTo>
                  <a:lnTo>
                    <a:pt x="4633467" y="690040"/>
                  </a:lnTo>
                  <a:lnTo>
                    <a:pt x="4623801" y="695625"/>
                  </a:lnTo>
                  <a:lnTo>
                    <a:pt x="4618215" y="685953"/>
                  </a:lnTo>
                  <a:lnTo>
                    <a:pt x="4627888" y="680374"/>
                  </a:lnTo>
                  <a:close/>
                </a:path>
                <a:path w="5889625" h="6395720">
                  <a:moveTo>
                    <a:pt x="4702583" y="810935"/>
                  </a:moveTo>
                  <a:lnTo>
                    <a:pt x="4707582" y="819589"/>
                  </a:lnTo>
                  <a:lnTo>
                    <a:pt x="4698929" y="824582"/>
                  </a:lnTo>
                  <a:lnTo>
                    <a:pt x="4693935" y="815928"/>
                  </a:lnTo>
                  <a:lnTo>
                    <a:pt x="4702583" y="810935"/>
                  </a:lnTo>
                  <a:close/>
                </a:path>
                <a:path w="5889625" h="6395720">
                  <a:moveTo>
                    <a:pt x="4777397" y="941095"/>
                  </a:moveTo>
                  <a:lnTo>
                    <a:pt x="4782100" y="949239"/>
                  </a:lnTo>
                  <a:lnTo>
                    <a:pt x="4773956" y="953942"/>
                  </a:lnTo>
                  <a:lnTo>
                    <a:pt x="4769253" y="945792"/>
                  </a:lnTo>
                  <a:lnTo>
                    <a:pt x="4777397" y="941095"/>
                  </a:lnTo>
                  <a:close/>
                </a:path>
                <a:path w="5889625" h="6395720">
                  <a:moveTo>
                    <a:pt x="4852099" y="1071657"/>
                  </a:moveTo>
                  <a:lnTo>
                    <a:pt x="4856210" y="1078782"/>
                  </a:lnTo>
                  <a:lnTo>
                    <a:pt x="4849090" y="1082893"/>
                  </a:lnTo>
                  <a:lnTo>
                    <a:pt x="4844973" y="1075774"/>
                  </a:lnTo>
                  <a:lnTo>
                    <a:pt x="4852099" y="1071657"/>
                  </a:lnTo>
                  <a:close/>
                </a:path>
                <a:path w="5889625" h="6395720">
                  <a:moveTo>
                    <a:pt x="4926794" y="1202224"/>
                  </a:moveTo>
                  <a:lnTo>
                    <a:pt x="4930325" y="1208331"/>
                  </a:lnTo>
                  <a:lnTo>
                    <a:pt x="4924218" y="1211855"/>
                  </a:lnTo>
                  <a:lnTo>
                    <a:pt x="4920694" y="1205749"/>
                  </a:lnTo>
                  <a:lnTo>
                    <a:pt x="4926794" y="1202224"/>
                  </a:lnTo>
                  <a:close/>
                </a:path>
                <a:path w="5889625" h="6395720">
                  <a:moveTo>
                    <a:pt x="5001502" y="1332786"/>
                  </a:moveTo>
                  <a:lnTo>
                    <a:pt x="5004440" y="1337874"/>
                  </a:lnTo>
                  <a:lnTo>
                    <a:pt x="4999352" y="1340812"/>
                  </a:lnTo>
                  <a:lnTo>
                    <a:pt x="4996414" y="1335724"/>
                  </a:lnTo>
                  <a:lnTo>
                    <a:pt x="5001502" y="1332786"/>
                  </a:lnTo>
                  <a:close/>
                </a:path>
                <a:path w="5889625" h="6395720">
                  <a:moveTo>
                    <a:pt x="5076316" y="1462945"/>
                  </a:moveTo>
                  <a:lnTo>
                    <a:pt x="5078958" y="1467530"/>
                  </a:lnTo>
                  <a:lnTo>
                    <a:pt x="5074379" y="1470172"/>
                  </a:lnTo>
                  <a:lnTo>
                    <a:pt x="5071732" y="1465593"/>
                  </a:lnTo>
                  <a:lnTo>
                    <a:pt x="5076316" y="1462945"/>
                  </a:lnTo>
                  <a:close/>
                </a:path>
                <a:path w="5889625" h="6395720">
                  <a:moveTo>
                    <a:pt x="5151012" y="1593514"/>
                  </a:moveTo>
                  <a:lnTo>
                    <a:pt x="5153067" y="1597073"/>
                  </a:lnTo>
                  <a:lnTo>
                    <a:pt x="5149508" y="1599128"/>
                  </a:lnTo>
                  <a:lnTo>
                    <a:pt x="5147452" y="1595569"/>
                  </a:lnTo>
                  <a:lnTo>
                    <a:pt x="5151012" y="1593514"/>
                  </a:lnTo>
                  <a:close/>
                </a:path>
                <a:path w="5889625" h="6395720">
                  <a:moveTo>
                    <a:pt x="5225714" y="1724075"/>
                  </a:moveTo>
                  <a:lnTo>
                    <a:pt x="5227182" y="1726622"/>
                  </a:lnTo>
                  <a:lnTo>
                    <a:pt x="5224641" y="1728091"/>
                  </a:lnTo>
                  <a:lnTo>
                    <a:pt x="5223173" y="1725545"/>
                  </a:lnTo>
                  <a:lnTo>
                    <a:pt x="5225714" y="1724075"/>
                  </a:lnTo>
                  <a:close/>
                </a:path>
                <a:path w="5889625" h="6395720">
                  <a:moveTo>
                    <a:pt x="5300527" y="1854235"/>
                  </a:moveTo>
                  <a:lnTo>
                    <a:pt x="5301700" y="1856272"/>
                  </a:lnTo>
                  <a:lnTo>
                    <a:pt x="5299669" y="1857445"/>
                  </a:lnTo>
                  <a:lnTo>
                    <a:pt x="5298490" y="1855408"/>
                  </a:lnTo>
                  <a:lnTo>
                    <a:pt x="5300527" y="1854235"/>
                  </a:lnTo>
                  <a:close/>
                </a:path>
                <a:path w="5889625" h="6395720">
                  <a:moveTo>
                    <a:pt x="5374211" y="1985383"/>
                  </a:moveTo>
                  <a:lnTo>
                    <a:pt x="5375561" y="1985383"/>
                  </a:lnTo>
                  <a:lnTo>
                    <a:pt x="5375810" y="1985815"/>
                  </a:lnTo>
                  <a:lnTo>
                    <a:pt x="5374459" y="1985815"/>
                  </a:lnTo>
                  <a:lnTo>
                    <a:pt x="5374211" y="1985383"/>
                  </a:lnTo>
                  <a:close/>
                </a:path>
                <a:path w="5889625" h="6395720">
                  <a:moveTo>
                    <a:pt x="4125150" y="100463"/>
                  </a:moveTo>
                  <a:lnTo>
                    <a:pt x="4135143" y="117770"/>
                  </a:lnTo>
                  <a:lnTo>
                    <a:pt x="4117841" y="127757"/>
                  </a:lnTo>
                  <a:lnTo>
                    <a:pt x="4107849" y="110456"/>
                  </a:lnTo>
                  <a:lnTo>
                    <a:pt x="4125150" y="100463"/>
                  </a:lnTo>
                  <a:close/>
                </a:path>
                <a:path w="5889625" h="6395720">
                  <a:moveTo>
                    <a:pt x="4199745" y="231434"/>
                  </a:moveTo>
                  <a:lnTo>
                    <a:pt x="4208855" y="247207"/>
                  </a:lnTo>
                  <a:lnTo>
                    <a:pt x="4193082" y="256311"/>
                  </a:lnTo>
                  <a:lnTo>
                    <a:pt x="4183972" y="240538"/>
                  </a:lnTo>
                  <a:lnTo>
                    <a:pt x="4199745" y="231434"/>
                  </a:lnTo>
                  <a:close/>
                </a:path>
                <a:path w="5889625" h="6395720">
                  <a:moveTo>
                    <a:pt x="4274447" y="361996"/>
                  </a:moveTo>
                  <a:lnTo>
                    <a:pt x="4282970" y="376750"/>
                  </a:lnTo>
                  <a:lnTo>
                    <a:pt x="4268210" y="385273"/>
                  </a:lnTo>
                  <a:lnTo>
                    <a:pt x="4259693" y="370513"/>
                  </a:lnTo>
                  <a:lnTo>
                    <a:pt x="4274447" y="361996"/>
                  </a:lnTo>
                  <a:close/>
                </a:path>
                <a:path w="5889625" h="6395720">
                  <a:moveTo>
                    <a:pt x="4349154" y="492558"/>
                  </a:moveTo>
                  <a:lnTo>
                    <a:pt x="4357086" y="506294"/>
                  </a:lnTo>
                  <a:lnTo>
                    <a:pt x="4343344" y="514231"/>
                  </a:lnTo>
                  <a:lnTo>
                    <a:pt x="4335413" y="500489"/>
                  </a:lnTo>
                  <a:lnTo>
                    <a:pt x="4349154" y="492558"/>
                  </a:lnTo>
                  <a:close/>
                </a:path>
                <a:path w="5889625" h="6395720">
                  <a:moveTo>
                    <a:pt x="4423744" y="623523"/>
                  </a:moveTo>
                  <a:lnTo>
                    <a:pt x="4430798" y="635736"/>
                  </a:lnTo>
                  <a:lnTo>
                    <a:pt x="4418585" y="642785"/>
                  </a:lnTo>
                  <a:lnTo>
                    <a:pt x="4411530" y="630571"/>
                  </a:lnTo>
                  <a:lnTo>
                    <a:pt x="4423744" y="623523"/>
                  </a:lnTo>
                  <a:close/>
                </a:path>
                <a:path w="5889625" h="6395720">
                  <a:moveTo>
                    <a:pt x="4498339" y="754488"/>
                  </a:moveTo>
                  <a:lnTo>
                    <a:pt x="4504510" y="765173"/>
                  </a:lnTo>
                  <a:lnTo>
                    <a:pt x="4493825" y="771339"/>
                  </a:lnTo>
                  <a:lnTo>
                    <a:pt x="4487653" y="760654"/>
                  </a:lnTo>
                  <a:lnTo>
                    <a:pt x="4498339" y="754488"/>
                  </a:lnTo>
                  <a:close/>
                </a:path>
                <a:path w="5889625" h="6395720">
                  <a:moveTo>
                    <a:pt x="4573040" y="885049"/>
                  </a:moveTo>
                  <a:lnTo>
                    <a:pt x="4578626" y="894716"/>
                  </a:lnTo>
                  <a:lnTo>
                    <a:pt x="4568953" y="900301"/>
                  </a:lnTo>
                  <a:lnTo>
                    <a:pt x="4563374" y="890629"/>
                  </a:lnTo>
                  <a:lnTo>
                    <a:pt x="4573040" y="885049"/>
                  </a:lnTo>
                  <a:close/>
                </a:path>
                <a:path w="5889625" h="6395720">
                  <a:moveTo>
                    <a:pt x="4647748" y="1015611"/>
                  </a:moveTo>
                  <a:lnTo>
                    <a:pt x="4652741" y="1024259"/>
                  </a:lnTo>
                  <a:lnTo>
                    <a:pt x="4644087" y="1029258"/>
                  </a:lnTo>
                  <a:lnTo>
                    <a:pt x="4639094" y="1020610"/>
                  </a:lnTo>
                  <a:lnTo>
                    <a:pt x="4647748" y="1015611"/>
                  </a:lnTo>
                  <a:close/>
                </a:path>
                <a:path w="5889625" h="6395720">
                  <a:moveTo>
                    <a:pt x="4722449" y="1146173"/>
                  </a:moveTo>
                  <a:lnTo>
                    <a:pt x="4726856" y="1153808"/>
                  </a:lnTo>
                  <a:lnTo>
                    <a:pt x="4719215" y="1158215"/>
                  </a:lnTo>
                  <a:lnTo>
                    <a:pt x="4714809" y="1150586"/>
                  </a:lnTo>
                  <a:lnTo>
                    <a:pt x="4722449" y="1146173"/>
                  </a:lnTo>
                  <a:close/>
                </a:path>
                <a:path w="5889625" h="6395720">
                  <a:moveTo>
                    <a:pt x="4797258" y="1276332"/>
                  </a:moveTo>
                  <a:lnTo>
                    <a:pt x="4801368" y="1283458"/>
                  </a:lnTo>
                  <a:lnTo>
                    <a:pt x="4794243" y="1287574"/>
                  </a:lnTo>
                  <a:lnTo>
                    <a:pt x="4790132" y="1280449"/>
                  </a:lnTo>
                  <a:lnTo>
                    <a:pt x="4797258" y="1276332"/>
                  </a:lnTo>
                  <a:close/>
                </a:path>
                <a:path w="5889625" h="6395720">
                  <a:moveTo>
                    <a:pt x="4871959" y="1406900"/>
                  </a:moveTo>
                  <a:lnTo>
                    <a:pt x="4875484" y="1413007"/>
                  </a:lnTo>
                  <a:lnTo>
                    <a:pt x="4869377" y="1416531"/>
                  </a:lnTo>
                  <a:lnTo>
                    <a:pt x="4865847" y="1410425"/>
                  </a:lnTo>
                  <a:lnTo>
                    <a:pt x="4871959" y="1406900"/>
                  </a:lnTo>
                  <a:close/>
                </a:path>
                <a:path w="5889625" h="6395720">
                  <a:moveTo>
                    <a:pt x="4946655" y="1537462"/>
                  </a:moveTo>
                  <a:lnTo>
                    <a:pt x="4949593" y="1542550"/>
                  </a:lnTo>
                  <a:lnTo>
                    <a:pt x="4944505" y="1545488"/>
                  </a:lnTo>
                  <a:lnTo>
                    <a:pt x="4941567" y="1540400"/>
                  </a:lnTo>
                  <a:lnTo>
                    <a:pt x="4946655" y="1537462"/>
                  </a:lnTo>
                  <a:close/>
                </a:path>
                <a:path w="5889625" h="6395720">
                  <a:moveTo>
                    <a:pt x="5021362" y="1668024"/>
                  </a:moveTo>
                  <a:lnTo>
                    <a:pt x="5023714" y="1672099"/>
                  </a:lnTo>
                  <a:lnTo>
                    <a:pt x="5019645" y="1674444"/>
                  </a:lnTo>
                  <a:lnTo>
                    <a:pt x="5017293" y="1670375"/>
                  </a:lnTo>
                  <a:lnTo>
                    <a:pt x="5021362" y="1668024"/>
                  </a:lnTo>
                  <a:close/>
                </a:path>
                <a:path w="5889625" h="6395720">
                  <a:moveTo>
                    <a:pt x="5096170" y="1798183"/>
                  </a:moveTo>
                  <a:lnTo>
                    <a:pt x="5098232" y="1801748"/>
                  </a:lnTo>
                  <a:lnTo>
                    <a:pt x="5094666" y="1803804"/>
                  </a:lnTo>
                  <a:lnTo>
                    <a:pt x="5092605" y="1800238"/>
                  </a:lnTo>
                  <a:lnTo>
                    <a:pt x="5096170" y="1798183"/>
                  </a:lnTo>
                  <a:close/>
                </a:path>
                <a:path w="5889625" h="6395720">
                  <a:moveTo>
                    <a:pt x="5170866" y="1928751"/>
                  </a:moveTo>
                  <a:lnTo>
                    <a:pt x="5172335" y="1931292"/>
                  </a:lnTo>
                  <a:lnTo>
                    <a:pt x="5169794" y="1932761"/>
                  </a:lnTo>
                  <a:lnTo>
                    <a:pt x="5168325" y="1930220"/>
                  </a:lnTo>
                  <a:lnTo>
                    <a:pt x="5170866" y="1928751"/>
                  </a:lnTo>
                  <a:close/>
                </a:path>
                <a:path w="5889625" h="6395720">
                  <a:moveTo>
                    <a:pt x="5245573" y="2059313"/>
                  </a:moveTo>
                  <a:lnTo>
                    <a:pt x="5246456" y="2060841"/>
                  </a:lnTo>
                  <a:lnTo>
                    <a:pt x="5244934" y="2061718"/>
                  </a:lnTo>
                  <a:lnTo>
                    <a:pt x="5244051" y="2060190"/>
                  </a:lnTo>
                  <a:lnTo>
                    <a:pt x="5245573" y="2059313"/>
                  </a:lnTo>
                  <a:close/>
                </a:path>
                <a:path w="5889625" h="6395720">
                  <a:moveTo>
                    <a:pt x="3920905" y="44017"/>
                  </a:moveTo>
                  <a:lnTo>
                    <a:pt x="3932070" y="63356"/>
                  </a:lnTo>
                  <a:lnTo>
                    <a:pt x="3912732" y="74520"/>
                  </a:lnTo>
                  <a:lnTo>
                    <a:pt x="3901567" y="55182"/>
                  </a:lnTo>
                  <a:lnTo>
                    <a:pt x="3920905" y="44017"/>
                  </a:lnTo>
                  <a:close/>
                </a:path>
                <a:path w="5889625" h="6395720">
                  <a:moveTo>
                    <a:pt x="3995607" y="174585"/>
                  </a:moveTo>
                  <a:lnTo>
                    <a:pt x="4006180" y="192899"/>
                  </a:lnTo>
                  <a:lnTo>
                    <a:pt x="3987866" y="203478"/>
                  </a:lnTo>
                  <a:lnTo>
                    <a:pt x="3977287" y="185158"/>
                  </a:lnTo>
                  <a:lnTo>
                    <a:pt x="3995607" y="174585"/>
                  </a:lnTo>
                  <a:close/>
                </a:path>
                <a:path w="5889625" h="6395720">
                  <a:moveTo>
                    <a:pt x="4070309" y="305147"/>
                  </a:moveTo>
                  <a:lnTo>
                    <a:pt x="4080295" y="322448"/>
                  </a:lnTo>
                  <a:lnTo>
                    <a:pt x="4062994" y="332434"/>
                  </a:lnTo>
                  <a:lnTo>
                    <a:pt x="4053007" y="315133"/>
                  </a:lnTo>
                  <a:lnTo>
                    <a:pt x="4070309" y="305147"/>
                  </a:lnTo>
                  <a:close/>
                </a:path>
                <a:path w="5889625" h="6395720">
                  <a:moveTo>
                    <a:pt x="4144904" y="436112"/>
                  </a:moveTo>
                  <a:lnTo>
                    <a:pt x="4154007" y="451885"/>
                  </a:lnTo>
                  <a:lnTo>
                    <a:pt x="4138234" y="460994"/>
                  </a:lnTo>
                  <a:lnTo>
                    <a:pt x="4129131" y="445221"/>
                  </a:lnTo>
                  <a:lnTo>
                    <a:pt x="4144904" y="436112"/>
                  </a:lnTo>
                  <a:close/>
                </a:path>
                <a:path w="5889625" h="6395720">
                  <a:moveTo>
                    <a:pt x="4219605" y="566673"/>
                  </a:moveTo>
                  <a:lnTo>
                    <a:pt x="4228123" y="581428"/>
                  </a:lnTo>
                  <a:lnTo>
                    <a:pt x="4213368" y="589945"/>
                  </a:lnTo>
                  <a:lnTo>
                    <a:pt x="4204851" y="575196"/>
                  </a:lnTo>
                  <a:lnTo>
                    <a:pt x="4219605" y="566673"/>
                  </a:lnTo>
                  <a:close/>
                </a:path>
                <a:path w="5889625" h="6395720">
                  <a:moveTo>
                    <a:pt x="4294200" y="697639"/>
                  </a:moveTo>
                  <a:lnTo>
                    <a:pt x="4301835" y="710865"/>
                  </a:lnTo>
                  <a:lnTo>
                    <a:pt x="4288609" y="718506"/>
                  </a:lnTo>
                  <a:lnTo>
                    <a:pt x="4280968" y="705274"/>
                  </a:lnTo>
                  <a:lnTo>
                    <a:pt x="4294200" y="697639"/>
                  </a:lnTo>
                  <a:close/>
                </a:path>
                <a:path w="5889625" h="6395720">
                  <a:moveTo>
                    <a:pt x="4368902" y="828200"/>
                  </a:moveTo>
                  <a:lnTo>
                    <a:pt x="4375950" y="840414"/>
                  </a:lnTo>
                  <a:lnTo>
                    <a:pt x="4363737" y="847462"/>
                  </a:lnTo>
                  <a:lnTo>
                    <a:pt x="4356688" y="835249"/>
                  </a:lnTo>
                  <a:lnTo>
                    <a:pt x="4368902" y="828200"/>
                  </a:lnTo>
                  <a:close/>
                </a:path>
                <a:path w="5889625" h="6395720">
                  <a:moveTo>
                    <a:pt x="4443497" y="959165"/>
                  </a:moveTo>
                  <a:lnTo>
                    <a:pt x="4449663" y="969850"/>
                  </a:lnTo>
                  <a:lnTo>
                    <a:pt x="4438978" y="976022"/>
                  </a:lnTo>
                  <a:lnTo>
                    <a:pt x="4432812" y="965337"/>
                  </a:lnTo>
                  <a:lnTo>
                    <a:pt x="4443497" y="959165"/>
                  </a:lnTo>
                  <a:close/>
                </a:path>
                <a:path w="5889625" h="6395720">
                  <a:moveTo>
                    <a:pt x="4518198" y="1089727"/>
                  </a:moveTo>
                  <a:lnTo>
                    <a:pt x="4523778" y="1099393"/>
                  </a:lnTo>
                  <a:lnTo>
                    <a:pt x="4514112" y="1104973"/>
                  </a:lnTo>
                  <a:lnTo>
                    <a:pt x="4508532" y="1095313"/>
                  </a:lnTo>
                  <a:lnTo>
                    <a:pt x="4518198" y="1089727"/>
                  </a:lnTo>
                  <a:close/>
                </a:path>
                <a:path w="5889625" h="6395720">
                  <a:moveTo>
                    <a:pt x="4592900" y="1220289"/>
                  </a:moveTo>
                  <a:lnTo>
                    <a:pt x="4597893" y="1228942"/>
                  </a:lnTo>
                  <a:lnTo>
                    <a:pt x="4589240" y="1233935"/>
                  </a:lnTo>
                  <a:lnTo>
                    <a:pt x="4584247" y="1225288"/>
                  </a:lnTo>
                  <a:lnTo>
                    <a:pt x="4592900" y="1220289"/>
                  </a:lnTo>
                  <a:close/>
                </a:path>
                <a:path w="5889625" h="6395720">
                  <a:moveTo>
                    <a:pt x="4667608" y="1350850"/>
                  </a:moveTo>
                  <a:lnTo>
                    <a:pt x="4672014" y="1358485"/>
                  </a:lnTo>
                  <a:lnTo>
                    <a:pt x="4664379" y="1362892"/>
                  </a:lnTo>
                  <a:lnTo>
                    <a:pt x="4659973" y="1355257"/>
                  </a:lnTo>
                  <a:lnTo>
                    <a:pt x="4667608" y="1350850"/>
                  </a:lnTo>
                  <a:close/>
                </a:path>
                <a:path w="5889625" h="6395720">
                  <a:moveTo>
                    <a:pt x="4742410" y="1481015"/>
                  </a:moveTo>
                  <a:lnTo>
                    <a:pt x="4746527" y="1488141"/>
                  </a:lnTo>
                  <a:lnTo>
                    <a:pt x="4739401" y="1492252"/>
                  </a:lnTo>
                  <a:lnTo>
                    <a:pt x="4735285" y="1485126"/>
                  </a:lnTo>
                  <a:lnTo>
                    <a:pt x="4742410" y="1481015"/>
                  </a:lnTo>
                  <a:close/>
                </a:path>
                <a:path w="5889625" h="6395720">
                  <a:moveTo>
                    <a:pt x="4817005" y="1611974"/>
                  </a:moveTo>
                  <a:lnTo>
                    <a:pt x="4820239" y="1617577"/>
                  </a:lnTo>
                  <a:lnTo>
                    <a:pt x="4814641" y="1620805"/>
                  </a:lnTo>
                  <a:lnTo>
                    <a:pt x="4811408" y="1615208"/>
                  </a:lnTo>
                  <a:lnTo>
                    <a:pt x="4817005" y="1611974"/>
                  </a:lnTo>
                  <a:close/>
                </a:path>
                <a:path w="5889625" h="6395720">
                  <a:moveTo>
                    <a:pt x="4891707" y="1742536"/>
                  </a:moveTo>
                  <a:lnTo>
                    <a:pt x="4894348" y="1747120"/>
                  </a:lnTo>
                  <a:lnTo>
                    <a:pt x="4889770" y="1749762"/>
                  </a:lnTo>
                  <a:lnTo>
                    <a:pt x="4887128" y="1745183"/>
                  </a:lnTo>
                  <a:lnTo>
                    <a:pt x="4891707" y="1742536"/>
                  </a:lnTo>
                  <a:close/>
                </a:path>
                <a:path w="5889625" h="6395720">
                  <a:moveTo>
                    <a:pt x="4966521" y="1872701"/>
                  </a:moveTo>
                  <a:lnTo>
                    <a:pt x="4968872" y="1876770"/>
                  </a:lnTo>
                  <a:lnTo>
                    <a:pt x="4964797" y="1879121"/>
                  </a:lnTo>
                  <a:lnTo>
                    <a:pt x="4962446" y="1875052"/>
                  </a:lnTo>
                  <a:lnTo>
                    <a:pt x="4966521" y="1872701"/>
                  </a:lnTo>
                  <a:close/>
                </a:path>
                <a:path w="5889625" h="6395720">
                  <a:moveTo>
                    <a:pt x="5041216" y="2003269"/>
                  </a:moveTo>
                  <a:lnTo>
                    <a:pt x="5042981" y="2006320"/>
                  </a:lnTo>
                  <a:lnTo>
                    <a:pt x="5039931" y="2008078"/>
                  </a:lnTo>
                  <a:lnTo>
                    <a:pt x="5038166" y="2005028"/>
                  </a:lnTo>
                  <a:lnTo>
                    <a:pt x="5041216" y="2003269"/>
                  </a:lnTo>
                  <a:close/>
                </a:path>
                <a:path w="5889625" h="6395720">
                  <a:moveTo>
                    <a:pt x="5115923" y="2133831"/>
                  </a:moveTo>
                  <a:lnTo>
                    <a:pt x="5117097" y="2135862"/>
                  </a:lnTo>
                  <a:lnTo>
                    <a:pt x="5115059" y="2137041"/>
                  </a:lnTo>
                  <a:lnTo>
                    <a:pt x="5113886" y="2135003"/>
                  </a:lnTo>
                  <a:lnTo>
                    <a:pt x="5115923" y="2133831"/>
                  </a:lnTo>
                  <a:close/>
                </a:path>
                <a:path w="5889625" h="6395720">
                  <a:moveTo>
                    <a:pt x="5190732" y="2263984"/>
                  </a:moveTo>
                  <a:lnTo>
                    <a:pt x="5191615" y="2265518"/>
                  </a:lnTo>
                  <a:lnTo>
                    <a:pt x="5190086" y="2266401"/>
                  </a:lnTo>
                  <a:lnTo>
                    <a:pt x="5189204" y="2264867"/>
                  </a:lnTo>
                  <a:lnTo>
                    <a:pt x="5190732" y="2263984"/>
                  </a:lnTo>
                  <a:close/>
                </a:path>
                <a:path w="5889625" h="6395720">
                  <a:moveTo>
                    <a:pt x="3694996" y="0"/>
                  </a:moveTo>
                  <a:lnTo>
                    <a:pt x="3724177" y="0"/>
                  </a:lnTo>
                  <a:lnTo>
                    <a:pt x="3729401" y="9046"/>
                  </a:lnTo>
                  <a:lnTo>
                    <a:pt x="3707515" y="21680"/>
                  </a:lnTo>
                  <a:lnTo>
                    <a:pt x="3694996" y="0"/>
                  </a:lnTo>
                  <a:close/>
                </a:path>
                <a:path w="5889625" h="6395720">
                  <a:moveTo>
                    <a:pt x="3791469" y="117728"/>
                  </a:moveTo>
                  <a:lnTo>
                    <a:pt x="3803516" y="138595"/>
                  </a:lnTo>
                  <a:lnTo>
                    <a:pt x="3782649" y="150643"/>
                  </a:lnTo>
                  <a:lnTo>
                    <a:pt x="3770602" y="129776"/>
                  </a:lnTo>
                  <a:lnTo>
                    <a:pt x="3791469" y="117728"/>
                  </a:lnTo>
                  <a:close/>
                </a:path>
                <a:path w="5889625" h="6395720">
                  <a:moveTo>
                    <a:pt x="3866064" y="248693"/>
                  </a:moveTo>
                  <a:lnTo>
                    <a:pt x="3877229" y="268032"/>
                  </a:lnTo>
                  <a:lnTo>
                    <a:pt x="3857890" y="279197"/>
                  </a:lnTo>
                  <a:lnTo>
                    <a:pt x="3846725" y="259858"/>
                  </a:lnTo>
                  <a:lnTo>
                    <a:pt x="3866064" y="248693"/>
                  </a:lnTo>
                  <a:close/>
                </a:path>
                <a:path w="5889625" h="6395720">
                  <a:moveTo>
                    <a:pt x="3940765" y="379261"/>
                  </a:moveTo>
                  <a:lnTo>
                    <a:pt x="3951344" y="397575"/>
                  </a:lnTo>
                  <a:lnTo>
                    <a:pt x="3933018" y="408154"/>
                  </a:lnTo>
                  <a:lnTo>
                    <a:pt x="3922445" y="389840"/>
                  </a:lnTo>
                  <a:lnTo>
                    <a:pt x="3940765" y="379261"/>
                  </a:lnTo>
                  <a:close/>
                </a:path>
                <a:path w="5889625" h="6395720">
                  <a:moveTo>
                    <a:pt x="4015467" y="509823"/>
                  </a:moveTo>
                  <a:lnTo>
                    <a:pt x="4025453" y="527124"/>
                  </a:lnTo>
                  <a:lnTo>
                    <a:pt x="4008152" y="537117"/>
                  </a:lnTo>
                  <a:lnTo>
                    <a:pt x="3998160" y="519815"/>
                  </a:lnTo>
                  <a:lnTo>
                    <a:pt x="4015467" y="509823"/>
                  </a:lnTo>
                  <a:close/>
                </a:path>
                <a:path w="5889625" h="6395720">
                  <a:moveTo>
                    <a:pt x="4090062" y="640782"/>
                  </a:moveTo>
                  <a:lnTo>
                    <a:pt x="4099172" y="656560"/>
                  </a:lnTo>
                  <a:lnTo>
                    <a:pt x="4083393" y="665670"/>
                  </a:lnTo>
                  <a:lnTo>
                    <a:pt x="4074283" y="649891"/>
                  </a:lnTo>
                  <a:lnTo>
                    <a:pt x="4090062" y="640782"/>
                  </a:lnTo>
                  <a:close/>
                </a:path>
                <a:path w="5889625" h="6395720">
                  <a:moveTo>
                    <a:pt x="4164657" y="771752"/>
                  </a:moveTo>
                  <a:lnTo>
                    <a:pt x="4172884" y="785997"/>
                  </a:lnTo>
                  <a:lnTo>
                    <a:pt x="4158633" y="794224"/>
                  </a:lnTo>
                  <a:lnTo>
                    <a:pt x="4150406" y="779979"/>
                  </a:lnTo>
                  <a:lnTo>
                    <a:pt x="4164657" y="771752"/>
                  </a:lnTo>
                  <a:close/>
                </a:path>
                <a:path w="5889625" h="6395720">
                  <a:moveTo>
                    <a:pt x="4239358" y="902314"/>
                  </a:moveTo>
                  <a:lnTo>
                    <a:pt x="4246999" y="915540"/>
                  </a:lnTo>
                  <a:lnTo>
                    <a:pt x="4233761" y="923181"/>
                  </a:lnTo>
                  <a:lnTo>
                    <a:pt x="4226126" y="909955"/>
                  </a:lnTo>
                  <a:lnTo>
                    <a:pt x="4239358" y="902314"/>
                  </a:lnTo>
                  <a:close/>
                </a:path>
                <a:path w="5889625" h="6395720">
                  <a:moveTo>
                    <a:pt x="4314054" y="1032876"/>
                  </a:moveTo>
                  <a:lnTo>
                    <a:pt x="4321109" y="1045089"/>
                  </a:lnTo>
                  <a:lnTo>
                    <a:pt x="4308901" y="1052138"/>
                  </a:lnTo>
                  <a:lnTo>
                    <a:pt x="4301847" y="1039925"/>
                  </a:lnTo>
                  <a:lnTo>
                    <a:pt x="4314054" y="1032876"/>
                  </a:lnTo>
                  <a:close/>
                </a:path>
                <a:path w="5889625" h="6395720">
                  <a:moveTo>
                    <a:pt x="4388655" y="1163835"/>
                  </a:moveTo>
                  <a:lnTo>
                    <a:pt x="4394827" y="1174526"/>
                  </a:lnTo>
                  <a:lnTo>
                    <a:pt x="4384136" y="1180697"/>
                  </a:lnTo>
                  <a:lnTo>
                    <a:pt x="4377964" y="1170006"/>
                  </a:lnTo>
                  <a:lnTo>
                    <a:pt x="4388655" y="1163835"/>
                  </a:lnTo>
                  <a:close/>
                </a:path>
                <a:path w="5889625" h="6395720">
                  <a:moveTo>
                    <a:pt x="4463250" y="1294805"/>
                  </a:moveTo>
                  <a:lnTo>
                    <a:pt x="4468540" y="1303962"/>
                  </a:lnTo>
                  <a:lnTo>
                    <a:pt x="4459377" y="1309251"/>
                  </a:lnTo>
                  <a:lnTo>
                    <a:pt x="4454087" y="1300094"/>
                  </a:lnTo>
                  <a:lnTo>
                    <a:pt x="4463250" y="1294805"/>
                  </a:lnTo>
                  <a:close/>
                </a:path>
                <a:path w="5889625" h="6395720">
                  <a:moveTo>
                    <a:pt x="4537952" y="1425367"/>
                  </a:moveTo>
                  <a:lnTo>
                    <a:pt x="4542655" y="1433505"/>
                  </a:lnTo>
                  <a:lnTo>
                    <a:pt x="4534505" y="1438209"/>
                  </a:lnTo>
                  <a:lnTo>
                    <a:pt x="4529808" y="1430070"/>
                  </a:lnTo>
                  <a:lnTo>
                    <a:pt x="4537952" y="1425367"/>
                  </a:lnTo>
                  <a:close/>
                </a:path>
                <a:path w="5889625" h="6395720">
                  <a:moveTo>
                    <a:pt x="4612760" y="1555526"/>
                  </a:moveTo>
                  <a:lnTo>
                    <a:pt x="4617167" y="1563161"/>
                  </a:lnTo>
                  <a:lnTo>
                    <a:pt x="4609532" y="1567568"/>
                  </a:lnTo>
                  <a:lnTo>
                    <a:pt x="4605125" y="1559933"/>
                  </a:lnTo>
                  <a:lnTo>
                    <a:pt x="4612760" y="1555526"/>
                  </a:lnTo>
                  <a:close/>
                </a:path>
                <a:path w="5889625" h="6395720">
                  <a:moveTo>
                    <a:pt x="4687462" y="1686088"/>
                  </a:moveTo>
                  <a:lnTo>
                    <a:pt x="4691282" y="1692704"/>
                  </a:lnTo>
                  <a:lnTo>
                    <a:pt x="4684666" y="1696525"/>
                  </a:lnTo>
                  <a:lnTo>
                    <a:pt x="4680846" y="1689909"/>
                  </a:lnTo>
                  <a:lnTo>
                    <a:pt x="4687462" y="1686088"/>
                  </a:lnTo>
                  <a:close/>
                </a:path>
                <a:path w="5889625" h="6395720">
                  <a:moveTo>
                    <a:pt x="4762163" y="1816650"/>
                  </a:moveTo>
                  <a:lnTo>
                    <a:pt x="4765397" y="1822247"/>
                  </a:lnTo>
                  <a:lnTo>
                    <a:pt x="4759794" y="1825481"/>
                  </a:lnTo>
                  <a:lnTo>
                    <a:pt x="4756566" y="1819884"/>
                  </a:lnTo>
                  <a:lnTo>
                    <a:pt x="4762163" y="1816650"/>
                  </a:lnTo>
                  <a:close/>
                </a:path>
                <a:path w="5889625" h="6395720">
                  <a:moveTo>
                    <a:pt x="4836865" y="1947218"/>
                  </a:moveTo>
                  <a:lnTo>
                    <a:pt x="4839507" y="1951797"/>
                  </a:lnTo>
                  <a:lnTo>
                    <a:pt x="4834934" y="1954438"/>
                  </a:lnTo>
                  <a:lnTo>
                    <a:pt x="4832286" y="1949860"/>
                  </a:lnTo>
                  <a:lnTo>
                    <a:pt x="4836865" y="1947218"/>
                  </a:lnTo>
                  <a:close/>
                </a:path>
                <a:path w="5889625" h="6395720">
                  <a:moveTo>
                    <a:pt x="4911567" y="2077780"/>
                  </a:moveTo>
                  <a:lnTo>
                    <a:pt x="4913622" y="2081345"/>
                  </a:lnTo>
                  <a:lnTo>
                    <a:pt x="4910063" y="2083400"/>
                  </a:lnTo>
                  <a:lnTo>
                    <a:pt x="4908007" y="2079835"/>
                  </a:lnTo>
                  <a:lnTo>
                    <a:pt x="4911567" y="2077780"/>
                  </a:lnTo>
                  <a:close/>
                </a:path>
                <a:path w="5889625" h="6395720">
                  <a:moveTo>
                    <a:pt x="4986381" y="2207939"/>
                  </a:moveTo>
                  <a:lnTo>
                    <a:pt x="4988140" y="2210995"/>
                  </a:lnTo>
                  <a:lnTo>
                    <a:pt x="4985084" y="2212761"/>
                  </a:lnTo>
                  <a:lnTo>
                    <a:pt x="4983325" y="2209704"/>
                  </a:lnTo>
                  <a:lnTo>
                    <a:pt x="4986381" y="2207939"/>
                  </a:lnTo>
                  <a:close/>
                </a:path>
                <a:path w="5889625" h="6395720">
                  <a:moveTo>
                    <a:pt x="5061077" y="2338507"/>
                  </a:moveTo>
                  <a:lnTo>
                    <a:pt x="5062249" y="2340539"/>
                  </a:lnTo>
                  <a:lnTo>
                    <a:pt x="5060218" y="2341712"/>
                  </a:lnTo>
                  <a:lnTo>
                    <a:pt x="5059045" y="2339680"/>
                  </a:lnTo>
                  <a:lnTo>
                    <a:pt x="5061077" y="2338507"/>
                  </a:lnTo>
                  <a:close/>
                </a:path>
                <a:path w="5889625" h="6395720">
                  <a:moveTo>
                    <a:pt x="5134765" y="2469655"/>
                  </a:moveTo>
                  <a:lnTo>
                    <a:pt x="5136122" y="2469655"/>
                  </a:lnTo>
                  <a:lnTo>
                    <a:pt x="5136371" y="2470087"/>
                  </a:lnTo>
                  <a:lnTo>
                    <a:pt x="5135014" y="2470087"/>
                  </a:lnTo>
                  <a:lnTo>
                    <a:pt x="5134765" y="2469655"/>
                  </a:lnTo>
                  <a:close/>
                </a:path>
                <a:path w="5889625" h="6395720">
                  <a:moveTo>
                    <a:pt x="3587325" y="60878"/>
                  </a:moveTo>
                  <a:lnTo>
                    <a:pt x="3600841" y="84292"/>
                  </a:lnTo>
                  <a:lnTo>
                    <a:pt x="3577439" y="97802"/>
                  </a:lnTo>
                  <a:lnTo>
                    <a:pt x="3563923" y="74388"/>
                  </a:lnTo>
                  <a:lnTo>
                    <a:pt x="3587325" y="60878"/>
                  </a:lnTo>
                  <a:close/>
                </a:path>
                <a:path w="5889625" h="6395720">
                  <a:moveTo>
                    <a:pt x="3661920" y="191843"/>
                  </a:moveTo>
                  <a:lnTo>
                    <a:pt x="3674554" y="213729"/>
                  </a:lnTo>
                  <a:lnTo>
                    <a:pt x="3652674" y="226363"/>
                  </a:lnTo>
                  <a:lnTo>
                    <a:pt x="3640040" y="204477"/>
                  </a:lnTo>
                  <a:lnTo>
                    <a:pt x="3661920" y="191843"/>
                  </a:lnTo>
                  <a:close/>
                </a:path>
                <a:path w="5889625" h="6395720">
                  <a:moveTo>
                    <a:pt x="3736627" y="322405"/>
                  </a:moveTo>
                  <a:lnTo>
                    <a:pt x="3748669" y="343272"/>
                  </a:lnTo>
                  <a:lnTo>
                    <a:pt x="3727808" y="355313"/>
                  </a:lnTo>
                  <a:lnTo>
                    <a:pt x="3715760" y="334453"/>
                  </a:lnTo>
                  <a:lnTo>
                    <a:pt x="3736627" y="322405"/>
                  </a:lnTo>
                  <a:close/>
                </a:path>
                <a:path w="5889625" h="6395720">
                  <a:moveTo>
                    <a:pt x="3811217" y="453375"/>
                  </a:moveTo>
                  <a:lnTo>
                    <a:pt x="3822381" y="472708"/>
                  </a:lnTo>
                  <a:lnTo>
                    <a:pt x="3803043" y="483873"/>
                  </a:lnTo>
                  <a:lnTo>
                    <a:pt x="3791884" y="464540"/>
                  </a:lnTo>
                  <a:lnTo>
                    <a:pt x="3811217" y="453375"/>
                  </a:lnTo>
                  <a:close/>
                </a:path>
                <a:path w="5889625" h="6395720">
                  <a:moveTo>
                    <a:pt x="3885924" y="583938"/>
                  </a:moveTo>
                  <a:lnTo>
                    <a:pt x="3896497" y="602251"/>
                  </a:lnTo>
                  <a:lnTo>
                    <a:pt x="3878183" y="612830"/>
                  </a:lnTo>
                  <a:lnTo>
                    <a:pt x="3867604" y="594510"/>
                  </a:lnTo>
                  <a:lnTo>
                    <a:pt x="3885924" y="583938"/>
                  </a:lnTo>
                  <a:close/>
                </a:path>
                <a:path w="5889625" h="6395720">
                  <a:moveTo>
                    <a:pt x="3960513" y="714896"/>
                  </a:moveTo>
                  <a:lnTo>
                    <a:pt x="3970209" y="731694"/>
                  </a:lnTo>
                  <a:lnTo>
                    <a:pt x="3953417" y="741390"/>
                  </a:lnTo>
                  <a:lnTo>
                    <a:pt x="3943721" y="724592"/>
                  </a:lnTo>
                  <a:lnTo>
                    <a:pt x="3960513" y="714896"/>
                  </a:lnTo>
                  <a:close/>
                </a:path>
                <a:path w="5889625" h="6395720">
                  <a:moveTo>
                    <a:pt x="4035108" y="845866"/>
                  </a:moveTo>
                  <a:lnTo>
                    <a:pt x="4043921" y="861130"/>
                  </a:lnTo>
                  <a:lnTo>
                    <a:pt x="4028658" y="869943"/>
                  </a:lnTo>
                  <a:lnTo>
                    <a:pt x="4019844" y="854680"/>
                  </a:lnTo>
                  <a:lnTo>
                    <a:pt x="4035108" y="845866"/>
                  </a:lnTo>
                  <a:close/>
                </a:path>
                <a:path w="5889625" h="6395720">
                  <a:moveTo>
                    <a:pt x="4109810" y="976428"/>
                  </a:moveTo>
                  <a:lnTo>
                    <a:pt x="4118037" y="990673"/>
                  </a:lnTo>
                  <a:lnTo>
                    <a:pt x="4103786" y="998900"/>
                  </a:lnTo>
                  <a:lnTo>
                    <a:pt x="4095565" y="984655"/>
                  </a:lnTo>
                  <a:lnTo>
                    <a:pt x="4109810" y="976428"/>
                  </a:lnTo>
                  <a:close/>
                </a:path>
                <a:path w="5889625" h="6395720">
                  <a:moveTo>
                    <a:pt x="4184517" y="1106991"/>
                  </a:moveTo>
                  <a:lnTo>
                    <a:pt x="4192152" y="1120216"/>
                  </a:lnTo>
                  <a:lnTo>
                    <a:pt x="4178926" y="1127857"/>
                  </a:lnTo>
                  <a:lnTo>
                    <a:pt x="4171285" y="1114625"/>
                  </a:lnTo>
                  <a:lnTo>
                    <a:pt x="4184517" y="1106991"/>
                  </a:lnTo>
                  <a:close/>
                </a:path>
                <a:path w="5889625" h="6395720">
                  <a:moveTo>
                    <a:pt x="4259106" y="1237949"/>
                  </a:moveTo>
                  <a:lnTo>
                    <a:pt x="4265865" y="1249658"/>
                  </a:lnTo>
                  <a:lnTo>
                    <a:pt x="4254161" y="1256416"/>
                  </a:lnTo>
                  <a:lnTo>
                    <a:pt x="4247402" y="1244707"/>
                  </a:lnTo>
                  <a:lnTo>
                    <a:pt x="4259106" y="1237949"/>
                  </a:lnTo>
                  <a:close/>
                </a:path>
                <a:path w="5889625" h="6395720">
                  <a:moveTo>
                    <a:pt x="4333701" y="1368919"/>
                  </a:moveTo>
                  <a:lnTo>
                    <a:pt x="4339577" y="1379095"/>
                  </a:lnTo>
                  <a:lnTo>
                    <a:pt x="4329401" y="1384970"/>
                  </a:lnTo>
                  <a:lnTo>
                    <a:pt x="4323525" y="1374795"/>
                  </a:lnTo>
                  <a:lnTo>
                    <a:pt x="4333701" y="1368919"/>
                  </a:lnTo>
                  <a:close/>
                </a:path>
                <a:path w="5889625" h="6395720">
                  <a:moveTo>
                    <a:pt x="4408403" y="1499481"/>
                  </a:moveTo>
                  <a:lnTo>
                    <a:pt x="4413692" y="1508638"/>
                  </a:lnTo>
                  <a:lnTo>
                    <a:pt x="4404529" y="1513927"/>
                  </a:lnTo>
                  <a:lnTo>
                    <a:pt x="4399246" y="1504770"/>
                  </a:lnTo>
                  <a:lnTo>
                    <a:pt x="4408403" y="1499481"/>
                  </a:lnTo>
                  <a:close/>
                </a:path>
                <a:path w="5889625" h="6395720">
                  <a:moveTo>
                    <a:pt x="4483110" y="1630043"/>
                  </a:moveTo>
                  <a:lnTo>
                    <a:pt x="4487808" y="1638181"/>
                  </a:lnTo>
                  <a:lnTo>
                    <a:pt x="4479669" y="1642884"/>
                  </a:lnTo>
                  <a:lnTo>
                    <a:pt x="4474966" y="1634746"/>
                  </a:lnTo>
                  <a:lnTo>
                    <a:pt x="4483110" y="1630043"/>
                  </a:lnTo>
                  <a:close/>
                </a:path>
                <a:path w="5889625" h="6395720">
                  <a:moveTo>
                    <a:pt x="4557812" y="1760605"/>
                  </a:moveTo>
                  <a:lnTo>
                    <a:pt x="4561923" y="1767730"/>
                  </a:lnTo>
                  <a:lnTo>
                    <a:pt x="4554803" y="1771847"/>
                  </a:lnTo>
                  <a:lnTo>
                    <a:pt x="4550687" y="1764721"/>
                  </a:lnTo>
                  <a:lnTo>
                    <a:pt x="4557812" y="1760605"/>
                  </a:lnTo>
                  <a:close/>
                </a:path>
                <a:path w="5889625" h="6395720">
                  <a:moveTo>
                    <a:pt x="4632508" y="1891173"/>
                  </a:moveTo>
                  <a:lnTo>
                    <a:pt x="4636032" y="1897273"/>
                  </a:lnTo>
                  <a:lnTo>
                    <a:pt x="4629931" y="1900798"/>
                  </a:lnTo>
                  <a:lnTo>
                    <a:pt x="4626407" y="1894697"/>
                  </a:lnTo>
                  <a:lnTo>
                    <a:pt x="4632508" y="1891173"/>
                  </a:lnTo>
                  <a:close/>
                </a:path>
                <a:path w="5889625" h="6395720">
                  <a:moveTo>
                    <a:pt x="4707215" y="2021735"/>
                  </a:moveTo>
                  <a:lnTo>
                    <a:pt x="4710153" y="2026822"/>
                  </a:lnTo>
                  <a:lnTo>
                    <a:pt x="4705059" y="2029760"/>
                  </a:lnTo>
                  <a:lnTo>
                    <a:pt x="4702121" y="2024672"/>
                  </a:lnTo>
                  <a:lnTo>
                    <a:pt x="4707215" y="2021735"/>
                  </a:lnTo>
                  <a:close/>
                </a:path>
                <a:path w="5889625" h="6395720">
                  <a:moveTo>
                    <a:pt x="4781917" y="2152296"/>
                  </a:moveTo>
                  <a:lnTo>
                    <a:pt x="4784262" y="2156366"/>
                  </a:lnTo>
                  <a:lnTo>
                    <a:pt x="4780193" y="2158717"/>
                  </a:lnTo>
                  <a:lnTo>
                    <a:pt x="4777842" y="2154648"/>
                  </a:lnTo>
                  <a:lnTo>
                    <a:pt x="4781917" y="2152296"/>
                  </a:lnTo>
                  <a:close/>
                </a:path>
                <a:path w="5889625" h="6395720">
                  <a:moveTo>
                    <a:pt x="4856725" y="2282456"/>
                  </a:moveTo>
                  <a:lnTo>
                    <a:pt x="4858780" y="2286015"/>
                  </a:lnTo>
                  <a:lnTo>
                    <a:pt x="4855221" y="2288070"/>
                  </a:lnTo>
                  <a:lnTo>
                    <a:pt x="4853165" y="2284511"/>
                  </a:lnTo>
                  <a:lnTo>
                    <a:pt x="4856725" y="2282456"/>
                  </a:lnTo>
                  <a:close/>
                </a:path>
                <a:path w="5889625" h="6395720">
                  <a:moveTo>
                    <a:pt x="4931427" y="2413017"/>
                  </a:moveTo>
                  <a:lnTo>
                    <a:pt x="4932896" y="2415564"/>
                  </a:lnTo>
                  <a:lnTo>
                    <a:pt x="4930349" y="2417033"/>
                  </a:lnTo>
                  <a:lnTo>
                    <a:pt x="4928880" y="2414486"/>
                  </a:lnTo>
                  <a:lnTo>
                    <a:pt x="4931427" y="2413017"/>
                  </a:lnTo>
                  <a:close/>
                </a:path>
                <a:path w="5889625" h="6395720">
                  <a:moveTo>
                    <a:pt x="5006128" y="2543579"/>
                  </a:moveTo>
                  <a:lnTo>
                    <a:pt x="5007011" y="2545107"/>
                  </a:lnTo>
                  <a:lnTo>
                    <a:pt x="5005483" y="2545990"/>
                  </a:lnTo>
                  <a:lnTo>
                    <a:pt x="5004600" y="2544462"/>
                  </a:lnTo>
                  <a:lnTo>
                    <a:pt x="5006128" y="2543579"/>
                  </a:lnTo>
                  <a:close/>
                </a:path>
                <a:path w="5889625" h="6395720">
                  <a:moveTo>
                    <a:pt x="3383401" y="3226"/>
                  </a:moveTo>
                  <a:lnTo>
                    <a:pt x="3398972" y="30194"/>
                  </a:lnTo>
                  <a:lnTo>
                    <a:pt x="3372005" y="45766"/>
                  </a:lnTo>
                  <a:lnTo>
                    <a:pt x="3356439" y="18798"/>
                  </a:lnTo>
                  <a:lnTo>
                    <a:pt x="3383401" y="3226"/>
                  </a:lnTo>
                  <a:close/>
                </a:path>
                <a:path w="5889625" h="6395720">
                  <a:moveTo>
                    <a:pt x="3457995" y="134191"/>
                  </a:moveTo>
                  <a:lnTo>
                    <a:pt x="3472684" y="159631"/>
                  </a:lnTo>
                  <a:lnTo>
                    <a:pt x="3447239" y="174320"/>
                  </a:lnTo>
                  <a:lnTo>
                    <a:pt x="3432550" y="148880"/>
                  </a:lnTo>
                  <a:lnTo>
                    <a:pt x="3457995" y="134191"/>
                  </a:lnTo>
                  <a:close/>
                </a:path>
                <a:path w="5889625" h="6395720">
                  <a:moveTo>
                    <a:pt x="3532484" y="265553"/>
                  </a:moveTo>
                  <a:lnTo>
                    <a:pt x="3546000" y="288967"/>
                  </a:lnTo>
                  <a:lnTo>
                    <a:pt x="3522592" y="302477"/>
                  </a:lnTo>
                  <a:lnTo>
                    <a:pt x="3509076" y="279070"/>
                  </a:lnTo>
                  <a:lnTo>
                    <a:pt x="3532484" y="265553"/>
                  </a:lnTo>
                  <a:close/>
                </a:path>
                <a:path w="5889625" h="6395720">
                  <a:moveTo>
                    <a:pt x="3607079" y="396524"/>
                  </a:moveTo>
                  <a:lnTo>
                    <a:pt x="3619713" y="418404"/>
                  </a:lnTo>
                  <a:lnTo>
                    <a:pt x="3597833" y="431038"/>
                  </a:lnTo>
                  <a:lnTo>
                    <a:pt x="3585199" y="409152"/>
                  </a:lnTo>
                  <a:lnTo>
                    <a:pt x="3607079" y="396524"/>
                  </a:lnTo>
                  <a:close/>
                </a:path>
                <a:path w="5889625" h="6395720">
                  <a:moveTo>
                    <a:pt x="3681780" y="527086"/>
                  </a:moveTo>
                  <a:lnTo>
                    <a:pt x="3693828" y="547946"/>
                  </a:lnTo>
                  <a:lnTo>
                    <a:pt x="3672967" y="559988"/>
                  </a:lnTo>
                  <a:lnTo>
                    <a:pt x="3660919" y="539127"/>
                  </a:lnTo>
                  <a:lnTo>
                    <a:pt x="3681780" y="527086"/>
                  </a:lnTo>
                  <a:close/>
                </a:path>
                <a:path w="5889625" h="6395720">
                  <a:moveTo>
                    <a:pt x="3756375" y="658044"/>
                  </a:moveTo>
                  <a:lnTo>
                    <a:pt x="3767540" y="677383"/>
                  </a:lnTo>
                  <a:lnTo>
                    <a:pt x="3748207" y="688548"/>
                  </a:lnTo>
                  <a:lnTo>
                    <a:pt x="3737042" y="669209"/>
                  </a:lnTo>
                  <a:lnTo>
                    <a:pt x="3756375" y="658044"/>
                  </a:lnTo>
                  <a:close/>
                </a:path>
                <a:path w="5889625" h="6395720">
                  <a:moveTo>
                    <a:pt x="3831077" y="788606"/>
                  </a:moveTo>
                  <a:lnTo>
                    <a:pt x="3841655" y="806932"/>
                  </a:lnTo>
                  <a:lnTo>
                    <a:pt x="3823335" y="817504"/>
                  </a:lnTo>
                  <a:lnTo>
                    <a:pt x="3812757" y="799185"/>
                  </a:lnTo>
                  <a:lnTo>
                    <a:pt x="3831077" y="788606"/>
                  </a:lnTo>
                  <a:close/>
                </a:path>
                <a:path w="5889625" h="6395720">
                  <a:moveTo>
                    <a:pt x="3905671" y="919577"/>
                  </a:moveTo>
                  <a:lnTo>
                    <a:pt x="3915368" y="936368"/>
                  </a:lnTo>
                  <a:lnTo>
                    <a:pt x="3898576" y="946064"/>
                  </a:lnTo>
                  <a:lnTo>
                    <a:pt x="3888880" y="929266"/>
                  </a:lnTo>
                  <a:lnTo>
                    <a:pt x="3905671" y="919577"/>
                  </a:lnTo>
                  <a:close/>
                </a:path>
                <a:path w="5889625" h="6395720">
                  <a:moveTo>
                    <a:pt x="3980261" y="1050535"/>
                  </a:moveTo>
                  <a:lnTo>
                    <a:pt x="3989081" y="1065805"/>
                  </a:lnTo>
                  <a:lnTo>
                    <a:pt x="3973817" y="1074618"/>
                  </a:lnTo>
                  <a:lnTo>
                    <a:pt x="3964997" y="1059349"/>
                  </a:lnTo>
                  <a:lnTo>
                    <a:pt x="3980261" y="1050535"/>
                  </a:lnTo>
                  <a:close/>
                </a:path>
                <a:path w="5889625" h="6395720">
                  <a:moveTo>
                    <a:pt x="4054968" y="1181097"/>
                  </a:moveTo>
                  <a:lnTo>
                    <a:pt x="4063196" y="1195348"/>
                  </a:lnTo>
                  <a:lnTo>
                    <a:pt x="4048951" y="1203575"/>
                  </a:lnTo>
                  <a:lnTo>
                    <a:pt x="4040724" y="1189324"/>
                  </a:lnTo>
                  <a:lnTo>
                    <a:pt x="4054968" y="1181097"/>
                  </a:lnTo>
                  <a:close/>
                </a:path>
                <a:path w="5889625" h="6395720">
                  <a:moveTo>
                    <a:pt x="4129563" y="1312068"/>
                  </a:moveTo>
                  <a:lnTo>
                    <a:pt x="4136908" y="1324784"/>
                  </a:lnTo>
                  <a:lnTo>
                    <a:pt x="4124185" y="1332129"/>
                  </a:lnTo>
                  <a:lnTo>
                    <a:pt x="4116841" y="1319413"/>
                  </a:lnTo>
                  <a:lnTo>
                    <a:pt x="4129563" y="1312068"/>
                  </a:lnTo>
                  <a:close/>
                </a:path>
                <a:path w="5889625" h="6395720">
                  <a:moveTo>
                    <a:pt x="4204157" y="1443033"/>
                  </a:moveTo>
                  <a:lnTo>
                    <a:pt x="4210621" y="1454221"/>
                  </a:lnTo>
                  <a:lnTo>
                    <a:pt x="4199426" y="1460689"/>
                  </a:lnTo>
                  <a:lnTo>
                    <a:pt x="4192964" y="1449494"/>
                  </a:lnTo>
                  <a:lnTo>
                    <a:pt x="4204157" y="1443033"/>
                  </a:lnTo>
                  <a:close/>
                </a:path>
                <a:path w="5889625" h="6395720">
                  <a:moveTo>
                    <a:pt x="4278753" y="1573991"/>
                  </a:moveTo>
                  <a:lnTo>
                    <a:pt x="4284333" y="1583664"/>
                  </a:lnTo>
                  <a:lnTo>
                    <a:pt x="4274667" y="1589243"/>
                  </a:lnTo>
                  <a:lnTo>
                    <a:pt x="4269081" y="1579577"/>
                  </a:lnTo>
                  <a:lnTo>
                    <a:pt x="4278753" y="1573991"/>
                  </a:lnTo>
                  <a:close/>
                </a:path>
                <a:path w="5889625" h="6395720">
                  <a:moveTo>
                    <a:pt x="4353455" y="1704553"/>
                  </a:moveTo>
                  <a:lnTo>
                    <a:pt x="4358454" y="1713207"/>
                  </a:lnTo>
                  <a:lnTo>
                    <a:pt x="4349801" y="1718206"/>
                  </a:lnTo>
                  <a:lnTo>
                    <a:pt x="4344802" y="1709552"/>
                  </a:lnTo>
                  <a:lnTo>
                    <a:pt x="4353455" y="1704553"/>
                  </a:lnTo>
                  <a:close/>
                </a:path>
                <a:path w="5889625" h="6395720">
                  <a:moveTo>
                    <a:pt x="4428157" y="1835121"/>
                  </a:moveTo>
                  <a:lnTo>
                    <a:pt x="4432563" y="1842750"/>
                  </a:lnTo>
                  <a:lnTo>
                    <a:pt x="4424929" y="1847157"/>
                  </a:lnTo>
                  <a:lnTo>
                    <a:pt x="4420522" y="1839528"/>
                  </a:lnTo>
                  <a:lnTo>
                    <a:pt x="4428157" y="1835121"/>
                  </a:lnTo>
                  <a:close/>
                </a:path>
                <a:path w="5889625" h="6395720">
                  <a:moveTo>
                    <a:pt x="4502964" y="1965280"/>
                  </a:moveTo>
                  <a:lnTo>
                    <a:pt x="4507082" y="1972400"/>
                  </a:lnTo>
                  <a:lnTo>
                    <a:pt x="4499956" y="1976516"/>
                  </a:lnTo>
                  <a:lnTo>
                    <a:pt x="4495840" y="1969391"/>
                  </a:lnTo>
                  <a:lnTo>
                    <a:pt x="4502964" y="1965280"/>
                  </a:lnTo>
                  <a:close/>
                </a:path>
                <a:path w="5889625" h="6395720">
                  <a:moveTo>
                    <a:pt x="4577560" y="2096245"/>
                  </a:moveTo>
                  <a:lnTo>
                    <a:pt x="4580794" y="2101843"/>
                  </a:lnTo>
                  <a:lnTo>
                    <a:pt x="4575196" y="2105071"/>
                  </a:lnTo>
                  <a:lnTo>
                    <a:pt x="4571962" y="2099473"/>
                  </a:lnTo>
                  <a:lnTo>
                    <a:pt x="4577560" y="2096245"/>
                  </a:lnTo>
                  <a:close/>
                </a:path>
                <a:path w="5889625" h="6395720">
                  <a:moveTo>
                    <a:pt x="4652261" y="2226807"/>
                  </a:moveTo>
                  <a:lnTo>
                    <a:pt x="4654909" y="2231386"/>
                  </a:lnTo>
                  <a:lnTo>
                    <a:pt x="4650325" y="2234033"/>
                  </a:lnTo>
                  <a:lnTo>
                    <a:pt x="4647683" y="2229455"/>
                  </a:lnTo>
                  <a:lnTo>
                    <a:pt x="4652261" y="2226807"/>
                  </a:lnTo>
                  <a:close/>
                </a:path>
                <a:path w="5889625" h="6395720">
                  <a:moveTo>
                    <a:pt x="4727070" y="2356966"/>
                  </a:moveTo>
                  <a:lnTo>
                    <a:pt x="4729421" y="2361041"/>
                  </a:lnTo>
                  <a:lnTo>
                    <a:pt x="4725352" y="2363387"/>
                  </a:lnTo>
                  <a:lnTo>
                    <a:pt x="4723000" y="2359318"/>
                  </a:lnTo>
                  <a:lnTo>
                    <a:pt x="4727070" y="2356966"/>
                  </a:lnTo>
                  <a:close/>
                </a:path>
                <a:path w="5889625" h="6395720">
                  <a:moveTo>
                    <a:pt x="4801770" y="2487528"/>
                  </a:moveTo>
                  <a:lnTo>
                    <a:pt x="4803536" y="2490590"/>
                  </a:lnTo>
                  <a:lnTo>
                    <a:pt x="4800486" y="2492349"/>
                  </a:lnTo>
                  <a:lnTo>
                    <a:pt x="4798721" y="2489293"/>
                  </a:lnTo>
                  <a:lnTo>
                    <a:pt x="4801770" y="2487528"/>
                  </a:lnTo>
                  <a:close/>
                </a:path>
                <a:path w="5889625" h="6395720">
                  <a:moveTo>
                    <a:pt x="4876479" y="2618090"/>
                  </a:moveTo>
                  <a:lnTo>
                    <a:pt x="4877651" y="2620128"/>
                  </a:lnTo>
                  <a:lnTo>
                    <a:pt x="4875614" y="2621306"/>
                  </a:lnTo>
                  <a:lnTo>
                    <a:pt x="4874441" y="2619269"/>
                  </a:lnTo>
                  <a:lnTo>
                    <a:pt x="4876479" y="2618090"/>
                  </a:lnTo>
                  <a:close/>
                </a:path>
                <a:path w="5889625" h="6395720">
                  <a:moveTo>
                    <a:pt x="4951287" y="2748261"/>
                  </a:moveTo>
                  <a:lnTo>
                    <a:pt x="4952163" y="2749783"/>
                  </a:lnTo>
                  <a:lnTo>
                    <a:pt x="4950641" y="2750660"/>
                  </a:lnTo>
                  <a:lnTo>
                    <a:pt x="4949765" y="2749138"/>
                  </a:lnTo>
                  <a:lnTo>
                    <a:pt x="4951287" y="2748261"/>
                  </a:lnTo>
                  <a:close/>
                </a:path>
                <a:path w="5889625" h="6395720">
                  <a:moveTo>
                    <a:pt x="3253857" y="77335"/>
                  </a:moveTo>
                  <a:lnTo>
                    <a:pt x="3270015" y="105321"/>
                  </a:lnTo>
                  <a:lnTo>
                    <a:pt x="3242029" y="121479"/>
                  </a:lnTo>
                  <a:lnTo>
                    <a:pt x="3225870" y="93493"/>
                  </a:lnTo>
                  <a:lnTo>
                    <a:pt x="3253857" y="77335"/>
                  </a:lnTo>
                  <a:close/>
                </a:path>
                <a:path w="5889625" h="6395720">
                  <a:moveTo>
                    <a:pt x="3328559" y="207896"/>
                  </a:moveTo>
                  <a:lnTo>
                    <a:pt x="3344130" y="234870"/>
                  </a:lnTo>
                  <a:lnTo>
                    <a:pt x="3317163" y="250442"/>
                  </a:lnTo>
                  <a:lnTo>
                    <a:pt x="3301591" y="223468"/>
                  </a:lnTo>
                  <a:lnTo>
                    <a:pt x="3328559" y="207896"/>
                  </a:lnTo>
                  <a:close/>
                </a:path>
                <a:path w="5889625" h="6395720">
                  <a:moveTo>
                    <a:pt x="3403154" y="338867"/>
                  </a:moveTo>
                  <a:lnTo>
                    <a:pt x="3417843" y="364307"/>
                  </a:lnTo>
                  <a:lnTo>
                    <a:pt x="3392403" y="378996"/>
                  </a:lnTo>
                  <a:lnTo>
                    <a:pt x="3377714" y="353556"/>
                  </a:lnTo>
                  <a:lnTo>
                    <a:pt x="3403154" y="338867"/>
                  </a:lnTo>
                  <a:close/>
                </a:path>
                <a:path w="5889625" h="6395720">
                  <a:moveTo>
                    <a:pt x="3477642" y="470235"/>
                  </a:moveTo>
                  <a:lnTo>
                    <a:pt x="3491152" y="493636"/>
                  </a:lnTo>
                  <a:lnTo>
                    <a:pt x="3467744" y="507153"/>
                  </a:lnTo>
                  <a:lnTo>
                    <a:pt x="3454234" y="483745"/>
                  </a:lnTo>
                  <a:lnTo>
                    <a:pt x="3477642" y="470235"/>
                  </a:lnTo>
                  <a:close/>
                </a:path>
                <a:path w="5889625" h="6395720">
                  <a:moveTo>
                    <a:pt x="3552237" y="601200"/>
                  </a:moveTo>
                  <a:lnTo>
                    <a:pt x="3564871" y="623073"/>
                  </a:lnTo>
                  <a:lnTo>
                    <a:pt x="3542985" y="635707"/>
                  </a:lnTo>
                  <a:lnTo>
                    <a:pt x="3530357" y="613833"/>
                  </a:lnTo>
                  <a:lnTo>
                    <a:pt x="3552237" y="601200"/>
                  </a:lnTo>
                  <a:close/>
                </a:path>
                <a:path w="5889625" h="6395720">
                  <a:moveTo>
                    <a:pt x="3626938" y="731761"/>
                  </a:moveTo>
                  <a:lnTo>
                    <a:pt x="3638980" y="752622"/>
                  </a:lnTo>
                  <a:lnTo>
                    <a:pt x="3618119" y="764670"/>
                  </a:lnTo>
                  <a:lnTo>
                    <a:pt x="3606077" y="743809"/>
                  </a:lnTo>
                  <a:lnTo>
                    <a:pt x="3626938" y="731761"/>
                  </a:lnTo>
                  <a:close/>
                </a:path>
                <a:path w="5889625" h="6395720">
                  <a:moveTo>
                    <a:pt x="3701533" y="862720"/>
                  </a:moveTo>
                  <a:lnTo>
                    <a:pt x="3712698" y="882059"/>
                  </a:lnTo>
                  <a:lnTo>
                    <a:pt x="3693360" y="893224"/>
                  </a:lnTo>
                  <a:lnTo>
                    <a:pt x="3682195" y="873885"/>
                  </a:lnTo>
                  <a:lnTo>
                    <a:pt x="3701533" y="862720"/>
                  </a:lnTo>
                  <a:close/>
                </a:path>
                <a:path w="5889625" h="6395720">
                  <a:moveTo>
                    <a:pt x="3776128" y="993691"/>
                  </a:moveTo>
                  <a:lnTo>
                    <a:pt x="3786411" y="1011495"/>
                  </a:lnTo>
                  <a:lnTo>
                    <a:pt x="3768600" y="1021778"/>
                  </a:lnTo>
                  <a:lnTo>
                    <a:pt x="3758318" y="1003973"/>
                  </a:lnTo>
                  <a:lnTo>
                    <a:pt x="3776128" y="993691"/>
                  </a:lnTo>
                  <a:close/>
                </a:path>
                <a:path w="5889625" h="6395720">
                  <a:moveTo>
                    <a:pt x="3850723" y="1124649"/>
                  </a:moveTo>
                  <a:lnTo>
                    <a:pt x="3860123" y="1140938"/>
                  </a:lnTo>
                  <a:lnTo>
                    <a:pt x="3843835" y="1150338"/>
                  </a:lnTo>
                  <a:lnTo>
                    <a:pt x="3834435" y="1134055"/>
                  </a:lnTo>
                  <a:lnTo>
                    <a:pt x="3850723" y="1124649"/>
                  </a:lnTo>
                  <a:close/>
                </a:path>
                <a:path w="5889625" h="6395720">
                  <a:moveTo>
                    <a:pt x="3925318" y="1255614"/>
                  </a:moveTo>
                  <a:lnTo>
                    <a:pt x="3933836" y="1270374"/>
                  </a:lnTo>
                  <a:lnTo>
                    <a:pt x="3919081" y="1278892"/>
                  </a:lnTo>
                  <a:lnTo>
                    <a:pt x="3910558" y="1264137"/>
                  </a:lnTo>
                  <a:lnTo>
                    <a:pt x="3925318" y="1255614"/>
                  </a:lnTo>
                  <a:close/>
                </a:path>
                <a:path w="5889625" h="6395720">
                  <a:moveTo>
                    <a:pt x="4000020" y="1386182"/>
                  </a:moveTo>
                  <a:lnTo>
                    <a:pt x="4007951" y="1399918"/>
                  </a:lnTo>
                  <a:lnTo>
                    <a:pt x="3994209" y="1407849"/>
                  </a:lnTo>
                  <a:lnTo>
                    <a:pt x="3986278" y="1394113"/>
                  </a:lnTo>
                  <a:lnTo>
                    <a:pt x="4000020" y="1386182"/>
                  </a:lnTo>
                  <a:close/>
                </a:path>
                <a:path w="5889625" h="6395720">
                  <a:moveTo>
                    <a:pt x="4074722" y="1516744"/>
                  </a:moveTo>
                  <a:lnTo>
                    <a:pt x="4082066" y="1529461"/>
                  </a:lnTo>
                  <a:lnTo>
                    <a:pt x="4069343" y="1536806"/>
                  </a:lnTo>
                  <a:lnTo>
                    <a:pt x="4061999" y="1524089"/>
                  </a:lnTo>
                  <a:lnTo>
                    <a:pt x="4074722" y="1516744"/>
                  </a:lnTo>
                  <a:close/>
                </a:path>
                <a:path w="5889625" h="6395720">
                  <a:moveTo>
                    <a:pt x="4149204" y="1648106"/>
                  </a:moveTo>
                  <a:lnTo>
                    <a:pt x="4155376" y="1658791"/>
                  </a:lnTo>
                  <a:lnTo>
                    <a:pt x="4144691" y="1664963"/>
                  </a:lnTo>
                  <a:lnTo>
                    <a:pt x="4138519" y="1654278"/>
                  </a:lnTo>
                  <a:lnTo>
                    <a:pt x="4149204" y="1648106"/>
                  </a:lnTo>
                  <a:close/>
                </a:path>
                <a:path w="5889625" h="6395720">
                  <a:moveTo>
                    <a:pt x="4223912" y="1778668"/>
                  </a:moveTo>
                  <a:lnTo>
                    <a:pt x="4229491" y="1788340"/>
                  </a:lnTo>
                  <a:lnTo>
                    <a:pt x="4219825" y="1793919"/>
                  </a:lnTo>
                  <a:lnTo>
                    <a:pt x="4214239" y="1784253"/>
                  </a:lnTo>
                  <a:lnTo>
                    <a:pt x="4223912" y="1778668"/>
                  </a:lnTo>
                  <a:close/>
                </a:path>
                <a:path w="5889625" h="6395720">
                  <a:moveTo>
                    <a:pt x="4298613" y="1909236"/>
                  </a:moveTo>
                  <a:lnTo>
                    <a:pt x="4303607" y="1917883"/>
                  </a:lnTo>
                  <a:lnTo>
                    <a:pt x="4294953" y="1922876"/>
                  </a:lnTo>
                  <a:lnTo>
                    <a:pt x="4289960" y="1914229"/>
                  </a:lnTo>
                  <a:lnTo>
                    <a:pt x="4298613" y="1909236"/>
                  </a:lnTo>
                  <a:close/>
                </a:path>
                <a:path w="5889625" h="6395720">
                  <a:moveTo>
                    <a:pt x="4373315" y="2039798"/>
                  </a:moveTo>
                  <a:lnTo>
                    <a:pt x="4377722" y="2047426"/>
                  </a:lnTo>
                  <a:lnTo>
                    <a:pt x="4370087" y="2051833"/>
                  </a:lnTo>
                  <a:lnTo>
                    <a:pt x="4365680" y="2044205"/>
                  </a:lnTo>
                  <a:lnTo>
                    <a:pt x="4373315" y="2039798"/>
                  </a:lnTo>
                  <a:close/>
                </a:path>
                <a:path w="5889625" h="6395720">
                  <a:moveTo>
                    <a:pt x="4448011" y="2170359"/>
                  </a:moveTo>
                  <a:lnTo>
                    <a:pt x="4451831" y="2176975"/>
                  </a:lnTo>
                  <a:lnTo>
                    <a:pt x="4445221" y="2180790"/>
                  </a:lnTo>
                  <a:lnTo>
                    <a:pt x="4441400" y="2174180"/>
                  </a:lnTo>
                  <a:lnTo>
                    <a:pt x="4448011" y="2170359"/>
                  </a:lnTo>
                  <a:close/>
                </a:path>
                <a:path w="5889625" h="6395720">
                  <a:moveTo>
                    <a:pt x="4522612" y="2301318"/>
                  </a:moveTo>
                  <a:lnTo>
                    <a:pt x="4525549" y="2306406"/>
                  </a:lnTo>
                  <a:lnTo>
                    <a:pt x="4520462" y="2309344"/>
                  </a:lnTo>
                  <a:lnTo>
                    <a:pt x="4517524" y="2304256"/>
                  </a:lnTo>
                  <a:lnTo>
                    <a:pt x="4522612" y="2301318"/>
                  </a:lnTo>
                  <a:close/>
                </a:path>
                <a:path w="5889625" h="6395720">
                  <a:moveTo>
                    <a:pt x="4597420" y="2431483"/>
                  </a:moveTo>
                  <a:lnTo>
                    <a:pt x="4600061" y="2436067"/>
                  </a:lnTo>
                  <a:lnTo>
                    <a:pt x="4595483" y="2438709"/>
                  </a:lnTo>
                  <a:lnTo>
                    <a:pt x="4592841" y="2434130"/>
                  </a:lnTo>
                  <a:lnTo>
                    <a:pt x="4597420" y="2431483"/>
                  </a:lnTo>
                  <a:close/>
                </a:path>
                <a:path w="5889625" h="6395720">
                  <a:moveTo>
                    <a:pt x="4672121" y="2562045"/>
                  </a:moveTo>
                  <a:lnTo>
                    <a:pt x="4674177" y="2565604"/>
                  </a:lnTo>
                  <a:lnTo>
                    <a:pt x="4670611" y="2567666"/>
                  </a:lnTo>
                  <a:lnTo>
                    <a:pt x="4668556" y="2564106"/>
                  </a:lnTo>
                  <a:lnTo>
                    <a:pt x="4672121" y="2562045"/>
                  </a:lnTo>
                  <a:close/>
                </a:path>
                <a:path w="5889625" h="6395720">
                  <a:moveTo>
                    <a:pt x="4746823" y="2692613"/>
                  </a:moveTo>
                  <a:lnTo>
                    <a:pt x="4748292" y="2695154"/>
                  </a:lnTo>
                  <a:lnTo>
                    <a:pt x="4745751" y="2696623"/>
                  </a:lnTo>
                  <a:lnTo>
                    <a:pt x="4744282" y="2694082"/>
                  </a:lnTo>
                  <a:lnTo>
                    <a:pt x="4746823" y="2692613"/>
                  </a:lnTo>
                  <a:close/>
                </a:path>
                <a:path w="5889625" h="6395720">
                  <a:moveTo>
                    <a:pt x="4821631" y="2822772"/>
                  </a:moveTo>
                  <a:lnTo>
                    <a:pt x="4822810" y="2824810"/>
                  </a:lnTo>
                  <a:lnTo>
                    <a:pt x="4820772" y="2825983"/>
                  </a:lnTo>
                  <a:lnTo>
                    <a:pt x="4819594" y="2823945"/>
                  </a:lnTo>
                  <a:lnTo>
                    <a:pt x="4821631" y="2822772"/>
                  </a:lnTo>
                  <a:close/>
                </a:path>
                <a:path w="5889625" h="6395720">
                  <a:moveTo>
                    <a:pt x="3049826" y="20088"/>
                  </a:moveTo>
                  <a:lnTo>
                    <a:pt x="3067749" y="51125"/>
                  </a:lnTo>
                  <a:lnTo>
                    <a:pt x="3036706" y="69048"/>
                  </a:lnTo>
                  <a:lnTo>
                    <a:pt x="3018783" y="38011"/>
                  </a:lnTo>
                  <a:lnTo>
                    <a:pt x="3049826" y="20088"/>
                  </a:lnTo>
                  <a:close/>
                </a:path>
                <a:path w="5889625" h="6395720">
                  <a:moveTo>
                    <a:pt x="3124314" y="151455"/>
                  </a:moveTo>
                  <a:lnTo>
                    <a:pt x="3141059" y="180461"/>
                  </a:lnTo>
                  <a:lnTo>
                    <a:pt x="3112059" y="197205"/>
                  </a:lnTo>
                  <a:lnTo>
                    <a:pt x="3095309" y="168200"/>
                  </a:lnTo>
                  <a:lnTo>
                    <a:pt x="3124314" y="151455"/>
                  </a:lnTo>
                  <a:close/>
                </a:path>
                <a:path w="5889625" h="6395720">
                  <a:moveTo>
                    <a:pt x="3199016" y="282017"/>
                  </a:moveTo>
                  <a:lnTo>
                    <a:pt x="3215174" y="310004"/>
                  </a:lnTo>
                  <a:lnTo>
                    <a:pt x="3187188" y="326162"/>
                  </a:lnTo>
                  <a:lnTo>
                    <a:pt x="3171030" y="298176"/>
                  </a:lnTo>
                  <a:lnTo>
                    <a:pt x="3199016" y="282017"/>
                  </a:lnTo>
                  <a:close/>
                </a:path>
                <a:path w="5889625" h="6395720">
                  <a:moveTo>
                    <a:pt x="3273611" y="412982"/>
                  </a:moveTo>
                  <a:lnTo>
                    <a:pt x="3288887" y="439440"/>
                  </a:lnTo>
                  <a:lnTo>
                    <a:pt x="3262428" y="454716"/>
                  </a:lnTo>
                  <a:lnTo>
                    <a:pt x="3247152" y="428258"/>
                  </a:lnTo>
                  <a:lnTo>
                    <a:pt x="3273611" y="412982"/>
                  </a:lnTo>
                  <a:close/>
                </a:path>
                <a:path w="5889625" h="6395720">
                  <a:moveTo>
                    <a:pt x="3348200" y="543947"/>
                  </a:moveTo>
                  <a:lnTo>
                    <a:pt x="3362599" y="568877"/>
                  </a:lnTo>
                  <a:lnTo>
                    <a:pt x="3337663" y="583276"/>
                  </a:lnTo>
                  <a:lnTo>
                    <a:pt x="3323270" y="558340"/>
                  </a:lnTo>
                  <a:lnTo>
                    <a:pt x="3348200" y="543947"/>
                  </a:lnTo>
                  <a:close/>
                </a:path>
                <a:path w="5889625" h="6395720">
                  <a:moveTo>
                    <a:pt x="3422688" y="675309"/>
                  </a:moveTo>
                  <a:lnTo>
                    <a:pt x="3435915" y="698213"/>
                  </a:lnTo>
                  <a:lnTo>
                    <a:pt x="3413016" y="711434"/>
                  </a:lnTo>
                  <a:lnTo>
                    <a:pt x="3399790" y="688529"/>
                  </a:lnTo>
                  <a:lnTo>
                    <a:pt x="3422688" y="675309"/>
                  </a:lnTo>
                  <a:close/>
                </a:path>
                <a:path w="5889625" h="6395720">
                  <a:moveTo>
                    <a:pt x="3497396" y="805871"/>
                  </a:moveTo>
                  <a:lnTo>
                    <a:pt x="3510030" y="827751"/>
                  </a:lnTo>
                  <a:lnTo>
                    <a:pt x="3488144" y="840385"/>
                  </a:lnTo>
                  <a:lnTo>
                    <a:pt x="3475510" y="818505"/>
                  </a:lnTo>
                  <a:lnTo>
                    <a:pt x="3497396" y="805871"/>
                  </a:lnTo>
                  <a:close/>
                </a:path>
                <a:path w="5889625" h="6395720">
                  <a:moveTo>
                    <a:pt x="3571991" y="936836"/>
                  </a:moveTo>
                  <a:lnTo>
                    <a:pt x="3583742" y="957193"/>
                  </a:lnTo>
                  <a:lnTo>
                    <a:pt x="3563384" y="968944"/>
                  </a:lnTo>
                  <a:lnTo>
                    <a:pt x="3551633" y="948587"/>
                  </a:lnTo>
                  <a:lnTo>
                    <a:pt x="3571991" y="936836"/>
                  </a:lnTo>
                  <a:close/>
                </a:path>
                <a:path w="5889625" h="6395720">
                  <a:moveTo>
                    <a:pt x="3646580" y="1067801"/>
                  </a:moveTo>
                  <a:lnTo>
                    <a:pt x="3657455" y="1086630"/>
                  </a:lnTo>
                  <a:lnTo>
                    <a:pt x="3638625" y="1097499"/>
                  </a:lnTo>
                  <a:lnTo>
                    <a:pt x="3627756" y="1078669"/>
                  </a:lnTo>
                  <a:lnTo>
                    <a:pt x="3646580" y="1067801"/>
                  </a:lnTo>
                  <a:close/>
                </a:path>
                <a:path w="5889625" h="6395720">
                  <a:moveTo>
                    <a:pt x="3721282" y="1198362"/>
                  </a:moveTo>
                  <a:lnTo>
                    <a:pt x="3731570" y="1216179"/>
                  </a:lnTo>
                  <a:lnTo>
                    <a:pt x="3713760" y="1226462"/>
                  </a:lnTo>
                  <a:lnTo>
                    <a:pt x="3703471" y="1208645"/>
                  </a:lnTo>
                  <a:lnTo>
                    <a:pt x="3721282" y="1198362"/>
                  </a:lnTo>
                  <a:close/>
                </a:path>
                <a:path w="5889625" h="6395720">
                  <a:moveTo>
                    <a:pt x="3795776" y="1329730"/>
                  </a:moveTo>
                  <a:lnTo>
                    <a:pt x="3804880" y="1345503"/>
                  </a:lnTo>
                  <a:lnTo>
                    <a:pt x="3789101" y="1354612"/>
                  </a:lnTo>
                  <a:lnTo>
                    <a:pt x="3779997" y="1338839"/>
                  </a:lnTo>
                  <a:lnTo>
                    <a:pt x="3795776" y="1329730"/>
                  </a:lnTo>
                  <a:close/>
                </a:path>
                <a:path w="5889625" h="6395720">
                  <a:moveTo>
                    <a:pt x="3870472" y="1460298"/>
                  </a:moveTo>
                  <a:lnTo>
                    <a:pt x="3878989" y="1475047"/>
                  </a:lnTo>
                  <a:lnTo>
                    <a:pt x="3864234" y="1483570"/>
                  </a:lnTo>
                  <a:lnTo>
                    <a:pt x="3855717" y="1468815"/>
                  </a:lnTo>
                  <a:lnTo>
                    <a:pt x="3870472" y="1460298"/>
                  </a:lnTo>
                  <a:close/>
                </a:path>
                <a:path w="5889625" h="6395720">
                  <a:moveTo>
                    <a:pt x="3945073" y="1591257"/>
                  </a:moveTo>
                  <a:lnTo>
                    <a:pt x="3952708" y="1604483"/>
                  </a:lnTo>
                  <a:lnTo>
                    <a:pt x="3939475" y="1612124"/>
                  </a:lnTo>
                  <a:lnTo>
                    <a:pt x="3931835" y="1598898"/>
                  </a:lnTo>
                  <a:lnTo>
                    <a:pt x="3945073" y="1591257"/>
                  </a:lnTo>
                  <a:close/>
                </a:path>
                <a:path w="5889625" h="6395720">
                  <a:moveTo>
                    <a:pt x="4019768" y="1721818"/>
                  </a:moveTo>
                  <a:lnTo>
                    <a:pt x="4026817" y="1734032"/>
                  </a:lnTo>
                  <a:lnTo>
                    <a:pt x="4014603" y="1741086"/>
                  </a:lnTo>
                  <a:lnTo>
                    <a:pt x="4007555" y="1728873"/>
                  </a:lnTo>
                  <a:lnTo>
                    <a:pt x="4019768" y="1721818"/>
                  </a:lnTo>
                  <a:close/>
                </a:path>
                <a:path w="5889625" h="6395720">
                  <a:moveTo>
                    <a:pt x="4094256" y="1853186"/>
                  </a:moveTo>
                  <a:lnTo>
                    <a:pt x="4100132" y="1863362"/>
                  </a:lnTo>
                  <a:lnTo>
                    <a:pt x="4089956" y="1869237"/>
                  </a:lnTo>
                  <a:lnTo>
                    <a:pt x="4084081" y="1859062"/>
                  </a:lnTo>
                  <a:lnTo>
                    <a:pt x="4094256" y="1853186"/>
                  </a:lnTo>
                  <a:close/>
                </a:path>
                <a:path w="5889625" h="6395720">
                  <a:moveTo>
                    <a:pt x="4168958" y="1983748"/>
                  </a:moveTo>
                  <a:lnTo>
                    <a:pt x="4174248" y="1992905"/>
                  </a:lnTo>
                  <a:lnTo>
                    <a:pt x="4165091" y="1998194"/>
                  </a:lnTo>
                  <a:lnTo>
                    <a:pt x="4159801" y="1989037"/>
                  </a:lnTo>
                  <a:lnTo>
                    <a:pt x="4168958" y="1983748"/>
                  </a:lnTo>
                  <a:close/>
                </a:path>
                <a:path w="5889625" h="6395720">
                  <a:moveTo>
                    <a:pt x="4243660" y="2114309"/>
                  </a:moveTo>
                  <a:lnTo>
                    <a:pt x="4248363" y="2122454"/>
                  </a:lnTo>
                  <a:lnTo>
                    <a:pt x="4240218" y="2127157"/>
                  </a:lnTo>
                  <a:lnTo>
                    <a:pt x="4235516" y="2119013"/>
                  </a:lnTo>
                  <a:lnTo>
                    <a:pt x="4243660" y="2114309"/>
                  </a:lnTo>
                  <a:close/>
                </a:path>
                <a:path w="5889625" h="6395720">
                  <a:moveTo>
                    <a:pt x="4318361" y="2244871"/>
                  </a:moveTo>
                  <a:lnTo>
                    <a:pt x="4322472" y="2251997"/>
                  </a:lnTo>
                  <a:lnTo>
                    <a:pt x="4315347" y="2256113"/>
                  </a:lnTo>
                  <a:lnTo>
                    <a:pt x="4311236" y="2248988"/>
                  </a:lnTo>
                  <a:lnTo>
                    <a:pt x="4318361" y="2244871"/>
                  </a:lnTo>
                  <a:close/>
                </a:path>
                <a:path w="5889625" h="6395720">
                  <a:moveTo>
                    <a:pt x="4393063" y="2375439"/>
                  </a:moveTo>
                  <a:lnTo>
                    <a:pt x="4396593" y="2381546"/>
                  </a:lnTo>
                  <a:lnTo>
                    <a:pt x="4390487" y="2385070"/>
                  </a:lnTo>
                  <a:lnTo>
                    <a:pt x="4386962" y="2378964"/>
                  </a:lnTo>
                  <a:lnTo>
                    <a:pt x="4393063" y="2375439"/>
                  </a:lnTo>
                  <a:close/>
                </a:path>
                <a:path w="5889625" h="6395720">
                  <a:moveTo>
                    <a:pt x="4467765" y="2506001"/>
                  </a:moveTo>
                  <a:lnTo>
                    <a:pt x="4470703" y="2511089"/>
                  </a:lnTo>
                  <a:lnTo>
                    <a:pt x="4465615" y="2514027"/>
                  </a:lnTo>
                  <a:lnTo>
                    <a:pt x="4462677" y="2508939"/>
                  </a:lnTo>
                  <a:lnTo>
                    <a:pt x="4467765" y="2506001"/>
                  </a:lnTo>
                  <a:close/>
                </a:path>
                <a:path w="5889625" h="6395720">
                  <a:moveTo>
                    <a:pt x="4542472" y="2636563"/>
                  </a:moveTo>
                  <a:lnTo>
                    <a:pt x="4544824" y="2640632"/>
                  </a:lnTo>
                  <a:lnTo>
                    <a:pt x="4540749" y="2642983"/>
                  </a:lnTo>
                  <a:lnTo>
                    <a:pt x="4538397" y="2638914"/>
                  </a:lnTo>
                  <a:lnTo>
                    <a:pt x="4542472" y="2636563"/>
                  </a:lnTo>
                  <a:close/>
                </a:path>
                <a:path w="5889625" h="6395720">
                  <a:moveTo>
                    <a:pt x="4617167" y="2767125"/>
                  </a:moveTo>
                  <a:lnTo>
                    <a:pt x="4618933" y="2770181"/>
                  </a:lnTo>
                  <a:lnTo>
                    <a:pt x="4615877" y="2771940"/>
                  </a:lnTo>
                  <a:lnTo>
                    <a:pt x="4614117" y="2768890"/>
                  </a:lnTo>
                  <a:lnTo>
                    <a:pt x="4617167" y="2767125"/>
                  </a:lnTo>
                  <a:close/>
                </a:path>
                <a:path w="5889625" h="6395720">
                  <a:moveTo>
                    <a:pt x="4691870" y="2897687"/>
                  </a:moveTo>
                  <a:lnTo>
                    <a:pt x="4693048" y="2899724"/>
                  </a:lnTo>
                  <a:lnTo>
                    <a:pt x="4691011" y="2900903"/>
                  </a:lnTo>
                  <a:lnTo>
                    <a:pt x="4689838" y="2898865"/>
                  </a:lnTo>
                  <a:lnTo>
                    <a:pt x="4691870" y="2897687"/>
                  </a:lnTo>
                  <a:close/>
                </a:path>
                <a:path w="5889625" h="6395720">
                  <a:moveTo>
                    <a:pt x="4766684" y="3027846"/>
                  </a:moveTo>
                  <a:lnTo>
                    <a:pt x="4767566" y="3029374"/>
                  </a:lnTo>
                  <a:lnTo>
                    <a:pt x="4766038" y="3030257"/>
                  </a:lnTo>
                  <a:lnTo>
                    <a:pt x="4765156" y="3028728"/>
                  </a:lnTo>
                  <a:lnTo>
                    <a:pt x="4766684" y="3027846"/>
                  </a:lnTo>
                  <a:close/>
                </a:path>
                <a:path w="5889625" h="6395720">
                  <a:moveTo>
                    <a:pt x="2821793" y="0"/>
                  </a:moveTo>
                  <a:lnTo>
                    <a:pt x="2860157" y="0"/>
                  </a:lnTo>
                  <a:lnTo>
                    <a:pt x="2831385" y="16610"/>
                  </a:lnTo>
                  <a:lnTo>
                    <a:pt x="2821793" y="0"/>
                  </a:lnTo>
                  <a:close/>
                </a:path>
                <a:path w="5889625" h="6395720">
                  <a:moveTo>
                    <a:pt x="2920390" y="93799"/>
                  </a:moveTo>
                  <a:lnTo>
                    <a:pt x="2939196" y="126365"/>
                  </a:lnTo>
                  <a:lnTo>
                    <a:pt x="2906625" y="145170"/>
                  </a:lnTo>
                  <a:lnTo>
                    <a:pt x="2887825" y="112599"/>
                  </a:lnTo>
                  <a:lnTo>
                    <a:pt x="2920390" y="93799"/>
                  </a:lnTo>
                  <a:close/>
                </a:path>
                <a:path w="5889625" h="6395720">
                  <a:moveTo>
                    <a:pt x="2994986" y="224764"/>
                  </a:moveTo>
                  <a:lnTo>
                    <a:pt x="3012909" y="255801"/>
                  </a:lnTo>
                  <a:lnTo>
                    <a:pt x="2981860" y="273724"/>
                  </a:lnTo>
                  <a:lnTo>
                    <a:pt x="2963943" y="242687"/>
                  </a:lnTo>
                  <a:lnTo>
                    <a:pt x="2994986" y="224764"/>
                  </a:lnTo>
                  <a:close/>
                </a:path>
                <a:path w="5889625" h="6395720">
                  <a:moveTo>
                    <a:pt x="3069468" y="356132"/>
                  </a:moveTo>
                  <a:lnTo>
                    <a:pt x="3086212" y="385137"/>
                  </a:lnTo>
                  <a:lnTo>
                    <a:pt x="3057213" y="401881"/>
                  </a:lnTo>
                  <a:lnTo>
                    <a:pt x="3040469" y="372876"/>
                  </a:lnTo>
                  <a:lnTo>
                    <a:pt x="3069468" y="356132"/>
                  </a:lnTo>
                  <a:close/>
                </a:path>
                <a:path w="5889625" h="6395720">
                  <a:moveTo>
                    <a:pt x="3144176" y="486694"/>
                  </a:moveTo>
                  <a:lnTo>
                    <a:pt x="3160334" y="514680"/>
                  </a:lnTo>
                  <a:lnTo>
                    <a:pt x="3132347" y="530838"/>
                  </a:lnTo>
                  <a:lnTo>
                    <a:pt x="3116189" y="502852"/>
                  </a:lnTo>
                  <a:lnTo>
                    <a:pt x="3144176" y="486694"/>
                  </a:lnTo>
                  <a:close/>
                </a:path>
                <a:path w="5889625" h="6395720">
                  <a:moveTo>
                    <a:pt x="3218765" y="617659"/>
                  </a:moveTo>
                  <a:lnTo>
                    <a:pt x="3234046" y="644117"/>
                  </a:lnTo>
                  <a:lnTo>
                    <a:pt x="3207588" y="659392"/>
                  </a:lnTo>
                  <a:lnTo>
                    <a:pt x="3192306" y="632934"/>
                  </a:lnTo>
                  <a:lnTo>
                    <a:pt x="3218765" y="617659"/>
                  </a:lnTo>
                  <a:close/>
                </a:path>
                <a:path w="5889625" h="6395720">
                  <a:moveTo>
                    <a:pt x="3293366" y="748617"/>
                  </a:moveTo>
                  <a:lnTo>
                    <a:pt x="3307758" y="773553"/>
                  </a:lnTo>
                  <a:lnTo>
                    <a:pt x="3282828" y="787952"/>
                  </a:lnTo>
                  <a:lnTo>
                    <a:pt x="3268429" y="763016"/>
                  </a:lnTo>
                  <a:lnTo>
                    <a:pt x="3293366" y="748617"/>
                  </a:lnTo>
                  <a:close/>
                </a:path>
                <a:path w="5889625" h="6395720">
                  <a:moveTo>
                    <a:pt x="3367848" y="879985"/>
                  </a:moveTo>
                  <a:lnTo>
                    <a:pt x="3381068" y="902883"/>
                  </a:lnTo>
                  <a:lnTo>
                    <a:pt x="3358170" y="916104"/>
                  </a:lnTo>
                  <a:lnTo>
                    <a:pt x="3344949" y="893205"/>
                  </a:lnTo>
                  <a:lnTo>
                    <a:pt x="3367848" y="879985"/>
                  </a:lnTo>
                  <a:close/>
                </a:path>
                <a:path w="5889625" h="6395720">
                  <a:moveTo>
                    <a:pt x="3442443" y="1010955"/>
                  </a:moveTo>
                  <a:lnTo>
                    <a:pt x="3454781" y="1032326"/>
                  </a:lnTo>
                  <a:lnTo>
                    <a:pt x="3433410" y="1044664"/>
                  </a:lnTo>
                  <a:lnTo>
                    <a:pt x="3421073" y="1023293"/>
                  </a:lnTo>
                  <a:lnTo>
                    <a:pt x="3442443" y="1010955"/>
                  </a:lnTo>
                  <a:close/>
                </a:path>
                <a:path w="5889625" h="6395720">
                  <a:moveTo>
                    <a:pt x="3517038" y="1141914"/>
                  </a:moveTo>
                  <a:lnTo>
                    <a:pt x="3528499" y="1161756"/>
                  </a:lnTo>
                  <a:lnTo>
                    <a:pt x="3508651" y="1173217"/>
                  </a:lnTo>
                  <a:lnTo>
                    <a:pt x="3497196" y="1153369"/>
                  </a:lnTo>
                  <a:lnTo>
                    <a:pt x="3517038" y="1141914"/>
                  </a:lnTo>
                  <a:close/>
                </a:path>
                <a:path w="5889625" h="6395720">
                  <a:moveTo>
                    <a:pt x="3591633" y="1272879"/>
                  </a:moveTo>
                  <a:lnTo>
                    <a:pt x="3602211" y="1291199"/>
                  </a:lnTo>
                  <a:lnTo>
                    <a:pt x="3583886" y="1301778"/>
                  </a:lnTo>
                  <a:lnTo>
                    <a:pt x="3573313" y="1283458"/>
                  </a:lnTo>
                  <a:lnTo>
                    <a:pt x="3591633" y="1272879"/>
                  </a:lnTo>
                  <a:close/>
                </a:path>
                <a:path w="5889625" h="6395720">
                  <a:moveTo>
                    <a:pt x="3666340" y="1403441"/>
                  </a:moveTo>
                  <a:lnTo>
                    <a:pt x="3676327" y="1420742"/>
                  </a:lnTo>
                  <a:lnTo>
                    <a:pt x="3659025" y="1430734"/>
                  </a:lnTo>
                  <a:lnTo>
                    <a:pt x="3649033" y="1413433"/>
                  </a:lnTo>
                  <a:lnTo>
                    <a:pt x="3666340" y="1403441"/>
                  </a:lnTo>
                  <a:close/>
                </a:path>
                <a:path w="5889625" h="6395720">
                  <a:moveTo>
                    <a:pt x="3740823" y="1534808"/>
                  </a:moveTo>
                  <a:lnTo>
                    <a:pt x="3749636" y="1550072"/>
                  </a:lnTo>
                  <a:lnTo>
                    <a:pt x="3734367" y="1558885"/>
                  </a:lnTo>
                  <a:lnTo>
                    <a:pt x="3725553" y="1543622"/>
                  </a:lnTo>
                  <a:lnTo>
                    <a:pt x="3740823" y="1534808"/>
                  </a:lnTo>
                  <a:close/>
                </a:path>
                <a:path w="5889625" h="6395720">
                  <a:moveTo>
                    <a:pt x="3815525" y="1665370"/>
                  </a:moveTo>
                  <a:lnTo>
                    <a:pt x="3823752" y="1679621"/>
                  </a:lnTo>
                  <a:lnTo>
                    <a:pt x="3809501" y="1687848"/>
                  </a:lnTo>
                  <a:lnTo>
                    <a:pt x="3801274" y="1673597"/>
                  </a:lnTo>
                  <a:lnTo>
                    <a:pt x="3815525" y="1665370"/>
                  </a:lnTo>
                  <a:close/>
                </a:path>
                <a:path w="5889625" h="6395720">
                  <a:moveTo>
                    <a:pt x="3890119" y="1796335"/>
                  </a:moveTo>
                  <a:lnTo>
                    <a:pt x="3897464" y="1809058"/>
                  </a:lnTo>
                  <a:lnTo>
                    <a:pt x="3884741" y="1816403"/>
                  </a:lnTo>
                  <a:lnTo>
                    <a:pt x="3877397" y="1803680"/>
                  </a:lnTo>
                  <a:lnTo>
                    <a:pt x="3890119" y="1796335"/>
                  </a:lnTo>
                  <a:close/>
                </a:path>
                <a:path w="5889625" h="6395720">
                  <a:moveTo>
                    <a:pt x="3964709" y="1927300"/>
                  </a:moveTo>
                  <a:lnTo>
                    <a:pt x="3971177" y="1938495"/>
                  </a:lnTo>
                  <a:lnTo>
                    <a:pt x="3959982" y="1944957"/>
                  </a:lnTo>
                  <a:lnTo>
                    <a:pt x="3953520" y="1933762"/>
                  </a:lnTo>
                  <a:lnTo>
                    <a:pt x="3964709" y="1927300"/>
                  </a:lnTo>
                  <a:close/>
                </a:path>
                <a:path w="5889625" h="6395720">
                  <a:moveTo>
                    <a:pt x="4039310" y="2058265"/>
                  </a:moveTo>
                  <a:lnTo>
                    <a:pt x="4044895" y="2067931"/>
                  </a:lnTo>
                  <a:lnTo>
                    <a:pt x="4035223" y="2073517"/>
                  </a:lnTo>
                  <a:lnTo>
                    <a:pt x="4029643" y="2063844"/>
                  </a:lnTo>
                  <a:lnTo>
                    <a:pt x="4039310" y="2058265"/>
                  </a:lnTo>
                  <a:close/>
                </a:path>
                <a:path w="5889625" h="6395720">
                  <a:moveTo>
                    <a:pt x="4114011" y="2188827"/>
                  </a:moveTo>
                  <a:lnTo>
                    <a:pt x="4119005" y="2197480"/>
                  </a:lnTo>
                  <a:lnTo>
                    <a:pt x="4110351" y="2202473"/>
                  </a:lnTo>
                  <a:lnTo>
                    <a:pt x="4105358" y="2193820"/>
                  </a:lnTo>
                  <a:lnTo>
                    <a:pt x="4114011" y="2188827"/>
                  </a:lnTo>
                  <a:close/>
                </a:path>
                <a:path w="5889625" h="6395720">
                  <a:moveTo>
                    <a:pt x="4188713" y="2319388"/>
                  </a:moveTo>
                  <a:lnTo>
                    <a:pt x="4193120" y="2327023"/>
                  </a:lnTo>
                  <a:lnTo>
                    <a:pt x="4185485" y="2331430"/>
                  </a:lnTo>
                  <a:lnTo>
                    <a:pt x="4181078" y="2323795"/>
                  </a:lnTo>
                  <a:lnTo>
                    <a:pt x="4188713" y="2319388"/>
                  </a:lnTo>
                  <a:close/>
                </a:path>
                <a:path w="5889625" h="6395720">
                  <a:moveTo>
                    <a:pt x="4263415" y="2449957"/>
                  </a:moveTo>
                  <a:lnTo>
                    <a:pt x="4267235" y="2456567"/>
                  </a:lnTo>
                  <a:lnTo>
                    <a:pt x="4260613" y="2460387"/>
                  </a:lnTo>
                  <a:lnTo>
                    <a:pt x="4256799" y="2453777"/>
                  </a:lnTo>
                  <a:lnTo>
                    <a:pt x="4263415" y="2449957"/>
                  </a:lnTo>
                  <a:close/>
                </a:path>
                <a:path w="5889625" h="6395720">
                  <a:moveTo>
                    <a:pt x="4338116" y="2580518"/>
                  </a:moveTo>
                  <a:lnTo>
                    <a:pt x="4341350" y="2586110"/>
                  </a:lnTo>
                  <a:lnTo>
                    <a:pt x="4335753" y="2589344"/>
                  </a:lnTo>
                  <a:lnTo>
                    <a:pt x="4332525" y="2583747"/>
                  </a:lnTo>
                  <a:lnTo>
                    <a:pt x="4338116" y="2580518"/>
                  </a:lnTo>
                  <a:close/>
                </a:path>
                <a:path w="5889625" h="6395720">
                  <a:moveTo>
                    <a:pt x="4412823" y="2711080"/>
                  </a:moveTo>
                  <a:lnTo>
                    <a:pt x="4415466" y="2715653"/>
                  </a:lnTo>
                  <a:lnTo>
                    <a:pt x="4410881" y="2718300"/>
                  </a:lnTo>
                  <a:lnTo>
                    <a:pt x="4408239" y="2713721"/>
                  </a:lnTo>
                  <a:lnTo>
                    <a:pt x="4412823" y="2711080"/>
                  </a:lnTo>
                  <a:close/>
                </a:path>
                <a:path w="5889625" h="6395720">
                  <a:moveTo>
                    <a:pt x="4487519" y="2841636"/>
                  </a:moveTo>
                  <a:lnTo>
                    <a:pt x="4489575" y="2845202"/>
                  </a:lnTo>
                  <a:lnTo>
                    <a:pt x="4486015" y="2847257"/>
                  </a:lnTo>
                  <a:lnTo>
                    <a:pt x="4483960" y="2843691"/>
                  </a:lnTo>
                  <a:lnTo>
                    <a:pt x="4487519" y="2841636"/>
                  </a:lnTo>
                  <a:close/>
                </a:path>
                <a:path w="5889625" h="6395720">
                  <a:moveTo>
                    <a:pt x="4562221" y="2972204"/>
                  </a:moveTo>
                  <a:lnTo>
                    <a:pt x="4563690" y="2974745"/>
                  </a:lnTo>
                  <a:lnTo>
                    <a:pt x="4561143" y="2976214"/>
                  </a:lnTo>
                  <a:lnTo>
                    <a:pt x="4559674" y="2973673"/>
                  </a:lnTo>
                  <a:lnTo>
                    <a:pt x="4562221" y="2972204"/>
                  </a:lnTo>
                  <a:close/>
                </a:path>
                <a:path w="5889625" h="6395720">
                  <a:moveTo>
                    <a:pt x="4637035" y="3102364"/>
                  </a:moveTo>
                  <a:lnTo>
                    <a:pt x="4638208" y="3104401"/>
                  </a:lnTo>
                  <a:lnTo>
                    <a:pt x="4636176" y="3105574"/>
                  </a:lnTo>
                  <a:lnTo>
                    <a:pt x="4634998" y="3103543"/>
                  </a:lnTo>
                  <a:lnTo>
                    <a:pt x="4637035" y="3102364"/>
                  </a:lnTo>
                  <a:close/>
                </a:path>
                <a:path w="5889625" h="6395720">
                  <a:moveTo>
                    <a:pt x="2716467" y="36144"/>
                  </a:moveTo>
                  <a:lnTo>
                    <a:pt x="2737328" y="72281"/>
                  </a:lnTo>
                  <a:lnTo>
                    <a:pt x="2701197" y="93136"/>
                  </a:lnTo>
                  <a:lnTo>
                    <a:pt x="2680337" y="57005"/>
                  </a:lnTo>
                  <a:lnTo>
                    <a:pt x="2716467" y="36144"/>
                  </a:lnTo>
                  <a:close/>
                </a:path>
                <a:path w="5889625" h="6395720">
                  <a:moveTo>
                    <a:pt x="2790955" y="167512"/>
                  </a:moveTo>
                  <a:lnTo>
                    <a:pt x="2810638" y="201605"/>
                  </a:lnTo>
                  <a:lnTo>
                    <a:pt x="2776545" y="221293"/>
                  </a:lnTo>
                  <a:lnTo>
                    <a:pt x="2756857" y="187194"/>
                  </a:lnTo>
                  <a:lnTo>
                    <a:pt x="2790955" y="167512"/>
                  </a:lnTo>
                  <a:close/>
                </a:path>
                <a:path w="5889625" h="6395720">
                  <a:moveTo>
                    <a:pt x="2865551" y="298477"/>
                  </a:moveTo>
                  <a:lnTo>
                    <a:pt x="2884351" y="331048"/>
                  </a:lnTo>
                  <a:lnTo>
                    <a:pt x="2851785" y="349848"/>
                  </a:lnTo>
                  <a:lnTo>
                    <a:pt x="2832980" y="317283"/>
                  </a:lnTo>
                  <a:lnTo>
                    <a:pt x="2865551" y="298477"/>
                  </a:lnTo>
                  <a:close/>
                </a:path>
                <a:path w="5889625" h="6395720">
                  <a:moveTo>
                    <a:pt x="2940033" y="429844"/>
                  </a:moveTo>
                  <a:lnTo>
                    <a:pt x="2957660" y="460378"/>
                  </a:lnTo>
                  <a:lnTo>
                    <a:pt x="2927127" y="478005"/>
                  </a:lnTo>
                  <a:lnTo>
                    <a:pt x="2909500" y="447471"/>
                  </a:lnTo>
                  <a:lnTo>
                    <a:pt x="2940033" y="429844"/>
                  </a:lnTo>
                  <a:close/>
                </a:path>
                <a:path w="5889625" h="6395720">
                  <a:moveTo>
                    <a:pt x="3014634" y="560810"/>
                  </a:moveTo>
                  <a:lnTo>
                    <a:pt x="3031378" y="589809"/>
                  </a:lnTo>
                  <a:lnTo>
                    <a:pt x="3002367" y="606559"/>
                  </a:lnTo>
                  <a:lnTo>
                    <a:pt x="2985623" y="577554"/>
                  </a:lnTo>
                  <a:lnTo>
                    <a:pt x="3014634" y="560810"/>
                  </a:lnTo>
                  <a:close/>
                </a:path>
                <a:path w="5889625" h="6395720">
                  <a:moveTo>
                    <a:pt x="3089223" y="691769"/>
                  </a:moveTo>
                  <a:lnTo>
                    <a:pt x="3105091" y="719251"/>
                  </a:lnTo>
                  <a:lnTo>
                    <a:pt x="3077608" y="735113"/>
                  </a:lnTo>
                  <a:lnTo>
                    <a:pt x="3061746" y="707636"/>
                  </a:lnTo>
                  <a:lnTo>
                    <a:pt x="3089223" y="691769"/>
                  </a:lnTo>
                  <a:close/>
                </a:path>
                <a:path w="5889625" h="6395720">
                  <a:moveTo>
                    <a:pt x="3163818" y="822739"/>
                  </a:moveTo>
                  <a:lnTo>
                    <a:pt x="3178804" y="848687"/>
                  </a:lnTo>
                  <a:lnTo>
                    <a:pt x="3152855" y="863667"/>
                  </a:lnTo>
                  <a:lnTo>
                    <a:pt x="3137870" y="837718"/>
                  </a:lnTo>
                  <a:lnTo>
                    <a:pt x="3163818" y="822739"/>
                  </a:lnTo>
                  <a:close/>
                </a:path>
                <a:path w="5889625" h="6395720">
                  <a:moveTo>
                    <a:pt x="3238414" y="953697"/>
                  </a:moveTo>
                  <a:lnTo>
                    <a:pt x="3252516" y="978124"/>
                  </a:lnTo>
                  <a:lnTo>
                    <a:pt x="3228089" y="992227"/>
                  </a:lnTo>
                  <a:lnTo>
                    <a:pt x="3213987" y="967800"/>
                  </a:lnTo>
                  <a:lnTo>
                    <a:pt x="3238414" y="953697"/>
                  </a:lnTo>
                  <a:close/>
                </a:path>
                <a:path w="5889625" h="6395720">
                  <a:moveTo>
                    <a:pt x="3312902" y="1085065"/>
                  </a:moveTo>
                  <a:lnTo>
                    <a:pt x="3325826" y="1107454"/>
                  </a:lnTo>
                  <a:lnTo>
                    <a:pt x="3303437" y="1120378"/>
                  </a:lnTo>
                  <a:lnTo>
                    <a:pt x="3290513" y="1097995"/>
                  </a:lnTo>
                  <a:lnTo>
                    <a:pt x="3312902" y="1085065"/>
                  </a:lnTo>
                  <a:close/>
                </a:path>
                <a:path w="5889625" h="6395720">
                  <a:moveTo>
                    <a:pt x="3387604" y="1215627"/>
                  </a:moveTo>
                  <a:lnTo>
                    <a:pt x="3399941" y="1236997"/>
                  </a:lnTo>
                  <a:lnTo>
                    <a:pt x="3378571" y="1249341"/>
                  </a:lnTo>
                  <a:lnTo>
                    <a:pt x="3366227" y="1227964"/>
                  </a:lnTo>
                  <a:lnTo>
                    <a:pt x="3387604" y="1215627"/>
                  </a:lnTo>
                  <a:close/>
                </a:path>
                <a:path w="5889625" h="6395720">
                  <a:moveTo>
                    <a:pt x="3462092" y="1346994"/>
                  </a:moveTo>
                  <a:lnTo>
                    <a:pt x="3473251" y="1366327"/>
                  </a:lnTo>
                  <a:lnTo>
                    <a:pt x="3453918" y="1377491"/>
                  </a:lnTo>
                  <a:lnTo>
                    <a:pt x="3442759" y="1358159"/>
                  </a:lnTo>
                  <a:lnTo>
                    <a:pt x="3462092" y="1346994"/>
                  </a:lnTo>
                  <a:close/>
                </a:path>
                <a:path w="5889625" h="6395720">
                  <a:moveTo>
                    <a:pt x="3536681" y="1477959"/>
                  </a:moveTo>
                  <a:lnTo>
                    <a:pt x="3546963" y="1495770"/>
                  </a:lnTo>
                  <a:lnTo>
                    <a:pt x="3529153" y="1506052"/>
                  </a:lnTo>
                  <a:lnTo>
                    <a:pt x="3518870" y="1488242"/>
                  </a:lnTo>
                  <a:lnTo>
                    <a:pt x="3536681" y="1477959"/>
                  </a:lnTo>
                  <a:close/>
                </a:path>
                <a:path w="5889625" h="6395720">
                  <a:moveTo>
                    <a:pt x="3611382" y="1608521"/>
                  </a:moveTo>
                  <a:lnTo>
                    <a:pt x="3621079" y="1625312"/>
                  </a:lnTo>
                  <a:lnTo>
                    <a:pt x="3604293" y="1635009"/>
                  </a:lnTo>
                  <a:lnTo>
                    <a:pt x="3594597" y="1618211"/>
                  </a:lnTo>
                  <a:lnTo>
                    <a:pt x="3611382" y="1608521"/>
                  </a:lnTo>
                  <a:close/>
                </a:path>
                <a:path w="5889625" h="6395720">
                  <a:moveTo>
                    <a:pt x="3685871" y="1739883"/>
                  </a:moveTo>
                  <a:lnTo>
                    <a:pt x="3694394" y="1754643"/>
                  </a:lnTo>
                  <a:lnTo>
                    <a:pt x="3679634" y="1763160"/>
                  </a:lnTo>
                  <a:lnTo>
                    <a:pt x="3671117" y="1748406"/>
                  </a:lnTo>
                  <a:lnTo>
                    <a:pt x="3685871" y="1739883"/>
                  </a:lnTo>
                  <a:close/>
                </a:path>
                <a:path w="5889625" h="6395720">
                  <a:moveTo>
                    <a:pt x="3760578" y="1870444"/>
                  </a:moveTo>
                  <a:lnTo>
                    <a:pt x="3768509" y="1884186"/>
                  </a:lnTo>
                  <a:lnTo>
                    <a:pt x="3754768" y="1892123"/>
                  </a:lnTo>
                  <a:lnTo>
                    <a:pt x="3746837" y="1878381"/>
                  </a:lnTo>
                  <a:lnTo>
                    <a:pt x="3760578" y="1870444"/>
                  </a:lnTo>
                  <a:close/>
                </a:path>
                <a:path w="5889625" h="6395720">
                  <a:moveTo>
                    <a:pt x="3835173" y="2001415"/>
                  </a:moveTo>
                  <a:lnTo>
                    <a:pt x="3842222" y="2013628"/>
                  </a:lnTo>
                  <a:lnTo>
                    <a:pt x="3830008" y="2020677"/>
                  </a:lnTo>
                  <a:lnTo>
                    <a:pt x="3822960" y="2008464"/>
                  </a:lnTo>
                  <a:lnTo>
                    <a:pt x="3835173" y="2001415"/>
                  </a:lnTo>
                  <a:close/>
                </a:path>
                <a:path w="5889625" h="6395720">
                  <a:moveTo>
                    <a:pt x="3909762" y="2132374"/>
                  </a:moveTo>
                  <a:lnTo>
                    <a:pt x="3915934" y="2143065"/>
                  </a:lnTo>
                  <a:lnTo>
                    <a:pt x="3905249" y="2149236"/>
                  </a:lnTo>
                  <a:lnTo>
                    <a:pt x="3899077" y="2138545"/>
                  </a:lnTo>
                  <a:lnTo>
                    <a:pt x="3909762" y="2132374"/>
                  </a:lnTo>
                  <a:close/>
                </a:path>
                <a:path w="5889625" h="6395720">
                  <a:moveTo>
                    <a:pt x="3984357" y="2263344"/>
                  </a:moveTo>
                  <a:lnTo>
                    <a:pt x="3989647" y="2272501"/>
                  </a:lnTo>
                  <a:lnTo>
                    <a:pt x="3980490" y="2277791"/>
                  </a:lnTo>
                  <a:lnTo>
                    <a:pt x="3975200" y="2268628"/>
                  </a:lnTo>
                  <a:lnTo>
                    <a:pt x="3984357" y="2263344"/>
                  </a:lnTo>
                  <a:close/>
                </a:path>
                <a:path w="5889625" h="6395720">
                  <a:moveTo>
                    <a:pt x="4059059" y="2393907"/>
                  </a:moveTo>
                  <a:lnTo>
                    <a:pt x="4063762" y="2402045"/>
                  </a:lnTo>
                  <a:lnTo>
                    <a:pt x="4055618" y="2406748"/>
                  </a:lnTo>
                  <a:lnTo>
                    <a:pt x="4050921" y="2398604"/>
                  </a:lnTo>
                  <a:lnTo>
                    <a:pt x="4059059" y="2393907"/>
                  </a:lnTo>
                  <a:close/>
                </a:path>
                <a:path w="5889625" h="6395720">
                  <a:moveTo>
                    <a:pt x="4133767" y="2524468"/>
                  </a:moveTo>
                  <a:lnTo>
                    <a:pt x="4137877" y="2531594"/>
                  </a:lnTo>
                  <a:lnTo>
                    <a:pt x="4130752" y="2535704"/>
                  </a:lnTo>
                  <a:lnTo>
                    <a:pt x="4126641" y="2528579"/>
                  </a:lnTo>
                  <a:lnTo>
                    <a:pt x="4133767" y="2524468"/>
                  </a:lnTo>
                  <a:close/>
                </a:path>
                <a:path w="5889625" h="6395720">
                  <a:moveTo>
                    <a:pt x="4208468" y="2655030"/>
                  </a:moveTo>
                  <a:lnTo>
                    <a:pt x="4211993" y="2661130"/>
                  </a:lnTo>
                  <a:lnTo>
                    <a:pt x="4205880" y="2664661"/>
                  </a:lnTo>
                  <a:lnTo>
                    <a:pt x="4202356" y="2658554"/>
                  </a:lnTo>
                  <a:lnTo>
                    <a:pt x="4208468" y="2655030"/>
                  </a:lnTo>
                  <a:close/>
                </a:path>
                <a:path w="5889625" h="6395720">
                  <a:moveTo>
                    <a:pt x="4283164" y="2785592"/>
                  </a:moveTo>
                  <a:lnTo>
                    <a:pt x="4286102" y="2790685"/>
                  </a:lnTo>
                  <a:lnTo>
                    <a:pt x="4281014" y="2793623"/>
                  </a:lnTo>
                  <a:lnTo>
                    <a:pt x="4278076" y="2788529"/>
                  </a:lnTo>
                  <a:lnTo>
                    <a:pt x="4283164" y="2785592"/>
                  </a:lnTo>
                  <a:close/>
                </a:path>
                <a:path w="5889625" h="6395720">
                  <a:moveTo>
                    <a:pt x="4357866" y="2916160"/>
                  </a:moveTo>
                  <a:lnTo>
                    <a:pt x="4360217" y="2920229"/>
                  </a:lnTo>
                  <a:lnTo>
                    <a:pt x="4356154" y="2922580"/>
                  </a:lnTo>
                  <a:lnTo>
                    <a:pt x="4353802" y="2918505"/>
                  </a:lnTo>
                  <a:lnTo>
                    <a:pt x="4357866" y="2916160"/>
                  </a:lnTo>
                  <a:close/>
                </a:path>
                <a:path w="5889625" h="6395720">
                  <a:moveTo>
                    <a:pt x="4432573" y="3046721"/>
                  </a:moveTo>
                  <a:lnTo>
                    <a:pt x="4434332" y="3049772"/>
                  </a:lnTo>
                  <a:lnTo>
                    <a:pt x="4431282" y="3051531"/>
                  </a:lnTo>
                  <a:lnTo>
                    <a:pt x="4429517" y="3048480"/>
                  </a:lnTo>
                  <a:lnTo>
                    <a:pt x="4432573" y="3046721"/>
                  </a:lnTo>
                  <a:close/>
                </a:path>
                <a:path w="5889625" h="6395720">
                  <a:moveTo>
                    <a:pt x="4507274" y="3177283"/>
                  </a:moveTo>
                  <a:lnTo>
                    <a:pt x="4508454" y="3179315"/>
                  </a:lnTo>
                  <a:lnTo>
                    <a:pt x="4506416" y="3180493"/>
                  </a:lnTo>
                  <a:lnTo>
                    <a:pt x="4505237" y="3178456"/>
                  </a:lnTo>
                  <a:lnTo>
                    <a:pt x="4507274" y="3177283"/>
                  </a:lnTo>
                  <a:close/>
                </a:path>
                <a:path w="5889625" h="6395720">
                  <a:moveTo>
                    <a:pt x="4582083" y="3307442"/>
                  </a:moveTo>
                  <a:lnTo>
                    <a:pt x="4582965" y="3308971"/>
                  </a:lnTo>
                  <a:lnTo>
                    <a:pt x="4581443" y="3309853"/>
                  </a:lnTo>
                  <a:lnTo>
                    <a:pt x="4580561" y="3308319"/>
                  </a:lnTo>
                  <a:lnTo>
                    <a:pt x="4582083" y="3307442"/>
                  </a:lnTo>
                  <a:close/>
                </a:path>
                <a:path w="5889625" h="6395720">
                  <a:moveTo>
                    <a:pt x="2476464" y="0"/>
                  </a:moveTo>
                  <a:lnTo>
                    <a:pt x="2524277" y="0"/>
                  </a:lnTo>
                  <a:lnTo>
                    <a:pt x="2534653" y="17971"/>
                  </a:lnTo>
                  <a:lnTo>
                    <a:pt x="2495981" y="40301"/>
                  </a:lnTo>
                  <a:lnTo>
                    <a:pt x="2473651" y="1624"/>
                  </a:lnTo>
                  <a:lnTo>
                    <a:pt x="2476464" y="0"/>
                  </a:lnTo>
                  <a:close/>
                </a:path>
                <a:path w="5889625" h="6395720">
                  <a:moveTo>
                    <a:pt x="2586924" y="110258"/>
                  </a:moveTo>
                  <a:lnTo>
                    <a:pt x="2608371" y="147408"/>
                  </a:lnTo>
                  <a:lnTo>
                    <a:pt x="2571222" y="168855"/>
                  </a:lnTo>
                  <a:lnTo>
                    <a:pt x="2549775" y="131706"/>
                  </a:lnTo>
                  <a:lnTo>
                    <a:pt x="2586924" y="110258"/>
                  </a:lnTo>
                  <a:close/>
                </a:path>
                <a:path w="5889625" h="6395720">
                  <a:moveTo>
                    <a:pt x="2661519" y="241230"/>
                  </a:moveTo>
                  <a:lnTo>
                    <a:pt x="2682084" y="276844"/>
                  </a:lnTo>
                  <a:lnTo>
                    <a:pt x="2646457" y="297415"/>
                  </a:lnTo>
                  <a:lnTo>
                    <a:pt x="2625892" y="261794"/>
                  </a:lnTo>
                  <a:lnTo>
                    <a:pt x="2661519" y="241230"/>
                  </a:lnTo>
                  <a:close/>
                </a:path>
                <a:path w="5889625" h="6395720">
                  <a:moveTo>
                    <a:pt x="2736002" y="372591"/>
                  </a:moveTo>
                  <a:lnTo>
                    <a:pt x="2755394" y="406175"/>
                  </a:lnTo>
                  <a:lnTo>
                    <a:pt x="2721810" y="425567"/>
                  </a:lnTo>
                  <a:lnTo>
                    <a:pt x="2702418" y="391983"/>
                  </a:lnTo>
                  <a:lnTo>
                    <a:pt x="2736002" y="372591"/>
                  </a:lnTo>
                  <a:close/>
                </a:path>
                <a:path w="5889625" h="6395720">
                  <a:moveTo>
                    <a:pt x="2810597" y="503556"/>
                  </a:moveTo>
                  <a:lnTo>
                    <a:pt x="2829107" y="535617"/>
                  </a:lnTo>
                  <a:lnTo>
                    <a:pt x="2797051" y="554121"/>
                  </a:lnTo>
                  <a:lnTo>
                    <a:pt x="2778541" y="522060"/>
                  </a:lnTo>
                  <a:lnTo>
                    <a:pt x="2810597" y="503556"/>
                  </a:lnTo>
                  <a:close/>
                </a:path>
                <a:path w="5889625" h="6395720">
                  <a:moveTo>
                    <a:pt x="2885192" y="634521"/>
                  </a:moveTo>
                  <a:lnTo>
                    <a:pt x="2902819" y="665048"/>
                  </a:lnTo>
                  <a:lnTo>
                    <a:pt x="2872292" y="682675"/>
                  </a:lnTo>
                  <a:lnTo>
                    <a:pt x="2854665" y="652148"/>
                  </a:lnTo>
                  <a:lnTo>
                    <a:pt x="2885192" y="634521"/>
                  </a:lnTo>
                  <a:close/>
                </a:path>
                <a:path w="5889625" h="6395720">
                  <a:moveTo>
                    <a:pt x="2959681" y="765888"/>
                  </a:moveTo>
                  <a:lnTo>
                    <a:pt x="2976129" y="794378"/>
                  </a:lnTo>
                  <a:lnTo>
                    <a:pt x="2947633" y="810832"/>
                  </a:lnTo>
                  <a:lnTo>
                    <a:pt x="2931185" y="782336"/>
                  </a:lnTo>
                  <a:lnTo>
                    <a:pt x="2959681" y="765888"/>
                  </a:lnTo>
                  <a:close/>
                </a:path>
                <a:path w="5889625" h="6395720">
                  <a:moveTo>
                    <a:pt x="3034382" y="896450"/>
                  </a:moveTo>
                  <a:lnTo>
                    <a:pt x="3050244" y="923927"/>
                  </a:lnTo>
                  <a:lnTo>
                    <a:pt x="3022767" y="939789"/>
                  </a:lnTo>
                  <a:lnTo>
                    <a:pt x="3006905" y="912312"/>
                  </a:lnTo>
                  <a:lnTo>
                    <a:pt x="3034382" y="896450"/>
                  </a:lnTo>
                  <a:close/>
                </a:path>
                <a:path w="5889625" h="6395720">
                  <a:moveTo>
                    <a:pt x="3108870" y="1027812"/>
                  </a:moveTo>
                  <a:lnTo>
                    <a:pt x="3123560" y="1053257"/>
                  </a:lnTo>
                  <a:lnTo>
                    <a:pt x="3098114" y="1067946"/>
                  </a:lnTo>
                  <a:lnTo>
                    <a:pt x="3083425" y="1042501"/>
                  </a:lnTo>
                  <a:lnTo>
                    <a:pt x="3108870" y="1027812"/>
                  </a:lnTo>
                  <a:close/>
                </a:path>
                <a:path w="5889625" h="6395720">
                  <a:moveTo>
                    <a:pt x="3183353" y="1159179"/>
                  </a:moveTo>
                  <a:lnTo>
                    <a:pt x="3196869" y="1182587"/>
                  </a:lnTo>
                  <a:lnTo>
                    <a:pt x="3173462" y="1196104"/>
                  </a:lnTo>
                  <a:lnTo>
                    <a:pt x="3159945" y="1172690"/>
                  </a:lnTo>
                  <a:lnTo>
                    <a:pt x="3183353" y="1159179"/>
                  </a:lnTo>
                  <a:close/>
                </a:path>
                <a:path w="5889625" h="6395720">
                  <a:moveTo>
                    <a:pt x="3257948" y="1290144"/>
                  </a:moveTo>
                  <a:lnTo>
                    <a:pt x="3270582" y="1312030"/>
                  </a:lnTo>
                  <a:lnTo>
                    <a:pt x="3248702" y="1324658"/>
                  </a:lnTo>
                  <a:lnTo>
                    <a:pt x="3236068" y="1302778"/>
                  </a:lnTo>
                  <a:lnTo>
                    <a:pt x="3257948" y="1290144"/>
                  </a:lnTo>
                  <a:close/>
                </a:path>
                <a:path w="5889625" h="6395720">
                  <a:moveTo>
                    <a:pt x="3332650" y="1420706"/>
                  </a:moveTo>
                  <a:lnTo>
                    <a:pt x="3344697" y="1441567"/>
                  </a:lnTo>
                  <a:lnTo>
                    <a:pt x="3323836" y="1453614"/>
                  </a:lnTo>
                  <a:lnTo>
                    <a:pt x="3311789" y="1432754"/>
                  </a:lnTo>
                  <a:lnTo>
                    <a:pt x="3332650" y="1420706"/>
                  </a:lnTo>
                  <a:close/>
                </a:path>
                <a:path w="5889625" h="6395720">
                  <a:moveTo>
                    <a:pt x="3407138" y="1552074"/>
                  </a:moveTo>
                  <a:lnTo>
                    <a:pt x="3418013" y="1570903"/>
                  </a:lnTo>
                  <a:lnTo>
                    <a:pt x="3399183" y="1581772"/>
                  </a:lnTo>
                  <a:lnTo>
                    <a:pt x="3388309" y="1562942"/>
                  </a:lnTo>
                  <a:lnTo>
                    <a:pt x="3407138" y="1552074"/>
                  </a:lnTo>
                  <a:close/>
                </a:path>
                <a:path w="5889625" h="6395720">
                  <a:moveTo>
                    <a:pt x="3481846" y="1682635"/>
                  </a:moveTo>
                  <a:lnTo>
                    <a:pt x="3492128" y="1700446"/>
                  </a:lnTo>
                  <a:lnTo>
                    <a:pt x="3474317" y="1710729"/>
                  </a:lnTo>
                  <a:lnTo>
                    <a:pt x="3464035" y="1692918"/>
                  </a:lnTo>
                  <a:lnTo>
                    <a:pt x="3481846" y="1682635"/>
                  </a:lnTo>
                  <a:close/>
                </a:path>
                <a:path w="5889625" h="6395720">
                  <a:moveTo>
                    <a:pt x="3556328" y="1814003"/>
                  </a:moveTo>
                  <a:lnTo>
                    <a:pt x="3565432" y="1829776"/>
                  </a:lnTo>
                  <a:lnTo>
                    <a:pt x="3549659" y="1838880"/>
                  </a:lnTo>
                  <a:lnTo>
                    <a:pt x="3540555" y="1823107"/>
                  </a:lnTo>
                  <a:lnTo>
                    <a:pt x="3556328" y="1814003"/>
                  </a:lnTo>
                  <a:close/>
                </a:path>
                <a:path w="5889625" h="6395720">
                  <a:moveTo>
                    <a:pt x="3630923" y="1944968"/>
                  </a:moveTo>
                  <a:lnTo>
                    <a:pt x="3639144" y="1959213"/>
                  </a:lnTo>
                  <a:lnTo>
                    <a:pt x="3624899" y="1967434"/>
                  </a:lnTo>
                  <a:lnTo>
                    <a:pt x="3616678" y="1953189"/>
                  </a:lnTo>
                  <a:lnTo>
                    <a:pt x="3630923" y="1944968"/>
                  </a:lnTo>
                  <a:close/>
                </a:path>
                <a:path w="5889625" h="6395720">
                  <a:moveTo>
                    <a:pt x="3705625" y="2075530"/>
                  </a:moveTo>
                  <a:lnTo>
                    <a:pt x="3713265" y="2088756"/>
                  </a:lnTo>
                  <a:lnTo>
                    <a:pt x="3700033" y="2096397"/>
                  </a:lnTo>
                  <a:lnTo>
                    <a:pt x="3692398" y="2083165"/>
                  </a:lnTo>
                  <a:lnTo>
                    <a:pt x="3705625" y="2075530"/>
                  </a:lnTo>
                  <a:close/>
                </a:path>
                <a:path w="5889625" h="6395720">
                  <a:moveTo>
                    <a:pt x="3780214" y="2206488"/>
                  </a:moveTo>
                  <a:lnTo>
                    <a:pt x="3786972" y="2218198"/>
                  </a:lnTo>
                  <a:lnTo>
                    <a:pt x="3775274" y="2224950"/>
                  </a:lnTo>
                  <a:lnTo>
                    <a:pt x="3768516" y="2213247"/>
                  </a:lnTo>
                  <a:lnTo>
                    <a:pt x="3780214" y="2206488"/>
                  </a:lnTo>
                  <a:close/>
                </a:path>
                <a:path w="5889625" h="6395720">
                  <a:moveTo>
                    <a:pt x="3854815" y="2337453"/>
                  </a:moveTo>
                  <a:lnTo>
                    <a:pt x="3860690" y="2347635"/>
                  </a:lnTo>
                  <a:lnTo>
                    <a:pt x="3850515" y="2353511"/>
                  </a:lnTo>
                  <a:lnTo>
                    <a:pt x="3844639" y="2343329"/>
                  </a:lnTo>
                  <a:lnTo>
                    <a:pt x="3854815" y="2337453"/>
                  </a:lnTo>
                  <a:close/>
                </a:path>
                <a:path w="5889625" h="6395720">
                  <a:moveTo>
                    <a:pt x="3929410" y="2468418"/>
                  </a:moveTo>
                  <a:lnTo>
                    <a:pt x="3934403" y="2477072"/>
                  </a:lnTo>
                  <a:lnTo>
                    <a:pt x="3925750" y="2482065"/>
                  </a:lnTo>
                  <a:lnTo>
                    <a:pt x="3920756" y="2473411"/>
                  </a:lnTo>
                  <a:lnTo>
                    <a:pt x="3929410" y="2468418"/>
                  </a:lnTo>
                  <a:close/>
                </a:path>
                <a:path w="5889625" h="6395720">
                  <a:moveTo>
                    <a:pt x="4004111" y="2598980"/>
                  </a:moveTo>
                  <a:lnTo>
                    <a:pt x="4008518" y="2606615"/>
                  </a:lnTo>
                  <a:lnTo>
                    <a:pt x="4000883" y="2611022"/>
                  </a:lnTo>
                  <a:lnTo>
                    <a:pt x="3996477" y="2603387"/>
                  </a:lnTo>
                  <a:lnTo>
                    <a:pt x="4004111" y="2598980"/>
                  </a:lnTo>
                  <a:close/>
                </a:path>
                <a:path w="5889625" h="6395720">
                  <a:moveTo>
                    <a:pt x="4078920" y="2729145"/>
                  </a:moveTo>
                  <a:lnTo>
                    <a:pt x="4083036" y="2736271"/>
                  </a:lnTo>
                  <a:lnTo>
                    <a:pt x="4075911" y="2740387"/>
                  </a:lnTo>
                  <a:lnTo>
                    <a:pt x="4071794" y="2733262"/>
                  </a:lnTo>
                  <a:lnTo>
                    <a:pt x="4078920" y="2729145"/>
                  </a:lnTo>
                  <a:close/>
                </a:path>
                <a:path w="5889625" h="6395720">
                  <a:moveTo>
                    <a:pt x="4153515" y="2860110"/>
                  </a:moveTo>
                  <a:lnTo>
                    <a:pt x="4156748" y="2865707"/>
                  </a:lnTo>
                  <a:lnTo>
                    <a:pt x="4151151" y="2868941"/>
                  </a:lnTo>
                  <a:lnTo>
                    <a:pt x="4147917" y="2863338"/>
                  </a:lnTo>
                  <a:lnTo>
                    <a:pt x="4153515" y="2860110"/>
                  </a:lnTo>
                  <a:close/>
                </a:path>
                <a:path w="5889625" h="6395720">
                  <a:moveTo>
                    <a:pt x="4228216" y="2990672"/>
                  </a:moveTo>
                  <a:lnTo>
                    <a:pt x="4230858" y="2995250"/>
                  </a:lnTo>
                  <a:lnTo>
                    <a:pt x="4226279" y="2997898"/>
                  </a:lnTo>
                  <a:lnTo>
                    <a:pt x="4223638" y="2993313"/>
                  </a:lnTo>
                  <a:lnTo>
                    <a:pt x="4228216" y="2990672"/>
                  </a:lnTo>
                  <a:close/>
                </a:path>
                <a:path w="5889625" h="6395720">
                  <a:moveTo>
                    <a:pt x="4302918" y="3121233"/>
                  </a:moveTo>
                  <a:lnTo>
                    <a:pt x="4304979" y="3124799"/>
                  </a:lnTo>
                  <a:lnTo>
                    <a:pt x="4301413" y="3126854"/>
                  </a:lnTo>
                  <a:lnTo>
                    <a:pt x="4299352" y="3123289"/>
                  </a:lnTo>
                  <a:lnTo>
                    <a:pt x="4302918" y="3121233"/>
                  </a:lnTo>
                  <a:close/>
                </a:path>
                <a:path w="5889625" h="6395720">
                  <a:moveTo>
                    <a:pt x="4377620" y="3251795"/>
                  </a:moveTo>
                  <a:lnTo>
                    <a:pt x="4379088" y="3254336"/>
                  </a:lnTo>
                  <a:lnTo>
                    <a:pt x="4376547" y="3255805"/>
                  </a:lnTo>
                  <a:lnTo>
                    <a:pt x="4375079" y="3253264"/>
                  </a:lnTo>
                  <a:lnTo>
                    <a:pt x="4377620" y="3251795"/>
                  </a:lnTo>
                  <a:close/>
                </a:path>
                <a:path w="5889625" h="6395720">
                  <a:moveTo>
                    <a:pt x="4452321" y="3382357"/>
                  </a:moveTo>
                  <a:lnTo>
                    <a:pt x="4453204" y="3383891"/>
                  </a:lnTo>
                  <a:lnTo>
                    <a:pt x="4451682" y="3384768"/>
                  </a:lnTo>
                  <a:lnTo>
                    <a:pt x="4450799" y="3383240"/>
                  </a:lnTo>
                  <a:lnTo>
                    <a:pt x="4452321" y="3382357"/>
                  </a:lnTo>
                  <a:close/>
                </a:path>
                <a:path w="5889625" h="6395720">
                  <a:moveTo>
                    <a:pt x="2382887" y="53011"/>
                  </a:moveTo>
                  <a:lnTo>
                    <a:pt x="2406100" y="93211"/>
                  </a:lnTo>
                  <a:lnTo>
                    <a:pt x="2365900" y="116424"/>
                  </a:lnTo>
                  <a:lnTo>
                    <a:pt x="2342688" y="76224"/>
                  </a:lnTo>
                  <a:lnTo>
                    <a:pt x="2382887" y="53011"/>
                  </a:lnTo>
                  <a:close/>
                </a:path>
                <a:path w="5889625" h="6395720">
                  <a:moveTo>
                    <a:pt x="2457489" y="183970"/>
                  </a:moveTo>
                  <a:lnTo>
                    <a:pt x="2479819" y="222647"/>
                  </a:lnTo>
                  <a:lnTo>
                    <a:pt x="2441141" y="244977"/>
                  </a:lnTo>
                  <a:lnTo>
                    <a:pt x="2418811" y="206300"/>
                  </a:lnTo>
                  <a:lnTo>
                    <a:pt x="2457489" y="183970"/>
                  </a:lnTo>
                  <a:close/>
                </a:path>
                <a:path w="5889625" h="6395720">
                  <a:moveTo>
                    <a:pt x="2532084" y="314941"/>
                  </a:moveTo>
                  <a:lnTo>
                    <a:pt x="2553531" y="352084"/>
                  </a:lnTo>
                  <a:lnTo>
                    <a:pt x="2516382" y="373531"/>
                  </a:lnTo>
                  <a:lnTo>
                    <a:pt x="2494935" y="336388"/>
                  </a:lnTo>
                  <a:lnTo>
                    <a:pt x="2532084" y="314941"/>
                  </a:lnTo>
                  <a:close/>
                </a:path>
                <a:path w="5889625" h="6395720">
                  <a:moveTo>
                    <a:pt x="2606673" y="445899"/>
                  </a:moveTo>
                  <a:lnTo>
                    <a:pt x="2627244" y="481527"/>
                  </a:lnTo>
                  <a:lnTo>
                    <a:pt x="2591623" y="502091"/>
                  </a:lnTo>
                  <a:lnTo>
                    <a:pt x="2571058" y="466464"/>
                  </a:lnTo>
                  <a:lnTo>
                    <a:pt x="2606673" y="445899"/>
                  </a:lnTo>
                  <a:close/>
                </a:path>
                <a:path w="5889625" h="6395720">
                  <a:moveTo>
                    <a:pt x="2681161" y="577261"/>
                  </a:moveTo>
                  <a:lnTo>
                    <a:pt x="2700553" y="610851"/>
                  </a:lnTo>
                  <a:lnTo>
                    <a:pt x="2666963" y="630243"/>
                  </a:lnTo>
                  <a:lnTo>
                    <a:pt x="2647571" y="596653"/>
                  </a:lnTo>
                  <a:lnTo>
                    <a:pt x="2681161" y="577261"/>
                  </a:lnTo>
                  <a:close/>
                </a:path>
                <a:path w="5889625" h="6395720">
                  <a:moveTo>
                    <a:pt x="2755756" y="708232"/>
                  </a:moveTo>
                  <a:lnTo>
                    <a:pt x="2774266" y="740287"/>
                  </a:lnTo>
                  <a:lnTo>
                    <a:pt x="2742210" y="758797"/>
                  </a:lnTo>
                  <a:lnTo>
                    <a:pt x="2723700" y="726741"/>
                  </a:lnTo>
                  <a:lnTo>
                    <a:pt x="2755756" y="708232"/>
                  </a:lnTo>
                  <a:close/>
                </a:path>
                <a:path w="5889625" h="6395720">
                  <a:moveTo>
                    <a:pt x="2830237" y="839599"/>
                  </a:moveTo>
                  <a:lnTo>
                    <a:pt x="2847575" y="869617"/>
                  </a:lnTo>
                  <a:lnTo>
                    <a:pt x="2817551" y="886954"/>
                  </a:lnTo>
                  <a:lnTo>
                    <a:pt x="2800220" y="856929"/>
                  </a:lnTo>
                  <a:lnTo>
                    <a:pt x="2830237" y="839599"/>
                  </a:lnTo>
                  <a:close/>
                </a:path>
                <a:path w="5889625" h="6395720">
                  <a:moveTo>
                    <a:pt x="2904727" y="970961"/>
                  </a:moveTo>
                  <a:lnTo>
                    <a:pt x="2920891" y="998953"/>
                  </a:lnTo>
                  <a:lnTo>
                    <a:pt x="2892904" y="1015111"/>
                  </a:lnTo>
                  <a:lnTo>
                    <a:pt x="2876740" y="987119"/>
                  </a:lnTo>
                  <a:lnTo>
                    <a:pt x="2904727" y="970961"/>
                  </a:lnTo>
                  <a:close/>
                </a:path>
                <a:path w="5889625" h="6395720">
                  <a:moveTo>
                    <a:pt x="2979434" y="1101523"/>
                  </a:moveTo>
                  <a:lnTo>
                    <a:pt x="2995006" y="1128496"/>
                  </a:lnTo>
                  <a:lnTo>
                    <a:pt x="2968032" y="1144068"/>
                  </a:lnTo>
                  <a:lnTo>
                    <a:pt x="2952461" y="1117094"/>
                  </a:lnTo>
                  <a:lnTo>
                    <a:pt x="2979434" y="1101523"/>
                  </a:lnTo>
                  <a:close/>
                </a:path>
                <a:path w="5889625" h="6395720">
                  <a:moveTo>
                    <a:pt x="3053917" y="1232896"/>
                  </a:moveTo>
                  <a:lnTo>
                    <a:pt x="3068310" y="1257826"/>
                  </a:lnTo>
                  <a:lnTo>
                    <a:pt x="3043380" y="1272219"/>
                  </a:lnTo>
                  <a:lnTo>
                    <a:pt x="3028987" y="1247289"/>
                  </a:lnTo>
                  <a:lnTo>
                    <a:pt x="3053917" y="1232896"/>
                  </a:lnTo>
                  <a:close/>
                </a:path>
                <a:path w="5889625" h="6395720">
                  <a:moveTo>
                    <a:pt x="3128405" y="1364258"/>
                  </a:moveTo>
                  <a:lnTo>
                    <a:pt x="3141625" y="1387156"/>
                  </a:lnTo>
                  <a:lnTo>
                    <a:pt x="3118727" y="1400377"/>
                  </a:lnTo>
                  <a:lnTo>
                    <a:pt x="3105506" y="1377478"/>
                  </a:lnTo>
                  <a:lnTo>
                    <a:pt x="3128405" y="1364258"/>
                  </a:lnTo>
                  <a:close/>
                </a:path>
                <a:path w="5889625" h="6395720">
                  <a:moveTo>
                    <a:pt x="3203000" y="1495216"/>
                  </a:moveTo>
                  <a:lnTo>
                    <a:pt x="3215338" y="1516592"/>
                  </a:lnTo>
                  <a:lnTo>
                    <a:pt x="3193968" y="1528930"/>
                  </a:lnTo>
                  <a:lnTo>
                    <a:pt x="3181630" y="1507554"/>
                  </a:lnTo>
                  <a:lnTo>
                    <a:pt x="3203000" y="1495216"/>
                  </a:lnTo>
                  <a:close/>
                </a:path>
                <a:path w="5889625" h="6395720">
                  <a:moveTo>
                    <a:pt x="3277595" y="1626187"/>
                  </a:moveTo>
                  <a:lnTo>
                    <a:pt x="3289050" y="1646035"/>
                  </a:lnTo>
                  <a:lnTo>
                    <a:pt x="3269208" y="1657490"/>
                  </a:lnTo>
                  <a:lnTo>
                    <a:pt x="3257747" y="1637642"/>
                  </a:lnTo>
                  <a:lnTo>
                    <a:pt x="3277595" y="1626187"/>
                  </a:lnTo>
                  <a:close/>
                </a:path>
                <a:path w="5889625" h="6395720">
                  <a:moveTo>
                    <a:pt x="3352184" y="1757146"/>
                  </a:moveTo>
                  <a:lnTo>
                    <a:pt x="3362763" y="1775472"/>
                  </a:lnTo>
                  <a:lnTo>
                    <a:pt x="3344449" y="1786044"/>
                  </a:lnTo>
                  <a:lnTo>
                    <a:pt x="3333870" y="1767724"/>
                  </a:lnTo>
                  <a:lnTo>
                    <a:pt x="3352184" y="1757146"/>
                  </a:lnTo>
                  <a:close/>
                </a:path>
                <a:path w="5889625" h="6395720">
                  <a:moveTo>
                    <a:pt x="3426785" y="1888111"/>
                  </a:moveTo>
                  <a:lnTo>
                    <a:pt x="3436481" y="1904909"/>
                  </a:lnTo>
                  <a:lnTo>
                    <a:pt x="3419690" y="1914605"/>
                  </a:lnTo>
                  <a:lnTo>
                    <a:pt x="3409993" y="1897807"/>
                  </a:lnTo>
                  <a:lnTo>
                    <a:pt x="3426785" y="1888111"/>
                  </a:lnTo>
                  <a:close/>
                </a:path>
                <a:path w="5889625" h="6395720">
                  <a:moveTo>
                    <a:pt x="3501380" y="2019081"/>
                  </a:moveTo>
                  <a:lnTo>
                    <a:pt x="3510194" y="2034345"/>
                  </a:lnTo>
                  <a:lnTo>
                    <a:pt x="3494930" y="2043158"/>
                  </a:lnTo>
                  <a:lnTo>
                    <a:pt x="3486117" y="2027895"/>
                  </a:lnTo>
                  <a:lnTo>
                    <a:pt x="3501380" y="2019081"/>
                  </a:lnTo>
                  <a:close/>
                </a:path>
                <a:path w="5889625" h="6395720">
                  <a:moveTo>
                    <a:pt x="3575969" y="2150040"/>
                  </a:moveTo>
                  <a:lnTo>
                    <a:pt x="3583906" y="2163781"/>
                  </a:lnTo>
                  <a:lnTo>
                    <a:pt x="3570171" y="2171712"/>
                  </a:lnTo>
                  <a:lnTo>
                    <a:pt x="3562234" y="2157971"/>
                  </a:lnTo>
                  <a:lnTo>
                    <a:pt x="3575969" y="2150040"/>
                  </a:lnTo>
                  <a:close/>
                </a:path>
                <a:path w="5889625" h="6395720">
                  <a:moveTo>
                    <a:pt x="3650677" y="2280602"/>
                  </a:moveTo>
                  <a:lnTo>
                    <a:pt x="3658021" y="2293325"/>
                  </a:lnTo>
                  <a:lnTo>
                    <a:pt x="3645299" y="2300670"/>
                  </a:lnTo>
                  <a:lnTo>
                    <a:pt x="3637954" y="2287946"/>
                  </a:lnTo>
                  <a:lnTo>
                    <a:pt x="3650677" y="2280602"/>
                  </a:lnTo>
                  <a:close/>
                </a:path>
                <a:path w="5889625" h="6395720">
                  <a:moveTo>
                    <a:pt x="3725159" y="2411969"/>
                  </a:moveTo>
                  <a:lnTo>
                    <a:pt x="3731331" y="2422660"/>
                  </a:lnTo>
                  <a:lnTo>
                    <a:pt x="3720646" y="2428826"/>
                  </a:lnTo>
                  <a:lnTo>
                    <a:pt x="3714474" y="2418141"/>
                  </a:lnTo>
                  <a:lnTo>
                    <a:pt x="3725159" y="2411969"/>
                  </a:lnTo>
                  <a:close/>
                </a:path>
                <a:path w="5889625" h="6395720">
                  <a:moveTo>
                    <a:pt x="3799760" y="2542934"/>
                  </a:moveTo>
                  <a:lnTo>
                    <a:pt x="3805044" y="2552091"/>
                  </a:lnTo>
                  <a:lnTo>
                    <a:pt x="3795881" y="2557380"/>
                  </a:lnTo>
                  <a:lnTo>
                    <a:pt x="3790597" y="2548223"/>
                  </a:lnTo>
                  <a:lnTo>
                    <a:pt x="3799760" y="2542934"/>
                  </a:lnTo>
                  <a:close/>
                </a:path>
                <a:path w="5889625" h="6395720">
                  <a:moveTo>
                    <a:pt x="3874456" y="2673502"/>
                  </a:moveTo>
                  <a:lnTo>
                    <a:pt x="3879159" y="2681641"/>
                  </a:lnTo>
                  <a:lnTo>
                    <a:pt x="3871015" y="2686337"/>
                  </a:lnTo>
                  <a:lnTo>
                    <a:pt x="3866318" y="2678199"/>
                  </a:lnTo>
                  <a:lnTo>
                    <a:pt x="3874456" y="2673502"/>
                  </a:lnTo>
                  <a:close/>
                </a:path>
                <a:path w="5889625" h="6395720">
                  <a:moveTo>
                    <a:pt x="3949158" y="2804064"/>
                  </a:moveTo>
                  <a:lnTo>
                    <a:pt x="3953274" y="2811190"/>
                  </a:lnTo>
                  <a:lnTo>
                    <a:pt x="3946149" y="2815301"/>
                  </a:lnTo>
                  <a:lnTo>
                    <a:pt x="3942032" y="2808175"/>
                  </a:lnTo>
                  <a:lnTo>
                    <a:pt x="3949158" y="2804064"/>
                  </a:lnTo>
                  <a:close/>
                </a:path>
                <a:path w="5889625" h="6395720">
                  <a:moveTo>
                    <a:pt x="4023865" y="2934626"/>
                  </a:moveTo>
                  <a:lnTo>
                    <a:pt x="4027390" y="2940726"/>
                  </a:lnTo>
                  <a:lnTo>
                    <a:pt x="4021283" y="2944251"/>
                  </a:lnTo>
                  <a:lnTo>
                    <a:pt x="4017758" y="2938150"/>
                  </a:lnTo>
                  <a:lnTo>
                    <a:pt x="4023865" y="2934626"/>
                  </a:lnTo>
                  <a:close/>
                </a:path>
                <a:path w="5889625" h="6395720">
                  <a:moveTo>
                    <a:pt x="4098567" y="3065188"/>
                  </a:moveTo>
                  <a:lnTo>
                    <a:pt x="4101505" y="3070275"/>
                  </a:lnTo>
                  <a:lnTo>
                    <a:pt x="4096417" y="3073213"/>
                  </a:lnTo>
                  <a:lnTo>
                    <a:pt x="4093479" y="3068125"/>
                  </a:lnTo>
                  <a:lnTo>
                    <a:pt x="4098567" y="3065188"/>
                  </a:lnTo>
                  <a:close/>
                </a:path>
                <a:path w="5889625" h="6395720">
                  <a:moveTo>
                    <a:pt x="4173269" y="3195749"/>
                  </a:moveTo>
                  <a:lnTo>
                    <a:pt x="4175620" y="3199819"/>
                  </a:lnTo>
                  <a:lnTo>
                    <a:pt x="4171545" y="3202170"/>
                  </a:lnTo>
                  <a:lnTo>
                    <a:pt x="4169200" y="3198101"/>
                  </a:lnTo>
                  <a:lnTo>
                    <a:pt x="4173269" y="3195749"/>
                  </a:lnTo>
                  <a:close/>
                </a:path>
                <a:path w="5889625" h="6395720">
                  <a:moveTo>
                    <a:pt x="4247969" y="3326311"/>
                  </a:moveTo>
                  <a:lnTo>
                    <a:pt x="4249730" y="3329368"/>
                  </a:lnTo>
                  <a:lnTo>
                    <a:pt x="4246679" y="3331127"/>
                  </a:lnTo>
                  <a:lnTo>
                    <a:pt x="4244914" y="3328076"/>
                  </a:lnTo>
                  <a:lnTo>
                    <a:pt x="4247969" y="3326311"/>
                  </a:lnTo>
                  <a:close/>
                </a:path>
                <a:path w="5889625" h="6395720">
                  <a:moveTo>
                    <a:pt x="4322672" y="3456879"/>
                  </a:moveTo>
                  <a:lnTo>
                    <a:pt x="4323845" y="3458905"/>
                  </a:lnTo>
                  <a:lnTo>
                    <a:pt x="4321807" y="3460084"/>
                  </a:lnTo>
                  <a:lnTo>
                    <a:pt x="4320634" y="3458052"/>
                  </a:lnTo>
                  <a:lnTo>
                    <a:pt x="4322672" y="3456879"/>
                  </a:lnTo>
                  <a:close/>
                </a:path>
                <a:path w="5889625" h="6395720">
                  <a:moveTo>
                    <a:pt x="4396361" y="3588028"/>
                  </a:moveTo>
                  <a:lnTo>
                    <a:pt x="4397713" y="3588028"/>
                  </a:lnTo>
                  <a:lnTo>
                    <a:pt x="4397960" y="3588454"/>
                  </a:lnTo>
                  <a:lnTo>
                    <a:pt x="4396608" y="3588454"/>
                  </a:lnTo>
                  <a:lnTo>
                    <a:pt x="4396361" y="3588028"/>
                  </a:lnTo>
                  <a:close/>
                </a:path>
                <a:path w="5889625" h="6395720">
                  <a:moveTo>
                    <a:pt x="2170924" y="0"/>
                  </a:moveTo>
                  <a:lnTo>
                    <a:pt x="2181649" y="0"/>
                  </a:lnTo>
                  <a:lnTo>
                    <a:pt x="2204230" y="39115"/>
                  </a:lnTo>
                  <a:lnTo>
                    <a:pt x="2160471" y="64382"/>
                  </a:lnTo>
                  <a:lnTo>
                    <a:pt x="2135203" y="20623"/>
                  </a:lnTo>
                  <a:lnTo>
                    <a:pt x="2170924" y="0"/>
                  </a:lnTo>
                  <a:close/>
                </a:path>
                <a:path w="5889625" h="6395720">
                  <a:moveTo>
                    <a:pt x="2253451" y="126723"/>
                  </a:moveTo>
                  <a:lnTo>
                    <a:pt x="2277540" y="168445"/>
                  </a:lnTo>
                  <a:lnTo>
                    <a:pt x="2235817" y="192534"/>
                  </a:lnTo>
                  <a:lnTo>
                    <a:pt x="2211728" y="150812"/>
                  </a:lnTo>
                  <a:lnTo>
                    <a:pt x="2253451" y="126723"/>
                  </a:lnTo>
                  <a:close/>
                </a:path>
                <a:path w="5889625" h="6395720">
                  <a:moveTo>
                    <a:pt x="2328046" y="257681"/>
                  </a:moveTo>
                  <a:lnTo>
                    <a:pt x="2351259" y="297881"/>
                  </a:lnTo>
                  <a:lnTo>
                    <a:pt x="2311059" y="321094"/>
                  </a:lnTo>
                  <a:lnTo>
                    <a:pt x="2287846" y="280894"/>
                  </a:lnTo>
                  <a:lnTo>
                    <a:pt x="2328046" y="257681"/>
                  </a:lnTo>
                  <a:close/>
                </a:path>
                <a:path w="5889625" h="6395720">
                  <a:moveTo>
                    <a:pt x="2402641" y="388652"/>
                  </a:moveTo>
                  <a:lnTo>
                    <a:pt x="2424971" y="427318"/>
                  </a:lnTo>
                  <a:lnTo>
                    <a:pt x="2386294" y="449648"/>
                  </a:lnTo>
                  <a:lnTo>
                    <a:pt x="2363970" y="410982"/>
                  </a:lnTo>
                  <a:lnTo>
                    <a:pt x="2402641" y="388652"/>
                  </a:lnTo>
                  <a:close/>
                </a:path>
                <a:path w="5889625" h="6395720">
                  <a:moveTo>
                    <a:pt x="2477130" y="520014"/>
                  </a:moveTo>
                  <a:lnTo>
                    <a:pt x="2498281" y="556654"/>
                  </a:lnTo>
                  <a:lnTo>
                    <a:pt x="2461647" y="577805"/>
                  </a:lnTo>
                  <a:lnTo>
                    <a:pt x="2440490" y="541165"/>
                  </a:lnTo>
                  <a:lnTo>
                    <a:pt x="2477130" y="520014"/>
                  </a:lnTo>
                  <a:close/>
                </a:path>
                <a:path w="5889625" h="6395720">
                  <a:moveTo>
                    <a:pt x="2551725" y="650979"/>
                  </a:moveTo>
                  <a:lnTo>
                    <a:pt x="2572000" y="686091"/>
                  </a:lnTo>
                  <a:lnTo>
                    <a:pt x="2536888" y="706366"/>
                  </a:lnTo>
                  <a:lnTo>
                    <a:pt x="2516613" y="671254"/>
                  </a:lnTo>
                  <a:lnTo>
                    <a:pt x="2551725" y="650979"/>
                  </a:lnTo>
                  <a:close/>
                </a:path>
                <a:path w="5889625" h="6395720">
                  <a:moveTo>
                    <a:pt x="2626213" y="782346"/>
                  </a:moveTo>
                  <a:lnTo>
                    <a:pt x="2645309" y="815420"/>
                  </a:lnTo>
                  <a:lnTo>
                    <a:pt x="2612229" y="834517"/>
                  </a:lnTo>
                  <a:lnTo>
                    <a:pt x="2593133" y="801442"/>
                  </a:lnTo>
                  <a:lnTo>
                    <a:pt x="2626213" y="782346"/>
                  </a:lnTo>
                  <a:close/>
                </a:path>
                <a:path w="5889625" h="6395720">
                  <a:moveTo>
                    <a:pt x="2700802" y="913311"/>
                  </a:moveTo>
                  <a:lnTo>
                    <a:pt x="2719021" y="944857"/>
                  </a:lnTo>
                  <a:lnTo>
                    <a:pt x="2687469" y="963071"/>
                  </a:lnTo>
                  <a:lnTo>
                    <a:pt x="2669256" y="931525"/>
                  </a:lnTo>
                  <a:lnTo>
                    <a:pt x="2700802" y="913311"/>
                  </a:lnTo>
                  <a:close/>
                </a:path>
                <a:path w="5889625" h="6395720">
                  <a:moveTo>
                    <a:pt x="2775183" y="1045075"/>
                  </a:moveTo>
                  <a:lnTo>
                    <a:pt x="2791928" y="1074087"/>
                  </a:lnTo>
                  <a:lnTo>
                    <a:pt x="2762929" y="1090831"/>
                  </a:lnTo>
                  <a:lnTo>
                    <a:pt x="2746178" y="1061820"/>
                  </a:lnTo>
                  <a:lnTo>
                    <a:pt x="2775183" y="1045075"/>
                  </a:lnTo>
                  <a:close/>
                </a:path>
                <a:path w="5889625" h="6395720">
                  <a:moveTo>
                    <a:pt x="2849785" y="1176040"/>
                  </a:moveTo>
                  <a:lnTo>
                    <a:pt x="2865647" y="1203517"/>
                  </a:lnTo>
                  <a:lnTo>
                    <a:pt x="2838170" y="1219385"/>
                  </a:lnTo>
                  <a:lnTo>
                    <a:pt x="2822302" y="1191908"/>
                  </a:lnTo>
                  <a:lnTo>
                    <a:pt x="2849785" y="1176040"/>
                  </a:lnTo>
                  <a:close/>
                </a:path>
                <a:path w="5889625" h="6395720">
                  <a:moveTo>
                    <a:pt x="2924481" y="1306609"/>
                  </a:moveTo>
                  <a:lnTo>
                    <a:pt x="2939756" y="1333067"/>
                  </a:lnTo>
                  <a:lnTo>
                    <a:pt x="2913298" y="1348342"/>
                  </a:lnTo>
                  <a:lnTo>
                    <a:pt x="2898022" y="1321884"/>
                  </a:lnTo>
                  <a:lnTo>
                    <a:pt x="2924481" y="1306609"/>
                  </a:lnTo>
                  <a:close/>
                </a:path>
                <a:path w="5889625" h="6395720">
                  <a:moveTo>
                    <a:pt x="2998969" y="1437970"/>
                  </a:moveTo>
                  <a:lnTo>
                    <a:pt x="3013071" y="1462397"/>
                  </a:lnTo>
                  <a:lnTo>
                    <a:pt x="2988645" y="1476500"/>
                  </a:lnTo>
                  <a:lnTo>
                    <a:pt x="2974542" y="1452073"/>
                  </a:lnTo>
                  <a:lnTo>
                    <a:pt x="2998969" y="1437970"/>
                  </a:lnTo>
                  <a:close/>
                </a:path>
                <a:path w="5889625" h="6395720">
                  <a:moveTo>
                    <a:pt x="3073457" y="1569332"/>
                  </a:moveTo>
                  <a:lnTo>
                    <a:pt x="3086387" y="1591721"/>
                  </a:lnTo>
                  <a:lnTo>
                    <a:pt x="3063992" y="1604651"/>
                  </a:lnTo>
                  <a:lnTo>
                    <a:pt x="3051068" y="1582262"/>
                  </a:lnTo>
                  <a:lnTo>
                    <a:pt x="3073457" y="1569332"/>
                  </a:lnTo>
                  <a:close/>
                </a:path>
                <a:path w="5889625" h="6395720">
                  <a:moveTo>
                    <a:pt x="3148052" y="1700303"/>
                  </a:moveTo>
                  <a:lnTo>
                    <a:pt x="3160100" y="1721164"/>
                  </a:lnTo>
                  <a:lnTo>
                    <a:pt x="3139233" y="1733211"/>
                  </a:lnTo>
                  <a:lnTo>
                    <a:pt x="3127185" y="1712350"/>
                  </a:lnTo>
                  <a:lnTo>
                    <a:pt x="3148052" y="1700303"/>
                  </a:lnTo>
                  <a:close/>
                </a:path>
                <a:path w="5889625" h="6395720">
                  <a:moveTo>
                    <a:pt x="3222641" y="1831261"/>
                  </a:moveTo>
                  <a:lnTo>
                    <a:pt x="3233806" y="1850600"/>
                  </a:lnTo>
                  <a:lnTo>
                    <a:pt x="3214473" y="1861765"/>
                  </a:lnTo>
                  <a:lnTo>
                    <a:pt x="3203309" y="1842426"/>
                  </a:lnTo>
                  <a:lnTo>
                    <a:pt x="3222641" y="1831261"/>
                  </a:lnTo>
                  <a:close/>
                </a:path>
                <a:path w="5889625" h="6395720">
                  <a:moveTo>
                    <a:pt x="3297236" y="1962232"/>
                  </a:moveTo>
                  <a:lnTo>
                    <a:pt x="3307518" y="1980037"/>
                  </a:lnTo>
                  <a:lnTo>
                    <a:pt x="3289714" y="1990319"/>
                  </a:lnTo>
                  <a:lnTo>
                    <a:pt x="3279431" y="1972515"/>
                  </a:lnTo>
                  <a:lnTo>
                    <a:pt x="3297236" y="1962232"/>
                  </a:lnTo>
                  <a:close/>
                </a:path>
                <a:path w="5889625" h="6395720">
                  <a:moveTo>
                    <a:pt x="3371831" y="2093191"/>
                  </a:moveTo>
                  <a:lnTo>
                    <a:pt x="3381231" y="2109479"/>
                  </a:lnTo>
                  <a:lnTo>
                    <a:pt x="3364955" y="2118879"/>
                  </a:lnTo>
                  <a:lnTo>
                    <a:pt x="3355549" y="2102591"/>
                  </a:lnTo>
                  <a:lnTo>
                    <a:pt x="3371831" y="2093191"/>
                  </a:lnTo>
                  <a:close/>
                </a:path>
                <a:path w="5889625" h="6395720">
                  <a:moveTo>
                    <a:pt x="3446432" y="2224156"/>
                  </a:moveTo>
                  <a:lnTo>
                    <a:pt x="3454949" y="2238910"/>
                  </a:lnTo>
                  <a:lnTo>
                    <a:pt x="3440195" y="2247433"/>
                  </a:lnTo>
                  <a:lnTo>
                    <a:pt x="3431672" y="2232673"/>
                  </a:lnTo>
                  <a:lnTo>
                    <a:pt x="3446432" y="2224156"/>
                  </a:lnTo>
                  <a:close/>
                </a:path>
                <a:path w="5889625" h="6395720">
                  <a:moveTo>
                    <a:pt x="3521021" y="2355114"/>
                  </a:moveTo>
                  <a:lnTo>
                    <a:pt x="3528662" y="2368352"/>
                  </a:lnTo>
                  <a:lnTo>
                    <a:pt x="3515430" y="2375993"/>
                  </a:lnTo>
                  <a:lnTo>
                    <a:pt x="3507789" y="2362755"/>
                  </a:lnTo>
                  <a:lnTo>
                    <a:pt x="3521021" y="2355114"/>
                  </a:lnTo>
                  <a:close/>
                </a:path>
                <a:path w="5889625" h="6395720">
                  <a:moveTo>
                    <a:pt x="3595616" y="2486085"/>
                  </a:moveTo>
                  <a:lnTo>
                    <a:pt x="3602375" y="2497789"/>
                  </a:lnTo>
                  <a:lnTo>
                    <a:pt x="3590671" y="2504547"/>
                  </a:lnTo>
                  <a:lnTo>
                    <a:pt x="3583912" y="2492843"/>
                  </a:lnTo>
                  <a:lnTo>
                    <a:pt x="3595616" y="2486085"/>
                  </a:lnTo>
                  <a:close/>
                </a:path>
                <a:path w="5889625" h="6395720">
                  <a:moveTo>
                    <a:pt x="3670211" y="2617050"/>
                  </a:moveTo>
                  <a:lnTo>
                    <a:pt x="3676087" y="2627225"/>
                  </a:lnTo>
                  <a:lnTo>
                    <a:pt x="3665911" y="2633101"/>
                  </a:lnTo>
                  <a:lnTo>
                    <a:pt x="3660035" y="2622926"/>
                  </a:lnTo>
                  <a:lnTo>
                    <a:pt x="3670211" y="2617050"/>
                  </a:lnTo>
                  <a:close/>
                </a:path>
                <a:path w="5889625" h="6395720">
                  <a:moveTo>
                    <a:pt x="3744806" y="2748015"/>
                  </a:moveTo>
                  <a:lnTo>
                    <a:pt x="3749799" y="2756669"/>
                  </a:lnTo>
                  <a:lnTo>
                    <a:pt x="3741152" y="2761662"/>
                  </a:lnTo>
                  <a:lnTo>
                    <a:pt x="3736153" y="2753008"/>
                  </a:lnTo>
                  <a:lnTo>
                    <a:pt x="3744806" y="2748015"/>
                  </a:lnTo>
                  <a:close/>
                </a:path>
                <a:path w="5889625" h="6395720">
                  <a:moveTo>
                    <a:pt x="3819508" y="2878577"/>
                  </a:moveTo>
                  <a:lnTo>
                    <a:pt x="3823915" y="2886205"/>
                  </a:lnTo>
                  <a:lnTo>
                    <a:pt x="3816280" y="2890612"/>
                  </a:lnTo>
                  <a:lnTo>
                    <a:pt x="3811873" y="2882984"/>
                  </a:lnTo>
                  <a:lnTo>
                    <a:pt x="3819508" y="2878577"/>
                  </a:lnTo>
                  <a:close/>
                </a:path>
                <a:path w="5889625" h="6395720">
                  <a:moveTo>
                    <a:pt x="3894210" y="3009138"/>
                  </a:moveTo>
                  <a:lnTo>
                    <a:pt x="3898030" y="3015754"/>
                  </a:lnTo>
                  <a:lnTo>
                    <a:pt x="3891414" y="3019575"/>
                  </a:lnTo>
                  <a:lnTo>
                    <a:pt x="3887594" y="3012959"/>
                  </a:lnTo>
                  <a:lnTo>
                    <a:pt x="3894210" y="3009138"/>
                  </a:lnTo>
                  <a:close/>
                </a:path>
                <a:path w="5889625" h="6395720">
                  <a:moveTo>
                    <a:pt x="3968911" y="3139700"/>
                  </a:moveTo>
                  <a:lnTo>
                    <a:pt x="3972145" y="3145298"/>
                  </a:lnTo>
                  <a:lnTo>
                    <a:pt x="3966542" y="3148532"/>
                  </a:lnTo>
                  <a:lnTo>
                    <a:pt x="3963314" y="3142934"/>
                  </a:lnTo>
                  <a:lnTo>
                    <a:pt x="3968911" y="3139700"/>
                  </a:lnTo>
                  <a:close/>
                </a:path>
                <a:path w="5889625" h="6395720">
                  <a:moveTo>
                    <a:pt x="4043613" y="3270268"/>
                  </a:moveTo>
                  <a:lnTo>
                    <a:pt x="4046255" y="3274847"/>
                  </a:lnTo>
                  <a:lnTo>
                    <a:pt x="4041682" y="3277489"/>
                  </a:lnTo>
                  <a:lnTo>
                    <a:pt x="4039034" y="3272910"/>
                  </a:lnTo>
                  <a:lnTo>
                    <a:pt x="4043613" y="3270268"/>
                  </a:lnTo>
                  <a:close/>
                </a:path>
                <a:path w="5889625" h="6395720">
                  <a:moveTo>
                    <a:pt x="4118315" y="3400830"/>
                  </a:moveTo>
                  <a:lnTo>
                    <a:pt x="4120370" y="3404390"/>
                  </a:lnTo>
                  <a:lnTo>
                    <a:pt x="4116810" y="3406445"/>
                  </a:lnTo>
                  <a:lnTo>
                    <a:pt x="4114755" y="3402885"/>
                  </a:lnTo>
                  <a:lnTo>
                    <a:pt x="4118315" y="3400830"/>
                  </a:lnTo>
                  <a:close/>
                </a:path>
                <a:path w="5889625" h="6395720">
                  <a:moveTo>
                    <a:pt x="4193016" y="3531392"/>
                  </a:moveTo>
                  <a:lnTo>
                    <a:pt x="4194485" y="3533933"/>
                  </a:lnTo>
                  <a:lnTo>
                    <a:pt x="4191944" y="3535402"/>
                  </a:lnTo>
                  <a:lnTo>
                    <a:pt x="4190475" y="3532861"/>
                  </a:lnTo>
                  <a:lnTo>
                    <a:pt x="4193016" y="3531392"/>
                  </a:lnTo>
                  <a:close/>
                </a:path>
                <a:path w="5889625" h="6395720">
                  <a:moveTo>
                    <a:pt x="4267724" y="3661954"/>
                  </a:moveTo>
                  <a:lnTo>
                    <a:pt x="4268606" y="3663482"/>
                  </a:lnTo>
                  <a:lnTo>
                    <a:pt x="4267072" y="3664365"/>
                  </a:lnTo>
                  <a:lnTo>
                    <a:pt x="4266190" y="3662837"/>
                  </a:lnTo>
                  <a:lnTo>
                    <a:pt x="4267724" y="3661954"/>
                  </a:lnTo>
                  <a:close/>
                </a:path>
                <a:path w="5889625" h="6395720">
                  <a:moveTo>
                    <a:pt x="1947572" y="0"/>
                  </a:moveTo>
                  <a:lnTo>
                    <a:pt x="1977021" y="0"/>
                  </a:lnTo>
                  <a:lnTo>
                    <a:pt x="1954936" y="12753"/>
                  </a:lnTo>
                  <a:lnTo>
                    <a:pt x="1947572" y="0"/>
                  </a:lnTo>
                  <a:close/>
                </a:path>
                <a:path w="5889625" h="6395720">
                  <a:moveTo>
                    <a:pt x="2049633" y="68667"/>
                  </a:moveTo>
                  <a:lnTo>
                    <a:pt x="2076074" y="114464"/>
                  </a:lnTo>
                  <a:lnTo>
                    <a:pt x="2030276" y="140904"/>
                  </a:lnTo>
                  <a:lnTo>
                    <a:pt x="2003836" y="95107"/>
                  </a:lnTo>
                  <a:lnTo>
                    <a:pt x="2049633" y="68667"/>
                  </a:lnTo>
                  <a:close/>
                </a:path>
                <a:path w="5889625" h="6395720">
                  <a:moveTo>
                    <a:pt x="2124015" y="200437"/>
                  </a:moveTo>
                  <a:lnTo>
                    <a:pt x="2148987" y="243687"/>
                  </a:lnTo>
                  <a:lnTo>
                    <a:pt x="2105737" y="268659"/>
                  </a:lnTo>
                  <a:lnTo>
                    <a:pt x="2080765" y="225409"/>
                  </a:lnTo>
                  <a:lnTo>
                    <a:pt x="2124015" y="200437"/>
                  </a:lnTo>
                  <a:close/>
                </a:path>
                <a:path w="5889625" h="6395720">
                  <a:moveTo>
                    <a:pt x="2198616" y="331402"/>
                  </a:moveTo>
                  <a:lnTo>
                    <a:pt x="2222705" y="373124"/>
                  </a:lnTo>
                  <a:lnTo>
                    <a:pt x="2180977" y="397219"/>
                  </a:lnTo>
                  <a:lnTo>
                    <a:pt x="2156888" y="355491"/>
                  </a:lnTo>
                  <a:lnTo>
                    <a:pt x="2198616" y="331402"/>
                  </a:lnTo>
                  <a:close/>
                </a:path>
                <a:path w="5889625" h="6395720">
                  <a:moveTo>
                    <a:pt x="2273099" y="462769"/>
                  </a:moveTo>
                  <a:lnTo>
                    <a:pt x="2296015" y="502460"/>
                  </a:lnTo>
                  <a:lnTo>
                    <a:pt x="2256325" y="525376"/>
                  </a:lnTo>
                  <a:lnTo>
                    <a:pt x="2233408" y="485686"/>
                  </a:lnTo>
                  <a:lnTo>
                    <a:pt x="2273099" y="462769"/>
                  </a:lnTo>
                  <a:close/>
                </a:path>
                <a:path w="5889625" h="6395720">
                  <a:moveTo>
                    <a:pt x="2347688" y="593728"/>
                  </a:moveTo>
                  <a:lnTo>
                    <a:pt x="2369727" y="631896"/>
                  </a:lnTo>
                  <a:lnTo>
                    <a:pt x="2331565" y="653930"/>
                  </a:lnTo>
                  <a:lnTo>
                    <a:pt x="2309525" y="615762"/>
                  </a:lnTo>
                  <a:lnTo>
                    <a:pt x="2347688" y="593728"/>
                  </a:lnTo>
                  <a:close/>
                </a:path>
                <a:path w="5889625" h="6395720">
                  <a:moveTo>
                    <a:pt x="2422176" y="725096"/>
                  </a:moveTo>
                  <a:lnTo>
                    <a:pt x="2443037" y="761226"/>
                  </a:lnTo>
                  <a:lnTo>
                    <a:pt x="2406912" y="782081"/>
                  </a:lnTo>
                  <a:lnTo>
                    <a:pt x="2386051" y="745951"/>
                  </a:lnTo>
                  <a:lnTo>
                    <a:pt x="2422176" y="725096"/>
                  </a:lnTo>
                  <a:close/>
                </a:path>
                <a:path w="5889625" h="6395720">
                  <a:moveTo>
                    <a:pt x="2496670" y="856463"/>
                  </a:moveTo>
                  <a:lnTo>
                    <a:pt x="2516352" y="890550"/>
                  </a:lnTo>
                  <a:lnTo>
                    <a:pt x="2482253" y="910239"/>
                  </a:lnTo>
                  <a:lnTo>
                    <a:pt x="2462571" y="876146"/>
                  </a:lnTo>
                  <a:lnTo>
                    <a:pt x="2496670" y="856463"/>
                  </a:lnTo>
                  <a:close/>
                </a:path>
                <a:path w="5889625" h="6395720">
                  <a:moveTo>
                    <a:pt x="2571259" y="987422"/>
                  </a:moveTo>
                  <a:lnTo>
                    <a:pt x="2590064" y="1019993"/>
                  </a:lnTo>
                  <a:lnTo>
                    <a:pt x="2557493" y="1038793"/>
                  </a:lnTo>
                  <a:lnTo>
                    <a:pt x="2538693" y="1006227"/>
                  </a:lnTo>
                  <a:lnTo>
                    <a:pt x="2571259" y="987422"/>
                  </a:lnTo>
                  <a:close/>
                </a:path>
                <a:path w="5889625" h="6395720">
                  <a:moveTo>
                    <a:pt x="2645741" y="1118789"/>
                  </a:moveTo>
                  <a:lnTo>
                    <a:pt x="2663374" y="1149328"/>
                  </a:lnTo>
                  <a:lnTo>
                    <a:pt x="2632841" y="1166955"/>
                  </a:lnTo>
                  <a:lnTo>
                    <a:pt x="2615214" y="1136416"/>
                  </a:lnTo>
                  <a:lnTo>
                    <a:pt x="2645741" y="1118789"/>
                  </a:lnTo>
                  <a:close/>
                </a:path>
                <a:path w="5889625" h="6395720">
                  <a:moveTo>
                    <a:pt x="2720235" y="1250157"/>
                  </a:moveTo>
                  <a:lnTo>
                    <a:pt x="2736683" y="1278653"/>
                  </a:lnTo>
                  <a:lnTo>
                    <a:pt x="2708194" y="1295107"/>
                  </a:lnTo>
                  <a:lnTo>
                    <a:pt x="2691739" y="1266611"/>
                  </a:lnTo>
                  <a:lnTo>
                    <a:pt x="2720235" y="1250157"/>
                  </a:lnTo>
                  <a:close/>
                </a:path>
                <a:path w="5889625" h="6395720">
                  <a:moveTo>
                    <a:pt x="2794937" y="1380718"/>
                  </a:moveTo>
                  <a:lnTo>
                    <a:pt x="2810799" y="1408195"/>
                  </a:lnTo>
                  <a:lnTo>
                    <a:pt x="2783322" y="1424057"/>
                  </a:lnTo>
                  <a:lnTo>
                    <a:pt x="2767460" y="1396586"/>
                  </a:lnTo>
                  <a:lnTo>
                    <a:pt x="2794937" y="1380718"/>
                  </a:lnTo>
                  <a:close/>
                </a:path>
                <a:path w="5889625" h="6395720">
                  <a:moveTo>
                    <a:pt x="2869419" y="1512086"/>
                  </a:moveTo>
                  <a:lnTo>
                    <a:pt x="2884108" y="1537531"/>
                  </a:lnTo>
                  <a:lnTo>
                    <a:pt x="2858669" y="1552221"/>
                  </a:lnTo>
                  <a:lnTo>
                    <a:pt x="2843980" y="1526775"/>
                  </a:lnTo>
                  <a:lnTo>
                    <a:pt x="2869419" y="1512086"/>
                  </a:lnTo>
                  <a:close/>
                </a:path>
                <a:path w="5889625" h="6395720">
                  <a:moveTo>
                    <a:pt x="2943908" y="1643454"/>
                  </a:moveTo>
                  <a:lnTo>
                    <a:pt x="2957424" y="1666855"/>
                  </a:lnTo>
                  <a:lnTo>
                    <a:pt x="2934016" y="1680372"/>
                  </a:lnTo>
                  <a:lnTo>
                    <a:pt x="2920506" y="1656964"/>
                  </a:lnTo>
                  <a:lnTo>
                    <a:pt x="2943908" y="1643454"/>
                  </a:lnTo>
                  <a:close/>
                </a:path>
                <a:path w="5889625" h="6395720">
                  <a:moveTo>
                    <a:pt x="3018503" y="1774412"/>
                  </a:moveTo>
                  <a:lnTo>
                    <a:pt x="3031137" y="1796298"/>
                  </a:lnTo>
                  <a:lnTo>
                    <a:pt x="3009251" y="1808932"/>
                  </a:lnTo>
                  <a:lnTo>
                    <a:pt x="2996617" y="1787046"/>
                  </a:lnTo>
                  <a:lnTo>
                    <a:pt x="3018503" y="1774412"/>
                  </a:lnTo>
                  <a:close/>
                </a:path>
                <a:path w="5889625" h="6395720">
                  <a:moveTo>
                    <a:pt x="3093098" y="1905377"/>
                  </a:moveTo>
                  <a:lnTo>
                    <a:pt x="3104849" y="1925735"/>
                  </a:lnTo>
                  <a:lnTo>
                    <a:pt x="3084492" y="1937486"/>
                  </a:lnTo>
                  <a:lnTo>
                    <a:pt x="3072740" y="1917128"/>
                  </a:lnTo>
                  <a:lnTo>
                    <a:pt x="3093098" y="1905377"/>
                  </a:lnTo>
                  <a:close/>
                </a:path>
                <a:path w="5889625" h="6395720">
                  <a:moveTo>
                    <a:pt x="3167586" y="2036745"/>
                  </a:moveTo>
                  <a:lnTo>
                    <a:pt x="3178159" y="2055059"/>
                  </a:lnTo>
                  <a:lnTo>
                    <a:pt x="3159845" y="2065637"/>
                  </a:lnTo>
                  <a:lnTo>
                    <a:pt x="3149266" y="2047318"/>
                  </a:lnTo>
                  <a:lnTo>
                    <a:pt x="3167586" y="2036745"/>
                  </a:lnTo>
                  <a:close/>
                </a:path>
                <a:path w="5889625" h="6395720">
                  <a:moveTo>
                    <a:pt x="3242182" y="2167710"/>
                  </a:moveTo>
                  <a:lnTo>
                    <a:pt x="3251872" y="2184501"/>
                  </a:lnTo>
                  <a:lnTo>
                    <a:pt x="3235080" y="2194197"/>
                  </a:lnTo>
                  <a:lnTo>
                    <a:pt x="3225384" y="2177406"/>
                  </a:lnTo>
                  <a:lnTo>
                    <a:pt x="3242182" y="2167710"/>
                  </a:lnTo>
                  <a:close/>
                </a:path>
                <a:path w="5889625" h="6395720">
                  <a:moveTo>
                    <a:pt x="3316771" y="2298675"/>
                  </a:moveTo>
                  <a:lnTo>
                    <a:pt x="3325584" y="2313938"/>
                  </a:lnTo>
                  <a:lnTo>
                    <a:pt x="3310320" y="2322751"/>
                  </a:lnTo>
                  <a:lnTo>
                    <a:pt x="3301507" y="2307488"/>
                  </a:lnTo>
                  <a:lnTo>
                    <a:pt x="3316771" y="2298675"/>
                  </a:lnTo>
                  <a:close/>
                </a:path>
                <a:path w="5889625" h="6395720">
                  <a:moveTo>
                    <a:pt x="3391372" y="2429639"/>
                  </a:moveTo>
                  <a:lnTo>
                    <a:pt x="3399303" y="2443375"/>
                  </a:lnTo>
                  <a:lnTo>
                    <a:pt x="3385561" y="2451306"/>
                  </a:lnTo>
                  <a:lnTo>
                    <a:pt x="3377630" y="2437570"/>
                  </a:lnTo>
                  <a:lnTo>
                    <a:pt x="3391372" y="2429639"/>
                  </a:lnTo>
                  <a:close/>
                </a:path>
                <a:path w="5889625" h="6395720">
                  <a:moveTo>
                    <a:pt x="3466073" y="2560201"/>
                  </a:moveTo>
                  <a:lnTo>
                    <a:pt x="3473418" y="2572924"/>
                  </a:lnTo>
                  <a:lnTo>
                    <a:pt x="3460695" y="2580269"/>
                  </a:lnTo>
                  <a:lnTo>
                    <a:pt x="3453351" y="2567546"/>
                  </a:lnTo>
                  <a:lnTo>
                    <a:pt x="3466073" y="2560201"/>
                  </a:lnTo>
                  <a:close/>
                </a:path>
                <a:path w="5889625" h="6395720">
                  <a:moveTo>
                    <a:pt x="3540562" y="2691563"/>
                  </a:moveTo>
                  <a:lnTo>
                    <a:pt x="3546728" y="2702248"/>
                  </a:lnTo>
                  <a:lnTo>
                    <a:pt x="3536042" y="2708420"/>
                  </a:lnTo>
                  <a:lnTo>
                    <a:pt x="3529876" y="2697735"/>
                  </a:lnTo>
                  <a:lnTo>
                    <a:pt x="3540562" y="2691563"/>
                  </a:lnTo>
                  <a:close/>
                </a:path>
                <a:path w="5889625" h="6395720">
                  <a:moveTo>
                    <a:pt x="3615157" y="2822534"/>
                  </a:moveTo>
                  <a:lnTo>
                    <a:pt x="3620440" y="2831691"/>
                  </a:lnTo>
                  <a:lnTo>
                    <a:pt x="3611277" y="2836980"/>
                  </a:lnTo>
                  <a:lnTo>
                    <a:pt x="3605993" y="2827823"/>
                  </a:lnTo>
                  <a:lnTo>
                    <a:pt x="3615157" y="2822534"/>
                  </a:lnTo>
                  <a:close/>
                </a:path>
                <a:path w="5889625" h="6395720">
                  <a:moveTo>
                    <a:pt x="3689858" y="2953096"/>
                  </a:moveTo>
                  <a:lnTo>
                    <a:pt x="3694555" y="2961234"/>
                  </a:lnTo>
                  <a:lnTo>
                    <a:pt x="3686417" y="2965937"/>
                  </a:lnTo>
                  <a:lnTo>
                    <a:pt x="3681714" y="2957793"/>
                  </a:lnTo>
                  <a:lnTo>
                    <a:pt x="3689858" y="2953096"/>
                  </a:lnTo>
                  <a:close/>
                </a:path>
                <a:path w="5889625" h="6395720">
                  <a:moveTo>
                    <a:pt x="3764559" y="3083657"/>
                  </a:moveTo>
                  <a:lnTo>
                    <a:pt x="3768670" y="3090776"/>
                  </a:lnTo>
                  <a:lnTo>
                    <a:pt x="3761545" y="3094893"/>
                  </a:lnTo>
                  <a:lnTo>
                    <a:pt x="3757435" y="3087768"/>
                  </a:lnTo>
                  <a:lnTo>
                    <a:pt x="3764559" y="3083657"/>
                  </a:lnTo>
                  <a:close/>
                </a:path>
                <a:path w="5889625" h="6395720">
                  <a:moveTo>
                    <a:pt x="3839262" y="3214214"/>
                  </a:moveTo>
                  <a:lnTo>
                    <a:pt x="3842786" y="3220326"/>
                  </a:lnTo>
                  <a:lnTo>
                    <a:pt x="3836679" y="3223850"/>
                  </a:lnTo>
                  <a:lnTo>
                    <a:pt x="3833149" y="3217744"/>
                  </a:lnTo>
                  <a:lnTo>
                    <a:pt x="3839262" y="3214214"/>
                  </a:lnTo>
                  <a:close/>
                </a:path>
                <a:path w="5889625" h="6395720">
                  <a:moveTo>
                    <a:pt x="3913857" y="3345184"/>
                  </a:moveTo>
                  <a:lnTo>
                    <a:pt x="3916498" y="3349763"/>
                  </a:lnTo>
                  <a:lnTo>
                    <a:pt x="3911920" y="3352404"/>
                  </a:lnTo>
                  <a:lnTo>
                    <a:pt x="3909272" y="3347826"/>
                  </a:lnTo>
                  <a:lnTo>
                    <a:pt x="3913857" y="3345184"/>
                  </a:lnTo>
                  <a:close/>
                </a:path>
                <a:path w="5889625" h="6395720">
                  <a:moveTo>
                    <a:pt x="3988659" y="3475343"/>
                  </a:moveTo>
                  <a:lnTo>
                    <a:pt x="3991010" y="3479412"/>
                  </a:lnTo>
                  <a:lnTo>
                    <a:pt x="3986941" y="3481764"/>
                  </a:lnTo>
                  <a:lnTo>
                    <a:pt x="3984590" y="3477695"/>
                  </a:lnTo>
                  <a:lnTo>
                    <a:pt x="3988659" y="3475343"/>
                  </a:lnTo>
                  <a:close/>
                </a:path>
                <a:path w="5889625" h="6395720">
                  <a:moveTo>
                    <a:pt x="4063366" y="3605905"/>
                  </a:moveTo>
                  <a:lnTo>
                    <a:pt x="4065131" y="3608962"/>
                  </a:lnTo>
                  <a:lnTo>
                    <a:pt x="4062075" y="3610727"/>
                  </a:lnTo>
                  <a:lnTo>
                    <a:pt x="4060310" y="3607665"/>
                  </a:lnTo>
                  <a:lnTo>
                    <a:pt x="4063366" y="3605905"/>
                  </a:lnTo>
                  <a:close/>
                </a:path>
                <a:path w="5889625" h="6395720">
                  <a:moveTo>
                    <a:pt x="4138067" y="3736467"/>
                  </a:moveTo>
                  <a:lnTo>
                    <a:pt x="4139247" y="3738505"/>
                  </a:lnTo>
                  <a:lnTo>
                    <a:pt x="4137209" y="3739678"/>
                  </a:lnTo>
                  <a:lnTo>
                    <a:pt x="4136031" y="3737646"/>
                  </a:lnTo>
                  <a:lnTo>
                    <a:pt x="4138067" y="3736467"/>
                  </a:lnTo>
                  <a:close/>
                </a:path>
                <a:path w="5889625" h="6395720">
                  <a:moveTo>
                    <a:pt x="4211750" y="3867622"/>
                  </a:moveTo>
                  <a:lnTo>
                    <a:pt x="4213105" y="3867622"/>
                  </a:lnTo>
                  <a:lnTo>
                    <a:pt x="4213356" y="3868054"/>
                  </a:lnTo>
                  <a:lnTo>
                    <a:pt x="4211999" y="3868054"/>
                  </a:lnTo>
                  <a:lnTo>
                    <a:pt x="4211750" y="3867622"/>
                  </a:lnTo>
                  <a:close/>
                </a:path>
                <a:path w="5889625" h="6395720">
                  <a:moveTo>
                    <a:pt x="1845714" y="11018"/>
                  </a:moveTo>
                  <a:lnTo>
                    <a:pt x="1874210" y="60375"/>
                  </a:lnTo>
                  <a:lnTo>
                    <a:pt x="1824847" y="88876"/>
                  </a:lnTo>
                  <a:lnTo>
                    <a:pt x="1796351" y="39514"/>
                  </a:lnTo>
                  <a:lnTo>
                    <a:pt x="1845714" y="11018"/>
                  </a:lnTo>
                  <a:close/>
                </a:path>
                <a:path w="5889625" h="6395720">
                  <a:moveTo>
                    <a:pt x="1920197" y="142379"/>
                  </a:moveTo>
                  <a:lnTo>
                    <a:pt x="1947520" y="189705"/>
                  </a:lnTo>
                  <a:lnTo>
                    <a:pt x="1900200" y="217028"/>
                  </a:lnTo>
                  <a:lnTo>
                    <a:pt x="1872877" y="169702"/>
                  </a:lnTo>
                  <a:lnTo>
                    <a:pt x="1920197" y="142379"/>
                  </a:lnTo>
                  <a:close/>
                </a:path>
                <a:path w="5889625" h="6395720">
                  <a:moveTo>
                    <a:pt x="1994685" y="273753"/>
                  </a:moveTo>
                  <a:lnTo>
                    <a:pt x="2020835" y="319040"/>
                  </a:lnTo>
                  <a:lnTo>
                    <a:pt x="1975548" y="345185"/>
                  </a:lnTo>
                  <a:lnTo>
                    <a:pt x="1949397" y="299897"/>
                  </a:lnTo>
                  <a:lnTo>
                    <a:pt x="1994685" y="273753"/>
                  </a:lnTo>
                  <a:close/>
                </a:path>
                <a:path w="5889625" h="6395720">
                  <a:moveTo>
                    <a:pt x="2069172" y="405114"/>
                  </a:moveTo>
                  <a:lnTo>
                    <a:pt x="2094145" y="448364"/>
                  </a:lnTo>
                  <a:lnTo>
                    <a:pt x="2050888" y="473342"/>
                  </a:lnTo>
                  <a:lnTo>
                    <a:pt x="2025917" y="430086"/>
                  </a:lnTo>
                  <a:lnTo>
                    <a:pt x="2069172" y="405114"/>
                  </a:lnTo>
                  <a:close/>
                </a:path>
                <a:path w="5889625" h="6395720">
                  <a:moveTo>
                    <a:pt x="2143661" y="536482"/>
                  </a:moveTo>
                  <a:lnTo>
                    <a:pt x="2167454" y="577695"/>
                  </a:lnTo>
                  <a:lnTo>
                    <a:pt x="2126236" y="601493"/>
                  </a:lnTo>
                  <a:lnTo>
                    <a:pt x="2102443" y="560275"/>
                  </a:lnTo>
                  <a:lnTo>
                    <a:pt x="2143661" y="536482"/>
                  </a:lnTo>
                  <a:close/>
                </a:path>
                <a:path w="5889625" h="6395720">
                  <a:moveTo>
                    <a:pt x="2218150" y="667844"/>
                  </a:moveTo>
                  <a:lnTo>
                    <a:pt x="2240770" y="707031"/>
                  </a:lnTo>
                  <a:lnTo>
                    <a:pt x="2201583" y="729651"/>
                  </a:lnTo>
                  <a:lnTo>
                    <a:pt x="2178962" y="690470"/>
                  </a:lnTo>
                  <a:lnTo>
                    <a:pt x="2218150" y="667844"/>
                  </a:lnTo>
                  <a:close/>
                </a:path>
                <a:path w="5889625" h="6395720">
                  <a:moveTo>
                    <a:pt x="2292745" y="798809"/>
                  </a:moveTo>
                  <a:lnTo>
                    <a:pt x="2314483" y="836468"/>
                  </a:lnTo>
                  <a:lnTo>
                    <a:pt x="2276829" y="858205"/>
                  </a:lnTo>
                  <a:lnTo>
                    <a:pt x="2255086" y="820552"/>
                  </a:lnTo>
                  <a:lnTo>
                    <a:pt x="2292745" y="798809"/>
                  </a:lnTo>
                  <a:close/>
                </a:path>
                <a:path w="5889625" h="6395720">
                  <a:moveTo>
                    <a:pt x="2367233" y="930177"/>
                  </a:moveTo>
                  <a:lnTo>
                    <a:pt x="2387798" y="965792"/>
                  </a:lnTo>
                  <a:lnTo>
                    <a:pt x="2352170" y="986363"/>
                  </a:lnTo>
                  <a:lnTo>
                    <a:pt x="2331606" y="950741"/>
                  </a:lnTo>
                  <a:lnTo>
                    <a:pt x="2367233" y="930177"/>
                  </a:lnTo>
                  <a:close/>
                </a:path>
                <a:path w="5889625" h="6395720">
                  <a:moveTo>
                    <a:pt x="2441715" y="1061544"/>
                  </a:moveTo>
                  <a:lnTo>
                    <a:pt x="2461102" y="1095122"/>
                  </a:lnTo>
                  <a:lnTo>
                    <a:pt x="2427518" y="1114514"/>
                  </a:lnTo>
                  <a:lnTo>
                    <a:pt x="2408132" y="1080930"/>
                  </a:lnTo>
                  <a:lnTo>
                    <a:pt x="2441715" y="1061544"/>
                  </a:lnTo>
                  <a:close/>
                </a:path>
                <a:path w="5889625" h="6395720">
                  <a:moveTo>
                    <a:pt x="2516311" y="1192509"/>
                  </a:moveTo>
                  <a:lnTo>
                    <a:pt x="2534814" y="1224564"/>
                  </a:lnTo>
                  <a:lnTo>
                    <a:pt x="2502759" y="1243068"/>
                  </a:lnTo>
                  <a:lnTo>
                    <a:pt x="2484255" y="1211012"/>
                  </a:lnTo>
                  <a:lnTo>
                    <a:pt x="2516311" y="1192509"/>
                  </a:lnTo>
                  <a:close/>
                </a:path>
                <a:path w="5889625" h="6395720">
                  <a:moveTo>
                    <a:pt x="2590687" y="1324273"/>
                  </a:moveTo>
                  <a:lnTo>
                    <a:pt x="2607727" y="1353788"/>
                  </a:lnTo>
                  <a:lnTo>
                    <a:pt x="2578218" y="1370822"/>
                  </a:lnTo>
                  <a:lnTo>
                    <a:pt x="2561178" y="1341308"/>
                  </a:lnTo>
                  <a:lnTo>
                    <a:pt x="2590687" y="1324273"/>
                  </a:lnTo>
                  <a:close/>
                </a:path>
                <a:path w="5889625" h="6395720">
                  <a:moveTo>
                    <a:pt x="2665288" y="1455238"/>
                  </a:moveTo>
                  <a:lnTo>
                    <a:pt x="2681446" y="1483224"/>
                  </a:lnTo>
                  <a:lnTo>
                    <a:pt x="2653454" y="1499383"/>
                  </a:lnTo>
                  <a:lnTo>
                    <a:pt x="2637296" y="1471396"/>
                  </a:lnTo>
                  <a:lnTo>
                    <a:pt x="2665288" y="1455238"/>
                  </a:lnTo>
                  <a:close/>
                </a:path>
                <a:path w="5889625" h="6395720">
                  <a:moveTo>
                    <a:pt x="2739877" y="1586197"/>
                  </a:moveTo>
                  <a:lnTo>
                    <a:pt x="2755158" y="1612661"/>
                  </a:lnTo>
                  <a:lnTo>
                    <a:pt x="2728694" y="1627936"/>
                  </a:lnTo>
                  <a:lnTo>
                    <a:pt x="2713413" y="1601478"/>
                  </a:lnTo>
                  <a:lnTo>
                    <a:pt x="2739877" y="1586197"/>
                  </a:lnTo>
                  <a:close/>
                </a:path>
                <a:path w="5889625" h="6395720">
                  <a:moveTo>
                    <a:pt x="2814365" y="1717570"/>
                  </a:moveTo>
                  <a:lnTo>
                    <a:pt x="2828462" y="1741991"/>
                  </a:lnTo>
                  <a:lnTo>
                    <a:pt x="2804041" y="1756088"/>
                  </a:lnTo>
                  <a:lnTo>
                    <a:pt x="2789944" y="1731667"/>
                  </a:lnTo>
                  <a:lnTo>
                    <a:pt x="2814365" y="1717570"/>
                  </a:lnTo>
                  <a:close/>
                </a:path>
                <a:path w="5889625" h="6395720">
                  <a:moveTo>
                    <a:pt x="2888853" y="1848932"/>
                  </a:moveTo>
                  <a:lnTo>
                    <a:pt x="2901777" y="1871321"/>
                  </a:lnTo>
                  <a:lnTo>
                    <a:pt x="2879388" y="1884251"/>
                  </a:lnTo>
                  <a:lnTo>
                    <a:pt x="2866464" y="1861862"/>
                  </a:lnTo>
                  <a:lnTo>
                    <a:pt x="2888853" y="1848932"/>
                  </a:lnTo>
                  <a:close/>
                </a:path>
                <a:path w="5889625" h="6395720">
                  <a:moveTo>
                    <a:pt x="2963442" y="1979897"/>
                  </a:moveTo>
                  <a:lnTo>
                    <a:pt x="2975489" y="2000764"/>
                  </a:lnTo>
                  <a:lnTo>
                    <a:pt x="2954629" y="2012805"/>
                  </a:lnTo>
                  <a:lnTo>
                    <a:pt x="2942581" y="1991938"/>
                  </a:lnTo>
                  <a:lnTo>
                    <a:pt x="2963442" y="1979897"/>
                  </a:lnTo>
                  <a:close/>
                </a:path>
                <a:path w="5889625" h="6395720">
                  <a:moveTo>
                    <a:pt x="3038037" y="2110862"/>
                  </a:moveTo>
                  <a:lnTo>
                    <a:pt x="3049202" y="2130201"/>
                  </a:lnTo>
                  <a:lnTo>
                    <a:pt x="3029869" y="2141359"/>
                  </a:lnTo>
                  <a:lnTo>
                    <a:pt x="3018705" y="2122027"/>
                  </a:lnTo>
                  <a:lnTo>
                    <a:pt x="3038037" y="2110862"/>
                  </a:lnTo>
                  <a:close/>
                </a:path>
                <a:path w="5889625" h="6395720">
                  <a:moveTo>
                    <a:pt x="3112638" y="2241826"/>
                  </a:moveTo>
                  <a:lnTo>
                    <a:pt x="3122921" y="2259637"/>
                  </a:lnTo>
                  <a:lnTo>
                    <a:pt x="3105104" y="2269920"/>
                  </a:lnTo>
                  <a:lnTo>
                    <a:pt x="3094822" y="2252109"/>
                  </a:lnTo>
                  <a:lnTo>
                    <a:pt x="3112638" y="2241826"/>
                  </a:lnTo>
                  <a:close/>
                </a:path>
                <a:path w="5889625" h="6395720">
                  <a:moveTo>
                    <a:pt x="3187234" y="2372785"/>
                  </a:moveTo>
                  <a:lnTo>
                    <a:pt x="3196634" y="2389073"/>
                  </a:lnTo>
                  <a:lnTo>
                    <a:pt x="3180345" y="2398479"/>
                  </a:lnTo>
                  <a:lnTo>
                    <a:pt x="3170945" y="2382191"/>
                  </a:lnTo>
                  <a:lnTo>
                    <a:pt x="3187234" y="2372785"/>
                  </a:lnTo>
                  <a:close/>
                </a:path>
                <a:path w="5889625" h="6395720">
                  <a:moveTo>
                    <a:pt x="3261716" y="2504153"/>
                  </a:moveTo>
                  <a:lnTo>
                    <a:pt x="3269943" y="2518403"/>
                  </a:lnTo>
                  <a:lnTo>
                    <a:pt x="3255698" y="2526630"/>
                  </a:lnTo>
                  <a:lnTo>
                    <a:pt x="3247471" y="2512379"/>
                  </a:lnTo>
                  <a:lnTo>
                    <a:pt x="3261716" y="2504153"/>
                  </a:lnTo>
                  <a:close/>
                </a:path>
                <a:path w="5889625" h="6395720">
                  <a:moveTo>
                    <a:pt x="3336417" y="2634714"/>
                  </a:moveTo>
                  <a:lnTo>
                    <a:pt x="3344058" y="2647952"/>
                  </a:lnTo>
                  <a:lnTo>
                    <a:pt x="3330832" y="2655587"/>
                  </a:lnTo>
                  <a:lnTo>
                    <a:pt x="3323191" y="2642355"/>
                  </a:lnTo>
                  <a:lnTo>
                    <a:pt x="3336417" y="2634714"/>
                  </a:lnTo>
                  <a:close/>
                </a:path>
                <a:path w="5889625" h="6395720">
                  <a:moveTo>
                    <a:pt x="3411013" y="2765685"/>
                  </a:moveTo>
                  <a:lnTo>
                    <a:pt x="3417765" y="2777383"/>
                  </a:lnTo>
                  <a:lnTo>
                    <a:pt x="3406067" y="2784141"/>
                  </a:lnTo>
                  <a:lnTo>
                    <a:pt x="3399315" y="2772438"/>
                  </a:lnTo>
                  <a:lnTo>
                    <a:pt x="3411013" y="2765685"/>
                  </a:lnTo>
                  <a:close/>
                </a:path>
                <a:path w="5889625" h="6395720">
                  <a:moveTo>
                    <a:pt x="3485501" y="2897047"/>
                  </a:moveTo>
                  <a:lnTo>
                    <a:pt x="3491080" y="2906713"/>
                  </a:lnTo>
                  <a:lnTo>
                    <a:pt x="3481414" y="2912299"/>
                  </a:lnTo>
                  <a:lnTo>
                    <a:pt x="3475835" y="2902632"/>
                  </a:lnTo>
                  <a:lnTo>
                    <a:pt x="3485501" y="2897047"/>
                  </a:lnTo>
                  <a:close/>
                </a:path>
                <a:path w="5889625" h="6395720">
                  <a:moveTo>
                    <a:pt x="3560203" y="3027609"/>
                  </a:moveTo>
                  <a:lnTo>
                    <a:pt x="3565196" y="3036256"/>
                  </a:lnTo>
                  <a:lnTo>
                    <a:pt x="3556542" y="3041255"/>
                  </a:lnTo>
                  <a:lnTo>
                    <a:pt x="3551549" y="3032608"/>
                  </a:lnTo>
                  <a:lnTo>
                    <a:pt x="3560203" y="3027609"/>
                  </a:lnTo>
                  <a:close/>
                </a:path>
                <a:path w="5889625" h="6395720">
                  <a:moveTo>
                    <a:pt x="3634910" y="3158170"/>
                  </a:moveTo>
                  <a:lnTo>
                    <a:pt x="3639317" y="3165805"/>
                  </a:lnTo>
                  <a:lnTo>
                    <a:pt x="3631682" y="3170212"/>
                  </a:lnTo>
                  <a:lnTo>
                    <a:pt x="3627275" y="3162577"/>
                  </a:lnTo>
                  <a:lnTo>
                    <a:pt x="3634910" y="3158170"/>
                  </a:lnTo>
                  <a:close/>
                </a:path>
                <a:path w="5889625" h="6395720">
                  <a:moveTo>
                    <a:pt x="3709606" y="3288739"/>
                  </a:moveTo>
                  <a:lnTo>
                    <a:pt x="3713426" y="3295355"/>
                  </a:lnTo>
                  <a:lnTo>
                    <a:pt x="3706816" y="3299169"/>
                  </a:lnTo>
                  <a:lnTo>
                    <a:pt x="3702995" y="3292553"/>
                  </a:lnTo>
                  <a:lnTo>
                    <a:pt x="3709606" y="3288739"/>
                  </a:lnTo>
                  <a:close/>
                </a:path>
                <a:path w="5889625" h="6395720">
                  <a:moveTo>
                    <a:pt x="3784201" y="3419697"/>
                  </a:moveTo>
                  <a:lnTo>
                    <a:pt x="3787138" y="3424785"/>
                  </a:lnTo>
                  <a:lnTo>
                    <a:pt x="3782051" y="3427723"/>
                  </a:lnTo>
                  <a:lnTo>
                    <a:pt x="3779113" y="3422635"/>
                  </a:lnTo>
                  <a:lnTo>
                    <a:pt x="3784201" y="3419697"/>
                  </a:lnTo>
                  <a:close/>
                </a:path>
                <a:path w="5889625" h="6395720">
                  <a:moveTo>
                    <a:pt x="3858902" y="3550259"/>
                  </a:moveTo>
                  <a:lnTo>
                    <a:pt x="3861254" y="3554334"/>
                  </a:lnTo>
                  <a:lnTo>
                    <a:pt x="3857185" y="3556680"/>
                  </a:lnTo>
                  <a:lnTo>
                    <a:pt x="3854833" y="3552610"/>
                  </a:lnTo>
                  <a:lnTo>
                    <a:pt x="3858902" y="3550259"/>
                  </a:lnTo>
                  <a:close/>
                </a:path>
                <a:path w="5889625" h="6395720">
                  <a:moveTo>
                    <a:pt x="3933604" y="3680821"/>
                  </a:moveTo>
                  <a:lnTo>
                    <a:pt x="3935369" y="3683883"/>
                  </a:lnTo>
                  <a:lnTo>
                    <a:pt x="3932319" y="3685643"/>
                  </a:lnTo>
                  <a:lnTo>
                    <a:pt x="3930554" y="3682586"/>
                  </a:lnTo>
                  <a:lnTo>
                    <a:pt x="3933604" y="3680821"/>
                  </a:lnTo>
                  <a:close/>
                </a:path>
                <a:path w="5889625" h="6395720">
                  <a:moveTo>
                    <a:pt x="4008418" y="3810986"/>
                  </a:moveTo>
                  <a:lnTo>
                    <a:pt x="4009887" y="3813533"/>
                  </a:lnTo>
                  <a:lnTo>
                    <a:pt x="4007340" y="3815002"/>
                  </a:lnTo>
                  <a:lnTo>
                    <a:pt x="4005871" y="3812455"/>
                  </a:lnTo>
                  <a:lnTo>
                    <a:pt x="4008418" y="3810986"/>
                  </a:lnTo>
                  <a:close/>
                </a:path>
                <a:path w="5889625" h="6395720">
                  <a:moveTo>
                    <a:pt x="4083114" y="3941554"/>
                  </a:moveTo>
                  <a:lnTo>
                    <a:pt x="4083996" y="3943076"/>
                  </a:lnTo>
                  <a:lnTo>
                    <a:pt x="4082474" y="3943953"/>
                  </a:lnTo>
                  <a:lnTo>
                    <a:pt x="4081592" y="3942431"/>
                  </a:lnTo>
                  <a:lnTo>
                    <a:pt x="4083114" y="3941554"/>
                  </a:lnTo>
                  <a:close/>
                </a:path>
                <a:path w="5889625" h="6395720">
                  <a:moveTo>
                    <a:pt x="1597815" y="0"/>
                  </a:moveTo>
                  <a:lnTo>
                    <a:pt x="1669052" y="0"/>
                  </a:lnTo>
                  <a:lnTo>
                    <a:pt x="1672743" y="6393"/>
                  </a:lnTo>
                  <a:lnTo>
                    <a:pt x="1619317" y="37240"/>
                  </a:lnTo>
                  <a:lnTo>
                    <a:pt x="1597815" y="0"/>
                  </a:lnTo>
                  <a:close/>
                </a:path>
                <a:path w="5889625" h="6395720">
                  <a:moveTo>
                    <a:pt x="1716384" y="84328"/>
                  </a:moveTo>
                  <a:lnTo>
                    <a:pt x="1746059" y="135722"/>
                  </a:lnTo>
                  <a:lnTo>
                    <a:pt x="1694658" y="165397"/>
                  </a:lnTo>
                  <a:lnTo>
                    <a:pt x="1664990" y="114003"/>
                  </a:lnTo>
                  <a:lnTo>
                    <a:pt x="1716384" y="84328"/>
                  </a:lnTo>
                  <a:close/>
                </a:path>
                <a:path w="5889625" h="6395720">
                  <a:moveTo>
                    <a:pt x="1790867" y="215696"/>
                  </a:moveTo>
                  <a:lnTo>
                    <a:pt x="1819369" y="265058"/>
                  </a:lnTo>
                  <a:lnTo>
                    <a:pt x="1770006" y="293555"/>
                  </a:lnTo>
                  <a:lnTo>
                    <a:pt x="1741510" y="244192"/>
                  </a:lnTo>
                  <a:lnTo>
                    <a:pt x="1790867" y="215696"/>
                  </a:lnTo>
                  <a:close/>
                </a:path>
                <a:path w="5889625" h="6395720">
                  <a:moveTo>
                    <a:pt x="1865249" y="347466"/>
                  </a:moveTo>
                  <a:lnTo>
                    <a:pt x="1892275" y="394276"/>
                  </a:lnTo>
                  <a:lnTo>
                    <a:pt x="1845460" y="421303"/>
                  </a:lnTo>
                  <a:lnTo>
                    <a:pt x="1818433" y="374493"/>
                  </a:lnTo>
                  <a:lnTo>
                    <a:pt x="1865249" y="347466"/>
                  </a:lnTo>
                  <a:close/>
                </a:path>
                <a:path w="5889625" h="6395720">
                  <a:moveTo>
                    <a:pt x="1939737" y="478828"/>
                  </a:moveTo>
                  <a:lnTo>
                    <a:pt x="1965591" y="523606"/>
                  </a:lnTo>
                  <a:lnTo>
                    <a:pt x="1920813" y="549460"/>
                  </a:lnTo>
                  <a:lnTo>
                    <a:pt x="1894959" y="504682"/>
                  </a:lnTo>
                  <a:lnTo>
                    <a:pt x="1939737" y="478828"/>
                  </a:lnTo>
                  <a:close/>
                </a:path>
                <a:path w="5889625" h="6395720">
                  <a:moveTo>
                    <a:pt x="2014219" y="610195"/>
                  </a:moveTo>
                  <a:lnTo>
                    <a:pt x="2038901" y="652936"/>
                  </a:lnTo>
                  <a:lnTo>
                    <a:pt x="1996154" y="677617"/>
                  </a:lnTo>
                  <a:lnTo>
                    <a:pt x="1971478" y="634871"/>
                  </a:lnTo>
                  <a:lnTo>
                    <a:pt x="2014219" y="610195"/>
                  </a:lnTo>
                  <a:close/>
                </a:path>
                <a:path w="5889625" h="6395720">
                  <a:moveTo>
                    <a:pt x="2088601" y="741960"/>
                  </a:moveTo>
                  <a:lnTo>
                    <a:pt x="2111807" y="782159"/>
                  </a:lnTo>
                  <a:lnTo>
                    <a:pt x="2071608" y="805372"/>
                  </a:lnTo>
                  <a:lnTo>
                    <a:pt x="2048401" y="765172"/>
                  </a:lnTo>
                  <a:lnTo>
                    <a:pt x="2088601" y="741960"/>
                  </a:lnTo>
                  <a:close/>
                </a:path>
                <a:path w="5889625" h="6395720">
                  <a:moveTo>
                    <a:pt x="2163190" y="872924"/>
                  </a:moveTo>
                  <a:lnTo>
                    <a:pt x="2185520" y="911602"/>
                  </a:lnTo>
                  <a:lnTo>
                    <a:pt x="2146848" y="933926"/>
                  </a:lnTo>
                  <a:lnTo>
                    <a:pt x="2124518" y="895249"/>
                  </a:lnTo>
                  <a:lnTo>
                    <a:pt x="2163190" y="872924"/>
                  </a:lnTo>
                  <a:close/>
                </a:path>
                <a:path w="5889625" h="6395720">
                  <a:moveTo>
                    <a:pt x="2237684" y="1004292"/>
                  </a:moveTo>
                  <a:lnTo>
                    <a:pt x="2258835" y="1040926"/>
                  </a:lnTo>
                  <a:lnTo>
                    <a:pt x="2222195" y="1062083"/>
                  </a:lnTo>
                  <a:lnTo>
                    <a:pt x="2201044" y="1025449"/>
                  </a:lnTo>
                  <a:lnTo>
                    <a:pt x="2237684" y="1004292"/>
                  </a:lnTo>
                  <a:close/>
                </a:path>
                <a:path w="5889625" h="6395720">
                  <a:moveTo>
                    <a:pt x="2312273" y="1135257"/>
                  </a:moveTo>
                  <a:lnTo>
                    <a:pt x="2332548" y="1170363"/>
                  </a:lnTo>
                  <a:lnTo>
                    <a:pt x="2297436" y="1190637"/>
                  </a:lnTo>
                  <a:lnTo>
                    <a:pt x="2277161" y="1155525"/>
                  </a:lnTo>
                  <a:lnTo>
                    <a:pt x="2312273" y="1135257"/>
                  </a:lnTo>
                  <a:close/>
                </a:path>
                <a:path w="5889625" h="6395720">
                  <a:moveTo>
                    <a:pt x="2386761" y="1266619"/>
                  </a:moveTo>
                  <a:lnTo>
                    <a:pt x="2405863" y="1299699"/>
                  </a:lnTo>
                  <a:lnTo>
                    <a:pt x="2372789" y="1318795"/>
                  </a:lnTo>
                  <a:lnTo>
                    <a:pt x="2353687" y="1285715"/>
                  </a:lnTo>
                  <a:lnTo>
                    <a:pt x="2386761" y="1266619"/>
                  </a:lnTo>
                  <a:close/>
                </a:path>
                <a:path w="5889625" h="6395720">
                  <a:moveTo>
                    <a:pt x="2461249" y="1397992"/>
                  </a:moveTo>
                  <a:lnTo>
                    <a:pt x="2479172" y="1429029"/>
                  </a:lnTo>
                  <a:lnTo>
                    <a:pt x="2448130" y="1446946"/>
                  </a:lnTo>
                  <a:lnTo>
                    <a:pt x="2430212" y="1415909"/>
                  </a:lnTo>
                  <a:lnTo>
                    <a:pt x="2461249" y="1397992"/>
                  </a:lnTo>
                  <a:close/>
                </a:path>
                <a:path w="5889625" h="6395720">
                  <a:moveTo>
                    <a:pt x="2535738" y="1529354"/>
                  </a:moveTo>
                  <a:lnTo>
                    <a:pt x="2552482" y="1558353"/>
                  </a:lnTo>
                  <a:lnTo>
                    <a:pt x="2523477" y="1575104"/>
                  </a:lnTo>
                  <a:lnTo>
                    <a:pt x="2506733" y="1546099"/>
                  </a:lnTo>
                  <a:lnTo>
                    <a:pt x="2535738" y="1529354"/>
                  </a:lnTo>
                  <a:close/>
                </a:path>
                <a:path w="5889625" h="6395720">
                  <a:moveTo>
                    <a:pt x="2610333" y="1660313"/>
                  </a:moveTo>
                  <a:lnTo>
                    <a:pt x="2626195" y="1687796"/>
                  </a:lnTo>
                  <a:lnTo>
                    <a:pt x="2598718" y="1703658"/>
                  </a:lnTo>
                  <a:lnTo>
                    <a:pt x="2582850" y="1676181"/>
                  </a:lnTo>
                  <a:lnTo>
                    <a:pt x="2610333" y="1660313"/>
                  </a:lnTo>
                  <a:close/>
                </a:path>
                <a:path w="5889625" h="6395720">
                  <a:moveTo>
                    <a:pt x="2684821" y="1791680"/>
                  </a:moveTo>
                  <a:lnTo>
                    <a:pt x="2699510" y="1817125"/>
                  </a:lnTo>
                  <a:lnTo>
                    <a:pt x="2674071" y="1831814"/>
                  </a:lnTo>
                  <a:lnTo>
                    <a:pt x="2659376" y="1806369"/>
                  </a:lnTo>
                  <a:lnTo>
                    <a:pt x="2684821" y="1791680"/>
                  </a:lnTo>
                  <a:close/>
                </a:path>
                <a:path w="5889625" h="6395720">
                  <a:moveTo>
                    <a:pt x="2759304" y="1923047"/>
                  </a:moveTo>
                  <a:lnTo>
                    <a:pt x="2772820" y="1946455"/>
                  </a:lnTo>
                  <a:lnTo>
                    <a:pt x="2749413" y="1959972"/>
                  </a:lnTo>
                  <a:lnTo>
                    <a:pt x="2735902" y="1936564"/>
                  </a:lnTo>
                  <a:lnTo>
                    <a:pt x="2759304" y="1923047"/>
                  </a:lnTo>
                  <a:close/>
                </a:path>
                <a:path w="5889625" h="6395720">
                  <a:moveTo>
                    <a:pt x="2833905" y="2054006"/>
                  </a:moveTo>
                  <a:lnTo>
                    <a:pt x="2846539" y="2075892"/>
                  </a:lnTo>
                  <a:lnTo>
                    <a:pt x="2824653" y="2088526"/>
                  </a:lnTo>
                  <a:lnTo>
                    <a:pt x="2812019" y="2066640"/>
                  </a:lnTo>
                  <a:lnTo>
                    <a:pt x="2833905" y="2054006"/>
                  </a:lnTo>
                  <a:close/>
                </a:path>
                <a:path w="5889625" h="6395720">
                  <a:moveTo>
                    <a:pt x="2908387" y="2185373"/>
                  </a:moveTo>
                  <a:lnTo>
                    <a:pt x="2919842" y="2205222"/>
                  </a:lnTo>
                  <a:lnTo>
                    <a:pt x="2900000" y="2216677"/>
                  </a:lnTo>
                  <a:lnTo>
                    <a:pt x="2888539" y="2196834"/>
                  </a:lnTo>
                  <a:lnTo>
                    <a:pt x="2908387" y="2185373"/>
                  </a:lnTo>
                  <a:close/>
                </a:path>
                <a:path w="5889625" h="6395720">
                  <a:moveTo>
                    <a:pt x="2982982" y="2316345"/>
                  </a:moveTo>
                  <a:lnTo>
                    <a:pt x="2993555" y="2334658"/>
                  </a:lnTo>
                  <a:lnTo>
                    <a:pt x="2975241" y="2345237"/>
                  </a:lnTo>
                  <a:lnTo>
                    <a:pt x="2964662" y="2326917"/>
                  </a:lnTo>
                  <a:lnTo>
                    <a:pt x="2982982" y="2316345"/>
                  </a:lnTo>
                  <a:close/>
                </a:path>
                <a:path w="5889625" h="6395720">
                  <a:moveTo>
                    <a:pt x="3057578" y="2447303"/>
                  </a:moveTo>
                  <a:lnTo>
                    <a:pt x="3067274" y="2464094"/>
                  </a:lnTo>
                  <a:lnTo>
                    <a:pt x="3050482" y="2473791"/>
                  </a:lnTo>
                  <a:lnTo>
                    <a:pt x="3040786" y="2456999"/>
                  </a:lnTo>
                  <a:lnTo>
                    <a:pt x="3057578" y="2447303"/>
                  </a:lnTo>
                  <a:close/>
                </a:path>
                <a:path w="5889625" h="6395720">
                  <a:moveTo>
                    <a:pt x="3132173" y="2578268"/>
                  </a:moveTo>
                  <a:lnTo>
                    <a:pt x="3140986" y="2593531"/>
                  </a:lnTo>
                  <a:lnTo>
                    <a:pt x="3125723" y="2602345"/>
                  </a:lnTo>
                  <a:lnTo>
                    <a:pt x="3116909" y="2587081"/>
                  </a:lnTo>
                  <a:lnTo>
                    <a:pt x="3132173" y="2578268"/>
                  </a:lnTo>
                  <a:close/>
                </a:path>
                <a:path w="5889625" h="6395720">
                  <a:moveTo>
                    <a:pt x="3206768" y="2709233"/>
                  </a:moveTo>
                  <a:lnTo>
                    <a:pt x="3214699" y="2722974"/>
                  </a:lnTo>
                  <a:lnTo>
                    <a:pt x="3200963" y="2730905"/>
                  </a:lnTo>
                  <a:lnTo>
                    <a:pt x="3193032" y="2717163"/>
                  </a:lnTo>
                  <a:lnTo>
                    <a:pt x="3206768" y="2709233"/>
                  </a:lnTo>
                  <a:close/>
                </a:path>
                <a:path w="5889625" h="6395720">
                  <a:moveTo>
                    <a:pt x="3281357" y="2840198"/>
                  </a:moveTo>
                  <a:lnTo>
                    <a:pt x="3288412" y="2852411"/>
                  </a:lnTo>
                  <a:lnTo>
                    <a:pt x="3276198" y="2859460"/>
                  </a:lnTo>
                  <a:lnTo>
                    <a:pt x="3269144" y="2847246"/>
                  </a:lnTo>
                  <a:lnTo>
                    <a:pt x="3281357" y="2840198"/>
                  </a:lnTo>
                  <a:close/>
                </a:path>
                <a:path w="5889625" h="6395720">
                  <a:moveTo>
                    <a:pt x="3355845" y="2971559"/>
                  </a:moveTo>
                  <a:lnTo>
                    <a:pt x="3361721" y="2981735"/>
                  </a:lnTo>
                  <a:lnTo>
                    <a:pt x="3351545" y="2987611"/>
                  </a:lnTo>
                  <a:lnTo>
                    <a:pt x="3345670" y="2977435"/>
                  </a:lnTo>
                  <a:lnTo>
                    <a:pt x="3355845" y="2971559"/>
                  </a:lnTo>
                  <a:close/>
                </a:path>
                <a:path w="5889625" h="6395720">
                  <a:moveTo>
                    <a:pt x="3430553" y="3102121"/>
                  </a:moveTo>
                  <a:lnTo>
                    <a:pt x="3435842" y="3111284"/>
                  </a:lnTo>
                  <a:lnTo>
                    <a:pt x="3426679" y="3116573"/>
                  </a:lnTo>
                  <a:lnTo>
                    <a:pt x="3421390" y="3107410"/>
                  </a:lnTo>
                  <a:lnTo>
                    <a:pt x="3430553" y="3102121"/>
                  </a:lnTo>
                  <a:close/>
                </a:path>
                <a:path w="5889625" h="6395720">
                  <a:moveTo>
                    <a:pt x="3505249" y="3232690"/>
                  </a:moveTo>
                  <a:lnTo>
                    <a:pt x="3509951" y="3240833"/>
                  </a:lnTo>
                  <a:lnTo>
                    <a:pt x="3501813" y="3245537"/>
                  </a:lnTo>
                  <a:lnTo>
                    <a:pt x="3497110" y="3237387"/>
                  </a:lnTo>
                  <a:lnTo>
                    <a:pt x="3505249" y="3232690"/>
                  </a:lnTo>
                  <a:close/>
                </a:path>
                <a:path w="5889625" h="6395720">
                  <a:moveTo>
                    <a:pt x="3579950" y="3363251"/>
                  </a:moveTo>
                  <a:lnTo>
                    <a:pt x="3584067" y="3370377"/>
                  </a:lnTo>
                  <a:lnTo>
                    <a:pt x="3576942" y="3374488"/>
                  </a:lnTo>
                  <a:lnTo>
                    <a:pt x="3572825" y="3367362"/>
                  </a:lnTo>
                  <a:lnTo>
                    <a:pt x="3579950" y="3363251"/>
                  </a:lnTo>
                  <a:close/>
                </a:path>
                <a:path w="5889625" h="6395720">
                  <a:moveTo>
                    <a:pt x="3654545" y="3494216"/>
                  </a:moveTo>
                  <a:lnTo>
                    <a:pt x="3657779" y="3499813"/>
                  </a:lnTo>
                  <a:lnTo>
                    <a:pt x="3652182" y="3503047"/>
                  </a:lnTo>
                  <a:lnTo>
                    <a:pt x="3648948" y="3497450"/>
                  </a:lnTo>
                  <a:lnTo>
                    <a:pt x="3654545" y="3494216"/>
                  </a:lnTo>
                  <a:close/>
                </a:path>
                <a:path w="5889625" h="6395720">
                  <a:moveTo>
                    <a:pt x="3729253" y="3624778"/>
                  </a:moveTo>
                  <a:lnTo>
                    <a:pt x="3731894" y="3629362"/>
                  </a:lnTo>
                  <a:lnTo>
                    <a:pt x="3727316" y="3632004"/>
                  </a:lnTo>
                  <a:lnTo>
                    <a:pt x="3724668" y="3627426"/>
                  </a:lnTo>
                  <a:lnTo>
                    <a:pt x="3729253" y="3624778"/>
                  </a:lnTo>
                  <a:close/>
                </a:path>
                <a:path w="5889625" h="6395720">
                  <a:moveTo>
                    <a:pt x="3803954" y="3755340"/>
                  </a:moveTo>
                  <a:lnTo>
                    <a:pt x="3806010" y="3758906"/>
                  </a:lnTo>
                  <a:lnTo>
                    <a:pt x="3802450" y="3760961"/>
                  </a:lnTo>
                  <a:lnTo>
                    <a:pt x="3800395" y="3757395"/>
                  </a:lnTo>
                  <a:lnTo>
                    <a:pt x="3803954" y="3755340"/>
                  </a:lnTo>
                  <a:close/>
                </a:path>
                <a:path w="5889625" h="6395720">
                  <a:moveTo>
                    <a:pt x="3878656" y="3885908"/>
                  </a:moveTo>
                  <a:lnTo>
                    <a:pt x="3880125" y="3888449"/>
                  </a:lnTo>
                  <a:lnTo>
                    <a:pt x="3877584" y="3889918"/>
                  </a:lnTo>
                  <a:lnTo>
                    <a:pt x="3876115" y="3887377"/>
                  </a:lnTo>
                  <a:lnTo>
                    <a:pt x="3878656" y="3885908"/>
                  </a:lnTo>
                  <a:close/>
                </a:path>
                <a:path w="5889625" h="6395720">
                  <a:moveTo>
                    <a:pt x="3953358" y="4016470"/>
                  </a:moveTo>
                  <a:lnTo>
                    <a:pt x="3954240" y="4017992"/>
                  </a:lnTo>
                  <a:lnTo>
                    <a:pt x="3952712" y="4018875"/>
                  </a:lnTo>
                  <a:lnTo>
                    <a:pt x="3951829" y="4017352"/>
                  </a:lnTo>
                  <a:lnTo>
                    <a:pt x="3953358" y="4016470"/>
                  </a:lnTo>
                  <a:close/>
                </a:path>
                <a:path w="5889625" h="6395720">
                  <a:moveTo>
                    <a:pt x="1512459" y="26680"/>
                  </a:moveTo>
                  <a:lnTo>
                    <a:pt x="1544189" y="81635"/>
                  </a:lnTo>
                  <a:lnTo>
                    <a:pt x="1489229" y="113365"/>
                  </a:lnTo>
                  <a:lnTo>
                    <a:pt x="1457499" y="58410"/>
                  </a:lnTo>
                  <a:lnTo>
                    <a:pt x="1512459" y="26680"/>
                  </a:lnTo>
                  <a:close/>
                </a:path>
                <a:path w="5889625" h="6395720">
                  <a:moveTo>
                    <a:pt x="1586948" y="158042"/>
                  </a:moveTo>
                  <a:lnTo>
                    <a:pt x="1617499" y="210964"/>
                  </a:lnTo>
                  <a:lnTo>
                    <a:pt x="1564577" y="241521"/>
                  </a:lnTo>
                  <a:lnTo>
                    <a:pt x="1534020" y="188599"/>
                  </a:lnTo>
                  <a:lnTo>
                    <a:pt x="1586948" y="158042"/>
                  </a:lnTo>
                  <a:close/>
                </a:path>
                <a:path w="5889625" h="6395720">
                  <a:moveTo>
                    <a:pt x="1661430" y="289410"/>
                  </a:moveTo>
                  <a:lnTo>
                    <a:pt x="1690808" y="340295"/>
                  </a:lnTo>
                  <a:lnTo>
                    <a:pt x="1639923" y="369673"/>
                  </a:lnTo>
                  <a:lnTo>
                    <a:pt x="1610545" y="318788"/>
                  </a:lnTo>
                  <a:lnTo>
                    <a:pt x="1661430" y="289410"/>
                  </a:lnTo>
                  <a:close/>
                </a:path>
                <a:path w="5889625" h="6395720">
                  <a:moveTo>
                    <a:pt x="1735812" y="421180"/>
                  </a:moveTo>
                  <a:lnTo>
                    <a:pt x="1763721" y="469518"/>
                  </a:lnTo>
                  <a:lnTo>
                    <a:pt x="1715377" y="497427"/>
                  </a:lnTo>
                  <a:lnTo>
                    <a:pt x="1687468" y="449089"/>
                  </a:lnTo>
                  <a:lnTo>
                    <a:pt x="1735812" y="421180"/>
                  </a:lnTo>
                  <a:close/>
                </a:path>
                <a:path w="5889625" h="6395720">
                  <a:moveTo>
                    <a:pt x="1810300" y="552541"/>
                  </a:moveTo>
                  <a:lnTo>
                    <a:pt x="1837037" y="598848"/>
                  </a:lnTo>
                  <a:lnTo>
                    <a:pt x="1790724" y="625584"/>
                  </a:lnTo>
                  <a:lnTo>
                    <a:pt x="1763987" y="579278"/>
                  </a:lnTo>
                  <a:lnTo>
                    <a:pt x="1810300" y="552541"/>
                  </a:lnTo>
                  <a:close/>
                </a:path>
                <a:path w="5889625" h="6395720">
                  <a:moveTo>
                    <a:pt x="1884676" y="684306"/>
                  </a:moveTo>
                  <a:lnTo>
                    <a:pt x="1909944" y="728071"/>
                  </a:lnTo>
                  <a:lnTo>
                    <a:pt x="1866179" y="753339"/>
                  </a:lnTo>
                  <a:lnTo>
                    <a:pt x="1840917" y="709574"/>
                  </a:lnTo>
                  <a:lnTo>
                    <a:pt x="1884676" y="684306"/>
                  </a:lnTo>
                  <a:close/>
                </a:path>
                <a:path w="5889625" h="6395720">
                  <a:moveTo>
                    <a:pt x="1959164" y="815673"/>
                  </a:moveTo>
                  <a:lnTo>
                    <a:pt x="1983253" y="857401"/>
                  </a:lnTo>
                  <a:lnTo>
                    <a:pt x="1941531" y="881490"/>
                  </a:lnTo>
                  <a:lnTo>
                    <a:pt x="1917436" y="839762"/>
                  </a:lnTo>
                  <a:lnTo>
                    <a:pt x="1959164" y="815673"/>
                  </a:lnTo>
                  <a:close/>
                </a:path>
                <a:path w="5889625" h="6395720">
                  <a:moveTo>
                    <a:pt x="2033653" y="947041"/>
                  </a:moveTo>
                  <a:lnTo>
                    <a:pt x="2056569" y="986731"/>
                  </a:lnTo>
                  <a:lnTo>
                    <a:pt x="2016873" y="1009648"/>
                  </a:lnTo>
                  <a:lnTo>
                    <a:pt x="1993957" y="969957"/>
                  </a:lnTo>
                  <a:lnTo>
                    <a:pt x="2033653" y="947041"/>
                  </a:lnTo>
                  <a:close/>
                </a:path>
                <a:path w="5889625" h="6395720">
                  <a:moveTo>
                    <a:pt x="2108141" y="1078402"/>
                  </a:moveTo>
                  <a:lnTo>
                    <a:pt x="2129879" y="1116056"/>
                  </a:lnTo>
                  <a:lnTo>
                    <a:pt x="2092220" y="1137799"/>
                  </a:lnTo>
                  <a:lnTo>
                    <a:pt x="2070476" y="1100146"/>
                  </a:lnTo>
                  <a:lnTo>
                    <a:pt x="2108141" y="1078402"/>
                  </a:lnTo>
                  <a:close/>
                </a:path>
                <a:path w="5889625" h="6395720">
                  <a:moveTo>
                    <a:pt x="2182736" y="1209367"/>
                  </a:moveTo>
                  <a:lnTo>
                    <a:pt x="2203591" y="1245498"/>
                  </a:lnTo>
                  <a:lnTo>
                    <a:pt x="2167461" y="1266359"/>
                  </a:lnTo>
                  <a:lnTo>
                    <a:pt x="2146600" y="1230228"/>
                  </a:lnTo>
                  <a:lnTo>
                    <a:pt x="2182736" y="1209367"/>
                  </a:lnTo>
                  <a:close/>
                </a:path>
                <a:path w="5889625" h="6395720">
                  <a:moveTo>
                    <a:pt x="2257112" y="1341138"/>
                  </a:moveTo>
                  <a:lnTo>
                    <a:pt x="2276504" y="1374721"/>
                  </a:lnTo>
                  <a:lnTo>
                    <a:pt x="2242915" y="1394114"/>
                  </a:lnTo>
                  <a:lnTo>
                    <a:pt x="2223528" y="1360530"/>
                  </a:lnTo>
                  <a:lnTo>
                    <a:pt x="2257112" y="1341138"/>
                  </a:lnTo>
                  <a:close/>
                </a:path>
                <a:path w="5889625" h="6395720">
                  <a:moveTo>
                    <a:pt x="2331707" y="1472096"/>
                  </a:moveTo>
                  <a:lnTo>
                    <a:pt x="2350217" y="1504158"/>
                  </a:lnTo>
                  <a:lnTo>
                    <a:pt x="2318156" y="1522667"/>
                  </a:lnTo>
                  <a:lnTo>
                    <a:pt x="2299646" y="1490606"/>
                  </a:lnTo>
                  <a:lnTo>
                    <a:pt x="2331707" y="1472096"/>
                  </a:lnTo>
                  <a:close/>
                </a:path>
                <a:path w="5889625" h="6395720">
                  <a:moveTo>
                    <a:pt x="2406190" y="1603464"/>
                  </a:moveTo>
                  <a:lnTo>
                    <a:pt x="2423521" y="1633488"/>
                  </a:lnTo>
                  <a:lnTo>
                    <a:pt x="2393508" y="1650819"/>
                  </a:lnTo>
                  <a:lnTo>
                    <a:pt x="2376172" y="1620794"/>
                  </a:lnTo>
                  <a:lnTo>
                    <a:pt x="2406190" y="1603464"/>
                  </a:lnTo>
                  <a:close/>
                </a:path>
                <a:path w="5889625" h="6395720">
                  <a:moveTo>
                    <a:pt x="2480684" y="1734831"/>
                  </a:moveTo>
                  <a:lnTo>
                    <a:pt x="2496842" y="1762818"/>
                  </a:lnTo>
                  <a:lnTo>
                    <a:pt x="2468850" y="1778976"/>
                  </a:lnTo>
                  <a:lnTo>
                    <a:pt x="2452692" y="1750989"/>
                  </a:lnTo>
                  <a:lnTo>
                    <a:pt x="2480684" y="1734831"/>
                  </a:lnTo>
                  <a:close/>
                </a:path>
                <a:path w="5889625" h="6395720">
                  <a:moveTo>
                    <a:pt x="2555273" y="1865796"/>
                  </a:moveTo>
                  <a:lnTo>
                    <a:pt x="2570548" y="1892260"/>
                  </a:lnTo>
                  <a:lnTo>
                    <a:pt x="2544096" y="1907536"/>
                  </a:lnTo>
                  <a:lnTo>
                    <a:pt x="2528815" y="1881072"/>
                  </a:lnTo>
                  <a:lnTo>
                    <a:pt x="2555273" y="1865796"/>
                  </a:lnTo>
                  <a:close/>
                </a:path>
                <a:path w="5889625" h="6395720">
                  <a:moveTo>
                    <a:pt x="2629761" y="1997158"/>
                  </a:moveTo>
                  <a:lnTo>
                    <a:pt x="2643864" y="2021585"/>
                  </a:lnTo>
                  <a:lnTo>
                    <a:pt x="2619437" y="2035687"/>
                  </a:lnTo>
                  <a:lnTo>
                    <a:pt x="2605334" y="2011260"/>
                  </a:lnTo>
                  <a:lnTo>
                    <a:pt x="2629761" y="1997158"/>
                  </a:lnTo>
                  <a:close/>
                </a:path>
                <a:path w="5889625" h="6395720">
                  <a:moveTo>
                    <a:pt x="2704249" y="2128531"/>
                  </a:moveTo>
                  <a:lnTo>
                    <a:pt x="2717174" y="2150920"/>
                  </a:lnTo>
                  <a:lnTo>
                    <a:pt x="2694790" y="2163845"/>
                  </a:lnTo>
                  <a:lnTo>
                    <a:pt x="2681860" y="2141455"/>
                  </a:lnTo>
                  <a:lnTo>
                    <a:pt x="2704249" y="2128531"/>
                  </a:lnTo>
                  <a:close/>
                </a:path>
                <a:path w="5889625" h="6395720">
                  <a:moveTo>
                    <a:pt x="2778845" y="2259490"/>
                  </a:moveTo>
                  <a:lnTo>
                    <a:pt x="2790886" y="2280351"/>
                  </a:lnTo>
                  <a:lnTo>
                    <a:pt x="2770025" y="2292398"/>
                  </a:lnTo>
                  <a:lnTo>
                    <a:pt x="2757978" y="2271537"/>
                  </a:lnTo>
                  <a:lnTo>
                    <a:pt x="2778845" y="2259490"/>
                  </a:lnTo>
                  <a:close/>
                </a:path>
                <a:path w="5889625" h="6395720">
                  <a:moveTo>
                    <a:pt x="2853328" y="2390857"/>
                  </a:moveTo>
                  <a:lnTo>
                    <a:pt x="2864202" y="2409687"/>
                  </a:lnTo>
                  <a:lnTo>
                    <a:pt x="2845372" y="2420555"/>
                  </a:lnTo>
                  <a:lnTo>
                    <a:pt x="2834504" y="2401726"/>
                  </a:lnTo>
                  <a:lnTo>
                    <a:pt x="2853328" y="2390857"/>
                  </a:lnTo>
                  <a:close/>
                </a:path>
                <a:path w="5889625" h="6395720">
                  <a:moveTo>
                    <a:pt x="2928029" y="2521419"/>
                  </a:moveTo>
                  <a:lnTo>
                    <a:pt x="2938311" y="2539230"/>
                  </a:lnTo>
                  <a:lnTo>
                    <a:pt x="2920507" y="2549513"/>
                  </a:lnTo>
                  <a:lnTo>
                    <a:pt x="2910224" y="2531702"/>
                  </a:lnTo>
                  <a:lnTo>
                    <a:pt x="2928029" y="2521419"/>
                  </a:lnTo>
                  <a:close/>
                </a:path>
                <a:path w="5889625" h="6395720">
                  <a:moveTo>
                    <a:pt x="3002517" y="2652781"/>
                  </a:moveTo>
                  <a:lnTo>
                    <a:pt x="3011626" y="2668560"/>
                  </a:lnTo>
                  <a:lnTo>
                    <a:pt x="2995853" y="2677669"/>
                  </a:lnTo>
                  <a:lnTo>
                    <a:pt x="2986744" y="2661890"/>
                  </a:lnTo>
                  <a:lnTo>
                    <a:pt x="3002517" y="2652781"/>
                  </a:lnTo>
                  <a:close/>
                </a:path>
                <a:path w="5889625" h="6395720">
                  <a:moveTo>
                    <a:pt x="3077112" y="2783752"/>
                  </a:moveTo>
                  <a:lnTo>
                    <a:pt x="3085339" y="2797996"/>
                  </a:lnTo>
                  <a:lnTo>
                    <a:pt x="3071094" y="2806223"/>
                  </a:lnTo>
                  <a:lnTo>
                    <a:pt x="3062867" y="2791978"/>
                  </a:lnTo>
                  <a:lnTo>
                    <a:pt x="3077112" y="2783752"/>
                  </a:lnTo>
                  <a:close/>
                </a:path>
                <a:path w="5889625" h="6395720">
                  <a:moveTo>
                    <a:pt x="3151707" y="2914716"/>
                  </a:moveTo>
                  <a:lnTo>
                    <a:pt x="3159052" y="2927440"/>
                  </a:lnTo>
                  <a:lnTo>
                    <a:pt x="3146335" y="2934784"/>
                  </a:lnTo>
                  <a:lnTo>
                    <a:pt x="3138991" y="2922061"/>
                  </a:lnTo>
                  <a:lnTo>
                    <a:pt x="3151707" y="2914716"/>
                  </a:lnTo>
                  <a:close/>
                </a:path>
                <a:path w="5889625" h="6395720">
                  <a:moveTo>
                    <a:pt x="3226303" y="3045675"/>
                  </a:moveTo>
                  <a:lnTo>
                    <a:pt x="3232765" y="3056876"/>
                  </a:lnTo>
                  <a:lnTo>
                    <a:pt x="3221576" y="3063338"/>
                  </a:lnTo>
                  <a:lnTo>
                    <a:pt x="3215108" y="3052137"/>
                  </a:lnTo>
                  <a:lnTo>
                    <a:pt x="3226303" y="3045675"/>
                  </a:lnTo>
                  <a:close/>
                </a:path>
                <a:path w="5889625" h="6395720">
                  <a:moveTo>
                    <a:pt x="3300791" y="3177043"/>
                  </a:moveTo>
                  <a:lnTo>
                    <a:pt x="3306080" y="3186205"/>
                  </a:lnTo>
                  <a:lnTo>
                    <a:pt x="3296917" y="3191495"/>
                  </a:lnTo>
                  <a:lnTo>
                    <a:pt x="3291628" y="3182332"/>
                  </a:lnTo>
                  <a:lnTo>
                    <a:pt x="3300791" y="3177043"/>
                  </a:lnTo>
                  <a:close/>
                </a:path>
                <a:path w="5889625" h="6395720">
                  <a:moveTo>
                    <a:pt x="3375493" y="3307604"/>
                  </a:moveTo>
                  <a:lnTo>
                    <a:pt x="3380195" y="3315749"/>
                  </a:lnTo>
                  <a:lnTo>
                    <a:pt x="3372051" y="3320452"/>
                  </a:lnTo>
                  <a:lnTo>
                    <a:pt x="3367348" y="3312308"/>
                  </a:lnTo>
                  <a:lnTo>
                    <a:pt x="3375493" y="3307604"/>
                  </a:lnTo>
                  <a:close/>
                </a:path>
                <a:path w="5889625" h="6395720">
                  <a:moveTo>
                    <a:pt x="3450194" y="3438166"/>
                  </a:moveTo>
                  <a:lnTo>
                    <a:pt x="3454305" y="3445292"/>
                  </a:lnTo>
                  <a:lnTo>
                    <a:pt x="3447185" y="3449402"/>
                  </a:lnTo>
                  <a:lnTo>
                    <a:pt x="3443069" y="3442277"/>
                  </a:lnTo>
                  <a:lnTo>
                    <a:pt x="3450194" y="3438166"/>
                  </a:lnTo>
                  <a:close/>
                </a:path>
                <a:path w="5889625" h="6395720">
                  <a:moveTo>
                    <a:pt x="3524896" y="3568734"/>
                  </a:moveTo>
                  <a:lnTo>
                    <a:pt x="3528420" y="3574841"/>
                  </a:lnTo>
                  <a:lnTo>
                    <a:pt x="3522320" y="3578365"/>
                  </a:lnTo>
                  <a:lnTo>
                    <a:pt x="3518789" y="3572259"/>
                  </a:lnTo>
                  <a:lnTo>
                    <a:pt x="3524896" y="3568734"/>
                  </a:lnTo>
                  <a:close/>
                </a:path>
                <a:path w="5889625" h="6395720">
                  <a:moveTo>
                    <a:pt x="3599598" y="3699296"/>
                  </a:moveTo>
                  <a:lnTo>
                    <a:pt x="3602535" y="3704384"/>
                  </a:lnTo>
                  <a:lnTo>
                    <a:pt x="3597448" y="3707322"/>
                  </a:lnTo>
                  <a:lnTo>
                    <a:pt x="3594510" y="3702234"/>
                  </a:lnTo>
                  <a:lnTo>
                    <a:pt x="3599598" y="3699296"/>
                  </a:lnTo>
                  <a:close/>
                </a:path>
                <a:path w="5889625" h="6395720">
                  <a:moveTo>
                    <a:pt x="3674299" y="3829858"/>
                  </a:moveTo>
                  <a:lnTo>
                    <a:pt x="3676651" y="3833928"/>
                  </a:lnTo>
                  <a:lnTo>
                    <a:pt x="3672582" y="3836279"/>
                  </a:lnTo>
                  <a:lnTo>
                    <a:pt x="3670230" y="3832210"/>
                  </a:lnTo>
                  <a:lnTo>
                    <a:pt x="3674299" y="3829858"/>
                  </a:lnTo>
                  <a:close/>
                </a:path>
                <a:path w="5889625" h="6395720">
                  <a:moveTo>
                    <a:pt x="3749007" y="3960421"/>
                  </a:moveTo>
                  <a:lnTo>
                    <a:pt x="3750766" y="3963471"/>
                  </a:lnTo>
                  <a:lnTo>
                    <a:pt x="3747710" y="3965236"/>
                  </a:lnTo>
                  <a:lnTo>
                    <a:pt x="3745944" y="3962186"/>
                  </a:lnTo>
                  <a:lnTo>
                    <a:pt x="3749007" y="3960421"/>
                  </a:lnTo>
                  <a:close/>
                </a:path>
                <a:path w="5889625" h="6395720">
                  <a:moveTo>
                    <a:pt x="3823702" y="4090983"/>
                  </a:moveTo>
                  <a:lnTo>
                    <a:pt x="3824875" y="4093020"/>
                  </a:lnTo>
                  <a:lnTo>
                    <a:pt x="3822849" y="4094193"/>
                  </a:lnTo>
                  <a:lnTo>
                    <a:pt x="3821671" y="4092155"/>
                  </a:lnTo>
                  <a:lnTo>
                    <a:pt x="3823702" y="4090983"/>
                  </a:lnTo>
                  <a:close/>
                </a:path>
                <a:path w="5889625" h="6395720">
                  <a:moveTo>
                    <a:pt x="3897391" y="4222131"/>
                  </a:moveTo>
                  <a:lnTo>
                    <a:pt x="3898742" y="4222131"/>
                  </a:lnTo>
                  <a:lnTo>
                    <a:pt x="3898991" y="4222564"/>
                  </a:lnTo>
                  <a:lnTo>
                    <a:pt x="3897640" y="4222564"/>
                  </a:lnTo>
                  <a:lnTo>
                    <a:pt x="3897391" y="4222131"/>
                  </a:lnTo>
                  <a:close/>
                </a:path>
                <a:path w="5889625" h="6395720">
                  <a:moveTo>
                    <a:pt x="1254885" y="0"/>
                  </a:moveTo>
                  <a:lnTo>
                    <a:pt x="1326411" y="0"/>
                  </a:lnTo>
                  <a:lnTo>
                    <a:pt x="1342314" y="27546"/>
                  </a:lnTo>
                  <a:lnTo>
                    <a:pt x="1283800" y="61331"/>
                  </a:lnTo>
                  <a:lnTo>
                    <a:pt x="1250015" y="2811"/>
                  </a:lnTo>
                  <a:lnTo>
                    <a:pt x="1254885" y="0"/>
                  </a:lnTo>
                  <a:close/>
                </a:path>
                <a:path w="5889625" h="6395720">
                  <a:moveTo>
                    <a:pt x="1383017" y="100393"/>
                  </a:moveTo>
                  <a:lnTo>
                    <a:pt x="1415630" y="156876"/>
                  </a:lnTo>
                  <a:lnTo>
                    <a:pt x="1359147" y="189488"/>
                  </a:lnTo>
                  <a:lnTo>
                    <a:pt x="1326535" y="133006"/>
                  </a:lnTo>
                  <a:lnTo>
                    <a:pt x="1383017" y="100393"/>
                  </a:lnTo>
                  <a:close/>
                </a:path>
                <a:path w="5889625" h="6395720">
                  <a:moveTo>
                    <a:pt x="1457511" y="231755"/>
                  </a:moveTo>
                  <a:lnTo>
                    <a:pt x="1488945" y="286206"/>
                  </a:lnTo>
                  <a:lnTo>
                    <a:pt x="1434495" y="317640"/>
                  </a:lnTo>
                  <a:lnTo>
                    <a:pt x="1403061" y="263195"/>
                  </a:lnTo>
                  <a:lnTo>
                    <a:pt x="1457511" y="231755"/>
                  </a:lnTo>
                  <a:close/>
                </a:path>
                <a:path w="5889625" h="6395720">
                  <a:moveTo>
                    <a:pt x="1531994" y="363123"/>
                  </a:moveTo>
                  <a:lnTo>
                    <a:pt x="1562255" y="415536"/>
                  </a:lnTo>
                  <a:lnTo>
                    <a:pt x="1509841" y="445797"/>
                  </a:lnTo>
                  <a:lnTo>
                    <a:pt x="1479581" y="393383"/>
                  </a:lnTo>
                  <a:lnTo>
                    <a:pt x="1531994" y="363123"/>
                  </a:lnTo>
                  <a:close/>
                </a:path>
                <a:path w="5889625" h="6395720">
                  <a:moveTo>
                    <a:pt x="1606370" y="494887"/>
                  </a:moveTo>
                  <a:lnTo>
                    <a:pt x="1635162" y="544759"/>
                  </a:lnTo>
                  <a:lnTo>
                    <a:pt x="1585296" y="573551"/>
                  </a:lnTo>
                  <a:lnTo>
                    <a:pt x="1556503" y="523679"/>
                  </a:lnTo>
                  <a:lnTo>
                    <a:pt x="1606370" y="494887"/>
                  </a:lnTo>
                  <a:close/>
                </a:path>
                <a:path w="5889625" h="6395720">
                  <a:moveTo>
                    <a:pt x="1680858" y="626255"/>
                  </a:moveTo>
                  <a:lnTo>
                    <a:pt x="1708477" y="674083"/>
                  </a:lnTo>
                  <a:lnTo>
                    <a:pt x="1660643" y="701702"/>
                  </a:lnTo>
                  <a:lnTo>
                    <a:pt x="1633029" y="653868"/>
                  </a:lnTo>
                  <a:lnTo>
                    <a:pt x="1680858" y="626255"/>
                  </a:lnTo>
                  <a:close/>
                </a:path>
                <a:path w="5889625" h="6395720">
                  <a:moveTo>
                    <a:pt x="1755239" y="758019"/>
                  </a:moveTo>
                  <a:lnTo>
                    <a:pt x="1781391" y="803312"/>
                  </a:lnTo>
                  <a:lnTo>
                    <a:pt x="1736103" y="829456"/>
                  </a:lnTo>
                  <a:lnTo>
                    <a:pt x="1709952" y="784169"/>
                  </a:lnTo>
                  <a:lnTo>
                    <a:pt x="1755239" y="758019"/>
                  </a:lnTo>
                  <a:close/>
                </a:path>
                <a:path w="5889625" h="6395720">
                  <a:moveTo>
                    <a:pt x="1829622" y="889789"/>
                  </a:moveTo>
                  <a:lnTo>
                    <a:pt x="1854297" y="932536"/>
                  </a:lnTo>
                  <a:lnTo>
                    <a:pt x="1811556" y="957211"/>
                  </a:lnTo>
                  <a:lnTo>
                    <a:pt x="1786875" y="914470"/>
                  </a:lnTo>
                  <a:lnTo>
                    <a:pt x="1829622" y="889789"/>
                  </a:lnTo>
                  <a:close/>
                </a:path>
                <a:path w="5889625" h="6395720">
                  <a:moveTo>
                    <a:pt x="1904104" y="1021156"/>
                  </a:moveTo>
                  <a:lnTo>
                    <a:pt x="1927607" y="1061866"/>
                  </a:lnTo>
                  <a:lnTo>
                    <a:pt x="1886897" y="1085368"/>
                  </a:lnTo>
                  <a:lnTo>
                    <a:pt x="1863395" y="1044659"/>
                  </a:lnTo>
                  <a:lnTo>
                    <a:pt x="1904104" y="1021156"/>
                  </a:lnTo>
                  <a:close/>
                </a:path>
                <a:path w="5889625" h="6395720">
                  <a:moveTo>
                    <a:pt x="1978592" y="1152518"/>
                  </a:moveTo>
                  <a:lnTo>
                    <a:pt x="2000923" y="1191196"/>
                  </a:lnTo>
                  <a:lnTo>
                    <a:pt x="1962251" y="1213526"/>
                  </a:lnTo>
                  <a:lnTo>
                    <a:pt x="1939921" y="1174848"/>
                  </a:lnTo>
                  <a:lnTo>
                    <a:pt x="1978592" y="1152518"/>
                  </a:lnTo>
                  <a:close/>
                </a:path>
                <a:path w="5889625" h="6395720">
                  <a:moveTo>
                    <a:pt x="2053188" y="1283489"/>
                  </a:moveTo>
                  <a:lnTo>
                    <a:pt x="2074635" y="1320632"/>
                  </a:lnTo>
                  <a:lnTo>
                    <a:pt x="2037486" y="1342080"/>
                  </a:lnTo>
                  <a:lnTo>
                    <a:pt x="2016038" y="1304936"/>
                  </a:lnTo>
                  <a:lnTo>
                    <a:pt x="2053188" y="1283489"/>
                  </a:lnTo>
                  <a:close/>
                </a:path>
                <a:path w="5889625" h="6395720">
                  <a:moveTo>
                    <a:pt x="2127676" y="1414851"/>
                  </a:moveTo>
                  <a:lnTo>
                    <a:pt x="2147951" y="1449963"/>
                  </a:lnTo>
                  <a:lnTo>
                    <a:pt x="2112839" y="1470231"/>
                  </a:lnTo>
                  <a:lnTo>
                    <a:pt x="2092564" y="1435119"/>
                  </a:lnTo>
                  <a:lnTo>
                    <a:pt x="2127676" y="1414851"/>
                  </a:lnTo>
                  <a:close/>
                </a:path>
                <a:path w="5889625" h="6395720">
                  <a:moveTo>
                    <a:pt x="2202158" y="1546218"/>
                  </a:moveTo>
                  <a:lnTo>
                    <a:pt x="2221255" y="1579293"/>
                  </a:lnTo>
                  <a:lnTo>
                    <a:pt x="2188180" y="1598389"/>
                  </a:lnTo>
                  <a:lnTo>
                    <a:pt x="2169084" y="1565314"/>
                  </a:lnTo>
                  <a:lnTo>
                    <a:pt x="2202158" y="1546218"/>
                  </a:lnTo>
                  <a:close/>
                </a:path>
                <a:path w="5889625" h="6395720">
                  <a:moveTo>
                    <a:pt x="2276647" y="1677580"/>
                  </a:moveTo>
                  <a:lnTo>
                    <a:pt x="2294570" y="1708623"/>
                  </a:lnTo>
                  <a:lnTo>
                    <a:pt x="2263533" y="1726546"/>
                  </a:lnTo>
                  <a:lnTo>
                    <a:pt x="2245610" y="1695503"/>
                  </a:lnTo>
                  <a:lnTo>
                    <a:pt x="2276647" y="1677580"/>
                  </a:lnTo>
                  <a:close/>
                </a:path>
                <a:path w="5889625" h="6395720">
                  <a:moveTo>
                    <a:pt x="2351028" y="1809350"/>
                  </a:moveTo>
                  <a:lnTo>
                    <a:pt x="2367477" y="1837840"/>
                  </a:lnTo>
                  <a:lnTo>
                    <a:pt x="2338987" y="1854294"/>
                  </a:lnTo>
                  <a:lnTo>
                    <a:pt x="2322532" y="1825798"/>
                  </a:lnTo>
                  <a:lnTo>
                    <a:pt x="2351028" y="1809350"/>
                  </a:lnTo>
                  <a:close/>
                </a:path>
                <a:path w="5889625" h="6395720">
                  <a:moveTo>
                    <a:pt x="2425729" y="1939912"/>
                  </a:moveTo>
                  <a:lnTo>
                    <a:pt x="2441598" y="1967389"/>
                  </a:lnTo>
                  <a:lnTo>
                    <a:pt x="2414115" y="1983257"/>
                  </a:lnTo>
                  <a:lnTo>
                    <a:pt x="2398253" y="1955773"/>
                  </a:lnTo>
                  <a:lnTo>
                    <a:pt x="2425729" y="1939912"/>
                  </a:lnTo>
                  <a:close/>
                </a:path>
                <a:path w="5889625" h="6395720">
                  <a:moveTo>
                    <a:pt x="2500213" y="2071279"/>
                  </a:moveTo>
                  <a:lnTo>
                    <a:pt x="2514902" y="2096719"/>
                  </a:lnTo>
                  <a:lnTo>
                    <a:pt x="2489462" y="2111408"/>
                  </a:lnTo>
                  <a:lnTo>
                    <a:pt x="2474773" y="2085968"/>
                  </a:lnTo>
                  <a:lnTo>
                    <a:pt x="2500213" y="2071279"/>
                  </a:lnTo>
                  <a:close/>
                </a:path>
                <a:path w="5889625" h="6395720">
                  <a:moveTo>
                    <a:pt x="2574594" y="2203044"/>
                  </a:moveTo>
                  <a:lnTo>
                    <a:pt x="2587815" y="2225942"/>
                  </a:lnTo>
                  <a:lnTo>
                    <a:pt x="2564916" y="2239163"/>
                  </a:lnTo>
                  <a:lnTo>
                    <a:pt x="2551696" y="2216264"/>
                  </a:lnTo>
                  <a:lnTo>
                    <a:pt x="2574594" y="2203044"/>
                  </a:lnTo>
                  <a:close/>
                </a:path>
                <a:path w="5889625" h="6395720">
                  <a:moveTo>
                    <a:pt x="2649190" y="2334014"/>
                  </a:moveTo>
                  <a:lnTo>
                    <a:pt x="2661527" y="2355379"/>
                  </a:lnTo>
                  <a:lnTo>
                    <a:pt x="2640157" y="2367717"/>
                  </a:lnTo>
                  <a:lnTo>
                    <a:pt x="2627819" y="2346352"/>
                  </a:lnTo>
                  <a:lnTo>
                    <a:pt x="2649190" y="2334014"/>
                  </a:lnTo>
                  <a:close/>
                </a:path>
                <a:path w="5889625" h="6395720">
                  <a:moveTo>
                    <a:pt x="2723785" y="2464973"/>
                  </a:moveTo>
                  <a:lnTo>
                    <a:pt x="2735246" y="2484815"/>
                  </a:lnTo>
                  <a:lnTo>
                    <a:pt x="2715398" y="2496276"/>
                  </a:lnTo>
                  <a:lnTo>
                    <a:pt x="2703943" y="2476428"/>
                  </a:lnTo>
                  <a:lnTo>
                    <a:pt x="2723785" y="2464973"/>
                  </a:lnTo>
                  <a:close/>
                </a:path>
                <a:path w="5889625" h="6395720">
                  <a:moveTo>
                    <a:pt x="2798381" y="2595938"/>
                  </a:moveTo>
                  <a:lnTo>
                    <a:pt x="2808959" y="2614258"/>
                  </a:lnTo>
                  <a:lnTo>
                    <a:pt x="2790639" y="2624830"/>
                  </a:lnTo>
                  <a:lnTo>
                    <a:pt x="2780067" y="2606510"/>
                  </a:lnTo>
                  <a:lnTo>
                    <a:pt x="2798381" y="2595938"/>
                  </a:lnTo>
                  <a:close/>
                </a:path>
                <a:path w="5889625" h="6395720">
                  <a:moveTo>
                    <a:pt x="2872868" y="2727305"/>
                  </a:moveTo>
                  <a:lnTo>
                    <a:pt x="2882268" y="2743588"/>
                  </a:lnTo>
                  <a:lnTo>
                    <a:pt x="2865986" y="2752988"/>
                  </a:lnTo>
                  <a:lnTo>
                    <a:pt x="2856586" y="2736705"/>
                  </a:lnTo>
                  <a:lnTo>
                    <a:pt x="2872868" y="2727305"/>
                  </a:lnTo>
                  <a:close/>
                </a:path>
                <a:path w="5889625" h="6395720">
                  <a:moveTo>
                    <a:pt x="2947464" y="2858264"/>
                  </a:moveTo>
                  <a:lnTo>
                    <a:pt x="2955981" y="2873019"/>
                  </a:lnTo>
                  <a:lnTo>
                    <a:pt x="2941227" y="2881542"/>
                  </a:lnTo>
                  <a:lnTo>
                    <a:pt x="2932703" y="2866781"/>
                  </a:lnTo>
                  <a:lnTo>
                    <a:pt x="2947464" y="2858264"/>
                  </a:lnTo>
                  <a:close/>
                </a:path>
                <a:path w="5889625" h="6395720">
                  <a:moveTo>
                    <a:pt x="3022057" y="2989229"/>
                  </a:moveTo>
                  <a:lnTo>
                    <a:pt x="3029693" y="3002461"/>
                  </a:lnTo>
                  <a:lnTo>
                    <a:pt x="3016467" y="3010096"/>
                  </a:lnTo>
                  <a:lnTo>
                    <a:pt x="3008826" y="2996869"/>
                  </a:lnTo>
                  <a:lnTo>
                    <a:pt x="3022057" y="2989229"/>
                  </a:lnTo>
                  <a:close/>
                </a:path>
                <a:path w="5889625" h="6395720">
                  <a:moveTo>
                    <a:pt x="3096654" y="3120200"/>
                  </a:moveTo>
                  <a:lnTo>
                    <a:pt x="3103407" y="3131898"/>
                  </a:lnTo>
                  <a:lnTo>
                    <a:pt x="3091703" y="3138656"/>
                  </a:lnTo>
                  <a:lnTo>
                    <a:pt x="3084950" y="3126958"/>
                  </a:lnTo>
                  <a:lnTo>
                    <a:pt x="3096654" y="3120200"/>
                  </a:lnTo>
                  <a:close/>
                </a:path>
                <a:path w="5889625" h="6395720">
                  <a:moveTo>
                    <a:pt x="3171142" y="3251562"/>
                  </a:moveTo>
                  <a:lnTo>
                    <a:pt x="3176722" y="3261228"/>
                  </a:lnTo>
                  <a:lnTo>
                    <a:pt x="3167055" y="3266813"/>
                  </a:lnTo>
                  <a:lnTo>
                    <a:pt x="3161470" y="3257141"/>
                  </a:lnTo>
                  <a:lnTo>
                    <a:pt x="3171142" y="3251562"/>
                  </a:lnTo>
                  <a:close/>
                </a:path>
                <a:path w="5889625" h="6395720">
                  <a:moveTo>
                    <a:pt x="3245838" y="3382123"/>
                  </a:moveTo>
                  <a:lnTo>
                    <a:pt x="3250831" y="3390777"/>
                  </a:lnTo>
                  <a:lnTo>
                    <a:pt x="3242184" y="3395770"/>
                  </a:lnTo>
                  <a:lnTo>
                    <a:pt x="3237191" y="3387116"/>
                  </a:lnTo>
                  <a:lnTo>
                    <a:pt x="3245838" y="3382123"/>
                  </a:lnTo>
                  <a:close/>
                </a:path>
                <a:path w="5889625" h="6395720">
                  <a:moveTo>
                    <a:pt x="3320540" y="3512691"/>
                  </a:moveTo>
                  <a:lnTo>
                    <a:pt x="3324947" y="3520320"/>
                  </a:lnTo>
                  <a:lnTo>
                    <a:pt x="3317318" y="3524727"/>
                  </a:lnTo>
                  <a:lnTo>
                    <a:pt x="3312911" y="3517098"/>
                  </a:lnTo>
                  <a:lnTo>
                    <a:pt x="3320540" y="3512691"/>
                  </a:lnTo>
                  <a:close/>
                </a:path>
                <a:path w="5889625" h="6395720">
                  <a:moveTo>
                    <a:pt x="3395247" y="3643253"/>
                  </a:moveTo>
                  <a:lnTo>
                    <a:pt x="3399062" y="3649863"/>
                  </a:lnTo>
                  <a:lnTo>
                    <a:pt x="3392446" y="3653684"/>
                  </a:lnTo>
                  <a:lnTo>
                    <a:pt x="3388631" y="3647074"/>
                  </a:lnTo>
                  <a:lnTo>
                    <a:pt x="3395247" y="3643253"/>
                  </a:lnTo>
                  <a:close/>
                </a:path>
                <a:path w="5889625" h="6395720">
                  <a:moveTo>
                    <a:pt x="3469837" y="3774212"/>
                  </a:moveTo>
                  <a:lnTo>
                    <a:pt x="3472774" y="3779300"/>
                  </a:lnTo>
                  <a:lnTo>
                    <a:pt x="3467687" y="3782238"/>
                  </a:lnTo>
                  <a:lnTo>
                    <a:pt x="3464749" y="3777150"/>
                  </a:lnTo>
                  <a:lnTo>
                    <a:pt x="3469837" y="3774212"/>
                  </a:lnTo>
                  <a:close/>
                </a:path>
                <a:path w="5889625" h="6395720">
                  <a:moveTo>
                    <a:pt x="3544538" y="3904774"/>
                  </a:moveTo>
                  <a:lnTo>
                    <a:pt x="3546890" y="3908849"/>
                  </a:lnTo>
                  <a:lnTo>
                    <a:pt x="3542821" y="3911201"/>
                  </a:lnTo>
                  <a:lnTo>
                    <a:pt x="3540469" y="3907126"/>
                  </a:lnTo>
                  <a:lnTo>
                    <a:pt x="3544538" y="3904774"/>
                  </a:lnTo>
                  <a:close/>
                </a:path>
                <a:path w="5889625" h="6395720">
                  <a:moveTo>
                    <a:pt x="3619246" y="4035337"/>
                  </a:moveTo>
                  <a:lnTo>
                    <a:pt x="3621005" y="4038393"/>
                  </a:lnTo>
                  <a:lnTo>
                    <a:pt x="3617955" y="4040152"/>
                  </a:lnTo>
                  <a:lnTo>
                    <a:pt x="3616190" y="4037102"/>
                  </a:lnTo>
                  <a:lnTo>
                    <a:pt x="3619246" y="4035337"/>
                  </a:lnTo>
                  <a:close/>
                </a:path>
                <a:path w="5889625" h="6395720">
                  <a:moveTo>
                    <a:pt x="3693947" y="4165898"/>
                  </a:moveTo>
                  <a:lnTo>
                    <a:pt x="3695120" y="4167936"/>
                  </a:lnTo>
                  <a:lnTo>
                    <a:pt x="3693088" y="4169115"/>
                  </a:lnTo>
                  <a:lnTo>
                    <a:pt x="3691910" y="4167077"/>
                  </a:lnTo>
                  <a:lnTo>
                    <a:pt x="3693947" y="4165898"/>
                  </a:lnTo>
                  <a:close/>
                </a:path>
                <a:path w="5889625" h="6395720">
                  <a:moveTo>
                    <a:pt x="3768755" y="4296063"/>
                  </a:moveTo>
                  <a:lnTo>
                    <a:pt x="3769638" y="4297592"/>
                  </a:lnTo>
                  <a:lnTo>
                    <a:pt x="3768110" y="4298474"/>
                  </a:lnTo>
                  <a:lnTo>
                    <a:pt x="3767227" y="4296946"/>
                  </a:lnTo>
                  <a:lnTo>
                    <a:pt x="3768755" y="4296063"/>
                  </a:lnTo>
                  <a:close/>
                </a:path>
                <a:path w="5889625" h="6395720">
                  <a:moveTo>
                    <a:pt x="1072660" y="0"/>
                  </a:moveTo>
                  <a:lnTo>
                    <a:pt x="1095061" y="0"/>
                  </a:lnTo>
                  <a:lnTo>
                    <a:pt x="1078260" y="9699"/>
                  </a:lnTo>
                  <a:lnTo>
                    <a:pt x="1072660" y="0"/>
                  </a:lnTo>
                  <a:close/>
                </a:path>
                <a:path w="5889625" h="6395720">
                  <a:moveTo>
                    <a:pt x="1179095" y="42738"/>
                  </a:moveTo>
                  <a:lnTo>
                    <a:pt x="1213763" y="102786"/>
                  </a:lnTo>
                  <a:lnTo>
                    <a:pt x="1153715" y="137454"/>
                  </a:lnTo>
                  <a:lnTo>
                    <a:pt x="1119047" y="77406"/>
                  </a:lnTo>
                  <a:lnTo>
                    <a:pt x="1179095" y="42738"/>
                  </a:lnTo>
                  <a:close/>
                </a:path>
                <a:path w="5889625" h="6395720">
                  <a:moveTo>
                    <a:pt x="1253583" y="174106"/>
                  </a:moveTo>
                  <a:lnTo>
                    <a:pt x="1287078" y="232117"/>
                  </a:lnTo>
                  <a:lnTo>
                    <a:pt x="1229067" y="265606"/>
                  </a:lnTo>
                  <a:lnTo>
                    <a:pt x="1195572" y="207595"/>
                  </a:lnTo>
                  <a:lnTo>
                    <a:pt x="1253583" y="174106"/>
                  </a:lnTo>
                  <a:close/>
                </a:path>
                <a:path w="5889625" h="6395720">
                  <a:moveTo>
                    <a:pt x="1328070" y="305468"/>
                  </a:moveTo>
                  <a:lnTo>
                    <a:pt x="1360394" y="361446"/>
                  </a:lnTo>
                  <a:lnTo>
                    <a:pt x="1304415" y="393762"/>
                  </a:lnTo>
                  <a:lnTo>
                    <a:pt x="1272093" y="337789"/>
                  </a:lnTo>
                  <a:lnTo>
                    <a:pt x="1328070" y="305468"/>
                  </a:lnTo>
                  <a:close/>
                </a:path>
                <a:path w="5889625" h="6395720">
                  <a:moveTo>
                    <a:pt x="1402453" y="437238"/>
                  </a:moveTo>
                  <a:lnTo>
                    <a:pt x="1433300" y="490664"/>
                  </a:lnTo>
                  <a:lnTo>
                    <a:pt x="1379868" y="521517"/>
                  </a:lnTo>
                  <a:lnTo>
                    <a:pt x="1349021" y="468085"/>
                  </a:lnTo>
                  <a:lnTo>
                    <a:pt x="1402453" y="437238"/>
                  </a:lnTo>
                  <a:close/>
                </a:path>
                <a:path w="5889625" h="6395720">
                  <a:moveTo>
                    <a:pt x="1476936" y="568600"/>
                  </a:moveTo>
                  <a:lnTo>
                    <a:pt x="1506610" y="620000"/>
                  </a:lnTo>
                  <a:lnTo>
                    <a:pt x="1455216" y="649674"/>
                  </a:lnTo>
                  <a:lnTo>
                    <a:pt x="1425541" y="598274"/>
                  </a:lnTo>
                  <a:lnTo>
                    <a:pt x="1476936" y="568600"/>
                  </a:lnTo>
                  <a:close/>
                </a:path>
                <a:path w="5889625" h="6395720">
                  <a:moveTo>
                    <a:pt x="1551430" y="699973"/>
                  </a:moveTo>
                  <a:lnTo>
                    <a:pt x="1579926" y="749330"/>
                  </a:lnTo>
                  <a:lnTo>
                    <a:pt x="1530563" y="777826"/>
                  </a:lnTo>
                  <a:lnTo>
                    <a:pt x="1502067" y="728469"/>
                  </a:lnTo>
                  <a:lnTo>
                    <a:pt x="1551430" y="699973"/>
                  </a:lnTo>
                  <a:close/>
                </a:path>
                <a:path w="5889625" h="6395720">
                  <a:moveTo>
                    <a:pt x="1625806" y="831731"/>
                  </a:moveTo>
                  <a:lnTo>
                    <a:pt x="1652832" y="878553"/>
                  </a:lnTo>
                  <a:lnTo>
                    <a:pt x="1606017" y="905580"/>
                  </a:lnTo>
                  <a:lnTo>
                    <a:pt x="1578990" y="858764"/>
                  </a:lnTo>
                  <a:lnTo>
                    <a:pt x="1625806" y="831731"/>
                  </a:lnTo>
                  <a:close/>
                </a:path>
                <a:path w="5889625" h="6395720">
                  <a:moveTo>
                    <a:pt x="1700187" y="963502"/>
                  </a:moveTo>
                  <a:lnTo>
                    <a:pt x="1725746" y="1007776"/>
                  </a:lnTo>
                  <a:lnTo>
                    <a:pt x="1681471" y="1033335"/>
                  </a:lnTo>
                  <a:lnTo>
                    <a:pt x="1655912" y="989066"/>
                  </a:lnTo>
                  <a:lnTo>
                    <a:pt x="1700187" y="963502"/>
                  </a:lnTo>
                  <a:close/>
                </a:path>
                <a:path w="5889625" h="6395720">
                  <a:moveTo>
                    <a:pt x="1774670" y="1094869"/>
                  </a:moveTo>
                  <a:lnTo>
                    <a:pt x="1799055" y="1137106"/>
                  </a:lnTo>
                  <a:lnTo>
                    <a:pt x="1756824" y="1161486"/>
                  </a:lnTo>
                  <a:lnTo>
                    <a:pt x="1732439" y="1119248"/>
                  </a:lnTo>
                  <a:lnTo>
                    <a:pt x="1774670" y="1094869"/>
                  </a:lnTo>
                  <a:close/>
                </a:path>
                <a:path w="5889625" h="6395720">
                  <a:moveTo>
                    <a:pt x="1849045" y="1226633"/>
                  </a:moveTo>
                  <a:lnTo>
                    <a:pt x="1871962" y="1266329"/>
                  </a:lnTo>
                  <a:lnTo>
                    <a:pt x="1832278" y="1289240"/>
                  </a:lnTo>
                  <a:lnTo>
                    <a:pt x="1809361" y="1249549"/>
                  </a:lnTo>
                  <a:lnTo>
                    <a:pt x="1849045" y="1226633"/>
                  </a:lnTo>
                  <a:close/>
                </a:path>
                <a:path w="5889625" h="6395720">
                  <a:moveTo>
                    <a:pt x="1923647" y="1357599"/>
                  </a:moveTo>
                  <a:lnTo>
                    <a:pt x="1945681" y="1395767"/>
                  </a:lnTo>
                  <a:lnTo>
                    <a:pt x="1907512" y="1417801"/>
                  </a:lnTo>
                  <a:lnTo>
                    <a:pt x="1885478" y="1379639"/>
                  </a:lnTo>
                  <a:lnTo>
                    <a:pt x="1923647" y="1357599"/>
                  </a:lnTo>
                  <a:close/>
                </a:path>
                <a:path w="5889625" h="6395720">
                  <a:moveTo>
                    <a:pt x="1998129" y="1488966"/>
                  </a:moveTo>
                  <a:lnTo>
                    <a:pt x="2018990" y="1525097"/>
                  </a:lnTo>
                  <a:lnTo>
                    <a:pt x="1982865" y="1545952"/>
                  </a:lnTo>
                  <a:lnTo>
                    <a:pt x="1962004" y="1509827"/>
                  </a:lnTo>
                  <a:lnTo>
                    <a:pt x="1998129" y="1488966"/>
                  </a:lnTo>
                  <a:close/>
                </a:path>
                <a:path w="5889625" h="6395720">
                  <a:moveTo>
                    <a:pt x="2072511" y="1620736"/>
                  </a:moveTo>
                  <a:lnTo>
                    <a:pt x="2091903" y="1654320"/>
                  </a:lnTo>
                  <a:lnTo>
                    <a:pt x="2058319" y="1673706"/>
                  </a:lnTo>
                  <a:lnTo>
                    <a:pt x="2038927" y="1640122"/>
                  </a:lnTo>
                  <a:lnTo>
                    <a:pt x="2072511" y="1620736"/>
                  </a:lnTo>
                  <a:close/>
                </a:path>
                <a:path w="5889625" h="6395720">
                  <a:moveTo>
                    <a:pt x="2147106" y="1751695"/>
                  </a:moveTo>
                  <a:lnTo>
                    <a:pt x="2165616" y="1783756"/>
                  </a:lnTo>
                  <a:lnTo>
                    <a:pt x="2133560" y="1802260"/>
                  </a:lnTo>
                  <a:lnTo>
                    <a:pt x="2115051" y="1770204"/>
                  </a:lnTo>
                  <a:lnTo>
                    <a:pt x="2147106" y="1751695"/>
                  </a:lnTo>
                  <a:close/>
                </a:path>
                <a:path w="5889625" h="6395720">
                  <a:moveTo>
                    <a:pt x="2221482" y="1883465"/>
                  </a:moveTo>
                  <a:lnTo>
                    <a:pt x="2238523" y="1912979"/>
                  </a:lnTo>
                  <a:lnTo>
                    <a:pt x="2209014" y="1930020"/>
                  </a:lnTo>
                  <a:lnTo>
                    <a:pt x="2191974" y="1900499"/>
                  </a:lnTo>
                  <a:lnTo>
                    <a:pt x="2221482" y="1883465"/>
                  </a:lnTo>
                  <a:close/>
                </a:path>
                <a:path w="5889625" h="6395720">
                  <a:moveTo>
                    <a:pt x="2296083" y="2014423"/>
                  </a:moveTo>
                  <a:lnTo>
                    <a:pt x="2312242" y="2042415"/>
                  </a:lnTo>
                  <a:lnTo>
                    <a:pt x="2284249" y="2058574"/>
                  </a:lnTo>
                  <a:lnTo>
                    <a:pt x="2268091" y="2030581"/>
                  </a:lnTo>
                  <a:lnTo>
                    <a:pt x="2296083" y="2014423"/>
                  </a:lnTo>
                  <a:close/>
                </a:path>
                <a:path w="5889625" h="6395720">
                  <a:moveTo>
                    <a:pt x="2370566" y="2145797"/>
                  </a:moveTo>
                  <a:lnTo>
                    <a:pt x="2385551" y="2171745"/>
                  </a:lnTo>
                  <a:lnTo>
                    <a:pt x="2359602" y="2186725"/>
                  </a:lnTo>
                  <a:lnTo>
                    <a:pt x="2344617" y="2160776"/>
                  </a:lnTo>
                  <a:lnTo>
                    <a:pt x="2370566" y="2145797"/>
                  </a:lnTo>
                  <a:close/>
                </a:path>
                <a:path w="5889625" h="6395720">
                  <a:moveTo>
                    <a:pt x="2445054" y="2277159"/>
                  </a:moveTo>
                  <a:lnTo>
                    <a:pt x="2458861" y="2301070"/>
                  </a:lnTo>
                  <a:lnTo>
                    <a:pt x="2434943" y="2314882"/>
                  </a:lnTo>
                  <a:lnTo>
                    <a:pt x="2421137" y="2290965"/>
                  </a:lnTo>
                  <a:lnTo>
                    <a:pt x="2445054" y="2277159"/>
                  </a:lnTo>
                  <a:close/>
                </a:path>
                <a:path w="5889625" h="6395720">
                  <a:moveTo>
                    <a:pt x="2519542" y="2408526"/>
                  </a:moveTo>
                  <a:lnTo>
                    <a:pt x="2532176" y="2430406"/>
                  </a:lnTo>
                  <a:lnTo>
                    <a:pt x="2510296" y="2443040"/>
                  </a:lnTo>
                  <a:lnTo>
                    <a:pt x="2497662" y="2421154"/>
                  </a:lnTo>
                  <a:lnTo>
                    <a:pt x="2519542" y="2408526"/>
                  </a:lnTo>
                  <a:close/>
                </a:path>
                <a:path w="5889625" h="6395720">
                  <a:moveTo>
                    <a:pt x="2594138" y="2539491"/>
                  </a:moveTo>
                  <a:lnTo>
                    <a:pt x="2605889" y="2559843"/>
                  </a:lnTo>
                  <a:lnTo>
                    <a:pt x="2585531" y="2571600"/>
                  </a:lnTo>
                  <a:lnTo>
                    <a:pt x="2573780" y="2551242"/>
                  </a:lnTo>
                  <a:lnTo>
                    <a:pt x="2594138" y="2539491"/>
                  </a:lnTo>
                  <a:close/>
                </a:path>
                <a:path w="5889625" h="6395720">
                  <a:moveTo>
                    <a:pt x="2668733" y="2670449"/>
                  </a:moveTo>
                  <a:lnTo>
                    <a:pt x="2679601" y="2689279"/>
                  </a:lnTo>
                  <a:lnTo>
                    <a:pt x="2660772" y="2700154"/>
                  </a:lnTo>
                  <a:lnTo>
                    <a:pt x="2649903" y="2681324"/>
                  </a:lnTo>
                  <a:lnTo>
                    <a:pt x="2668733" y="2670449"/>
                  </a:lnTo>
                  <a:close/>
                </a:path>
                <a:path w="5889625" h="6395720">
                  <a:moveTo>
                    <a:pt x="2743328" y="2801420"/>
                  </a:moveTo>
                  <a:lnTo>
                    <a:pt x="2753315" y="2818721"/>
                  </a:lnTo>
                  <a:lnTo>
                    <a:pt x="2736013" y="2828708"/>
                  </a:lnTo>
                  <a:lnTo>
                    <a:pt x="2726027" y="2811407"/>
                  </a:lnTo>
                  <a:lnTo>
                    <a:pt x="2743328" y="2801420"/>
                  </a:lnTo>
                  <a:close/>
                </a:path>
                <a:path w="5889625" h="6395720">
                  <a:moveTo>
                    <a:pt x="2817815" y="2932782"/>
                  </a:moveTo>
                  <a:lnTo>
                    <a:pt x="2826630" y="2948045"/>
                  </a:lnTo>
                  <a:lnTo>
                    <a:pt x="2811360" y="2956865"/>
                  </a:lnTo>
                  <a:lnTo>
                    <a:pt x="2802547" y="2941595"/>
                  </a:lnTo>
                  <a:lnTo>
                    <a:pt x="2817815" y="2932782"/>
                  </a:lnTo>
                  <a:close/>
                </a:path>
                <a:path w="5889625" h="6395720">
                  <a:moveTo>
                    <a:pt x="2892405" y="3063740"/>
                  </a:moveTo>
                  <a:lnTo>
                    <a:pt x="2900342" y="3077482"/>
                  </a:lnTo>
                  <a:lnTo>
                    <a:pt x="2886601" y="3085419"/>
                  </a:lnTo>
                  <a:lnTo>
                    <a:pt x="2878664" y="3071678"/>
                  </a:lnTo>
                  <a:lnTo>
                    <a:pt x="2892405" y="3063740"/>
                  </a:lnTo>
                  <a:close/>
                </a:path>
                <a:path w="5889625" h="6395720">
                  <a:moveTo>
                    <a:pt x="2967000" y="3194711"/>
                  </a:moveTo>
                  <a:lnTo>
                    <a:pt x="2974055" y="3206925"/>
                  </a:lnTo>
                  <a:lnTo>
                    <a:pt x="2961842" y="3213973"/>
                  </a:lnTo>
                  <a:lnTo>
                    <a:pt x="2954787" y="3201760"/>
                  </a:lnTo>
                  <a:lnTo>
                    <a:pt x="2967000" y="3194711"/>
                  </a:lnTo>
                  <a:close/>
                </a:path>
                <a:path w="5889625" h="6395720">
                  <a:moveTo>
                    <a:pt x="3041483" y="3326079"/>
                  </a:moveTo>
                  <a:lnTo>
                    <a:pt x="3047359" y="3336254"/>
                  </a:lnTo>
                  <a:lnTo>
                    <a:pt x="3037183" y="3342130"/>
                  </a:lnTo>
                  <a:lnTo>
                    <a:pt x="3031307" y="3331954"/>
                  </a:lnTo>
                  <a:lnTo>
                    <a:pt x="3041483" y="3326079"/>
                  </a:lnTo>
                  <a:close/>
                </a:path>
                <a:path w="5889625" h="6395720">
                  <a:moveTo>
                    <a:pt x="3116190" y="3456641"/>
                  </a:moveTo>
                  <a:lnTo>
                    <a:pt x="3121480" y="3465798"/>
                  </a:lnTo>
                  <a:lnTo>
                    <a:pt x="3112322" y="3471087"/>
                  </a:lnTo>
                  <a:lnTo>
                    <a:pt x="3107033" y="3461924"/>
                  </a:lnTo>
                  <a:lnTo>
                    <a:pt x="3116190" y="3456641"/>
                  </a:lnTo>
                  <a:close/>
                </a:path>
                <a:path w="5889625" h="6395720">
                  <a:moveTo>
                    <a:pt x="3190892" y="3587203"/>
                  </a:moveTo>
                  <a:lnTo>
                    <a:pt x="3195589" y="3595341"/>
                  </a:lnTo>
                  <a:lnTo>
                    <a:pt x="3187450" y="3600044"/>
                  </a:lnTo>
                  <a:lnTo>
                    <a:pt x="3182754" y="3591900"/>
                  </a:lnTo>
                  <a:lnTo>
                    <a:pt x="3190892" y="3587203"/>
                  </a:lnTo>
                  <a:close/>
                </a:path>
                <a:path w="5889625" h="6395720">
                  <a:moveTo>
                    <a:pt x="3265593" y="3717765"/>
                  </a:moveTo>
                  <a:lnTo>
                    <a:pt x="3269710" y="3724890"/>
                  </a:lnTo>
                  <a:lnTo>
                    <a:pt x="3262585" y="3729001"/>
                  </a:lnTo>
                  <a:lnTo>
                    <a:pt x="3258468" y="3721875"/>
                  </a:lnTo>
                  <a:lnTo>
                    <a:pt x="3265593" y="3717765"/>
                  </a:lnTo>
                  <a:close/>
                </a:path>
                <a:path w="5889625" h="6395720">
                  <a:moveTo>
                    <a:pt x="3340189" y="3848730"/>
                  </a:moveTo>
                  <a:lnTo>
                    <a:pt x="3343423" y="3854327"/>
                  </a:lnTo>
                  <a:lnTo>
                    <a:pt x="3337825" y="3857561"/>
                  </a:lnTo>
                  <a:lnTo>
                    <a:pt x="3334591" y="3851963"/>
                  </a:lnTo>
                  <a:lnTo>
                    <a:pt x="3340189" y="3848730"/>
                  </a:lnTo>
                  <a:close/>
                </a:path>
                <a:path w="5889625" h="6395720">
                  <a:moveTo>
                    <a:pt x="3414890" y="3979292"/>
                  </a:moveTo>
                  <a:lnTo>
                    <a:pt x="3417532" y="3983870"/>
                  </a:lnTo>
                  <a:lnTo>
                    <a:pt x="3412954" y="3986512"/>
                  </a:lnTo>
                  <a:lnTo>
                    <a:pt x="3410312" y="3981939"/>
                  </a:lnTo>
                  <a:lnTo>
                    <a:pt x="3414890" y="3979292"/>
                  </a:lnTo>
                  <a:close/>
                </a:path>
                <a:path w="5889625" h="6395720">
                  <a:moveTo>
                    <a:pt x="3489598" y="4109854"/>
                  </a:moveTo>
                  <a:lnTo>
                    <a:pt x="3491653" y="4113413"/>
                  </a:lnTo>
                  <a:lnTo>
                    <a:pt x="3488088" y="4115475"/>
                  </a:lnTo>
                  <a:lnTo>
                    <a:pt x="3486032" y="4111915"/>
                  </a:lnTo>
                  <a:lnTo>
                    <a:pt x="3489598" y="4109854"/>
                  </a:lnTo>
                  <a:close/>
                </a:path>
                <a:path w="5889625" h="6395720">
                  <a:moveTo>
                    <a:pt x="3564293" y="4240422"/>
                  </a:moveTo>
                  <a:lnTo>
                    <a:pt x="3565762" y="4242963"/>
                  </a:lnTo>
                  <a:lnTo>
                    <a:pt x="3563221" y="4244431"/>
                  </a:lnTo>
                  <a:lnTo>
                    <a:pt x="3561752" y="4241890"/>
                  </a:lnTo>
                  <a:lnTo>
                    <a:pt x="3564293" y="4240422"/>
                  </a:lnTo>
                  <a:close/>
                </a:path>
                <a:path w="5889625" h="6395720">
                  <a:moveTo>
                    <a:pt x="3638995" y="4370978"/>
                  </a:moveTo>
                  <a:lnTo>
                    <a:pt x="3639878" y="4372506"/>
                  </a:lnTo>
                  <a:lnTo>
                    <a:pt x="3638356" y="4373388"/>
                  </a:lnTo>
                  <a:lnTo>
                    <a:pt x="3637473" y="4371860"/>
                  </a:lnTo>
                  <a:lnTo>
                    <a:pt x="3638995" y="4370978"/>
                  </a:lnTo>
                  <a:close/>
                </a:path>
                <a:path w="5889625" h="6395720">
                  <a:moveTo>
                    <a:pt x="948170" y="0"/>
                  </a:moveTo>
                  <a:lnTo>
                    <a:pt x="984462" y="0"/>
                  </a:lnTo>
                  <a:lnTo>
                    <a:pt x="1012698" y="48910"/>
                  </a:lnTo>
                  <a:lnTo>
                    <a:pt x="948072" y="86226"/>
                  </a:lnTo>
                  <a:lnTo>
                    <a:pt x="910762" y="21599"/>
                  </a:lnTo>
                  <a:lnTo>
                    <a:pt x="948170" y="0"/>
                  </a:lnTo>
                  <a:close/>
                </a:path>
                <a:path w="5889625" h="6395720">
                  <a:moveTo>
                    <a:pt x="1049771" y="116054"/>
                  </a:moveTo>
                  <a:lnTo>
                    <a:pt x="1085611" y="178133"/>
                  </a:lnTo>
                  <a:lnTo>
                    <a:pt x="1023525" y="213973"/>
                  </a:lnTo>
                  <a:lnTo>
                    <a:pt x="987685" y="151894"/>
                  </a:lnTo>
                  <a:lnTo>
                    <a:pt x="1049771" y="116054"/>
                  </a:lnTo>
                  <a:close/>
                </a:path>
                <a:path w="5889625" h="6395720">
                  <a:moveTo>
                    <a:pt x="1124147" y="247818"/>
                  </a:moveTo>
                  <a:lnTo>
                    <a:pt x="1158518" y="307356"/>
                  </a:lnTo>
                  <a:lnTo>
                    <a:pt x="1098980" y="341728"/>
                  </a:lnTo>
                  <a:lnTo>
                    <a:pt x="1064609" y="282190"/>
                  </a:lnTo>
                  <a:lnTo>
                    <a:pt x="1124147" y="247818"/>
                  </a:lnTo>
                  <a:close/>
                </a:path>
                <a:path w="5889625" h="6395720">
                  <a:moveTo>
                    <a:pt x="1198529" y="379583"/>
                  </a:moveTo>
                  <a:lnTo>
                    <a:pt x="1231431" y="436580"/>
                  </a:lnTo>
                  <a:lnTo>
                    <a:pt x="1174440" y="469483"/>
                  </a:lnTo>
                  <a:lnTo>
                    <a:pt x="1141531" y="412491"/>
                  </a:lnTo>
                  <a:lnTo>
                    <a:pt x="1198529" y="379583"/>
                  </a:lnTo>
                  <a:close/>
                </a:path>
                <a:path w="5889625" h="6395720">
                  <a:moveTo>
                    <a:pt x="1273017" y="510950"/>
                  </a:moveTo>
                  <a:lnTo>
                    <a:pt x="1304747" y="565904"/>
                  </a:lnTo>
                  <a:lnTo>
                    <a:pt x="1249787" y="597634"/>
                  </a:lnTo>
                  <a:lnTo>
                    <a:pt x="1218057" y="542680"/>
                  </a:lnTo>
                  <a:lnTo>
                    <a:pt x="1273017" y="510950"/>
                  </a:lnTo>
                  <a:close/>
                </a:path>
                <a:path w="5889625" h="6395720">
                  <a:moveTo>
                    <a:pt x="1347499" y="642317"/>
                  </a:moveTo>
                  <a:lnTo>
                    <a:pt x="1378056" y="695240"/>
                  </a:lnTo>
                  <a:lnTo>
                    <a:pt x="1325134" y="725797"/>
                  </a:lnTo>
                  <a:lnTo>
                    <a:pt x="1294583" y="672874"/>
                  </a:lnTo>
                  <a:lnTo>
                    <a:pt x="1347499" y="642317"/>
                  </a:lnTo>
                  <a:close/>
                </a:path>
                <a:path w="5889625" h="6395720">
                  <a:moveTo>
                    <a:pt x="1421881" y="774082"/>
                  </a:moveTo>
                  <a:lnTo>
                    <a:pt x="1450963" y="824457"/>
                  </a:lnTo>
                  <a:lnTo>
                    <a:pt x="1400588" y="853546"/>
                  </a:lnTo>
                  <a:lnTo>
                    <a:pt x="1371499" y="803170"/>
                  </a:lnTo>
                  <a:lnTo>
                    <a:pt x="1421881" y="774082"/>
                  </a:lnTo>
                  <a:close/>
                </a:path>
                <a:path w="5889625" h="6395720">
                  <a:moveTo>
                    <a:pt x="1496369" y="905443"/>
                  </a:moveTo>
                  <a:lnTo>
                    <a:pt x="1524279" y="953793"/>
                  </a:lnTo>
                  <a:lnTo>
                    <a:pt x="1475941" y="981703"/>
                  </a:lnTo>
                  <a:lnTo>
                    <a:pt x="1448025" y="933353"/>
                  </a:lnTo>
                  <a:lnTo>
                    <a:pt x="1496369" y="905443"/>
                  </a:lnTo>
                  <a:close/>
                </a:path>
                <a:path w="5889625" h="6395720">
                  <a:moveTo>
                    <a:pt x="1570638" y="1037617"/>
                  </a:moveTo>
                  <a:lnTo>
                    <a:pt x="1596783" y="1082904"/>
                  </a:lnTo>
                  <a:lnTo>
                    <a:pt x="1551495" y="1109055"/>
                  </a:lnTo>
                  <a:lnTo>
                    <a:pt x="1525351" y="1063767"/>
                  </a:lnTo>
                  <a:lnTo>
                    <a:pt x="1570638" y="1037617"/>
                  </a:lnTo>
                  <a:close/>
                </a:path>
                <a:path w="5889625" h="6395720">
                  <a:moveTo>
                    <a:pt x="1645127" y="1168984"/>
                  </a:moveTo>
                  <a:lnTo>
                    <a:pt x="1670098" y="1212234"/>
                  </a:lnTo>
                  <a:lnTo>
                    <a:pt x="1626848" y="1237206"/>
                  </a:lnTo>
                  <a:lnTo>
                    <a:pt x="1601877" y="1193956"/>
                  </a:lnTo>
                  <a:lnTo>
                    <a:pt x="1645127" y="1168984"/>
                  </a:lnTo>
                  <a:close/>
                </a:path>
                <a:path w="5889625" h="6395720">
                  <a:moveTo>
                    <a:pt x="1719508" y="1300749"/>
                  </a:moveTo>
                  <a:lnTo>
                    <a:pt x="1743011" y="1341458"/>
                  </a:lnTo>
                  <a:lnTo>
                    <a:pt x="1702301" y="1364960"/>
                  </a:lnTo>
                  <a:lnTo>
                    <a:pt x="1678799" y="1324251"/>
                  </a:lnTo>
                  <a:lnTo>
                    <a:pt x="1719508" y="1300749"/>
                  </a:lnTo>
                  <a:close/>
                </a:path>
                <a:path w="5889625" h="6395720">
                  <a:moveTo>
                    <a:pt x="1793991" y="1432116"/>
                  </a:moveTo>
                  <a:lnTo>
                    <a:pt x="1816315" y="1470788"/>
                  </a:lnTo>
                  <a:lnTo>
                    <a:pt x="1777643" y="1493112"/>
                  </a:lnTo>
                  <a:lnTo>
                    <a:pt x="1755319" y="1454446"/>
                  </a:lnTo>
                  <a:lnTo>
                    <a:pt x="1793991" y="1432116"/>
                  </a:lnTo>
                  <a:close/>
                </a:path>
                <a:path w="5889625" h="6395720">
                  <a:moveTo>
                    <a:pt x="1868592" y="1563081"/>
                  </a:moveTo>
                  <a:lnTo>
                    <a:pt x="1890034" y="1600224"/>
                  </a:lnTo>
                  <a:lnTo>
                    <a:pt x="1852884" y="1621672"/>
                  </a:lnTo>
                  <a:lnTo>
                    <a:pt x="1831443" y="1584528"/>
                  </a:lnTo>
                  <a:lnTo>
                    <a:pt x="1868592" y="1563081"/>
                  </a:lnTo>
                  <a:close/>
                </a:path>
                <a:path w="5889625" h="6395720">
                  <a:moveTo>
                    <a:pt x="1942968" y="1694845"/>
                  </a:moveTo>
                  <a:lnTo>
                    <a:pt x="1962947" y="1729448"/>
                  </a:lnTo>
                  <a:lnTo>
                    <a:pt x="1928344" y="1749427"/>
                  </a:lnTo>
                  <a:lnTo>
                    <a:pt x="1908365" y="1714824"/>
                  </a:lnTo>
                  <a:lnTo>
                    <a:pt x="1942968" y="1694845"/>
                  </a:lnTo>
                  <a:close/>
                </a:path>
                <a:path w="5889625" h="6395720">
                  <a:moveTo>
                    <a:pt x="2017450" y="1826207"/>
                  </a:moveTo>
                  <a:lnTo>
                    <a:pt x="2036256" y="1858778"/>
                  </a:lnTo>
                  <a:lnTo>
                    <a:pt x="2003685" y="1877578"/>
                  </a:lnTo>
                  <a:lnTo>
                    <a:pt x="1984885" y="1845013"/>
                  </a:lnTo>
                  <a:lnTo>
                    <a:pt x="2017450" y="1826207"/>
                  </a:lnTo>
                  <a:close/>
                </a:path>
                <a:path w="5889625" h="6395720">
                  <a:moveTo>
                    <a:pt x="2091944" y="1957580"/>
                  </a:moveTo>
                  <a:lnTo>
                    <a:pt x="2109571" y="1988108"/>
                  </a:lnTo>
                  <a:lnTo>
                    <a:pt x="2079038" y="2005735"/>
                  </a:lnTo>
                  <a:lnTo>
                    <a:pt x="2061411" y="1975207"/>
                  </a:lnTo>
                  <a:lnTo>
                    <a:pt x="2091944" y="1957580"/>
                  </a:lnTo>
                  <a:close/>
                </a:path>
                <a:path w="5889625" h="6395720">
                  <a:moveTo>
                    <a:pt x="2166427" y="2088942"/>
                  </a:moveTo>
                  <a:lnTo>
                    <a:pt x="2182875" y="2117438"/>
                  </a:lnTo>
                  <a:lnTo>
                    <a:pt x="2154385" y="2133893"/>
                  </a:lnTo>
                  <a:lnTo>
                    <a:pt x="2137931" y="2105397"/>
                  </a:lnTo>
                  <a:lnTo>
                    <a:pt x="2166427" y="2088942"/>
                  </a:lnTo>
                  <a:close/>
                </a:path>
                <a:path w="5889625" h="6395720">
                  <a:moveTo>
                    <a:pt x="2241022" y="2219901"/>
                  </a:moveTo>
                  <a:lnTo>
                    <a:pt x="2256594" y="2246874"/>
                  </a:lnTo>
                  <a:lnTo>
                    <a:pt x="2229626" y="2262446"/>
                  </a:lnTo>
                  <a:lnTo>
                    <a:pt x="2214054" y="2235472"/>
                  </a:lnTo>
                  <a:lnTo>
                    <a:pt x="2241022" y="2219901"/>
                  </a:lnTo>
                  <a:close/>
                </a:path>
                <a:path w="5889625" h="6395720">
                  <a:moveTo>
                    <a:pt x="2315510" y="2351274"/>
                  </a:moveTo>
                  <a:lnTo>
                    <a:pt x="2329903" y="2376210"/>
                  </a:lnTo>
                  <a:lnTo>
                    <a:pt x="2304973" y="2390603"/>
                  </a:lnTo>
                  <a:lnTo>
                    <a:pt x="2290574" y="2365673"/>
                  </a:lnTo>
                  <a:lnTo>
                    <a:pt x="2315510" y="2351274"/>
                  </a:lnTo>
                  <a:close/>
                </a:path>
                <a:path w="5889625" h="6395720">
                  <a:moveTo>
                    <a:pt x="2389886" y="2483038"/>
                  </a:moveTo>
                  <a:lnTo>
                    <a:pt x="2402811" y="2505427"/>
                  </a:lnTo>
                  <a:lnTo>
                    <a:pt x="2380422" y="2518357"/>
                  </a:lnTo>
                  <a:lnTo>
                    <a:pt x="2367497" y="2495963"/>
                  </a:lnTo>
                  <a:lnTo>
                    <a:pt x="2389886" y="2483038"/>
                  </a:lnTo>
                  <a:close/>
                </a:path>
                <a:path w="5889625" h="6395720">
                  <a:moveTo>
                    <a:pt x="2464482" y="2614003"/>
                  </a:moveTo>
                  <a:lnTo>
                    <a:pt x="2476523" y="2634864"/>
                  </a:lnTo>
                  <a:lnTo>
                    <a:pt x="2455662" y="2646912"/>
                  </a:lnTo>
                  <a:lnTo>
                    <a:pt x="2443621" y="2626051"/>
                  </a:lnTo>
                  <a:lnTo>
                    <a:pt x="2464482" y="2614003"/>
                  </a:lnTo>
                  <a:close/>
                </a:path>
                <a:path w="5889625" h="6395720">
                  <a:moveTo>
                    <a:pt x="2539077" y="2744962"/>
                  </a:moveTo>
                  <a:lnTo>
                    <a:pt x="2550242" y="2764301"/>
                  </a:lnTo>
                  <a:lnTo>
                    <a:pt x="2530903" y="2775466"/>
                  </a:lnTo>
                  <a:lnTo>
                    <a:pt x="2519738" y="2756127"/>
                  </a:lnTo>
                  <a:lnTo>
                    <a:pt x="2539077" y="2744962"/>
                  </a:lnTo>
                  <a:close/>
                </a:path>
                <a:path w="5889625" h="6395720">
                  <a:moveTo>
                    <a:pt x="2613672" y="2875933"/>
                  </a:moveTo>
                  <a:lnTo>
                    <a:pt x="2623955" y="2893743"/>
                  </a:lnTo>
                  <a:lnTo>
                    <a:pt x="2606144" y="2904026"/>
                  </a:lnTo>
                  <a:lnTo>
                    <a:pt x="2595861" y="2886215"/>
                  </a:lnTo>
                  <a:lnTo>
                    <a:pt x="2613672" y="2875933"/>
                  </a:lnTo>
                  <a:close/>
                </a:path>
                <a:path w="5889625" h="6395720">
                  <a:moveTo>
                    <a:pt x="2688155" y="3007300"/>
                  </a:moveTo>
                  <a:lnTo>
                    <a:pt x="2697264" y="3023073"/>
                  </a:lnTo>
                  <a:lnTo>
                    <a:pt x="2681491" y="3032183"/>
                  </a:lnTo>
                  <a:lnTo>
                    <a:pt x="2672382" y="3016404"/>
                  </a:lnTo>
                  <a:lnTo>
                    <a:pt x="2688155" y="3007300"/>
                  </a:lnTo>
                  <a:close/>
                </a:path>
                <a:path w="5889625" h="6395720">
                  <a:moveTo>
                    <a:pt x="2762756" y="3138259"/>
                  </a:moveTo>
                  <a:lnTo>
                    <a:pt x="2770983" y="3152504"/>
                  </a:lnTo>
                  <a:lnTo>
                    <a:pt x="2756732" y="3160730"/>
                  </a:lnTo>
                  <a:lnTo>
                    <a:pt x="2748505" y="3146486"/>
                  </a:lnTo>
                  <a:lnTo>
                    <a:pt x="2762756" y="3138259"/>
                  </a:lnTo>
                  <a:close/>
                </a:path>
                <a:path w="5889625" h="6395720">
                  <a:moveTo>
                    <a:pt x="2837351" y="3269224"/>
                  </a:moveTo>
                  <a:lnTo>
                    <a:pt x="2844696" y="3281947"/>
                  </a:lnTo>
                  <a:lnTo>
                    <a:pt x="2831973" y="3289292"/>
                  </a:lnTo>
                  <a:lnTo>
                    <a:pt x="2824628" y="3276568"/>
                  </a:lnTo>
                  <a:lnTo>
                    <a:pt x="2837351" y="3269224"/>
                  </a:lnTo>
                  <a:close/>
                </a:path>
                <a:path w="5889625" h="6395720">
                  <a:moveTo>
                    <a:pt x="2911946" y="3400189"/>
                  </a:moveTo>
                  <a:lnTo>
                    <a:pt x="2918408" y="3411383"/>
                  </a:lnTo>
                  <a:lnTo>
                    <a:pt x="2907208" y="3417846"/>
                  </a:lnTo>
                  <a:lnTo>
                    <a:pt x="2900746" y="3406657"/>
                  </a:lnTo>
                  <a:lnTo>
                    <a:pt x="2911946" y="3400189"/>
                  </a:lnTo>
                  <a:close/>
                </a:path>
                <a:path w="5889625" h="6395720">
                  <a:moveTo>
                    <a:pt x="2986434" y="3531556"/>
                  </a:moveTo>
                  <a:lnTo>
                    <a:pt x="2991723" y="3540713"/>
                  </a:lnTo>
                  <a:lnTo>
                    <a:pt x="2982561" y="3546003"/>
                  </a:lnTo>
                  <a:lnTo>
                    <a:pt x="2977272" y="3536846"/>
                  </a:lnTo>
                  <a:lnTo>
                    <a:pt x="2986434" y="3531556"/>
                  </a:lnTo>
                  <a:close/>
                </a:path>
                <a:path w="5889625" h="6395720">
                  <a:moveTo>
                    <a:pt x="3061131" y="3662118"/>
                  </a:moveTo>
                  <a:lnTo>
                    <a:pt x="3065833" y="3670262"/>
                  </a:lnTo>
                  <a:lnTo>
                    <a:pt x="3057689" y="3674960"/>
                  </a:lnTo>
                  <a:lnTo>
                    <a:pt x="3052992" y="3666821"/>
                  </a:lnTo>
                  <a:lnTo>
                    <a:pt x="3061131" y="3662118"/>
                  </a:lnTo>
                  <a:close/>
                </a:path>
                <a:path w="5889625" h="6395720">
                  <a:moveTo>
                    <a:pt x="3135832" y="3792680"/>
                  </a:moveTo>
                  <a:lnTo>
                    <a:pt x="3139949" y="3799806"/>
                  </a:lnTo>
                  <a:lnTo>
                    <a:pt x="3132823" y="3803922"/>
                  </a:lnTo>
                  <a:lnTo>
                    <a:pt x="3128706" y="3796797"/>
                  </a:lnTo>
                  <a:lnTo>
                    <a:pt x="3135832" y="3792680"/>
                  </a:lnTo>
                  <a:close/>
                </a:path>
                <a:path w="5889625" h="6395720">
                  <a:moveTo>
                    <a:pt x="3210539" y="3923243"/>
                  </a:moveTo>
                  <a:lnTo>
                    <a:pt x="3214064" y="3929349"/>
                  </a:lnTo>
                  <a:lnTo>
                    <a:pt x="3207951" y="3932873"/>
                  </a:lnTo>
                  <a:lnTo>
                    <a:pt x="3204427" y="3926773"/>
                  </a:lnTo>
                  <a:lnTo>
                    <a:pt x="3210539" y="3923243"/>
                  </a:lnTo>
                  <a:close/>
                </a:path>
                <a:path w="5889625" h="6395720">
                  <a:moveTo>
                    <a:pt x="3285134" y="4054213"/>
                  </a:moveTo>
                  <a:lnTo>
                    <a:pt x="3287776" y="4058786"/>
                  </a:lnTo>
                  <a:lnTo>
                    <a:pt x="3283191" y="4061434"/>
                  </a:lnTo>
                  <a:lnTo>
                    <a:pt x="3280550" y="4056855"/>
                  </a:lnTo>
                  <a:lnTo>
                    <a:pt x="3285134" y="4054213"/>
                  </a:lnTo>
                  <a:close/>
                </a:path>
                <a:path w="5889625" h="6395720">
                  <a:moveTo>
                    <a:pt x="3359836" y="4184775"/>
                  </a:moveTo>
                  <a:lnTo>
                    <a:pt x="3361891" y="4188335"/>
                  </a:lnTo>
                  <a:lnTo>
                    <a:pt x="3358326" y="4190390"/>
                  </a:lnTo>
                  <a:lnTo>
                    <a:pt x="3356270" y="4186831"/>
                  </a:lnTo>
                  <a:lnTo>
                    <a:pt x="3359836" y="4184775"/>
                  </a:lnTo>
                  <a:close/>
                </a:path>
                <a:path w="5889625" h="6395720">
                  <a:moveTo>
                    <a:pt x="3434538" y="4315337"/>
                  </a:moveTo>
                  <a:lnTo>
                    <a:pt x="3436007" y="4317878"/>
                  </a:lnTo>
                  <a:lnTo>
                    <a:pt x="3433466" y="4319347"/>
                  </a:lnTo>
                  <a:lnTo>
                    <a:pt x="3431997" y="4316806"/>
                  </a:lnTo>
                  <a:lnTo>
                    <a:pt x="3434538" y="4315337"/>
                  </a:lnTo>
                  <a:close/>
                </a:path>
                <a:path w="5889625" h="6395720">
                  <a:moveTo>
                    <a:pt x="3509239" y="4445893"/>
                  </a:moveTo>
                  <a:lnTo>
                    <a:pt x="3510122" y="4447421"/>
                  </a:lnTo>
                  <a:lnTo>
                    <a:pt x="3508594" y="4448304"/>
                  </a:lnTo>
                  <a:lnTo>
                    <a:pt x="3507711" y="4446776"/>
                  </a:lnTo>
                  <a:lnTo>
                    <a:pt x="3509239" y="4445893"/>
                  </a:lnTo>
                  <a:close/>
                </a:path>
                <a:path w="5889625" h="6395720">
                  <a:moveTo>
                    <a:pt x="722906" y="0"/>
                  </a:moveTo>
                  <a:lnTo>
                    <a:pt x="801868" y="0"/>
                  </a:lnTo>
                  <a:lnTo>
                    <a:pt x="742644" y="34192"/>
                  </a:lnTo>
                  <a:lnTo>
                    <a:pt x="722906" y="0"/>
                  </a:lnTo>
                  <a:close/>
                </a:path>
                <a:path w="5889625" h="6395720">
                  <a:moveTo>
                    <a:pt x="845954" y="57997"/>
                  </a:moveTo>
                  <a:lnTo>
                    <a:pt x="884146" y="124152"/>
                  </a:lnTo>
                  <a:lnTo>
                    <a:pt x="817991" y="162344"/>
                  </a:lnTo>
                  <a:lnTo>
                    <a:pt x="779799" y="96189"/>
                  </a:lnTo>
                  <a:lnTo>
                    <a:pt x="845954" y="57997"/>
                  </a:lnTo>
                  <a:close/>
                </a:path>
                <a:path w="5889625" h="6395720">
                  <a:moveTo>
                    <a:pt x="920330" y="189767"/>
                  </a:moveTo>
                  <a:lnTo>
                    <a:pt x="957053" y="253375"/>
                  </a:lnTo>
                  <a:lnTo>
                    <a:pt x="893451" y="290098"/>
                  </a:lnTo>
                  <a:lnTo>
                    <a:pt x="856728" y="226490"/>
                  </a:lnTo>
                  <a:lnTo>
                    <a:pt x="920330" y="189767"/>
                  </a:lnTo>
                  <a:close/>
                </a:path>
                <a:path w="5889625" h="6395720">
                  <a:moveTo>
                    <a:pt x="994712" y="321532"/>
                  </a:moveTo>
                  <a:lnTo>
                    <a:pt x="1029966" y="382598"/>
                  </a:lnTo>
                  <a:lnTo>
                    <a:pt x="968905" y="417852"/>
                  </a:lnTo>
                  <a:lnTo>
                    <a:pt x="933651" y="356785"/>
                  </a:lnTo>
                  <a:lnTo>
                    <a:pt x="994712" y="321532"/>
                  </a:lnTo>
                  <a:close/>
                </a:path>
                <a:path w="5889625" h="6395720">
                  <a:moveTo>
                    <a:pt x="1069088" y="453296"/>
                  </a:moveTo>
                  <a:lnTo>
                    <a:pt x="1102879" y="511822"/>
                  </a:lnTo>
                  <a:lnTo>
                    <a:pt x="1044359" y="545607"/>
                  </a:lnTo>
                  <a:lnTo>
                    <a:pt x="1010574" y="487081"/>
                  </a:lnTo>
                  <a:lnTo>
                    <a:pt x="1069088" y="453296"/>
                  </a:lnTo>
                  <a:close/>
                </a:path>
                <a:path w="5889625" h="6395720">
                  <a:moveTo>
                    <a:pt x="1143470" y="585066"/>
                  </a:moveTo>
                  <a:lnTo>
                    <a:pt x="1175786" y="641039"/>
                  </a:lnTo>
                  <a:lnTo>
                    <a:pt x="1119813" y="673355"/>
                  </a:lnTo>
                  <a:lnTo>
                    <a:pt x="1087497" y="617382"/>
                  </a:lnTo>
                  <a:lnTo>
                    <a:pt x="1143470" y="585066"/>
                  </a:lnTo>
                  <a:close/>
                </a:path>
                <a:path w="5889625" h="6395720">
                  <a:moveTo>
                    <a:pt x="1217958" y="716428"/>
                  </a:moveTo>
                  <a:lnTo>
                    <a:pt x="1249101" y="770369"/>
                  </a:lnTo>
                  <a:lnTo>
                    <a:pt x="1195160" y="801513"/>
                  </a:lnTo>
                  <a:lnTo>
                    <a:pt x="1164016" y="747571"/>
                  </a:lnTo>
                  <a:lnTo>
                    <a:pt x="1217958" y="716428"/>
                  </a:lnTo>
                  <a:close/>
                </a:path>
                <a:path w="5889625" h="6395720">
                  <a:moveTo>
                    <a:pt x="1292340" y="848198"/>
                  </a:moveTo>
                  <a:lnTo>
                    <a:pt x="1322014" y="899592"/>
                  </a:lnTo>
                  <a:lnTo>
                    <a:pt x="1270614" y="929266"/>
                  </a:lnTo>
                  <a:lnTo>
                    <a:pt x="1240939" y="877872"/>
                  </a:lnTo>
                  <a:lnTo>
                    <a:pt x="1292340" y="848198"/>
                  </a:lnTo>
                  <a:close/>
                </a:path>
                <a:path w="5889625" h="6395720">
                  <a:moveTo>
                    <a:pt x="1366822" y="979566"/>
                  </a:moveTo>
                  <a:lnTo>
                    <a:pt x="1395318" y="1028922"/>
                  </a:lnTo>
                  <a:lnTo>
                    <a:pt x="1345967" y="1057418"/>
                  </a:lnTo>
                  <a:lnTo>
                    <a:pt x="1317465" y="1008062"/>
                  </a:lnTo>
                  <a:lnTo>
                    <a:pt x="1366822" y="979566"/>
                  </a:lnTo>
                  <a:close/>
                </a:path>
                <a:path w="5889625" h="6395720">
                  <a:moveTo>
                    <a:pt x="1441204" y="1111330"/>
                  </a:moveTo>
                  <a:lnTo>
                    <a:pt x="1468231" y="1158146"/>
                  </a:lnTo>
                  <a:lnTo>
                    <a:pt x="1421421" y="1185173"/>
                  </a:lnTo>
                  <a:lnTo>
                    <a:pt x="1394388" y="1138357"/>
                  </a:lnTo>
                  <a:lnTo>
                    <a:pt x="1441204" y="1111330"/>
                  </a:lnTo>
                  <a:close/>
                </a:path>
                <a:path w="5889625" h="6395720">
                  <a:moveTo>
                    <a:pt x="1515580" y="1243100"/>
                  </a:moveTo>
                  <a:lnTo>
                    <a:pt x="1541138" y="1287369"/>
                  </a:lnTo>
                  <a:lnTo>
                    <a:pt x="1496875" y="1312927"/>
                  </a:lnTo>
                  <a:lnTo>
                    <a:pt x="1471317" y="1268658"/>
                  </a:lnTo>
                  <a:lnTo>
                    <a:pt x="1515580" y="1243100"/>
                  </a:lnTo>
                  <a:close/>
                </a:path>
                <a:path w="5889625" h="6395720">
                  <a:moveTo>
                    <a:pt x="1589962" y="1374864"/>
                  </a:moveTo>
                  <a:lnTo>
                    <a:pt x="1614051" y="1416592"/>
                  </a:lnTo>
                  <a:lnTo>
                    <a:pt x="1572329" y="1440681"/>
                  </a:lnTo>
                  <a:lnTo>
                    <a:pt x="1548240" y="1398953"/>
                  </a:lnTo>
                  <a:lnTo>
                    <a:pt x="1589962" y="1374864"/>
                  </a:lnTo>
                  <a:close/>
                </a:path>
                <a:path w="5889625" h="6395720">
                  <a:moveTo>
                    <a:pt x="1664450" y="1506232"/>
                  </a:moveTo>
                  <a:lnTo>
                    <a:pt x="1687367" y="1545922"/>
                  </a:lnTo>
                  <a:lnTo>
                    <a:pt x="1647676" y="1568839"/>
                  </a:lnTo>
                  <a:lnTo>
                    <a:pt x="1624760" y="1529148"/>
                  </a:lnTo>
                  <a:lnTo>
                    <a:pt x="1664450" y="1506232"/>
                  </a:lnTo>
                  <a:close/>
                </a:path>
                <a:path w="5889625" h="6395720">
                  <a:moveTo>
                    <a:pt x="1738932" y="1637599"/>
                  </a:moveTo>
                  <a:lnTo>
                    <a:pt x="1760676" y="1675252"/>
                  </a:lnTo>
                  <a:lnTo>
                    <a:pt x="1723017" y="1696996"/>
                  </a:lnTo>
                  <a:lnTo>
                    <a:pt x="1701279" y="1659337"/>
                  </a:lnTo>
                  <a:lnTo>
                    <a:pt x="1738932" y="1637599"/>
                  </a:lnTo>
                  <a:close/>
                </a:path>
                <a:path w="5889625" h="6395720">
                  <a:moveTo>
                    <a:pt x="1813421" y="1768961"/>
                  </a:moveTo>
                  <a:lnTo>
                    <a:pt x="1833985" y="1804582"/>
                  </a:lnTo>
                  <a:lnTo>
                    <a:pt x="1798370" y="1825147"/>
                  </a:lnTo>
                  <a:lnTo>
                    <a:pt x="1777805" y="1789526"/>
                  </a:lnTo>
                  <a:lnTo>
                    <a:pt x="1813421" y="1768961"/>
                  </a:lnTo>
                  <a:close/>
                </a:path>
                <a:path w="5889625" h="6395720">
                  <a:moveTo>
                    <a:pt x="1887909" y="1900323"/>
                  </a:moveTo>
                  <a:lnTo>
                    <a:pt x="1907301" y="1933912"/>
                  </a:lnTo>
                  <a:lnTo>
                    <a:pt x="1873717" y="1953305"/>
                  </a:lnTo>
                  <a:lnTo>
                    <a:pt x="1854325" y="1919715"/>
                  </a:lnTo>
                  <a:lnTo>
                    <a:pt x="1887909" y="1900323"/>
                  </a:lnTo>
                  <a:close/>
                </a:path>
                <a:path w="5889625" h="6395720">
                  <a:moveTo>
                    <a:pt x="1962397" y="2031690"/>
                  </a:moveTo>
                  <a:lnTo>
                    <a:pt x="1980611" y="2063242"/>
                  </a:lnTo>
                  <a:lnTo>
                    <a:pt x="1949065" y="2081456"/>
                  </a:lnTo>
                  <a:lnTo>
                    <a:pt x="1930845" y="2049904"/>
                  </a:lnTo>
                  <a:lnTo>
                    <a:pt x="1962397" y="2031690"/>
                  </a:lnTo>
                  <a:close/>
                </a:path>
                <a:path w="5889625" h="6395720">
                  <a:moveTo>
                    <a:pt x="2036774" y="2163460"/>
                  </a:moveTo>
                  <a:lnTo>
                    <a:pt x="2053524" y="2192465"/>
                  </a:lnTo>
                  <a:lnTo>
                    <a:pt x="2024519" y="2209210"/>
                  </a:lnTo>
                  <a:lnTo>
                    <a:pt x="2007775" y="2180205"/>
                  </a:lnTo>
                  <a:lnTo>
                    <a:pt x="2036774" y="2163460"/>
                  </a:lnTo>
                  <a:close/>
                </a:path>
                <a:path w="5889625" h="6395720">
                  <a:moveTo>
                    <a:pt x="2111368" y="2294425"/>
                  </a:moveTo>
                  <a:lnTo>
                    <a:pt x="2127236" y="2321902"/>
                  </a:lnTo>
                  <a:lnTo>
                    <a:pt x="2099753" y="2337770"/>
                  </a:lnTo>
                  <a:lnTo>
                    <a:pt x="2083891" y="2310293"/>
                  </a:lnTo>
                  <a:lnTo>
                    <a:pt x="2111368" y="2294425"/>
                  </a:lnTo>
                  <a:close/>
                </a:path>
                <a:path w="5889625" h="6395720">
                  <a:moveTo>
                    <a:pt x="2185857" y="2425787"/>
                  </a:moveTo>
                  <a:lnTo>
                    <a:pt x="2200546" y="2451233"/>
                  </a:lnTo>
                  <a:lnTo>
                    <a:pt x="2175106" y="2465922"/>
                  </a:lnTo>
                  <a:lnTo>
                    <a:pt x="2160417" y="2440476"/>
                  </a:lnTo>
                  <a:lnTo>
                    <a:pt x="2185857" y="2425787"/>
                  </a:lnTo>
                  <a:close/>
                </a:path>
                <a:path w="5889625" h="6395720">
                  <a:moveTo>
                    <a:pt x="2260345" y="2557155"/>
                  </a:moveTo>
                  <a:lnTo>
                    <a:pt x="2273862" y="2580557"/>
                  </a:lnTo>
                  <a:lnTo>
                    <a:pt x="2250448" y="2594073"/>
                  </a:lnTo>
                  <a:lnTo>
                    <a:pt x="2236937" y="2570671"/>
                  </a:lnTo>
                  <a:lnTo>
                    <a:pt x="2260345" y="2557155"/>
                  </a:lnTo>
                  <a:close/>
                </a:path>
                <a:path w="5889625" h="6395720">
                  <a:moveTo>
                    <a:pt x="2334827" y="2688522"/>
                  </a:moveTo>
                  <a:lnTo>
                    <a:pt x="2347171" y="2709893"/>
                  </a:lnTo>
                  <a:lnTo>
                    <a:pt x="2325801" y="2722230"/>
                  </a:lnTo>
                  <a:lnTo>
                    <a:pt x="2313463" y="2700860"/>
                  </a:lnTo>
                  <a:lnTo>
                    <a:pt x="2334827" y="2688522"/>
                  </a:lnTo>
                  <a:close/>
                </a:path>
                <a:path w="5889625" h="6395720">
                  <a:moveTo>
                    <a:pt x="2409423" y="2819487"/>
                  </a:moveTo>
                  <a:lnTo>
                    <a:pt x="2420884" y="2839335"/>
                  </a:lnTo>
                  <a:lnTo>
                    <a:pt x="2401036" y="2850790"/>
                  </a:lnTo>
                  <a:lnTo>
                    <a:pt x="2389580" y="2830942"/>
                  </a:lnTo>
                  <a:lnTo>
                    <a:pt x="2409423" y="2819487"/>
                  </a:lnTo>
                  <a:close/>
                </a:path>
                <a:path w="5889625" h="6395720">
                  <a:moveTo>
                    <a:pt x="2484024" y="2950446"/>
                  </a:moveTo>
                  <a:lnTo>
                    <a:pt x="2494602" y="2968766"/>
                  </a:lnTo>
                  <a:lnTo>
                    <a:pt x="2476276" y="2979344"/>
                  </a:lnTo>
                  <a:lnTo>
                    <a:pt x="2465697" y="2961025"/>
                  </a:lnTo>
                  <a:lnTo>
                    <a:pt x="2484024" y="2950446"/>
                  </a:lnTo>
                  <a:close/>
                </a:path>
                <a:path w="5889625" h="6395720">
                  <a:moveTo>
                    <a:pt x="2558506" y="3081819"/>
                  </a:moveTo>
                  <a:lnTo>
                    <a:pt x="2567906" y="3098096"/>
                  </a:lnTo>
                  <a:lnTo>
                    <a:pt x="2551629" y="3107496"/>
                  </a:lnTo>
                  <a:lnTo>
                    <a:pt x="2542229" y="3091219"/>
                  </a:lnTo>
                  <a:lnTo>
                    <a:pt x="2558506" y="3081819"/>
                  </a:lnTo>
                  <a:close/>
                </a:path>
                <a:path w="5889625" h="6395720">
                  <a:moveTo>
                    <a:pt x="2633101" y="3212778"/>
                  </a:moveTo>
                  <a:lnTo>
                    <a:pt x="2641619" y="3227538"/>
                  </a:lnTo>
                  <a:lnTo>
                    <a:pt x="2626864" y="3236055"/>
                  </a:lnTo>
                  <a:lnTo>
                    <a:pt x="2618341" y="3221301"/>
                  </a:lnTo>
                  <a:lnTo>
                    <a:pt x="2633101" y="3212778"/>
                  </a:lnTo>
                  <a:close/>
                </a:path>
                <a:path w="5889625" h="6395720">
                  <a:moveTo>
                    <a:pt x="2707702" y="3343743"/>
                  </a:moveTo>
                  <a:lnTo>
                    <a:pt x="2715337" y="3356969"/>
                  </a:lnTo>
                  <a:lnTo>
                    <a:pt x="2702105" y="3364610"/>
                  </a:lnTo>
                  <a:lnTo>
                    <a:pt x="2694464" y="3351384"/>
                  </a:lnTo>
                  <a:lnTo>
                    <a:pt x="2707702" y="3343743"/>
                  </a:lnTo>
                  <a:close/>
                </a:path>
                <a:path w="5889625" h="6395720">
                  <a:moveTo>
                    <a:pt x="2782291" y="3474707"/>
                  </a:moveTo>
                  <a:lnTo>
                    <a:pt x="2789050" y="3486411"/>
                  </a:lnTo>
                  <a:lnTo>
                    <a:pt x="2777346" y="3493169"/>
                  </a:lnTo>
                  <a:lnTo>
                    <a:pt x="2770587" y="3481466"/>
                  </a:lnTo>
                  <a:lnTo>
                    <a:pt x="2782291" y="3474707"/>
                  </a:lnTo>
                  <a:close/>
                </a:path>
                <a:path w="5889625" h="6395720">
                  <a:moveTo>
                    <a:pt x="2856780" y="3606075"/>
                  </a:moveTo>
                  <a:lnTo>
                    <a:pt x="2862359" y="3615741"/>
                  </a:lnTo>
                  <a:lnTo>
                    <a:pt x="2852692" y="3621321"/>
                  </a:lnTo>
                  <a:lnTo>
                    <a:pt x="2847113" y="3611654"/>
                  </a:lnTo>
                  <a:lnTo>
                    <a:pt x="2856780" y="3606075"/>
                  </a:lnTo>
                  <a:close/>
                </a:path>
                <a:path w="5889625" h="6395720">
                  <a:moveTo>
                    <a:pt x="2931481" y="3736631"/>
                  </a:moveTo>
                  <a:lnTo>
                    <a:pt x="2936474" y="3745284"/>
                  </a:lnTo>
                  <a:lnTo>
                    <a:pt x="2927827" y="3750277"/>
                  </a:lnTo>
                  <a:lnTo>
                    <a:pt x="2922827" y="3741624"/>
                  </a:lnTo>
                  <a:lnTo>
                    <a:pt x="2931481" y="3736631"/>
                  </a:lnTo>
                  <a:close/>
                </a:path>
                <a:path w="5889625" h="6395720">
                  <a:moveTo>
                    <a:pt x="3006183" y="3867193"/>
                  </a:moveTo>
                  <a:lnTo>
                    <a:pt x="3010590" y="3874828"/>
                  </a:lnTo>
                  <a:lnTo>
                    <a:pt x="3002955" y="3879234"/>
                  </a:lnTo>
                  <a:lnTo>
                    <a:pt x="2998548" y="3871600"/>
                  </a:lnTo>
                  <a:lnTo>
                    <a:pt x="3006183" y="3867193"/>
                  </a:lnTo>
                  <a:close/>
                </a:path>
                <a:path w="5889625" h="6395720">
                  <a:moveTo>
                    <a:pt x="3080778" y="3998164"/>
                  </a:moveTo>
                  <a:lnTo>
                    <a:pt x="3084302" y="4004264"/>
                  </a:lnTo>
                  <a:lnTo>
                    <a:pt x="3078196" y="4007789"/>
                  </a:lnTo>
                  <a:lnTo>
                    <a:pt x="3074672" y="4001688"/>
                  </a:lnTo>
                  <a:lnTo>
                    <a:pt x="3080778" y="3998164"/>
                  </a:lnTo>
                  <a:close/>
                </a:path>
                <a:path w="5889625" h="6395720">
                  <a:moveTo>
                    <a:pt x="3155480" y="4128726"/>
                  </a:moveTo>
                  <a:lnTo>
                    <a:pt x="3158418" y="4133813"/>
                  </a:lnTo>
                  <a:lnTo>
                    <a:pt x="3153330" y="4136751"/>
                  </a:lnTo>
                  <a:lnTo>
                    <a:pt x="3150392" y="4131663"/>
                  </a:lnTo>
                  <a:lnTo>
                    <a:pt x="3155480" y="4128726"/>
                  </a:lnTo>
                  <a:close/>
                </a:path>
                <a:path w="5889625" h="6395720">
                  <a:moveTo>
                    <a:pt x="3230181" y="4259288"/>
                  </a:moveTo>
                  <a:lnTo>
                    <a:pt x="3232533" y="4263363"/>
                  </a:lnTo>
                  <a:lnTo>
                    <a:pt x="3228464" y="4265714"/>
                  </a:lnTo>
                  <a:lnTo>
                    <a:pt x="3226112" y="4261639"/>
                  </a:lnTo>
                  <a:lnTo>
                    <a:pt x="3230181" y="4259288"/>
                  </a:lnTo>
                  <a:close/>
                </a:path>
                <a:path w="5889625" h="6395720">
                  <a:moveTo>
                    <a:pt x="3304889" y="4389850"/>
                  </a:moveTo>
                  <a:lnTo>
                    <a:pt x="3306648" y="4392900"/>
                  </a:lnTo>
                  <a:lnTo>
                    <a:pt x="3303592" y="4394665"/>
                  </a:lnTo>
                  <a:lnTo>
                    <a:pt x="3301827" y="4391615"/>
                  </a:lnTo>
                  <a:lnTo>
                    <a:pt x="3304889" y="4389850"/>
                  </a:lnTo>
                  <a:close/>
                </a:path>
                <a:path w="5889625" h="6395720">
                  <a:moveTo>
                    <a:pt x="3379585" y="4520418"/>
                  </a:moveTo>
                  <a:lnTo>
                    <a:pt x="3380757" y="4522455"/>
                  </a:lnTo>
                  <a:lnTo>
                    <a:pt x="3378732" y="4523628"/>
                  </a:lnTo>
                  <a:lnTo>
                    <a:pt x="3377553" y="4521590"/>
                  </a:lnTo>
                  <a:lnTo>
                    <a:pt x="3379585" y="4520418"/>
                  </a:lnTo>
                  <a:close/>
                </a:path>
                <a:path w="5889625" h="6395720">
                  <a:moveTo>
                    <a:pt x="3453273" y="4651566"/>
                  </a:moveTo>
                  <a:lnTo>
                    <a:pt x="3454626" y="4651566"/>
                  </a:lnTo>
                  <a:lnTo>
                    <a:pt x="3454873" y="4651993"/>
                  </a:lnTo>
                  <a:lnTo>
                    <a:pt x="3453520" y="4651993"/>
                  </a:lnTo>
                  <a:lnTo>
                    <a:pt x="3453273" y="4651566"/>
                  </a:lnTo>
                  <a:close/>
                </a:path>
                <a:path w="5889625" h="6395720">
                  <a:moveTo>
                    <a:pt x="642030" y="342"/>
                  </a:moveTo>
                  <a:lnTo>
                    <a:pt x="682283" y="70063"/>
                  </a:lnTo>
                  <a:lnTo>
                    <a:pt x="612569" y="110310"/>
                  </a:lnTo>
                  <a:lnTo>
                    <a:pt x="572316" y="40595"/>
                  </a:lnTo>
                  <a:lnTo>
                    <a:pt x="642030" y="342"/>
                  </a:lnTo>
                  <a:close/>
                </a:path>
                <a:path w="5889625" h="6395720">
                  <a:moveTo>
                    <a:pt x="716513" y="131710"/>
                  </a:moveTo>
                  <a:lnTo>
                    <a:pt x="755587" y="199392"/>
                  </a:lnTo>
                  <a:lnTo>
                    <a:pt x="687910" y="238467"/>
                  </a:lnTo>
                  <a:lnTo>
                    <a:pt x="648836" y="170784"/>
                  </a:lnTo>
                  <a:lnTo>
                    <a:pt x="716513" y="131710"/>
                  </a:lnTo>
                  <a:close/>
                </a:path>
                <a:path w="5889625" h="6395720">
                  <a:moveTo>
                    <a:pt x="790894" y="263480"/>
                  </a:moveTo>
                  <a:lnTo>
                    <a:pt x="828500" y="328616"/>
                  </a:lnTo>
                  <a:lnTo>
                    <a:pt x="763364" y="366221"/>
                  </a:lnTo>
                  <a:lnTo>
                    <a:pt x="725759" y="301086"/>
                  </a:lnTo>
                  <a:lnTo>
                    <a:pt x="790894" y="263480"/>
                  </a:lnTo>
                  <a:close/>
                </a:path>
                <a:path w="5889625" h="6395720">
                  <a:moveTo>
                    <a:pt x="865276" y="395244"/>
                  </a:moveTo>
                  <a:lnTo>
                    <a:pt x="901413" y="457839"/>
                  </a:lnTo>
                  <a:lnTo>
                    <a:pt x="838824" y="493975"/>
                  </a:lnTo>
                  <a:lnTo>
                    <a:pt x="802687" y="431381"/>
                  </a:lnTo>
                  <a:lnTo>
                    <a:pt x="865276" y="395244"/>
                  </a:lnTo>
                  <a:close/>
                </a:path>
                <a:path w="5889625" h="6395720">
                  <a:moveTo>
                    <a:pt x="939652" y="527014"/>
                  </a:moveTo>
                  <a:lnTo>
                    <a:pt x="974320" y="587062"/>
                  </a:lnTo>
                  <a:lnTo>
                    <a:pt x="914278" y="621730"/>
                  </a:lnTo>
                  <a:lnTo>
                    <a:pt x="879610" y="561682"/>
                  </a:lnTo>
                  <a:lnTo>
                    <a:pt x="939652" y="527014"/>
                  </a:lnTo>
                  <a:close/>
                </a:path>
                <a:path w="5889625" h="6395720">
                  <a:moveTo>
                    <a:pt x="1014034" y="658779"/>
                  </a:moveTo>
                  <a:lnTo>
                    <a:pt x="1047233" y="716280"/>
                  </a:lnTo>
                  <a:lnTo>
                    <a:pt x="989732" y="749478"/>
                  </a:lnTo>
                  <a:lnTo>
                    <a:pt x="956533" y="691977"/>
                  </a:lnTo>
                  <a:lnTo>
                    <a:pt x="1014034" y="658779"/>
                  </a:lnTo>
                  <a:close/>
                </a:path>
                <a:path w="5889625" h="6395720">
                  <a:moveTo>
                    <a:pt x="1088410" y="790543"/>
                  </a:moveTo>
                  <a:lnTo>
                    <a:pt x="1120140" y="845503"/>
                  </a:lnTo>
                  <a:lnTo>
                    <a:pt x="1065186" y="877233"/>
                  </a:lnTo>
                  <a:lnTo>
                    <a:pt x="1033456" y="822273"/>
                  </a:lnTo>
                  <a:lnTo>
                    <a:pt x="1088410" y="790543"/>
                  </a:lnTo>
                  <a:close/>
                </a:path>
                <a:path w="5889625" h="6395720">
                  <a:moveTo>
                    <a:pt x="1162898" y="921911"/>
                  </a:moveTo>
                  <a:lnTo>
                    <a:pt x="1193455" y="974833"/>
                  </a:lnTo>
                  <a:lnTo>
                    <a:pt x="1140533" y="1005384"/>
                  </a:lnTo>
                  <a:lnTo>
                    <a:pt x="1109982" y="952462"/>
                  </a:lnTo>
                  <a:lnTo>
                    <a:pt x="1162898" y="921911"/>
                  </a:lnTo>
                  <a:close/>
                </a:path>
                <a:path w="5889625" h="6395720">
                  <a:moveTo>
                    <a:pt x="1237280" y="1053675"/>
                  </a:moveTo>
                  <a:lnTo>
                    <a:pt x="1266368" y="1104056"/>
                  </a:lnTo>
                  <a:lnTo>
                    <a:pt x="1215987" y="1133138"/>
                  </a:lnTo>
                  <a:lnTo>
                    <a:pt x="1186905" y="1082763"/>
                  </a:lnTo>
                  <a:lnTo>
                    <a:pt x="1237280" y="1053675"/>
                  </a:lnTo>
                  <a:close/>
                </a:path>
                <a:path w="5889625" h="6395720">
                  <a:moveTo>
                    <a:pt x="1311662" y="1185445"/>
                  </a:moveTo>
                  <a:lnTo>
                    <a:pt x="1339275" y="1233279"/>
                  </a:lnTo>
                  <a:lnTo>
                    <a:pt x="1291447" y="1260893"/>
                  </a:lnTo>
                  <a:lnTo>
                    <a:pt x="1263827" y="1213058"/>
                  </a:lnTo>
                  <a:lnTo>
                    <a:pt x="1311662" y="1185445"/>
                  </a:lnTo>
                  <a:close/>
                </a:path>
                <a:path w="5889625" h="6395720">
                  <a:moveTo>
                    <a:pt x="1386044" y="1317215"/>
                  </a:moveTo>
                  <a:lnTo>
                    <a:pt x="1412188" y="1362503"/>
                  </a:lnTo>
                  <a:lnTo>
                    <a:pt x="1366900" y="1388647"/>
                  </a:lnTo>
                  <a:lnTo>
                    <a:pt x="1340756" y="1343359"/>
                  </a:lnTo>
                  <a:lnTo>
                    <a:pt x="1386044" y="1317215"/>
                  </a:lnTo>
                  <a:close/>
                </a:path>
                <a:path w="5889625" h="6395720">
                  <a:moveTo>
                    <a:pt x="1460420" y="1448974"/>
                  </a:moveTo>
                  <a:lnTo>
                    <a:pt x="1485095" y="1491720"/>
                  </a:lnTo>
                  <a:lnTo>
                    <a:pt x="1442354" y="1516396"/>
                  </a:lnTo>
                  <a:lnTo>
                    <a:pt x="1417673" y="1473655"/>
                  </a:lnTo>
                  <a:lnTo>
                    <a:pt x="1460420" y="1448974"/>
                  </a:lnTo>
                  <a:close/>
                </a:path>
                <a:path w="5889625" h="6395720">
                  <a:moveTo>
                    <a:pt x="1534802" y="1580744"/>
                  </a:moveTo>
                  <a:lnTo>
                    <a:pt x="1558008" y="1620944"/>
                  </a:lnTo>
                  <a:lnTo>
                    <a:pt x="1517808" y="1644156"/>
                  </a:lnTo>
                  <a:lnTo>
                    <a:pt x="1494602" y="1603951"/>
                  </a:lnTo>
                  <a:lnTo>
                    <a:pt x="1534802" y="1580744"/>
                  </a:lnTo>
                  <a:close/>
                </a:path>
                <a:path w="5889625" h="6395720">
                  <a:moveTo>
                    <a:pt x="1609284" y="1712111"/>
                  </a:moveTo>
                  <a:lnTo>
                    <a:pt x="1631318" y="1750280"/>
                  </a:lnTo>
                  <a:lnTo>
                    <a:pt x="1593156" y="1772314"/>
                  </a:lnTo>
                  <a:lnTo>
                    <a:pt x="1571122" y="1734145"/>
                  </a:lnTo>
                  <a:lnTo>
                    <a:pt x="1609284" y="1712111"/>
                  </a:lnTo>
                  <a:close/>
                </a:path>
                <a:path w="5889625" h="6395720">
                  <a:moveTo>
                    <a:pt x="1683879" y="1843076"/>
                  </a:moveTo>
                  <a:lnTo>
                    <a:pt x="1705031" y="1879716"/>
                  </a:lnTo>
                  <a:lnTo>
                    <a:pt x="1668397" y="1900868"/>
                  </a:lnTo>
                  <a:lnTo>
                    <a:pt x="1647245" y="1864227"/>
                  </a:lnTo>
                  <a:lnTo>
                    <a:pt x="1683879" y="1843076"/>
                  </a:lnTo>
                  <a:close/>
                </a:path>
                <a:path w="5889625" h="6395720">
                  <a:moveTo>
                    <a:pt x="1758255" y="1974846"/>
                  </a:moveTo>
                  <a:lnTo>
                    <a:pt x="1777938" y="2008933"/>
                  </a:lnTo>
                  <a:lnTo>
                    <a:pt x="1743851" y="2028616"/>
                  </a:lnTo>
                  <a:lnTo>
                    <a:pt x="1724168" y="1994529"/>
                  </a:lnTo>
                  <a:lnTo>
                    <a:pt x="1758255" y="1974846"/>
                  </a:lnTo>
                  <a:close/>
                </a:path>
                <a:path w="5889625" h="6395720">
                  <a:moveTo>
                    <a:pt x="1832744" y="2106208"/>
                  </a:moveTo>
                  <a:lnTo>
                    <a:pt x="1851253" y="2138270"/>
                  </a:lnTo>
                  <a:lnTo>
                    <a:pt x="1819197" y="2156779"/>
                  </a:lnTo>
                  <a:lnTo>
                    <a:pt x="1800688" y="2124718"/>
                  </a:lnTo>
                  <a:lnTo>
                    <a:pt x="1832744" y="2106208"/>
                  </a:lnTo>
                  <a:close/>
                </a:path>
                <a:path w="5889625" h="6395720">
                  <a:moveTo>
                    <a:pt x="1907125" y="2237978"/>
                  </a:moveTo>
                  <a:lnTo>
                    <a:pt x="1924166" y="2267487"/>
                  </a:lnTo>
                  <a:lnTo>
                    <a:pt x="1894651" y="2284527"/>
                  </a:lnTo>
                  <a:lnTo>
                    <a:pt x="1877611" y="2255019"/>
                  </a:lnTo>
                  <a:lnTo>
                    <a:pt x="1907125" y="2237978"/>
                  </a:lnTo>
                  <a:close/>
                </a:path>
                <a:path w="5889625" h="6395720">
                  <a:moveTo>
                    <a:pt x="1981721" y="2368937"/>
                  </a:moveTo>
                  <a:lnTo>
                    <a:pt x="1997879" y="2396923"/>
                  </a:lnTo>
                  <a:lnTo>
                    <a:pt x="1969892" y="2413082"/>
                  </a:lnTo>
                  <a:lnTo>
                    <a:pt x="1953734" y="2385095"/>
                  </a:lnTo>
                  <a:lnTo>
                    <a:pt x="1981721" y="2368937"/>
                  </a:lnTo>
                  <a:close/>
                </a:path>
                <a:path w="5889625" h="6395720">
                  <a:moveTo>
                    <a:pt x="2056209" y="2500304"/>
                  </a:moveTo>
                  <a:lnTo>
                    <a:pt x="2071194" y="2526259"/>
                  </a:lnTo>
                  <a:lnTo>
                    <a:pt x="2045239" y="2541245"/>
                  </a:lnTo>
                  <a:lnTo>
                    <a:pt x="2030254" y="2515290"/>
                  </a:lnTo>
                  <a:lnTo>
                    <a:pt x="2056209" y="2500304"/>
                  </a:lnTo>
                  <a:close/>
                </a:path>
                <a:path w="5889625" h="6395720">
                  <a:moveTo>
                    <a:pt x="2130691" y="2631672"/>
                  </a:moveTo>
                  <a:lnTo>
                    <a:pt x="2144498" y="2655589"/>
                  </a:lnTo>
                  <a:lnTo>
                    <a:pt x="2120586" y="2669395"/>
                  </a:lnTo>
                  <a:lnTo>
                    <a:pt x="2106780" y="2645478"/>
                  </a:lnTo>
                  <a:lnTo>
                    <a:pt x="2130691" y="2631672"/>
                  </a:lnTo>
                  <a:close/>
                </a:path>
                <a:path w="5889625" h="6395720">
                  <a:moveTo>
                    <a:pt x="2205180" y="2763039"/>
                  </a:moveTo>
                  <a:lnTo>
                    <a:pt x="2217813" y="2784913"/>
                  </a:lnTo>
                  <a:lnTo>
                    <a:pt x="2195928" y="2797547"/>
                  </a:lnTo>
                  <a:lnTo>
                    <a:pt x="2183300" y="2775673"/>
                  </a:lnTo>
                  <a:lnTo>
                    <a:pt x="2205180" y="2763039"/>
                  </a:lnTo>
                  <a:close/>
                </a:path>
                <a:path w="5889625" h="6395720">
                  <a:moveTo>
                    <a:pt x="2279775" y="2893998"/>
                  </a:moveTo>
                  <a:lnTo>
                    <a:pt x="2291526" y="2914350"/>
                  </a:lnTo>
                  <a:lnTo>
                    <a:pt x="2271168" y="2926101"/>
                  </a:lnTo>
                  <a:lnTo>
                    <a:pt x="2259417" y="2905749"/>
                  </a:lnTo>
                  <a:lnTo>
                    <a:pt x="2279775" y="2893998"/>
                  </a:lnTo>
                  <a:close/>
                </a:path>
                <a:path w="5889625" h="6395720">
                  <a:moveTo>
                    <a:pt x="2354263" y="3025360"/>
                  </a:moveTo>
                  <a:lnTo>
                    <a:pt x="2364842" y="3043686"/>
                  </a:lnTo>
                  <a:lnTo>
                    <a:pt x="2346522" y="3054258"/>
                  </a:lnTo>
                  <a:lnTo>
                    <a:pt x="2335943" y="3035938"/>
                  </a:lnTo>
                  <a:lnTo>
                    <a:pt x="2354263" y="3025360"/>
                  </a:lnTo>
                  <a:close/>
                </a:path>
                <a:path w="5889625" h="6395720">
                  <a:moveTo>
                    <a:pt x="2428858" y="3156330"/>
                  </a:moveTo>
                  <a:lnTo>
                    <a:pt x="2438554" y="3173122"/>
                  </a:lnTo>
                  <a:lnTo>
                    <a:pt x="2421756" y="3182818"/>
                  </a:lnTo>
                  <a:lnTo>
                    <a:pt x="2412060" y="3166027"/>
                  </a:lnTo>
                  <a:lnTo>
                    <a:pt x="2428858" y="3156330"/>
                  </a:lnTo>
                  <a:close/>
                </a:path>
                <a:path w="5889625" h="6395720">
                  <a:moveTo>
                    <a:pt x="2503454" y="3287295"/>
                  </a:moveTo>
                  <a:lnTo>
                    <a:pt x="2512267" y="3302559"/>
                  </a:lnTo>
                  <a:lnTo>
                    <a:pt x="2496997" y="3311372"/>
                  </a:lnTo>
                  <a:lnTo>
                    <a:pt x="2488184" y="3296109"/>
                  </a:lnTo>
                  <a:lnTo>
                    <a:pt x="2503454" y="3287295"/>
                  </a:lnTo>
                  <a:close/>
                </a:path>
                <a:path w="5889625" h="6395720">
                  <a:moveTo>
                    <a:pt x="2578042" y="3418260"/>
                  </a:moveTo>
                  <a:lnTo>
                    <a:pt x="2585980" y="3432002"/>
                  </a:lnTo>
                  <a:lnTo>
                    <a:pt x="2572244" y="3439933"/>
                  </a:lnTo>
                  <a:lnTo>
                    <a:pt x="2564307" y="3426191"/>
                  </a:lnTo>
                  <a:lnTo>
                    <a:pt x="2578042" y="3418260"/>
                  </a:lnTo>
                  <a:close/>
                </a:path>
                <a:path w="5889625" h="6395720">
                  <a:moveTo>
                    <a:pt x="2652531" y="3549622"/>
                  </a:moveTo>
                  <a:lnTo>
                    <a:pt x="2659289" y="3561326"/>
                  </a:lnTo>
                  <a:lnTo>
                    <a:pt x="2647585" y="3568084"/>
                  </a:lnTo>
                  <a:lnTo>
                    <a:pt x="2640827" y="3556380"/>
                  </a:lnTo>
                  <a:lnTo>
                    <a:pt x="2652531" y="3549622"/>
                  </a:lnTo>
                  <a:close/>
                </a:path>
                <a:path w="5889625" h="6395720">
                  <a:moveTo>
                    <a:pt x="2727126" y="3680586"/>
                  </a:moveTo>
                  <a:lnTo>
                    <a:pt x="2733002" y="3690768"/>
                  </a:lnTo>
                  <a:lnTo>
                    <a:pt x="2722826" y="3696644"/>
                  </a:lnTo>
                  <a:lnTo>
                    <a:pt x="2716950" y="3686462"/>
                  </a:lnTo>
                  <a:lnTo>
                    <a:pt x="2727126" y="3680586"/>
                  </a:lnTo>
                  <a:close/>
                </a:path>
                <a:path w="5889625" h="6395720">
                  <a:moveTo>
                    <a:pt x="2801721" y="3811551"/>
                  </a:moveTo>
                  <a:lnTo>
                    <a:pt x="2806714" y="3820205"/>
                  </a:lnTo>
                  <a:lnTo>
                    <a:pt x="2798067" y="3825198"/>
                  </a:lnTo>
                  <a:lnTo>
                    <a:pt x="2793074" y="3816544"/>
                  </a:lnTo>
                  <a:lnTo>
                    <a:pt x="2801721" y="3811551"/>
                  </a:lnTo>
                  <a:close/>
                </a:path>
                <a:path w="5889625" h="6395720">
                  <a:moveTo>
                    <a:pt x="2876423" y="3942113"/>
                  </a:moveTo>
                  <a:lnTo>
                    <a:pt x="2880830" y="3949748"/>
                  </a:lnTo>
                  <a:lnTo>
                    <a:pt x="2873195" y="3954155"/>
                  </a:lnTo>
                  <a:lnTo>
                    <a:pt x="2868788" y="3946520"/>
                  </a:lnTo>
                  <a:lnTo>
                    <a:pt x="2876423" y="3942113"/>
                  </a:lnTo>
                  <a:close/>
                </a:path>
                <a:path w="5889625" h="6395720">
                  <a:moveTo>
                    <a:pt x="2951124" y="4072675"/>
                  </a:moveTo>
                  <a:lnTo>
                    <a:pt x="2954945" y="4079291"/>
                  </a:lnTo>
                  <a:lnTo>
                    <a:pt x="2948329" y="4083112"/>
                  </a:lnTo>
                  <a:lnTo>
                    <a:pt x="2944508" y="4076496"/>
                  </a:lnTo>
                  <a:lnTo>
                    <a:pt x="2951124" y="4072675"/>
                  </a:lnTo>
                  <a:close/>
                </a:path>
                <a:path w="5889625" h="6395720">
                  <a:moveTo>
                    <a:pt x="3025720" y="4203640"/>
                  </a:moveTo>
                  <a:lnTo>
                    <a:pt x="3028658" y="4208734"/>
                  </a:lnTo>
                  <a:lnTo>
                    <a:pt x="3023570" y="4211672"/>
                  </a:lnTo>
                  <a:lnTo>
                    <a:pt x="3020632" y="4206578"/>
                  </a:lnTo>
                  <a:lnTo>
                    <a:pt x="3025720" y="4203640"/>
                  </a:lnTo>
                  <a:close/>
                </a:path>
                <a:path w="5889625" h="6395720">
                  <a:moveTo>
                    <a:pt x="3100421" y="4334208"/>
                  </a:moveTo>
                  <a:lnTo>
                    <a:pt x="3102773" y="4338277"/>
                  </a:lnTo>
                  <a:lnTo>
                    <a:pt x="3098704" y="4340629"/>
                  </a:lnTo>
                  <a:lnTo>
                    <a:pt x="3096352" y="4336559"/>
                  </a:lnTo>
                  <a:lnTo>
                    <a:pt x="3100421" y="4334208"/>
                  </a:lnTo>
                  <a:close/>
                </a:path>
                <a:path w="5889625" h="6395720">
                  <a:moveTo>
                    <a:pt x="3175128" y="4464770"/>
                  </a:moveTo>
                  <a:lnTo>
                    <a:pt x="3176888" y="4467820"/>
                  </a:lnTo>
                  <a:lnTo>
                    <a:pt x="3173837" y="4469579"/>
                  </a:lnTo>
                  <a:lnTo>
                    <a:pt x="3172072" y="4466529"/>
                  </a:lnTo>
                  <a:lnTo>
                    <a:pt x="3175128" y="4464770"/>
                  </a:lnTo>
                  <a:close/>
                </a:path>
                <a:path w="5889625" h="6395720">
                  <a:moveTo>
                    <a:pt x="3249831" y="4595332"/>
                  </a:moveTo>
                  <a:lnTo>
                    <a:pt x="3251004" y="4597369"/>
                  </a:lnTo>
                  <a:lnTo>
                    <a:pt x="3248972" y="4598542"/>
                  </a:lnTo>
                  <a:lnTo>
                    <a:pt x="3247793" y="4596505"/>
                  </a:lnTo>
                  <a:lnTo>
                    <a:pt x="3249831" y="4595332"/>
                  </a:lnTo>
                  <a:close/>
                </a:path>
                <a:path w="5889625" h="6395720">
                  <a:moveTo>
                    <a:pt x="3323513" y="4726480"/>
                  </a:moveTo>
                  <a:lnTo>
                    <a:pt x="3324864" y="4726480"/>
                  </a:lnTo>
                  <a:lnTo>
                    <a:pt x="3325113" y="4726913"/>
                  </a:lnTo>
                  <a:lnTo>
                    <a:pt x="3323762" y="4726913"/>
                  </a:lnTo>
                  <a:lnTo>
                    <a:pt x="3323513" y="4726480"/>
                  </a:lnTo>
                  <a:close/>
                </a:path>
                <a:path w="5889625" h="6395720">
                  <a:moveTo>
                    <a:pt x="373151" y="0"/>
                  </a:moveTo>
                  <a:lnTo>
                    <a:pt x="471535" y="0"/>
                  </a:lnTo>
                  <a:lnTo>
                    <a:pt x="480819" y="16080"/>
                  </a:lnTo>
                  <a:lnTo>
                    <a:pt x="407029" y="58679"/>
                  </a:lnTo>
                  <a:lnTo>
                    <a:pt x="373151" y="0"/>
                  </a:lnTo>
                  <a:close/>
                </a:path>
                <a:path w="5889625" h="6395720">
                  <a:moveTo>
                    <a:pt x="512596" y="74055"/>
                  </a:moveTo>
                  <a:lnTo>
                    <a:pt x="553726" y="145303"/>
                  </a:lnTo>
                  <a:lnTo>
                    <a:pt x="482484" y="186433"/>
                  </a:lnTo>
                  <a:lnTo>
                    <a:pt x="441354" y="115191"/>
                  </a:lnTo>
                  <a:lnTo>
                    <a:pt x="512596" y="74055"/>
                  </a:lnTo>
                  <a:close/>
                </a:path>
                <a:path w="5889625" h="6395720">
                  <a:moveTo>
                    <a:pt x="586978" y="205825"/>
                  </a:moveTo>
                  <a:lnTo>
                    <a:pt x="626639" y="274521"/>
                  </a:lnTo>
                  <a:lnTo>
                    <a:pt x="557937" y="314182"/>
                  </a:lnTo>
                  <a:lnTo>
                    <a:pt x="518276" y="245486"/>
                  </a:lnTo>
                  <a:lnTo>
                    <a:pt x="586978" y="205825"/>
                  </a:lnTo>
                  <a:close/>
                </a:path>
                <a:path w="5889625" h="6395720">
                  <a:moveTo>
                    <a:pt x="661461" y="337193"/>
                  </a:moveTo>
                  <a:lnTo>
                    <a:pt x="699949" y="403856"/>
                  </a:lnTo>
                  <a:lnTo>
                    <a:pt x="633291" y="442338"/>
                  </a:lnTo>
                  <a:lnTo>
                    <a:pt x="594802" y="375674"/>
                  </a:lnTo>
                  <a:lnTo>
                    <a:pt x="661461" y="337193"/>
                  </a:lnTo>
                  <a:close/>
                </a:path>
                <a:path w="5889625" h="6395720">
                  <a:moveTo>
                    <a:pt x="735837" y="468957"/>
                  </a:moveTo>
                  <a:lnTo>
                    <a:pt x="772856" y="533080"/>
                  </a:lnTo>
                  <a:lnTo>
                    <a:pt x="708744" y="570093"/>
                  </a:lnTo>
                  <a:lnTo>
                    <a:pt x="671725" y="505976"/>
                  </a:lnTo>
                  <a:lnTo>
                    <a:pt x="735837" y="468957"/>
                  </a:lnTo>
                  <a:close/>
                </a:path>
                <a:path w="5889625" h="6395720">
                  <a:moveTo>
                    <a:pt x="810112" y="601124"/>
                  </a:moveTo>
                  <a:lnTo>
                    <a:pt x="845372" y="662190"/>
                  </a:lnTo>
                  <a:lnTo>
                    <a:pt x="784306" y="697444"/>
                  </a:lnTo>
                  <a:lnTo>
                    <a:pt x="749045" y="636378"/>
                  </a:lnTo>
                  <a:lnTo>
                    <a:pt x="810112" y="601124"/>
                  </a:lnTo>
                  <a:close/>
                </a:path>
                <a:path w="5889625" h="6395720">
                  <a:moveTo>
                    <a:pt x="884494" y="732894"/>
                  </a:moveTo>
                  <a:lnTo>
                    <a:pt x="918279" y="791414"/>
                  </a:lnTo>
                  <a:lnTo>
                    <a:pt x="859759" y="825204"/>
                  </a:lnTo>
                  <a:lnTo>
                    <a:pt x="825968" y="766679"/>
                  </a:lnTo>
                  <a:lnTo>
                    <a:pt x="884494" y="732894"/>
                  </a:lnTo>
                  <a:close/>
                </a:path>
                <a:path w="5889625" h="6395720">
                  <a:moveTo>
                    <a:pt x="958876" y="864658"/>
                  </a:moveTo>
                  <a:lnTo>
                    <a:pt x="991191" y="920631"/>
                  </a:lnTo>
                  <a:lnTo>
                    <a:pt x="935213" y="952953"/>
                  </a:lnTo>
                  <a:lnTo>
                    <a:pt x="902897" y="896981"/>
                  </a:lnTo>
                  <a:lnTo>
                    <a:pt x="958876" y="864658"/>
                  </a:lnTo>
                  <a:close/>
                </a:path>
                <a:path w="5889625" h="6395720">
                  <a:moveTo>
                    <a:pt x="1033252" y="996428"/>
                  </a:moveTo>
                  <a:lnTo>
                    <a:pt x="1064099" y="1049854"/>
                  </a:lnTo>
                  <a:lnTo>
                    <a:pt x="1010667" y="1080707"/>
                  </a:lnTo>
                  <a:lnTo>
                    <a:pt x="979820" y="1027276"/>
                  </a:lnTo>
                  <a:lnTo>
                    <a:pt x="1033252" y="996428"/>
                  </a:lnTo>
                  <a:close/>
                </a:path>
                <a:path w="5889625" h="6395720">
                  <a:moveTo>
                    <a:pt x="1107740" y="1127796"/>
                  </a:moveTo>
                  <a:lnTo>
                    <a:pt x="1137408" y="1179184"/>
                  </a:lnTo>
                  <a:lnTo>
                    <a:pt x="1086014" y="1208858"/>
                  </a:lnTo>
                  <a:lnTo>
                    <a:pt x="1056346" y="1157464"/>
                  </a:lnTo>
                  <a:lnTo>
                    <a:pt x="1107740" y="1127796"/>
                  </a:lnTo>
                  <a:close/>
                </a:path>
                <a:path w="5889625" h="6395720">
                  <a:moveTo>
                    <a:pt x="1182116" y="1259560"/>
                  </a:moveTo>
                  <a:lnTo>
                    <a:pt x="1210322" y="1308407"/>
                  </a:lnTo>
                  <a:lnTo>
                    <a:pt x="1161474" y="1336613"/>
                  </a:lnTo>
                  <a:lnTo>
                    <a:pt x="1133269" y="1287766"/>
                  </a:lnTo>
                  <a:lnTo>
                    <a:pt x="1182116" y="1259560"/>
                  </a:lnTo>
                  <a:close/>
                </a:path>
                <a:path w="5889625" h="6395720">
                  <a:moveTo>
                    <a:pt x="1256498" y="1391325"/>
                  </a:moveTo>
                  <a:lnTo>
                    <a:pt x="1283234" y="1437631"/>
                  </a:lnTo>
                  <a:lnTo>
                    <a:pt x="1236928" y="1464367"/>
                  </a:lnTo>
                  <a:lnTo>
                    <a:pt x="1210191" y="1418061"/>
                  </a:lnTo>
                  <a:lnTo>
                    <a:pt x="1256498" y="1391325"/>
                  </a:lnTo>
                  <a:close/>
                </a:path>
                <a:path w="5889625" h="6395720">
                  <a:moveTo>
                    <a:pt x="1330874" y="1523095"/>
                  </a:moveTo>
                  <a:lnTo>
                    <a:pt x="1356142" y="1566860"/>
                  </a:lnTo>
                  <a:lnTo>
                    <a:pt x="1312382" y="1592122"/>
                  </a:lnTo>
                  <a:lnTo>
                    <a:pt x="1287114" y="1548357"/>
                  </a:lnTo>
                  <a:lnTo>
                    <a:pt x="1330874" y="1523095"/>
                  </a:lnTo>
                  <a:close/>
                </a:path>
                <a:path w="5889625" h="6395720">
                  <a:moveTo>
                    <a:pt x="1405255" y="1654859"/>
                  </a:moveTo>
                  <a:lnTo>
                    <a:pt x="1429048" y="1696077"/>
                  </a:lnTo>
                  <a:lnTo>
                    <a:pt x="1387836" y="1719870"/>
                  </a:lnTo>
                  <a:lnTo>
                    <a:pt x="1364037" y="1678658"/>
                  </a:lnTo>
                  <a:lnTo>
                    <a:pt x="1405255" y="1654859"/>
                  </a:lnTo>
                  <a:close/>
                </a:path>
                <a:path w="5889625" h="6395720">
                  <a:moveTo>
                    <a:pt x="1479744" y="1786226"/>
                  </a:moveTo>
                  <a:lnTo>
                    <a:pt x="1502370" y="1825408"/>
                  </a:lnTo>
                  <a:lnTo>
                    <a:pt x="1463183" y="1848034"/>
                  </a:lnTo>
                  <a:lnTo>
                    <a:pt x="1440557" y="1808847"/>
                  </a:lnTo>
                  <a:lnTo>
                    <a:pt x="1479744" y="1786226"/>
                  </a:lnTo>
                  <a:close/>
                </a:path>
                <a:path w="5889625" h="6395720">
                  <a:moveTo>
                    <a:pt x="1554226" y="1917588"/>
                  </a:moveTo>
                  <a:lnTo>
                    <a:pt x="1575674" y="1954737"/>
                  </a:lnTo>
                  <a:lnTo>
                    <a:pt x="1538524" y="1976185"/>
                  </a:lnTo>
                  <a:lnTo>
                    <a:pt x="1517077" y="1939036"/>
                  </a:lnTo>
                  <a:lnTo>
                    <a:pt x="1554226" y="1917588"/>
                  </a:lnTo>
                  <a:close/>
                </a:path>
                <a:path w="5889625" h="6395720">
                  <a:moveTo>
                    <a:pt x="1628608" y="2049358"/>
                  </a:moveTo>
                  <a:lnTo>
                    <a:pt x="1648587" y="2083961"/>
                  </a:lnTo>
                  <a:lnTo>
                    <a:pt x="1613990" y="2103940"/>
                  </a:lnTo>
                  <a:lnTo>
                    <a:pt x="1594011" y="2069337"/>
                  </a:lnTo>
                  <a:lnTo>
                    <a:pt x="1628608" y="2049358"/>
                  </a:lnTo>
                  <a:close/>
                </a:path>
                <a:path w="5889625" h="6395720">
                  <a:moveTo>
                    <a:pt x="1703096" y="2180720"/>
                  </a:moveTo>
                  <a:lnTo>
                    <a:pt x="1721896" y="2213291"/>
                  </a:lnTo>
                  <a:lnTo>
                    <a:pt x="1689331" y="2232091"/>
                  </a:lnTo>
                  <a:lnTo>
                    <a:pt x="1670531" y="2199526"/>
                  </a:lnTo>
                  <a:lnTo>
                    <a:pt x="1703096" y="2180720"/>
                  </a:lnTo>
                  <a:close/>
                </a:path>
                <a:path w="5889625" h="6395720">
                  <a:moveTo>
                    <a:pt x="1777579" y="2312088"/>
                  </a:moveTo>
                  <a:lnTo>
                    <a:pt x="1795211" y="2342627"/>
                  </a:lnTo>
                  <a:lnTo>
                    <a:pt x="1764678" y="2360253"/>
                  </a:lnTo>
                  <a:lnTo>
                    <a:pt x="1747051" y="2329714"/>
                  </a:lnTo>
                  <a:lnTo>
                    <a:pt x="1777579" y="2312088"/>
                  </a:lnTo>
                  <a:close/>
                </a:path>
                <a:path w="5889625" h="6395720">
                  <a:moveTo>
                    <a:pt x="1852073" y="2443455"/>
                  </a:moveTo>
                  <a:lnTo>
                    <a:pt x="1868521" y="2471951"/>
                  </a:lnTo>
                  <a:lnTo>
                    <a:pt x="1840025" y="2488406"/>
                  </a:lnTo>
                  <a:lnTo>
                    <a:pt x="1823577" y="2459910"/>
                  </a:lnTo>
                  <a:lnTo>
                    <a:pt x="1852073" y="2443455"/>
                  </a:lnTo>
                  <a:close/>
                </a:path>
                <a:path w="5889625" h="6395720">
                  <a:moveTo>
                    <a:pt x="1926662" y="2574420"/>
                  </a:moveTo>
                  <a:lnTo>
                    <a:pt x="1942233" y="2601388"/>
                  </a:lnTo>
                  <a:lnTo>
                    <a:pt x="1915265" y="2616960"/>
                  </a:lnTo>
                  <a:lnTo>
                    <a:pt x="1899694" y="2589986"/>
                  </a:lnTo>
                  <a:lnTo>
                    <a:pt x="1926662" y="2574420"/>
                  </a:lnTo>
                  <a:close/>
                </a:path>
                <a:path w="5889625" h="6395720">
                  <a:moveTo>
                    <a:pt x="2001043" y="2706184"/>
                  </a:moveTo>
                  <a:lnTo>
                    <a:pt x="2015146" y="2730611"/>
                  </a:lnTo>
                  <a:lnTo>
                    <a:pt x="1990725" y="2744714"/>
                  </a:lnTo>
                  <a:lnTo>
                    <a:pt x="1976622" y="2720287"/>
                  </a:lnTo>
                  <a:lnTo>
                    <a:pt x="2001043" y="2706184"/>
                  </a:lnTo>
                  <a:close/>
                </a:path>
                <a:path w="5889625" h="6395720">
                  <a:moveTo>
                    <a:pt x="2075532" y="2837552"/>
                  </a:moveTo>
                  <a:lnTo>
                    <a:pt x="2088456" y="2859941"/>
                  </a:lnTo>
                  <a:lnTo>
                    <a:pt x="2066067" y="2872865"/>
                  </a:lnTo>
                  <a:lnTo>
                    <a:pt x="2053143" y="2850476"/>
                  </a:lnTo>
                  <a:lnTo>
                    <a:pt x="2075532" y="2837552"/>
                  </a:lnTo>
                  <a:close/>
                </a:path>
                <a:path w="5889625" h="6395720">
                  <a:moveTo>
                    <a:pt x="2150127" y="2968517"/>
                  </a:moveTo>
                  <a:lnTo>
                    <a:pt x="2162169" y="2989378"/>
                  </a:lnTo>
                  <a:lnTo>
                    <a:pt x="2141308" y="3001425"/>
                  </a:lnTo>
                  <a:lnTo>
                    <a:pt x="2129266" y="2980564"/>
                  </a:lnTo>
                  <a:lnTo>
                    <a:pt x="2150127" y="2968517"/>
                  </a:lnTo>
                  <a:close/>
                </a:path>
                <a:path w="5889625" h="6395720">
                  <a:moveTo>
                    <a:pt x="2224614" y="3099879"/>
                  </a:moveTo>
                  <a:lnTo>
                    <a:pt x="2235484" y="3118708"/>
                  </a:lnTo>
                  <a:lnTo>
                    <a:pt x="2216654" y="3129577"/>
                  </a:lnTo>
                  <a:lnTo>
                    <a:pt x="2205786" y="3110753"/>
                  </a:lnTo>
                  <a:lnTo>
                    <a:pt x="2224614" y="3099879"/>
                  </a:lnTo>
                  <a:close/>
                </a:path>
                <a:path w="5889625" h="6395720">
                  <a:moveTo>
                    <a:pt x="2299204" y="3230844"/>
                  </a:moveTo>
                  <a:lnTo>
                    <a:pt x="2309196" y="3248145"/>
                  </a:lnTo>
                  <a:lnTo>
                    <a:pt x="2291895" y="3258137"/>
                  </a:lnTo>
                  <a:lnTo>
                    <a:pt x="2281903" y="3240830"/>
                  </a:lnTo>
                  <a:lnTo>
                    <a:pt x="2299204" y="3230844"/>
                  </a:lnTo>
                  <a:close/>
                </a:path>
                <a:path w="5889625" h="6395720">
                  <a:moveTo>
                    <a:pt x="2373692" y="3362217"/>
                  </a:moveTo>
                  <a:lnTo>
                    <a:pt x="2382506" y="3377480"/>
                  </a:lnTo>
                  <a:lnTo>
                    <a:pt x="2367242" y="3386294"/>
                  </a:lnTo>
                  <a:lnTo>
                    <a:pt x="2358429" y="3371030"/>
                  </a:lnTo>
                  <a:lnTo>
                    <a:pt x="2373692" y="3362217"/>
                  </a:lnTo>
                  <a:close/>
                </a:path>
                <a:path w="5889625" h="6395720">
                  <a:moveTo>
                    <a:pt x="2448288" y="3493176"/>
                  </a:moveTo>
                  <a:lnTo>
                    <a:pt x="2456225" y="3506917"/>
                  </a:lnTo>
                  <a:lnTo>
                    <a:pt x="2442483" y="3514848"/>
                  </a:lnTo>
                  <a:lnTo>
                    <a:pt x="2434546" y="3501107"/>
                  </a:lnTo>
                  <a:lnTo>
                    <a:pt x="2448288" y="3493176"/>
                  </a:lnTo>
                  <a:close/>
                </a:path>
                <a:path w="5889625" h="6395720">
                  <a:moveTo>
                    <a:pt x="2522883" y="3624140"/>
                  </a:moveTo>
                  <a:lnTo>
                    <a:pt x="2529937" y="3636354"/>
                  </a:lnTo>
                  <a:lnTo>
                    <a:pt x="2517724" y="3643408"/>
                  </a:lnTo>
                  <a:lnTo>
                    <a:pt x="2510669" y="3631195"/>
                  </a:lnTo>
                  <a:lnTo>
                    <a:pt x="2522883" y="3624140"/>
                  </a:lnTo>
                  <a:close/>
                </a:path>
                <a:path w="5889625" h="6395720">
                  <a:moveTo>
                    <a:pt x="2597365" y="3755508"/>
                  </a:moveTo>
                  <a:lnTo>
                    <a:pt x="2603241" y="3765684"/>
                  </a:lnTo>
                  <a:lnTo>
                    <a:pt x="2593065" y="3771559"/>
                  </a:lnTo>
                  <a:lnTo>
                    <a:pt x="2587190" y="3761384"/>
                  </a:lnTo>
                  <a:lnTo>
                    <a:pt x="2597365" y="3755508"/>
                  </a:lnTo>
                  <a:close/>
                </a:path>
                <a:path w="5889625" h="6395720">
                  <a:moveTo>
                    <a:pt x="2672073" y="3886070"/>
                  </a:moveTo>
                  <a:lnTo>
                    <a:pt x="2677362" y="3895233"/>
                  </a:lnTo>
                  <a:lnTo>
                    <a:pt x="2668205" y="3900516"/>
                  </a:lnTo>
                  <a:lnTo>
                    <a:pt x="2662916" y="3891353"/>
                  </a:lnTo>
                  <a:lnTo>
                    <a:pt x="2672073" y="3886070"/>
                  </a:lnTo>
                  <a:close/>
                </a:path>
                <a:path w="5889625" h="6395720">
                  <a:moveTo>
                    <a:pt x="2746774" y="4016632"/>
                  </a:moveTo>
                  <a:lnTo>
                    <a:pt x="2751471" y="4024770"/>
                  </a:lnTo>
                  <a:lnTo>
                    <a:pt x="2743333" y="4029473"/>
                  </a:lnTo>
                  <a:lnTo>
                    <a:pt x="2738636" y="4021335"/>
                  </a:lnTo>
                  <a:lnTo>
                    <a:pt x="2746774" y="4016632"/>
                  </a:lnTo>
                  <a:close/>
                </a:path>
                <a:path w="5889625" h="6395720">
                  <a:moveTo>
                    <a:pt x="2821476" y="4147194"/>
                  </a:moveTo>
                  <a:lnTo>
                    <a:pt x="2825593" y="4154319"/>
                  </a:lnTo>
                  <a:lnTo>
                    <a:pt x="2818467" y="4158436"/>
                  </a:lnTo>
                  <a:lnTo>
                    <a:pt x="2814350" y="4151311"/>
                  </a:lnTo>
                  <a:lnTo>
                    <a:pt x="2821476" y="4147194"/>
                  </a:lnTo>
                  <a:close/>
                </a:path>
                <a:path w="5889625" h="6395720">
                  <a:moveTo>
                    <a:pt x="2896071" y="4278159"/>
                  </a:moveTo>
                  <a:lnTo>
                    <a:pt x="2899305" y="4283756"/>
                  </a:lnTo>
                  <a:lnTo>
                    <a:pt x="2893708" y="4286990"/>
                  </a:lnTo>
                  <a:lnTo>
                    <a:pt x="2890474" y="4281387"/>
                  </a:lnTo>
                  <a:lnTo>
                    <a:pt x="2896071" y="4278159"/>
                  </a:lnTo>
                  <a:close/>
                </a:path>
                <a:path w="5889625" h="6395720">
                  <a:moveTo>
                    <a:pt x="2970773" y="4408721"/>
                  </a:moveTo>
                  <a:lnTo>
                    <a:pt x="2973415" y="4413299"/>
                  </a:lnTo>
                  <a:lnTo>
                    <a:pt x="2968836" y="4415947"/>
                  </a:lnTo>
                  <a:lnTo>
                    <a:pt x="2966194" y="4411363"/>
                  </a:lnTo>
                  <a:lnTo>
                    <a:pt x="2970773" y="4408721"/>
                  </a:lnTo>
                  <a:close/>
                </a:path>
                <a:path w="5889625" h="6395720">
                  <a:moveTo>
                    <a:pt x="3045475" y="4539283"/>
                  </a:moveTo>
                  <a:lnTo>
                    <a:pt x="3047536" y="4542849"/>
                  </a:lnTo>
                  <a:lnTo>
                    <a:pt x="3043971" y="4544904"/>
                  </a:lnTo>
                  <a:lnTo>
                    <a:pt x="3041909" y="4541338"/>
                  </a:lnTo>
                  <a:lnTo>
                    <a:pt x="3045475" y="4539283"/>
                  </a:lnTo>
                  <a:close/>
                </a:path>
                <a:path w="5889625" h="6395720">
                  <a:moveTo>
                    <a:pt x="3120176" y="4669845"/>
                  </a:moveTo>
                  <a:lnTo>
                    <a:pt x="3121646" y="4672392"/>
                  </a:lnTo>
                  <a:lnTo>
                    <a:pt x="3119099" y="4673861"/>
                  </a:lnTo>
                  <a:lnTo>
                    <a:pt x="3117630" y="4671314"/>
                  </a:lnTo>
                  <a:lnTo>
                    <a:pt x="3120176" y="4669845"/>
                  </a:lnTo>
                  <a:close/>
                </a:path>
                <a:path w="5889625" h="6395720">
                  <a:moveTo>
                    <a:pt x="3194877" y="4800407"/>
                  </a:moveTo>
                  <a:lnTo>
                    <a:pt x="3195761" y="4801941"/>
                  </a:lnTo>
                  <a:lnTo>
                    <a:pt x="3194238" y="4802818"/>
                  </a:lnTo>
                  <a:lnTo>
                    <a:pt x="3193356" y="4801289"/>
                  </a:lnTo>
                  <a:lnTo>
                    <a:pt x="3194877" y="4800407"/>
                  </a:lnTo>
                  <a:close/>
                </a:path>
                <a:path w="5889625" h="6395720">
                  <a:moveTo>
                    <a:pt x="197087" y="0"/>
                  </a:moveTo>
                  <a:lnTo>
                    <a:pt x="214292" y="0"/>
                  </a:lnTo>
                  <a:lnTo>
                    <a:pt x="201388" y="7450"/>
                  </a:lnTo>
                  <a:lnTo>
                    <a:pt x="197087" y="0"/>
                  </a:lnTo>
                  <a:close/>
                </a:path>
                <a:path w="5889625" h="6395720">
                  <a:moveTo>
                    <a:pt x="308886" y="15606"/>
                  </a:moveTo>
                  <a:lnTo>
                    <a:pt x="352658" y="91421"/>
                  </a:lnTo>
                  <a:lnTo>
                    <a:pt x="276842" y="135199"/>
                  </a:lnTo>
                  <a:lnTo>
                    <a:pt x="233065" y="59378"/>
                  </a:lnTo>
                  <a:lnTo>
                    <a:pt x="308886" y="15606"/>
                  </a:lnTo>
                  <a:close/>
                </a:path>
                <a:path w="5889625" h="6395720">
                  <a:moveTo>
                    <a:pt x="383161" y="147767"/>
                  </a:moveTo>
                  <a:lnTo>
                    <a:pt x="425173" y="220544"/>
                  </a:lnTo>
                  <a:lnTo>
                    <a:pt x="352409" y="262556"/>
                  </a:lnTo>
                  <a:lnTo>
                    <a:pt x="310390" y="189780"/>
                  </a:lnTo>
                  <a:lnTo>
                    <a:pt x="383161" y="147767"/>
                  </a:lnTo>
                  <a:close/>
                </a:path>
                <a:path w="5889625" h="6395720">
                  <a:moveTo>
                    <a:pt x="457430" y="279941"/>
                  </a:moveTo>
                  <a:lnTo>
                    <a:pt x="497678" y="349655"/>
                  </a:lnTo>
                  <a:lnTo>
                    <a:pt x="427963" y="389908"/>
                  </a:lnTo>
                  <a:lnTo>
                    <a:pt x="387716" y="320194"/>
                  </a:lnTo>
                  <a:lnTo>
                    <a:pt x="457430" y="279941"/>
                  </a:lnTo>
                  <a:close/>
                </a:path>
                <a:path w="5889625" h="6395720">
                  <a:moveTo>
                    <a:pt x="531919" y="411308"/>
                  </a:moveTo>
                  <a:lnTo>
                    <a:pt x="570993" y="478985"/>
                  </a:lnTo>
                  <a:lnTo>
                    <a:pt x="503316" y="518059"/>
                  </a:lnTo>
                  <a:lnTo>
                    <a:pt x="464242" y="450383"/>
                  </a:lnTo>
                  <a:lnTo>
                    <a:pt x="531919" y="411308"/>
                  </a:lnTo>
                  <a:close/>
                </a:path>
                <a:path w="5889625" h="6395720">
                  <a:moveTo>
                    <a:pt x="606300" y="543073"/>
                  </a:moveTo>
                  <a:lnTo>
                    <a:pt x="643906" y="608208"/>
                  </a:lnTo>
                  <a:lnTo>
                    <a:pt x="578770" y="645814"/>
                  </a:lnTo>
                  <a:lnTo>
                    <a:pt x="541165" y="580678"/>
                  </a:lnTo>
                  <a:lnTo>
                    <a:pt x="606300" y="543073"/>
                  </a:lnTo>
                  <a:close/>
                </a:path>
                <a:path w="5889625" h="6395720">
                  <a:moveTo>
                    <a:pt x="680570" y="675240"/>
                  </a:moveTo>
                  <a:lnTo>
                    <a:pt x="716410" y="737325"/>
                  </a:lnTo>
                  <a:lnTo>
                    <a:pt x="654330" y="773165"/>
                  </a:lnTo>
                  <a:lnTo>
                    <a:pt x="618484" y="711086"/>
                  </a:lnTo>
                  <a:lnTo>
                    <a:pt x="680570" y="675240"/>
                  </a:lnTo>
                  <a:close/>
                </a:path>
                <a:path w="5889625" h="6395720">
                  <a:moveTo>
                    <a:pt x="754945" y="807010"/>
                  </a:moveTo>
                  <a:lnTo>
                    <a:pt x="789323" y="866548"/>
                  </a:lnTo>
                  <a:lnTo>
                    <a:pt x="729784" y="900920"/>
                  </a:lnTo>
                  <a:lnTo>
                    <a:pt x="695407" y="841381"/>
                  </a:lnTo>
                  <a:lnTo>
                    <a:pt x="754945" y="807010"/>
                  </a:lnTo>
                  <a:close/>
                </a:path>
                <a:path w="5889625" h="6395720">
                  <a:moveTo>
                    <a:pt x="829327" y="938774"/>
                  </a:moveTo>
                  <a:lnTo>
                    <a:pt x="862230" y="995765"/>
                  </a:lnTo>
                  <a:lnTo>
                    <a:pt x="805238" y="1028674"/>
                  </a:lnTo>
                  <a:lnTo>
                    <a:pt x="772336" y="971682"/>
                  </a:lnTo>
                  <a:lnTo>
                    <a:pt x="829327" y="938774"/>
                  </a:lnTo>
                  <a:close/>
                </a:path>
                <a:path w="5889625" h="6395720">
                  <a:moveTo>
                    <a:pt x="903709" y="1070544"/>
                  </a:moveTo>
                  <a:lnTo>
                    <a:pt x="935143" y="1124989"/>
                  </a:lnTo>
                  <a:lnTo>
                    <a:pt x="880692" y="1156428"/>
                  </a:lnTo>
                  <a:lnTo>
                    <a:pt x="849258" y="1101984"/>
                  </a:lnTo>
                  <a:lnTo>
                    <a:pt x="903709" y="1070544"/>
                  </a:lnTo>
                  <a:close/>
                </a:path>
                <a:path w="5889625" h="6395720">
                  <a:moveTo>
                    <a:pt x="978085" y="1202308"/>
                  </a:moveTo>
                  <a:lnTo>
                    <a:pt x="1008055" y="1254212"/>
                  </a:lnTo>
                  <a:lnTo>
                    <a:pt x="956146" y="1284182"/>
                  </a:lnTo>
                  <a:lnTo>
                    <a:pt x="926181" y="1232273"/>
                  </a:lnTo>
                  <a:lnTo>
                    <a:pt x="978085" y="1202308"/>
                  </a:lnTo>
                  <a:close/>
                </a:path>
                <a:path w="5889625" h="6395720">
                  <a:moveTo>
                    <a:pt x="1052573" y="1333670"/>
                  </a:moveTo>
                  <a:lnTo>
                    <a:pt x="1081365" y="1383542"/>
                  </a:lnTo>
                  <a:lnTo>
                    <a:pt x="1031499" y="1412335"/>
                  </a:lnTo>
                  <a:lnTo>
                    <a:pt x="1002707" y="1362462"/>
                  </a:lnTo>
                  <a:lnTo>
                    <a:pt x="1052573" y="1333670"/>
                  </a:lnTo>
                  <a:close/>
                </a:path>
                <a:path w="5889625" h="6395720">
                  <a:moveTo>
                    <a:pt x="1126955" y="1465440"/>
                  </a:moveTo>
                  <a:lnTo>
                    <a:pt x="1154278" y="1512766"/>
                  </a:lnTo>
                  <a:lnTo>
                    <a:pt x="1106953" y="1540089"/>
                  </a:lnTo>
                  <a:lnTo>
                    <a:pt x="1079630" y="1492763"/>
                  </a:lnTo>
                  <a:lnTo>
                    <a:pt x="1126955" y="1465440"/>
                  </a:lnTo>
                  <a:close/>
                </a:path>
                <a:path w="5889625" h="6395720">
                  <a:moveTo>
                    <a:pt x="1201224" y="1597613"/>
                  </a:moveTo>
                  <a:lnTo>
                    <a:pt x="1226782" y="1641877"/>
                  </a:lnTo>
                  <a:lnTo>
                    <a:pt x="1182513" y="1667441"/>
                  </a:lnTo>
                  <a:lnTo>
                    <a:pt x="1156955" y="1623172"/>
                  </a:lnTo>
                  <a:lnTo>
                    <a:pt x="1201224" y="1597613"/>
                  </a:lnTo>
                  <a:close/>
                </a:path>
                <a:path w="5889625" h="6395720">
                  <a:moveTo>
                    <a:pt x="1275600" y="1729372"/>
                  </a:moveTo>
                  <a:lnTo>
                    <a:pt x="1299695" y="1771106"/>
                  </a:lnTo>
                  <a:lnTo>
                    <a:pt x="1257967" y="1795195"/>
                  </a:lnTo>
                  <a:lnTo>
                    <a:pt x="1233872" y="1753467"/>
                  </a:lnTo>
                  <a:lnTo>
                    <a:pt x="1275600" y="1729372"/>
                  </a:lnTo>
                  <a:close/>
                </a:path>
                <a:path w="5889625" h="6395720">
                  <a:moveTo>
                    <a:pt x="1350094" y="1860745"/>
                  </a:moveTo>
                  <a:lnTo>
                    <a:pt x="1373004" y="1900430"/>
                  </a:lnTo>
                  <a:lnTo>
                    <a:pt x="1333314" y="1923346"/>
                  </a:lnTo>
                  <a:lnTo>
                    <a:pt x="1310404" y="1883662"/>
                  </a:lnTo>
                  <a:lnTo>
                    <a:pt x="1350094" y="1860745"/>
                  </a:lnTo>
                  <a:close/>
                </a:path>
                <a:path w="5889625" h="6395720">
                  <a:moveTo>
                    <a:pt x="1424577" y="1992107"/>
                  </a:moveTo>
                  <a:lnTo>
                    <a:pt x="1446320" y="2029766"/>
                  </a:lnTo>
                  <a:lnTo>
                    <a:pt x="1408661" y="2051504"/>
                  </a:lnTo>
                  <a:lnTo>
                    <a:pt x="1386924" y="2013851"/>
                  </a:lnTo>
                  <a:lnTo>
                    <a:pt x="1424577" y="1992107"/>
                  </a:lnTo>
                  <a:close/>
                </a:path>
                <a:path w="5889625" h="6395720">
                  <a:moveTo>
                    <a:pt x="1499065" y="2123475"/>
                  </a:moveTo>
                  <a:lnTo>
                    <a:pt x="1519629" y="2159090"/>
                  </a:lnTo>
                  <a:lnTo>
                    <a:pt x="1484008" y="2179655"/>
                  </a:lnTo>
                  <a:lnTo>
                    <a:pt x="1463444" y="2144039"/>
                  </a:lnTo>
                  <a:lnTo>
                    <a:pt x="1499065" y="2123475"/>
                  </a:lnTo>
                  <a:close/>
                </a:path>
                <a:path w="5889625" h="6395720">
                  <a:moveTo>
                    <a:pt x="1573447" y="2255239"/>
                  </a:moveTo>
                  <a:lnTo>
                    <a:pt x="1592543" y="2288319"/>
                  </a:lnTo>
                  <a:lnTo>
                    <a:pt x="1559468" y="2307415"/>
                  </a:lnTo>
                  <a:lnTo>
                    <a:pt x="1540372" y="2274335"/>
                  </a:lnTo>
                  <a:lnTo>
                    <a:pt x="1573447" y="2255239"/>
                  </a:lnTo>
                  <a:close/>
                </a:path>
                <a:path w="5889625" h="6395720">
                  <a:moveTo>
                    <a:pt x="1647929" y="2386606"/>
                  </a:moveTo>
                  <a:lnTo>
                    <a:pt x="1665852" y="2417649"/>
                  </a:lnTo>
                  <a:lnTo>
                    <a:pt x="1634809" y="2435567"/>
                  </a:lnTo>
                  <a:lnTo>
                    <a:pt x="1616892" y="2404530"/>
                  </a:lnTo>
                  <a:lnTo>
                    <a:pt x="1647929" y="2386606"/>
                  </a:lnTo>
                  <a:close/>
                </a:path>
                <a:path w="5889625" h="6395720">
                  <a:moveTo>
                    <a:pt x="1722311" y="2518377"/>
                  </a:moveTo>
                  <a:lnTo>
                    <a:pt x="1738759" y="2546873"/>
                  </a:lnTo>
                  <a:lnTo>
                    <a:pt x="1710269" y="2563321"/>
                  </a:lnTo>
                  <a:lnTo>
                    <a:pt x="1693815" y="2534825"/>
                  </a:lnTo>
                  <a:lnTo>
                    <a:pt x="1722311" y="2518377"/>
                  </a:lnTo>
                  <a:close/>
                </a:path>
                <a:path w="5889625" h="6395720">
                  <a:moveTo>
                    <a:pt x="1796906" y="2649335"/>
                  </a:moveTo>
                  <a:lnTo>
                    <a:pt x="1812478" y="2676303"/>
                  </a:lnTo>
                  <a:lnTo>
                    <a:pt x="1785510" y="2691875"/>
                  </a:lnTo>
                  <a:lnTo>
                    <a:pt x="1769938" y="2664907"/>
                  </a:lnTo>
                  <a:lnTo>
                    <a:pt x="1796906" y="2649335"/>
                  </a:lnTo>
                  <a:close/>
                </a:path>
                <a:path w="5889625" h="6395720">
                  <a:moveTo>
                    <a:pt x="1871501" y="2780300"/>
                  </a:moveTo>
                  <a:lnTo>
                    <a:pt x="1886190" y="2805746"/>
                  </a:lnTo>
                  <a:lnTo>
                    <a:pt x="1860751" y="2820435"/>
                  </a:lnTo>
                  <a:lnTo>
                    <a:pt x="1846062" y="2794989"/>
                  </a:lnTo>
                  <a:lnTo>
                    <a:pt x="1871501" y="2780300"/>
                  </a:lnTo>
                  <a:close/>
                </a:path>
                <a:path w="5889625" h="6395720">
                  <a:moveTo>
                    <a:pt x="1945883" y="2912070"/>
                  </a:moveTo>
                  <a:lnTo>
                    <a:pt x="1959104" y="2934969"/>
                  </a:lnTo>
                  <a:lnTo>
                    <a:pt x="1936205" y="2948189"/>
                  </a:lnTo>
                  <a:lnTo>
                    <a:pt x="1922985" y="2925291"/>
                  </a:lnTo>
                  <a:lnTo>
                    <a:pt x="1945883" y="2912070"/>
                  </a:lnTo>
                  <a:close/>
                </a:path>
                <a:path w="5889625" h="6395720">
                  <a:moveTo>
                    <a:pt x="2020472" y="3043029"/>
                  </a:moveTo>
                  <a:lnTo>
                    <a:pt x="2032816" y="3064405"/>
                  </a:lnTo>
                  <a:lnTo>
                    <a:pt x="2011439" y="3076749"/>
                  </a:lnTo>
                  <a:lnTo>
                    <a:pt x="1999102" y="3055372"/>
                  </a:lnTo>
                  <a:lnTo>
                    <a:pt x="2020472" y="3043029"/>
                  </a:lnTo>
                  <a:close/>
                </a:path>
                <a:path w="5889625" h="6395720">
                  <a:moveTo>
                    <a:pt x="2094955" y="3174396"/>
                  </a:moveTo>
                  <a:lnTo>
                    <a:pt x="2106119" y="3193735"/>
                  </a:lnTo>
                  <a:lnTo>
                    <a:pt x="2086787" y="3204900"/>
                  </a:lnTo>
                  <a:lnTo>
                    <a:pt x="2075622" y="3185561"/>
                  </a:lnTo>
                  <a:lnTo>
                    <a:pt x="2094955" y="3174396"/>
                  </a:lnTo>
                  <a:close/>
                </a:path>
                <a:path w="5889625" h="6395720">
                  <a:moveTo>
                    <a:pt x="2169556" y="3305361"/>
                  </a:moveTo>
                  <a:lnTo>
                    <a:pt x="2179838" y="3323172"/>
                  </a:lnTo>
                  <a:lnTo>
                    <a:pt x="2162027" y="3333455"/>
                  </a:lnTo>
                  <a:lnTo>
                    <a:pt x="2151745" y="3315644"/>
                  </a:lnTo>
                  <a:lnTo>
                    <a:pt x="2169556" y="3305361"/>
                  </a:lnTo>
                  <a:close/>
                </a:path>
                <a:path w="5889625" h="6395720">
                  <a:moveTo>
                    <a:pt x="2244038" y="3436729"/>
                  </a:moveTo>
                  <a:lnTo>
                    <a:pt x="2253148" y="3452502"/>
                  </a:lnTo>
                  <a:lnTo>
                    <a:pt x="2237375" y="3461606"/>
                  </a:lnTo>
                  <a:lnTo>
                    <a:pt x="2228265" y="3445833"/>
                  </a:lnTo>
                  <a:lnTo>
                    <a:pt x="2244038" y="3436729"/>
                  </a:lnTo>
                  <a:close/>
                </a:path>
                <a:path w="5889625" h="6395720">
                  <a:moveTo>
                    <a:pt x="2318633" y="3567693"/>
                  </a:moveTo>
                  <a:lnTo>
                    <a:pt x="2326860" y="3581938"/>
                  </a:lnTo>
                  <a:lnTo>
                    <a:pt x="2312615" y="3590166"/>
                  </a:lnTo>
                  <a:lnTo>
                    <a:pt x="2304388" y="3575921"/>
                  </a:lnTo>
                  <a:lnTo>
                    <a:pt x="2318633" y="3567693"/>
                  </a:lnTo>
                  <a:close/>
                </a:path>
                <a:path w="5889625" h="6395720">
                  <a:moveTo>
                    <a:pt x="2393234" y="3698652"/>
                  </a:moveTo>
                  <a:lnTo>
                    <a:pt x="2400579" y="3711375"/>
                  </a:lnTo>
                  <a:lnTo>
                    <a:pt x="2387856" y="3718720"/>
                  </a:lnTo>
                  <a:lnTo>
                    <a:pt x="2380511" y="3705997"/>
                  </a:lnTo>
                  <a:lnTo>
                    <a:pt x="2393234" y="3698652"/>
                  </a:lnTo>
                  <a:close/>
                </a:path>
                <a:path w="5889625" h="6395720">
                  <a:moveTo>
                    <a:pt x="2467717" y="3830020"/>
                  </a:moveTo>
                  <a:lnTo>
                    <a:pt x="2473889" y="3840711"/>
                  </a:lnTo>
                  <a:lnTo>
                    <a:pt x="2463203" y="3846877"/>
                  </a:lnTo>
                  <a:lnTo>
                    <a:pt x="2457032" y="3836192"/>
                  </a:lnTo>
                  <a:lnTo>
                    <a:pt x="2467717" y="3830020"/>
                  </a:lnTo>
                  <a:close/>
                </a:path>
                <a:path w="5889625" h="6395720">
                  <a:moveTo>
                    <a:pt x="2542312" y="3960984"/>
                  </a:moveTo>
                  <a:lnTo>
                    <a:pt x="2547601" y="3970148"/>
                  </a:lnTo>
                  <a:lnTo>
                    <a:pt x="2538444" y="3975437"/>
                  </a:lnTo>
                  <a:lnTo>
                    <a:pt x="2533155" y="3966274"/>
                  </a:lnTo>
                  <a:lnTo>
                    <a:pt x="2542312" y="3960984"/>
                  </a:lnTo>
                  <a:close/>
                </a:path>
                <a:path w="5889625" h="6395720">
                  <a:moveTo>
                    <a:pt x="2617014" y="4091552"/>
                  </a:moveTo>
                  <a:lnTo>
                    <a:pt x="2621717" y="4099691"/>
                  </a:lnTo>
                  <a:lnTo>
                    <a:pt x="2613573" y="4104388"/>
                  </a:lnTo>
                  <a:lnTo>
                    <a:pt x="2608876" y="4096249"/>
                  </a:lnTo>
                  <a:lnTo>
                    <a:pt x="2617014" y="4091552"/>
                  </a:lnTo>
                  <a:close/>
                </a:path>
                <a:path w="5889625" h="6395720">
                  <a:moveTo>
                    <a:pt x="2691715" y="4222114"/>
                  </a:moveTo>
                  <a:lnTo>
                    <a:pt x="2695832" y="4229240"/>
                  </a:lnTo>
                  <a:lnTo>
                    <a:pt x="2688706" y="4233350"/>
                  </a:lnTo>
                  <a:lnTo>
                    <a:pt x="2684590" y="4226225"/>
                  </a:lnTo>
                  <a:lnTo>
                    <a:pt x="2691715" y="4222114"/>
                  </a:lnTo>
                  <a:close/>
                </a:path>
                <a:path w="5889625" h="6395720">
                  <a:moveTo>
                    <a:pt x="2766311" y="4353073"/>
                  </a:moveTo>
                  <a:lnTo>
                    <a:pt x="2769545" y="4358676"/>
                  </a:lnTo>
                  <a:lnTo>
                    <a:pt x="2763947" y="4361905"/>
                  </a:lnTo>
                  <a:lnTo>
                    <a:pt x="2760713" y="4356307"/>
                  </a:lnTo>
                  <a:lnTo>
                    <a:pt x="2766311" y="4353073"/>
                  </a:lnTo>
                  <a:close/>
                </a:path>
                <a:path w="5889625" h="6395720">
                  <a:moveTo>
                    <a:pt x="2841012" y="4483635"/>
                  </a:moveTo>
                  <a:lnTo>
                    <a:pt x="2843660" y="4488220"/>
                  </a:lnTo>
                  <a:lnTo>
                    <a:pt x="2839075" y="4490862"/>
                  </a:lnTo>
                  <a:lnTo>
                    <a:pt x="2836434" y="4486283"/>
                  </a:lnTo>
                  <a:lnTo>
                    <a:pt x="2841012" y="4483635"/>
                  </a:lnTo>
                  <a:close/>
                </a:path>
                <a:path w="5889625" h="6395720">
                  <a:moveTo>
                    <a:pt x="2915714" y="4614197"/>
                  </a:moveTo>
                  <a:lnTo>
                    <a:pt x="2917775" y="4617763"/>
                  </a:lnTo>
                  <a:lnTo>
                    <a:pt x="2914210" y="4619824"/>
                  </a:lnTo>
                  <a:lnTo>
                    <a:pt x="2912149" y="4616259"/>
                  </a:lnTo>
                  <a:lnTo>
                    <a:pt x="2915714" y="4614197"/>
                  </a:lnTo>
                  <a:close/>
                </a:path>
                <a:path w="5889625" h="6395720">
                  <a:moveTo>
                    <a:pt x="2990421" y="4744760"/>
                  </a:moveTo>
                  <a:lnTo>
                    <a:pt x="2991891" y="4747306"/>
                  </a:lnTo>
                  <a:lnTo>
                    <a:pt x="2989344" y="4748775"/>
                  </a:lnTo>
                  <a:lnTo>
                    <a:pt x="2987875" y="4746228"/>
                  </a:lnTo>
                  <a:lnTo>
                    <a:pt x="2990421" y="4744760"/>
                  </a:lnTo>
                  <a:close/>
                </a:path>
                <a:path w="5889625" h="6395720">
                  <a:moveTo>
                    <a:pt x="3065117" y="4875328"/>
                  </a:moveTo>
                  <a:lnTo>
                    <a:pt x="3066000" y="4876856"/>
                  </a:lnTo>
                  <a:lnTo>
                    <a:pt x="3064478" y="4877738"/>
                  </a:lnTo>
                  <a:lnTo>
                    <a:pt x="3063595" y="4876204"/>
                  </a:lnTo>
                  <a:lnTo>
                    <a:pt x="3065117" y="4875328"/>
                  </a:lnTo>
                  <a:close/>
                </a:path>
                <a:path w="5889625" h="6395720">
                  <a:moveTo>
                    <a:pt x="31549" y="0"/>
                  </a:moveTo>
                  <a:lnTo>
                    <a:pt x="129576" y="0"/>
                  </a:lnTo>
                  <a:lnTo>
                    <a:pt x="151193" y="37438"/>
                  </a:lnTo>
                  <a:lnTo>
                    <a:pt x="71302" y="83567"/>
                  </a:lnTo>
                  <a:lnTo>
                    <a:pt x="25180" y="3677"/>
                  </a:lnTo>
                  <a:lnTo>
                    <a:pt x="31549" y="0"/>
                  </a:lnTo>
                  <a:close/>
                </a:path>
                <a:path w="5889625" h="6395720">
                  <a:moveTo>
                    <a:pt x="179345" y="89721"/>
                  </a:moveTo>
                  <a:lnTo>
                    <a:pt x="223709" y="166561"/>
                  </a:lnTo>
                  <a:lnTo>
                    <a:pt x="146869" y="210925"/>
                  </a:lnTo>
                  <a:lnTo>
                    <a:pt x="102505" y="134085"/>
                  </a:lnTo>
                  <a:lnTo>
                    <a:pt x="179345" y="89721"/>
                  </a:lnTo>
                  <a:close/>
                </a:path>
                <a:path w="5889625" h="6395720">
                  <a:moveTo>
                    <a:pt x="253727" y="221485"/>
                  </a:moveTo>
                  <a:lnTo>
                    <a:pt x="296616" y="295778"/>
                  </a:lnTo>
                  <a:lnTo>
                    <a:pt x="222323" y="338673"/>
                  </a:lnTo>
                  <a:lnTo>
                    <a:pt x="179428" y="264380"/>
                  </a:lnTo>
                  <a:lnTo>
                    <a:pt x="253727" y="221485"/>
                  </a:lnTo>
                  <a:close/>
                </a:path>
                <a:path w="5889625" h="6395720">
                  <a:moveTo>
                    <a:pt x="327996" y="353652"/>
                  </a:moveTo>
                  <a:lnTo>
                    <a:pt x="369126" y="424895"/>
                  </a:lnTo>
                  <a:lnTo>
                    <a:pt x="297883" y="466025"/>
                  </a:lnTo>
                  <a:lnTo>
                    <a:pt x="256753" y="394782"/>
                  </a:lnTo>
                  <a:lnTo>
                    <a:pt x="327996" y="353652"/>
                  </a:lnTo>
                  <a:close/>
                </a:path>
                <a:path w="5889625" h="6395720">
                  <a:moveTo>
                    <a:pt x="402372" y="485422"/>
                  </a:moveTo>
                  <a:lnTo>
                    <a:pt x="442033" y="554118"/>
                  </a:lnTo>
                  <a:lnTo>
                    <a:pt x="373343" y="593779"/>
                  </a:lnTo>
                  <a:lnTo>
                    <a:pt x="333682" y="525083"/>
                  </a:lnTo>
                  <a:lnTo>
                    <a:pt x="402372" y="485422"/>
                  </a:lnTo>
                  <a:close/>
                </a:path>
                <a:path w="5889625" h="6395720">
                  <a:moveTo>
                    <a:pt x="476754" y="617187"/>
                  </a:moveTo>
                  <a:lnTo>
                    <a:pt x="514946" y="683341"/>
                  </a:lnTo>
                  <a:lnTo>
                    <a:pt x="448797" y="721534"/>
                  </a:lnTo>
                  <a:lnTo>
                    <a:pt x="410605" y="655379"/>
                  </a:lnTo>
                  <a:lnTo>
                    <a:pt x="476754" y="617187"/>
                  </a:lnTo>
                  <a:close/>
                </a:path>
                <a:path w="5889625" h="6395720">
                  <a:moveTo>
                    <a:pt x="551130" y="748951"/>
                  </a:moveTo>
                  <a:lnTo>
                    <a:pt x="587858" y="812565"/>
                  </a:lnTo>
                  <a:lnTo>
                    <a:pt x="524251" y="849288"/>
                  </a:lnTo>
                  <a:lnTo>
                    <a:pt x="487528" y="785674"/>
                  </a:lnTo>
                  <a:lnTo>
                    <a:pt x="551130" y="748951"/>
                  </a:lnTo>
                  <a:close/>
                </a:path>
                <a:path w="5889625" h="6395720">
                  <a:moveTo>
                    <a:pt x="625403" y="881124"/>
                  </a:moveTo>
                  <a:lnTo>
                    <a:pt x="660363" y="941682"/>
                  </a:lnTo>
                  <a:lnTo>
                    <a:pt x="599811" y="976639"/>
                  </a:lnTo>
                  <a:lnTo>
                    <a:pt x="564847" y="916088"/>
                  </a:lnTo>
                  <a:lnTo>
                    <a:pt x="625403" y="881124"/>
                  </a:lnTo>
                  <a:close/>
                </a:path>
                <a:path w="5889625" h="6395720">
                  <a:moveTo>
                    <a:pt x="699781" y="1012894"/>
                  </a:moveTo>
                  <a:lnTo>
                    <a:pt x="733276" y="1070905"/>
                  </a:lnTo>
                  <a:lnTo>
                    <a:pt x="675265" y="1104394"/>
                  </a:lnTo>
                  <a:lnTo>
                    <a:pt x="641776" y="1046383"/>
                  </a:lnTo>
                  <a:lnTo>
                    <a:pt x="699781" y="1012894"/>
                  </a:lnTo>
                  <a:close/>
                </a:path>
                <a:path w="5889625" h="6395720">
                  <a:moveTo>
                    <a:pt x="774163" y="1144653"/>
                  </a:moveTo>
                  <a:lnTo>
                    <a:pt x="806183" y="1200123"/>
                  </a:lnTo>
                  <a:lnTo>
                    <a:pt x="750719" y="1232142"/>
                  </a:lnTo>
                  <a:lnTo>
                    <a:pt x="718693" y="1176679"/>
                  </a:lnTo>
                  <a:lnTo>
                    <a:pt x="774163" y="1144653"/>
                  </a:lnTo>
                  <a:close/>
                </a:path>
                <a:path w="5889625" h="6395720">
                  <a:moveTo>
                    <a:pt x="848539" y="1276423"/>
                  </a:moveTo>
                  <a:lnTo>
                    <a:pt x="879096" y="1329345"/>
                  </a:lnTo>
                  <a:lnTo>
                    <a:pt x="826174" y="1359896"/>
                  </a:lnTo>
                  <a:lnTo>
                    <a:pt x="795622" y="1306980"/>
                  </a:lnTo>
                  <a:lnTo>
                    <a:pt x="848539" y="1276423"/>
                  </a:lnTo>
                  <a:close/>
                </a:path>
                <a:path w="5889625" h="6395720">
                  <a:moveTo>
                    <a:pt x="922921" y="1408193"/>
                  </a:moveTo>
                  <a:lnTo>
                    <a:pt x="952009" y="1458569"/>
                  </a:lnTo>
                  <a:lnTo>
                    <a:pt x="901628" y="1487651"/>
                  </a:lnTo>
                  <a:lnTo>
                    <a:pt x="872546" y="1437275"/>
                  </a:lnTo>
                  <a:lnTo>
                    <a:pt x="922921" y="1408193"/>
                  </a:lnTo>
                  <a:close/>
                </a:path>
                <a:path w="5889625" h="6395720">
                  <a:moveTo>
                    <a:pt x="997303" y="1539957"/>
                  </a:moveTo>
                  <a:lnTo>
                    <a:pt x="1024916" y="1587792"/>
                  </a:lnTo>
                  <a:lnTo>
                    <a:pt x="977087" y="1615411"/>
                  </a:lnTo>
                  <a:lnTo>
                    <a:pt x="949468" y="1567577"/>
                  </a:lnTo>
                  <a:lnTo>
                    <a:pt x="997303" y="1539957"/>
                  </a:lnTo>
                  <a:close/>
                </a:path>
                <a:path w="5889625" h="6395720">
                  <a:moveTo>
                    <a:pt x="1071679" y="1671722"/>
                  </a:moveTo>
                  <a:lnTo>
                    <a:pt x="1097829" y="1717009"/>
                  </a:lnTo>
                  <a:lnTo>
                    <a:pt x="1052536" y="1743160"/>
                  </a:lnTo>
                  <a:lnTo>
                    <a:pt x="1026392" y="1697872"/>
                  </a:lnTo>
                  <a:lnTo>
                    <a:pt x="1071679" y="1671722"/>
                  </a:lnTo>
                  <a:close/>
                </a:path>
                <a:path w="5889625" h="6395720">
                  <a:moveTo>
                    <a:pt x="1146060" y="1803492"/>
                  </a:moveTo>
                  <a:lnTo>
                    <a:pt x="1170736" y="1846233"/>
                  </a:lnTo>
                  <a:lnTo>
                    <a:pt x="1127995" y="1870914"/>
                  </a:lnTo>
                  <a:lnTo>
                    <a:pt x="1103314" y="1828167"/>
                  </a:lnTo>
                  <a:lnTo>
                    <a:pt x="1146060" y="1803492"/>
                  </a:lnTo>
                  <a:close/>
                </a:path>
                <a:path w="5889625" h="6395720">
                  <a:moveTo>
                    <a:pt x="1220442" y="1935256"/>
                  </a:moveTo>
                  <a:lnTo>
                    <a:pt x="1243649" y="1975456"/>
                  </a:lnTo>
                  <a:lnTo>
                    <a:pt x="1203449" y="1998669"/>
                  </a:lnTo>
                  <a:lnTo>
                    <a:pt x="1180242" y="1958469"/>
                  </a:lnTo>
                  <a:lnTo>
                    <a:pt x="1220442" y="1935256"/>
                  </a:lnTo>
                  <a:close/>
                </a:path>
                <a:path w="5889625" h="6395720">
                  <a:moveTo>
                    <a:pt x="1294930" y="2066624"/>
                  </a:moveTo>
                  <a:lnTo>
                    <a:pt x="1316964" y="2104786"/>
                  </a:lnTo>
                  <a:lnTo>
                    <a:pt x="1278796" y="2126820"/>
                  </a:lnTo>
                  <a:lnTo>
                    <a:pt x="1256762" y="2088658"/>
                  </a:lnTo>
                  <a:lnTo>
                    <a:pt x="1294930" y="2066624"/>
                  </a:lnTo>
                  <a:close/>
                </a:path>
                <a:path w="5889625" h="6395720">
                  <a:moveTo>
                    <a:pt x="1369419" y="2197985"/>
                  </a:moveTo>
                  <a:lnTo>
                    <a:pt x="1390280" y="2234116"/>
                  </a:lnTo>
                  <a:lnTo>
                    <a:pt x="1354143" y="2254977"/>
                  </a:lnTo>
                  <a:lnTo>
                    <a:pt x="1333282" y="2218846"/>
                  </a:lnTo>
                  <a:lnTo>
                    <a:pt x="1369419" y="2197985"/>
                  </a:lnTo>
                  <a:close/>
                </a:path>
                <a:path w="5889625" h="6395720">
                  <a:moveTo>
                    <a:pt x="1443795" y="2329756"/>
                  </a:moveTo>
                  <a:lnTo>
                    <a:pt x="1463187" y="2363334"/>
                  </a:lnTo>
                  <a:lnTo>
                    <a:pt x="1429597" y="2382726"/>
                  </a:lnTo>
                  <a:lnTo>
                    <a:pt x="1410211" y="2349148"/>
                  </a:lnTo>
                  <a:lnTo>
                    <a:pt x="1443795" y="2329756"/>
                  </a:lnTo>
                  <a:close/>
                </a:path>
                <a:path w="5889625" h="6395720">
                  <a:moveTo>
                    <a:pt x="1518283" y="2461117"/>
                  </a:moveTo>
                  <a:lnTo>
                    <a:pt x="1536496" y="2492669"/>
                  </a:lnTo>
                  <a:lnTo>
                    <a:pt x="1504950" y="2510883"/>
                  </a:lnTo>
                  <a:lnTo>
                    <a:pt x="1486731" y="2479331"/>
                  </a:lnTo>
                  <a:lnTo>
                    <a:pt x="1518283" y="2461117"/>
                  </a:lnTo>
                  <a:close/>
                </a:path>
                <a:path w="5889625" h="6395720">
                  <a:moveTo>
                    <a:pt x="1592660" y="2592887"/>
                  </a:moveTo>
                  <a:lnTo>
                    <a:pt x="1609410" y="2621892"/>
                  </a:lnTo>
                  <a:lnTo>
                    <a:pt x="1580405" y="2638637"/>
                  </a:lnTo>
                  <a:lnTo>
                    <a:pt x="1563660" y="2609632"/>
                  </a:lnTo>
                  <a:lnTo>
                    <a:pt x="1592660" y="2592887"/>
                  </a:lnTo>
                  <a:close/>
                </a:path>
                <a:path w="5889625" h="6395720">
                  <a:moveTo>
                    <a:pt x="1667254" y="2723853"/>
                  </a:moveTo>
                  <a:lnTo>
                    <a:pt x="1683122" y="2751336"/>
                  </a:lnTo>
                  <a:lnTo>
                    <a:pt x="1655639" y="2767198"/>
                  </a:lnTo>
                  <a:lnTo>
                    <a:pt x="1639777" y="2739721"/>
                  </a:lnTo>
                  <a:lnTo>
                    <a:pt x="1667254" y="2723853"/>
                  </a:lnTo>
                  <a:close/>
                </a:path>
                <a:path w="5889625" h="6395720">
                  <a:moveTo>
                    <a:pt x="1741742" y="2855220"/>
                  </a:moveTo>
                  <a:lnTo>
                    <a:pt x="1756432" y="2880660"/>
                  </a:lnTo>
                  <a:lnTo>
                    <a:pt x="1730992" y="2895349"/>
                  </a:lnTo>
                  <a:lnTo>
                    <a:pt x="1716303" y="2869909"/>
                  </a:lnTo>
                  <a:lnTo>
                    <a:pt x="1741742" y="2855220"/>
                  </a:lnTo>
                  <a:close/>
                </a:path>
                <a:path w="5889625" h="6395720">
                  <a:moveTo>
                    <a:pt x="1816124" y="2986984"/>
                  </a:moveTo>
                  <a:lnTo>
                    <a:pt x="1829345" y="3009883"/>
                  </a:lnTo>
                  <a:lnTo>
                    <a:pt x="1806446" y="3023103"/>
                  </a:lnTo>
                  <a:lnTo>
                    <a:pt x="1793226" y="3000205"/>
                  </a:lnTo>
                  <a:lnTo>
                    <a:pt x="1816124" y="2986984"/>
                  </a:lnTo>
                  <a:close/>
                </a:path>
                <a:path w="5889625" h="6395720">
                  <a:moveTo>
                    <a:pt x="1890713" y="3117949"/>
                  </a:moveTo>
                  <a:lnTo>
                    <a:pt x="1903057" y="3139325"/>
                  </a:lnTo>
                  <a:lnTo>
                    <a:pt x="1881686" y="3151663"/>
                  </a:lnTo>
                  <a:lnTo>
                    <a:pt x="1869349" y="3130287"/>
                  </a:lnTo>
                  <a:lnTo>
                    <a:pt x="1890713" y="3117949"/>
                  </a:lnTo>
                  <a:close/>
                </a:path>
                <a:path w="5889625" h="6395720">
                  <a:moveTo>
                    <a:pt x="1965308" y="3248914"/>
                  </a:moveTo>
                  <a:lnTo>
                    <a:pt x="1976769" y="3268762"/>
                  </a:lnTo>
                  <a:lnTo>
                    <a:pt x="1956921" y="3280217"/>
                  </a:lnTo>
                  <a:lnTo>
                    <a:pt x="1945466" y="3260375"/>
                  </a:lnTo>
                  <a:lnTo>
                    <a:pt x="1965308" y="3248914"/>
                  </a:lnTo>
                  <a:close/>
                </a:path>
                <a:path w="5889625" h="6395720">
                  <a:moveTo>
                    <a:pt x="2039797" y="3380282"/>
                  </a:moveTo>
                  <a:lnTo>
                    <a:pt x="2050079" y="3398086"/>
                  </a:lnTo>
                  <a:lnTo>
                    <a:pt x="2032275" y="3408369"/>
                  </a:lnTo>
                  <a:lnTo>
                    <a:pt x="2021992" y="3390564"/>
                  </a:lnTo>
                  <a:lnTo>
                    <a:pt x="2039797" y="3380282"/>
                  </a:lnTo>
                  <a:close/>
                </a:path>
                <a:path w="5889625" h="6395720">
                  <a:moveTo>
                    <a:pt x="2114392" y="3511240"/>
                  </a:moveTo>
                  <a:lnTo>
                    <a:pt x="2123792" y="3527529"/>
                  </a:lnTo>
                  <a:lnTo>
                    <a:pt x="2107515" y="3536929"/>
                  </a:lnTo>
                  <a:lnTo>
                    <a:pt x="2098109" y="3520640"/>
                  </a:lnTo>
                  <a:lnTo>
                    <a:pt x="2114392" y="3511240"/>
                  </a:lnTo>
                  <a:close/>
                </a:path>
                <a:path w="5889625" h="6395720">
                  <a:moveTo>
                    <a:pt x="2188880" y="3642608"/>
                  </a:moveTo>
                  <a:lnTo>
                    <a:pt x="2197107" y="3656853"/>
                  </a:lnTo>
                  <a:lnTo>
                    <a:pt x="2182856" y="3665080"/>
                  </a:lnTo>
                  <a:lnTo>
                    <a:pt x="2174635" y="3650835"/>
                  </a:lnTo>
                  <a:lnTo>
                    <a:pt x="2188880" y="3642608"/>
                  </a:lnTo>
                  <a:close/>
                </a:path>
                <a:path w="5889625" h="6395720">
                  <a:moveTo>
                    <a:pt x="2263475" y="3773573"/>
                  </a:moveTo>
                  <a:lnTo>
                    <a:pt x="2270820" y="3786295"/>
                  </a:lnTo>
                  <a:lnTo>
                    <a:pt x="2258097" y="3793640"/>
                  </a:lnTo>
                  <a:lnTo>
                    <a:pt x="2250752" y="3780917"/>
                  </a:lnTo>
                  <a:lnTo>
                    <a:pt x="2263475" y="3773573"/>
                  </a:lnTo>
                  <a:close/>
                </a:path>
                <a:path w="5889625" h="6395720">
                  <a:moveTo>
                    <a:pt x="2338071" y="3904537"/>
                  </a:moveTo>
                  <a:lnTo>
                    <a:pt x="2344533" y="3915732"/>
                  </a:lnTo>
                  <a:lnTo>
                    <a:pt x="2333338" y="3922194"/>
                  </a:lnTo>
                  <a:lnTo>
                    <a:pt x="2326876" y="3910999"/>
                  </a:lnTo>
                  <a:lnTo>
                    <a:pt x="2338071" y="3904537"/>
                  </a:lnTo>
                  <a:close/>
                </a:path>
                <a:path w="5889625" h="6395720">
                  <a:moveTo>
                    <a:pt x="2412559" y="4035899"/>
                  </a:moveTo>
                  <a:lnTo>
                    <a:pt x="2417848" y="4045062"/>
                  </a:lnTo>
                  <a:lnTo>
                    <a:pt x="2408685" y="4050351"/>
                  </a:lnTo>
                  <a:lnTo>
                    <a:pt x="2403396" y="4041188"/>
                  </a:lnTo>
                  <a:lnTo>
                    <a:pt x="2412559" y="4035899"/>
                  </a:lnTo>
                  <a:close/>
                </a:path>
                <a:path w="5889625" h="6395720">
                  <a:moveTo>
                    <a:pt x="2487261" y="4166467"/>
                  </a:moveTo>
                  <a:lnTo>
                    <a:pt x="2491964" y="4174605"/>
                  </a:lnTo>
                  <a:lnTo>
                    <a:pt x="2483814" y="4179308"/>
                  </a:lnTo>
                  <a:lnTo>
                    <a:pt x="2479117" y="4171169"/>
                  </a:lnTo>
                  <a:lnTo>
                    <a:pt x="2487261" y="4166467"/>
                  </a:lnTo>
                  <a:close/>
                </a:path>
                <a:path w="5889625" h="6395720">
                  <a:moveTo>
                    <a:pt x="2561956" y="4297029"/>
                  </a:moveTo>
                  <a:lnTo>
                    <a:pt x="2566073" y="4304154"/>
                  </a:lnTo>
                  <a:lnTo>
                    <a:pt x="2558947" y="4308271"/>
                  </a:lnTo>
                  <a:lnTo>
                    <a:pt x="2554837" y="4301145"/>
                  </a:lnTo>
                  <a:lnTo>
                    <a:pt x="2561956" y="4297029"/>
                  </a:lnTo>
                  <a:close/>
                </a:path>
                <a:path w="5889625" h="6395720">
                  <a:moveTo>
                    <a:pt x="2636664" y="4427591"/>
                  </a:moveTo>
                  <a:lnTo>
                    <a:pt x="2640188" y="4433697"/>
                  </a:lnTo>
                  <a:lnTo>
                    <a:pt x="2634082" y="4437222"/>
                  </a:lnTo>
                  <a:lnTo>
                    <a:pt x="2630557" y="4431115"/>
                  </a:lnTo>
                  <a:lnTo>
                    <a:pt x="2636664" y="4427591"/>
                  </a:lnTo>
                  <a:close/>
                </a:path>
                <a:path w="5889625" h="6395720">
                  <a:moveTo>
                    <a:pt x="2711253" y="4558555"/>
                  </a:moveTo>
                  <a:lnTo>
                    <a:pt x="2713900" y="4563134"/>
                  </a:lnTo>
                  <a:lnTo>
                    <a:pt x="2709316" y="4565782"/>
                  </a:lnTo>
                  <a:lnTo>
                    <a:pt x="2706674" y="4561197"/>
                  </a:lnTo>
                  <a:lnTo>
                    <a:pt x="2711253" y="4558555"/>
                  </a:lnTo>
                  <a:close/>
                </a:path>
                <a:path w="5889625" h="6395720">
                  <a:moveTo>
                    <a:pt x="2785954" y="4689118"/>
                  </a:moveTo>
                  <a:lnTo>
                    <a:pt x="2788016" y="4692683"/>
                  </a:lnTo>
                  <a:lnTo>
                    <a:pt x="2784456" y="4694739"/>
                  </a:lnTo>
                  <a:lnTo>
                    <a:pt x="2782395" y="4691173"/>
                  </a:lnTo>
                  <a:lnTo>
                    <a:pt x="2785954" y="4689118"/>
                  </a:lnTo>
                  <a:close/>
                </a:path>
                <a:path w="5889625" h="6395720">
                  <a:moveTo>
                    <a:pt x="2860662" y="4819680"/>
                  </a:moveTo>
                  <a:lnTo>
                    <a:pt x="2862131" y="4822221"/>
                  </a:lnTo>
                  <a:lnTo>
                    <a:pt x="2859584" y="4823689"/>
                  </a:lnTo>
                  <a:lnTo>
                    <a:pt x="2858115" y="4821148"/>
                  </a:lnTo>
                  <a:lnTo>
                    <a:pt x="2860662" y="4819680"/>
                  </a:lnTo>
                  <a:close/>
                </a:path>
                <a:path w="5889625" h="6395720">
                  <a:moveTo>
                    <a:pt x="2935364" y="4950242"/>
                  </a:moveTo>
                  <a:lnTo>
                    <a:pt x="2936246" y="4951770"/>
                  </a:lnTo>
                  <a:lnTo>
                    <a:pt x="2934718" y="4952652"/>
                  </a:lnTo>
                  <a:lnTo>
                    <a:pt x="2933835" y="4951124"/>
                  </a:lnTo>
                  <a:lnTo>
                    <a:pt x="2935364" y="4950242"/>
                  </a:lnTo>
                  <a:close/>
                </a:path>
                <a:path w="5889625" h="6395720">
                  <a:moveTo>
                    <a:pt x="0" y="74048"/>
                  </a:moveTo>
                  <a:lnTo>
                    <a:pt x="22244" y="112577"/>
                  </a:lnTo>
                  <a:lnTo>
                    <a:pt x="0" y="125420"/>
                  </a:lnTo>
                  <a:lnTo>
                    <a:pt x="0" y="74048"/>
                  </a:lnTo>
                  <a:close/>
                </a:path>
                <a:path w="5889625" h="6395720">
                  <a:moveTo>
                    <a:pt x="49911" y="163427"/>
                  </a:moveTo>
                  <a:lnTo>
                    <a:pt x="95151" y="241794"/>
                  </a:lnTo>
                  <a:lnTo>
                    <a:pt x="16783" y="287040"/>
                  </a:lnTo>
                  <a:lnTo>
                    <a:pt x="0" y="257967"/>
                  </a:lnTo>
                  <a:lnTo>
                    <a:pt x="0" y="192243"/>
                  </a:lnTo>
                  <a:lnTo>
                    <a:pt x="49911" y="163427"/>
                  </a:lnTo>
                  <a:close/>
                </a:path>
                <a:path w="5889625" h="6395720">
                  <a:moveTo>
                    <a:pt x="124180" y="295600"/>
                  </a:moveTo>
                  <a:lnTo>
                    <a:pt x="167661" y="370912"/>
                  </a:lnTo>
                  <a:lnTo>
                    <a:pt x="92349" y="414393"/>
                  </a:lnTo>
                  <a:lnTo>
                    <a:pt x="48868" y="339081"/>
                  </a:lnTo>
                  <a:lnTo>
                    <a:pt x="124180" y="295600"/>
                  </a:lnTo>
                  <a:close/>
                </a:path>
                <a:path w="5889625" h="6395720">
                  <a:moveTo>
                    <a:pt x="198454" y="427767"/>
                  </a:moveTo>
                  <a:lnTo>
                    <a:pt x="240171" y="500028"/>
                  </a:lnTo>
                  <a:lnTo>
                    <a:pt x="167915" y="541744"/>
                  </a:lnTo>
                  <a:lnTo>
                    <a:pt x="126193" y="469483"/>
                  </a:lnTo>
                  <a:lnTo>
                    <a:pt x="198454" y="427767"/>
                  </a:lnTo>
                  <a:close/>
                </a:path>
                <a:path w="5889625" h="6395720">
                  <a:moveTo>
                    <a:pt x="272724" y="559934"/>
                  </a:moveTo>
                  <a:lnTo>
                    <a:pt x="312681" y="629139"/>
                  </a:lnTo>
                  <a:lnTo>
                    <a:pt x="243470" y="669095"/>
                  </a:lnTo>
                  <a:lnTo>
                    <a:pt x="203513" y="599891"/>
                  </a:lnTo>
                  <a:lnTo>
                    <a:pt x="272724" y="559934"/>
                  </a:lnTo>
                  <a:close/>
                </a:path>
                <a:path w="5889625" h="6395720">
                  <a:moveTo>
                    <a:pt x="347211" y="691295"/>
                  </a:moveTo>
                  <a:lnTo>
                    <a:pt x="385990" y="758469"/>
                  </a:lnTo>
                  <a:lnTo>
                    <a:pt x="318823" y="797247"/>
                  </a:lnTo>
                  <a:lnTo>
                    <a:pt x="280038" y="730079"/>
                  </a:lnTo>
                  <a:lnTo>
                    <a:pt x="347211" y="691295"/>
                  </a:lnTo>
                  <a:close/>
                </a:path>
                <a:path w="5889625" h="6395720">
                  <a:moveTo>
                    <a:pt x="421594" y="823065"/>
                  </a:moveTo>
                  <a:lnTo>
                    <a:pt x="458904" y="887692"/>
                  </a:lnTo>
                  <a:lnTo>
                    <a:pt x="394277" y="925007"/>
                  </a:lnTo>
                  <a:lnTo>
                    <a:pt x="356967" y="860375"/>
                  </a:lnTo>
                  <a:lnTo>
                    <a:pt x="421594" y="823065"/>
                  </a:lnTo>
                  <a:close/>
                </a:path>
                <a:path w="5889625" h="6395720">
                  <a:moveTo>
                    <a:pt x="495863" y="955239"/>
                  </a:moveTo>
                  <a:lnTo>
                    <a:pt x="531413" y="1016809"/>
                  </a:lnTo>
                  <a:lnTo>
                    <a:pt x="469837" y="1052359"/>
                  </a:lnTo>
                  <a:lnTo>
                    <a:pt x="434287" y="990789"/>
                  </a:lnTo>
                  <a:lnTo>
                    <a:pt x="495863" y="955239"/>
                  </a:lnTo>
                  <a:close/>
                </a:path>
                <a:path w="5889625" h="6395720">
                  <a:moveTo>
                    <a:pt x="570132" y="1087406"/>
                  </a:moveTo>
                  <a:lnTo>
                    <a:pt x="603917" y="1145925"/>
                  </a:lnTo>
                  <a:lnTo>
                    <a:pt x="545398" y="1179711"/>
                  </a:lnTo>
                  <a:lnTo>
                    <a:pt x="511612" y="1121191"/>
                  </a:lnTo>
                  <a:lnTo>
                    <a:pt x="570132" y="1087406"/>
                  </a:lnTo>
                  <a:close/>
                </a:path>
                <a:path w="5889625" h="6395720">
                  <a:moveTo>
                    <a:pt x="644514" y="1219176"/>
                  </a:moveTo>
                  <a:lnTo>
                    <a:pt x="676830" y="1275149"/>
                  </a:lnTo>
                  <a:lnTo>
                    <a:pt x="620857" y="1307465"/>
                  </a:lnTo>
                  <a:lnTo>
                    <a:pt x="588541" y="1251492"/>
                  </a:lnTo>
                  <a:lnTo>
                    <a:pt x="644514" y="1219176"/>
                  </a:lnTo>
                  <a:close/>
                </a:path>
                <a:path w="5889625" h="6395720">
                  <a:moveTo>
                    <a:pt x="718890" y="1350934"/>
                  </a:moveTo>
                  <a:lnTo>
                    <a:pt x="749737" y="1404372"/>
                  </a:lnTo>
                  <a:lnTo>
                    <a:pt x="696311" y="1435219"/>
                  </a:lnTo>
                  <a:lnTo>
                    <a:pt x="665458" y="1381782"/>
                  </a:lnTo>
                  <a:lnTo>
                    <a:pt x="718890" y="1350934"/>
                  </a:lnTo>
                  <a:close/>
                </a:path>
                <a:path w="5889625" h="6395720">
                  <a:moveTo>
                    <a:pt x="793272" y="1482704"/>
                  </a:moveTo>
                  <a:lnTo>
                    <a:pt x="822650" y="1533595"/>
                  </a:lnTo>
                  <a:lnTo>
                    <a:pt x="771765" y="1562973"/>
                  </a:lnTo>
                  <a:lnTo>
                    <a:pt x="742387" y="1512083"/>
                  </a:lnTo>
                  <a:lnTo>
                    <a:pt x="793272" y="1482704"/>
                  </a:lnTo>
                  <a:close/>
                </a:path>
                <a:path w="5889625" h="6395720">
                  <a:moveTo>
                    <a:pt x="867648" y="1614475"/>
                  </a:moveTo>
                  <a:lnTo>
                    <a:pt x="895557" y="1662813"/>
                  </a:lnTo>
                  <a:lnTo>
                    <a:pt x="847219" y="1690722"/>
                  </a:lnTo>
                  <a:lnTo>
                    <a:pt x="819309" y="1642384"/>
                  </a:lnTo>
                  <a:lnTo>
                    <a:pt x="867648" y="1614475"/>
                  </a:lnTo>
                  <a:close/>
                </a:path>
                <a:path w="5889625" h="6395720">
                  <a:moveTo>
                    <a:pt x="942030" y="1746239"/>
                  </a:moveTo>
                  <a:lnTo>
                    <a:pt x="968470" y="1792036"/>
                  </a:lnTo>
                  <a:lnTo>
                    <a:pt x="922673" y="1818476"/>
                  </a:lnTo>
                  <a:lnTo>
                    <a:pt x="896232" y="1772679"/>
                  </a:lnTo>
                  <a:lnTo>
                    <a:pt x="942030" y="1746239"/>
                  </a:lnTo>
                  <a:close/>
                </a:path>
                <a:path w="5889625" h="6395720">
                  <a:moveTo>
                    <a:pt x="1016411" y="1878009"/>
                  </a:moveTo>
                  <a:lnTo>
                    <a:pt x="1041383" y="1921259"/>
                  </a:lnTo>
                  <a:lnTo>
                    <a:pt x="998127" y="1946231"/>
                  </a:lnTo>
                  <a:lnTo>
                    <a:pt x="973155" y="1902981"/>
                  </a:lnTo>
                  <a:lnTo>
                    <a:pt x="1016411" y="1878009"/>
                  </a:lnTo>
                  <a:close/>
                </a:path>
                <a:path w="5889625" h="6395720">
                  <a:moveTo>
                    <a:pt x="1090787" y="2009773"/>
                  </a:moveTo>
                  <a:lnTo>
                    <a:pt x="1114296" y="2050483"/>
                  </a:lnTo>
                  <a:lnTo>
                    <a:pt x="1073587" y="2073985"/>
                  </a:lnTo>
                  <a:lnTo>
                    <a:pt x="1050078" y="2033276"/>
                  </a:lnTo>
                  <a:lnTo>
                    <a:pt x="1090787" y="2009773"/>
                  </a:lnTo>
                  <a:close/>
                </a:path>
                <a:path w="5889625" h="6395720">
                  <a:moveTo>
                    <a:pt x="1165281" y="2141141"/>
                  </a:moveTo>
                  <a:lnTo>
                    <a:pt x="1187606" y="2179812"/>
                  </a:lnTo>
                  <a:lnTo>
                    <a:pt x="1148928" y="2202143"/>
                  </a:lnTo>
                  <a:lnTo>
                    <a:pt x="1126604" y="2163471"/>
                  </a:lnTo>
                  <a:lnTo>
                    <a:pt x="1165281" y="2141141"/>
                  </a:lnTo>
                  <a:close/>
                </a:path>
                <a:path w="5889625" h="6395720">
                  <a:moveTo>
                    <a:pt x="1239764" y="2272508"/>
                  </a:moveTo>
                  <a:lnTo>
                    <a:pt x="1260915" y="2309142"/>
                  </a:lnTo>
                  <a:lnTo>
                    <a:pt x="1224281" y="2330293"/>
                  </a:lnTo>
                  <a:lnTo>
                    <a:pt x="1203130" y="2293660"/>
                  </a:lnTo>
                  <a:lnTo>
                    <a:pt x="1239764" y="2272508"/>
                  </a:lnTo>
                  <a:close/>
                </a:path>
                <a:path w="5889625" h="6395720">
                  <a:moveTo>
                    <a:pt x="1314140" y="2404267"/>
                  </a:moveTo>
                  <a:lnTo>
                    <a:pt x="1333823" y="2438366"/>
                  </a:lnTo>
                  <a:lnTo>
                    <a:pt x="1299735" y="2458049"/>
                  </a:lnTo>
                  <a:lnTo>
                    <a:pt x="1280047" y="2423949"/>
                  </a:lnTo>
                  <a:lnTo>
                    <a:pt x="1314140" y="2404267"/>
                  </a:lnTo>
                  <a:close/>
                </a:path>
                <a:path w="5889625" h="6395720">
                  <a:moveTo>
                    <a:pt x="1388628" y="2535634"/>
                  </a:moveTo>
                  <a:lnTo>
                    <a:pt x="1407138" y="2567690"/>
                  </a:lnTo>
                  <a:lnTo>
                    <a:pt x="1375076" y="2586200"/>
                  </a:lnTo>
                  <a:lnTo>
                    <a:pt x="1356572" y="2554144"/>
                  </a:lnTo>
                  <a:lnTo>
                    <a:pt x="1388628" y="2535634"/>
                  </a:lnTo>
                  <a:close/>
                </a:path>
                <a:path w="5889625" h="6395720">
                  <a:moveTo>
                    <a:pt x="1463010" y="2667399"/>
                  </a:moveTo>
                  <a:lnTo>
                    <a:pt x="1480050" y="2696913"/>
                  </a:lnTo>
                  <a:lnTo>
                    <a:pt x="1450536" y="2713954"/>
                  </a:lnTo>
                  <a:lnTo>
                    <a:pt x="1433495" y="2684439"/>
                  </a:lnTo>
                  <a:lnTo>
                    <a:pt x="1463010" y="2667399"/>
                  </a:lnTo>
                  <a:close/>
                </a:path>
                <a:path w="5889625" h="6395720">
                  <a:moveTo>
                    <a:pt x="1537605" y="2798369"/>
                  </a:moveTo>
                  <a:lnTo>
                    <a:pt x="1553763" y="2826356"/>
                  </a:lnTo>
                  <a:lnTo>
                    <a:pt x="1525777" y="2842514"/>
                  </a:lnTo>
                  <a:lnTo>
                    <a:pt x="1509619" y="2814528"/>
                  </a:lnTo>
                  <a:lnTo>
                    <a:pt x="1537605" y="2798369"/>
                  </a:lnTo>
                  <a:close/>
                </a:path>
                <a:path w="5889625" h="6395720">
                  <a:moveTo>
                    <a:pt x="1612093" y="2929731"/>
                  </a:moveTo>
                  <a:lnTo>
                    <a:pt x="1627073" y="2955680"/>
                  </a:lnTo>
                  <a:lnTo>
                    <a:pt x="1601118" y="2970665"/>
                  </a:lnTo>
                  <a:lnTo>
                    <a:pt x="1586138" y="2944716"/>
                  </a:lnTo>
                  <a:lnTo>
                    <a:pt x="1612093" y="2929731"/>
                  </a:lnTo>
                  <a:close/>
                </a:path>
                <a:path w="5889625" h="6395720">
                  <a:moveTo>
                    <a:pt x="1686469" y="3061501"/>
                  </a:moveTo>
                  <a:lnTo>
                    <a:pt x="1699986" y="3084903"/>
                  </a:lnTo>
                  <a:lnTo>
                    <a:pt x="1676572" y="3098420"/>
                  </a:lnTo>
                  <a:lnTo>
                    <a:pt x="1663062" y="3075018"/>
                  </a:lnTo>
                  <a:lnTo>
                    <a:pt x="1686469" y="3061501"/>
                  </a:lnTo>
                  <a:close/>
                </a:path>
                <a:path w="5889625" h="6395720">
                  <a:moveTo>
                    <a:pt x="1761065" y="3192460"/>
                  </a:moveTo>
                  <a:lnTo>
                    <a:pt x="1773699" y="3214346"/>
                  </a:lnTo>
                  <a:lnTo>
                    <a:pt x="1751813" y="3226980"/>
                  </a:lnTo>
                  <a:lnTo>
                    <a:pt x="1739179" y="3205094"/>
                  </a:lnTo>
                  <a:lnTo>
                    <a:pt x="1761065" y="3192460"/>
                  </a:lnTo>
                  <a:close/>
                </a:path>
                <a:path w="5889625" h="6395720">
                  <a:moveTo>
                    <a:pt x="1835553" y="3323827"/>
                  </a:moveTo>
                  <a:lnTo>
                    <a:pt x="1847014" y="3343675"/>
                  </a:lnTo>
                  <a:lnTo>
                    <a:pt x="1827166" y="3355131"/>
                  </a:lnTo>
                  <a:lnTo>
                    <a:pt x="1815711" y="3335288"/>
                  </a:lnTo>
                  <a:lnTo>
                    <a:pt x="1835553" y="3323827"/>
                  </a:lnTo>
                  <a:close/>
                </a:path>
                <a:path w="5889625" h="6395720">
                  <a:moveTo>
                    <a:pt x="1910148" y="3454792"/>
                  </a:moveTo>
                  <a:lnTo>
                    <a:pt x="1920727" y="3473112"/>
                  </a:lnTo>
                  <a:lnTo>
                    <a:pt x="1902401" y="3483691"/>
                  </a:lnTo>
                  <a:lnTo>
                    <a:pt x="1891822" y="3465371"/>
                  </a:lnTo>
                  <a:lnTo>
                    <a:pt x="1910148" y="3454792"/>
                  </a:lnTo>
                  <a:close/>
                </a:path>
                <a:path w="5889625" h="6395720">
                  <a:moveTo>
                    <a:pt x="1984631" y="3586160"/>
                  </a:moveTo>
                  <a:lnTo>
                    <a:pt x="1994036" y="3602442"/>
                  </a:lnTo>
                  <a:lnTo>
                    <a:pt x="1977754" y="3611842"/>
                  </a:lnTo>
                  <a:lnTo>
                    <a:pt x="1968348" y="3595560"/>
                  </a:lnTo>
                  <a:lnTo>
                    <a:pt x="1984631" y="3586160"/>
                  </a:lnTo>
                  <a:close/>
                </a:path>
                <a:path w="5889625" h="6395720">
                  <a:moveTo>
                    <a:pt x="2059232" y="3717118"/>
                  </a:moveTo>
                  <a:lnTo>
                    <a:pt x="2067749" y="3731879"/>
                  </a:lnTo>
                  <a:lnTo>
                    <a:pt x="2052995" y="3740402"/>
                  </a:lnTo>
                  <a:lnTo>
                    <a:pt x="2044471" y="3725642"/>
                  </a:lnTo>
                  <a:lnTo>
                    <a:pt x="2059232" y="3717118"/>
                  </a:lnTo>
                  <a:close/>
                </a:path>
                <a:path w="5889625" h="6395720">
                  <a:moveTo>
                    <a:pt x="2133826" y="3848089"/>
                  </a:moveTo>
                  <a:lnTo>
                    <a:pt x="2141462" y="3861315"/>
                  </a:lnTo>
                  <a:lnTo>
                    <a:pt x="2128230" y="3868956"/>
                  </a:lnTo>
                  <a:lnTo>
                    <a:pt x="2120589" y="3855730"/>
                  </a:lnTo>
                  <a:lnTo>
                    <a:pt x="2133826" y="3848089"/>
                  </a:lnTo>
                  <a:close/>
                </a:path>
                <a:path w="5889625" h="6395720">
                  <a:moveTo>
                    <a:pt x="2208309" y="3979457"/>
                  </a:moveTo>
                  <a:lnTo>
                    <a:pt x="2214772" y="3990645"/>
                  </a:lnTo>
                  <a:lnTo>
                    <a:pt x="2203577" y="3997108"/>
                  </a:lnTo>
                  <a:lnTo>
                    <a:pt x="2197115" y="3985919"/>
                  </a:lnTo>
                  <a:lnTo>
                    <a:pt x="2208309" y="3979457"/>
                  </a:lnTo>
                  <a:close/>
                </a:path>
                <a:path w="5889625" h="6395720">
                  <a:moveTo>
                    <a:pt x="2282905" y="4110416"/>
                  </a:moveTo>
                  <a:lnTo>
                    <a:pt x="2288490" y="4120082"/>
                  </a:lnTo>
                  <a:lnTo>
                    <a:pt x="2278817" y="4125667"/>
                  </a:lnTo>
                  <a:lnTo>
                    <a:pt x="2273238" y="4115995"/>
                  </a:lnTo>
                  <a:lnTo>
                    <a:pt x="2282905" y="4110416"/>
                  </a:lnTo>
                  <a:close/>
                </a:path>
                <a:path w="5889625" h="6395720">
                  <a:moveTo>
                    <a:pt x="2357606" y="4240978"/>
                  </a:moveTo>
                  <a:lnTo>
                    <a:pt x="2362599" y="4249631"/>
                  </a:lnTo>
                  <a:lnTo>
                    <a:pt x="2353952" y="4254624"/>
                  </a:lnTo>
                  <a:lnTo>
                    <a:pt x="2348959" y="4245971"/>
                  </a:lnTo>
                  <a:lnTo>
                    <a:pt x="2357606" y="4240978"/>
                  </a:lnTo>
                  <a:close/>
                </a:path>
                <a:path w="5889625" h="6395720">
                  <a:moveTo>
                    <a:pt x="2432308" y="4371540"/>
                  </a:moveTo>
                  <a:lnTo>
                    <a:pt x="2436715" y="4379175"/>
                  </a:lnTo>
                  <a:lnTo>
                    <a:pt x="2429080" y="4383581"/>
                  </a:lnTo>
                  <a:lnTo>
                    <a:pt x="2424673" y="4375946"/>
                  </a:lnTo>
                  <a:lnTo>
                    <a:pt x="2432308" y="4371540"/>
                  </a:lnTo>
                  <a:close/>
                </a:path>
                <a:path w="5889625" h="6395720">
                  <a:moveTo>
                    <a:pt x="2506903" y="4502510"/>
                  </a:moveTo>
                  <a:lnTo>
                    <a:pt x="2510428" y="4508611"/>
                  </a:lnTo>
                  <a:lnTo>
                    <a:pt x="2504321" y="4512135"/>
                  </a:lnTo>
                  <a:lnTo>
                    <a:pt x="2500797" y="4506035"/>
                  </a:lnTo>
                  <a:lnTo>
                    <a:pt x="2506903" y="4502510"/>
                  </a:lnTo>
                  <a:close/>
                </a:path>
                <a:path w="5889625" h="6395720">
                  <a:moveTo>
                    <a:pt x="2581605" y="4633073"/>
                  </a:moveTo>
                  <a:lnTo>
                    <a:pt x="2584543" y="4638160"/>
                  </a:lnTo>
                  <a:lnTo>
                    <a:pt x="2579455" y="4641098"/>
                  </a:lnTo>
                  <a:lnTo>
                    <a:pt x="2576517" y="4636010"/>
                  </a:lnTo>
                  <a:lnTo>
                    <a:pt x="2581605" y="4633073"/>
                  </a:lnTo>
                  <a:close/>
                </a:path>
                <a:path w="5889625" h="6395720">
                  <a:moveTo>
                    <a:pt x="2656307" y="4763635"/>
                  </a:moveTo>
                  <a:lnTo>
                    <a:pt x="2658658" y="4767704"/>
                  </a:lnTo>
                  <a:lnTo>
                    <a:pt x="2654583" y="4770055"/>
                  </a:lnTo>
                  <a:lnTo>
                    <a:pt x="2652237" y="4765986"/>
                  </a:lnTo>
                  <a:lnTo>
                    <a:pt x="2656307" y="4763635"/>
                  </a:lnTo>
                  <a:close/>
                </a:path>
                <a:path w="5889625" h="6395720">
                  <a:moveTo>
                    <a:pt x="2731013" y="4894197"/>
                  </a:moveTo>
                  <a:lnTo>
                    <a:pt x="2732773" y="4897247"/>
                  </a:lnTo>
                  <a:lnTo>
                    <a:pt x="2729722" y="4899012"/>
                  </a:lnTo>
                  <a:lnTo>
                    <a:pt x="2727957" y="4895956"/>
                  </a:lnTo>
                  <a:lnTo>
                    <a:pt x="2731013" y="4894197"/>
                  </a:lnTo>
                  <a:close/>
                </a:path>
                <a:path w="5889625" h="6395720">
                  <a:moveTo>
                    <a:pt x="2805716" y="5024759"/>
                  </a:moveTo>
                  <a:lnTo>
                    <a:pt x="2806889" y="5026791"/>
                  </a:lnTo>
                  <a:lnTo>
                    <a:pt x="2804851" y="5027963"/>
                  </a:lnTo>
                  <a:lnTo>
                    <a:pt x="2803678" y="5025938"/>
                  </a:lnTo>
                  <a:lnTo>
                    <a:pt x="2805716" y="5024759"/>
                  </a:lnTo>
                  <a:close/>
                </a:path>
                <a:path w="5889625" h="6395720">
                  <a:moveTo>
                    <a:pt x="0" y="378996"/>
                  </a:moveTo>
                  <a:lnTo>
                    <a:pt x="38706" y="446045"/>
                  </a:lnTo>
                  <a:lnTo>
                    <a:pt x="0" y="468391"/>
                  </a:lnTo>
                  <a:lnTo>
                    <a:pt x="0" y="378996"/>
                  </a:lnTo>
                  <a:close/>
                </a:path>
                <a:path w="5889625" h="6395720">
                  <a:moveTo>
                    <a:pt x="68907" y="501882"/>
                  </a:moveTo>
                  <a:lnTo>
                    <a:pt x="111215" y="575156"/>
                  </a:lnTo>
                  <a:lnTo>
                    <a:pt x="37941" y="617464"/>
                  </a:lnTo>
                  <a:lnTo>
                    <a:pt x="0" y="551752"/>
                  </a:lnTo>
                  <a:lnTo>
                    <a:pt x="0" y="541669"/>
                  </a:lnTo>
                  <a:lnTo>
                    <a:pt x="68907" y="501882"/>
                  </a:lnTo>
                  <a:close/>
                </a:path>
                <a:path w="5889625" h="6395720">
                  <a:moveTo>
                    <a:pt x="143176" y="634049"/>
                  </a:moveTo>
                  <a:lnTo>
                    <a:pt x="183720" y="704272"/>
                  </a:lnTo>
                  <a:lnTo>
                    <a:pt x="113496" y="744816"/>
                  </a:lnTo>
                  <a:lnTo>
                    <a:pt x="72953" y="674592"/>
                  </a:lnTo>
                  <a:lnTo>
                    <a:pt x="143176" y="634049"/>
                  </a:lnTo>
                  <a:close/>
                </a:path>
                <a:path w="5889625" h="6395720">
                  <a:moveTo>
                    <a:pt x="217664" y="765416"/>
                  </a:moveTo>
                  <a:lnTo>
                    <a:pt x="257035" y="833603"/>
                  </a:lnTo>
                  <a:lnTo>
                    <a:pt x="188849" y="872967"/>
                  </a:lnTo>
                  <a:lnTo>
                    <a:pt x="149478" y="804781"/>
                  </a:lnTo>
                  <a:lnTo>
                    <a:pt x="217664" y="765416"/>
                  </a:lnTo>
                  <a:close/>
                </a:path>
                <a:path w="5889625" h="6395720">
                  <a:moveTo>
                    <a:pt x="291940" y="897590"/>
                  </a:moveTo>
                  <a:lnTo>
                    <a:pt x="329545" y="962720"/>
                  </a:lnTo>
                  <a:lnTo>
                    <a:pt x="264410" y="1000325"/>
                  </a:lnTo>
                  <a:lnTo>
                    <a:pt x="226804" y="935195"/>
                  </a:lnTo>
                  <a:lnTo>
                    <a:pt x="291940" y="897590"/>
                  </a:lnTo>
                  <a:close/>
                </a:path>
                <a:path w="5889625" h="6395720">
                  <a:moveTo>
                    <a:pt x="366208" y="1029751"/>
                  </a:moveTo>
                  <a:lnTo>
                    <a:pt x="402055" y="1091836"/>
                  </a:lnTo>
                  <a:lnTo>
                    <a:pt x="339969" y="1127677"/>
                  </a:lnTo>
                  <a:lnTo>
                    <a:pt x="304129" y="1065597"/>
                  </a:lnTo>
                  <a:lnTo>
                    <a:pt x="366208" y="1029751"/>
                  </a:lnTo>
                  <a:close/>
                </a:path>
                <a:path w="5889625" h="6395720">
                  <a:moveTo>
                    <a:pt x="440478" y="1161918"/>
                  </a:moveTo>
                  <a:lnTo>
                    <a:pt x="474559" y="1220947"/>
                  </a:lnTo>
                  <a:lnTo>
                    <a:pt x="415536" y="1255028"/>
                  </a:lnTo>
                  <a:lnTo>
                    <a:pt x="381454" y="1195999"/>
                  </a:lnTo>
                  <a:lnTo>
                    <a:pt x="440478" y="1161918"/>
                  </a:lnTo>
                  <a:close/>
                </a:path>
                <a:path w="5889625" h="6395720">
                  <a:moveTo>
                    <a:pt x="514860" y="1293688"/>
                  </a:moveTo>
                  <a:lnTo>
                    <a:pt x="547472" y="1350170"/>
                  </a:lnTo>
                  <a:lnTo>
                    <a:pt x="490989" y="1382782"/>
                  </a:lnTo>
                  <a:lnTo>
                    <a:pt x="458377" y="1326294"/>
                  </a:lnTo>
                  <a:lnTo>
                    <a:pt x="514860" y="1293688"/>
                  </a:lnTo>
                  <a:close/>
                </a:path>
                <a:path w="5889625" h="6395720">
                  <a:moveTo>
                    <a:pt x="589241" y="1425453"/>
                  </a:moveTo>
                  <a:lnTo>
                    <a:pt x="620379" y="1479394"/>
                  </a:lnTo>
                  <a:lnTo>
                    <a:pt x="566444" y="1510531"/>
                  </a:lnTo>
                  <a:lnTo>
                    <a:pt x="535306" y="1456596"/>
                  </a:lnTo>
                  <a:lnTo>
                    <a:pt x="589241" y="1425453"/>
                  </a:lnTo>
                  <a:close/>
                </a:path>
                <a:path w="5889625" h="6395720">
                  <a:moveTo>
                    <a:pt x="663623" y="1557222"/>
                  </a:moveTo>
                  <a:lnTo>
                    <a:pt x="693292" y="1608616"/>
                  </a:lnTo>
                  <a:lnTo>
                    <a:pt x="641898" y="1638285"/>
                  </a:lnTo>
                  <a:lnTo>
                    <a:pt x="612229" y="1586891"/>
                  </a:lnTo>
                  <a:lnTo>
                    <a:pt x="663623" y="1557222"/>
                  </a:lnTo>
                  <a:close/>
                </a:path>
                <a:path w="5889625" h="6395720">
                  <a:moveTo>
                    <a:pt x="737999" y="1688986"/>
                  </a:moveTo>
                  <a:lnTo>
                    <a:pt x="766205" y="1737840"/>
                  </a:lnTo>
                  <a:lnTo>
                    <a:pt x="717358" y="1766040"/>
                  </a:lnTo>
                  <a:lnTo>
                    <a:pt x="689152" y="1717186"/>
                  </a:lnTo>
                  <a:lnTo>
                    <a:pt x="737999" y="1688986"/>
                  </a:lnTo>
                  <a:close/>
                </a:path>
                <a:path w="5889625" h="6395720">
                  <a:moveTo>
                    <a:pt x="812381" y="1820751"/>
                  </a:moveTo>
                  <a:lnTo>
                    <a:pt x="839118" y="1867063"/>
                  </a:lnTo>
                  <a:lnTo>
                    <a:pt x="792811" y="1893794"/>
                  </a:lnTo>
                  <a:lnTo>
                    <a:pt x="766075" y="1847488"/>
                  </a:lnTo>
                  <a:lnTo>
                    <a:pt x="812381" y="1820751"/>
                  </a:lnTo>
                  <a:close/>
                </a:path>
                <a:path w="5889625" h="6395720">
                  <a:moveTo>
                    <a:pt x="886757" y="1952521"/>
                  </a:moveTo>
                  <a:lnTo>
                    <a:pt x="912025" y="1996280"/>
                  </a:lnTo>
                  <a:lnTo>
                    <a:pt x="868266" y="2021548"/>
                  </a:lnTo>
                  <a:lnTo>
                    <a:pt x="842998" y="1977783"/>
                  </a:lnTo>
                  <a:lnTo>
                    <a:pt x="886757" y="1952521"/>
                  </a:lnTo>
                  <a:close/>
                </a:path>
                <a:path w="5889625" h="6395720">
                  <a:moveTo>
                    <a:pt x="961139" y="2084291"/>
                  </a:moveTo>
                  <a:lnTo>
                    <a:pt x="984932" y="2125504"/>
                  </a:lnTo>
                  <a:lnTo>
                    <a:pt x="943719" y="2149302"/>
                  </a:lnTo>
                  <a:lnTo>
                    <a:pt x="919920" y="2108084"/>
                  </a:lnTo>
                  <a:lnTo>
                    <a:pt x="961139" y="2084291"/>
                  </a:lnTo>
                  <a:close/>
                </a:path>
                <a:path w="5889625" h="6395720">
                  <a:moveTo>
                    <a:pt x="1035521" y="2216055"/>
                  </a:moveTo>
                  <a:lnTo>
                    <a:pt x="1057845" y="2254727"/>
                  </a:lnTo>
                  <a:lnTo>
                    <a:pt x="1019173" y="2277057"/>
                  </a:lnTo>
                  <a:lnTo>
                    <a:pt x="996849" y="2238385"/>
                  </a:lnTo>
                  <a:lnTo>
                    <a:pt x="1035521" y="2216055"/>
                  </a:lnTo>
                  <a:close/>
                </a:path>
                <a:path w="5889625" h="6395720">
                  <a:moveTo>
                    <a:pt x="1110110" y="2347020"/>
                  </a:moveTo>
                  <a:lnTo>
                    <a:pt x="1131557" y="2384164"/>
                  </a:lnTo>
                  <a:lnTo>
                    <a:pt x="1094408" y="2405611"/>
                  </a:lnTo>
                  <a:lnTo>
                    <a:pt x="1072960" y="2368468"/>
                  </a:lnTo>
                  <a:lnTo>
                    <a:pt x="1110110" y="2347020"/>
                  </a:lnTo>
                  <a:close/>
                </a:path>
                <a:path w="5889625" h="6395720">
                  <a:moveTo>
                    <a:pt x="1184491" y="2478785"/>
                  </a:moveTo>
                  <a:lnTo>
                    <a:pt x="1204470" y="2513393"/>
                  </a:lnTo>
                  <a:lnTo>
                    <a:pt x="1169868" y="2533372"/>
                  </a:lnTo>
                  <a:lnTo>
                    <a:pt x="1149889" y="2498763"/>
                  </a:lnTo>
                  <a:lnTo>
                    <a:pt x="1184491" y="2478785"/>
                  </a:lnTo>
                  <a:close/>
                </a:path>
                <a:path w="5889625" h="6395720">
                  <a:moveTo>
                    <a:pt x="1258980" y="2610152"/>
                  </a:moveTo>
                  <a:lnTo>
                    <a:pt x="1277780" y="2642717"/>
                  </a:lnTo>
                  <a:lnTo>
                    <a:pt x="1245214" y="2661523"/>
                  </a:lnTo>
                  <a:lnTo>
                    <a:pt x="1226414" y="2628952"/>
                  </a:lnTo>
                  <a:lnTo>
                    <a:pt x="1258980" y="2610152"/>
                  </a:lnTo>
                  <a:close/>
                </a:path>
                <a:path w="5889625" h="6395720">
                  <a:moveTo>
                    <a:pt x="1333361" y="2741916"/>
                  </a:moveTo>
                  <a:lnTo>
                    <a:pt x="1350692" y="2771941"/>
                  </a:lnTo>
                  <a:lnTo>
                    <a:pt x="1320668" y="2789277"/>
                  </a:lnTo>
                  <a:lnTo>
                    <a:pt x="1303337" y="2759253"/>
                  </a:lnTo>
                  <a:lnTo>
                    <a:pt x="1333361" y="2741916"/>
                  </a:lnTo>
                  <a:close/>
                </a:path>
                <a:path w="5889625" h="6395720">
                  <a:moveTo>
                    <a:pt x="1407844" y="2873284"/>
                  </a:moveTo>
                  <a:lnTo>
                    <a:pt x="1424002" y="2901270"/>
                  </a:lnTo>
                  <a:lnTo>
                    <a:pt x="1396016" y="2917429"/>
                  </a:lnTo>
                  <a:lnTo>
                    <a:pt x="1379857" y="2889442"/>
                  </a:lnTo>
                  <a:lnTo>
                    <a:pt x="1407844" y="2873284"/>
                  </a:lnTo>
                  <a:close/>
                </a:path>
                <a:path w="5889625" h="6395720">
                  <a:moveTo>
                    <a:pt x="1482445" y="3004249"/>
                  </a:moveTo>
                  <a:lnTo>
                    <a:pt x="1497721" y="3030707"/>
                  </a:lnTo>
                  <a:lnTo>
                    <a:pt x="1471257" y="3045983"/>
                  </a:lnTo>
                  <a:lnTo>
                    <a:pt x="1455981" y="3019525"/>
                  </a:lnTo>
                  <a:lnTo>
                    <a:pt x="1482445" y="3004249"/>
                  </a:lnTo>
                  <a:close/>
                </a:path>
                <a:path w="5889625" h="6395720">
                  <a:moveTo>
                    <a:pt x="1556821" y="3136014"/>
                  </a:moveTo>
                  <a:lnTo>
                    <a:pt x="1570627" y="3159931"/>
                  </a:lnTo>
                  <a:lnTo>
                    <a:pt x="1546710" y="3173743"/>
                  </a:lnTo>
                  <a:lnTo>
                    <a:pt x="1532904" y="3149820"/>
                  </a:lnTo>
                  <a:lnTo>
                    <a:pt x="1556821" y="3136014"/>
                  </a:lnTo>
                  <a:close/>
                </a:path>
                <a:path w="5889625" h="6395720">
                  <a:moveTo>
                    <a:pt x="1631303" y="3267381"/>
                  </a:moveTo>
                  <a:lnTo>
                    <a:pt x="1643937" y="3289261"/>
                  </a:lnTo>
                  <a:lnTo>
                    <a:pt x="1622057" y="3301895"/>
                  </a:lnTo>
                  <a:lnTo>
                    <a:pt x="1609423" y="3280015"/>
                  </a:lnTo>
                  <a:lnTo>
                    <a:pt x="1631303" y="3267381"/>
                  </a:lnTo>
                  <a:close/>
                </a:path>
                <a:path w="5889625" h="6395720">
                  <a:moveTo>
                    <a:pt x="1705899" y="3398346"/>
                  </a:moveTo>
                  <a:lnTo>
                    <a:pt x="1717650" y="3418698"/>
                  </a:lnTo>
                  <a:lnTo>
                    <a:pt x="1697298" y="3430449"/>
                  </a:lnTo>
                  <a:lnTo>
                    <a:pt x="1685547" y="3410097"/>
                  </a:lnTo>
                  <a:lnTo>
                    <a:pt x="1705899" y="3398346"/>
                  </a:lnTo>
                  <a:close/>
                </a:path>
                <a:path w="5889625" h="6395720">
                  <a:moveTo>
                    <a:pt x="1780387" y="3529707"/>
                  </a:moveTo>
                  <a:lnTo>
                    <a:pt x="1790966" y="3548033"/>
                  </a:lnTo>
                  <a:lnTo>
                    <a:pt x="1772646" y="3558606"/>
                  </a:lnTo>
                  <a:lnTo>
                    <a:pt x="1762067" y="3540286"/>
                  </a:lnTo>
                  <a:lnTo>
                    <a:pt x="1780387" y="3529707"/>
                  </a:lnTo>
                  <a:close/>
                </a:path>
                <a:path w="5889625" h="6395720">
                  <a:moveTo>
                    <a:pt x="1854982" y="3660678"/>
                  </a:moveTo>
                  <a:lnTo>
                    <a:pt x="1864673" y="3677464"/>
                  </a:lnTo>
                  <a:lnTo>
                    <a:pt x="1847881" y="3687160"/>
                  </a:lnTo>
                  <a:lnTo>
                    <a:pt x="1838191" y="3670374"/>
                  </a:lnTo>
                  <a:lnTo>
                    <a:pt x="1854982" y="3660678"/>
                  </a:lnTo>
                  <a:close/>
                </a:path>
                <a:path w="5889625" h="6395720">
                  <a:moveTo>
                    <a:pt x="1929470" y="3792039"/>
                  </a:moveTo>
                  <a:lnTo>
                    <a:pt x="1937988" y="3806800"/>
                  </a:lnTo>
                  <a:lnTo>
                    <a:pt x="1923233" y="3815317"/>
                  </a:lnTo>
                  <a:lnTo>
                    <a:pt x="1914710" y="3800557"/>
                  </a:lnTo>
                  <a:lnTo>
                    <a:pt x="1929470" y="3792039"/>
                  </a:lnTo>
                  <a:close/>
                </a:path>
                <a:path w="5889625" h="6395720">
                  <a:moveTo>
                    <a:pt x="2004065" y="3923004"/>
                  </a:moveTo>
                  <a:lnTo>
                    <a:pt x="2011700" y="3936236"/>
                  </a:lnTo>
                  <a:lnTo>
                    <a:pt x="1998474" y="3943871"/>
                  </a:lnTo>
                  <a:lnTo>
                    <a:pt x="1990833" y="3930645"/>
                  </a:lnTo>
                  <a:lnTo>
                    <a:pt x="2004065" y="3923004"/>
                  </a:lnTo>
                  <a:close/>
                </a:path>
                <a:path w="5889625" h="6395720">
                  <a:moveTo>
                    <a:pt x="2078655" y="4053969"/>
                  </a:moveTo>
                  <a:lnTo>
                    <a:pt x="2085413" y="4065673"/>
                  </a:lnTo>
                  <a:lnTo>
                    <a:pt x="2073715" y="4072431"/>
                  </a:lnTo>
                  <a:lnTo>
                    <a:pt x="2066957" y="4060721"/>
                  </a:lnTo>
                  <a:lnTo>
                    <a:pt x="2078655" y="4053969"/>
                  </a:lnTo>
                  <a:close/>
                </a:path>
                <a:path w="5889625" h="6395720">
                  <a:moveTo>
                    <a:pt x="2153143" y="4185330"/>
                  </a:moveTo>
                  <a:lnTo>
                    <a:pt x="2158728" y="4195003"/>
                  </a:lnTo>
                  <a:lnTo>
                    <a:pt x="2149056" y="4200582"/>
                  </a:lnTo>
                  <a:lnTo>
                    <a:pt x="2143476" y="4190916"/>
                  </a:lnTo>
                  <a:lnTo>
                    <a:pt x="2153143" y="4185330"/>
                  </a:lnTo>
                  <a:close/>
                </a:path>
                <a:path w="5889625" h="6395720">
                  <a:moveTo>
                    <a:pt x="2227850" y="4315892"/>
                  </a:moveTo>
                  <a:lnTo>
                    <a:pt x="2232843" y="4324546"/>
                  </a:lnTo>
                  <a:lnTo>
                    <a:pt x="2224189" y="4329545"/>
                  </a:lnTo>
                  <a:lnTo>
                    <a:pt x="2219196" y="4320891"/>
                  </a:lnTo>
                  <a:lnTo>
                    <a:pt x="2227850" y="4315892"/>
                  </a:lnTo>
                  <a:close/>
                </a:path>
                <a:path w="5889625" h="6395720">
                  <a:moveTo>
                    <a:pt x="2302546" y="4446460"/>
                  </a:moveTo>
                  <a:lnTo>
                    <a:pt x="2306953" y="4454089"/>
                  </a:lnTo>
                  <a:lnTo>
                    <a:pt x="2299319" y="4458496"/>
                  </a:lnTo>
                  <a:lnTo>
                    <a:pt x="2294912" y="4450867"/>
                  </a:lnTo>
                  <a:lnTo>
                    <a:pt x="2302546" y="4446460"/>
                  </a:lnTo>
                  <a:close/>
                </a:path>
                <a:path w="5889625" h="6395720">
                  <a:moveTo>
                    <a:pt x="2377147" y="4577425"/>
                  </a:moveTo>
                  <a:lnTo>
                    <a:pt x="2380672" y="4583525"/>
                  </a:lnTo>
                  <a:lnTo>
                    <a:pt x="2374565" y="4587056"/>
                  </a:lnTo>
                  <a:lnTo>
                    <a:pt x="2371041" y="4580949"/>
                  </a:lnTo>
                  <a:lnTo>
                    <a:pt x="2377147" y="4577425"/>
                  </a:lnTo>
                  <a:close/>
                </a:path>
                <a:path w="5889625" h="6395720">
                  <a:moveTo>
                    <a:pt x="2451843" y="4707987"/>
                  </a:moveTo>
                  <a:lnTo>
                    <a:pt x="2454781" y="4713075"/>
                  </a:lnTo>
                  <a:lnTo>
                    <a:pt x="2449693" y="4716012"/>
                  </a:lnTo>
                  <a:lnTo>
                    <a:pt x="2446755" y="4710925"/>
                  </a:lnTo>
                  <a:lnTo>
                    <a:pt x="2451843" y="4707987"/>
                  </a:lnTo>
                  <a:close/>
                </a:path>
                <a:path w="5889625" h="6395720">
                  <a:moveTo>
                    <a:pt x="2526551" y="4838549"/>
                  </a:moveTo>
                  <a:lnTo>
                    <a:pt x="2528896" y="4842618"/>
                  </a:lnTo>
                  <a:lnTo>
                    <a:pt x="2524827" y="4844970"/>
                  </a:lnTo>
                  <a:lnTo>
                    <a:pt x="2522481" y="4840900"/>
                  </a:lnTo>
                  <a:lnTo>
                    <a:pt x="2526551" y="4838549"/>
                  </a:lnTo>
                  <a:close/>
                </a:path>
                <a:path w="5889625" h="6395720">
                  <a:moveTo>
                    <a:pt x="2601252" y="4969111"/>
                  </a:moveTo>
                  <a:lnTo>
                    <a:pt x="2603011" y="4972167"/>
                  </a:lnTo>
                  <a:lnTo>
                    <a:pt x="2599961" y="4973927"/>
                  </a:lnTo>
                  <a:lnTo>
                    <a:pt x="2598202" y="4970876"/>
                  </a:lnTo>
                  <a:lnTo>
                    <a:pt x="2601252" y="4969111"/>
                  </a:lnTo>
                  <a:close/>
                </a:path>
                <a:path w="5889625" h="6395720">
                  <a:moveTo>
                    <a:pt x="2675954" y="5099679"/>
                  </a:moveTo>
                  <a:lnTo>
                    <a:pt x="2677127" y="5101704"/>
                  </a:lnTo>
                  <a:lnTo>
                    <a:pt x="2675089" y="5102883"/>
                  </a:lnTo>
                  <a:lnTo>
                    <a:pt x="2673916" y="5100852"/>
                  </a:lnTo>
                  <a:lnTo>
                    <a:pt x="2675954" y="5099679"/>
                  </a:lnTo>
                  <a:close/>
                </a:path>
                <a:path w="5889625" h="6395720">
                  <a:moveTo>
                    <a:pt x="13527" y="708560"/>
                  </a:moveTo>
                  <a:lnTo>
                    <a:pt x="54367" y="779298"/>
                  </a:lnTo>
                  <a:lnTo>
                    <a:pt x="0" y="810684"/>
                  </a:lnTo>
                  <a:lnTo>
                    <a:pt x="0" y="716370"/>
                  </a:lnTo>
                  <a:lnTo>
                    <a:pt x="13527" y="708560"/>
                  </a:lnTo>
                  <a:close/>
                </a:path>
                <a:path w="5889625" h="6395720">
                  <a:moveTo>
                    <a:pt x="87903" y="840330"/>
                  </a:moveTo>
                  <a:lnTo>
                    <a:pt x="127274" y="908516"/>
                  </a:lnTo>
                  <a:lnTo>
                    <a:pt x="59087" y="947886"/>
                  </a:lnTo>
                  <a:lnTo>
                    <a:pt x="19717" y="879700"/>
                  </a:lnTo>
                  <a:lnTo>
                    <a:pt x="87903" y="840330"/>
                  </a:lnTo>
                  <a:close/>
                </a:path>
                <a:path w="5889625" h="6395720">
                  <a:moveTo>
                    <a:pt x="162391" y="971691"/>
                  </a:moveTo>
                  <a:lnTo>
                    <a:pt x="200589" y="1037852"/>
                  </a:lnTo>
                  <a:lnTo>
                    <a:pt x="134434" y="1076044"/>
                  </a:lnTo>
                  <a:lnTo>
                    <a:pt x="96237" y="1009889"/>
                  </a:lnTo>
                  <a:lnTo>
                    <a:pt x="162391" y="971691"/>
                  </a:lnTo>
                  <a:close/>
                </a:path>
                <a:path w="5889625" h="6395720">
                  <a:moveTo>
                    <a:pt x="236667" y="1103865"/>
                  </a:moveTo>
                  <a:lnTo>
                    <a:pt x="273094" y="1166963"/>
                  </a:lnTo>
                  <a:lnTo>
                    <a:pt x="209995" y="1203396"/>
                  </a:lnTo>
                  <a:lnTo>
                    <a:pt x="173568" y="1140297"/>
                  </a:lnTo>
                  <a:lnTo>
                    <a:pt x="236667" y="1103865"/>
                  </a:lnTo>
                  <a:close/>
                </a:path>
                <a:path w="5889625" h="6395720">
                  <a:moveTo>
                    <a:pt x="310942" y="1236032"/>
                  </a:moveTo>
                  <a:lnTo>
                    <a:pt x="345610" y="1296079"/>
                  </a:lnTo>
                  <a:lnTo>
                    <a:pt x="285562" y="1330747"/>
                  </a:lnTo>
                  <a:lnTo>
                    <a:pt x="250894" y="1270699"/>
                  </a:lnTo>
                  <a:lnTo>
                    <a:pt x="310942" y="1236032"/>
                  </a:lnTo>
                  <a:close/>
                </a:path>
                <a:path w="5889625" h="6395720">
                  <a:moveTo>
                    <a:pt x="385211" y="1368199"/>
                  </a:moveTo>
                  <a:lnTo>
                    <a:pt x="418114" y="1425190"/>
                  </a:lnTo>
                  <a:lnTo>
                    <a:pt x="361122" y="1458098"/>
                  </a:lnTo>
                  <a:lnTo>
                    <a:pt x="328214" y="1401100"/>
                  </a:lnTo>
                  <a:lnTo>
                    <a:pt x="385211" y="1368199"/>
                  </a:lnTo>
                  <a:close/>
                </a:path>
                <a:path w="5889625" h="6395720">
                  <a:moveTo>
                    <a:pt x="459587" y="1499969"/>
                  </a:moveTo>
                  <a:lnTo>
                    <a:pt x="491027" y="1554413"/>
                  </a:lnTo>
                  <a:lnTo>
                    <a:pt x="436576" y="1585853"/>
                  </a:lnTo>
                  <a:lnTo>
                    <a:pt x="405137" y="1531403"/>
                  </a:lnTo>
                  <a:lnTo>
                    <a:pt x="459587" y="1499969"/>
                  </a:lnTo>
                  <a:close/>
                </a:path>
                <a:path w="5889625" h="6395720">
                  <a:moveTo>
                    <a:pt x="533969" y="1631733"/>
                  </a:moveTo>
                  <a:lnTo>
                    <a:pt x="563939" y="1683637"/>
                  </a:lnTo>
                  <a:lnTo>
                    <a:pt x="512030" y="1713607"/>
                  </a:lnTo>
                  <a:lnTo>
                    <a:pt x="482065" y="1661703"/>
                  </a:lnTo>
                  <a:lnTo>
                    <a:pt x="533969" y="1631733"/>
                  </a:lnTo>
                  <a:close/>
                </a:path>
                <a:path w="5889625" h="6395720">
                  <a:moveTo>
                    <a:pt x="608351" y="1763503"/>
                  </a:moveTo>
                  <a:lnTo>
                    <a:pt x="636847" y="1812866"/>
                  </a:lnTo>
                  <a:lnTo>
                    <a:pt x="587484" y="1841362"/>
                  </a:lnTo>
                  <a:lnTo>
                    <a:pt x="558988" y="1791999"/>
                  </a:lnTo>
                  <a:lnTo>
                    <a:pt x="608351" y="1763503"/>
                  </a:lnTo>
                  <a:close/>
                </a:path>
                <a:path w="5889625" h="6395720">
                  <a:moveTo>
                    <a:pt x="682727" y="1895267"/>
                  </a:moveTo>
                  <a:lnTo>
                    <a:pt x="709754" y="1942083"/>
                  </a:lnTo>
                  <a:lnTo>
                    <a:pt x="662938" y="1969110"/>
                  </a:lnTo>
                  <a:lnTo>
                    <a:pt x="635911" y="1922300"/>
                  </a:lnTo>
                  <a:lnTo>
                    <a:pt x="682727" y="1895267"/>
                  </a:lnTo>
                  <a:close/>
                </a:path>
                <a:path w="5889625" h="6395720">
                  <a:moveTo>
                    <a:pt x="756996" y="2027434"/>
                  </a:moveTo>
                  <a:lnTo>
                    <a:pt x="782264" y="2071200"/>
                  </a:lnTo>
                  <a:lnTo>
                    <a:pt x="738504" y="2096462"/>
                  </a:lnTo>
                  <a:lnTo>
                    <a:pt x="713236" y="2052702"/>
                  </a:lnTo>
                  <a:lnTo>
                    <a:pt x="756996" y="2027434"/>
                  </a:lnTo>
                  <a:close/>
                </a:path>
                <a:path w="5889625" h="6395720">
                  <a:moveTo>
                    <a:pt x="831484" y="2158802"/>
                  </a:moveTo>
                  <a:lnTo>
                    <a:pt x="855579" y="2200530"/>
                  </a:lnTo>
                  <a:lnTo>
                    <a:pt x="813851" y="2224619"/>
                  </a:lnTo>
                  <a:lnTo>
                    <a:pt x="789756" y="2182891"/>
                  </a:lnTo>
                  <a:lnTo>
                    <a:pt x="831484" y="2158802"/>
                  </a:lnTo>
                  <a:close/>
                </a:path>
                <a:path w="5889625" h="6395720">
                  <a:moveTo>
                    <a:pt x="905866" y="2290566"/>
                  </a:moveTo>
                  <a:lnTo>
                    <a:pt x="928492" y="2329753"/>
                  </a:lnTo>
                  <a:lnTo>
                    <a:pt x="889305" y="2352374"/>
                  </a:lnTo>
                  <a:lnTo>
                    <a:pt x="866685" y="2313192"/>
                  </a:lnTo>
                  <a:lnTo>
                    <a:pt x="905866" y="2290566"/>
                  </a:lnTo>
                  <a:close/>
                </a:path>
                <a:path w="5889625" h="6395720">
                  <a:moveTo>
                    <a:pt x="980348" y="2421934"/>
                  </a:moveTo>
                  <a:lnTo>
                    <a:pt x="1001796" y="2459083"/>
                  </a:lnTo>
                  <a:lnTo>
                    <a:pt x="964652" y="2480525"/>
                  </a:lnTo>
                  <a:lnTo>
                    <a:pt x="943205" y="2443381"/>
                  </a:lnTo>
                  <a:lnTo>
                    <a:pt x="980348" y="2421934"/>
                  </a:lnTo>
                  <a:close/>
                </a:path>
                <a:path w="5889625" h="6395720">
                  <a:moveTo>
                    <a:pt x="1054837" y="2553301"/>
                  </a:moveTo>
                  <a:lnTo>
                    <a:pt x="1075112" y="2588407"/>
                  </a:lnTo>
                  <a:lnTo>
                    <a:pt x="1040000" y="2608682"/>
                  </a:lnTo>
                  <a:lnTo>
                    <a:pt x="1019725" y="2573570"/>
                  </a:lnTo>
                  <a:lnTo>
                    <a:pt x="1054837" y="2553301"/>
                  </a:lnTo>
                  <a:close/>
                </a:path>
                <a:path w="5889625" h="6395720">
                  <a:moveTo>
                    <a:pt x="1129218" y="2685066"/>
                  </a:moveTo>
                  <a:lnTo>
                    <a:pt x="1148024" y="2717637"/>
                  </a:lnTo>
                  <a:lnTo>
                    <a:pt x="1115453" y="2736436"/>
                  </a:lnTo>
                  <a:lnTo>
                    <a:pt x="1096653" y="2703871"/>
                  </a:lnTo>
                  <a:lnTo>
                    <a:pt x="1129218" y="2685066"/>
                  </a:lnTo>
                  <a:close/>
                </a:path>
                <a:path w="5889625" h="6395720">
                  <a:moveTo>
                    <a:pt x="1203707" y="2816427"/>
                  </a:moveTo>
                  <a:lnTo>
                    <a:pt x="1221334" y="2846961"/>
                  </a:lnTo>
                  <a:lnTo>
                    <a:pt x="1190800" y="2864593"/>
                  </a:lnTo>
                  <a:lnTo>
                    <a:pt x="1173173" y="2834060"/>
                  </a:lnTo>
                  <a:lnTo>
                    <a:pt x="1203707" y="2816427"/>
                  </a:lnTo>
                  <a:close/>
                </a:path>
                <a:path w="5889625" h="6395720">
                  <a:moveTo>
                    <a:pt x="1278088" y="2948197"/>
                  </a:moveTo>
                  <a:lnTo>
                    <a:pt x="1294247" y="2976184"/>
                  </a:lnTo>
                  <a:lnTo>
                    <a:pt x="1266255" y="2992348"/>
                  </a:lnTo>
                  <a:lnTo>
                    <a:pt x="1250096" y="2964361"/>
                  </a:lnTo>
                  <a:lnTo>
                    <a:pt x="1278088" y="2948197"/>
                  </a:lnTo>
                  <a:close/>
                </a:path>
                <a:path w="5889625" h="6395720">
                  <a:moveTo>
                    <a:pt x="1352684" y="3079162"/>
                  </a:moveTo>
                  <a:lnTo>
                    <a:pt x="1367959" y="3105621"/>
                  </a:lnTo>
                  <a:lnTo>
                    <a:pt x="1341495" y="3120902"/>
                  </a:lnTo>
                  <a:lnTo>
                    <a:pt x="1326220" y="3094444"/>
                  </a:lnTo>
                  <a:lnTo>
                    <a:pt x="1352684" y="3079162"/>
                  </a:lnTo>
                  <a:close/>
                </a:path>
                <a:path w="5889625" h="6395720">
                  <a:moveTo>
                    <a:pt x="1427166" y="3210530"/>
                  </a:moveTo>
                  <a:lnTo>
                    <a:pt x="1441263" y="3234951"/>
                  </a:lnTo>
                  <a:lnTo>
                    <a:pt x="1416842" y="3249053"/>
                  </a:lnTo>
                  <a:lnTo>
                    <a:pt x="1402745" y="3224632"/>
                  </a:lnTo>
                  <a:lnTo>
                    <a:pt x="1427166" y="3210530"/>
                  </a:lnTo>
                  <a:close/>
                </a:path>
                <a:path w="5889625" h="6395720">
                  <a:moveTo>
                    <a:pt x="1501654" y="3341897"/>
                  </a:moveTo>
                  <a:lnTo>
                    <a:pt x="1514579" y="3364286"/>
                  </a:lnTo>
                  <a:lnTo>
                    <a:pt x="1492190" y="3377211"/>
                  </a:lnTo>
                  <a:lnTo>
                    <a:pt x="1479265" y="3354822"/>
                  </a:lnTo>
                  <a:lnTo>
                    <a:pt x="1501654" y="3341897"/>
                  </a:lnTo>
                  <a:close/>
                </a:path>
                <a:path w="5889625" h="6395720">
                  <a:moveTo>
                    <a:pt x="1576143" y="3473259"/>
                  </a:moveTo>
                  <a:lnTo>
                    <a:pt x="1587894" y="3493610"/>
                  </a:lnTo>
                  <a:lnTo>
                    <a:pt x="1567542" y="3505362"/>
                  </a:lnTo>
                  <a:lnTo>
                    <a:pt x="1555791" y="3485010"/>
                  </a:lnTo>
                  <a:lnTo>
                    <a:pt x="1576143" y="3473259"/>
                  </a:lnTo>
                  <a:close/>
                </a:path>
                <a:path w="5889625" h="6395720">
                  <a:moveTo>
                    <a:pt x="1650738" y="3604224"/>
                  </a:moveTo>
                  <a:lnTo>
                    <a:pt x="1661607" y="3623053"/>
                  </a:lnTo>
                  <a:lnTo>
                    <a:pt x="1642777" y="3633922"/>
                  </a:lnTo>
                  <a:lnTo>
                    <a:pt x="1631908" y="3615098"/>
                  </a:lnTo>
                  <a:lnTo>
                    <a:pt x="1650738" y="3604224"/>
                  </a:lnTo>
                  <a:close/>
                </a:path>
                <a:path w="5889625" h="6395720">
                  <a:moveTo>
                    <a:pt x="1725220" y="3735591"/>
                  </a:moveTo>
                  <a:lnTo>
                    <a:pt x="1734916" y="3752383"/>
                  </a:lnTo>
                  <a:lnTo>
                    <a:pt x="1718125" y="3762073"/>
                  </a:lnTo>
                  <a:lnTo>
                    <a:pt x="1708434" y="3745287"/>
                  </a:lnTo>
                  <a:lnTo>
                    <a:pt x="1725220" y="3735591"/>
                  </a:lnTo>
                  <a:close/>
                </a:path>
                <a:path w="5889625" h="6395720">
                  <a:moveTo>
                    <a:pt x="1799816" y="3866550"/>
                  </a:moveTo>
                  <a:lnTo>
                    <a:pt x="1808629" y="3881814"/>
                  </a:lnTo>
                  <a:lnTo>
                    <a:pt x="1793366" y="3890627"/>
                  </a:lnTo>
                  <a:lnTo>
                    <a:pt x="1784552" y="3875363"/>
                  </a:lnTo>
                  <a:lnTo>
                    <a:pt x="1799816" y="3866550"/>
                  </a:lnTo>
                  <a:close/>
                </a:path>
                <a:path w="5889625" h="6395720">
                  <a:moveTo>
                    <a:pt x="1874411" y="3997521"/>
                  </a:moveTo>
                  <a:lnTo>
                    <a:pt x="1882342" y="4011256"/>
                  </a:lnTo>
                  <a:lnTo>
                    <a:pt x="1868600" y="4019187"/>
                  </a:lnTo>
                  <a:lnTo>
                    <a:pt x="1860669" y="4005452"/>
                  </a:lnTo>
                  <a:lnTo>
                    <a:pt x="1874411" y="3997521"/>
                  </a:lnTo>
                  <a:close/>
                </a:path>
                <a:path w="5889625" h="6395720">
                  <a:moveTo>
                    <a:pt x="1948899" y="4128882"/>
                  </a:moveTo>
                  <a:lnTo>
                    <a:pt x="1955657" y="4140592"/>
                  </a:lnTo>
                  <a:lnTo>
                    <a:pt x="1943954" y="4147344"/>
                  </a:lnTo>
                  <a:lnTo>
                    <a:pt x="1937195" y="4135640"/>
                  </a:lnTo>
                  <a:lnTo>
                    <a:pt x="1948899" y="4128882"/>
                  </a:lnTo>
                  <a:close/>
                </a:path>
                <a:path w="5889625" h="6395720">
                  <a:moveTo>
                    <a:pt x="2023494" y="4259847"/>
                  </a:moveTo>
                  <a:lnTo>
                    <a:pt x="2029370" y="4270023"/>
                  </a:lnTo>
                  <a:lnTo>
                    <a:pt x="2019194" y="4275898"/>
                  </a:lnTo>
                  <a:lnTo>
                    <a:pt x="2013319" y="4265722"/>
                  </a:lnTo>
                  <a:lnTo>
                    <a:pt x="2023494" y="4259847"/>
                  </a:lnTo>
                  <a:close/>
                </a:path>
                <a:path w="5889625" h="6395720">
                  <a:moveTo>
                    <a:pt x="2098090" y="4390811"/>
                  </a:moveTo>
                  <a:lnTo>
                    <a:pt x="2103083" y="4399465"/>
                  </a:lnTo>
                  <a:lnTo>
                    <a:pt x="2094429" y="4404458"/>
                  </a:lnTo>
                  <a:lnTo>
                    <a:pt x="2089436" y="4395805"/>
                  </a:lnTo>
                  <a:lnTo>
                    <a:pt x="2098090" y="4390811"/>
                  </a:lnTo>
                  <a:close/>
                </a:path>
                <a:path w="5889625" h="6395720">
                  <a:moveTo>
                    <a:pt x="2172791" y="4521373"/>
                  </a:moveTo>
                  <a:lnTo>
                    <a:pt x="2177198" y="4529002"/>
                  </a:lnTo>
                  <a:lnTo>
                    <a:pt x="2169564" y="4533409"/>
                  </a:lnTo>
                  <a:lnTo>
                    <a:pt x="2165157" y="4525780"/>
                  </a:lnTo>
                  <a:lnTo>
                    <a:pt x="2172791" y="4521373"/>
                  </a:lnTo>
                  <a:close/>
                </a:path>
                <a:path w="5889625" h="6395720">
                  <a:moveTo>
                    <a:pt x="2247493" y="4651936"/>
                  </a:moveTo>
                  <a:lnTo>
                    <a:pt x="2251313" y="4658558"/>
                  </a:lnTo>
                  <a:lnTo>
                    <a:pt x="2244697" y="4662372"/>
                  </a:lnTo>
                  <a:lnTo>
                    <a:pt x="2240877" y="4655756"/>
                  </a:lnTo>
                  <a:lnTo>
                    <a:pt x="2247493" y="4651936"/>
                  </a:lnTo>
                  <a:close/>
                </a:path>
                <a:path w="5889625" h="6395720">
                  <a:moveTo>
                    <a:pt x="2322088" y="4782900"/>
                  </a:moveTo>
                  <a:lnTo>
                    <a:pt x="2325026" y="4787988"/>
                  </a:lnTo>
                  <a:lnTo>
                    <a:pt x="2319938" y="4790926"/>
                  </a:lnTo>
                  <a:lnTo>
                    <a:pt x="2317000" y="4785838"/>
                  </a:lnTo>
                  <a:lnTo>
                    <a:pt x="2322088" y="4782900"/>
                  </a:lnTo>
                  <a:close/>
                </a:path>
                <a:path w="5889625" h="6395720">
                  <a:moveTo>
                    <a:pt x="2396790" y="4913468"/>
                  </a:moveTo>
                  <a:lnTo>
                    <a:pt x="2399135" y="4917537"/>
                  </a:lnTo>
                  <a:lnTo>
                    <a:pt x="2395066" y="4919883"/>
                  </a:lnTo>
                  <a:lnTo>
                    <a:pt x="2392721" y="4915814"/>
                  </a:lnTo>
                  <a:lnTo>
                    <a:pt x="2396790" y="4913468"/>
                  </a:lnTo>
                  <a:close/>
                </a:path>
                <a:path w="5889625" h="6395720">
                  <a:moveTo>
                    <a:pt x="2471492" y="5044030"/>
                  </a:moveTo>
                  <a:lnTo>
                    <a:pt x="2473257" y="5047080"/>
                  </a:lnTo>
                  <a:lnTo>
                    <a:pt x="2470201" y="5048845"/>
                  </a:lnTo>
                  <a:lnTo>
                    <a:pt x="2468442" y="5045789"/>
                  </a:lnTo>
                  <a:lnTo>
                    <a:pt x="2471492" y="5044030"/>
                  </a:lnTo>
                  <a:close/>
                </a:path>
                <a:path w="5889625" h="6395720">
                  <a:moveTo>
                    <a:pt x="2546193" y="5174592"/>
                  </a:moveTo>
                  <a:lnTo>
                    <a:pt x="2547366" y="5176624"/>
                  </a:lnTo>
                  <a:lnTo>
                    <a:pt x="2545328" y="5177797"/>
                  </a:lnTo>
                  <a:lnTo>
                    <a:pt x="2544155" y="5175771"/>
                  </a:lnTo>
                  <a:lnTo>
                    <a:pt x="2546193" y="5174592"/>
                  </a:lnTo>
                  <a:close/>
                </a:path>
                <a:path w="5889625" h="6395720">
                  <a:moveTo>
                    <a:pt x="2619876" y="5305747"/>
                  </a:moveTo>
                  <a:lnTo>
                    <a:pt x="2621242" y="5305747"/>
                  </a:lnTo>
                  <a:lnTo>
                    <a:pt x="2621487" y="5306173"/>
                  </a:lnTo>
                  <a:lnTo>
                    <a:pt x="2620123" y="5306173"/>
                  </a:lnTo>
                  <a:lnTo>
                    <a:pt x="2619876" y="5305747"/>
                  </a:lnTo>
                  <a:close/>
                </a:path>
                <a:path w="5889625" h="6395720">
                  <a:moveTo>
                    <a:pt x="32744" y="1046209"/>
                  </a:moveTo>
                  <a:lnTo>
                    <a:pt x="71231" y="1112867"/>
                  </a:lnTo>
                  <a:lnTo>
                    <a:pt x="4567" y="1151355"/>
                  </a:lnTo>
                  <a:lnTo>
                    <a:pt x="0" y="1143443"/>
                  </a:lnTo>
                  <a:lnTo>
                    <a:pt x="0" y="1065115"/>
                  </a:lnTo>
                  <a:lnTo>
                    <a:pt x="32744" y="1046209"/>
                  </a:lnTo>
                  <a:close/>
                </a:path>
                <a:path w="5889625" h="6395720">
                  <a:moveTo>
                    <a:pt x="107012" y="1178382"/>
                  </a:moveTo>
                  <a:lnTo>
                    <a:pt x="143741" y="1241989"/>
                  </a:lnTo>
                  <a:lnTo>
                    <a:pt x="80133" y="1278712"/>
                  </a:lnTo>
                  <a:lnTo>
                    <a:pt x="43410" y="1215105"/>
                  </a:lnTo>
                  <a:lnTo>
                    <a:pt x="107012" y="1178382"/>
                  </a:lnTo>
                  <a:close/>
                </a:path>
                <a:path w="5889625" h="6395720">
                  <a:moveTo>
                    <a:pt x="181286" y="1310549"/>
                  </a:moveTo>
                  <a:lnTo>
                    <a:pt x="216245" y="1371106"/>
                  </a:lnTo>
                  <a:lnTo>
                    <a:pt x="155693" y="1406064"/>
                  </a:lnTo>
                  <a:lnTo>
                    <a:pt x="120729" y="1345512"/>
                  </a:lnTo>
                  <a:lnTo>
                    <a:pt x="181286" y="1310549"/>
                  </a:lnTo>
                  <a:close/>
                </a:path>
                <a:path w="5889625" h="6395720">
                  <a:moveTo>
                    <a:pt x="255563" y="1442716"/>
                  </a:moveTo>
                  <a:lnTo>
                    <a:pt x="288761" y="1500217"/>
                  </a:lnTo>
                  <a:lnTo>
                    <a:pt x="231254" y="1533415"/>
                  </a:lnTo>
                  <a:lnTo>
                    <a:pt x="198056" y="1475914"/>
                  </a:lnTo>
                  <a:lnTo>
                    <a:pt x="255563" y="1442716"/>
                  </a:lnTo>
                  <a:close/>
                </a:path>
                <a:path w="5889625" h="6395720">
                  <a:moveTo>
                    <a:pt x="329939" y="1574486"/>
                  </a:moveTo>
                  <a:lnTo>
                    <a:pt x="361669" y="1629440"/>
                  </a:lnTo>
                  <a:lnTo>
                    <a:pt x="306714" y="1661170"/>
                  </a:lnTo>
                  <a:lnTo>
                    <a:pt x="274984" y="1606216"/>
                  </a:lnTo>
                  <a:lnTo>
                    <a:pt x="329939" y="1574486"/>
                  </a:lnTo>
                  <a:close/>
                </a:path>
                <a:path w="5889625" h="6395720">
                  <a:moveTo>
                    <a:pt x="404315" y="1706244"/>
                  </a:moveTo>
                  <a:lnTo>
                    <a:pt x="434576" y="1758658"/>
                  </a:lnTo>
                  <a:lnTo>
                    <a:pt x="382162" y="1788918"/>
                  </a:lnTo>
                  <a:lnTo>
                    <a:pt x="351902" y="1736505"/>
                  </a:lnTo>
                  <a:lnTo>
                    <a:pt x="404315" y="1706244"/>
                  </a:lnTo>
                  <a:close/>
                </a:path>
                <a:path w="5889625" h="6395720">
                  <a:moveTo>
                    <a:pt x="478697" y="1838014"/>
                  </a:moveTo>
                  <a:lnTo>
                    <a:pt x="507489" y="1887881"/>
                  </a:lnTo>
                  <a:lnTo>
                    <a:pt x="457622" y="1916673"/>
                  </a:lnTo>
                  <a:lnTo>
                    <a:pt x="428830" y="1866807"/>
                  </a:lnTo>
                  <a:lnTo>
                    <a:pt x="478697" y="1838014"/>
                  </a:lnTo>
                  <a:close/>
                </a:path>
                <a:path w="5889625" h="6395720">
                  <a:moveTo>
                    <a:pt x="553078" y="1969785"/>
                  </a:moveTo>
                  <a:lnTo>
                    <a:pt x="580401" y="2017110"/>
                  </a:lnTo>
                  <a:lnTo>
                    <a:pt x="533076" y="2044433"/>
                  </a:lnTo>
                  <a:lnTo>
                    <a:pt x="505753" y="1997108"/>
                  </a:lnTo>
                  <a:lnTo>
                    <a:pt x="553078" y="1969785"/>
                  </a:lnTo>
                  <a:close/>
                </a:path>
                <a:path w="5889625" h="6395720">
                  <a:moveTo>
                    <a:pt x="627347" y="2101951"/>
                  </a:moveTo>
                  <a:lnTo>
                    <a:pt x="652906" y="2146221"/>
                  </a:lnTo>
                  <a:lnTo>
                    <a:pt x="608637" y="2171785"/>
                  </a:lnTo>
                  <a:lnTo>
                    <a:pt x="583073" y="2127510"/>
                  </a:lnTo>
                  <a:lnTo>
                    <a:pt x="627347" y="2101951"/>
                  </a:lnTo>
                  <a:close/>
                </a:path>
                <a:path w="5889625" h="6395720">
                  <a:moveTo>
                    <a:pt x="701729" y="2233716"/>
                  </a:moveTo>
                  <a:lnTo>
                    <a:pt x="725818" y="2275444"/>
                  </a:lnTo>
                  <a:lnTo>
                    <a:pt x="684090" y="2299539"/>
                  </a:lnTo>
                  <a:lnTo>
                    <a:pt x="659995" y="2257811"/>
                  </a:lnTo>
                  <a:lnTo>
                    <a:pt x="701729" y="2233716"/>
                  </a:lnTo>
                  <a:close/>
                </a:path>
                <a:path w="5889625" h="6395720">
                  <a:moveTo>
                    <a:pt x="776217" y="2365083"/>
                  </a:moveTo>
                  <a:lnTo>
                    <a:pt x="799134" y="2404774"/>
                  </a:lnTo>
                  <a:lnTo>
                    <a:pt x="759438" y="2427690"/>
                  </a:lnTo>
                  <a:lnTo>
                    <a:pt x="736521" y="2388000"/>
                  </a:lnTo>
                  <a:lnTo>
                    <a:pt x="776217" y="2365083"/>
                  </a:lnTo>
                  <a:close/>
                </a:path>
                <a:path w="5889625" h="6395720">
                  <a:moveTo>
                    <a:pt x="850700" y="2496445"/>
                  </a:moveTo>
                  <a:lnTo>
                    <a:pt x="872438" y="2534104"/>
                  </a:lnTo>
                  <a:lnTo>
                    <a:pt x="834785" y="2555842"/>
                  </a:lnTo>
                  <a:lnTo>
                    <a:pt x="813041" y="2518189"/>
                  </a:lnTo>
                  <a:lnTo>
                    <a:pt x="850700" y="2496445"/>
                  </a:lnTo>
                  <a:close/>
                </a:path>
                <a:path w="5889625" h="6395720">
                  <a:moveTo>
                    <a:pt x="925082" y="2628215"/>
                  </a:moveTo>
                  <a:lnTo>
                    <a:pt x="945350" y="2663327"/>
                  </a:lnTo>
                  <a:lnTo>
                    <a:pt x="910238" y="2683596"/>
                  </a:lnTo>
                  <a:lnTo>
                    <a:pt x="889970" y="2648490"/>
                  </a:lnTo>
                  <a:lnTo>
                    <a:pt x="925082" y="2628215"/>
                  </a:lnTo>
                  <a:close/>
                </a:path>
                <a:path w="5889625" h="6395720">
                  <a:moveTo>
                    <a:pt x="999570" y="2759577"/>
                  </a:moveTo>
                  <a:lnTo>
                    <a:pt x="1018666" y="2792657"/>
                  </a:lnTo>
                  <a:lnTo>
                    <a:pt x="985592" y="2811753"/>
                  </a:lnTo>
                  <a:lnTo>
                    <a:pt x="966490" y="2778673"/>
                  </a:lnTo>
                  <a:lnTo>
                    <a:pt x="999570" y="2759577"/>
                  </a:lnTo>
                  <a:close/>
                </a:path>
                <a:path w="5889625" h="6395720">
                  <a:moveTo>
                    <a:pt x="1073946" y="2891347"/>
                  </a:moveTo>
                  <a:lnTo>
                    <a:pt x="1091573" y="2921880"/>
                  </a:lnTo>
                  <a:lnTo>
                    <a:pt x="1061045" y="2939507"/>
                  </a:lnTo>
                  <a:lnTo>
                    <a:pt x="1043419" y="2908974"/>
                  </a:lnTo>
                  <a:lnTo>
                    <a:pt x="1073946" y="2891347"/>
                  </a:lnTo>
                  <a:close/>
                </a:path>
                <a:path w="5889625" h="6395720">
                  <a:moveTo>
                    <a:pt x="1148428" y="3022715"/>
                  </a:moveTo>
                  <a:lnTo>
                    <a:pt x="1164883" y="3051211"/>
                  </a:lnTo>
                  <a:lnTo>
                    <a:pt x="1136393" y="3067665"/>
                  </a:lnTo>
                  <a:lnTo>
                    <a:pt x="1119939" y="3039163"/>
                  </a:lnTo>
                  <a:lnTo>
                    <a:pt x="1148428" y="3022715"/>
                  </a:lnTo>
                  <a:close/>
                </a:path>
                <a:path w="5889625" h="6395720">
                  <a:moveTo>
                    <a:pt x="1223030" y="3153679"/>
                  </a:moveTo>
                  <a:lnTo>
                    <a:pt x="1238601" y="3180647"/>
                  </a:lnTo>
                  <a:lnTo>
                    <a:pt x="1211633" y="3196219"/>
                  </a:lnTo>
                  <a:lnTo>
                    <a:pt x="1196062" y="3169251"/>
                  </a:lnTo>
                  <a:lnTo>
                    <a:pt x="1223030" y="3153679"/>
                  </a:lnTo>
                  <a:close/>
                </a:path>
                <a:path w="5889625" h="6395720">
                  <a:moveTo>
                    <a:pt x="1297411" y="3285444"/>
                  </a:moveTo>
                  <a:lnTo>
                    <a:pt x="1311508" y="3309865"/>
                  </a:lnTo>
                  <a:lnTo>
                    <a:pt x="1287081" y="3323967"/>
                  </a:lnTo>
                  <a:lnTo>
                    <a:pt x="1272984" y="3299546"/>
                  </a:lnTo>
                  <a:lnTo>
                    <a:pt x="1297411" y="3285444"/>
                  </a:lnTo>
                  <a:close/>
                </a:path>
                <a:path w="5889625" h="6395720">
                  <a:moveTo>
                    <a:pt x="1371894" y="3416811"/>
                  </a:moveTo>
                  <a:lnTo>
                    <a:pt x="1384824" y="3439200"/>
                  </a:lnTo>
                  <a:lnTo>
                    <a:pt x="1362429" y="3452130"/>
                  </a:lnTo>
                  <a:lnTo>
                    <a:pt x="1349505" y="3429741"/>
                  </a:lnTo>
                  <a:lnTo>
                    <a:pt x="1371894" y="3416811"/>
                  </a:lnTo>
                  <a:close/>
                </a:path>
                <a:path w="5889625" h="6395720">
                  <a:moveTo>
                    <a:pt x="1446489" y="3547776"/>
                  </a:moveTo>
                  <a:lnTo>
                    <a:pt x="1458536" y="3568643"/>
                  </a:lnTo>
                  <a:lnTo>
                    <a:pt x="1437669" y="3580685"/>
                  </a:lnTo>
                  <a:lnTo>
                    <a:pt x="1425622" y="3559818"/>
                  </a:lnTo>
                  <a:lnTo>
                    <a:pt x="1446489" y="3547776"/>
                  </a:lnTo>
                  <a:close/>
                </a:path>
                <a:path w="5889625" h="6395720">
                  <a:moveTo>
                    <a:pt x="1520977" y="3679144"/>
                  </a:moveTo>
                  <a:lnTo>
                    <a:pt x="1531846" y="3697967"/>
                  </a:lnTo>
                  <a:lnTo>
                    <a:pt x="1513022" y="3708836"/>
                  </a:lnTo>
                  <a:lnTo>
                    <a:pt x="1502154" y="3690012"/>
                  </a:lnTo>
                  <a:lnTo>
                    <a:pt x="1520977" y="3679144"/>
                  </a:lnTo>
                  <a:close/>
                </a:path>
                <a:path w="5889625" h="6395720">
                  <a:moveTo>
                    <a:pt x="1595573" y="3810102"/>
                  </a:moveTo>
                  <a:lnTo>
                    <a:pt x="1605559" y="3827404"/>
                  </a:lnTo>
                  <a:lnTo>
                    <a:pt x="1588258" y="3837396"/>
                  </a:lnTo>
                  <a:lnTo>
                    <a:pt x="1578265" y="3820095"/>
                  </a:lnTo>
                  <a:lnTo>
                    <a:pt x="1595573" y="3810102"/>
                  </a:lnTo>
                  <a:close/>
                </a:path>
                <a:path w="5889625" h="6395720">
                  <a:moveTo>
                    <a:pt x="1670061" y="3941470"/>
                  </a:moveTo>
                  <a:lnTo>
                    <a:pt x="1678874" y="3956734"/>
                  </a:lnTo>
                  <a:lnTo>
                    <a:pt x="1663604" y="3965547"/>
                  </a:lnTo>
                  <a:lnTo>
                    <a:pt x="1654791" y="3950283"/>
                  </a:lnTo>
                  <a:lnTo>
                    <a:pt x="1670061" y="3941470"/>
                  </a:lnTo>
                  <a:close/>
                </a:path>
                <a:path w="5889625" h="6395720">
                  <a:moveTo>
                    <a:pt x="1744656" y="4072435"/>
                  </a:moveTo>
                  <a:lnTo>
                    <a:pt x="1752587" y="4086170"/>
                  </a:lnTo>
                  <a:lnTo>
                    <a:pt x="1738845" y="4094101"/>
                  </a:lnTo>
                  <a:lnTo>
                    <a:pt x="1730914" y="4080366"/>
                  </a:lnTo>
                  <a:lnTo>
                    <a:pt x="1744656" y="4072435"/>
                  </a:lnTo>
                  <a:close/>
                </a:path>
                <a:path w="5889625" h="6395720">
                  <a:moveTo>
                    <a:pt x="1819251" y="4203399"/>
                  </a:moveTo>
                  <a:lnTo>
                    <a:pt x="1826300" y="4215613"/>
                  </a:lnTo>
                  <a:lnTo>
                    <a:pt x="1814087" y="4222661"/>
                  </a:lnTo>
                  <a:lnTo>
                    <a:pt x="1807038" y="4210454"/>
                  </a:lnTo>
                  <a:lnTo>
                    <a:pt x="1819251" y="4203399"/>
                  </a:lnTo>
                  <a:close/>
                </a:path>
                <a:path w="5889625" h="6395720">
                  <a:moveTo>
                    <a:pt x="1893739" y="4334767"/>
                  </a:moveTo>
                  <a:lnTo>
                    <a:pt x="1899615" y="4344943"/>
                  </a:lnTo>
                  <a:lnTo>
                    <a:pt x="1889433" y="4350818"/>
                  </a:lnTo>
                  <a:lnTo>
                    <a:pt x="1883557" y="4340642"/>
                  </a:lnTo>
                  <a:lnTo>
                    <a:pt x="1893739" y="4334767"/>
                  </a:lnTo>
                  <a:close/>
                </a:path>
                <a:path w="5889625" h="6395720">
                  <a:moveTo>
                    <a:pt x="1968328" y="4465726"/>
                  </a:moveTo>
                  <a:lnTo>
                    <a:pt x="1973328" y="4474379"/>
                  </a:lnTo>
                  <a:lnTo>
                    <a:pt x="1964674" y="4479372"/>
                  </a:lnTo>
                  <a:lnTo>
                    <a:pt x="1959681" y="4470719"/>
                  </a:lnTo>
                  <a:lnTo>
                    <a:pt x="1968328" y="4465726"/>
                  </a:lnTo>
                  <a:close/>
                </a:path>
                <a:path w="5889625" h="6395720">
                  <a:moveTo>
                    <a:pt x="2043030" y="4596288"/>
                  </a:moveTo>
                  <a:lnTo>
                    <a:pt x="2047437" y="4603923"/>
                  </a:lnTo>
                  <a:lnTo>
                    <a:pt x="2039808" y="4608329"/>
                  </a:lnTo>
                  <a:lnTo>
                    <a:pt x="2035401" y="4600694"/>
                  </a:lnTo>
                  <a:lnTo>
                    <a:pt x="2043030" y="4596288"/>
                  </a:lnTo>
                  <a:close/>
                </a:path>
                <a:path w="5889625" h="6395720">
                  <a:moveTo>
                    <a:pt x="2117737" y="4726850"/>
                  </a:moveTo>
                  <a:lnTo>
                    <a:pt x="2121558" y="4733472"/>
                  </a:lnTo>
                  <a:lnTo>
                    <a:pt x="2114936" y="4737292"/>
                  </a:lnTo>
                  <a:lnTo>
                    <a:pt x="2111116" y="4730670"/>
                  </a:lnTo>
                  <a:lnTo>
                    <a:pt x="2117737" y="4726850"/>
                  </a:lnTo>
                  <a:close/>
                </a:path>
                <a:path w="5889625" h="6395720">
                  <a:moveTo>
                    <a:pt x="2192333" y="4857821"/>
                  </a:moveTo>
                  <a:lnTo>
                    <a:pt x="2195271" y="4862908"/>
                  </a:lnTo>
                  <a:lnTo>
                    <a:pt x="2190177" y="4865846"/>
                  </a:lnTo>
                  <a:lnTo>
                    <a:pt x="2187239" y="4860758"/>
                  </a:lnTo>
                  <a:lnTo>
                    <a:pt x="2192333" y="4857821"/>
                  </a:lnTo>
                  <a:close/>
                </a:path>
                <a:path w="5889625" h="6395720">
                  <a:moveTo>
                    <a:pt x="2267034" y="4988383"/>
                  </a:moveTo>
                  <a:lnTo>
                    <a:pt x="2269380" y="4992452"/>
                  </a:lnTo>
                  <a:lnTo>
                    <a:pt x="2265311" y="4994803"/>
                  </a:lnTo>
                  <a:lnTo>
                    <a:pt x="2262959" y="4990734"/>
                  </a:lnTo>
                  <a:lnTo>
                    <a:pt x="2267034" y="4988383"/>
                  </a:lnTo>
                  <a:close/>
                </a:path>
                <a:path w="5889625" h="6395720">
                  <a:moveTo>
                    <a:pt x="2341731" y="5118945"/>
                  </a:moveTo>
                  <a:lnTo>
                    <a:pt x="2343496" y="5122001"/>
                  </a:lnTo>
                  <a:lnTo>
                    <a:pt x="2340439" y="5123760"/>
                  </a:lnTo>
                  <a:lnTo>
                    <a:pt x="2338680" y="5120710"/>
                  </a:lnTo>
                  <a:lnTo>
                    <a:pt x="2341731" y="5118945"/>
                  </a:lnTo>
                  <a:close/>
                </a:path>
                <a:path w="5889625" h="6395720">
                  <a:moveTo>
                    <a:pt x="2416432" y="5249513"/>
                  </a:moveTo>
                  <a:lnTo>
                    <a:pt x="2417605" y="5251538"/>
                  </a:lnTo>
                  <a:lnTo>
                    <a:pt x="2415574" y="5252717"/>
                  </a:lnTo>
                  <a:lnTo>
                    <a:pt x="2414401" y="5250685"/>
                  </a:lnTo>
                  <a:lnTo>
                    <a:pt x="2416432" y="5249513"/>
                  </a:lnTo>
                  <a:close/>
                </a:path>
                <a:path w="5889625" h="6395720">
                  <a:moveTo>
                    <a:pt x="2490121" y="5380661"/>
                  </a:moveTo>
                  <a:lnTo>
                    <a:pt x="2491479" y="5380661"/>
                  </a:lnTo>
                  <a:lnTo>
                    <a:pt x="2491726" y="5381087"/>
                  </a:lnTo>
                  <a:lnTo>
                    <a:pt x="2490368" y="5381087"/>
                  </a:lnTo>
                  <a:lnTo>
                    <a:pt x="2490121" y="5380661"/>
                  </a:lnTo>
                  <a:close/>
                </a:path>
                <a:path w="5889625" h="6395720">
                  <a:moveTo>
                    <a:pt x="0" y="1292695"/>
                  </a:moveTo>
                  <a:lnTo>
                    <a:pt x="13980" y="1316910"/>
                  </a:lnTo>
                  <a:lnTo>
                    <a:pt x="0" y="1324981"/>
                  </a:lnTo>
                  <a:lnTo>
                    <a:pt x="0" y="1292695"/>
                  </a:lnTo>
                  <a:close/>
                </a:path>
                <a:path w="5889625" h="6395720">
                  <a:moveTo>
                    <a:pt x="51532" y="1385463"/>
                  </a:moveTo>
                  <a:lnTo>
                    <a:pt x="86490" y="1446020"/>
                  </a:lnTo>
                  <a:lnTo>
                    <a:pt x="25933" y="1480984"/>
                  </a:lnTo>
                  <a:lnTo>
                    <a:pt x="0" y="1436068"/>
                  </a:lnTo>
                  <a:lnTo>
                    <a:pt x="0" y="1415213"/>
                  </a:lnTo>
                  <a:lnTo>
                    <a:pt x="51532" y="1385463"/>
                  </a:lnTo>
                  <a:close/>
                </a:path>
                <a:path w="5889625" h="6395720">
                  <a:moveTo>
                    <a:pt x="125909" y="1517227"/>
                  </a:moveTo>
                  <a:lnTo>
                    <a:pt x="159397" y="1575238"/>
                  </a:lnTo>
                  <a:lnTo>
                    <a:pt x="101387" y="1608733"/>
                  </a:lnTo>
                  <a:lnTo>
                    <a:pt x="67892" y="1550722"/>
                  </a:lnTo>
                  <a:lnTo>
                    <a:pt x="125909" y="1517227"/>
                  </a:lnTo>
                  <a:close/>
                </a:path>
                <a:path w="5889625" h="6395720">
                  <a:moveTo>
                    <a:pt x="200290" y="1648997"/>
                  </a:moveTo>
                  <a:lnTo>
                    <a:pt x="232310" y="1704460"/>
                  </a:lnTo>
                  <a:lnTo>
                    <a:pt x="176840" y="1736487"/>
                  </a:lnTo>
                  <a:lnTo>
                    <a:pt x="144821" y="1681023"/>
                  </a:lnTo>
                  <a:lnTo>
                    <a:pt x="200290" y="1648997"/>
                  </a:lnTo>
                  <a:close/>
                </a:path>
                <a:path w="5889625" h="6395720">
                  <a:moveTo>
                    <a:pt x="274666" y="1780761"/>
                  </a:moveTo>
                  <a:lnTo>
                    <a:pt x="305223" y="1833684"/>
                  </a:lnTo>
                  <a:lnTo>
                    <a:pt x="252295" y="1864241"/>
                  </a:lnTo>
                  <a:lnTo>
                    <a:pt x="221743" y="1811318"/>
                  </a:lnTo>
                  <a:lnTo>
                    <a:pt x="274666" y="1780761"/>
                  </a:lnTo>
                  <a:close/>
                </a:path>
                <a:path w="5889625" h="6395720">
                  <a:moveTo>
                    <a:pt x="349049" y="1912532"/>
                  </a:moveTo>
                  <a:lnTo>
                    <a:pt x="378137" y="1962907"/>
                  </a:lnTo>
                  <a:lnTo>
                    <a:pt x="327755" y="1991995"/>
                  </a:lnTo>
                  <a:lnTo>
                    <a:pt x="298673" y="1941620"/>
                  </a:lnTo>
                  <a:lnTo>
                    <a:pt x="349049" y="1912532"/>
                  </a:lnTo>
                  <a:close/>
                </a:path>
                <a:path w="5889625" h="6395720">
                  <a:moveTo>
                    <a:pt x="423317" y="2044699"/>
                  </a:moveTo>
                  <a:lnTo>
                    <a:pt x="450640" y="2092024"/>
                  </a:lnTo>
                  <a:lnTo>
                    <a:pt x="403315" y="2119347"/>
                  </a:lnTo>
                  <a:lnTo>
                    <a:pt x="375992" y="2072022"/>
                  </a:lnTo>
                  <a:lnTo>
                    <a:pt x="423317" y="2044699"/>
                  </a:lnTo>
                  <a:close/>
                </a:path>
                <a:path w="5889625" h="6395720">
                  <a:moveTo>
                    <a:pt x="497699" y="2176469"/>
                  </a:moveTo>
                  <a:lnTo>
                    <a:pt x="523553" y="2221247"/>
                  </a:lnTo>
                  <a:lnTo>
                    <a:pt x="478769" y="2247101"/>
                  </a:lnTo>
                  <a:lnTo>
                    <a:pt x="452915" y="2202323"/>
                  </a:lnTo>
                  <a:lnTo>
                    <a:pt x="497699" y="2176469"/>
                  </a:lnTo>
                  <a:close/>
                </a:path>
                <a:path w="5889625" h="6395720">
                  <a:moveTo>
                    <a:pt x="572081" y="2308233"/>
                  </a:moveTo>
                  <a:lnTo>
                    <a:pt x="596460" y="2350464"/>
                  </a:lnTo>
                  <a:lnTo>
                    <a:pt x="554223" y="2374849"/>
                  </a:lnTo>
                  <a:lnTo>
                    <a:pt x="529844" y="2332618"/>
                  </a:lnTo>
                  <a:lnTo>
                    <a:pt x="572081" y="2308233"/>
                  </a:lnTo>
                  <a:close/>
                </a:path>
                <a:path w="5889625" h="6395720">
                  <a:moveTo>
                    <a:pt x="646457" y="2439997"/>
                  </a:moveTo>
                  <a:lnTo>
                    <a:pt x="669373" y="2479688"/>
                  </a:lnTo>
                  <a:lnTo>
                    <a:pt x="629677" y="2502604"/>
                  </a:lnTo>
                  <a:lnTo>
                    <a:pt x="606761" y="2462914"/>
                  </a:lnTo>
                  <a:lnTo>
                    <a:pt x="646457" y="2439997"/>
                  </a:lnTo>
                  <a:close/>
                </a:path>
                <a:path w="5889625" h="6395720">
                  <a:moveTo>
                    <a:pt x="720945" y="2571359"/>
                  </a:moveTo>
                  <a:lnTo>
                    <a:pt x="742683" y="2609018"/>
                  </a:lnTo>
                  <a:lnTo>
                    <a:pt x="705030" y="2630756"/>
                  </a:lnTo>
                  <a:lnTo>
                    <a:pt x="683286" y="2593103"/>
                  </a:lnTo>
                  <a:lnTo>
                    <a:pt x="720945" y="2571359"/>
                  </a:lnTo>
                  <a:close/>
                </a:path>
                <a:path w="5889625" h="6395720">
                  <a:moveTo>
                    <a:pt x="795427" y="2702732"/>
                  </a:moveTo>
                  <a:lnTo>
                    <a:pt x="815992" y="2738353"/>
                  </a:lnTo>
                  <a:lnTo>
                    <a:pt x="780377" y="2758918"/>
                  </a:lnTo>
                  <a:lnTo>
                    <a:pt x="759812" y="2723297"/>
                  </a:lnTo>
                  <a:lnTo>
                    <a:pt x="795427" y="2702732"/>
                  </a:lnTo>
                  <a:close/>
                </a:path>
                <a:path w="5889625" h="6395720">
                  <a:moveTo>
                    <a:pt x="869809" y="2834497"/>
                  </a:moveTo>
                  <a:lnTo>
                    <a:pt x="888905" y="2867577"/>
                  </a:lnTo>
                  <a:lnTo>
                    <a:pt x="855831" y="2886673"/>
                  </a:lnTo>
                  <a:lnTo>
                    <a:pt x="836735" y="2853593"/>
                  </a:lnTo>
                  <a:lnTo>
                    <a:pt x="869809" y="2834497"/>
                  </a:lnTo>
                  <a:close/>
                </a:path>
                <a:path w="5889625" h="6395720">
                  <a:moveTo>
                    <a:pt x="944298" y="2965864"/>
                  </a:moveTo>
                  <a:lnTo>
                    <a:pt x="962221" y="2996901"/>
                  </a:lnTo>
                  <a:lnTo>
                    <a:pt x="931178" y="3014824"/>
                  </a:lnTo>
                  <a:lnTo>
                    <a:pt x="913255" y="2983787"/>
                  </a:lnTo>
                  <a:lnTo>
                    <a:pt x="944298" y="2965864"/>
                  </a:lnTo>
                  <a:close/>
                </a:path>
                <a:path w="5889625" h="6395720">
                  <a:moveTo>
                    <a:pt x="1018674" y="3097629"/>
                  </a:moveTo>
                  <a:lnTo>
                    <a:pt x="1035128" y="3126125"/>
                  </a:lnTo>
                  <a:lnTo>
                    <a:pt x="1006632" y="3142579"/>
                  </a:lnTo>
                  <a:lnTo>
                    <a:pt x="990178" y="3114083"/>
                  </a:lnTo>
                  <a:lnTo>
                    <a:pt x="1018674" y="3097629"/>
                  </a:lnTo>
                  <a:close/>
                </a:path>
                <a:path w="5889625" h="6395720">
                  <a:moveTo>
                    <a:pt x="1093269" y="3228593"/>
                  </a:moveTo>
                  <a:lnTo>
                    <a:pt x="1108841" y="3255567"/>
                  </a:lnTo>
                  <a:lnTo>
                    <a:pt x="1081873" y="3271139"/>
                  </a:lnTo>
                  <a:lnTo>
                    <a:pt x="1066301" y="3244165"/>
                  </a:lnTo>
                  <a:lnTo>
                    <a:pt x="1093269" y="3228593"/>
                  </a:lnTo>
                  <a:close/>
                </a:path>
                <a:path w="5889625" h="6395720">
                  <a:moveTo>
                    <a:pt x="1167757" y="3359955"/>
                  </a:moveTo>
                  <a:lnTo>
                    <a:pt x="1182156" y="3384891"/>
                  </a:lnTo>
                  <a:lnTo>
                    <a:pt x="1157220" y="3399290"/>
                  </a:lnTo>
                  <a:lnTo>
                    <a:pt x="1142827" y="3374354"/>
                  </a:lnTo>
                  <a:lnTo>
                    <a:pt x="1167757" y="3359955"/>
                  </a:lnTo>
                  <a:close/>
                </a:path>
                <a:path w="5889625" h="6395720">
                  <a:moveTo>
                    <a:pt x="1242139" y="3491726"/>
                  </a:moveTo>
                  <a:lnTo>
                    <a:pt x="1255069" y="3514115"/>
                  </a:lnTo>
                  <a:lnTo>
                    <a:pt x="1232674" y="3527045"/>
                  </a:lnTo>
                  <a:lnTo>
                    <a:pt x="1219750" y="3504656"/>
                  </a:lnTo>
                  <a:lnTo>
                    <a:pt x="1242139" y="3491726"/>
                  </a:lnTo>
                  <a:close/>
                </a:path>
                <a:path w="5889625" h="6395720">
                  <a:moveTo>
                    <a:pt x="1316734" y="3622690"/>
                  </a:moveTo>
                  <a:lnTo>
                    <a:pt x="1328782" y="3643557"/>
                  </a:lnTo>
                  <a:lnTo>
                    <a:pt x="1307914" y="3655605"/>
                  </a:lnTo>
                  <a:lnTo>
                    <a:pt x="1295867" y="3634738"/>
                  </a:lnTo>
                  <a:lnTo>
                    <a:pt x="1316734" y="3622690"/>
                  </a:lnTo>
                  <a:close/>
                </a:path>
                <a:path w="5889625" h="6395720">
                  <a:moveTo>
                    <a:pt x="1391217" y="3754058"/>
                  </a:moveTo>
                  <a:lnTo>
                    <a:pt x="1402085" y="3772887"/>
                  </a:lnTo>
                  <a:lnTo>
                    <a:pt x="1383262" y="3783756"/>
                  </a:lnTo>
                  <a:lnTo>
                    <a:pt x="1372393" y="3764927"/>
                  </a:lnTo>
                  <a:lnTo>
                    <a:pt x="1391217" y="3754058"/>
                  </a:lnTo>
                  <a:close/>
                </a:path>
                <a:path w="5889625" h="6395720">
                  <a:moveTo>
                    <a:pt x="1465818" y="3885017"/>
                  </a:moveTo>
                  <a:lnTo>
                    <a:pt x="1475804" y="3902318"/>
                  </a:lnTo>
                  <a:lnTo>
                    <a:pt x="1458503" y="3912310"/>
                  </a:lnTo>
                  <a:lnTo>
                    <a:pt x="1448511" y="3895009"/>
                  </a:lnTo>
                  <a:lnTo>
                    <a:pt x="1465818" y="3885017"/>
                  </a:lnTo>
                  <a:close/>
                </a:path>
                <a:path w="5889625" h="6395720">
                  <a:moveTo>
                    <a:pt x="1540300" y="4016384"/>
                  </a:moveTo>
                  <a:lnTo>
                    <a:pt x="1549114" y="4031648"/>
                  </a:lnTo>
                  <a:lnTo>
                    <a:pt x="1533844" y="4040461"/>
                  </a:lnTo>
                  <a:lnTo>
                    <a:pt x="1525030" y="4025198"/>
                  </a:lnTo>
                  <a:lnTo>
                    <a:pt x="1540300" y="4016384"/>
                  </a:lnTo>
                  <a:close/>
                </a:path>
                <a:path w="5889625" h="6395720">
                  <a:moveTo>
                    <a:pt x="1614895" y="4147355"/>
                  </a:moveTo>
                  <a:lnTo>
                    <a:pt x="1622826" y="4161090"/>
                  </a:lnTo>
                  <a:lnTo>
                    <a:pt x="1609090" y="4169022"/>
                  </a:lnTo>
                  <a:lnTo>
                    <a:pt x="1601160" y="4155286"/>
                  </a:lnTo>
                  <a:lnTo>
                    <a:pt x="1614895" y="4147355"/>
                  </a:lnTo>
                  <a:close/>
                </a:path>
                <a:path w="5889625" h="6395720">
                  <a:moveTo>
                    <a:pt x="1689491" y="4278320"/>
                  </a:moveTo>
                  <a:lnTo>
                    <a:pt x="1696539" y="4290527"/>
                  </a:lnTo>
                  <a:lnTo>
                    <a:pt x="1684332" y="4297575"/>
                  </a:lnTo>
                  <a:lnTo>
                    <a:pt x="1677283" y="4285368"/>
                  </a:lnTo>
                  <a:lnTo>
                    <a:pt x="1689491" y="4278320"/>
                  </a:lnTo>
                  <a:close/>
                </a:path>
                <a:path w="5889625" h="6395720">
                  <a:moveTo>
                    <a:pt x="1763979" y="4409681"/>
                  </a:moveTo>
                  <a:lnTo>
                    <a:pt x="1769854" y="4419857"/>
                  </a:lnTo>
                  <a:lnTo>
                    <a:pt x="1759679" y="4425733"/>
                  </a:lnTo>
                  <a:lnTo>
                    <a:pt x="1753803" y="4415557"/>
                  </a:lnTo>
                  <a:lnTo>
                    <a:pt x="1763979" y="4409681"/>
                  </a:lnTo>
                  <a:close/>
                </a:path>
                <a:path w="5889625" h="6395720">
                  <a:moveTo>
                    <a:pt x="1838568" y="4540646"/>
                  </a:moveTo>
                  <a:lnTo>
                    <a:pt x="1843567" y="4549299"/>
                  </a:lnTo>
                  <a:lnTo>
                    <a:pt x="1834920" y="4554292"/>
                  </a:lnTo>
                  <a:lnTo>
                    <a:pt x="1829920" y="4545639"/>
                  </a:lnTo>
                  <a:lnTo>
                    <a:pt x="1838568" y="4540646"/>
                  </a:lnTo>
                  <a:close/>
                </a:path>
                <a:path w="5889625" h="6395720">
                  <a:moveTo>
                    <a:pt x="1913269" y="4671208"/>
                  </a:moveTo>
                  <a:lnTo>
                    <a:pt x="1917676" y="4678837"/>
                  </a:lnTo>
                  <a:lnTo>
                    <a:pt x="1910048" y="4683243"/>
                  </a:lnTo>
                  <a:lnTo>
                    <a:pt x="1905641" y="4675614"/>
                  </a:lnTo>
                  <a:lnTo>
                    <a:pt x="1913269" y="4671208"/>
                  </a:lnTo>
                  <a:close/>
                </a:path>
                <a:path w="5889625" h="6395720">
                  <a:moveTo>
                    <a:pt x="1987977" y="4801770"/>
                  </a:moveTo>
                  <a:lnTo>
                    <a:pt x="1991797" y="4808386"/>
                  </a:lnTo>
                  <a:lnTo>
                    <a:pt x="1985181" y="4812206"/>
                  </a:lnTo>
                  <a:lnTo>
                    <a:pt x="1981361" y="4805590"/>
                  </a:lnTo>
                  <a:lnTo>
                    <a:pt x="1987977" y="4801770"/>
                  </a:lnTo>
                  <a:close/>
                </a:path>
                <a:path w="5889625" h="6395720">
                  <a:moveTo>
                    <a:pt x="2062572" y="4932734"/>
                  </a:moveTo>
                  <a:lnTo>
                    <a:pt x="2065510" y="4937822"/>
                  </a:lnTo>
                  <a:lnTo>
                    <a:pt x="2060422" y="4940760"/>
                  </a:lnTo>
                  <a:lnTo>
                    <a:pt x="2057484" y="4935672"/>
                  </a:lnTo>
                  <a:lnTo>
                    <a:pt x="2062572" y="4932734"/>
                  </a:lnTo>
                  <a:close/>
                </a:path>
                <a:path w="5889625" h="6395720">
                  <a:moveTo>
                    <a:pt x="2137274" y="5063297"/>
                  </a:moveTo>
                  <a:lnTo>
                    <a:pt x="2139619" y="5067366"/>
                  </a:lnTo>
                  <a:lnTo>
                    <a:pt x="2135550" y="5069717"/>
                  </a:lnTo>
                  <a:lnTo>
                    <a:pt x="2133199" y="5065648"/>
                  </a:lnTo>
                  <a:lnTo>
                    <a:pt x="2137274" y="5063297"/>
                  </a:lnTo>
                  <a:close/>
                </a:path>
                <a:path w="5889625" h="6395720">
                  <a:moveTo>
                    <a:pt x="2211975" y="5193859"/>
                  </a:moveTo>
                  <a:lnTo>
                    <a:pt x="2213741" y="5196915"/>
                  </a:lnTo>
                  <a:lnTo>
                    <a:pt x="2210684" y="5198680"/>
                  </a:lnTo>
                  <a:lnTo>
                    <a:pt x="2208919" y="5195624"/>
                  </a:lnTo>
                  <a:lnTo>
                    <a:pt x="2211975" y="5193859"/>
                  </a:lnTo>
                  <a:close/>
                </a:path>
                <a:path w="5889625" h="6395720">
                  <a:moveTo>
                    <a:pt x="2286677" y="5324426"/>
                  </a:moveTo>
                  <a:lnTo>
                    <a:pt x="2287850" y="5326458"/>
                  </a:lnTo>
                  <a:lnTo>
                    <a:pt x="2285819" y="5327631"/>
                  </a:lnTo>
                  <a:lnTo>
                    <a:pt x="2284646" y="5325599"/>
                  </a:lnTo>
                  <a:lnTo>
                    <a:pt x="2286677" y="5324426"/>
                  </a:lnTo>
                  <a:close/>
                </a:path>
                <a:path w="5889625" h="6395720">
                  <a:moveTo>
                    <a:pt x="2360360" y="5455575"/>
                  </a:moveTo>
                  <a:lnTo>
                    <a:pt x="2361716" y="5455575"/>
                  </a:lnTo>
                  <a:lnTo>
                    <a:pt x="2361965" y="5456007"/>
                  </a:lnTo>
                  <a:lnTo>
                    <a:pt x="2360609" y="5456007"/>
                  </a:lnTo>
                  <a:lnTo>
                    <a:pt x="2360360" y="5455575"/>
                  </a:lnTo>
                  <a:close/>
                </a:path>
                <a:path w="5889625" h="6395720">
                  <a:moveTo>
                    <a:pt x="0" y="1598819"/>
                  </a:moveTo>
                  <a:lnTo>
                    <a:pt x="29642" y="1650158"/>
                  </a:lnTo>
                  <a:lnTo>
                    <a:pt x="0" y="1667270"/>
                  </a:lnTo>
                  <a:lnTo>
                    <a:pt x="0" y="1598819"/>
                  </a:lnTo>
                  <a:close/>
                </a:path>
                <a:path w="5889625" h="6395720">
                  <a:moveTo>
                    <a:pt x="70529" y="1723912"/>
                  </a:moveTo>
                  <a:lnTo>
                    <a:pt x="102549" y="1779381"/>
                  </a:lnTo>
                  <a:lnTo>
                    <a:pt x="47086" y="1811401"/>
                  </a:lnTo>
                  <a:lnTo>
                    <a:pt x="15066" y="1755938"/>
                  </a:lnTo>
                  <a:lnTo>
                    <a:pt x="70529" y="1723912"/>
                  </a:lnTo>
                  <a:close/>
                </a:path>
                <a:path w="5889625" h="6395720">
                  <a:moveTo>
                    <a:pt x="144911" y="1855682"/>
                  </a:moveTo>
                  <a:lnTo>
                    <a:pt x="175462" y="1908604"/>
                  </a:lnTo>
                  <a:lnTo>
                    <a:pt x="122540" y="1939155"/>
                  </a:lnTo>
                  <a:lnTo>
                    <a:pt x="91989" y="1886233"/>
                  </a:lnTo>
                  <a:lnTo>
                    <a:pt x="144911" y="1855682"/>
                  </a:lnTo>
                  <a:close/>
                </a:path>
                <a:path w="5889625" h="6395720">
                  <a:moveTo>
                    <a:pt x="219287" y="1987452"/>
                  </a:moveTo>
                  <a:lnTo>
                    <a:pt x="248375" y="2037827"/>
                  </a:lnTo>
                  <a:lnTo>
                    <a:pt x="198000" y="2066909"/>
                  </a:lnTo>
                  <a:lnTo>
                    <a:pt x="168911" y="2016534"/>
                  </a:lnTo>
                  <a:lnTo>
                    <a:pt x="219287" y="1987452"/>
                  </a:lnTo>
                  <a:close/>
                </a:path>
                <a:path w="5889625" h="6395720">
                  <a:moveTo>
                    <a:pt x="293669" y="2119210"/>
                  </a:moveTo>
                  <a:lnTo>
                    <a:pt x="321282" y="2167045"/>
                  </a:lnTo>
                  <a:lnTo>
                    <a:pt x="273448" y="2194664"/>
                  </a:lnTo>
                  <a:lnTo>
                    <a:pt x="245834" y="2146830"/>
                  </a:lnTo>
                  <a:lnTo>
                    <a:pt x="293669" y="2119210"/>
                  </a:lnTo>
                  <a:close/>
                </a:path>
                <a:path w="5889625" h="6395720">
                  <a:moveTo>
                    <a:pt x="367938" y="2251384"/>
                  </a:moveTo>
                  <a:lnTo>
                    <a:pt x="393792" y="2296168"/>
                  </a:lnTo>
                  <a:lnTo>
                    <a:pt x="349014" y="2322023"/>
                  </a:lnTo>
                  <a:lnTo>
                    <a:pt x="323160" y="2277238"/>
                  </a:lnTo>
                  <a:lnTo>
                    <a:pt x="367938" y="2251384"/>
                  </a:lnTo>
                  <a:close/>
                </a:path>
                <a:path w="5889625" h="6395720">
                  <a:moveTo>
                    <a:pt x="442320" y="2383154"/>
                  </a:moveTo>
                  <a:lnTo>
                    <a:pt x="466699" y="2425385"/>
                  </a:lnTo>
                  <a:lnTo>
                    <a:pt x="424462" y="2449770"/>
                  </a:lnTo>
                  <a:lnTo>
                    <a:pt x="400082" y="2407539"/>
                  </a:lnTo>
                  <a:lnTo>
                    <a:pt x="442320" y="2383154"/>
                  </a:lnTo>
                  <a:close/>
                </a:path>
                <a:path w="5889625" h="6395720">
                  <a:moveTo>
                    <a:pt x="516696" y="2514918"/>
                  </a:moveTo>
                  <a:lnTo>
                    <a:pt x="539612" y="2554608"/>
                  </a:lnTo>
                  <a:lnTo>
                    <a:pt x="499922" y="2577525"/>
                  </a:lnTo>
                  <a:lnTo>
                    <a:pt x="477005" y="2537835"/>
                  </a:lnTo>
                  <a:lnTo>
                    <a:pt x="516696" y="2514918"/>
                  </a:lnTo>
                  <a:close/>
                </a:path>
                <a:path w="5889625" h="6395720">
                  <a:moveTo>
                    <a:pt x="591184" y="2646280"/>
                  </a:moveTo>
                  <a:lnTo>
                    <a:pt x="612922" y="2683933"/>
                  </a:lnTo>
                  <a:lnTo>
                    <a:pt x="575268" y="2705676"/>
                  </a:lnTo>
                  <a:lnTo>
                    <a:pt x="553525" y="2668018"/>
                  </a:lnTo>
                  <a:lnTo>
                    <a:pt x="591184" y="2646280"/>
                  </a:lnTo>
                  <a:close/>
                </a:path>
                <a:path w="5889625" h="6395720">
                  <a:moveTo>
                    <a:pt x="665672" y="2777653"/>
                  </a:moveTo>
                  <a:lnTo>
                    <a:pt x="686237" y="2813268"/>
                  </a:lnTo>
                  <a:lnTo>
                    <a:pt x="650616" y="2833833"/>
                  </a:lnTo>
                  <a:lnTo>
                    <a:pt x="630051" y="2798218"/>
                  </a:lnTo>
                  <a:lnTo>
                    <a:pt x="665672" y="2777653"/>
                  </a:lnTo>
                  <a:close/>
                </a:path>
                <a:path w="5889625" h="6395720">
                  <a:moveTo>
                    <a:pt x="740048" y="2909412"/>
                  </a:moveTo>
                  <a:lnTo>
                    <a:pt x="759144" y="2942492"/>
                  </a:lnTo>
                  <a:lnTo>
                    <a:pt x="726070" y="2961588"/>
                  </a:lnTo>
                  <a:lnTo>
                    <a:pt x="706974" y="2928508"/>
                  </a:lnTo>
                  <a:lnTo>
                    <a:pt x="740048" y="2909412"/>
                  </a:lnTo>
                  <a:close/>
                </a:path>
                <a:path w="5889625" h="6395720">
                  <a:moveTo>
                    <a:pt x="814536" y="3040785"/>
                  </a:moveTo>
                  <a:lnTo>
                    <a:pt x="832459" y="3071822"/>
                  </a:lnTo>
                  <a:lnTo>
                    <a:pt x="801422" y="3089739"/>
                  </a:lnTo>
                  <a:lnTo>
                    <a:pt x="783499" y="3058702"/>
                  </a:lnTo>
                  <a:lnTo>
                    <a:pt x="814536" y="3040785"/>
                  </a:lnTo>
                  <a:close/>
                </a:path>
                <a:path w="5889625" h="6395720">
                  <a:moveTo>
                    <a:pt x="888917" y="3172544"/>
                  </a:moveTo>
                  <a:lnTo>
                    <a:pt x="905373" y="3201045"/>
                  </a:lnTo>
                  <a:lnTo>
                    <a:pt x="876876" y="3217494"/>
                  </a:lnTo>
                  <a:lnTo>
                    <a:pt x="860422" y="3188997"/>
                  </a:lnTo>
                  <a:lnTo>
                    <a:pt x="888917" y="3172544"/>
                  </a:lnTo>
                  <a:close/>
                </a:path>
                <a:path w="5889625" h="6395720">
                  <a:moveTo>
                    <a:pt x="963513" y="3303514"/>
                  </a:moveTo>
                  <a:lnTo>
                    <a:pt x="979085" y="3330482"/>
                  </a:lnTo>
                  <a:lnTo>
                    <a:pt x="952111" y="3346054"/>
                  </a:lnTo>
                  <a:lnTo>
                    <a:pt x="936540" y="3319086"/>
                  </a:lnTo>
                  <a:lnTo>
                    <a:pt x="963513" y="3303514"/>
                  </a:lnTo>
                  <a:close/>
                </a:path>
                <a:path w="5889625" h="6395720">
                  <a:moveTo>
                    <a:pt x="1038002" y="3434876"/>
                  </a:moveTo>
                  <a:lnTo>
                    <a:pt x="1052395" y="3459812"/>
                  </a:lnTo>
                  <a:lnTo>
                    <a:pt x="1027459" y="3474205"/>
                  </a:lnTo>
                  <a:lnTo>
                    <a:pt x="1013066" y="3449269"/>
                  </a:lnTo>
                  <a:lnTo>
                    <a:pt x="1038002" y="3434876"/>
                  </a:lnTo>
                  <a:close/>
                </a:path>
                <a:path w="5889625" h="6395720">
                  <a:moveTo>
                    <a:pt x="1112378" y="3566646"/>
                  </a:moveTo>
                  <a:lnTo>
                    <a:pt x="1125308" y="3589035"/>
                  </a:lnTo>
                  <a:lnTo>
                    <a:pt x="1102919" y="3601959"/>
                  </a:lnTo>
                  <a:lnTo>
                    <a:pt x="1089989" y="3579570"/>
                  </a:lnTo>
                  <a:lnTo>
                    <a:pt x="1112378" y="3566646"/>
                  </a:lnTo>
                  <a:close/>
                </a:path>
                <a:path w="5889625" h="6395720">
                  <a:moveTo>
                    <a:pt x="1186973" y="3697605"/>
                  </a:moveTo>
                  <a:lnTo>
                    <a:pt x="1199020" y="3718472"/>
                  </a:lnTo>
                  <a:lnTo>
                    <a:pt x="1178159" y="3730519"/>
                  </a:lnTo>
                  <a:lnTo>
                    <a:pt x="1166112" y="3709652"/>
                  </a:lnTo>
                  <a:lnTo>
                    <a:pt x="1186973" y="3697605"/>
                  </a:lnTo>
                  <a:close/>
                </a:path>
                <a:path w="5889625" h="6395720">
                  <a:moveTo>
                    <a:pt x="1261461" y="3828973"/>
                  </a:moveTo>
                  <a:lnTo>
                    <a:pt x="1272330" y="3847802"/>
                  </a:lnTo>
                  <a:lnTo>
                    <a:pt x="1253500" y="3858671"/>
                  </a:lnTo>
                  <a:lnTo>
                    <a:pt x="1242632" y="3839848"/>
                  </a:lnTo>
                  <a:lnTo>
                    <a:pt x="1261461" y="3828973"/>
                  </a:lnTo>
                  <a:close/>
                </a:path>
                <a:path w="5889625" h="6395720">
                  <a:moveTo>
                    <a:pt x="1336056" y="3959937"/>
                  </a:moveTo>
                  <a:lnTo>
                    <a:pt x="1346043" y="3977238"/>
                  </a:lnTo>
                  <a:lnTo>
                    <a:pt x="1328742" y="3987225"/>
                  </a:lnTo>
                  <a:lnTo>
                    <a:pt x="1318755" y="3969923"/>
                  </a:lnTo>
                  <a:lnTo>
                    <a:pt x="1336056" y="3959937"/>
                  </a:lnTo>
                  <a:close/>
                </a:path>
                <a:path w="5889625" h="6395720">
                  <a:moveTo>
                    <a:pt x="1410539" y="4091305"/>
                  </a:moveTo>
                  <a:lnTo>
                    <a:pt x="1419352" y="4106569"/>
                  </a:lnTo>
                  <a:lnTo>
                    <a:pt x="1404089" y="4115382"/>
                  </a:lnTo>
                  <a:lnTo>
                    <a:pt x="1395275" y="4100118"/>
                  </a:lnTo>
                  <a:lnTo>
                    <a:pt x="1410539" y="4091305"/>
                  </a:lnTo>
                  <a:close/>
                </a:path>
                <a:path w="5889625" h="6395720">
                  <a:moveTo>
                    <a:pt x="1485140" y="4222269"/>
                  </a:moveTo>
                  <a:lnTo>
                    <a:pt x="1493071" y="4236005"/>
                  </a:lnTo>
                  <a:lnTo>
                    <a:pt x="1479329" y="4243936"/>
                  </a:lnTo>
                  <a:lnTo>
                    <a:pt x="1471398" y="4230201"/>
                  </a:lnTo>
                  <a:lnTo>
                    <a:pt x="1485140" y="4222269"/>
                  </a:lnTo>
                  <a:close/>
                </a:path>
                <a:path w="5889625" h="6395720">
                  <a:moveTo>
                    <a:pt x="1559735" y="4353234"/>
                  </a:moveTo>
                  <a:lnTo>
                    <a:pt x="1566784" y="4365441"/>
                  </a:lnTo>
                  <a:lnTo>
                    <a:pt x="1554570" y="4372496"/>
                  </a:lnTo>
                  <a:lnTo>
                    <a:pt x="1547522" y="4360282"/>
                  </a:lnTo>
                  <a:lnTo>
                    <a:pt x="1559735" y="4353234"/>
                  </a:lnTo>
                  <a:close/>
                </a:path>
                <a:path w="5889625" h="6395720">
                  <a:moveTo>
                    <a:pt x="1634218" y="4484602"/>
                  </a:moveTo>
                  <a:lnTo>
                    <a:pt x="1640093" y="4494778"/>
                  </a:lnTo>
                  <a:lnTo>
                    <a:pt x="1629918" y="4500653"/>
                  </a:lnTo>
                  <a:lnTo>
                    <a:pt x="1624042" y="4490477"/>
                  </a:lnTo>
                  <a:lnTo>
                    <a:pt x="1634218" y="4484602"/>
                  </a:lnTo>
                  <a:close/>
                </a:path>
                <a:path w="5889625" h="6395720">
                  <a:moveTo>
                    <a:pt x="1708813" y="4615561"/>
                  </a:moveTo>
                  <a:lnTo>
                    <a:pt x="1713812" y="4624214"/>
                  </a:lnTo>
                  <a:lnTo>
                    <a:pt x="1705158" y="4629207"/>
                  </a:lnTo>
                  <a:lnTo>
                    <a:pt x="1700159" y="4620554"/>
                  </a:lnTo>
                  <a:lnTo>
                    <a:pt x="1708813" y="4615561"/>
                  </a:lnTo>
                  <a:close/>
                </a:path>
                <a:path w="5889625" h="6395720">
                  <a:moveTo>
                    <a:pt x="1783514" y="4746123"/>
                  </a:moveTo>
                  <a:lnTo>
                    <a:pt x="1787922" y="4753757"/>
                  </a:lnTo>
                  <a:lnTo>
                    <a:pt x="1780287" y="4758164"/>
                  </a:lnTo>
                  <a:lnTo>
                    <a:pt x="1775880" y="4750529"/>
                  </a:lnTo>
                  <a:lnTo>
                    <a:pt x="1783514" y="4746123"/>
                  </a:lnTo>
                  <a:close/>
                </a:path>
                <a:path w="5889625" h="6395720">
                  <a:moveTo>
                    <a:pt x="1858216" y="4876685"/>
                  </a:moveTo>
                  <a:lnTo>
                    <a:pt x="1862037" y="4883307"/>
                  </a:lnTo>
                  <a:lnTo>
                    <a:pt x="1855421" y="4887127"/>
                  </a:lnTo>
                  <a:lnTo>
                    <a:pt x="1851600" y="4880505"/>
                  </a:lnTo>
                  <a:lnTo>
                    <a:pt x="1858216" y="4876685"/>
                  </a:lnTo>
                  <a:close/>
                </a:path>
                <a:path w="5889625" h="6395720">
                  <a:moveTo>
                    <a:pt x="1932811" y="5007655"/>
                  </a:moveTo>
                  <a:lnTo>
                    <a:pt x="1935749" y="5012743"/>
                  </a:lnTo>
                  <a:lnTo>
                    <a:pt x="1930661" y="5015681"/>
                  </a:lnTo>
                  <a:lnTo>
                    <a:pt x="1927724" y="5010593"/>
                  </a:lnTo>
                  <a:lnTo>
                    <a:pt x="1932811" y="5007655"/>
                  </a:lnTo>
                  <a:close/>
                </a:path>
                <a:path w="5889625" h="6395720">
                  <a:moveTo>
                    <a:pt x="2007513" y="5138217"/>
                  </a:moveTo>
                  <a:lnTo>
                    <a:pt x="2009864" y="5142287"/>
                  </a:lnTo>
                  <a:lnTo>
                    <a:pt x="2005789" y="5144638"/>
                  </a:lnTo>
                  <a:lnTo>
                    <a:pt x="2003438" y="5140569"/>
                  </a:lnTo>
                  <a:lnTo>
                    <a:pt x="2007513" y="5138217"/>
                  </a:lnTo>
                  <a:close/>
                </a:path>
                <a:path w="5889625" h="6395720">
                  <a:moveTo>
                    <a:pt x="2082214" y="5268780"/>
                  </a:moveTo>
                  <a:lnTo>
                    <a:pt x="2083980" y="5271830"/>
                  </a:lnTo>
                  <a:lnTo>
                    <a:pt x="2080930" y="5273595"/>
                  </a:lnTo>
                  <a:lnTo>
                    <a:pt x="2079164" y="5270539"/>
                  </a:lnTo>
                  <a:lnTo>
                    <a:pt x="2082214" y="5268780"/>
                  </a:lnTo>
                  <a:close/>
                </a:path>
                <a:path w="5889625" h="6395720">
                  <a:moveTo>
                    <a:pt x="2156922" y="5399342"/>
                  </a:moveTo>
                  <a:lnTo>
                    <a:pt x="2158095" y="5401373"/>
                  </a:lnTo>
                  <a:lnTo>
                    <a:pt x="2156057" y="5402546"/>
                  </a:lnTo>
                  <a:lnTo>
                    <a:pt x="2154884" y="5400520"/>
                  </a:lnTo>
                  <a:lnTo>
                    <a:pt x="2156922" y="5399342"/>
                  </a:lnTo>
                  <a:close/>
                </a:path>
                <a:path w="5889625" h="6395720">
                  <a:moveTo>
                    <a:pt x="2230605" y="5530496"/>
                  </a:moveTo>
                  <a:lnTo>
                    <a:pt x="2231958" y="5530496"/>
                  </a:lnTo>
                  <a:lnTo>
                    <a:pt x="2232205" y="5530922"/>
                  </a:lnTo>
                  <a:lnTo>
                    <a:pt x="2230852" y="5530922"/>
                  </a:lnTo>
                  <a:lnTo>
                    <a:pt x="2230605" y="5530496"/>
                  </a:lnTo>
                  <a:close/>
                </a:path>
                <a:path w="5889625" h="6395720">
                  <a:moveTo>
                    <a:pt x="15151" y="1930597"/>
                  </a:moveTo>
                  <a:lnTo>
                    <a:pt x="45702" y="1983519"/>
                  </a:lnTo>
                  <a:lnTo>
                    <a:pt x="0" y="2009908"/>
                  </a:lnTo>
                  <a:lnTo>
                    <a:pt x="0" y="1939345"/>
                  </a:lnTo>
                  <a:lnTo>
                    <a:pt x="15151" y="1930597"/>
                  </a:lnTo>
                  <a:close/>
                </a:path>
                <a:path w="5889625" h="6395720">
                  <a:moveTo>
                    <a:pt x="89527" y="2062367"/>
                  </a:moveTo>
                  <a:lnTo>
                    <a:pt x="118615" y="2112743"/>
                  </a:lnTo>
                  <a:lnTo>
                    <a:pt x="68240" y="2141831"/>
                  </a:lnTo>
                  <a:lnTo>
                    <a:pt x="39151" y="2091455"/>
                  </a:lnTo>
                  <a:lnTo>
                    <a:pt x="89527" y="2062367"/>
                  </a:lnTo>
                  <a:close/>
                </a:path>
                <a:path w="5889625" h="6395720">
                  <a:moveTo>
                    <a:pt x="163909" y="2194131"/>
                  </a:moveTo>
                  <a:lnTo>
                    <a:pt x="191522" y="2241966"/>
                  </a:lnTo>
                  <a:lnTo>
                    <a:pt x="143693" y="2269579"/>
                  </a:lnTo>
                  <a:lnTo>
                    <a:pt x="116074" y="2221745"/>
                  </a:lnTo>
                  <a:lnTo>
                    <a:pt x="163909" y="2194131"/>
                  </a:lnTo>
                  <a:close/>
                </a:path>
                <a:path w="5889625" h="6395720">
                  <a:moveTo>
                    <a:pt x="238178" y="2326305"/>
                  </a:moveTo>
                  <a:lnTo>
                    <a:pt x="264032" y="2371083"/>
                  </a:lnTo>
                  <a:lnTo>
                    <a:pt x="219260" y="2396937"/>
                  </a:lnTo>
                  <a:lnTo>
                    <a:pt x="193405" y="2352153"/>
                  </a:lnTo>
                  <a:lnTo>
                    <a:pt x="238178" y="2326305"/>
                  </a:lnTo>
                  <a:close/>
                </a:path>
                <a:path w="5889625" h="6395720">
                  <a:moveTo>
                    <a:pt x="312559" y="2458069"/>
                  </a:moveTo>
                  <a:lnTo>
                    <a:pt x="336939" y="2500300"/>
                  </a:lnTo>
                  <a:lnTo>
                    <a:pt x="294708" y="2524685"/>
                  </a:lnTo>
                  <a:lnTo>
                    <a:pt x="270328" y="2482454"/>
                  </a:lnTo>
                  <a:lnTo>
                    <a:pt x="312559" y="2458069"/>
                  </a:lnTo>
                  <a:close/>
                </a:path>
                <a:path w="5889625" h="6395720">
                  <a:moveTo>
                    <a:pt x="386936" y="2589833"/>
                  </a:moveTo>
                  <a:lnTo>
                    <a:pt x="409852" y="2629524"/>
                  </a:lnTo>
                  <a:lnTo>
                    <a:pt x="370168" y="2652440"/>
                  </a:lnTo>
                  <a:lnTo>
                    <a:pt x="347251" y="2612750"/>
                  </a:lnTo>
                  <a:lnTo>
                    <a:pt x="386936" y="2589833"/>
                  </a:lnTo>
                  <a:close/>
                </a:path>
                <a:path w="5889625" h="6395720">
                  <a:moveTo>
                    <a:pt x="461424" y="2721195"/>
                  </a:moveTo>
                  <a:lnTo>
                    <a:pt x="483167" y="2758854"/>
                  </a:lnTo>
                  <a:lnTo>
                    <a:pt x="445508" y="2780592"/>
                  </a:lnTo>
                  <a:lnTo>
                    <a:pt x="423771" y="2742939"/>
                  </a:lnTo>
                  <a:lnTo>
                    <a:pt x="461424" y="2721195"/>
                  </a:lnTo>
                  <a:close/>
                </a:path>
                <a:path w="5889625" h="6395720">
                  <a:moveTo>
                    <a:pt x="535918" y="2852569"/>
                  </a:moveTo>
                  <a:lnTo>
                    <a:pt x="556482" y="2888184"/>
                  </a:lnTo>
                  <a:lnTo>
                    <a:pt x="520855" y="2908755"/>
                  </a:lnTo>
                  <a:lnTo>
                    <a:pt x="500290" y="2873134"/>
                  </a:lnTo>
                  <a:lnTo>
                    <a:pt x="535918" y="2852569"/>
                  </a:lnTo>
                  <a:close/>
                </a:path>
                <a:path w="5889625" h="6395720">
                  <a:moveTo>
                    <a:pt x="610294" y="2984327"/>
                  </a:moveTo>
                  <a:lnTo>
                    <a:pt x="629390" y="3017407"/>
                  </a:lnTo>
                  <a:lnTo>
                    <a:pt x="596310" y="3036509"/>
                  </a:lnTo>
                  <a:lnTo>
                    <a:pt x="577214" y="3003429"/>
                  </a:lnTo>
                  <a:lnTo>
                    <a:pt x="610294" y="2984327"/>
                  </a:lnTo>
                  <a:close/>
                </a:path>
                <a:path w="5889625" h="6395720">
                  <a:moveTo>
                    <a:pt x="684782" y="3115700"/>
                  </a:moveTo>
                  <a:lnTo>
                    <a:pt x="702699" y="3146737"/>
                  </a:lnTo>
                  <a:lnTo>
                    <a:pt x="671662" y="3164660"/>
                  </a:lnTo>
                  <a:lnTo>
                    <a:pt x="653739" y="3133623"/>
                  </a:lnTo>
                  <a:lnTo>
                    <a:pt x="684782" y="3115700"/>
                  </a:lnTo>
                  <a:close/>
                </a:path>
                <a:path w="5889625" h="6395720">
                  <a:moveTo>
                    <a:pt x="759158" y="3247465"/>
                  </a:moveTo>
                  <a:lnTo>
                    <a:pt x="775612" y="3275961"/>
                  </a:lnTo>
                  <a:lnTo>
                    <a:pt x="747116" y="3292415"/>
                  </a:lnTo>
                  <a:lnTo>
                    <a:pt x="730662" y="3263913"/>
                  </a:lnTo>
                  <a:lnTo>
                    <a:pt x="759158" y="3247465"/>
                  </a:lnTo>
                  <a:close/>
                </a:path>
                <a:path w="5889625" h="6395720">
                  <a:moveTo>
                    <a:pt x="833753" y="3378429"/>
                  </a:moveTo>
                  <a:lnTo>
                    <a:pt x="849325" y="3405403"/>
                  </a:lnTo>
                  <a:lnTo>
                    <a:pt x="822357" y="3420969"/>
                  </a:lnTo>
                  <a:lnTo>
                    <a:pt x="806785" y="3394001"/>
                  </a:lnTo>
                  <a:lnTo>
                    <a:pt x="833753" y="3378429"/>
                  </a:lnTo>
                  <a:close/>
                </a:path>
                <a:path w="5889625" h="6395720">
                  <a:moveTo>
                    <a:pt x="908241" y="3509791"/>
                  </a:moveTo>
                  <a:lnTo>
                    <a:pt x="922634" y="3534727"/>
                  </a:lnTo>
                  <a:lnTo>
                    <a:pt x="897699" y="3549126"/>
                  </a:lnTo>
                  <a:lnTo>
                    <a:pt x="883306" y="3524190"/>
                  </a:lnTo>
                  <a:lnTo>
                    <a:pt x="908241" y="3509791"/>
                  </a:lnTo>
                  <a:close/>
                </a:path>
                <a:path w="5889625" h="6395720">
                  <a:moveTo>
                    <a:pt x="982618" y="3641561"/>
                  </a:moveTo>
                  <a:lnTo>
                    <a:pt x="995548" y="3663950"/>
                  </a:lnTo>
                  <a:lnTo>
                    <a:pt x="973159" y="3676880"/>
                  </a:lnTo>
                  <a:lnTo>
                    <a:pt x="960228" y="3654491"/>
                  </a:lnTo>
                  <a:lnTo>
                    <a:pt x="982618" y="3641561"/>
                  </a:lnTo>
                  <a:close/>
                </a:path>
                <a:path w="5889625" h="6395720">
                  <a:moveTo>
                    <a:pt x="1057213" y="3772526"/>
                  </a:moveTo>
                  <a:lnTo>
                    <a:pt x="1069260" y="3793393"/>
                  </a:lnTo>
                  <a:lnTo>
                    <a:pt x="1048399" y="3805435"/>
                  </a:lnTo>
                  <a:lnTo>
                    <a:pt x="1036352" y="3784568"/>
                  </a:lnTo>
                  <a:lnTo>
                    <a:pt x="1057213" y="3772526"/>
                  </a:lnTo>
                  <a:close/>
                </a:path>
                <a:path w="5889625" h="6395720">
                  <a:moveTo>
                    <a:pt x="1131701" y="3903893"/>
                  </a:moveTo>
                  <a:lnTo>
                    <a:pt x="1142570" y="3922717"/>
                  </a:lnTo>
                  <a:lnTo>
                    <a:pt x="1123740" y="3933592"/>
                  </a:lnTo>
                  <a:lnTo>
                    <a:pt x="1112872" y="3914762"/>
                  </a:lnTo>
                  <a:lnTo>
                    <a:pt x="1131701" y="3903893"/>
                  </a:lnTo>
                  <a:close/>
                </a:path>
                <a:path w="5889625" h="6395720">
                  <a:moveTo>
                    <a:pt x="1206296" y="4034852"/>
                  </a:moveTo>
                  <a:lnTo>
                    <a:pt x="1216283" y="4052154"/>
                  </a:lnTo>
                  <a:lnTo>
                    <a:pt x="1198982" y="4062146"/>
                  </a:lnTo>
                  <a:lnTo>
                    <a:pt x="1188995" y="4044845"/>
                  </a:lnTo>
                  <a:lnTo>
                    <a:pt x="1206296" y="4034852"/>
                  </a:lnTo>
                  <a:close/>
                </a:path>
                <a:path w="5889625" h="6395720">
                  <a:moveTo>
                    <a:pt x="1280784" y="4166220"/>
                  </a:moveTo>
                  <a:lnTo>
                    <a:pt x="1289598" y="4181484"/>
                  </a:lnTo>
                  <a:lnTo>
                    <a:pt x="1274328" y="4190297"/>
                  </a:lnTo>
                  <a:lnTo>
                    <a:pt x="1265515" y="4175033"/>
                  </a:lnTo>
                  <a:lnTo>
                    <a:pt x="1280784" y="4166220"/>
                  </a:lnTo>
                  <a:close/>
                </a:path>
                <a:path w="5889625" h="6395720">
                  <a:moveTo>
                    <a:pt x="1355380" y="4297185"/>
                  </a:moveTo>
                  <a:lnTo>
                    <a:pt x="1363311" y="4310920"/>
                  </a:lnTo>
                  <a:lnTo>
                    <a:pt x="1349569" y="4318857"/>
                  </a:lnTo>
                  <a:lnTo>
                    <a:pt x="1341638" y="4305121"/>
                  </a:lnTo>
                  <a:lnTo>
                    <a:pt x="1355380" y="4297185"/>
                  </a:lnTo>
                  <a:close/>
                </a:path>
                <a:path w="5889625" h="6395720">
                  <a:moveTo>
                    <a:pt x="1429975" y="4428149"/>
                  </a:moveTo>
                  <a:lnTo>
                    <a:pt x="1437024" y="4440363"/>
                  </a:lnTo>
                  <a:lnTo>
                    <a:pt x="1424810" y="4447411"/>
                  </a:lnTo>
                  <a:lnTo>
                    <a:pt x="1417762" y="4435204"/>
                  </a:lnTo>
                  <a:lnTo>
                    <a:pt x="1429975" y="4428149"/>
                  </a:lnTo>
                  <a:close/>
                </a:path>
                <a:path w="5889625" h="6395720">
                  <a:moveTo>
                    <a:pt x="1504463" y="4559517"/>
                  </a:moveTo>
                  <a:lnTo>
                    <a:pt x="1510339" y="4569693"/>
                  </a:lnTo>
                  <a:lnTo>
                    <a:pt x="1500157" y="4575568"/>
                  </a:lnTo>
                  <a:lnTo>
                    <a:pt x="1494281" y="4565392"/>
                  </a:lnTo>
                  <a:lnTo>
                    <a:pt x="1504463" y="4559517"/>
                  </a:lnTo>
                  <a:close/>
                </a:path>
                <a:path w="5889625" h="6395720">
                  <a:moveTo>
                    <a:pt x="1579052" y="4690476"/>
                  </a:moveTo>
                  <a:lnTo>
                    <a:pt x="1584051" y="4699129"/>
                  </a:lnTo>
                  <a:lnTo>
                    <a:pt x="1575398" y="4704128"/>
                  </a:lnTo>
                  <a:lnTo>
                    <a:pt x="1570398" y="4695475"/>
                  </a:lnTo>
                  <a:lnTo>
                    <a:pt x="1579052" y="4690476"/>
                  </a:lnTo>
                  <a:close/>
                </a:path>
                <a:path w="5889625" h="6395720">
                  <a:moveTo>
                    <a:pt x="1653760" y="4821038"/>
                  </a:moveTo>
                  <a:lnTo>
                    <a:pt x="1658167" y="4828673"/>
                  </a:lnTo>
                  <a:lnTo>
                    <a:pt x="1650526" y="4833079"/>
                  </a:lnTo>
                  <a:lnTo>
                    <a:pt x="1646119" y="4825450"/>
                  </a:lnTo>
                  <a:lnTo>
                    <a:pt x="1653760" y="4821038"/>
                  </a:lnTo>
                  <a:close/>
                </a:path>
                <a:path w="5889625" h="6395720">
                  <a:moveTo>
                    <a:pt x="1728455" y="4951606"/>
                  </a:moveTo>
                  <a:lnTo>
                    <a:pt x="1732276" y="4958222"/>
                  </a:lnTo>
                  <a:lnTo>
                    <a:pt x="1725666" y="4962042"/>
                  </a:lnTo>
                  <a:lnTo>
                    <a:pt x="1721845" y="4955420"/>
                  </a:lnTo>
                  <a:lnTo>
                    <a:pt x="1728455" y="4951606"/>
                  </a:lnTo>
                  <a:close/>
                </a:path>
                <a:path w="5889625" h="6395720">
                  <a:moveTo>
                    <a:pt x="1803057" y="5082570"/>
                  </a:moveTo>
                  <a:lnTo>
                    <a:pt x="1805994" y="5087658"/>
                  </a:lnTo>
                  <a:lnTo>
                    <a:pt x="1800907" y="5090596"/>
                  </a:lnTo>
                  <a:lnTo>
                    <a:pt x="1797969" y="5085508"/>
                  </a:lnTo>
                  <a:lnTo>
                    <a:pt x="1803057" y="5082570"/>
                  </a:lnTo>
                  <a:close/>
                </a:path>
                <a:path w="5889625" h="6395720">
                  <a:moveTo>
                    <a:pt x="1877752" y="5213132"/>
                  </a:moveTo>
                  <a:lnTo>
                    <a:pt x="1880104" y="5217201"/>
                  </a:lnTo>
                  <a:lnTo>
                    <a:pt x="1876034" y="5219553"/>
                  </a:lnTo>
                  <a:lnTo>
                    <a:pt x="1873683" y="5215484"/>
                  </a:lnTo>
                  <a:lnTo>
                    <a:pt x="1877752" y="5213132"/>
                  </a:lnTo>
                  <a:close/>
                </a:path>
                <a:path w="5889625" h="6395720">
                  <a:moveTo>
                    <a:pt x="1952459" y="5343695"/>
                  </a:moveTo>
                  <a:lnTo>
                    <a:pt x="1954219" y="5346751"/>
                  </a:lnTo>
                  <a:lnTo>
                    <a:pt x="1951168" y="5348510"/>
                  </a:lnTo>
                  <a:lnTo>
                    <a:pt x="1949403" y="5345460"/>
                  </a:lnTo>
                  <a:lnTo>
                    <a:pt x="1952459" y="5343695"/>
                  </a:lnTo>
                  <a:close/>
                </a:path>
                <a:path w="5889625" h="6395720">
                  <a:moveTo>
                    <a:pt x="2027162" y="5474262"/>
                  </a:moveTo>
                  <a:lnTo>
                    <a:pt x="2028335" y="5476288"/>
                  </a:lnTo>
                  <a:lnTo>
                    <a:pt x="2026297" y="5477467"/>
                  </a:lnTo>
                  <a:lnTo>
                    <a:pt x="2025124" y="5475435"/>
                  </a:lnTo>
                  <a:lnTo>
                    <a:pt x="2027162" y="5474262"/>
                  </a:lnTo>
                  <a:close/>
                </a:path>
                <a:path w="5889625" h="6395720">
                  <a:moveTo>
                    <a:pt x="2100845" y="5605410"/>
                  </a:moveTo>
                  <a:lnTo>
                    <a:pt x="2102203" y="5605410"/>
                  </a:lnTo>
                  <a:lnTo>
                    <a:pt x="2102450" y="5605837"/>
                  </a:lnTo>
                  <a:lnTo>
                    <a:pt x="2101090" y="5605837"/>
                  </a:lnTo>
                  <a:lnTo>
                    <a:pt x="2100845" y="5605410"/>
                  </a:lnTo>
                  <a:close/>
                </a:path>
                <a:path w="5889625" h="6395720">
                  <a:moveTo>
                    <a:pt x="34147" y="2269046"/>
                  </a:moveTo>
                  <a:lnTo>
                    <a:pt x="61761" y="2316880"/>
                  </a:lnTo>
                  <a:lnTo>
                    <a:pt x="13932" y="2344500"/>
                  </a:lnTo>
                  <a:lnTo>
                    <a:pt x="0" y="2320369"/>
                  </a:lnTo>
                  <a:lnTo>
                    <a:pt x="0" y="2288763"/>
                  </a:lnTo>
                  <a:lnTo>
                    <a:pt x="34147" y="2269046"/>
                  </a:lnTo>
                  <a:close/>
                </a:path>
                <a:path w="5889625" h="6395720">
                  <a:moveTo>
                    <a:pt x="108423" y="2401219"/>
                  </a:moveTo>
                  <a:lnTo>
                    <a:pt x="134277" y="2445997"/>
                  </a:lnTo>
                  <a:lnTo>
                    <a:pt x="89499" y="2471852"/>
                  </a:lnTo>
                  <a:lnTo>
                    <a:pt x="63645" y="2427074"/>
                  </a:lnTo>
                  <a:lnTo>
                    <a:pt x="108423" y="2401219"/>
                  </a:lnTo>
                  <a:close/>
                </a:path>
                <a:path w="5889625" h="6395720">
                  <a:moveTo>
                    <a:pt x="182805" y="2532984"/>
                  </a:moveTo>
                  <a:lnTo>
                    <a:pt x="207184" y="2575215"/>
                  </a:lnTo>
                  <a:lnTo>
                    <a:pt x="164953" y="2599600"/>
                  </a:lnTo>
                  <a:lnTo>
                    <a:pt x="140568" y="2557369"/>
                  </a:lnTo>
                  <a:lnTo>
                    <a:pt x="182805" y="2532984"/>
                  </a:lnTo>
                  <a:close/>
                </a:path>
                <a:path w="5889625" h="6395720">
                  <a:moveTo>
                    <a:pt x="257181" y="2664748"/>
                  </a:moveTo>
                  <a:lnTo>
                    <a:pt x="280097" y="2704438"/>
                  </a:lnTo>
                  <a:lnTo>
                    <a:pt x="240407" y="2727355"/>
                  </a:lnTo>
                  <a:lnTo>
                    <a:pt x="217490" y="2687664"/>
                  </a:lnTo>
                  <a:lnTo>
                    <a:pt x="257181" y="2664748"/>
                  </a:lnTo>
                  <a:close/>
                </a:path>
                <a:path w="5889625" h="6395720">
                  <a:moveTo>
                    <a:pt x="331663" y="2796115"/>
                  </a:moveTo>
                  <a:lnTo>
                    <a:pt x="353407" y="2833768"/>
                  </a:lnTo>
                  <a:lnTo>
                    <a:pt x="315748" y="2855512"/>
                  </a:lnTo>
                  <a:lnTo>
                    <a:pt x="294010" y="2817853"/>
                  </a:lnTo>
                  <a:lnTo>
                    <a:pt x="331663" y="2796115"/>
                  </a:lnTo>
                  <a:close/>
                </a:path>
                <a:path w="5889625" h="6395720">
                  <a:moveTo>
                    <a:pt x="406157" y="2927483"/>
                  </a:moveTo>
                  <a:lnTo>
                    <a:pt x="426722" y="2963104"/>
                  </a:lnTo>
                  <a:lnTo>
                    <a:pt x="391101" y="2983669"/>
                  </a:lnTo>
                  <a:lnTo>
                    <a:pt x="370536" y="2948048"/>
                  </a:lnTo>
                  <a:lnTo>
                    <a:pt x="406157" y="2927483"/>
                  </a:lnTo>
                  <a:close/>
                </a:path>
                <a:path w="5889625" h="6395720">
                  <a:moveTo>
                    <a:pt x="480533" y="3059247"/>
                  </a:moveTo>
                  <a:lnTo>
                    <a:pt x="499635" y="3092327"/>
                  </a:lnTo>
                  <a:lnTo>
                    <a:pt x="466555" y="3111423"/>
                  </a:lnTo>
                  <a:lnTo>
                    <a:pt x="447459" y="3078343"/>
                  </a:lnTo>
                  <a:lnTo>
                    <a:pt x="480533" y="3059247"/>
                  </a:lnTo>
                  <a:close/>
                </a:path>
                <a:path w="5889625" h="6395720">
                  <a:moveTo>
                    <a:pt x="555021" y="3190621"/>
                  </a:moveTo>
                  <a:lnTo>
                    <a:pt x="572939" y="3221658"/>
                  </a:lnTo>
                  <a:lnTo>
                    <a:pt x="541902" y="3239575"/>
                  </a:lnTo>
                  <a:lnTo>
                    <a:pt x="523978" y="3208538"/>
                  </a:lnTo>
                  <a:lnTo>
                    <a:pt x="555021" y="3190621"/>
                  </a:lnTo>
                  <a:close/>
                </a:path>
                <a:path w="5889625" h="6395720">
                  <a:moveTo>
                    <a:pt x="629396" y="3322379"/>
                  </a:moveTo>
                  <a:lnTo>
                    <a:pt x="645852" y="3350881"/>
                  </a:lnTo>
                  <a:lnTo>
                    <a:pt x="617356" y="3367329"/>
                  </a:lnTo>
                  <a:lnTo>
                    <a:pt x="600901" y="3338833"/>
                  </a:lnTo>
                  <a:lnTo>
                    <a:pt x="629396" y="3322379"/>
                  </a:lnTo>
                  <a:close/>
                </a:path>
                <a:path w="5889625" h="6395720">
                  <a:moveTo>
                    <a:pt x="703998" y="3453344"/>
                  </a:moveTo>
                  <a:lnTo>
                    <a:pt x="719570" y="3480317"/>
                  </a:lnTo>
                  <a:lnTo>
                    <a:pt x="692597" y="3495889"/>
                  </a:lnTo>
                  <a:lnTo>
                    <a:pt x="677025" y="3468915"/>
                  </a:lnTo>
                  <a:lnTo>
                    <a:pt x="703998" y="3453344"/>
                  </a:lnTo>
                  <a:close/>
                </a:path>
                <a:path w="5889625" h="6395720">
                  <a:moveTo>
                    <a:pt x="778481" y="3584711"/>
                  </a:moveTo>
                  <a:lnTo>
                    <a:pt x="792874" y="3609647"/>
                  </a:lnTo>
                  <a:lnTo>
                    <a:pt x="767944" y="3624040"/>
                  </a:lnTo>
                  <a:lnTo>
                    <a:pt x="753545" y="3599104"/>
                  </a:lnTo>
                  <a:lnTo>
                    <a:pt x="778481" y="3584711"/>
                  </a:lnTo>
                  <a:close/>
                </a:path>
                <a:path w="5889625" h="6395720">
                  <a:moveTo>
                    <a:pt x="852863" y="3716482"/>
                  </a:moveTo>
                  <a:lnTo>
                    <a:pt x="865787" y="3738871"/>
                  </a:lnTo>
                  <a:lnTo>
                    <a:pt x="843398" y="3751795"/>
                  </a:lnTo>
                  <a:lnTo>
                    <a:pt x="830468" y="3729406"/>
                  </a:lnTo>
                  <a:lnTo>
                    <a:pt x="852863" y="3716482"/>
                  </a:lnTo>
                  <a:close/>
                </a:path>
                <a:path w="5889625" h="6395720">
                  <a:moveTo>
                    <a:pt x="927452" y="3847441"/>
                  </a:moveTo>
                  <a:lnTo>
                    <a:pt x="939499" y="3868307"/>
                  </a:lnTo>
                  <a:lnTo>
                    <a:pt x="918638" y="3880355"/>
                  </a:lnTo>
                  <a:lnTo>
                    <a:pt x="906591" y="3859488"/>
                  </a:lnTo>
                  <a:lnTo>
                    <a:pt x="927452" y="3847441"/>
                  </a:lnTo>
                  <a:close/>
                </a:path>
                <a:path w="5889625" h="6395720">
                  <a:moveTo>
                    <a:pt x="1001946" y="3978808"/>
                  </a:moveTo>
                  <a:lnTo>
                    <a:pt x="1012814" y="3997637"/>
                  </a:lnTo>
                  <a:lnTo>
                    <a:pt x="993979" y="4008506"/>
                  </a:lnTo>
                  <a:lnTo>
                    <a:pt x="983110" y="3989683"/>
                  </a:lnTo>
                  <a:lnTo>
                    <a:pt x="1001946" y="3978808"/>
                  </a:lnTo>
                  <a:close/>
                </a:path>
                <a:path w="5889625" h="6395720">
                  <a:moveTo>
                    <a:pt x="1076534" y="4109773"/>
                  </a:moveTo>
                  <a:lnTo>
                    <a:pt x="1086527" y="4127074"/>
                  </a:lnTo>
                  <a:lnTo>
                    <a:pt x="1069220" y="4137060"/>
                  </a:lnTo>
                  <a:lnTo>
                    <a:pt x="1059233" y="4119759"/>
                  </a:lnTo>
                  <a:lnTo>
                    <a:pt x="1076534" y="4109773"/>
                  </a:lnTo>
                  <a:close/>
                </a:path>
                <a:path w="5889625" h="6395720">
                  <a:moveTo>
                    <a:pt x="1151023" y="4241134"/>
                  </a:moveTo>
                  <a:lnTo>
                    <a:pt x="1159836" y="4256398"/>
                  </a:lnTo>
                  <a:lnTo>
                    <a:pt x="1144573" y="4265211"/>
                  </a:lnTo>
                  <a:lnTo>
                    <a:pt x="1135759" y="4249948"/>
                  </a:lnTo>
                  <a:lnTo>
                    <a:pt x="1151023" y="4241134"/>
                  </a:lnTo>
                  <a:close/>
                </a:path>
                <a:path w="5889625" h="6395720">
                  <a:moveTo>
                    <a:pt x="1225618" y="4372105"/>
                  </a:moveTo>
                  <a:lnTo>
                    <a:pt x="1233549" y="4385840"/>
                  </a:lnTo>
                  <a:lnTo>
                    <a:pt x="1219813" y="4393771"/>
                  </a:lnTo>
                  <a:lnTo>
                    <a:pt x="1211882" y="4380036"/>
                  </a:lnTo>
                  <a:lnTo>
                    <a:pt x="1225618" y="4372105"/>
                  </a:lnTo>
                  <a:close/>
                </a:path>
                <a:path w="5889625" h="6395720">
                  <a:moveTo>
                    <a:pt x="1300213" y="4503070"/>
                  </a:moveTo>
                  <a:lnTo>
                    <a:pt x="1307262" y="4515277"/>
                  </a:lnTo>
                  <a:lnTo>
                    <a:pt x="1295048" y="4522331"/>
                  </a:lnTo>
                  <a:lnTo>
                    <a:pt x="1288000" y="4510118"/>
                  </a:lnTo>
                  <a:lnTo>
                    <a:pt x="1300213" y="4503070"/>
                  </a:lnTo>
                  <a:close/>
                </a:path>
                <a:path w="5889625" h="6395720">
                  <a:moveTo>
                    <a:pt x="1374701" y="4634431"/>
                  </a:moveTo>
                  <a:lnTo>
                    <a:pt x="1380577" y="4644607"/>
                  </a:lnTo>
                  <a:lnTo>
                    <a:pt x="1370401" y="4650483"/>
                  </a:lnTo>
                  <a:lnTo>
                    <a:pt x="1364526" y="4640307"/>
                  </a:lnTo>
                  <a:lnTo>
                    <a:pt x="1374701" y="4634431"/>
                  </a:lnTo>
                  <a:close/>
                </a:path>
                <a:path w="5889625" h="6395720">
                  <a:moveTo>
                    <a:pt x="1449297" y="4765396"/>
                  </a:moveTo>
                  <a:lnTo>
                    <a:pt x="1454290" y="4774049"/>
                  </a:lnTo>
                  <a:lnTo>
                    <a:pt x="1445642" y="4779042"/>
                  </a:lnTo>
                  <a:lnTo>
                    <a:pt x="1440643" y="4770389"/>
                  </a:lnTo>
                  <a:lnTo>
                    <a:pt x="1449297" y="4765396"/>
                  </a:lnTo>
                  <a:close/>
                </a:path>
                <a:path w="5889625" h="6395720">
                  <a:moveTo>
                    <a:pt x="1523998" y="4895958"/>
                  </a:moveTo>
                  <a:lnTo>
                    <a:pt x="1528405" y="4903587"/>
                  </a:lnTo>
                  <a:lnTo>
                    <a:pt x="1520771" y="4907993"/>
                  </a:lnTo>
                  <a:lnTo>
                    <a:pt x="1516364" y="4900364"/>
                  </a:lnTo>
                  <a:lnTo>
                    <a:pt x="1523998" y="4895958"/>
                  </a:lnTo>
                  <a:close/>
                </a:path>
                <a:path w="5889625" h="6395720">
                  <a:moveTo>
                    <a:pt x="1598700" y="5026520"/>
                  </a:moveTo>
                  <a:lnTo>
                    <a:pt x="1602521" y="5033136"/>
                  </a:lnTo>
                  <a:lnTo>
                    <a:pt x="1595905" y="5036956"/>
                  </a:lnTo>
                  <a:lnTo>
                    <a:pt x="1592084" y="5030340"/>
                  </a:lnTo>
                  <a:lnTo>
                    <a:pt x="1598700" y="5026520"/>
                  </a:lnTo>
                  <a:close/>
                </a:path>
                <a:path w="5889625" h="6395720">
                  <a:moveTo>
                    <a:pt x="1673295" y="5157484"/>
                  </a:moveTo>
                  <a:lnTo>
                    <a:pt x="1676233" y="5162572"/>
                  </a:lnTo>
                  <a:lnTo>
                    <a:pt x="1671145" y="5165510"/>
                  </a:lnTo>
                  <a:lnTo>
                    <a:pt x="1668207" y="5160422"/>
                  </a:lnTo>
                  <a:lnTo>
                    <a:pt x="1673295" y="5157484"/>
                  </a:lnTo>
                  <a:close/>
                </a:path>
                <a:path w="5889625" h="6395720">
                  <a:moveTo>
                    <a:pt x="1747997" y="5288047"/>
                  </a:moveTo>
                  <a:lnTo>
                    <a:pt x="1750348" y="5292116"/>
                  </a:lnTo>
                  <a:lnTo>
                    <a:pt x="1746273" y="5294467"/>
                  </a:lnTo>
                  <a:lnTo>
                    <a:pt x="1743928" y="5290398"/>
                  </a:lnTo>
                  <a:lnTo>
                    <a:pt x="1747997" y="5288047"/>
                  </a:lnTo>
                  <a:close/>
                </a:path>
                <a:path w="5889625" h="6395720">
                  <a:moveTo>
                    <a:pt x="1822698" y="5418614"/>
                  </a:moveTo>
                  <a:lnTo>
                    <a:pt x="1824458" y="5421665"/>
                  </a:lnTo>
                  <a:lnTo>
                    <a:pt x="1821407" y="5423430"/>
                  </a:lnTo>
                  <a:lnTo>
                    <a:pt x="1819642" y="5420373"/>
                  </a:lnTo>
                  <a:lnTo>
                    <a:pt x="1822698" y="5418614"/>
                  </a:lnTo>
                  <a:close/>
                </a:path>
                <a:path w="5889625" h="6395720">
                  <a:moveTo>
                    <a:pt x="1897400" y="5549176"/>
                  </a:moveTo>
                  <a:lnTo>
                    <a:pt x="1898573" y="5551208"/>
                  </a:lnTo>
                  <a:lnTo>
                    <a:pt x="1896536" y="5552381"/>
                  </a:lnTo>
                  <a:lnTo>
                    <a:pt x="1895363" y="5550355"/>
                  </a:lnTo>
                  <a:lnTo>
                    <a:pt x="1897400" y="5549176"/>
                  </a:lnTo>
                  <a:close/>
                </a:path>
                <a:path w="5889625" h="6395720">
                  <a:moveTo>
                    <a:pt x="1971089" y="5680325"/>
                  </a:moveTo>
                  <a:lnTo>
                    <a:pt x="1972440" y="5680325"/>
                  </a:lnTo>
                  <a:lnTo>
                    <a:pt x="1972689" y="5680757"/>
                  </a:lnTo>
                  <a:lnTo>
                    <a:pt x="1971338" y="5680757"/>
                  </a:lnTo>
                  <a:lnTo>
                    <a:pt x="1971089" y="5680325"/>
                  </a:lnTo>
                  <a:close/>
                </a:path>
                <a:path w="5889625" h="6395720">
                  <a:moveTo>
                    <a:pt x="0" y="2513096"/>
                  </a:moveTo>
                  <a:lnTo>
                    <a:pt x="4515" y="2520918"/>
                  </a:lnTo>
                  <a:lnTo>
                    <a:pt x="0" y="2523526"/>
                  </a:lnTo>
                  <a:lnTo>
                    <a:pt x="0" y="2513096"/>
                  </a:lnTo>
                  <a:close/>
                </a:path>
                <a:path w="5889625" h="6395720">
                  <a:moveTo>
                    <a:pt x="53043" y="2607904"/>
                  </a:moveTo>
                  <a:lnTo>
                    <a:pt x="77428" y="2650135"/>
                  </a:lnTo>
                  <a:lnTo>
                    <a:pt x="35191" y="2674520"/>
                  </a:lnTo>
                  <a:lnTo>
                    <a:pt x="10806" y="2632289"/>
                  </a:lnTo>
                  <a:lnTo>
                    <a:pt x="53043" y="2607904"/>
                  </a:lnTo>
                  <a:close/>
                </a:path>
                <a:path w="5889625" h="6395720">
                  <a:moveTo>
                    <a:pt x="127419" y="2739668"/>
                  </a:moveTo>
                  <a:lnTo>
                    <a:pt x="150335" y="2779358"/>
                  </a:lnTo>
                  <a:lnTo>
                    <a:pt x="110645" y="2802275"/>
                  </a:lnTo>
                  <a:lnTo>
                    <a:pt x="87728" y="2762585"/>
                  </a:lnTo>
                  <a:lnTo>
                    <a:pt x="127419" y="2739668"/>
                  </a:lnTo>
                  <a:close/>
                </a:path>
                <a:path w="5889625" h="6395720">
                  <a:moveTo>
                    <a:pt x="201901" y="2871030"/>
                  </a:moveTo>
                  <a:lnTo>
                    <a:pt x="223645" y="2908689"/>
                  </a:lnTo>
                  <a:lnTo>
                    <a:pt x="185986" y="2930426"/>
                  </a:lnTo>
                  <a:lnTo>
                    <a:pt x="164248" y="2892773"/>
                  </a:lnTo>
                  <a:lnTo>
                    <a:pt x="201901" y="2871030"/>
                  </a:lnTo>
                  <a:close/>
                </a:path>
                <a:path w="5889625" h="6395720">
                  <a:moveTo>
                    <a:pt x="276395" y="3002403"/>
                  </a:moveTo>
                  <a:lnTo>
                    <a:pt x="296960" y="3038019"/>
                  </a:lnTo>
                  <a:lnTo>
                    <a:pt x="261339" y="3058583"/>
                  </a:lnTo>
                  <a:lnTo>
                    <a:pt x="240774" y="3022968"/>
                  </a:lnTo>
                  <a:lnTo>
                    <a:pt x="276395" y="3002403"/>
                  </a:lnTo>
                  <a:close/>
                </a:path>
                <a:path w="5889625" h="6395720">
                  <a:moveTo>
                    <a:pt x="350771" y="3134162"/>
                  </a:moveTo>
                  <a:lnTo>
                    <a:pt x="369873" y="3167242"/>
                  </a:lnTo>
                  <a:lnTo>
                    <a:pt x="336799" y="3186338"/>
                  </a:lnTo>
                  <a:lnTo>
                    <a:pt x="317697" y="3153258"/>
                  </a:lnTo>
                  <a:lnTo>
                    <a:pt x="350771" y="3134162"/>
                  </a:lnTo>
                  <a:close/>
                </a:path>
                <a:path w="5889625" h="6395720">
                  <a:moveTo>
                    <a:pt x="425265" y="3265535"/>
                  </a:moveTo>
                  <a:lnTo>
                    <a:pt x="443183" y="3296572"/>
                  </a:lnTo>
                  <a:lnTo>
                    <a:pt x="412140" y="3314495"/>
                  </a:lnTo>
                  <a:lnTo>
                    <a:pt x="394222" y="3283458"/>
                  </a:lnTo>
                  <a:lnTo>
                    <a:pt x="425265" y="3265535"/>
                  </a:lnTo>
                  <a:close/>
                </a:path>
                <a:path w="5889625" h="6395720">
                  <a:moveTo>
                    <a:pt x="499641" y="3397294"/>
                  </a:moveTo>
                  <a:lnTo>
                    <a:pt x="516096" y="3425795"/>
                  </a:lnTo>
                  <a:lnTo>
                    <a:pt x="487594" y="3442250"/>
                  </a:lnTo>
                  <a:lnTo>
                    <a:pt x="471139" y="3413748"/>
                  </a:lnTo>
                  <a:lnTo>
                    <a:pt x="499641" y="3397294"/>
                  </a:lnTo>
                  <a:close/>
                </a:path>
                <a:path w="5889625" h="6395720">
                  <a:moveTo>
                    <a:pt x="574237" y="3528264"/>
                  </a:moveTo>
                  <a:lnTo>
                    <a:pt x="589808" y="3555232"/>
                  </a:lnTo>
                  <a:lnTo>
                    <a:pt x="562835" y="3570804"/>
                  </a:lnTo>
                  <a:lnTo>
                    <a:pt x="547263" y="3543836"/>
                  </a:lnTo>
                  <a:lnTo>
                    <a:pt x="574237" y="3528264"/>
                  </a:lnTo>
                  <a:close/>
                </a:path>
                <a:path w="5889625" h="6395720">
                  <a:moveTo>
                    <a:pt x="648719" y="3659626"/>
                  </a:moveTo>
                  <a:lnTo>
                    <a:pt x="663118" y="3684562"/>
                  </a:lnTo>
                  <a:lnTo>
                    <a:pt x="638188" y="3698955"/>
                  </a:lnTo>
                  <a:lnTo>
                    <a:pt x="623789" y="3674019"/>
                  </a:lnTo>
                  <a:lnTo>
                    <a:pt x="648719" y="3659626"/>
                  </a:lnTo>
                  <a:close/>
                </a:path>
                <a:path w="5889625" h="6395720">
                  <a:moveTo>
                    <a:pt x="723101" y="3791396"/>
                  </a:moveTo>
                  <a:lnTo>
                    <a:pt x="736025" y="3813785"/>
                  </a:lnTo>
                  <a:lnTo>
                    <a:pt x="713642" y="3826709"/>
                  </a:lnTo>
                  <a:lnTo>
                    <a:pt x="700712" y="3804320"/>
                  </a:lnTo>
                  <a:lnTo>
                    <a:pt x="723101" y="3791396"/>
                  </a:lnTo>
                  <a:close/>
                </a:path>
                <a:path w="5889625" h="6395720">
                  <a:moveTo>
                    <a:pt x="797696" y="3922355"/>
                  </a:moveTo>
                  <a:lnTo>
                    <a:pt x="809743" y="3943222"/>
                  </a:lnTo>
                  <a:lnTo>
                    <a:pt x="788876" y="3955269"/>
                  </a:lnTo>
                  <a:lnTo>
                    <a:pt x="776829" y="3934402"/>
                  </a:lnTo>
                  <a:lnTo>
                    <a:pt x="797696" y="3922355"/>
                  </a:lnTo>
                  <a:close/>
                </a:path>
                <a:path w="5889625" h="6395720">
                  <a:moveTo>
                    <a:pt x="872184" y="4053728"/>
                  </a:moveTo>
                  <a:lnTo>
                    <a:pt x="883053" y="4072552"/>
                  </a:lnTo>
                  <a:lnTo>
                    <a:pt x="864223" y="4083421"/>
                  </a:lnTo>
                  <a:lnTo>
                    <a:pt x="853355" y="4064597"/>
                  </a:lnTo>
                  <a:lnTo>
                    <a:pt x="872184" y="4053728"/>
                  </a:lnTo>
                  <a:close/>
                </a:path>
                <a:path w="5889625" h="6395720">
                  <a:moveTo>
                    <a:pt x="946773" y="4184687"/>
                  </a:moveTo>
                  <a:lnTo>
                    <a:pt x="956765" y="4201989"/>
                  </a:lnTo>
                  <a:lnTo>
                    <a:pt x="939464" y="4211975"/>
                  </a:lnTo>
                  <a:lnTo>
                    <a:pt x="929478" y="4194673"/>
                  </a:lnTo>
                  <a:lnTo>
                    <a:pt x="946773" y="4184687"/>
                  </a:lnTo>
                  <a:close/>
                </a:path>
                <a:path w="5889625" h="6395720">
                  <a:moveTo>
                    <a:pt x="1021261" y="4316055"/>
                  </a:moveTo>
                  <a:lnTo>
                    <a:pt x="1030075" y="4331318"/>
                  </a:lnTo>
                  <a:lnTo>
                    <a:pt x="1014811" y="4340132"/>
                  </a:lnTo>
                  <a:lnTo>
                    <a:pt x="1005998" y="4324868"/>
                  </a:lnTo>
                  <a:lnTo>
                    <a:pt x="1021261" y="4316055"/>
                  </a:lnTo>
                  <a:close/>
                </a:path>
                <a:path w="5889625" h="6395720">
                  <a:moveTo>
                    <a:pt x="1095857" y="4447019"/>
                  </a:moveTo>
                  <a:lnTo>
                    <a:pt x="1103787" y="4460755"/>
                  </a:lnTo>
                  <a:lnTo>
                    <a:pt x="1090052" y="4468686"/>
                  </a:lnTo>
                  <a:lnTo>
                    <a:pt x="1082121" y="4454950"/>
                  </a:lnTo>
                  <a:lnTo>
                    <a:pt x="1095857" y="4447019"/>
                  </a:lnTo>
                  <a:close/>
                </a:path>
                <a:path w="5889625" h="6395720">
                  <a:moveTo>
                    <a:pt x="1170452" y="4577984"/>
                  </a:moveTo>
                  <a:lnTo>
                    <a:pt x="1177501" y="4590198"/>
                  </a:lnTo>
                  <a:lnTo>
                    <a:pt x="1165293" y="4597246"/>
                  </a:lnTo>
                  <a:lnTo>
                    <a:pt x="1158244" y="4585032"/>
                  </a:lnTo>
                  <a:lnTo>
                    <a:pt x="1170452" y="4577984"/>
                  </a:lnTo>
                  <a:close/>
                </a:path>
                <a:path w="5889625" h="6395720">
                  <a:moveTo>
                    <a:pt x="1244940" y="4709352"/>
                  </a:moveTo>
                  <a:lnTo>
                    <a:pt x="1250816" y="4719528"/>
                  </a:lnTo>
                  <a:lnTo>
                    <a:pt x="1240640" y="4725403"/>
                  </a:lnTo>
                  <a:lnTo>
                    <a:pt x="1234765" y="4715227"/>
                  </a:lnTo>
                  <a:lnTo>
                    <a:pt x="1244940" y="4709352"/>
                  </a:lnTo>
                  <a:close/>
                </a:path>
                <a:path w="5889625" h="6395720">
                  <a:moveTo>
                    <a:pt x="1319535" y="4840310"/>
                  </a:moveTo>
                  <a:lnTo>
                    <a:pt x="1324528" y="4848964"/>
                  </a:lnTo>
                  <a:lnTo>
                    <a:pt x="1315881" y="4853957"/>
                  </a:lnTo>
                  <a:lnTo>
                    <a:pt x="1310888" y="4845304"/>
                  </a:lnTo>
                  <a:lnTo>
                    <a:pt x="1319535" y="4840310"/>
                  </a:lnTo>
                  <a:close/>
                </a:path>
                <a:path w="5889625" h="6395720">
                  <a:moveTo>
                    <a:pt x="1394237" y="4970873"/>
                  </a:moveTo>
                  <a:lnTo>
                    <a:pt x="1398644" y="4978507"/>
                  </a:lnTo>
                  <a:lnTo>
                    <a:pt x="1391010" y="4982914"/>
                  </a:lnTo>
                  <a:lnTo>
                    <a:pt x="1386602" y="4975279"/>
                  </a:lnTo>
                  <a:lnTo>
                    <a:pt x="1394237" y="4970873"/>
                  </a:lnTo>
                  <a:close/>
                </a:path>
                <a:path w="5889625" h="6395720">
                  <a:moveTo>
                    <a:pt x="1468939" y="5101435"/>
                  </a:moveTo>
                  <a:lnTo>
                    <a:pt x="1472759" y="5108057"/>
                  </a:lnTo>
                  <a:lnTo>
                    <a:pt x="1466143" y="5111877"/>
                  </a:lnTo>
                  <a:lnTo>
                    <a:pt x="1462323" y="5105255"/>
                  </a:lnTo>
                  <a:lnTo>
                    <a:pt x="1468939" y="5101435"/>
                  </a:lnTo>
                  <a:close/>
                </a:path>
                <a:path w="5889625" h="6395720">
                  <a:moveTo>
                    <a:pt x="1543534" y="5232405"/>
                  </a:moveTo>
                  <a:lnTo>
                    <a:pt x="1546472" y="5237493"/>
                  </a:lnTo>
                  <a:lnTo>
                    <a:pt x="1541384" y="5240431"/>
                  </a:lnTo>
                  <a:lnTo>
                    <a:pt x="1538446" y="5235343"/>
                  </a:lnTo>
                  <a:lnTo>
                    <a:pt x="1543534" y="5232405"/>
                  </a:lnTo>
                  <a:close/>
                </a:path>
                <a:path w="5889625" h="6395720">
                  <a:moveTo>
                    <a:pt x="1618236" y="5362967"/>
                  </a:moveTo>
                  <a:lnTo>
                    <a:pt x="1620587" y="5367037"/>
                  </a:lnTo>
                  <a:lnTo>
                    <a:pt x="1616512" y="5369388"/>
                  </a:lnTo>
                  <a:lnTo>
                    <a:pt x="1614166" y="5365319"/>
                  </a:lnTo>
                  <a:lnTo>
                    <a:pt x="1618236" y="5362967"/>
                  </a:lnTo>
                  <a:close/>
                </a:path>
                <a:path w="5889625" h="6395720">
                  <a:moveTo>
                    <a:pt x="1692943" y="5493529"/>
                  </a:moveTo>
                  <a:lnTo>
                    <a:pt x="1694702" y="5496580"/>
                  </a:lnTo>
                  <a:lnTo>
                    <a:pt x="1691646" y="5498345"/>
                  </a:lnTo>
                  <a:lnTo>
                    <a:pt x="1689887" y="5495295"/>
                  </a:lnTo>
                  <a:lnTo>
                    <a:pt x="1692943" y="5493529"/>
                  </a:lnTo>
                  <a:close/>
                </a:path>
                <a:path w="5889625" h="6395720">
                  <a:moveTo>
                    <a:pt x="1767639" y="5624097"/>
                  </a:moveTo>
                  <a:lnTo>
                    <a:pt x="1768812" y="5626123"/>
                  </a:lnTo>
                  <a:lnTo>
                    <a:pt x="1766781" y="5627296"/>
                  </a:lnTo>
                  <a:lnTo>
                    <a:pt x="1765608" y="5625270"/>
                  </a:lnTo>
                  <a:lnTo>
                    <a:pt x="1767639" y="5624097"/>
                  </a:lnTo>
                  <a:close/>
                </a:path>
                <a:path w="5889625" h="6395720">
                  <a:moveTo>
                    <a:pt x="1841328" y="5755246"/>
                  </a:moveTo>
                  <a:lnTo>
                    <a:pt x="1842680" y="5755246"/>
                  </a:lnTo>
                  <a:lnTo>
                    <a:pt x="1842927" y="5755672"/>
                  </a:lnTo>
                  <a:lnTo>
                    <a:pt x="1841575" y="5755672"/>
                  </a:lnTo>
                  <a:lnTo>
                    <a:pt x="1841328" y="5755246"/>
                  </a:lnTo>
                  <a:close/>
                </a:path>
                <a:path w="5889625" h="6395720">
                  <a:moveTo>
                    <a:pt x="0" y="2819214"/>
                  </a:moveTo>
                  <a:lnTo>
                    <a:pt x="20178" y="2854167"/>
                  </a:lnTo>
                  <a:lnTo>
                    <a:pt x="0" y="2865819"/>
                  </a:lnTo>
                  <a:lnTo>
                    <a:pt x="0" y="2819214"/>
                  </a:lnTo>
                  <a:close/>
                </a:path>
                <a:path w="5889625" h="6395720">
                  <a:moveTo>
                    <a:pt x="72041" y="2946353"/>
                  </a:moveTo>
                  <a:lnTo>
                    <a:pt x="93488" y="2983496"/>
                  </a:lnTo>
                  <a:lnTo>
                    <a:pt x="56339" y="3004944"/>
                  </a:lnTo>
                  <a:lnTo>
                    <a:pt x="34891" y="2967800"/>
                  </a:lnTo>
                  <a:lnTo>
                    <a:pt x="72041" y="2946353"/>
                  </a:lnTo>
                  <a:close/>
                </a:path>
                <a:path w="5889625" h="6395720">
                  <a:moveTo>
                    <a:pt x="146529" y="3077715"/>
                  </a:moveTo>
                  <a:lnTo>
                    <a:pt x="166804" y="3112827"/>
                  </a:lnTo>
                  <a:lnTo>
                    <a:pt x="131692" y="3133095"/>
                  </a:lnTo>
                  <a:lnTo>
                    <a:pt x="111417" y="3097989"/>
                  </a:lnTo>
                  <a:lnTo>
                    <a:pt x="146529" y="3077715"/>
                  </a:lnTo>
                  <a:close/>
                </a:path>
                <a:path w="5889625" h="6395720">
                  <a:moveTo>
                    <a:pt x="220911" y="3209485"/>
                  </a:moveTo>
                  <a:lnTo>
                    <a:pt x="239710" y="3242050"/>
                  </a:lnTo>
                  <a:lnTo>
                    <a:pt x="207145" y="3260856"/>
                  </a:lnTo>
                  <a:lnTo>
                    <a:pt x="188340" y="3228285"/>
                  </a:lnTo>
                  <a:lnTo>
                    <a:pt x="220911" y="3209485"/>
                  </a:lnTo>
                  <a:close/>
                </a:path>
                <a:path w="5889625" h="6395720">
                  <a:moveTo>
                    <a:pt x="295393" y="3340846"/>
                  </a:moveTo>
                  <a:lnTo>
                    <a:pt x="313020" y="3371380"/>
                  </a:lnTo>
                  <a:lnTo>
                    <a:pt x="282487" y="3389007"/>
                  </a:lnTo>
                  <a:lnTo>
                    <a:pt x="264860" y="3358473"/>
                  </a:lnTo>
                  <a:lnTo>
                    <a:pt x="295393" y="3340846"/>
                  </a:lnTo>
                  <a:close/>
                </a:path>
                <a:path w="5889625" h="6395720">
                  <a:moveTo>
                    <a:pt x="369881" y="3472214"/>
                  </a:moveTo>
                  <a:lnTo>
                    <a:pt x="386336" y="3500710"/>
                  </a:lnTo>
                  <a:lnTo>
                    <a:pt x="357840" y="3517164"/>
                  </a:lnTo>
                  <a:lnTo>
                    <a:pt x="341385" y="3488662"/>
                  </a:lnTo>
                  <a:lnTo>
                    <a:pt x="369881" y="3472214"/>
                  </a:lnTo>
                  <a:close/>
                </a:path>
                <a:path w="5889625" h="6395720">
                  <a:moveTo>
                    <a:pt x="444476" y="3603179"/>
                  </a:moveTo>
                  <a:lnTo>
                    <a:pt x="460048" y="3630152"/>
                  </a:lnTo>
                  <a:lnTo>
                    <a:pt x="433075" y="3645724"/>
                  </a:lnTo>
                  <a:lnTo>
                    <a:pt x="417503" y="3618750"/>
                  </a:lnTo>
                  <a:lnTo>
                    <a:pt x="444476" y="3603179"/>
                  </a:lnTo>
                  <a:close/>
                </a:path>
                <a:path w="5889625" h="6395720">
                  <a:moveTo>
                    <a:pt x="518858" y="3734949"/>
                  </a:moveTo>
                  <a:lnTo>
                    <a:pt x="532955" y="3759370"/>
                  </a:lnTo>
                  <a:lnTo>
                    <a:pt x="508528" y="3773473"/>
                  </a:lnTo>
                  <a:lnTo>
                    <a:pt x="494431" y="3749052"/>
                  </a:lnTo>
                  <a:lnTo>
                    <a:pt x="518858" y="3734949"/>
                  </a:lnTo>
                  <a:close/>
                </a:path>
                <a:path w="5889625" h="6395720">
                  <a:moveTo>
                    <a:pt x="593347" y="3866310"/>
                  </a:moveTo>
                  <a:lnTo>
                    <a:pt x="606271" y="3888699"/>
                  </a:lnTo>
                  <a:lnTo>
                    <a:pt x="583882" y="3901630"/>
                  </a:lnTo>
                  <a:lnTo>
                    <a:pt x="570958" y="3879241"/>
                  </a:lnTo>
                  <a:lnTo>
                    <a:pt x="593347" y="3866310"/>
                  </a:lnTo>
                  <a:close/>
                </a:path>
                <a:path w="5889625" h="6395720">
                  <a:moveTo>
                    <a:pt x="667935" y="3997275"/>
                  </a:moveTo>
                  <a:lnTo>
                    <a:pt x="679983" y="4018142"/>
                  </a:lnTo>
                  <a:lnTo>
                    <a:pt x="659122" y="4030184"/>
                  </a:lnTo>
                  <a:lnTo>
                    <a:pt x="647075" y="4009317"/>
                  </a:lnTo>
                  <a:lnTo>
                    <a:pt x="667935" y="3997275"/>
                  </a:lnTo>
                  <a:close/>
                </a:path>
                <a:path w="5889625" h="6395720">
                  <a:moveTo>
                    <a:pt x="742424" y="4128643"/>
                  </a:moveTo>
                  <a:lnTo>
                    <a:pt x="753292" y="4147472"/>
                  </a:lnTo>
                  <a:lnTo>
                    <a:pt x="734469" y="4158341"/>
                  </a:lnTo>
                  <a:lnTo>
                    <a:pt x="723600" y="4139511"/>
                  </a:lnTo>
                  <a:lnTo>
                    <a:pt x="742424" y="4128643"/>
                  </a:lnTo>
                  <a:close/>
                </a:path>
                <a:path w="5889625" h="6395720">
                  <a:moveTo>
                    <a:pt x="817019" y="4259601"/>
                  </a:moveTo>
                  <a:lnTo>
                    <a:pt x="827011" y="4276903"/>
                  </a:lnTo>
                  <a:lnTo>
                    <a:pt x="809710" y="4286895"/>
                  </a:lnTo>
                  <a:lnTo>
                    <a:pt x="799718" y="4269594"/>
                  </a:lnTo>
                  <a:lnTo>
                    <a:pt x="817019" y="4259601"/>
                  </a:lnTo>
                  <a:close/>
                </a:path>
                <a:path w="5889625" h="6395720">
                  <a:moveTo>
                    <a:pt x="891501" y="4390969"/>
                  </a:moveTo>
                  <a:lnTo>
                    <a:pt x="900315" y="4406233"/>
                  </a:lnTo>
                  <a:lnTo>
                    <a:pt x="885051" y="4415046"/>
                  </a:lnTo>
                  <a:lnTo>
                    <a:pt x="876238" y="4399782"/>
                  </a:lnTo>
                  <a:lnTo>
                    <a:pt x="891501" y="4390969"/>
                  </a:lnTo>
                  <a:close/>
                </a:path>
                <a:path w="5889625" h="6395720">
                  <a:moveTo>
                    <a:pt x="966097" y="4521940"/>
                  </a:moveTo>
                  <a:lnTo>
                    <a:pt x="974027" y="4535675"/>
                  </a:lnTo>
                  <a:lnTo>
                    <a:pt x="960292" y="4543606"/>
                  </a:lnTo>
                  <a:lnTo>
                    <a:pt x="952361" y="4529871"/>
                  </a:lnTo>
                  <a:lnTo>
                    <a:pt x="966097" y="4521940"/>
                  </a:lnTo>
                  <a:close/>
                </a:path>
                <a:path w="5889625" h="6395720">
                  <a:moveTo>
                    <a:pt x="1040698" y="4652899"/>
                  </a:moveTo>
                  <a:lnTo>
                    <a:pt x="1047746" y="4665112"/>
                  </a:lnTo>
                  <a:lnTo>
                    <a:pt x="1035533" y="4672160"/>
                  </a:lnTo>
                  <a:lnTo>
                    <a:pt x="1028484" y="4659953"/>
                  </a:lnTo>
                  <a:lnTo>
                    <a:pt x="1040698" y="4652899"/>
                  </a:lnTo>
                  <a:close/>
                </a:path>
                <a:path w="5889625" h="6395720">
                  <a:moveTo>
                    <a:pt x="1115180" y="4784266"/>
                  </a:moveTo>
                  <a:lnTo>
                    <a:pt x="1121056" y="4794442"/>
                  </a:lnTo>
                  <a:lnTo>
                    <a:pt x="1110880" y="4800318"/>
                  </a:lnTo>
                  <a:lnTo>
                    <a:pt x="1105004" y="4790142"/>
                  </a:lnTo>
                  <a:lnTo>
                    <a:pt x="1115180" y="4784266"/>
                  </a:lnTo>
                  <a:close/>
                </a:path>
                <a:path w="5889625" h="6395720">
                  <a:moveTo>
                    <a:pt x="1189775" y="4915231"/>
                  </a:moveTo>
                  <a:lnTo>
                    <a:pt x="1194768" y="4923884"/>
                  </a:lnTo>
                  <a:lnTo>
                    <a:pt x="1186121" y="4928878"/>
                  </a:lnTo>
                  <a:lnTo>
                    <a:pt x="1181128" y="4920224"/>
                  </a:lnTo>
                  <a:lnTo>
                    <a:pt x="1189775" y="4915231"/>
                  </a:lnTo>
                  <a:close/>
                </a:path>
                <a:path w="5889625" h="6395720">
                  <a:moveTo>
                    <a:pt x="1264477" y="5045793"/>
                  </a:moveTo>
                  <a:lnTo>
                    <a:pt x="1268884" y="5053422"/>
                  </a:lnTo>
                  <a:lnTo>
                    <a:pt x="1261249" y="5057828"/>
                  </a:lnTo>
                  <a:lnTo>
                    <a:pt x="1256842" y="5050200"/>
                  </a:lnTo>
                  <a:lnTo>
                    <a:pt x="1264477" y="5045793"/>
                  </a:lnTo>
                  <a:close/>
                </a:path>
                <a:path w="5889625" h="6395720">
                  <a:moveTo>
                    <a:pt x="1339179" y="5176355"/>
                  </a:moveTo>
                  <a:lnTo>
                    <a:pt x="1342999" y="5182971"/>
                  </a:lnTo>
                  <a:lnTo>
                    <a:pt x="1336383" y="5186791"/>
                  </a:lnTo>
                  <a:lnTo>
                    <a:pt x="1332563" y="5180175"/>
                  </a:lnTo>
                  <a:lnTo>
                    <a:pt x="1339179" y="5176355"/>
                  </a:lnTo>
                  <a:close/>
                </a:path>
                <a:path w="5889625" h="6395720">
                  <a:moveTo>
                    <a:pt x="1413774" y="5307320"/>
                  </a:moveTo>
                  <a:lnTo>
                    <a:pt x="1416712" y="5312407"/>
                  </a:lnTo>
                  <a:lnTo>
                    <a:pt x="1411624" y="5315345"/>
                  </a:lnTo>
                  <a:lnTo>
                    <a:pt x="1408686" y="5310257"/>
                  </a:lnTo>
                  <a:lnTo>
                    <a:pt x="1413774" y="5307320"/>
                  </a:lnTo>
                  <a:close/>
                </a:path>
                <a:path w="5889625" h="6395720">
                  <a:moveTo>
                    <a:pt x="1488481" y="5437882"/>
                  </a:moveTo>
                  <a:lnTo>
                    <a:pt x="1490827" y="5441951"/>
                  </a:lnTo>
                  <a:lnTo>
                    <a:pt x="1486752" y="5444302"/>
                  </a:lnTo>
                  <a:lnTo>
                    <a:pt x="1484406" y="5440233"/>
                  </a:lnTo>
                  <a:lnTo>
                    <a:pt x="1488481" y="5437882"/>
                  </a:lnTo>
                  <a:close/>
                </a:path>
                <a:path w="5889625" h="6395720">
                  <a:moveTo>
                    <a:pt x="1563183" y="5568444"/>
                  </a:moveTo>
                  <a:lnTo>
                    <a:pt x="1564942" y="5571500"/>
                  </a:lnTo>
                  <a:lnTo>
                    <a:pt x="1561891" y="5573259"/>
                  </a:lnTo>
                  <a:lnTo>
                    <a:pt x="1560132" y="5570209"/>
                  </a:lnTo>
                  <a:lnTo>
                    <a:pt x="1563183" y="5568444"/>
                  </a:lnTo>
                  <a:close/>
                </a:path>
                <a:path w="5889625" h="6395720">
                  <a:moveTo>
                    <a:pt x="1637885" y="5699012"/>
                  </a:moveTo>
                  <a:lnTo>
                    <a:pt x="1639058" y="5701037"/>
                  </a:lnTo>
                  <a:lnTo>
                    <a:pt x="1637020" y="5702216"/>
                  </a:lnTo>
                  <a:lnTo>
                    <a:pt x="1635847" y="5700184"/>
                  </a:lnTo>
                  <a:lnTo>
                    <a:pt x="1637885" y="5699012"/>
                  </a:lnTo>
                  <a:close/>
                </a:path>
                <a:path w="5889625" h="6395720">
                  <a:moveTo>
                    <a:pt x="1711568" y="5830160"/>
                  </a:moveTo>
                  <a:lnTo>
                    <a:pt x="1712918" y="5830160"/>
                  </a:lnTo>
                  <a:lnTo>
                    <a:pt x="1713167" y="5830593"/>
                  </a:lnTo>
                  <a:lnTo>
                    <a:pt x="1711817" y="5830593"/>
                  </a:lnTo>
                  <a:lnTo>
                    <a:pt x="1711568" y="5830160"/>
                  </a:lnTo>
                  <a:close/>
                </a:path>
                <a:path w="5889625" h="6395720">
                  <a:moveTo>
                    <a:pt x="16767" y="3152635"/>
                  </a:moveTo>
                  <a:lnTo>
                    <a:pt x="37042" y="3187741"/>
                  </a:lnTo>
                  <a:lnTo>
                    <a:pt x="1930" y="3208016"/>
                  </a:lnTo>
                  <a:lnTo>
                    <a:pt x="0" y="3204672"/>
                  </a:lnTo>
                  <a:lnTo>
                    <a:pt x="0" y="3162315"/>
                  </a:lnTo>
                  <a:lnTo>
                    <a:pt x="16767" y="3152635"/>
                  </a:lnTo>
                  <a:close/>
                </a:path>
                <a:path w="5889625" h="6395720">
                  <a:moveTo>
                    <a:pt x="91149" y="3284400"/>
                  </a:moveTo>
                  <a:lnTo>
                    <a:pt x="109955" y="3316971"/>
                  </a:lnTo>
                  <a:lnTo>
                    <a:pt x="77384" y="3335771"/>
                  </a:lnTo>
                  <a:lnTo>
                    <a:pt x="58584" y="3303205"/>
                  </a:lnTo>
                  <a:lnTo>
                    <a:pt x="91149" y="3284400"/>
                  </a:lnTo>
                  <a:close/>
                </a:path>
                <a:path w="5889625" h="6395720">
                  <a:moveTo>
                    <a:pt x="165638" y="3415762"/>
                  </a:moveTo>
                  <a:lnTo>
                    <a:pt x="183264" y="3446295"/>
                  </a:lnTo>
                  <a:lnTo>
                    <a:pt x="152731" y="3463928"/>
                  </a:lnTo>
                  <a:lnTo>
                    <a:pt x="135104" y="3433394"/>
                  </a:lnTo>
                  <a:lnTo>
                    <a:pt x="165638" y="3415762"/>
                  </a:lnTo>
                  <a:close/>
                </a:path>
                <a:path w="5889625" h="6395720">
                  <a:moveTo>
                    <a:pt x="240019" y="3547532"/>
                  </a:moveTo>
                  <a:lnTo>
                    <a:pt x="256178" y="3575518"/>
                  </a:lnTo>
                  <a:lnTo>
                    <a:pt x="228185" y="3591682"/>
                  </a:lnTo>
                  <a:lnTo>
                    <a:pt x="212027" y="3563696"/>
                  </a:lnTo>
                  <a:lnTo>
                    <a:pt x="240019" y="3547532"/>
                  </a:lnTo>
                  <a:close/>
                </a:path>
                <a:path w="5889625" h="6395720">
                  <a:moveTo>
                    <a:pt x="314615" y="3678497"/>
                  </a:moveTo>
                  <a:lnTo>
                    <a:pt x="329890" y="3704955"/>
                  </a:lnTo>
                  <a:lnTo>
                    <a:pt x="303426" y="3720236"/>
                  </a:lnTo>
                  <a:lnTo>
                    <a:pt x="288151" y="3693778"/>
                  </a:lnTo>
                  <a:lnTo>
                    <a:pt x="314615" y="3678497"/>
                  </a:lnTo>
                  <a:close/>
                </a:path>
                <a:path w="5889625" h="6395720">
                  <a:moveTo>
                    <a:pt x="389097" y="3809864"/>
                  </a:moveTo>
                  <a:lnTo>
                    <a:pt x="403194" y="3834285"/>
                  </a:lnTo>
                  <a:lnTo>
                    <a:pt x="378773" y="3848388"/>
                  </a:lnTo>
                  <a:lnTo>
                    <a:pt x="364676" y="3823967"/>
                  </a:lnTo>
                  <a:lnTo>
                    <a:pt x="389097" y="3809864"/>
                  </a:lnTo>
                  <a:close/>
                </a:path>
                <a:path w="5889625" h="6395720">
                  <a:moveTo>
                    <a:pt x="463473" y="3941628"/>
                  </a:moveTo>
                  <a:lnTo>
                    <a:pt x="476107" y="3963514"/>
                  </a:lnTo>
                  <a:lnTo>
                    <a:pt x="454233" y="3976142"/>
                  </a:lnTo>
                  <a:lnTo>
                    <a:pt x="441599" y="3954262"/>
                  </a:lnTo>
                  <a:lnTo>
                    <a:pt x="463473" y="3941628"/>
                  </a:lnTo>
                  <a:close/>
                </a:path>
                <a:path w="5889625" h="6395720">
                  <a:moveTo>
                    <a:pt x="538074" y="4072593"/>
                  </a:moveTo>
                  <a:lnTo>
                    <a:pt x="549825" y="4092945"/>
                  </a:lnTo>
                  <a:lnTo>
                    <a:pt x="529468" y="4104702"/>
                  </a:lnTo>
                  <a:lnTo>
                    <a:pt x="517717" y="4084344"/>
                  </a:lnTo>
                  <a:lnTo>
                    <a:pt x="538074" y="4072593"/>
                  </a:lnTo>
                  <a:close/>
                </a:path>
                <a:path w="5889625" h="6395720">
                  <a:moveTo>
                    <a:pt x="612557" y="4203961"/>
                  </a:moveTo>
                  <a:lnTo>
                    <a:pt x="623135" y="4222281"/>
                  </a:lnTo>
                  <a:lnTo>
                    <a:pt x="604821" y="4232859"/>
                  </a:lnTo>
                  <a:lnTo>
                    <a:pt x="594243" y="4214533"/>
                  </a:lnTo>
                  <a:lnTo>
                    <a:pt x="612557" y="4203961"/>
                  </a:lnTo>
                  <a:close/>
                </a:path>
                <a:path w="5889625" h="6395720">
                  <a:moveTo>
                    <a:pt x="687152" y="4334925"/>
                  </a:moveTo>
                  <a:lnTo>
                    <a:pt x="696848" y="4351717"/>
                  </a:lnTo>
                  <a:lnTo>
                    <a:pt x="680056" y="4361407"/>
                  </a:lnTo>
                  <a:lnTo>
                    <a:pt x="670366" y="4344621"/>
                  </a:lnTo>
                  <a:lnTo>
                    <a:pt x="687152" y="4334925"/>
                  </a:lnTo>
                  <a:close/>
                </a:path>
                <a:path w="5889625" h="6395720">
                  <a:moveTo>
                    <a:pt x="761640" y="4466287"/>
                  </a:moveTo>
                  <a:lnTo>
                    <a:pt x="770163" y="4481047"/>
                  </a:lnTo>
                  <a:lnTo>
                    <a:pt x="755403" y="4489570"/>
                  </a:lnTo>
                  <a:lnTo>
                    <a:pt x="746886" y="4474810"/>
                  </a:lnTo>
                  <a:lnTo>
                    <a:pt x="761640" y="4466287"/>
                  </a:lnTo>
                  <a:close/>
                </a:path>
                <a:path w="5889625" h="6395720">
                  <a:moveTo>
                    <a:pt x="836342" y="4596855"/>
                  </a:moveTo>
                  <a:lnTo>
                    <a:pt x="844272" y="4610590"/>
                  </a:lnTo>
                  <a:lnTo>
                    <a:pt x="830531" y="4618521"/>
                  </a:lnTo>
                  <a:lnTo>
                    <a:pt x="822600" y="4604786"/>
                  </a:lnTo>
                  <a:lnTo>
                    <a:pt x="836342" y="4596855"/>
                  </a:lnTo>
                  <a:close/>
                </a:path>
                <a:path w="5889625" h="6395720">
                  <a:moveTo>
                    <a:pt x="910830" y="4728216"/>
                  </a:moveTo>
                  <a:lnTo>
                    <a:pt x="917588" y="4739926"/>
                  </a:lnTo>
                  <a:lnTo>
                    <a:pt x="905884" y="4746678"/>
                  </a:lnTo>
                  <a:lnTo>
                    <a:pt x="899126" y="4734974"/>
                  </a:lnTo>
                  <a:lnTo>
                    <a:pt x="910830" y="4728216"/>
                  </a:lnTo>
                  <a:close/>
                </a:path>
                <a:path w="5889625" h="6395720">
                  <a:moveTo>
                    <a:pt x="985425" y="4859187"/>
                  </a:moveTo>
                  <a:lnTo>
                    <a:pt x="991301" y="4869363"/>
                  </a:lnTo>
                  <a:lnTo>
                    <a:pt x="981119" y="4875238"/>
                  </a:lnTo>
                  <a:lnTo>
                    <a:pt x="975243" y="4865062"/>
                  </a:lnTo>
                  <a:lnTo>
                    <a:pt x="985425" y="4859187"/>
                  </a:lnTo>
                  <a:close/>
                </a:path>
                <a:path w="5889625" h="6395720">
                  <a:moveTo>
                    <a:pt x="1060020" y="4990146"/>
                  </a:moveTo>
                  <a:lnTo>
                    <a:pt x="1065013" y="4998799"/>
                  </a:lnTo>
                  <a:lnTo>
                    <a:pt x="1056360" y="5003792"/>
                  </a:lnTo>
                  <a:lnTo>
                    <a:pt x="1051367" y="4995139"/>
                  </a:lnTo>
                  <a:lnTo>
                    <a:pt x="1060020" y="4990146"/>
                  </a:lnTo>
                  <a:close/>
                </a:path>
                <a:path w="5889625" h="6395720">
                  <a:moveTo>
                    <a:pt x="1134716" y="5120708"/>
                  </a:moveTo>
                  <a:lnTo>
                    <a:pt x="1139123" y="5128343"/>
                  </a:lnTo>
                  <a:lnTo>
                    <a:pt x="1131495" y="5132749"/>
                  </a:lnTo>
                  <a:lnTo>
                    <a:pt x="1127088" y="5125114"/>
                  </a:lnTo>
                  <a:lnTo>
                    <a:pt x="1134716" y="5120708"/>
                  </a:lnTo>
                  <a:close/>
                </a:path>
                <a:path w="5889625" h="6395720">
                  <a:moveTo>
                    <a:pt x="1209424" y="5251270"/>
                  </a:moveTo>
                  <a:lnTo>
                    <a:pt x="1213244" y="5257892"/>
                  </a:lnTo>
                  <a:lnTo>
                    <a:pt x="1206628" y="5261706"/>
                  </a:lnTo>
                  <a:lnTo>
                    <a:pt x="1202808" y="5255090"/>
                  </a:lnTo>
                  <a:lnTo>
                    <a:pt x="1209424" y="5251270"/>
                  </a:lnTo>
                  <a:close/>
                </a:path>
                <a:path w="5889625" h="6395720">
                  <a:moveTo>
                    <a:pt x="1284013" y="5382241"/>
                  </a:moveTo>
                  <a:lnTo>
                    <a:pt x="1286951" y="5387328"/>
                  </a:lnTo>
                  <a:lnTo>
                    <a:pt x="1281863" y="5390266"/>
                  </a:lnTo>
                  <a:lnTo>
                    <a:pt x="1278925" y="5385178"/>
                  </a:lnTo>
                  <a:lnTo>
                    <a:pt x="1284013" y="5382241"/>
                  </a:lnTo>
                  <a:close/>
                </a:path>
                <a:path w="5889625" h="6395720">
                  <a:moveTo>
                    <a:pt x="1358720" y="5512803"/>
                  </a:moveTo>
                  <a:lnTo>
                    <a:pt x="1361066" y="5516872"/>
                  </a:lnTo>
                  <a:lnTo>
                    <a:pt x="1356996" y="5519217"/>
                  </a:lnTo>
                  <a:lnTo>
                    <a:pt x="1354651" y="5515148"/>
                  </a:lnTo>
                  <a:lnTo>
                    <a:pt x="1358720" y="5512803"/>
                  </a:lnTo>
                  <a:close/>
                </a:path>
                <a:path w="5889625" h="6395720">
                  <a:moveTo>
                    <a:pt x="1433421" y="5643365"/>
                  </a:moveTo>
                  <a:lnTo>
                    <a:pt x="1435181" y="5646415"/>
                  </a:lnTo>
                  <a:lnTo>
                    <a:pt x="1432130" y="5648180"/>
                  </a:lnTo>
                  <a:lnTo>
                    <a:pt x="1430371" y="5645124"/>
                  </a:lnTo>
                  <a:lnTo>
                    <a:pt x="1433421" y="5643365"/>
                  </a:lnTo>
                  <a:close/>
                </a:path>
                <a:path w="5889625" h="6395720">
                  <a:moveTo>
                    <a:pt x="1508124" y="5773927"/>
                  </a:moveTo>
                  <a:lnTo>
                    <a:pt x="1509297" y="5775958"/>
                  </a:lnTo>
                  <a:lnTo>
                    <a:pt x="1507259" y="5777131"/>
                  </a:lnTo>
                  <a:lnTo>
                    <a:pt x="1506086" y="5775106"/>
                  </a:lnTo>
                  <a:lnTo>
                    <a:pt x="1508124" y="5773927"/>
                  </a:lnTo>
                  <a:close/>
                </a:path>
                <a:path w="5889625" h="6395720">
                  <a:moveTo>
                    <a:pt x="1581806" y="5905081"/>
                  </a:moveTo>
                  <a:lnTo>
                    <a:pt x="1583172" y="5905081"/>
                  </a:lnTo>
                  <a:lnTo>
                    <a:pt x="1583418" y="5905507"/>
                  </a:lnTo>
                  <a:lnTo>
                    <a:pt x="1582053" y="5905507"/>
                  </a:lnTo>
                  <a:lnTo>
                    <a:pt x="1581806" y="5905081"/>
                  </a:lnTo>
                  <a:close/>
                </a:path>
                <a:path w="5889625" h="6395720">
                  <a:moveTo>
                    <a:pt x="35771" y="3491086"/>
                  </a:moveTo>
                  <a:lnTo>
                    <a:pt x="53101" y="3521110"/>
                  </a:lnTo>
                  <a:lnTo>
                    <a:pt x="23083" y="3538446"/>
                  </a:lnTo>
                  <a:lnTo>
                    <a:pt x="5747" y="3508422"/>
                  </a:lnTo>
                  <a:lnTo>
                    <a:pt x="35771" y="3491086"/>
                  </a:lnTo>
                  <a:close/>
                </a:path>
                <a:path w="5889625" h="6395720">
                  <a:moveTo>
                    <a:pt x="110259" y="3622453"/>
                  </a:moveTo>
                  <a:lnTo>
                    <a:pt x="126417" y="3650440"/>
                  </a:lnTo>
                  <a:lnTo>
                    <a:pt x="98431" y="3666598"/>
                  </a:lnTo>
                  <a:lnTo>
                    <a:pt x="82272" y="3638611"/>
                  </a:lnTo>
                  <a:lnTo>
                    <a:pt x="110259" y="3622453"/>
                  </a:lnTo>
                  <a:close/>
                </a:path>
                <a:path w="5889625" h="6395720">
                  <a:moveTo>
                    <a:pt x="184854" y="3753418"/>
                  </a:moveTo>
                  <a:lnTo>
                    <a:pt x="200130" y="3779876"/>
                  </a:lnTo>
                  <a:lnTo>
                    <a:pt x="173665" y="3795152"/>
                  </a:lnTo>
                  <a:lnTo>
                    <a:pt x="158390" y="3768693"/>
                  </a:lnTo>
                  <a:lnTo>
                    <a:pt x="184854" y="3753418"/>
                  </a:lnTo>
                  <a:close/>
                </a:path>
                <a:path w="5889625" h="6395720">
                  <a:moveTo>
                    <a:pt x="259230" y="3885182"/>
                  </a:moveTo>
                  <a:lnTo>
                    <a:pt x="273043" y="3909099"/>
                  </a:lnTo>
                  <a:lnTo>
                    <a:pt x="249120" y="3922912"/>
                  </a:lnTo>
                  <a:lnTo>
                    <a:pt x="235313" y="3898988"/>
                  </a:lnTo>
                  <a:lnTo>
                    <a:pt x="259230" y="3885182"/>
                  </a:lnTo>
                  <a:close/>
                </a:path>
                <a:path w="5889625" h="6395720">
                  <a:moveTo>
                    <a:pt x="333718" y="4016544"/>
                  </a:moveTo>
                  <a:lnTo>
                    <a:pt x="346352" y="4038429"/>
                  </a:lnTo>
                  <a:lnTo>
                    <a:pt x="324472" y="4051063"/>
                  </a:lnTo>
                  <a:lnTo>
                    <a:pt x="311838" y="4029177"/>
                  </a:lnTo>
                  <a:lnTo>
                    <a:pt x="333718" y="4016544"/>
                  </a:lnTo>
                  <a:close/>
                </a:path>
                <a:path w="5889625" h="6395720">
                  <a:moveTo>
                    <a:pt x="408313" y="4147508"/>
                  </a:moveTo>
                  <a:lnTo>
                    <a:pt x="420065" y="4167866"/>
                  </a:lnTo>
                  <a:lnTo>
                    <a:pt x="399713" y="4179617"/>
                  </a:lnTo>
                  <a:lnTo>
                    <a:pt x="387962" y="4159259"/>
                  </a:lnTo>
                  <a:lnTo>
                    <a:pt x="408313" y="4147508"/>
                  </a:lnTo>
                  <a:close/>
                </a:path>
                <a:path w="5889625" h="6395720">
                  <a:moveTo>
                    <a:pt x="482796" y="4278876"/>
                  </a:moveTo>
                  <a:lnTo>
                    <a:pt x="493375" y="4297202"/>
                  </a:lnTo>
                  <a:lnTo>
                    <a:pt x="475061" y="4307774"/>
                  </a:lnTo>
                  <a:lnTo>
                    <a:pt x="464482" y="4289454"/>
                  </a:lnTo>
                  <a:lnTo>
                    <a:pt x="482796" y="4278876"/>
                  </a:lnTo>
                  <a:close/>
                </a:path>
                <a:path w="5889625" h="6395720">
                  <a:moveTo>
                    <a:pt x="557396" y="4409840"/>
                  </a:moveTo>
                  <a:lnTo>
                    <a:pt x="567093" y="4426632"/>
                  </a:lnTo>
                  <a:lnTo>
                    <a:pt x="550295" y="4436328"/>
                  </a:lnTo>
                  <a:lnTo>
                    <a:pt x="540605" y="4419537"/>
                  </a:lnTo>
                  <a:lnTo>
                    <a:pt x="557396" y="4409840"/>
                  </a:lnTo>
                  <a:close/>
                </a:path>
                <a:path w="5889625" h="6395720">
                  <a:moveTo>
                    <a:pt x="631879" y="4541208"/>
                  </a:moveTo>
                  <a:lnTo>
                    <a:pt x="640402" y="4555968"/>
                  </a:lnTo>
                  <a:lnTo>
                    <a:pt x="625642" y="4564485"/>
                  </a:lnTo>
                  <a:lnTo>
                    <a:pt x="617125" y="4549725"/>
                  </a:lnTo>
                  <a:lnTo>
                    <a:pt x="631879" y="4541208"/>
                  </a:lnTo>
                  <a:close/>
                </a:path>
                <a:path w="5889625" h="6395720">
                  <a:moveTo>
                    <a:pt x="706475" y="4672173"/>
                  </a:moveTo>
                  <a:lnTo>
                    <a:pt x="714116" y="4685405"/>
                  </a:lnTo>
                  <a:lnTo>
                    <a:pt x="700884" y="4693040"/>
                  </a:lnTo>
                  <a:lnTo>
                    <a:pt x="693249" y="4679813"/>
                  </a:lnTo>
                  <a:lnTo>
                    <a:pt x="706475" y="4672173"/>
                  </a:lnTo>
                  <a:close/>
                </a:path>
                <a:path w="5889625" h="6395720">
                  <a:moveTo>
                    <a:pt x="781076" y="4803131"/>
                  </a:moveTo>
                  <a:lnTo>
                    <a:pt x="787834" y="4814841"/>
                  </a:lnTo>
                  <a:lnTo>
                    <a:pt x="776124" y="4821600"/>
                  </a:lnTo>
                  <a:lnTo>
                    <a:pt x="769366" y="4809890"/>
                  </a:lnTo>
                  <a:lnTo>
                    <a:pt x="781076" y="4803131"/>
                  </a:lnTo>
                  <a:close/>
                </a:path>
                <a:path w="5889625" h="6395720">
                  <a:moveTo>
                    <a:pt x="855558" y="4934499"/>
                  </a:moveTo>
                  <a:lnTo>
                    <a:pt x="861138" y="4944171"/>
                  </a:lnTo>
                  <a:lnTo>
                    <a:pt x="851471" y="4949751"/>
                  </a:lnTo>
                  <a:lnTo>
                    <a:pt x="845886" y="4940085"/>
                  </a:lnTo>
                  <a:lnTo>
                    <a:pt x="855558" y="4934499"/>
                  </a:lnTo>
                  <a:close/>
                </a:path>
                <a:path w="5889625" h="6395720">
                  <a:moveTo>
                    <a:pt x="930260" y="5065061"/>
                  </a:moveTo>
                  <a:lnTo>
                    <a:pt x="935253" y="5073715"/>
                  </a:lnTo>
                  <a:lnTo>
                    <a:pt x="926605" y="5078714"/>
                  </a:lnTo>
                  <a:lnTo>
                    <a:pt x="921606" y="5070060"/>
                  </a:lnTo>
                  <a:lnTo>
                    <a:pt x="930260" y="5065061"/>
                  </a:lnTo>
                  <a:close/>
                </a:path>
                <a:path w="5889625" h="6395720">
                  <a:moveTo>
                    <a:pt x="1004961" y="5195623"/>
                  </a:moveTo>
                  <a:lnTo>
                    <a:pt x="1009368" y="5203258"/>
                  </a:lnTo>
                  <a:lnTo>
                    <a:pt x="1001740" y="5207665"/>
                  </a:lnTo>
                  <a:lnTo>
                    <a:pt x="997333" y="5200030"/>
                  </a:lnTo>
                  <a:lnTo>
                    <a:pt x="1004961" y="5195623"/>
                  </a:lnTo>
                  <a:close/>
                </a:path>
                <a:path w="5889625" h="6395720">
                  <a:moveTo>
                    <a:pt x="1079556" y="5326594"/>
                  </a:moveTo>
                  <a:lnTo>
                    <a:pt x="1083081" y="5332694"/>
                  </a:lnTo>
                  <a:lnTo>
                    <a:pt x="1076975" y="5336225"/>
                  </a:lnTo>
                  <a:lnTo>
                    <a:pt x="1073450" y="5330118"/>
                  </a:lnTo>
                  <a:lnTo>
                    <a:pt x="1079556" y="5326594"/>
                  </a:lnTo>
                  <a:close/>
                </a:path>
                <a:path w="5889625" h="6395720">
                  <a:moveTo>
                    <a:pt x="1154258" y="5457156"/>
                  </a:moveTo>
                  <a:lnTo>
                    <a:pt x="1157196" y="5462244"/>
                  </a:lnTo>
                  <a:lnTo>
                    <a:pt x="1152108" y="5465182"/>
                  </a:lnTo>
                  <a:lnTo>
                    <a:pt x="1149171" y="5460094"/>
                  </a:lnTo>
                  <a:lnTo>
                    <a:pt x="1154258" y="5457156"/>
                  </a:lnTo>
                  <a:close/>
                </a:path>
                <a:path w="5889625" h="6395720">
                  <a:moveTo>
                    <a:pt x="1228966" y="5587718"/>
                  </a:moveTo>
                  <a:lnTo>
                    <a:pt x="1231311" y="5591787"/>
                  </a:lnTo>
                  <a:lnTo>
                    <a:pt x="1227242" y="5594139"/>
                  </a:lnTo>
                  <a:lnTo>
                    <a:pt x="1224891" y="5590070"/>
                  </a:lnTo>
                  <a:lnTo>
                    <a:pt x="1228966" y="5587718"/>
                  </a:lnTo>
                  <a:close/>
                </a:path>
                <a:path w="5889625" h="6395720">
                  <a:moveTo>
                    <a:pt x="1303662" y="5718280"/>
                  </a:moveTo>
                  <a:lnTo>
                    <a:pt x="1305427" y="5721336"/>
                  </a:lnTo>
                  <a:lnTo>
                    <a:pt x="1302371" y="5723096"/>
                  </a:lnTo>
                  <a:lnTo>
                    <a:pt x="1300612" y="5720045"/>
                  </a:lnTo>
                  <a:lnTo>
                    <a:pt x="1303662" y="5718280"/>
                  </a:lnTo>
                  <a:close/>
                </a:path>
                <a:path w="5889625" h="6395720">
                  <a:moveTo>
                    <a:pt x="1378363" y="5848848"/>
                  </a:moveTo>
                  <a:lnTo>
                    <a:pt x="1379536" y="5850874"/>
                  </a:lnTo>
                  <a:lnTo>
                    <a:pt x="1377505" y="5852052"/>
                  </a:lnTo>
                  <a:lnTo>
                    <a:pt x="1376332" y="5850021"/>
                  </a:lnTo>
                  <a:lnTo>
                    <a:pt x="1378363" y="5848848"/>
                  </a:lnTo>
                  <a:close/>
                </a:path>
                <a:path w="5889625" h="6395720">
                  <a:moveTo>
                    <a:pt x="54986" y="3828730"/>
                  </a:moveTo>
                  <a:lnTo>
                    <a:pt x="69971" y="3854684"/>
                  </a:lnTo>
                  <a:lnTo>
                    <a:pt x="44016" y="3869670"/>
                  </a:lnTo>
                  <a:lnTo>
                    <a:pt x="29031" y="3843715"/>
                  </a:lnTo>
                  <a:lnTo>
                    <a:pt x="54986" y="3828730"/>
                  </a:lnTo>
                  <a:close/>
                </a:path>
                <a:path w="5889625" h="6395720">
                  <a:moveTo>
                    <a:pt x="129367" y="3960500"/>
                  </a:moveTo>
                  <a:lnTo>
                    <a:pt x="142878" y="3983908"/>
                  </a:lnTo>
                  <a:lnTo>
                    <a:pt x="119470" y="3997424"/>
                  </a:lnTo>
                  <a:lnTo>
                    <a:pt x="105953" y="3974016"/>
                  </a:lnTo>
                  <a:lnTo>
                    <a:pt x="129367" y="3960500"/>
                  </a:lnTo>
                  <a:close/>
                </a:path>
                <a:path w="5889625" h="6395720">
                  <a:moveTo>
                    <a:pt x="203956" y="4091465"/>
                  </a:moveTo>
                  <a:lnTo>
                    <a:pt x="216590" y="4113344"/>
                  </a:lnTo>
                  <a:lnTo>
                    <a:pt x="194710" y="4125978"/>
                  </a:lnTo>
                  <a:lnTo>
                    <a:pt x="182076" y="4104099"/>
                  </a:lnTo>
                  <a:lnTo>
                    <a:pt x="203956" y="4091465"/>
                  </a:lnTo>
                  <a:close/>
                </a:path>
                <a:path w="5889625" h="6395720">
                  <a:moveTo>
                    <a:pt x="278444" y="4222832"/>
                  </a:moveTo>
                  <a:lnTo>
                    <a:pt x="289900" y="4242680"/>
                  </a:lnTo>
                  <a:lnTo>
                    <a:pt x="270057" y="4254135"/>
                  </a:lnTo>
                  <a:lnTo>
                    <a:pt x="258597" y="4234293"/>
                  </a:lnTo>
                  <a:lnTo>
                    <a:pt x="278444" y="4222832"/>
                  </a:lnTo>
                  <a:close/>
                </a:path>
                <a:path w="5889625" h="6395720">
                  <a:moveTo>
                    <a:pt x="353040" y="4353791"/>
                  </a:moveTo>
                  <a:lnTo>
                    <a:pt x="363619" y="4372117"/>
                  </a:lnTo>
                  <a:lnTo>
                    <a:pt x="345299" y="4382696"/>
                  </a:lnTo>
                  <a:lnTo>
                    <a:pt x="334720" y="4364370"/>
                  </a:lnTo>
                  <a:lnTo>
                    <a:pt x="353040" y="4353791"/>
                  </a:lnTo>
                  <a:close/>
                </a:path>
                <a:path w="5889625" h="6395720">
                  <a:moveTo>
                    <a:pt x="427522" y="4485159"/>
                  </a:moveTo>
                  <a:lnTo>
                    <a:pt x="436928" y="4501447"/>
                  </a:lnTo>
                  <a:lnTo>
                    <a:pt x="420645" y="4510847"/>
                  </a:lnTo>
                  <a:lnTo>
                    <a:pt x="411245" y="4494559"/>
                  </a:lnTo>
                  <a:lnTo>
                    <a:pt x="427522" y="4485159"/>
                  </a:lnTo>
                  <a:close/>
                </a:path>
                <a:path w="5889625" h="6395720">
                  <a:moveTo>
                    <a:pt x="502118" y="4616123"/>
                  </a:moveTo>
                  <a:lnTo>
                    <a:pt x="510641" y="4630884"/>
                  </a:lnTo>
                  <a:lnTo>
                    <a:pt x="495880" y="4639407"/>
                  </a:lnTo>
                  <a:lnTo>
                    <a:pt x="487363" y="4624647"/>
                  </a:lnTo>
                  <a:lnTo>
                    <a:pt x="502118" y="4616123"/>
                  </a:lnTo>
                  <a:close/>
                </a:path>
                <a:path w="5889625" h="6395720">
                  <a:moveTo>
                    <a:pt x="576719" y="4747088"/>
                  </a:moveTo>
                  <a:lnTo>
                    <a:pt x="584360" y="4760320"/>
                  </a:lnTo>
                  <a:lnTo>
                    <a:pt x="571122" y="4767961"/>
                  </a:lnTo>
                  <a:lnTo>
                    <a:pt x="563487" y="4754729"/>
                  </a:lnTo>
                  <a:lnTo>
                    <a:pt x="576719" y="4747088"/>
                  </a:lnTo>
                  <a:close/>
                </a:path>
                <a:path w="5889625" h="6395720">
                  <a:moveTo>
                    <a:pt x="651201" y="4878456"/>
                  </a:moveTo>
                  <a:lnTo>
                    <a:pt x="657663" y="4889650"/>
                  </a:lnTo>
                  <a:lnTo>
                    <a:pt x="646475" y="4896112"/>
                  </a:lnTo>
                  <a:lnTo>
                    <a:pt x="640013" y="4884918"/>
                  </a:lnTo>
                  <a:lnTo>
                    <a:pt x="651201" y="4878456"/>
                  </a:lnTo>
                  <a:close/>
                </a:path>
                <a:path w="5889625" h="6395720">
                  <a:moveTo>
                    <a:pt x="725796" y="5009420"/>
                  </a:moveTo>
                  <a:lnTo>
                    <a:pt x="731376" y="5019087"/>
                  </a:lnTo>
                  <a:lnTo>
                    <a:pt x="721709" y="5024672"/>
                  </a:lnTo>
                  <a:lnTo>
                    <a:pt x="716124" y="5015000"/>
                  </a:lnTo>
                  <a:lnTo>
                    <a:pt x="725796" y="5009420"/>
                  </a:lnTo>
                  <a:close/>
                </a:path>
                <a:path w="5889625" h="6395720">
                  <a:moveTo>
                    <a:pt x="800397" y="5140385"/>
                  </a:moveTo>
                  <a:lnTo>
                    <a:pt x="805094" y="5148523"/>
                  </a:lnTo>
                  <a:lnTo>
                    <a:pt x="796950" y="5153226"/>
                  </a:lnTo>
                  <a:lnTo>
                    <a:pt x="792247" y="5145088"/>
                  </a:lnTo>
                  <a:lnTo>
                    <a:pt x="800397" y="5140385"/>
                  </a:lnTo>
                  <a:close/>
                </a:path>
                <a:path w="5889625" h="6395720">
                  <a:moveTo>
                    <a:pt x="875093" y="5270947"/>
                  </a:moveTo>
                  <a:lnTo>
                    <a:pt x="879210" y="5278072"/>
                  </a:lnTo>
                  <a:lnTo>
                    <a:pt x="872091" y="5282183"/>
                  </a:lnTo>
                  <a:lnTo>
                    <a:pt x="867974" y="5275057"/>
                  </a:lnTo>
                  <a:lnTo>
                    <a:pt x="875093" y="5270947"/>
                  </a:lnTo>
                  <a:close/>
                </a:path>
                <a:path w="5889625" h="6395720">
                  <a:moveTo>
                    <a:pt x="949795" y="5401509"/>
                  </a:moveTo>
                  <a:lnTo>
                    <a:pt x="953319" y="5407616"/>
                  </a:lnTo>
                  <a:lnTo>
                    <a:pt x="947219" y="5411140"/>
                  </a:lnTo>
                  <a:lnTo>
                    <a:pt x="943694" y="5405033"/>
                  </a:lnTo>
                  <a:lnTo>
                    <a:pt x="949795" y="5401509"/>
                  </a:lnTo>
                  <a:close/>
                </a:path>
                <a:path w="5889625" h="6395720">
                  <a:moveTo>
                    <a:pt x="1024502" y="5532071"/>
                  </a:moveTo>
                  <a:lnTo>
                    <a:pt x="1027440" y="5537159"/>
                  </a:lnTo>
                  <a:lnTo>
                    <a:pt x="1022352" y="5540097"/>
                  </a:lnTo>
                  <a:lnTo>
                    <a:pt x="1019415" y="5535009"/>
                  </a:lnTo>
                  <a:lnTo>
                    <a:pt x="1024502" y="5532071"/>
                  </a:lnTo>
                  <a:close/>
                </a:path>
                <a:path w="5889625" h="6395720">
                  <a:moveTo>
                    <a:pt x="1099204" y="5662633"/>
                  </a:moveTo>
                  <a:lnTo>
                    <a:pt x="1101550" y="5666702"/>
                  </a:lnTo>
                  <a:lnTo>
                    <a:pt x="1097480" y="5669054"/>
                  </a:lnTo>
                  <a:lnTo>
                    <a:pt x="1095129" y="5664985"/>
                  </a:lnTo>
                  <a:lnTo>
                    <a:pt x="1099204" y="5662633"/>
                  </a:lnTo>
                  <a:close/>
                </a:path>
                <a:path w="5889625" h="6395720">
                  <a:moveTo>
                    <a:pt x="1173906" y="5793195"/>
                  </a:moveTo>
                  <a:lnTo>
                    <a:pt x="1175671" y="5796252"/>
                  </a:lnTo>
                  <a:lnTo>
                    <a:pt x="1172615" y="5798017"/>
                  </a:lnTo>
                  <a:lnTo>
                    <a:pt x="1170849" y="5794960"/>
                  </a:lnTo>
                  <a:lnTo>
                    <a:pt x="1173906" y="5793195"/>
                  </a:lnTo>
                  <a:close/>
                </a:path>
                <a:path w="5889625" h="6395720">
                  <a:moveTo>
                    <a:pt x="1248607" y="5923763"/>
                  </a:moveTo>
                  <a:lnTo>
                    <a:pt x="1249780" y="5925795"/>
                  </a:lnTo>
                  <a:lnTo>
                    <a:pt x="1247749" y="5926967"/>
                  </a:lnTo>
                  <a:lnTo>
                    <a:pt x="1246576" y="5924936"/>
                  </a:lnTo>
                  <a:lnTo>
                    <a:pt x="1248607" y="5923763"/>
                  </a:lnTo>
                  <a:close/>
                </a:path>
                <a:path w="5889625" h="6395720">
                  <a:moveTo>
                    <a:pt x="0" y="4036689"/>
                  </a:moveTo>
                  <a:lnTo>
                    <a:pt x="12720" y="4058722"/>
                  </a:lnTo>
                  <a:lnTo>
                    <a:pt x="0" y="4066067"/>
                  </a:lnTo>
                  <a:lnTo>
                    <a:pt x="0" y="4036689"/>
                  </a:lnTo>
                  <a:close/>
                </a:path>
                <a:path w="5889625" h="6395720">
                  <a:moveTo>
                    <a:pt x="74089" y="4166783"/>
                  </a:moveTo>
                  <a:lnTo>
                    <a:pt x="86432" y="4188159"/>
                  </a:lnTo>
                  <a:lnTo>
                    <a:pt x="65062" y="4200497"/>
                  </a:lnTo>
                  <a:lnTo>
                    <a:pt x="52718" y="4179121"/>
                  </a:lnTo>
                  <a:lnTo>
                    <a:pt x="74089" y="4166783"/>
                  </a:lnTo>
                  <a:close/>
                </a:path>
                <a:path w="5889625" h="6395720">
                  <a:moveTo>
                    <a:pt x="148577" y="4298150"/>
                  </a:moveTo>
                  <a:lnTo>
                    <a:pt x="159742" y="4317489"/>
                  </a:lnTo>
                  <a:lnTo>
                    <a:pt x="140403" y="4328654"/>
                  </a:lnTo>
                  <a:lnTo>
                    <a:pt x="129238" y="4309315"/>
                  </a:lnTo>
                  <a:lnTo>
                    <a:pt x="148577" y="4298150"/>
                  </a:lnTo>
                  <a:close/>
                </a:path>
                <a:path w="5889625" h="6395720">
                  <a:moveTo>
                    <a:pt x="223172" y="4429115"/>
                  </a:moveTo>
                  <a:lnTo>
                    <a:pt x="233455" y="4446925"/>
                  </a:lnTo>
                  <a:lnTo>
                    <a:pt x="215644" y="4457208"/>
                  </a:lnTo>
                  <a:lnTo>
                    <a:pt x="205361" y="4439397"/>
                  </a:lnTo>
                  <a:lnTo>
                    <a:pt x="223172" y="4429115"/>
                  </a:lnTo>
                  <a:close/>
                </a:path>
                <a:path w="5889625" h="6395720">
                  <a:moveTo>
                    <a:pt x="297767" y="4560080"/>
                  </a:moveTo>
                  <a:lnTo>
                    <a:pt x="307167" y="4576362"/>
                  </a:lnTo>
                  <a:lnTo>
                    <a:pt x="290885" y="4585762"/>
                  </a:lnTo>
                  <a:lnTo>
                    <a:pt x="281485" y="4569480"/>
                  </a:lnTo>
                  <a:lnTo>
                    <a:pt x="297767" y="4560080"/>
                  </a:lnTo>
                  <a:close/>
                </a:path>
                <a:path w="5889625" h="6395720">
                  <a:moveTo>
                    <a:pt x="372256" y="4691447"/>
                  </a:moveTo>
                  <a:lnTo>
                    <a:pt x="380483" y="4705692"/>
                  </a:lnTo>
                  <a:lnTo>
                    <a:pt x="366232" y="4713919"/>
                  </a:lnTo>
                  <a:lnTo>
                    <a:pt x="358005" y="4699674"/>
                  </a:lnTo>
                  <a:lnTo>
                    <a:pt x="372256" y="4691447"/>
                  </a:lnTo>
                  <a:close/>
                </a:path>
                <a:path w="5889625" h="6395720">
                  <a:moveTo>
                    <a:pt x="446851" y="4822406"/>
                  </a:moveTo>
                  <a:lnTo>
                    <a:pt x="454196" y="4835129"/>
                  </a:lnTo>
                  <a:lnTo>
                    <a:pt x="441473" y="4842473"/>
                  </a:lnTo>
                  <a:lnTo>
                    <a:pt x="434128" y="4829751"/>
                  </a:lnTo>
                  <a:lnTo>
                    <a:pt x="446851" y="4822406"/>
                  </a:lnTo>
                  <a:close/>
                </a:path>
                <a:path w="5889625" h="6395720">
                  <a:moveTo>
                    <a:pt x="521446" y="4953377"/>
                  </a:moveTo>
                  <a:lnTo>
                    <a:pt x="527908" y="4964565"/>
                  </a:lnTo>
                  <a:lnTo>
                    <a:pt x="516713" y="4971028"/>
                  </a:lnTo>
                  <a:lnTo>
                    <a:pt x="510251" y="4959839"/>
                  </a:lnTo>
                  <a:lnTo>
                    <a:pt x="521446" y="4953377"/>
                  </a:lnTo>
                  <a:close/>
                </a:path>
                <a:path w="5889625" h="6395720">
                  <a:moveTo>
                    <a:pt x="595934" y="5084738"/>
                  </a:moveTo>
                  <a:lnTo>
                    <a:pt x="601224" y="5093901"/>
                  </a:lnTo>
                  <a:lnTo>
                    <a:pt x="592061" y="5099191"/>
                  </a:lnTo>
                  <a:lnTo>
                    <a:pt x="586772" y="5090028"/>
                  </a:lnTo>
                  <a:lnTo>
                    <a:pt x="595934" y="5084738"/>
                  </a:lnTo>
                  <a:close/>
                </a:path>
                <a:path w="5889625" h="6395720">
                  <a:moveTo>
                    <a:pt x="670635" y="5215300"/>
                  </a:moveTo>
                  <a:lnTo>
                    <a:pt x="675333" y="5223439"/>
                  </a:lnTo>
                  <a:lnTo>
                    <a:pt x="667194" y="5228141"/>
                  </a:lnTo>
                  <a:lnTo>
                    <a:pt x="662491" y="5220003"/>
                  </a:lnTo>
                  <a:lnTo>
                    <a:pt x="670635" y="5215300"/>
                  </a:lnTo>
                  <a:close/>
                </a:path>
                <a:path w="5889625" h="6395720">
                  <a:moveTo>
                    <a:pt x="745338" y="5345862"/>
                  </a:moveTo>
                  <a:lnTo>
                    <a:pt x="749454" y="5352988"/>
                  </a:lnTo>
                  <a:lnTo>
                    <a:pt x="742329" y="5357104"/>
                  </a:lnTo>
                  <a:lnTo>
                    <a:pt x="738212" y="5349979"/>
                  </a:lnTo>
                  <a:lnTo>
                    <a:pt x="745338" y="5345862"/>
                  </a:lnTo>
                  <a:close/>
                </a:path>
                <a:path w="5889625" h="6395720">
                  <a:moveTo>
                    <a:pt x="819933" y="5476827"/>
                  </a:moveTo>
                  <a:lnTo>
                    <a:pt x="823167" y="5482424"/>
                  </a:lnTo>
                  <a:lnTo>
                    <a:pt x="817570" y="5485658"/>
                  </a:lnTo>
                  <a:lnTo>
                    <a:pt x="814336" y="5480055"/>
                  </a:lnTo>
                  <a:lnTo>
                    <a:pt x="819933" y="5476827"/>
                  </a:lnTo>
                  <a:close/>
                </a:path>
                <a:path w="5889625" h="6395720">
                  <a:moveTo>
                    <a:pt x="894635" y="5607389"/>
                  </a:moveTo>
                  <a:lnTo>
                    <a:pt x="897276" y="5611968"/>
                  </a:lnTo>
                  <a:lnTo>
                    <a:pt x="892698" y="5614615"/>
                  </a:lnTo>
                  <a:lnTo>
                    <a:pt x="890056" y="5610031"/>
                  </a:lnTo>
                  <a:lnTo>
                    <a:pt x="894635" y="5607389"/>
                  </a:lnTo>
                  <a:close/>
                </a:path>
                <a:path w="5889625" h="6395720">
                  <a:moveTo>
                    <a:pt x="969331" y="5737951"/>
                  </a:moveTo>
                  <a:lnTo>
                    <a:pt x="971392" y="5741517"/>
                  </a:lnTo>
                  <a:lnTo>
                    <a:pt x="967832" y="5743572"/>
                  </a:lnTo>
                  <a:lnTo>
                    <a:pt x="965771" y="5740007"/>
                  </a:lnTo>
                  <a:lnTo>
                    <a:pt x="969331" y="5737951"/>
                  </a:lnTo>
                  <a:close/>
                </a:path>
                <a:path w="5889625" h="6395720">
                  <a:moveTo>
                    <a:pt x="1044038" y="5868513"/>
                  </a:moveTo>
                  <a:lnTo>
                    <a:pt x="1045507" y="5871060"/>
                  </a:lnTo>
                  <a:lnTo>
                    <a:pt x="1042960" y="5872529"/>
                  </a:lnTo>
                  <a:lnTo>
                    <a:pt x="1041491" y="5869982"/>
                  </a:lnTo>
                  <a:lnTo>
                    <a:pt x="1044038" y="5868513"/>
                  </a:lnTo>
                  <a:close/>
                </a:path>
                <a:path w="5889625" h="6395720">
                  <a:moveTo>
                    <a:pt x="1118740" y="5999075"/>
                  </a:moveTo>
                  <a:lnTo>
                    <a:pt x="1119622" y="6000609"/>
                  </a:lnTo>
                  <a:lnTo>
                    <a:pt x="1118094" y="6001492"/>
                  </a:lnTo>
                  <a:lnTo>
                    <a:pt x="1117212" y="5999957"/>
                  </a:lnTo>
                  <a:lnTo>
                    <a:pt x="1118740" y="5999075"/>
                  </a:lnTo>
                  <a:close/>
                </a:path>
                <a:path w="5889625" h="6395720">
                  <a:moveTo>
                    <a:pt x="18816" y="4373066"/>
                  </a:moveTo>
                  <a:lnTo>
                    <a:pt x="29980" y="4392404"/>
                  </a:lnTo>
                  <a:lnTo>
                    <a:pt x="10648" y="4403569"/>
                  </a:lnTo>
                  <a:lnTo>
                    <a:pt x="0" y="4385125"/>
                  </a:lnTo>
                  <a:lnTo>
                    <a:pt x="0" y="4383932"/>
                  </a:lnTo>
                  <a:lnTo>
                    <a:pt x="18816" y="4373066"/>
                  </a:lnTo>
                  <a:close/>
                </a:path>
                <a:path w="5889625" h="6395720">
                  <a:moveTo>
                    <a:pt x="93411" y="4504036"/>
                  </a:moveTo>
                  <a:lnTo>
                    <a:pt x="103694" y="4521841"/>
                  </a:lnTo>
                  <a:lnTo>
                    <a:pt x="85883" y="4532123"/>
                  </a:lnTo>
                  <a:lnTo>
                    <a:pt x="75600" y="4514319"/>
                  </a:lnTo>
                  <a:lnTo>
                    <a:pt x="93411" y="4504036"/>
                  </a:lnTo>
                  <a:close/>
                </a:path>
                <a:path w="5889625" h="6395720">
                  <a:moveTo>
                    <a:pt x="167899" y="4635398"/>
                  </a:moveTo>
                  <a:lnTo>
                    <a:pt x="177009" y="4651171"/>
                  </a:lnTo>
                  <a:lnTo>
                    <a:pt x="161236" y="4660275"/>
                  </a:lnTo>
                  <a:lnTo>
                    <a:pt x="152126" y="4644502"/>
                  </a:lnTo>
                  <a:lnTo>
                    <a:pt x="167899" y="4635398"/>
                  </a:lnTo>
                  <a:close/>
                </a:path>
                <a:path w="5889625" h="6395720">
                  <a:moveTo>
                    <a:pt x="242494" y="4766362"/>
                  </a:moveTo>
                  <a:lnTo>
                    <a:pt x="250721" y="4780607"/>
                  </a:lnTo>
                  <a:lnTo>
                    <a:pt x="236477" y="4788835"/>
                  </a:lnTo>
                  <a:lnTo>
                    <a:pt x="228250" y="4774590"/>
                  </a:lnTo>
                  <a:lnTo>
                    <a:pt x="242494" y="4766362"/>
                  </a:lnTo>
                  <a:close/>
                </a:path>
                <a:path w="5889625" h="6395720">
                  <a:moveTo>
                    <a:pt x="317090" y="4897327"/>
                  </a:moveTo>
                  <a:lnTo>
                    <a:pt x="324435" y="4910050"/>
                  </a:lnTo>
                  <a:lnTo>
                    <a:pt x="311711" y="4917394"/>
                  </a:lnTo>
                  <a:lnTo>
                    <a:pt x="304367" y="4904672"/>
                  </a:lnTo>
                  <a:lnTo>
                    <a:pt x="317090" y="4897327"/>
                  </a:lnTo>
                  <a:close/>
                </a:path>
                <a:path w="5889625" h="6395720">
                  <a:moveTo>
                    <a:pt x="391578" y="5028689"/>
                  </a:moveTo>
                  <a:lnTo>
                    <a:pt x="397750" y="5039380"/>
                  </a:lnTo>
                  <a:lnTo>
                    <a:pt x="387064" y="5045546"/>
                  </a:lnTo>
                  <a:lnTo>
                    <a:pt x="380893" y="5034860"/>
                  </a:lnTo>
                  <a:lnTo>
                    <a:pt x="391578" y="5028689"/>
                  </a:lnTo>
                  <a:close/>
                </a:path>
                <a:path w="5889625" h="6395720">
                  <a:moveTo>
                    <a:pt x="466173" y="5159653"/>
                  </a:moveTo>
                  <a:lnTo>
                    <a:pt x="471462" y="5168816"/>
                  </a:lnTo>
                  <a:lnTo>
                    <a:pt x="462305" y="5174106"/>
                  </a:lnTo>
                  <a:lnTo>
                    <a:pt x="457016" y="5164943"/>
                  </a:lnTo>
                  <a:lnTo>
                    <a:pt x="466173" y="5159653"/>
                  </a:lnTo>
                  <a:close/>
                </a:path>
                <a:path w="5889625" h="6395720">
                  <a:moveTo>
                    <a:pt x="540875" y="5290221"/>
                  </a:moveTo>
                  <a:lnTo>
                    <a:pt x="545578" y="5298360"/>
                  </a:lnTo>
                  <a:lnTo>
                    <a:pt x="537434" y="5303057"/>
                  </a:lnTo>
                  <a:lnTo>
                    <a:pt x="532737" y="5294918"/>
                  </a:lnTo>
                  <a:lnTo>
                    <a:pt x="540875" y="5290221"/>
                  </a:lnTo>
                  <a:close/>
                </a:path>
                <a:path w="5889625" h="6395720">
                  <a:moveTo>
                    <a:pt x="615577" y="5420783"/>
                  </a:moveTo>
                  <a:lnTo>
                    <a:pt x="619693" y="5427909"/>
                  </a:lnTo>
                  <a:lnTo>
                    <a:pt x="612568" y="5432019"/>
                  </a:lnTo>
                  <a:lnTo>
                    <a:pt x="608451" y="5424894"/>
                  </a:lnTo>
                  <a:lnTo>
                    <a:pt x="615577" y="5420783"/>
                  </a:lnTo>
                  <a:close/>
                </a:path>
                <a:path w="5889625" h="6395720">
                  <a:moveTo>
                    <a:pt x="690172" y="5551742"/>
                  </a:moveTo>
                  <a:lnTo>
                    <a:pt x="693406" y="5557345"/>
                  </a:lnTo>
                  <a:lnTo>
                    <a:pt x="687808" y="5560573"/>
                  </a:lnTo>
                  <a:lnTo>
                    <a:pt x="684574" y="5554976"/>
                  </a:lnTo>
                  <a:lnTo>
                    <a:pt x="690172" y="5551742"/>
                  </a:lnTo>
                  <a:close/>
                </a:path>
                <a:path w="5889625" h="6395720">
                  <a:moveTo>
                    <a:pt x="764873" y="5682304"/>
                  </a:moveTo>
                  <a:lnTo>
                    <a:pt x="767521" y="5686889"/>
                  </a:lnTo>
                  <a:lnTo>
                    <a:pt x="762936" y="5689530"/>
                  </a:lnTo>
                  <a:lnTo>
                    <a:pt x="760295" y="5684952"/>
                  </a:lnTo>
                  <a:lnTo>
                    <a:pt x="764873" y="5682304"/>
                  </a:lnTo>
                  <a:close/>
                </a:path>
                <a:path w="5889625" h="6395720">
                  <a:moveTo>
                    <a:pt x="839575" y="5812866"/>
                  </a:moveTo>
                  <a:lnTo>
                    <a:pt x="841637" y="5816432"/>
                  </a:lnTo>
                  <a:lnTo>
                    <a:pt x="838071" y="5818493"/>
                  </a:lnTo>
                  <a:lnTo>
                    <a:pt x="836010" y="5814927"/>
                  </a:lnTo>
                  <a:lnTo>
                    <a:pt x="839575" y="5812866"/>
                  </a:lnTo>
                  <a:close/>
                </a:path>
                <a:path w="5889625" h="6395720">
                  <a:moveTo>
                    <a:pt x="914277" y="5943434"/>
                  </a:moveTo>
                  <a:lnTo>
                    <a:pt x="915746" y="5945975"/>
                  </a:lnTo>
                  <a:lnTo>
                    <a:pt x="913199" y="5947444"/>
                  </a:lnTo>
                  <a:lnTo>
                    <a:pt x="911730" y="5944903"/>
                  </a:lnTo>
                  <a:lnTo>
                    <a:pt x="914277" y="5943434"/>
                  </a:lnTo>
                  <a:close/>
                </a:path>
                <a:path w="5889625" h="6395720">
                  <a:moveTo>
                    <a:pt x="988978" y="6073996"/>
                  </a:moveTo>
                  <a:lnTo>
                    <a:pt x="989861" y="6075524"/>
                  </a:lnTo>
                  <a:lnTo>
                    <a:pt x="988339" y="6076407"/>
                  </a:lnTo>
                  <a:lnTo>
                    <a:pt x="987456" y="6074873"/>
                  </a:lnTo>
                  <a:lnTo>
                    <a:pt x="988978" y="6073996"/>
                  </a:lnTo>
                  <a:close/>
                </a:path>
                <a:path w="5889625" h="6395720">
                  <a:moveTo>
                    <a:pt x="38038" y="4710715"/>
                  </a:moveTo>
                  <a:lnTo>
                    <a:pt x="46851" y="4725979"/>
                  </a:lnTo>
                  <a:lnTo>
                    <a:pt x="31588" y="4734792"/>
                  </a:lnTo>
                  <a:lnTo>
                    <a:pt x="22774" y="4719529"/>
                  </a:lnTo>
                  <a:lnTo>
                    <a:pt x="38038" y="4710715"/>
                  </a:lnTo>
                  <a:close/>
                </a:path>
                <a:path w="5889625" h="6395720">
                  <a:moveTo>
                    <a:pt x="112633" y="4841680"/>
                  </a:moveTo>
                  <a:lnTo>
                    <a:pt x="120564" y="4855422"/>
                  </a:lnTo>
                  <a:lnTo>
                    <a:pt x="106822" y="4863353"/>
                  </a:lnTo>
                  <a:lnTo>
                    <a:pt x="98885" y="4849611"/>
                  </a:lnTo>
                  <a:lnTo>
                    <a:pt x="112633" y="4841680"/>
                  </a:lnTo>
                  <a:close/>
                </a:path>
                <a:path w="5889625" h="6395720">
                  <a:moveTo>
                    <a:pt x="187222" y="4972645"/>
                  </a:moveTo>
                  <a:lnTo>
                    <a:pt x="194276" y="4984858"/>
                  </a:lnTo>
                  <a:lnTo>
                    <a:pt x="182063" y="4991912"/>
                  </a:lnTo>
                  <a:lnTo>
                    <a:pt x="175009" y="4979699"/>
                  </a:lnTo>
                  <a:lnTo>
                    <a:pt x="187222" y="4972645"/>
                  </a:lnTo>
                  <a:close/>
                </a:path>
                <a:path w="5889625" h="6395720">
                  <a:moveTo>
                    <a:pt x="261716" y="5104006"/>
                  </a:moveTo>
                  <a:lnTo>
                    <a:pt x="267592" y="5114188"/>
                  </a:lnTo>
                  <a:lnTo>
                    <a:pt x="257410" y="5120063"/>
                  </a:lnTo>
                  <a:lnTo>
                    <a:pt x="251534" y="5109882"/>
                  </a:lnTo>
                  <a:lnTo>
                    <a:pt x="261716" y="5104006"/>
                  </a:lnTo>
                  <a:close/>
                </a:path>
                <a:path w="5889625" h="6395720">
                  <a:moveTo>
                    <a:pt x="336305" y="5234971"/>
                  </a:moveTo>
                  <a:lnTo>
                    <a:pt x="341298" y="5243624"/>
                  </a:lnTo>
                  <a:lnTo>
                    <a:pt x="332644" y="5248617"/>
                  </a:lnTo>
                  <a:lnTo>
                    <a:pt x="327651" y="5239964"/>
                  </a:lnTo>
                  <a:lnTo>
                    <a:pt x="336305" y="5234971"/>
                  </a:lnTo>
                  <a:close/>
                </a:path>
                <a:path w="5889625" h="6395720">
                  <a:moveTo>
                    <a:pt x="411007" y="5365533"/>
                  </a:moveTo>
                  <a:lnTo>
                    <a:pt x="415414" y="5373168"/>
                  </a:lnTo>
                  <a:lnTo>
                    <a:pt x="407785" y="5377574"/>
                  </a:lnTo>
                  <a:lnTo>
                    <a:pt x="403378" y="5369939"/>
                  </a:lnTo>
                  <a:lnTo>
                    <a:pt x="411007" y="5365533"/>
                  </a:lnTo>
                  <a:close/>
                </a:path>
                <a:path w="5889625" h="6395720">
                  <a:moveTo>
                    <a:pt x="485814" y="5495698"/>
                  </a:moveTo>
                  <a:lnTo>
                    <a:pt x="489931" y="5502823"/>
                  </a:lnTo>
                  <a:lnTo>
                    <a:pt x="482806" y="5506940"/>
                  </a:lnTo>
                  <a:lnTo>
                    <a:pt x="478695" y="5499814"/>
                  </a:lnTo>
                  <a:lnTo>
                    <a:pt x="485814" y="5495698"/>
                  </a:lnTo>
                  <a:close/>
                </a:path>
                <a:path w="5889625" h="6395720">
                  <a:moveTo>
                    <a:pt x="560410" y="5626662"/>
                  </a:moveTo>
                  <a:lnTo>
                    <a:pt x="563644" y="5632260"/>
                  </a:lnTo>
                  <a:lnTo>
                    <a:pt x="558046" y="5635494"/>
                  </a:lnTo>
                  <a:lnTo>
                    <a:pt x="554813" y="5629891"/>
                  </a:lnTo>
                  <a:lnTo>
                    <a:pt x="560410" y="5626662"/>
                  </a:lnTo>
                  <a:close/>
                </a:path>
                <a:path w="5889625" h="6395720">
                  <a:moveTo>
                    <a:pt x="635112" y="5757224"/>
                  </a:moveTo>
                  <a:lnTo>
                    <a:pt x="637759" y="5761803"/>
                  </a:lnTo>
                  <a:lnTo>
                    <a:pt x="633175" y="5764451"/>
                  </a:lnTo>
                  <a:lnTo>
                    <a:pt x="630533" y="5759866"/>
                  </a:lnTo>
                  <a:lnTo>
                    <a:pt x="635112" y="5757224"/>
                  </a:lnTo>
                  <a:close/>
                </a:path>
                <a:path w="5889625" h="6395720">
                  <a:moveTo>
                    <a:pt x="709814" y="5887786"/>
                  </a:moveTo>
                  <a:lnTo>
                    <a:pt x="711875" y="5891352"/>
                  </a:lnTo>
                  <a:lnTo>
                    <a:pt x="708309" y="5893407"/>
                  </a:lnTo>
                  <a:lnTo>
                    <a:pt x="706254" y="5889842"/>
                  </a:lnTo>
                  <a:lnTo>
                    <a:pt x="709814" y="5887786"/>
                  </a:lnTo>
                  <a:close/>
                </a:path>
                <a:path w="5889625" h="6395720">
                  <a:moveTo>
                    <a:pt x="784521" y="6018348"/>
                  </a:moveTo>
                  <a:lnTo>
                    <a:pt x="785990" y="6020889"/>
                  </a:lnTo>
                  <a:lnTo>
                    <a:pt x="783443" y="6022358"/>
                  </a:lnTo>
                  <a:lnTo>
                    <a:pt x="781974" y="6019817"/>
                  </a:lnTo>
                  <a:lnTo>
                    <a:pt x="784521" y="6018348"/>
                  </a:lnTo>
                  <a:close/>
                </a:path>
                <a:path w="5889625" h="6395720">
                  <a:moveTo>
                    <a:pt x="859217" y="6148910"/>
                  </a:moveTo>
                  <a:lnTo>
                    <a:pt x="860099" y="6150444"/>
                  </a:lnTo>
                  <a:lnTo>
                    <a:pt x="858577" y="6151321"/>
                  </a:lnTo>
                  <a:lnTo>
                    <a:pt x="857694" y="6149793"/>
                  </a:lnTo>
                  <a:lnTo>
                    <a:pt x="859217" y="6148910"/>
                  </a:lnTo>
                  <a:close/>
                </a:path>
                <a:path w="5889625" h="6395720">
                  <a:moveTo>
                    <a:pt x="57359" y="5047961"/>
                  </a:moveTo>
                  <a:lnTo>
                    <a:pt x="64117" y="5059665"/>
                  </a:lnTo>
                  <a:lnTo>
                    <a:pt x="52408" y="5066423"/>
                  </a:lnTo>
                  <a:lnTo>
                    <a:pt x="45649" y="5054719"/>
                  </a:lnTo>
                  <a:lnTo>
                    <a:pt x="57359" y="5047961"/>
                  </a:lnTo>
                  <a:close/>
                </a:path>
                <a:path w="5889625" h="6395720">
                  <a:moveTo>
                    <a:pt x="131954" y="5178926"/>
                  </a:moveTo>
                  <a:lnTo>
                    <a:pt x="137830" y="5189102"/>
                  </a:lnTo>
                  <a:lnTo>
                    <a:pt x="127648" y="5194977"/>
                  </a:lnTo>
                  <a:lnTo>
                    <a:pt x="121772" y="5184801"/>
                  </a:lnTo>
                  <a:lnTo>
                    <a:pt x="131954" y="5178926"/>
                  </a:lnTo>
                  <a:close/>
                </a:path>
                <a:path w="5889625" h="6395720">
                  <a:moveTo>
                    <a:pt x="206543" y="5309885"/>
                  </a:moveTo>
                  <a:lnTo>
                    <a:pt x="211542" y="5318538"/>
                  </a:lnTo>
                  <a:lnTo>
                    <a:pt x="202895" y="5323531"/>
                  </a:lnTo>
                  <a:lnTo>
                    <a:pt x="197896" y="5314878"/>
                  </a:lnTo>
                  <a:lnTo>
                    <a:pt x="206543" y="5309885"/>
                  </a:lnTo>
                  <a:close/>
                </a:path>
                <a:path w="5889625" h="6395720">
                  <a:moveTo>
                    <a:pt x="281245" y="5440447"/>
                  </a:moveTo>
                  <a:lnTo>
                    <a:pt x="285652" y="5448082"/>
                  </a:lnTo>
                  <a:lnTo>
                    <a:pt x="278023" y="5452488"/>
                  </a:lnTo>
                  <a:lnTo>
                    <a:pt x="273616" y="5444853"/>
                  </a:lnTo>
                  <a:lnTo>
                    <a:pt x="281245" y="5440447"/>
                  </a:lnTo>
                  <a:close/>
                </a:path>
                <a:path w="5889625" h="6395720">
                  <a:moveTo>
                    <a:pt x="355952" y="5571015"/>
                  </a:moveTo>
                  <a:lnTo>
                    <a:pt x="359773" y="5577631"/>
                  </a:lnTo>
                  <a:lnTo>
                    <a:pt x="353151" y="5581451"/>
                  </a:lnTo>
                  <a:lnTo>
                    <a:pt x="349330" y="5574835"/>
                  </a:lnTo>
                  <a:lnTo>
                    <a:pt x="355952" y="5571015"/>
                  </a:lnTo>
                  <a:close/>
                </a:path>
                <a:path w="5889625" h="6395720">
                  <a:moveTo>
                    <a:pt x="430547" y="5701979"/>
                  </a:moveTo>
                  <a:lnTo>
                    <a:pt x="433485" y="5707067"/>
                  </a:lnTo>
                  <a:lnTo>
                    <a:pt x="428397" y="5710005"/>
                  </a:lnTo>
                  <a:lnTo>
                    <a:pt x="425460" y="5704917"/>
                  </a:lnTo>
                  <a:lnTo>
                    <a:pt x="430547" y="5701979"/>
                  </a:lnTo>
                  <a:close/>
                </a:path>
                <a:path w="5889625" h="6395720">
                  <a:moveTo>
                    <a:pt x="505249" y="5832541"/>
                  </a:moveTo>
                  <a:lnTo>
                    <a:pt x="507600" y="5836616"/>
                  </a:lnTo>
                  <a:lnTo>
                    <a:pt x="503525" y="5838968"/>
                  </a:lnTo>
                  <a:lnTo>
                    <a:pt x="501174" y="5834893"/>
                  </a:lnTo>
                  <a:lnTo>
                    <a:pt x="505249" y="5832541"/>
                  </a:lnTo>
                  <a:close/>
                </a:path>
                <a:path w="5889625" h="6395720">
                  <a:moveTo>
                    <a:pt x="579945" y="5963109"/>
                  </a:moveTo>
                  <a:lnTo>
                    <a:pt x="581710" y="5966159"/>
                  </a:lnTo>
                  <a:lnTo>
                    <a:pt x="578660" y="5967919"/>
                  </a:lnTo>
                  <a:lnTo>
                    <a:pt x="576894" y="5964868"/>
                  </a:lnTo>
                  <a:lnTo>
                    <a:pt x="579945" y="5963109"/>
                  </a:lnTo>
                  <a:close/>
                </a:path>
                <a:path w="5889625" h="6395720">
                  <a:moveTo>
                    <a:pt x="654653" y="6093671"/>
                  </a:moveTo>
                  <a:lnTo>
                    <a:pt x="655826" y="6095709"/>
                  </a:lnTo>
                  <a:lnTo>
                    <a:pt x="653788" y="6096881"/>
                  </a:lnTo>
                  <a:lnTo>
                    <a:pt x="652615" y="6094844"/>
                  </a:lnTo>
                  <a:lnTo>
                    <a:pt x="654653" y="6093671"/>
                  </a:lnTo>
                  <a:close/>
                </a:path>
                <a:path w="5889625" h="6395720">
                  <a:moveTo>
                    <a:pt x="728336" y="6224819"/>
                  </a:moveTo>
                  <a:lnTo>
                    <a:pt x="729694" y="6224819"/>
                  </a:lnTo>
                  <a:lnTo>
                    <a:pt x="729941" y="6225246"/>
                  </a:lnTo>
                  <a:lnTo>
                    <a:pt x="728583" y="6225246"/>
                  </a:lnTo>
                  <a:lnTo>
                    <a:pt x="728336" y="6224819"/>
                  </a:lnTo>
                  <a:close/>
                </a:path>
                <a:path w="5889625" h="6395720">
                  <a:moveTo>
                    <a:pt x="2087" y="5254243"/>
                  </a:moveTo>
                  <a:lnTo>
                    <a:pt x="7666" y="5263909"/>
                  </a:lnTo>
                  <a:lnTo>
                    <a:pt x="0" y="5268334"/>
                  </a:lnTo>
                  <a:lnTo>
                    <a:pt x="0" y="5255448"/>
                  </a:lnTo>
                  <a:lnTo>
                    <a:pt x="2087" y="5254243"/>
                  </a:lnTo>
                  <a:close/>
                </a:path>
                <a:path w="5889625" h="6395720">
                  <a:moveTo>
                    <a:pt x="76782" y="5384805"/>
                  </a:moveTo>
                  <a:lnTo>
                    <a:pt x="81782" y="5393458"/>
                  </a:lnTo>
                  <a:lnTo>
                    <a:pt x="73134" y="5398452"/>
                  </a:lnTo>
                  <a:lnTo>
                    <a:pt x="68135" y="5389798"/>
                  </a:lnTo>
                  <a:lnTo>
                    <a:pt x="76782" y="5384805"/>
                  </a:lnTo>
                  <a:close/>
                </a:path>
                <a:path w="5889625" h="6395720">
                  <a:moveTo>
                    <a:pt x="151490" y="5515367"/>
                  </a:moveTo>
                  <a:lnTo>
                    <a:pt x="155897" y="5523002"/>
                  </a:lnTo>
                  <a:lnTo>
                    <a:pt x="148262" y="5527409"/>
                  </a:lnTo>
                  <a:lnTo>
                    <a:pt x="143855" y="5519774"/>
                  </a:lnTo>
                  <a:lnTo>
                    <a:pt x="151490" y="5515367"/>
                  </a:lnTo>
                  <a:close/>
                </a:path>
                <a:path w="5889625" h="6395720">
                  <a:moveTo>
                    <a:pt x="226085" y="5646332"/>
                  </a:moveTo>
                  <a:lnTo>
                    <a:pt x="229609" y="5652438"/>
                  </a:lnTo>
                  <a:lnTo>
                    <a:pt x="223503" y="5655963"/>
                  </a:lnTo>
                  <a:lnTo>
                    <a:pt x="219979" y="5649856"/>
                  </a:lnTo>
                  <a:lnTo>
                    <a:pt x="226085" y="5646332"/>
                  </a:lnTo>
                  <a:close/>
                </a:path>
                <a:path w="5889625" h="6395720">
                  <a:moveTo>
                    <a:pt x="300787" y="5776894"/>
                  </a:moveTo>
                  <a:lnTo>
                    <a:pt x="303725" y="5781988"/>
                  </a:lnTo>
                  <a:lnTo>
                    <a:pt x="298637" y="5784925"/>
                  </a:lnTo>
                  <a:lnTo>
                    <a:pt x="295699" y="5779832"/>
                  </a:lnTo>
                  <a:lnTo>
                    <a:pt x="300787" y="5776894"/>
                  </a:lnTo>
                  <a:close/>
                </a:path>
                <a:path w="5889625" h="6395720">
                  <a:moveTo>
                    <a:pt x="375488" y="5907462"/>
                  </a:moveTo>
                  <a:lnTo>
                    <a:pt x="377840" y="5911531"/>
                  </a:lnTo>
                  <a:lnTo>
                    <a:pt x="373765" y="5913882"/>
                  </a:lnTo>
                  <a:lnTo>
                    <a:pt x="371413" y="5909813"/>
                  </a:lnTo>
                  <a:lnTo>
                    <a:pt x="375488" y="5907462"/>
                  </a:lnTo>
                  <a:close/>
                </a:path>
                <a:path w="5889625" h="6395720">
                  <a:moveTo>
                    <a:pt x="450190" y="6038024"/>
                  </a:moveTo>
                  <a:lnTo>
                    <a:pt x="451956" y="6041074"/>
                  </a:lnTo>
                  <a:lnTo>
                    <a:pt x="448899" y="6042839"/>
                  </a:lnTo>
                  <a:lnTo>
                    <a:pt x="447134" y="6039789"/>
                  </a:lnTo>
                  <a:lnTo>
                    <a:pt x="450190" y="6038024"/>
                  </a:lnTo>
                  <a:close/>
                </a:path>
                <a:path w="5889625" h="6395720">
                  <a:moveTo>
                    <a:pt x="524898" y="6168585"/>
                  </a:moveTo>
                  <a:lnTo>
                    <a:pt x="526071" y="6170623"/>
                  </a:lnTo>
                  <a:lnTo>
                    <a:pt x="524033" y="6171796"/>
                  </a:lnTo>
                  <a:lnTo>
                    <a:pt x="522860" y="6169758"/>
                  </a:lnTo>
                  <a:lnTo>
                    <a:pt x="524898" y="6168585"/>
                  </a:lnTo>
                  <a:close/>
                </a:path>
                <a:path w="5889625" h="6395720">
                  <a:moveTo>
                    <a:pt x="598575" y="6299734"/>
                  </a:moveTo>
                  <a:lnTo>
                    <a:pt x="599931" y="6299734"/>
                  </a:lnTo>
                  <a:lnTo>
                    <a:pt x="600180" y="6300166"/>
                  </a:lnTo>
                  <a:lnTo>
                    <a:pt x="598824" y="6300166"/>
                  </a:lnTo>
                  <a:lnTo>
                    <a:pt x="598575" y="6299734"/>
                  </a:lnTo>
                  <a:close/>
                </a:path>
                <a:path w="5889625" h="6395720">
                  <a:moveTo>
                    <a:pt x="21622" y="5590685"/>
                  </a:moveTo>
                  <a:lnTo>
                    <a:pt x="25739" y="5597810"/>
                  </a:lnTo>
                  <a:lnTo>
                    <a:pt x="18613" y="5601927"/>
                  </a:lnTo>
                  <a:lnTo>
                    <a:pt x="14497" y="5594801"/>
                  </a:lnTo>
                  <a:lnTo>
                    <a:pt x="21622" y="5590685"/>
                  </a:lnTo>
                  <a:close/>
                </a:path>
                <a:path w="5889625" h="6395720">
                  <a:moveTo>
                    <a:pt x="96217" y="5721655"/>
                  </a:moveTo>
                  <a:lnTo>
                    <a:pt x="99451" y="5727253"/>
                  </a:lnTo>
                  <a:lnTo>
                    <a:pt x="93854" y="5730481"/>
                  </a:lnTo>
                  <a:lnTo>
                    <a:pt x="90620" y="5724884"/>
                  </a:lnTo>
                  <a:lnTo>
                    <a:pt x="96217" y="5721655"/>
                  </a:lnTo>
                  <a:close/>
                </a:path>
                <a:path w="5889625" h="6395720">
                  <a:moveTo>
                    <a:pt x="170925" y="5852217"/>
                  </a:moveTo>
                  <a:lnTo>
                    <a:pt x="173567" y="5856790"/>
                  </a:lnTo>
                  <a:lnTo>
                    <a:pt x="168982" y="5859438"/>
                  </a:lnTo>
                  <a:lnTo>
                    <a:pt x="166340" y="5854859"/>
                  </a:lnTo>
                  <a:lnTo>
                    <a:pt x="170925" y="5852217"/>
                  </a:lnTo>
                  <a:close/>
                </a:path>
                <a:path w="5889625" h="6395720">
                  <a:moveTo>
                    <a:pt x="245627" y="5982779"/>
                  </a:moveTo>
                  <a:lnTo>
                    <a:pt x="247682" y="5986339"/>
                  </a:lnTo>
                  <a:lnTo>
                    <a:pt x="244116" y="5988394"/>
                  </a:lnTo>
                  <a:lnTo>
                    <a:pt x="242061" y="5984835"/>
                  </a:lnTo>
                  <a:lnTo>
                    <a:pt x="245627" y="5982779"/>
                  </a:lnTo>
                  <a:close/>
                </a:path>
                <a:path w="5889625" h="6395720">
                  <a:moveTo>
                    <a:pt x="320322" y="6113341"/>
                  </a:moveTo>
                  <a:lnTo>
                    <a:pt x="321792" y="6115888"/>
                  </a:lnTo>
                  <a:lnTo>
                    <a:pt x="319251" y="6117357"/>
                  </a:lnTo>
                  <a:lnTo>
                    <a:pt x="317781" y="6114810"/>
                  </a:lnTo>
                  <a:lnTo>
                    <a:pt x="320322" y="6113341"/>
                  </a:lnTo>
                  <a:close/>
                </a:path>
                <a:path w="5889625" h="6395720">
                  <a:moveTo>
                    <a:pt x="395024" y="6243903"/>
                  </a:moveTo>
                  <a:lnTo>
                    <a:pt x="395907" y="6245431"/>
                  </a:lnTo>
                  <a:lnTo>
                    <a:pt x="394384" y="6246308"/>
                  </a:lnTo>
                  <a:lnTo>
                    <a:pt x="393502" y="6244780"/>
                  </a:lnTo>
                  <a:lnTo>
                    <a:pt x="395024" y="6243903"/>
                  </a:lnTo>
                  <a:close/>
                </a:path>
                <a:path w="5889625" h="6395720">
                  <a:moveTo>
                    <a:pt x="41162" y="5927132"/>
                  </a:moveTo>
                  <a:lnTo>
                    <a:pt x="43804" y="5931710"/>
                  </a:lnTo>
                  <a:lnTo>
                    <a:pt x="39220" y="5934352"/>
                  </a:lnTo>
                  <a:lnTo>
                    <a:pt x="36578" y="5929779"/>
                  </a:lnTo>
                  <a:lnTo>
                    <a:pt x="41162" y="5927132"/>
                  </a:lnTo>
                  <a:close/>
                </a:path>
                <a:path w="5889625" h="6395720">
                  <a:moveTo>
                    <a:pt x="115864" y="6057694"/>
                  </a:moveTo>
                  <a:lnTo>
                    <a:pt x="117919" y="6061254"/>
                  </a:lnTo>
                  <a:lnTo>
                    <a:pt x="114354" y="6063315"/>
                  </a:lnTo>
                  <a:lnTo>
                    <a:pt x="112299" y="6059755"/>
                  </a:lnTo>
                  <a:lnTo>
                    <a:pt x="115864" y="6057694"/>
                  </a:lnTo>
                  <a:close/>
                </a:path>
                <a:path w="5889625" h="6395720">
                  <a:moveTo>
                    <a:pt x="190566" y="6188256"/>
                  </a:moveTo>
                  <a:lnTo>
                    <a:pt x="192035" y="6190803"/>
                  </a:lnTo>
                  <a:lnTo>
                    <a:pt x="189494" y="6192272"/>
                  </a:lnTo>
                  <a:lnTo>
                    <a:pt x="188025" y="6189725"/>
                  </a:lnTo>
                  <a:lnTo>
                    <a:pt x="190566" y="6188256"/>
                  </a:lnTo>
                  <a:close/>
                </a:path>
                <a:path w="5889625" h="6395720">
                  <a:moveTo>
                    <a:pt x="265262" y="6318818"/>
                  </a:moveTo>
                  <a:lnTo>
                    <a:pt x="266144" y="6320346"/>
                  </a:lnTo>
                  <a:lnTo>
                    <a:pt x="264622" y="6321228"/>
                  </a:lnTo>
                  <a:lnTo>
                    <a:pt x="263739" y="6319700"/>
                  </a:lnTo>
                  <a:lnTo>
                    <a:pt x="265262" y="6318818"/>
                  </a:lnTo>
                  <a:close/>
                </a:path>
                <a:path w="5889625" h="6395720">
                  <a:moveTo>
                    <a:pt x="60698" y="6263574"/>
                  </a:moveTo>
                  <a:lnTo>
                    <a:pt x="61871" y="6265611"/>
                  </a:lnTo>
                  <a:lnTo>
                    <a:pt x="59833" y="6266790"/>
                  </a:lnTo>
                  <a:lnTo>
                    <a:pt x="58660" y="6264752"/>
                  </a:lnTo>
                  <a:lnTo>
                    <a:pt x="60698" y="6263574"/>
                  </a:lnTo>
                  <a:close/>
                </a:path>
                <a:path w="5889625" h="6395720">
                  <a:moveTo>
                    <a:pt x="134381" y="6394722"/>
                  </a:moveTo>
                  <a:lnTo>
                    <a:pt x="135737" y="6394722"/>
                  </a:lnTo>
                  <a:lnTo>
                    <a:pt x="135986" y="6395154"/>
                  </a:lnTo>
                  <a:lnTo>
                    <a:pt x="134630" y="6395154"/>
                  </a:lnTo>
                  <a:lnTo>
                    <a:pt x="134381" y="6394722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1029" y="4398128"/>
              <a:ext cx="2343149" cy="190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77394" y="0"/>
              <a:ext cx="7860030" cy="10285730"/>
            </a:xfrm>
            <a:custGeom>
              <a:avLst/>
              <a:gdLst/>
              <a:ahLst/>
              <a:cxnLst/>
              <a:rect l="l" t="t" r="r" b="b"/>
              <a:pathLst>
                <a:path w="7860030" h="10285730">
                  <a:moveTo>
                    <a:pt x="7859843" y="10285342"/>
                  </a:moveTo>
                  <a:lnTo>
                    <a:pt x="0" y="10285342"/>
                  </a:lnTo>
                  <a:lnTo>
                    <a:pt x="0" y="0"/>
                  </a:lnTo>
                  <a:lnTo>
                    <a:pt x="7859843" y="0"/>
                  </a:lnTo>
                  <a:lnTo>
                    <a:pt x="7859843" y="102853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87917" y="3223683"/>
              <a:ext cx="6800215" cy="7063740"/>
            </a:xfrm>
            <a:custGeom>
              <a:avLst/>
              <a:gdLst/>
              <a:ahLst/>
              <a:cxnLst/>
              <a:rect l="l" t="t" r="r" b="b"/>
              <a:pathLst>
                <a:path w="6800215" h="706374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0215" h="706374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0215" h="706374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0215" h="706374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0215" h="706374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0215" h="706374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0215" h="706374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0215" h="706374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0215" h="706374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0215" h="706374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0215" h="706374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0215" h="706374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0215" h="706374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0215" h="706374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0215" h="706374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0215" h="706374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0215" h="706374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0215" h="706374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0215" h="706374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0215" h="706374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0215" h="706374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0215" h="706374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0215" h="706374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0215" h="706374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0215" h="706374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0215" h="706374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0215" h="706374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0215" h="706374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0215" h="706374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0215" h="706374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0215" h="706374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0215" h="706374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0215" h="706374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0215" h="706374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0215" h="706374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0215" h="706374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0215" h="706374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0215" h="706374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0215" h="706374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0215" h="706374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0215" h="706374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0215" h="706374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0215" h="706374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0215" h="706374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0215" h="706374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0215" h="706374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0215" h="706374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0215" h="706374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0215" h="706374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0215" h="706374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0215" h="706374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0215" h="706374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0215" h="706374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0215" h="706374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0215" h="706374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0215" h="706374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0215" h="706374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0215" h="706374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0215" h="706374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0215" h="706374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0215" h="706374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0215" h="706374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0215" h="706374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0215" h="706374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0215" h="706374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0215" h="706374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0215" h="706374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0215" h="706374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0215" h="706374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0215" h="706374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0215" h="706374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0215" h="706374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0215" h="706374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0215" h="706374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0215" h="706374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0215" h="706374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0215" h="706374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0215" h="706374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0215" h="706374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0215" h="706374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0215" h="706374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0215" h="706374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0215" h="706374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0215" h="706374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0215" h="706374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0215" h="706374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0215" h="706374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0215" h="706374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0215" h="706374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0215" h="706374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0215" h="706374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0215" h="706374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0215" h="706374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0215" h="706374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0215" h="706374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0215" h="706374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0215" h="706374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0215" h="706374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0215" h="706374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0215" h="706374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0215" h="706374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0215" h="706374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0215" h="706374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0215" h="7063740">
                  <a:moveTo>
                    <a:pt x="1961906" y="7063316"/>
                  </a:moveTo>
                  <a:lnTo>
                    <a:pt x="1940197" y="7063316"/>
                  </a:lnTo>
                  <a:lnTo>
                    <a:pt x="1939742" y="7062529"/>
                  </a:lnTo>
                  <a:lnTo>
                    <a:pt x="1956025" y="7053129"/>
                  </a:lnTo>
                  <a:lnTo>
                    <a:pt x="1961906" y="7063316"/>
                  </a:lnTo>
                  <a:close/>
                </a:path>
                <a:path w="6800215" h="706374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0215" h="706374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0215" h="706374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0215" h="706374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0215" h="706374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0215" h="706374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0215" h="706374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0215" h="706374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0215" h="706374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0215" h="706374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0215" h="706374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0215" h="706374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0215" h="706374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0215" h="706374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0215" h="706374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0215" h="706374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0215" h="706374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0215" h="706374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0215" h="706374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0215" h="706374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0215" h="706374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0215" h="706374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0215" h="706374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0215" h="706374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0215" h="706374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0215" h="706374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0215" h="706374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0215" h="706374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0215" h="706374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0215" h="706374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0215" h="706374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0215" h="706374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0215" h="706374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0215" h="706374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0215" h="706374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0215" h="706374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0215" h="706374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0215" h="706374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0215" h="706374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0215" h="706374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0215" h="706374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0215" h="706374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0215" h="706374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0215" h="706374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0215" h="706374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0215" h="706374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0215" h="706374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0215" h="706374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0215" h="706374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0215" h="706374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0215" h="706374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0215" h="706374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0215" h="706374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0215" h="706374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0215" h="706374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0215" h="706374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0215" h="706374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0215" h="706374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0215" h="706374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0215" h="706374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0215" h="706374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0215" h="706374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0215" h="706374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0215" h="706374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0215" h="706374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0215" h="706374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0215" h="706374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0215" h="706374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0215" h="706374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0215" h="706374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0215" h="706374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0215" h="706374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0215" h="706374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0215" h="706374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0215" h="706374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0215" h="706374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0215" h="706374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0215" h="706374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0215" h="706374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0215" h="706374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0215" h="706374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0215" h="706374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0215" h="706374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0215" h="706374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0215" h="706374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0215" h="706374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0215" h="706374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0215" h="706374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0215" h="706374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0215" h="706374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0215" h="706374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0215" h="706374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0215" h="706374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0215" h="706374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0215" h="706374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0215" h="706374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0215" h="706374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0215" h="706374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0215" h="706374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0215" h="706374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0215" h="706374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0215" h="706374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0215" h="706374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0215" h="706374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0215" h="706374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0215" h="7063740">
                  <a:moveTo>
                    <a:pt x="2832063" y="7063316"/>
                  </a:moveTo>
                  <a:lnTo>
                    <a:pt x="2828575" y="7063316"/>
                  </a:lnTo>
                  <a:lnTo>
                    <a:pt x="2831191" y="7061806"/>
                  </a:lnTo>
                  <a:lnTo>
                    <a:pt x="2832063" y="7063316"/>
                  </a:lnTo>
                  <a:close/>
                </a:path>
                <a:path w="6800215" h="706374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0215" h="706374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0215" h="706374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0215" h="706374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0215" h="706374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0215" h="706374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0215" h="706374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0215" h="706374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0215" h="706374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0215" h="706374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0215" h="706374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0215" h="706374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0215" h="706374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0215" h="706374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0215" h="706374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0215" h="706374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0215" h="706374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0215" h="706374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0215" h="706374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0215" h="706374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0215" h="706374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0215" h="706374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0215" h="706374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0215" h="706374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0215" h="706374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0215" h="706374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0215" h="706374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0215" h="706374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0215" h="706374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0215" h="706374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0215" h="706374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0215" h="706374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0215" h="706374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0215" h="706374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0215" h="706374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0215" h="706374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0215" h="706374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0215" h="706374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0215" h="706374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0215" h="706374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0215" h="706374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0215" h="706374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0215" h="706374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0215" h="706374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0215" h="706374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0215" h="706374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0215" h="706374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0215" h="706374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0215" h="706374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0215" h="706374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0215" h="7063740">
                  <a:moveTo>
                    <a:pt x="3183181" y="7063316"/>
                  </a:moveTo>
                  <a:lnTo>
                    <a:pt x="3141109" y="7063316"/>
                  </a:lnTo>
                  <a:lnTo>
                    <a:pt x="3135690" y="7053932"/>
                  </a:lnTo>
                  <a:lnTo>
                    <a:pt x="3167242" y="7035718"/>
                  </a:lnTo>
                  <a:lnTo>
                    <a:pt x="3183181" y="7063316"/>
                  </a:lnTo>
                  <a:close/>
                </a:path>
                <a:path w="6800215" h="706374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0215" h="706374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0215" h="706374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0215" h="706374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0215" h="706374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0215" h="706374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0215" h="706374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0215" h="706374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0215" h="706374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0215" h="706374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0215" h="706374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0215" h="706374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0215" h="706374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0215" h="706374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0215" h="706374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0215" h="706374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0215" h="706374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0215" h="706374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0215" h="706374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0215" h="706374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0215" h="706374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0215" h="706374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0215" h="706374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0215" h="706374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0215" h="706374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0215" h="706374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0215" h="706374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0215" h="706374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0215" h="706374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0215" h="706374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0215" h="706374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0215" h="706374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0215" h="706374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0215" h="706374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0215" h="706374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0215" h="706374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0215" h="706374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0215" h="706374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0215" h="706374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0215" h="706374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0215" h="706374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0215" h="706374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0215" h="706374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0215" h="706374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0215" h="706374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0215" h="706374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0215" h="706374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0215" h="706374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0215" h="706374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0215" h="706374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0215" h="706374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0215" h="706374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0215" h="706374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0215" h="706374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0215" h="7063740">
                  <a:moveTo>
                    <a:pt x="3500192" y="7063316"/>
                  </a:moveTo>
                  <a:lnTo>
                    <a:pt x="3482385" y="7063316"/>
                  </a:ln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500192" y="7063316"/>
                  </a:lnTo>
                  <a:close/>
                </a:path>
                <a:path w="6800215" h="706374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0215" h="706374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0215" h="706374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0215" h="706374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0215" h="706374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0215" h="706374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0215" h="706374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0215" h="706374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0215" h="706374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0215" h="706374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0215" h="706374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0215" h="706374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0215" h="706374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0215" h="706374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0215" h="706374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0215" h="706374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0215" h="706374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0215" h="706374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0215" h="706374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0215" h="706374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0215" h="706374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0215" h="706374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0215" h="706374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0215" h="706374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0215" h="706374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0215" h="706374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0215" h="706374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0215" h="706374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0215" h="706374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0215" h="706374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0215" h="706374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0215" h="706374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0215" h="706374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0215" h="706374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0215" h="706374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0215" h="706374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0215" h="706374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0215" h="706374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0215" h="706374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0215" h="706374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0215" h="706374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0215" h="706374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0215" h="706374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0215" h="706374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0215" h="706374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0215" h="706374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0215" h="706374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0215" h="706374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0215" h="706374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0215" h="706374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0215" h="706374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0215" h="706374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0215" h="706374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0215" h="706374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0215" h="706374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0215" h="706374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0215" h="706374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0215" h="706374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0215" h="706374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0215" h="706374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0215" h="706374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0215" h="706374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0215" h="706374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0215" h="706374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0215" h="706374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0215" h="706374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0215" h="706374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0215" h="706374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0215" h="706374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0215" h="706374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0215" h="706374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0215" h="706374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0215" h="706374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0215" h="706374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0215" h="706374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0215" h="706374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0215" h="706374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0215" h="706374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0215" h="706374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0215" h="706374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0215" h="706374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0215" h="706374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0215" h="706374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0215" h="706374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0215" h="706374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0215" h="706374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0215" h="706374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0215" h="706374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0215" h="706374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0215" h="7063740">
                  <a:moveTo>
                    <a:pt x="4054684" y="7063316"/>
                  </a:moveTo>
                  <a:lnTo>
                    <a:pt x="4007276" y="7063316"/>
                  </a:lnTo>
                  <a:lnTo>
                    <a:pt x="4042831" y="7042787"/>
                  </a:lnTo>
                  <a:lnTo>
                    <a:pt x="4054684" y="7063316"/>
                  </a:lnTo>
                  <a:close/>
                </a:path>
                <a:path w="6800215" h="706374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0215" h="706374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0215" h="706374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0215" h="706374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0215" h="706374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0215" h="706374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0215" h="706374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0215" h="706374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0215" h="706374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0215" h="706374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0215" h="706374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0215" h="706374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0215" h="706374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0215" h="706374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0215" h="706374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0215" h="706374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0215" h="706374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0215" h="706374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0215" h="706374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0215" h="706374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0215" h="706374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0215" h="706374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0215" h="706374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0215" h="706374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0215" h="706374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0215" h="706374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0215" h="706374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0215" h="706374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0215" h="706374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0215" h="706374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0215" h="706374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0215" h="706374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0215" h="706374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0215" h="706374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0215" h="706374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0215" h="706374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0215" h="706374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0215" h="706374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0215" h="706374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0215" h="706374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0215" h="706374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0215" h="706374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0215" h="706374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0215" h="706374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0215" h="706374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0215" h="706374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0215" h="706374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0215" h="706374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0215" h="706374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0215" h="706374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0215" h="706374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0215" h="706374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0215" h="706374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0215" h="706374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0215" h="706374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0215" h="706374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0215" h="706374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0215" h="706374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0215" h="706374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0215" h="706374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0215" h="706374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0215" h="706374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0215" h="706374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0215" h="706374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0215" h="706374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0215" h="7063740">
                  <a:moveTo>
                    <a:pt x="4407156" y="7063316"/>
                  </a:moveTo>
                  <a:lnTo>
                    <a:pt x="4339309" y="7063316"/>
                  </a:lnTo>
                  <a:lnTo>
                    <a:pt x="4328428" y="7044469"/>
                  </a:lnTo>
                  <a:lnTo>
                    <a:pt x="4379314" y="7015091"/>
                  </a:lnTo>
                  <a:lnTo>
                    <a:pt x="4407156" y="7063316"/>
                  </a:lnTo>
                  <a:close/>
                </a:path>
                <a:path w="6800215" h="706374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0215" h="706374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0215" h="706374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0215" h="706374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0215" h="706374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0215" h="706374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0215" h="706374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0215" h="706374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0215" h="706374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0215" h="706374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0215" h="706374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0215" h="706374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0215" h="706374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0215" h="706374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0215" h="706374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0215" h="706374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0215" h="706374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0215" h="706374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0215" h="706374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0215" h="706374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0215" h="706374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0215" h="706374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0215" h="706374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0215" h="706374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0215" h="706374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0215" h="706374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0215" h="706374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0215" h="706374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0215" h="706374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0215" h="706374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0215" h="706374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0215" h="706374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0215" h="706374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0215" h="706374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0215" h="706374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0215" h="706374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0215" h="706374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0215" h="706374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0215" h="706374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0215" h="706374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0215" h="706374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0215" h="706374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0215" h="706374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0215" h="706374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0215" h="706374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0215" h="706374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0215" h="706374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0215" h="706374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0215" h="706374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0215" h="706374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0215" h="706374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0215" h="706374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0215" h="706374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0215" h="706374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0215" h="706374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0215" h="706374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0215" h="706374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0215" h="706374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0215" h="706374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0215" h="706374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0215" h="706374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0215" h="706374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0215" h="706374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0215" h="706374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0215" h="706374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0215" h="706374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0215" h="706374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0215" h="706374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0215" h="706374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0215" h="7063740">
                  <a:moveTo>
                    <a:pt x="4723542" y="7063316"/>
                  </a:moveTo>
                  <a:lnTo>
                    <a:pt x="4679225" y="7063316"/>
                  </a:ln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723542" y="7063316"/>
                  </a:lnTo>
                  <a:close/>
                </a:path>
                <a:path w="6800215" h="706374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0215" h="706374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0215" h="706374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0215" h="706374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0215" h="706374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0215" h="706374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0215" h="706374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0215" h="706374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0215" h="706374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0215" h="706374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0215" h="706374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0215" h="706374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0215" h="706374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0215" h="706374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0215" h="706374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0215" h="706374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0215" h="706374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0215" h="706374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0215" h="706374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0215" h="706374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0215" h="706374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0215" h="706374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0215" h="706374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0215" h="706374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0215" h="706374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0215" h="706374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0215" h="706374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0215" h="706374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0215" h="706374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0215" h="706374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0215" h="706374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0215" h="706374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0215" h="706374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0215" h="706374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0215" h="706374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0215" h="7063740">
                  <a:moveTo>
                    <a:pt x="4924166" y="7063316"/>
                  </a:moveTo>
                  <a:lnTo>
                    <a:pt x="4898637" y="7063316"/>
                  </a:lnTo>
                  <a:lnTo>
                    <a:pt x="4917784" y="7052262"/>
                  </a:lnTo>
                  <a:lnTo>
                    <a:pt x="4924166" y="7063316"/>
                  </a:lnTo>
                  <a:close/>
                </a:path>
                <a:path w="6800215" h="706374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0215" h="706374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0215" h="706374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0215" h="706374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0215" h="706374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0215" h="706374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0215" h="706374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0215" h="706374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0215" h="706374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0215" h="706374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0215" h="706374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0215" h="706374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0215" h="706374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0215" h="706374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0215" h="706374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0215" h="706374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0215" h="706374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0215" h="706374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0215" h="706374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0215" h="706374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0215" h="706374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0215" h="706374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0215" h="706374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0215" h="706374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0215" h="706374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0215" h="706374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0215" h="706374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0215" h="706374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0215" h="706374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0215" h="706374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0215" h="706374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0215" h="706374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0215" h="706374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0215" h="706374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0215" h="706374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0215" h="706374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0215" h="706374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0215" h="7063740">
                  <a:moveTo>
                    <a:pt x="5032022" y="7063316"/>
                  </a:moveTo>
                  <a:lnTo>
                    <a:pt x="5020168" y="7063316"/>
                  </a:ln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32022" y="7063316"/>
                  </a:lnTo>
                  <a:close/>
                </a:path>
                <a:path w="6800215" h="706374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0215" h="706374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0215" h="706374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0215" h="706374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0215" h="706374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0215" h="706374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0215" h="706374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0215" h="706374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0215" h="706374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0215" h="706374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0215" h="706374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0215" h="706374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0215" h="706374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0215" h="706374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0215" h="706374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0215" h="706374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0215" h="706374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0215" h="706374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0215" h="706374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0215" h="706374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0215" h="706374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0215" h="706374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0215" h="706374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0215" h="706374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0215" h="706374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0215" h="706374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0215" h="706374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0215" h="706374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0215" h="706374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0215" h="706374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0215" h="706374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0215" h="706374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0215" h="706374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0215" h="706374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0215" h="706374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0215" h="706374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0215" h="706374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0215" h="7063740">
                  <a:moveTo>
                    <a:pt x="5279012" y="7063316"/>
                  </a:moveTo>
                  <a:lnTo>
                    <a:pt x="5197588" y="706331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79012" y="7063316"/>
                  </a:lnTo>
                  <a:close/>
                </a:path>
                <a:path w="6800215" h="706374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0215" h="706374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0215" h="706374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0215" h="706374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0215" h="706374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0215" h="706374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0215" h="706374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0215" h="706374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0215" h="706374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0215" h="706374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0215" h="706374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0215" h="706374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0215" h="706374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0215" h="706374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0215" h="706374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0215" h="706374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0215" h="706374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0215" h="706374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0215" h="706374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0215" h="706374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0215" h="706374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0215" h="706374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0215" h="706374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0215" h="706374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0215" h="706374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0215" h="706374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0215" h="706374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0215" h="706374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0215" h="706374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0215" h="706374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0215" h="706374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0215" h="706374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0215" h="706374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0215" h="706374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0215" h="706374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0215" h="706374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0215" h="706374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0215" h="706374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0215" h="706374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0215" h="706374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0215" h="706374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0215" h="706374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0215" h="706374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0215" h="706374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0215" h="706374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0215" h="706374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0215" h="706374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0215" h="706374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0215" h="706374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0215" h="706374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0215" h="706374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0215" h="706374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0215" h="706374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0215" h="706374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0215" h="706374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0215" h="706374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0215" h="706374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0215" h="706374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0215" h="706374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0215" h="706374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0215" h="706374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0215" h="706374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0215" h="706374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0215" h="706374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0215" h="706374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0215" h="706374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0215" h="706374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0215" h="706374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0215" h="706374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0215" h="706374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0215" h="706374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0215" h="706374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0215" h="706374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0215" h="706374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0215" h="706374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0215" h="706374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0215" h="706374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0215" h="7063740">
                  <a:moveTo>
                    <a:pt x="5633514" y="7063316"/>
                  </a:moveTo>
                  <a:lnTo>
                    <a:pt x="5535137" y="706331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3514" y="7063316"/>
                  </a:lnTo>
                  <a:close/>
                </a:path>
                <a:path w="6800215" h="706374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0215" h="706374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0215" h="706374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0215" h="706374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0215" h="706374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0215" h="706374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0215" h="706374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0215" h="706374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0215" h="706374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0215" h="706374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0215" h="706374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0215" h="706374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0215" h="706374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0215" h="706374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0215" h="706374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0215" h="706374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0215" h="706374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0215" h="706374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0215" h="706374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0215" h="706374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0215" h="706374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0215" h="706374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0215" h="706374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0215" h="706374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0215" h="706374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0215" h="706374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0215" h="706374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0215" h="706374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0215" h="706374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0215" h="706374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0215" h="706374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0215" h="706374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0215" h="706374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0215" h="706374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0215" h="706374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0215" h="706374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0215" h="706374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0215" h="706374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0215" h="706374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0215" h="706374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0215" h="706374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0215" h="706374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0215" h="706374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0215" h="706374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0215" h="706374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0215" h="706374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0215" h="706374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0215" h="706374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0215" h="706374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0215" h="706374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0215" h="706374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0215" h="706374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0215" h="706374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0215" h="706374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0215" h="706374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0215" h="706374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0215" h="706374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0215" h="706374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0215" h="706374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0215" h="706374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0215" h="706374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0215" h="706374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0215" h="706374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0215" h="706374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0215" h="706374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0215" h="706374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0215" h="706374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0215" h="706374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0215" h="706374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0215" h="706374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0215" h="706374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0215" h="706374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0215" h="706374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0215" h="706374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0215" h="706374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0215" h="706374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0215" h="706374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0215" h="706374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0215" h="706374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0215" h="706374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0215" h="706374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0215" h="706374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0215" h="706374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0215" h="706374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0215" h="706374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0215" h="706374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0215" h="706374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0215" h="706374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0215" h="706374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0215" h="706374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0215" h="706374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0215" h="706374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0215" h="706374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0215" h="706374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0215" h="706374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0215" h="706374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0215" h="706374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0215" h="706374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0215" h="706374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0215" h="706374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0215" h="706374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0215" h="706374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0215" h="706374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0215" h="706374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0215" h="706374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0215" h="706374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0215" h="7063740">
                  <a:moveTo>
                    <a:pt x="6800080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0080" y="1656165"/>
                  </a:lnTo>
                  <a:lnTo>
                    <a:pt x="6800080" y="1668865"/>
                  </a:lnTo>
                  <a:close/>
                </a:path>
                <a:path w="6800215" h="706374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0215" h="706374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0215" h="706374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0215" h="706374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0215" h="706374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0215" h="706374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0215" h="706374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0215" h="706374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0215" h="706374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0215" h="706374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0215" h="706374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0215" h="706374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0215" h="706374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0215" h="706374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0215" h="706374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0215" h="706374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0215" h="706374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0215" h="706374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0215" h="706374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0215" h="706374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0215" h="706374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0215" h="706374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0215" h="706374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0215" h="706374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0215" h="706374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0215" h="706374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0215" h="706374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0215" h="706374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0215" h="706374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0215" h="706374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0215" h="706374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0215" h="706374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0215" h="706374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0215" h="706374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0215" h="706374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0215" h="706374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0215" h="706374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0215" h="706374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0215" h="706374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0215" h="706374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0215" h="706374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0215" h="706374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0215" h="706374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0215" h="706374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0215" h="706374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0215" h="706374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0215" h="706374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0215" h="706374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0215" h="706374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0215" h="706374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0215" h="706374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0215" h="706374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0215" h="706374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0215" h="706374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0215" h="706374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0215" h="706374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0215" h="706374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0215" h="706374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0215" h="706374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0215" h="706374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0215" h="706374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0215" h="706374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0215" h="706374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0215" h="706374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0215" h="706374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0215" h="706374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0215" h="706374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0215" h="706374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0215" h="706374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0215" h="706374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0215" h="706374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0215" h="706374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0215" h="706374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0215" h="706374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0215" h="706374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0215" h="706374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0215" h="706374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0215" h="706374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0215" h="706374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0215" h="706374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0215" h="706374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0215" h="706374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0215" h="706374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0215" h="706374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0215" h="706374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0215" h="706374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0215" h="706374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0215" h="706374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0215" h="706374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0215" h="706374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0215" h="706374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0215" h="706374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0215" h="706374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0215" h="706374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0215" h="706374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0215" h="706374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0215" h="706374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0215" h="706374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0215" h="706374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0215" h="706374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0215" h="706374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0215" h="706374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0215" h="706374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0215" h="706374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0215" h="706374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0215" h="706374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0215" h="706374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0215" h="706374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0215" h="706374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0215" h="706374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0215" h="706374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0215" h="706374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0215" h="706374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0215" h="706374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0215" h="706374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0215" h="706374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0215" h="706374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0215" h="706374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0215" h="706374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0215" h="706374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0215" h="706374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0215" h="706374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0215" h="706374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0215" h="706374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0215" h="706374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0215" h="706374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0215" h="706374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0215" h="706374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0215" h="706374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0215" h="706374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0215" h="706374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0215" h="706374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0215" h="706374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0215" h="706374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0215" h="706374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0215" h="706374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0215" h="706374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0215" h="706374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0215" h="706374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0215" h="706374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0215" h="706374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0215" h="706374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0215" h="706374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0215" h="706374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0215" h="706374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0215" h="706374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0215" h="706374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0215" h="706374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0215" h="706374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0215" h="706374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0215" h="706374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0215" h="706374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0215" h="706374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0215" h="706374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0215" h="706374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0215" h="706374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0215" h="706374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0215" h="706374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0215" h="706374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0215" h="7063740">
                  <a:moveTo>
                    <a:pt x="6800080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0080" y="2862665"/>
                  </a:lnTo>
                  <a:lnTo>
                    <a:pt x="6800080" y="2888065"/>
                  </a:lnTo>
                  <a:close/>
                </a:path>
                <a:path w="6800215" h="706374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0215" h="706374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0215" h="706374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0215" h="706374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0215" h="706374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0215" h="706374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0215" h="706374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0215" h="706374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0215" h="706374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0215" h="706374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0215" h="706374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0215" h="706374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0215" h="706374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0215" h="706374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0215" h="706374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0215" h="706374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0215" h="706374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0215" h="706374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0215" h="706374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0215" h="706374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0215" h="706374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0215" h="706374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0215" h="706374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0215" h="706374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0215" h="706374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0215" h="706374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0215" h="706374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0215" h="706374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0215" h="706374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0215" h="706374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0215" h="706374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0215" h="706374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0215" h="706374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0215" h="706374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0215" h="706374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0215" h="706374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0215" h="706374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0215" h="706374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0215" h="706374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0215" h="706374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0215" h="706374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0215" h="706374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0215" h="706374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0215" h="706374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0215" h="706374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0215" h="706374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0215" h="706374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0215" h="706374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0215" h="706374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0215" h="706374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0215" h="706374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0215" h="706374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0215" h="706374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0215" h="706374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0215" h="706374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0215" h="706374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0215" h="706374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0215" h="706374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0215" h="706374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0215" h="706374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0215" h="706374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0215" h="706374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0215" h="706374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0215" h="706374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0215" h="706374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0215" h="706374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0215" h="706374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0215" h="706374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0215" h="706374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0215" h="706374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0215" h="706374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0215" h="706374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0215" h="706374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0215" h="706374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0215" h="706374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0215" h="706374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0215" h="706374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0215" h="706374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0215" h="706374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0215" h="706374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0215" h="706374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0215" h="706374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0215" h="706374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0215" h="706374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0215" h="706374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0215" h="706374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0215" h="706374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0215" h="706374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0215" h="706374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0215" h="706374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0215" h="706374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0215" h="706374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0215" h="706374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0215" h="706374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0215" h="706374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0215" h="706374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0215" h="706374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0215" h="706374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0215" h="706374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0215" h="706374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0215" h="706374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0215" h="706374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0215" h="706374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0215" h="706374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0215" h="706374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0215" h="706374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0215" h="706374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0215" h="706374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0215" h="706374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0215" h="706374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0215" h="706374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0215" h="706374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0215" h="706374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0215" h="706374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0215" h="7063740">
                  <a:moveTo>
                    <a:pt x="6800080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0080" y="3738965"/>
                  </a:lnTo>
                  <a:lnTo>
                    <a:pt x="6800080" y="3764365"/>
                  </a:lnTo>
                  <a:close/>
                </a:path>
                <a:path w="6800215" h="706374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0215" h="706374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0215" h="706374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0215" h="706374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0215" h="706374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0215" h="706374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0215" h="706374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0215" h="706374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0215" h="706374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0215" h="706374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0215" h="706374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0215" h="706374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0215" h="706374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0215" h="706374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0215" h="706374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0215" h="706374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0215" h="706374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0215" h="706374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0215" h="706374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0215" h="706374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0215" h="706374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0215" h="706374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0215" h="706374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0215" h="706374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0215" h="706374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0215" h="706374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0215" h="706374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0215" h="706374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0215" h="706374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0215" h="706374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0215" h="706374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0215" h="706374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0215" h="706374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0215" h="706374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0215" h="706374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0215" h="706374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0215" h="706374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0215" h="706374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0215" h="706374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0215" h="706374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0215" h="706374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0215" h="706374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0215" h="706374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0215" h="7063740">
                  <a:moveTo>
                    <a:pt x="6800080" y="4094565"/>
                  </a:moveTo>
                  <a:lnTo>
                    <a:pt x="6790458" y="4081865"/>
                  </a:lnTo>
                  <a:lnTo>
                    <a:pt x="6800080" y="4069165"/>
                  </a:lnTo>
                  <a:lnTo>
                    <a:pt x="6800080" y="4094565"/>
                  </a:lnTo>
                  <a:close/>
                </a:path>
                <a:path w="6800215" h="706374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0215" h="706374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0215" h="706374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0215" h="706374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0215" h="706374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0215" h="706374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0215" h="706374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0215" h="706374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0215" h="706374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0215" h="706374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0215" h="706374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0215" h="706374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0215" h="706374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0215" h="706374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0215" h="706374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0215" h="706374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0215" h="706374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0215" h="706374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0215" h="706374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0215" h="706374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0215" h="706374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0215" h="706374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0215" h="706374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0215" h="706374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0215" h="706374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0215" h="706374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0215" h="706374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0215" h="706374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0215" h="706374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0215" h="706374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0215" h="706374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0215" h="706374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0215" h="706374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0215" h="706374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0215" h="706374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0215" h="706374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0215" h="706374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0215" h="706374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0215" h="706374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0215" h="706374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0215" h="706374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0215" h="706374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0215" h="706374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0215" h="706374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0215" h="706374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0215" h="706374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0215" h="706374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0215" h="706374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0215" h="706374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0215" h="706374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0215" h="706374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0215" h="706374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0215" h="706374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0215" h="706374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0215" h="706374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0215" h="706374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0215" h="706374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0215" h="706374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0215" h="706374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0080" y="4615265"/>
                  </a:lnTo>
                  <a:lnTo>
                    <a:pt x="6800080" y="4640665"/>
                  </a:lnTo>
                  <a:lnTo>
                    <a:pt x="6764613" y="4653365"/>
                  </a:lnTo>
                  <a:close/>
                </a:path>
                <a:path w="6800215" h="706374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0215" h="706374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0215" h="706374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0215" h="706374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0215" h="706374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0215" h="706374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0215" h="706374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0215" h="706374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0215" h="706374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0215" h="706374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0215" h="706374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0215" h="706374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0215" h="706374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0215" h="706374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0215" h="706374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0215" h="706374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0215" h="706374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0215" h="706374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0215" h="706374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0215" h="706374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0215" h="706374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0215" h="706374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0215" h="706374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0215" h="706374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0215" h="706374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0215" h="706374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0215" h="706374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0215" h="706374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0215" h="706374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0215" h="706374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0215" h="706374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0215" h="706374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0215" h="706374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0215" h="706374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0215" h="7063740">
                  <a:moveTo>
                    <a:pt x="6800080" y="4983565"/>
                  </a:moveTo>
                  <a:lnTo>
                    <a:pt x="6785873" y="4983565"/>
                  </a:lnTo>
                  <a:lnTo>
                    <a:pt x="6764129" y="4945465"/>
                  </a:lnTo>
                  <a:lnTo>
                    <a:pt x="6800080" y="4932765"/>
                  </a:lnTo>
                  <a:lnTo>
                    <a:pt x="6800080" y="4983565"/>
                  </a:lnTo>
                  <a:close/>
                </a:path>
                <a:path w="6800215" h="706374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0215" h="706374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0215" h="706374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0215" h="706374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0215" h="706374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0215" h="706374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0215" h="706374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0215" h="706374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0215" h="706374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0215" h="706374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0215" h="706374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0215" h="706374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0215" h="706374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0215" h="706374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0215" h="706374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0215" h="706374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0215" h="706374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0215" h="706374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0215" h="706374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0215" h="706374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0215" h="706374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0215" h="706374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0215" h="706374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0215" h="706374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0215" h="706374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0215" h="706374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0215" h="706374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0215" h="706374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0215" h="706374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0215" h="706374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0215" h="706374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0215" h="706374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0215" h="7063740">
                  <a:moveTo>
                    <a:pt x="6800080" y="5301065"/>
                  </a:moveTo>
                  <a:lnTo>
                    <a:pt x="6790625" y="5288365"/>
                  </a:lnTo>
                  <a:lnTo>
                    <a:pt x="6800080" y="5275665"/>
                  </a:lnTo>
                  <a:lnTo>
                    <a:pt x="6800080" y="5301065"/>
                  </a:lnTo>
                  <a:close/>
                </a:path>
                <a:path w="6800215" h="706374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0215" h="706374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0215" h="706374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0215" h="706374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0215" h="706374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0215" h="706374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0215" h="706374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0215" h="706374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0215" h="706374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0215" h="706374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0215" h="706374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0215" h="706374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0215" h="706374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0215" h="706374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0080" y="5491565"/>
                  </a:lnTo>
                  <a:lnTo>
                    <a:pt x="6800080" y="5516965"/>
                  </a:lnTo>
                  <a:lnTo>
                    <a:pt x="6745941" y="5542365"/>
                  </a:lnTo>
                  <a:close/>
                </a:path>
                <a:path w="6800215" h="706374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0215" h="706374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0215" h="706374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0215" h="706374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0215" h="706374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0215" h="706374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0215" h="706374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0215" h="706374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0215" h="706374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0215" h="706374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0215" h="706374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0215" h="706374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0215" h="706374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0215" h="706374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0215" h="706374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0215" h="706374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0215" h="706374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0215" h="706374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0215" h="706374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0215" h="706374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0215" h="706374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0215" h="706374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0215" h="706374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0215" h="706374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0215" h="706374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0215" h="706374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0215" h="706374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0215" h="706374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0080" y="5796365"/>
                  </a:lnTo>
                  <a:lnTo>
                    <a:pt x="6800080" y="5859865"/>
                  </a:lnTo>
                  <a:lnTo>
                    <a:pt x="6767308" y="5872565"/>
                  </a:lnTo>
                  <a:close/>
                </a:path>
                <a:path w="6800215" h="706374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0215" h="706374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0215" h="706374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0215" h="706374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0215" h="706374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0215" h="706374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0215" h="706374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0215" h="706374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0215" h="706374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0215" h="706374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0215" h="706374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0215" h="706374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0215" h="706374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0215" h="706374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0215" h="706374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0215" h="706374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0215" h="706374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0215" h="706374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0215" h="706374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0215" h="706374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0215" h="706374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0215" h="706374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0215" h="706374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0215" h="706374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0215" h="706374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0080" y="6139265"/>
                  </a:lnTo>
                  <a:lnTo>
                    <a:pt x="6800080" y="6190065"/>
                  </a:lnTo>
                  <a:lnTo>
                    <a:pt x="6789427" y="6202765"/>
                  </a:lnTo>
                  <a:close/>
                </a:path>
                <a:path w="6800215" h="706374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0215" h="706374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0215" h="706374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0215" h="706374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0215" h="706374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0215" h="706374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0215" h="706374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0215" h="706374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0215" h="706374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0215" h="706374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0080" y="6367865"/>
                  </a:lnTo>
                  <a:lnTo>
                    <a:pt x="6800080" y="6393265"/>
                  </a:lnTo>
                  <a:lnTo>
                    <a:pt x="6727171" y="6431365"/>
                  </a:lnTo>
                  <a:close/>
                </a:path>
                <a:path w="6800215" h="706374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0215" h="706374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0215" h="706374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0215" h="706374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0215" h="706374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0215" h="706374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0215" h="706374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0215" h="706374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0215" h="706374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0215" h="706374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0215" h="7063740">
                  <a:moveTo>
                    <a:pt x="6800080" y="6507565"/>
                  </a:moveTo>
                  <a:lnTo>
                    <a:pt x="6791998" y="6494865"/>
                  </a:lnTo>
                  <a:lnTo>
                    <a:pt x="6800080" y="6482165"/>
                  </a:lnTo>
                  <a:lnTo>
                    <a:pt x="6800080" y="6507565"/>
                  </a:lnTo>
                  <a:close/>
                </a:path>
                <a:path w="6800215" h="706374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0215" h="706374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0215" h="706374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0215" h="706374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0215" h="706374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0215" h="706374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0215" h="706374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0215" h="706374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0215" h="706374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0215" h="706374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0080" y="6672665"/>
                  </a:lnTo>
                  <a:lnTo>
                    <a:pt x="6800080" y="6736165"/>
                  </a:lnTo>
                  <a:lnTo>
                    <a:pt x="6748318" y="6761565"/>
                  </a:lnTo>
                  <a:close/>
                </a:path>
                <a:path w="6800215" h="706374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0215" h="706374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0215" h="706374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0215" h="706374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0215" h="706374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0215" h="706374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0215" h="706374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0215" h="706374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0215" h="706374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0215" h="706374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0215" h="706374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0215" h="7063740">
                  <a:moveTo>
                    <a:pt x="6563837" y="7053665"/>
                  </a:moveTo>
                  <a:lnTo>
                    <a:pt x="6557934" y="7053665"/>
                  </a:ln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63837" y="7053665"/>
                  </a:lnTo>
                  <a:close/>
                </a:path>
                <a:path w="6800215" h="7063740">
                  <a:moveTo>
                    <a:pt x="6256546" y="7053665"/>
                  </a:moveTo>
                  <a:lnTo>
                    <a:pt x="6216329" y="7053665"/>
                  </a:ln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56546" y="7053665"/>
                  </a:lnTo>
                  <a:close/>
                </a:path>
                <a:path w="6800215" h="7063740">
                  <a:moveTo>
                    <a:pt x="5949235" y="7053665"/>
                  </a:moveTo>
                  <a:lnTo>
                    <a:pt x="5874714" y="7053665"/>
                  </a:ln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949235" y="7053665"/>
                  </a:lnTo>
                  <a:close/>
                </a:path>
                <a:path w="6800215" h="7063740">
                  <a:moveTo>
                    <a:pt x="6506037" y="7053665"/>
                  </a:moveTo>
                  <a:lnTo>
                    <a:pt x="6392729" y="70536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06037" y="7053665"/>
                  </a:lnTo>
                  <a:close/>
                </a:path>
                <a:path w="6800215" h="7063740">
                  <a:moveTo>
                    <a:pt x="6800080" y="7053665"/>
                  </a:moveTo>
                  <a:lnTo>
                    <a:pt x="6754361" y="7053665"/>
                  </a:lnTo>
                  <a:lnTo>
                    <a:pt x="6735964" y="7028265"/>
                  </a:lnTo>
                  <a:lnTo>
                    <a:pt x="6797534" y="6990165"/>
                  </a:lnTo>
                  <a:lnTo>
                    <a:pt x="6800080" y="6990165"/>
                  </a:lnTo>
                  <a:lnTo>
                    <a:pt x="6800080" y="7053665"/>
                  </a:lnTo>
                  <a:close/>
                </a:path>
                <a:path w="6800215" h="7063740">
                  <a:moveTo>
                    <a:pt x="6148821" y="7053665"/>
                  </a:moveTo>
                  <a:lnTo>
                    <a:pt x="6073793" y="7053665"/>
                  </a:lnTo>
                  <a:lnTo>
                    <a:pt x="6130065" y="7028265"/>
                  </a:lnTo>
                  <a:lnTo>
                    <a:pt x="6148821" y="7053665"/>
                  </a:lnTo>
                  <a:close/>
                </a:path>
                <a:path w="6800215" h="706374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0215" h="706374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0215" h="706374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0215" h="706374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0215" h="706374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0215" h="706374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0215" h="706374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0215" h="706374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0215" h="706374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0215" h="706374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0215" h="706374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0215" h="706374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0215" h="706374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0215" h="706374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0215" h="706374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0215" h="706374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0215" h="706374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0215" h="706374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0215" h="706374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0215" h="706374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0215" h="706374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0215" h="706374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0215" h="706374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0215" h="706374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0215" h="706374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0215" h="706374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0215" h="706374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0215" h="706374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0215" h="706374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0215" h="706374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0215" h="706374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0215" h="706374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0215" h="706374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0215" h="706374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0215" h="706374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0215" h="706374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0215" h="706374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0215" h="706374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0215" h="706374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0215" h="706374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0215" h="706374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0215" h="706374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0215" h="706374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0215" h="706374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0215" h="706374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0215" h="706374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0215" h="706374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0215" h="706374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0215" h="706374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0215" h="706374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0215" h="706374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0215" h="706374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0215" h="706374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0215" h="706374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0215" h="706374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0215" h="706374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0215" h="706374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0215" h="706374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0215" h="706374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0215" h="706374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0215" h="706374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0215" h="706374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0215" h="706374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0215" h="706374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0215" h="706374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0215" h="706374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0215" h="706374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0215" h="706374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0215" h="706374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0215" h="706374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0215" h="706374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0215" h="706374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0215" h="706374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0215" h="706374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0215" h="706374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0215" h="706374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0215" h="706374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0215" h="706374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0215" h="706374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0215" h="706374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0215" h="706374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0215" h="706374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0215" h="706374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0215" h="706374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0215" h="706374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0215" h="706374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0215" h="706374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0215" h="706374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0215" h="706374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0215" h="706374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0215" h="706374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0215" h="706374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0215" h="706374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0215" h="706374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0215" h="706374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0215" h="706374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0215" h="706374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0215" h="706374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0215" h="706374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0215" h="706374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0215" h="706374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0215" h="706374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0215" h="706374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0215" h="706374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0215" h="706374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0215" h="706374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0215" h="706374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0215" h="706374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0215" h="706374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0215" h="706374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0215" h="706374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0215" h="706374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0215" h="706374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0215" h="706374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0215" h="706374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0215" h="706374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0215" h="706374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0215" h="706374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0215" h="706374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0215" h="706374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0215" h="706374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0215" h="706374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0215" h="706374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0215" h="706374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0215" h="706374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0215" h="706374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0215" h="706374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0215" h="706374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0215" h="706374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0215" h="706374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0215" h="706374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0215" h="706374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0215" h="706374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0215" h="706374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0215" h="706374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0215" h="706374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0215" h="706374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0215" h="706374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0215" h="706374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0215" h="706374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0215" h="706374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0215" h="706374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0215" h="706374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0215" h="706374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0215" h="706374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0215" h="706374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0215" h="706374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0215" h="706374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0215" h="706374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0215" h="706374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0215" h="706374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0215" h="706374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0215" h="706374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0215" h="706374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0215" h="706374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0215" h="706374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0215" h="706374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0215" h="706374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0215" h="706374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0215" h="706374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0215" h="706374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0215" h="706374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0215" h="706374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0215" h="706374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0215" h="706374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0215" h="706374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0215" h="706374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0215" h="706374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0215" h="706374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0215" h="706374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0215" h="706374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0215" h="706374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0215" h="706374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0215" h="706374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0215" h="706374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0215" h="706374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0215" h="706374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0215" h="706374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0215" h="706374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0215" h="706374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0215" h="706374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0215" h="706374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0215" h="706374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0215" h="706374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0215" h="706374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0215" h="706374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0215" h="706374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0215" h="706374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0215" h="706374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0215" h="706374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0215" h="706374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0215" h="706374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0215" h="706374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0215" h="706374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0215" h="706374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0215" h="706374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0215" h="706374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0215" h="706374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0215" h="706374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0215" h="706374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0215" h="706374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0215" h="706374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0215" h="706374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0215" h="706374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0215" h="706374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0215" h="706374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0215" h="706374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0215" h="706374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0215" h="706374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0215" h="706374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0215" h="706374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0215" h="706374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0215" h="706374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0215" h="706374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0215" h="706374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0215" h="706374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0215" h="706374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0215" h="706374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0215" h="706374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0215" h="706374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99" y="0"/>
              <a:ext cx="9143999" cy="102869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08329" y="1987571"/>
            <a:ext cx="6647815" cy="196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z="5450" b="1" spc="280" dirty="0">
                <a:latin typeface="Tahoma"/>
                <a:cs typeface="Tahoma"/>
              </a:rPr>
              <a:t>BACKGROUND</a:t>
            </a:r>
            <a:r>
              <a:rPr sz="5450" b="1" spc="-45" dirty="0">
                <a:latin typeface="Tahoma"/>
                <a:cs typeface="Tahoma"/>
              </a:rPr>
              <a:t> </a:t>
            </a:r>
            <a:r>
              <a:rPr sz="5450" b="1" spc="320" dirty="0">
                <a:latin typeface="Tahoma"/>
                <a:cs typeface="Tahoma"/>
              </a:rPr>
              <a:t>OF </a:t>
            </a:r>
            <a:r>
              <a:rPr sz="5450" b="1" spc="190" dirty="0">
                <a:latin typeface="Tahoma"/>
                <a:cs typeface="Tahoma"/>
              </a:rPr>
              <a:t>THE</a:t>
            </a:r>
            <a:r>
              <a:rPr sz="5450" b="1" spc="-45" dirty="0">
                <a:latin typeface="Tahoma"/>
                <a:cs typeface="Tahoma"/>
              </a:rPr>
              <a:t> </a:t>
            </a:r>
            <a:r>
              <a:rPr sz="5450" b="1" spc="120" dirty="0">
                <a:latin typeface="Tahoma"/>
                <a:cs typeface="Tahoma"/>
              </a:rPr>
              <a:t>STUDY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8032" y="5267933"/>
            <a:ext cx="85725" cy="2428875"/>
            <a:chOff x="588032" y="5267933"/>
            <a:chExt cx="85725" cy="242887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032" y="5267933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032" y="6048983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032" y="6830033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032" y="7611083"/>
              <a:ext cx="85725" cy="857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12564" y="5053989"/>
            <a:ext cx="7883525" cy="314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139">
              <a:lnSpc>
                <a:spcPct val="116500"/>
              </a:lnSpc>
              <a:spcBef>
                <a:spcPts val="100"/>
              </a:spcBef>
            </a:pP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Hospitals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70" dirty="0">
                <a:solidFill>
                  <a:srgbClr val="FFFFFF"/>
                </a:solidFill>
                <a:latin typeface="Tahoma"/>
                <a:cs typeface="Tahoma"/>
              </a:rPr>
              <a:t>handle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75" dirty="0">
                <a:solidFill>
                  <a:srgbClr val="FFFFFF"/>
                </a:solidFill>
                <a:latin typeface="Tahoma"/>
                <a:cs typeface="Tahoma"/>
              </a:rPr>
              <a:t>complex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clinical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8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35" dirty="0">
                <a:solidFill>
                  <a:srgbClr val="FFFFFF"/>
                </a:solidFill>
                <a:latin typeface="Tahoma"/>
                <a:cs typeface="Tahoma"/>
              </a:rPr>
              <a:t>administrative </a:t>
            </a: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16500"/>
              </a:lnSpc>
            </a:pPr>
            <a:r>
              <a:rPr sz="2200" b="1" spc="55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70" dirty="0">
                <a:solidFill>
                  <a:srgbClr val="FFFFFF"/>
                </a:solidFill>
                <a:latin typeface="Tahoma"/>
                <a:cs typeface="Tahoma"/>
              </a:rPr>
              <a:t>departments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85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22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60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22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patient </a:t>
            </a:r>
            <a:r>
              <a:rPr sz="2200" b="1" spc="35" dirty="0">
                <a:solidFill>
                  <a:srgbClr val="FFFFFF"/>
                </a:solidFill>
                <a:latin typeface="Tahoma"/>
                <a:cs typeface="Tahoma"/>
              </a:rPr>
              <a:t>care</a:t>
            </a:r>
            <a:endParaRPr sz="2200">
              <a:latin typeface="Tahoma"/>
              <a:cs typeface="Tahoma"/>
            </a:endParaRPr>
          </a:p>
          <a:p>
            <a:pPr marL="12700" marR="615950">
              <a:lnSpc>
                <a:spcPct val="116500"/>
              </a:lnSpc>
            </a:pPr>
            <a:r>
              <a:rPr sz="2200" b="1" spc="50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220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55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r>
              <a:rPr sz="220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FFFFFF"/>
                </a:solidFill>
                <a:latin typeface="Tahoma"/>
                <a:cs typeface="Tahoma"/>
              </a:rPr>
              <a:t>improve</a:t>
            </a:r>
            <a:r>
              <a:rPr sz="2200" b="1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efficiency,</a:t>
            </a:r>
            <a:r>
              <a:rPr sz="220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50" dirty="0">
                <a:solidFill>
                  <a:srgbClr val="FFFFFF"/>
                </a:solidFill>
                <a:latin typeface="Tahoma"/>
                <a:cs typeface="Tahoma"/>
              </a:rPr>
              <a:t>accuracy,</a:t>
            </a:r>
            <a:r>
              <a:rPr sz="2200" b="1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6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200" b="1" spc="50" dirty="0">
                <a:solidFill>
                  <a:srgbClr val="FFFFFF"/>
                </a:solidFill>
                <a:latin typeface="Tahoma"/>
                <a:cs typeface="Tahoma"/>
              </a:rPr>
              <a:t>coordination</a:t>
            </a:r>
            <a:endParaRPr sz="2200">
              <a:latin typeface="Tahoma"/>
              <a:cs typeface="Tahoma"/>
            </a:endParaRPr>
          </a:p>
          <a:p>
            <a:pPr marL="12700" marR="226695">
              <a:lnSpc>
                <a:spcPct val="116500"/>
              </a:lnSpc>
            </a:pP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Integrated</a:t>
            </a:r>
            <a:r>
              <a:rPr sz="220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hospital</a:t>
            </a:r>
            <a:r>
              <a:rPr sz="22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55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r>
              <a:rPr sz="220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2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essential</a:t>
            </a:r>
            <a:r>
              <a:rPr sz="220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2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75" dirty="0">
                <a:solidFill>
                  <a:srgbClr val="FFFFFF"/>
                </a:solidFill>
                <a:latin typeface="Tahoma"/>
                <a:cs typeface="Tahoma"/>
              </a:rPr>
              <a:t>modern </a:t>
            </a:r>
            <a:r>
              <a:rPr sz="2200" b="1" spc="45" dirty="0">
                <a:solidFill>
                  <a:srgbClr val="FFFFFF"/>
                </a:solidFill>
                <a:latin typeface="Tahoma"/>
                <a:cs typeface="Tahoma"/>
              </a:rPr>
              <a:t>healthcare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791959" cy="7073265"/>
            <a:chOff x="0" y="0"/>
            <a:chExt cx="6791959" cy="70732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791959" cy="7073265"/>
            </a:xfrm>
            <a:custGeom>
              <a:avLst/>
              <a:gdLst/>
              <a:ahLst/>
              <a:cxnLst/>
              <a:rect l="l" t="t" r="r" b="b"/>
              <a:pathLst>
                <a:path w="6791959" h="7073265">
                  <a:moveTo>
                    <a:pt x="6790032" y="90937"/>
                  </a:moveTo>
                  <a:lnTo>
                    <a:pt x="6791391" y="90937"/>
                  </a:lnTo>
                  <a:lnTo>
                    <a:pt x="6791637" y="91363"/>
                  </a:lnTo>
                  <a:lnTo>
                    <a:pt x="6790278" y="91363"/>
                  </a:lnTo>
                  <a:lnTo>
                    <a:pt x="6790032" y="90937"/>
                  </a:lnTo>
                  <a:close/>
                </a:path>
                <a:path w="6791959" h="7073265">
                  <a:moveTo>
                    <a:pt x="6586587" y="34703"/>
                  </a:moveTo>
                  <a:lnTo>
                    <a:pt x="6587766" y="36741"/>
                  </a:lnTo>
                  <a:lnTo>
                    <a:pt x="6585728" y="37919"/>
                  </a:lnTo>
                  <a:lnTo>
                    <a:pt x="6584549" y="35882"/>
                  </a:lnTo>
                  <a:lnTo>
                    <a:pt x="6586587" y="34703"/>
                  </a:lnTo>
                  <a:close/>
                </a:path>
                <a:path w="6791959" h="7073265">
                  <a:moveTo>
                    <a:pt x="6661508" y="164465"/>
                  </a:moveTo>
                  <a:lnTo>
                    <a:pt x="6662680" y="166497"/>
                  </a:lnTo>
                  <a:lnTo>
                    <a:pt x="6660643" y="167675"/>
                  </a:lnTo>
                  <a:lnTo>
                    <a:pt x="6659470" y="165644"/>
                  </a:lnTo>
                  <a:lnTo>
                    <a:pt x="6661508" y="164465"/>
                  </a:lnTo>
                  <a:close/>
                </a:path>
                <a:path w="6791959" h="7073265">
                  <a:moveTo>
                    <a:pt x="6735191" y="295619"/>
                  </a:moveTo>
                  <a:lnTo>
                    <a:pt x="6736550" y="295619"/>
                  </a:lnTo>
                  <a:lnTo>
                    <a:pt x="6736796" y="296046"/>
                  </a:lnTo>
                  <a:lnTo>
                    <a:pt x="6735438" y="296046"/>
                  </a:lnTo>
                  <a:lnTo>
                    <a:pt x="6735191" y="295619"/>
                  </a:lnTo>
                  <a:close/>
                </a:path>
                <a:path w="6791959" h="7073265">
                  <a:moveTo>
                    <a:pt x="6457044" y="108818"/>
                  </a:moveTo>
                  <a:lnTo>
                    <a:pt x="6458809" y="111869"/>
                  </a:lnTo>
                  <a:lnTo>
                    <a:pt x="6455752" y="113634"/>
                  </a:lnTo>
                  <a:lnTo>
                    <a:pt x="6453987" y="110583"/>
                  </a:lnTo>
                  <a:lnTo>
                    <a:pt x="6457044" y="108818"/>
                  </a:lnTo>
                  <a:close/>
                </a:path>
                <a:path w="6791959" h="7073265">
                  <a:moveTo>
                    <a:pt x="6531852" y="238977"/>
                  </a:moveTo>
                  <a:lnTo>
                    <a:pt x="6533321" y="241524"/>
                  </a:lnTo>
                  <a:lnTo>
                    <a:pt x="6530774" y="242993"/>
                  </a:lnTo>
                  <a:lnTo>
                    <a:pt x="6529305" y="240446"/>
                  </a:lnTo>
                  <a:lnTo>
                    <a:pt x="6531852" y="238977"/>
                  </a:lnTo>
                  <a:close/>
                </a:path>
                <a:path w="6791959" h="7073265">
                  <a:moveTo>
                    <a:pt x="6606659" y="369142"/>
                  </a:moveTo>
                  <a:lnTo>
                    <a:pt x="6607833" y="371174"/>
                  </a:lnTo>
                  <a:lnTo>
                    <a:pt x="6605795" y="372352"/>
                  </a:lnTo>
                  <a:lnTo>
                    <a:pt x="6604623" y="370315"/>
                  </a:lnTo>
                  <a:lnTo>
                    <a:pt x="6606659" y="369142"/>
                  </a:lnTo>
                  <a:close/>
                </a:path>
                <a:path w="6791959" h="7073265">
                  <a:moveTo>
                    <a:pt x="6681474" y="499301"/>
                  </a:moveTo>
                  <a:lnTo>
                    <a:pt x="6682351" y="500824"/>
                  </a:lnTo>
                  <a:lnTo>
                    <a:pt x="6680823" y="501706"/>
                  </a:lnTo>
                  <a:lnTo>
                    <a:pt x="6679946" y="500184"/>
                  </a:lnTo>
                  <a:lnTo>
                    <a:pt x="6681474" y="499301"/>
                  </a:lnTo>
                  <a:close/>
                </a:path>
                <a:path w="6791959" h="7073265">
                  <a:moveTo>
                    <a:pt x="6252692" y="52768"/>
                  </a:moveTo>
                  <a:lnTo>
                    <a:pt x="6255334" y="57352"/>
                  </a:lnTo>
                  <a:lnTo>
                    <a:pt x="6250756" y="59994"/>
                  </a:lnTo>
                  <a:lnTo>
                    <a:pt x="6248108" y="55415"/>
                  </a:lnTo>
                  <a:lnTo>
                    <a:pt x="6252692" y="52768"/>
                  </a:lnTo>
                  <a:close/>
                </a:path>
                <a:path w="6791959" h="7073265">
                  <a:moveTo>
                    <a:pt x="6327495" y="182927"/>
                  </a:moveTo>
                  <a:lnTo>
                    <a:pt x="6329846" y="187002"/>
                  </a:lnTo>
                  <a:lnTo>
                    <a:pt x="6325777" y="189353"/>
                  </a:lnTo>
                  <a:lnTo>
                    <a:pt x="6323426" y="185278"/>
                  </a:lnTo>
                  <a:lnTo>
                    <a:pt x="6327495" y="182927"/>
                  </a:lnTo>
                  <a:close/>
                </a:path>
                <a:path w="6791959" h="7073265">
                  <a:moveTo>
                    <a:pt x="6402303" y="313097"/>
                  </a:moveTo>
                  <a:lnTo>
                    <a:pt x="6404358" y="316657"/>
                  </a:lnTo>
                  <a:lnTo>
                    <a:pt x="6400799" y="318712"/>
                  </a:lnTo>
                  <a:lnTo>
                    <a:pt x="6398743" y="315153"/>
                  </a:lnTo>
                  <a:lnTo>
                    <a:pt x="6402303" y="313097"/>
                  </a:lnTo>
                  <a:close/>
                </a:path>
                <a:path w="6791959" h="7073265">
                  <a:moveTo>
                    <a:pt x="6477116" y="443251"/>
                  </a:moveTo>
                  <a:lnTo>
                    <a:pt x="6478876" y="446307"/>
                  </a:lnTo>
                  <a:lnTo>
                    <a:pt x="6475826" y="448066"/>
                  </a:lnTo>
                  <a:lnTo>
                    <a:pt x="6474067" y="445016"/>
                  </a:lnTo>
                  <a:lnTo>
                    <a:pt x="6477116" y="443251"/>
                  </a:lnTo>
                  <a:close/>
                </a:path>
                <a:path w="6791959" h="7073265">
                  <a:moveTo>
                    <a:pt x="6551819" y="573813"/>
                  </a:moveTo>
                  <a:lnTo>
                    <a:pt x="6552997" y="575850"/>
                  </a:lnTo>
                  <a:lnTo>
                    <a:pt x="6550960" y="577029"/>
                  </a:lnTo>
                  <a:lnTo>
                    <a:pt x="6549781" y="574992"/>
                  </a:lnTo>
                  <a:lnTo>
                    <a:pt x="6551819" y="573813"/>
                  </a:lnTo>
                  <a:close/>
                </a:path>
                <a:path w="6791959" h="7073265">
                  <a:moveTo>
                    <a:pt x="6626627" y="703978"/>
                  </a:moveTo>
                  <a:lnTo>
                    <a:pt x="6627509" y="705506"/>
                  </a:lnTo>
                  <a:lnTo>
                    <a:pt x="6625981" y="706389"/>
                  </a:lnTo>
                  <a:lnTo>
                    <a:pt x="6625099" y="704860"/>
                  </a:lnTo>
                  <a:lnTo>
                    <a:pt x="6626627" y="703978"/>
                  </a:lnTo>
                  <a:close/>
                </a:path>
                <a:path w="6791959" h="7073265">
                  <a:moveTo>
                    <a:pt x="6043245" y="0"/>
                  </a:moveTo>
                  <a:lnTo>
                    <a:pt x="6049884" y="0"/>
                  </a:lnTo>
                  <a:lnTo>
                    <a:pt x="6051457" y="2718"/>
                  </a:lnTo>
                  <a:lnTo>
                    <a:pt x="6045859" y="5952"/>
                  </a:lnTo>
                  <a:lnTo>
                    <a:pt x="6042631" y="354"/>
                  </a:lnTo>
                  <a:lnTo>
                    <a:pt x="6043245" y="0"/>
                  </a:lnTo>
                  <a:close/>
                </a:path>
                <a:path w="6791959" h="7073265">
                  <a:moveTo>
                    <a:pt x="6123144" y="126883"/>
                  </a:moveTo>
                  <a:lnTo>
                    <a:pt x="6126372" y="132480"/>
                  </a:lnTo>
                  <a:lnTo>
                    <a:pt x="6120780" y="135714"/>
                  </a:lnTo>
                  <a:lnTo>
                    <a:pt x="6117546" y="130117"/>
                  </a:lnTo>
                  <a:lnTo>
                    <a:pt x="6123144" y="126883"/>
                  </a:lnTo>
                  <a:close/>
                </a:path>
                <a:path w="6791959" h="7073265">
                  <a:moveTo>
                    <a:pt x="6197952" y="257048"/>
                  </a:moveTo>
                  <a:lnTo>
                    <a:pt x="6200889" y="262135"/>
                  </a:lnTo>
                  <a:lnTo>
                    <a:pt x="6195802" y="265073"/>
                  </a:lnTo>
                  <a:lnTo>
                    <a:pt x="6192864" y="259985"/>
                  </a:lnTo>
                  <a:lnTo>
                    <a:pt x="6197952" y="257048"/>
                  </a:lnTo>
                  <a:close/>
                </a:path>
                <a:path w="6791959" h="7073265">
                  <a:moveTo>
                    <a:pt x="6272653" y="387609"/>
                  </a:moveTo>
                  <a:lnTo>
                    <a:pt x="6275005" y="391679"/>
                  </a:lnTo>
                  <a:lnTo>
                    <a:pt x="6270936" y="394030"/>
                  </a:lnTo>
                  <a:lnTo>
                    <a:pt x="6268584" y="389955"/>
                  </a:lnTo>
                  <a:lnTo>
                    <a:pt x="6272653" y="387609"/>
                  </a:lnTo>
                  <a:close/>
                </a:path>
                <a:path w="6791959" h="7073265">
                  <a:moveTo>
                    <a:pt x="6347467" y="517769"/>
                  </a:moveTo>
                  <a:lnTo>
                    <a:pt x="6349523" y="521328"/>
                  </a:lnTo>
                  <a:lnTo>
                    <a:pt x="6345957" y="523390"/>
                  </a:lnTo>
                  <a:lnTo>
                    <a:pt x="6343902" y="519830"/>
                  </a:lnTo>
                  <a:lnTo>
                    <a:pt x="6347467" y="517769"/>
                  </a:lnTo>
                  <a:close/>
                </a:path>
                <a:path w="6791959" h="7073265">
                  <a:moveTo>
                    <a:pt x="6422276" y="647934"/>
                  </a:moveTo>
                  <a:lnTo>
                    <a:pt x="6424035" y="650984"/>
                  </a:lnTo>
                  <a:lnTo>
                    <a:pt x="6420984" y="652750"/>
                  </a:lnTo>
                  <a:lnTo>
                    <a:pt x="6419219" y="649693"/>
                  </a:lnTo>
                  <a:lnTo>
                    <a:pt x="6422276" y="647934"/>
                  </a:lnTo>
                  <a:close/>
                </a:path>
                <a:path w="6791959" h="7073265">
                  <a:moveTo>
                    <a:pt x="6497078" y="778093"/>
                  </a:moveTo>
                  <a:lnTo>
                    <a:pt x="6498547" y="780640"/>
                  </a:lnTo>
                  <a:lnTo>
                    <a:pt x="6496006" y="782109"/>
                  </a:lnTo>
                  <a:lnTo>
                    <a:pt x="6494537" y="779562"/>
                  </a:lnTo>
                  <a:lnTo>
                    <a:pt x="6497078" y="778093"/>
                  </a:lnTo>
                  <a:close/>
                </a:path>
                <a:path w="6791959" h="7073265">
                  <a:moveTo>
                    <a:pt x="6571785" y="908655"/>
                  </a:moveTo>
                  <a:lnTo>
                    <a:pt x="6572668" y="910183"/>
                  </a:lnTo>
                  <a:lnTo>
                    <a:pt x="6571140" y="911065"/>
                  </a:lnTo>
                  <a:lnTo>
                    <a:pt x="6570257" y="909537"/>
                  </a:lnTo>
                  <a:lnTo>
                    <a:pt x="6571785" y="908655"/>
                  </a:lnTo>
                  <a:close/>
                </a:path>
                <a:path w="6791959" h="7073265">
                  <a:moveTo>
                    <a:pt x="6645575" y="1039406"/>
                  </a:moveTo>
                  <a:lnTo>
                    <a:pt x="6646939" y="1039406"/>
                  </a:lnTo>
                  <a:lnTo>
                    <a:pt x="6647186" y="1039832"/>
                  </a:lnTo>
                  <a:lnTo>
                    <a:pt x="6645820" y="1039832"/>
                  </a:lnTo>
                  <a:lnTo>
                    <a:pt x="6645575" y="1039406"/>
                  </a:lnTo>
                  <a:close/>
                </a:path>
                <a:path w="6791959" h="7073265">
                  <a:moveTo>
                    <a:pt x="5918898" y="70435"/>
                  </a:moveTo>
                  <a:lnTo>
                    <a:pt x="5923305" y="78070"/>
                  </a:lnTo>
                  <a:lnTo>
                    <a:pt x="5915670" y="82477"/>
                  </a:lnTo>
                  <a:lnTo>
                    <a:pt x="5911263" y="74842"/>
                  </a:lnTo>
                  <a:lnTo>
                    <a:pt x="5918898" y="70435"/>
                  </a:lnTo>
                  <a:close/>
                </a:path>
                <a:path w="6791959" h="7073265">
                  <a:moveTo>
                    <a:pt x="5993594" y="201004"/>
                  </a:moveTo>
                  <a:lnTo>
                    <a:pt x="5997414" y="207614"/>
                  </a:lnTo>
                  <a:lnTo>
                    <a:pt x="5990804" y="211434"/>
                  </a:lnTo>
                  <a:lnTo>
                    <a:pt x="5986984" y="204818"/>
                  </a:lnTo>
                  <a:lnTo>
                    <a:pt x="5993594" y="201004"/>
                  </a:lnTo>
                  <a:close/>
                </a:path>
                <a:path w="6791959" h="7073265">
                  <a:moveTo>
                    <a:pt x="6068408" y="331157"/>
                  </a:moveTo>
                  <a:lnTo>
                    <a:pt x="6071932" y="337263"/>
                  </a:lnTo>
                  <a:lnTo>
                    <a:pt x="6065820" y="340794"/>
                  </a:lnTo>
                  <a:lnTo>
                    <a:pt x="6062296" y="334687"/>
                  </a:lnTo>
                  <a:lnTo>
                    <a:pt x="6068408" y="331157"/>
                  </a:lnTo>
                  <a:close/>
                </a:path>
                <a:path w="6791959" h="7073265">
                  <a:moveTo>
                    <a:pt x="6143110" y="461725"/>
                  </a:moveTo>
                  <a:lnTo>
                    <a:pt x="6146048" y="466813"/>
                  </a:lnTo>
                  <a:lnTo>
                    <a:pt x="6140960" y="469751"/>
                  </a:lnTo>
                  <a:lnTo>
                    <a:pt x="6138022" y="464663"/>
                  </a:lnTo>
                  <a:lnTo>
                    <a:pt x="6143110" y="461725"/>
                  </a:lnTo>
                  <a:close/>
                </a:path>
                <a:path w="6791959" h="7073265">
                  <a:moveTo>
                    <a:pt x="6217918" y="591884"/>
                  </a:moveTo>
                  <a:lnTo>
                    <a:pt x="6220560" y="596463"/>
                  </a:lnTo>
                  <a:lnTo>
                    <a:pt x="6215981" y="599111"/>
                  </a:lnTo>
                  <a:lnTo>
                    <a:pt x="6213333" y="594526"/>
                  </a:lnTo>
                  <a:lnTo>
                    <a:pt x="6217918" y="591884"/>
                  </a:lnTo>
                  <a:close/>
                </a:path>
                <a:path w="6791959" h="7073265">
                  <a:moveTo>
                    <a:pt x="6292620" y="722446"/>
                  </a:moveTo>
                  <a:lnTo>
                    <a:pt x="6294681" y="726012"/>
                  </a:lnTo>
                  <a:lnTo>
                    <a:pt x="6291115" y="728067"/>
                  </a:lnTo>
                  <a:lnTo>
                    <a:pt x="6289054" y="724501"/>
                  </a:lnTo>
                  <a:lnTo>
                    <a:pt x="6292620" y="722446"/>
                  </a:lnTo>
                  <a:close/>
                </a:path>
                <a:path w="6791959" h="7073265">
                  <a:moveTo>
                    <a:pt x="6367428" y="852611"/>
                  </a:moveTo>
                  <a:lnTo>
                    <a:pt x="6369193" y="855662"/>
                  </a:lnTo>
                  <a:lnTo>
                    <a:pt x="6366142" y="857427"/>
                  </a:lnTo>
                  <a:lnTo>
                    <a:pt x="6364377" y="854376"/>
                  </a:lnTo>
                  <a:lnTo>
                    <a:pt x="6367428" y="852611"/>
                  </a:lnTo>
                  <a:close/>
                </a:path>
                <a:path w="6791959" h="7073265">
                  <a:moveTo>
                    <a:pt x="6442242" y="982770"/>
                  </a:moveTo>
                  <a:lnTo>
                    <a:pt x="6443711" y="985311"/>
                  </a:lnTo>
                  <a:lnTo>
                    <a:pt x="6441164" y="986781"/>
                  </a:lnTo>
                  <a:lnTo>
                    <a:pt x="6439695" y="984240"/>
                  </a:lnTo>
                  <a:lnTo>
                    <a:pt x="6442242" y="982770"/>
                  </a:lnTo>
                  <a:close/>
                </a:path>
                <a:path w="6791959" h="7073265">
                  <a:moveTo>
                    <a:pt x="6516938" y="1113332"/>
                  </a:moveTo>
                  <a:lnTo>
                    <a:pt x="6517820" y="1114866"/>
                  </a:lnTo>
                  <a:lnTo>
                    <a:pt x="6516298" y="1115743"/>
                  </a:lnTo>
                  <a:lnTo>
                    <a:pt x="6515415" y="1114215"/>
                  </a:lnTo>
                  <a:lnTo>
                    <a:pt x="6516938" y="1113332"/>
                  </a:lnTo>
                  <a:close/>
                </a:path>
                <a:path w="6791959" h="7073265">
                  <a:moveTo>
                    <a:pt x="6590727" y="1244084"/>
                  </a:moveTo>
                  <a:lnTo>
                    <a:pt x="6592091" y="1244084"/>
                  </a:lnTo>
                  <a:lnTo>
                    <a:pt x="6592338" y="1244516"/>
                  </a:lnTo>
                  <a:lnTo>
                    <a:pt x="6590978" y="1244516"/>
                  </a:lnTo>
                  <a:lnTo>
                    <a:pt x="6590727" y="1244084"/>
                  </a:lnTo>
                  <a:close/>
                </a:path>
                <a:path w="6791959" h="7073265">
                  <a:moveTo>
                    <a:pt x="5714322" y="15192"/>
                  </a:moveTo>
                  <a:lnTo>
                    <a:pt x="5719025" y="23336"/>
                  </a:lnTo>
                  <a:lnTo>
                    <a:pt x="5710886" y="28039"/>
                  </a:lnTo>
                  <a:lnTo>
                    <a:pt x="5706183" y="19889"/>
                  </a:lnTo>
                  <a:lnTo>
                    <a:pt x="5714322" y="15192"/>
                  </a:lnTo>
                  <a:close/>
                </a:path>
                <a:path w="6791959" h="7073265">
                  <a:moveTo>
                    <a:pt x="5789243" y="144954"/>
                  </a:moveTo>
                  <a:lnTo>
                    <a:pt x="5793940" y="153092"/>
                  </a:lnTo>
                  <a:lnTo>
                    <a:pt x="5785801" y="157795"/>
                  </a:lnTo>
                  <a:lnTo>
                    <a:pt x="5781098" y="149651"/>
                  </a:lnTo>
                  <a:lnTo>
                    <a:pt x="5789243" y="144954"/>
                  </a:lnTo>
                  <a:close/>
                </a:path>
                <a:path w="6791959" h="7073265">
                  <a:moveTo>
                    <a:pt x="5864051" y="275113"/>
                  </a:moveTo>
                  <a:lnTo>
                    <a:pt x="5868457" y="282742"/>
                  </a:lnTo>
                  <a:lnTo>
                    <a:pt x="5860823" y="287149"/>
                  </a:lnTo>
                  <a:lnTo>
                    <a:pt x="5856416" y="279520"/>
                  </a:lnTo>
                  <a:lnTo>
                    <a:pt x="5864051" y="275113"/>
                  </a:lnTo>
                  <a:close/>
                </a:path>
                <a:path w="6791959" h="7073265">
                  <a:moveTo>
                    <a:pt x="5938859" y="405278"/>
                  </a:moveTo>
                  <a:lnTo>
                    <a:pt x="5942975" y="412404"/>
                  </a:lnTo>
                  <a:lnTo>
                    <a:pt x="5935850" y="416514"/>
                  </a:lnTo>
                  <a:lnTo>
                    <a:pt x="5931733" y="409389"/>
                  </a:lnTo>
                  <a:lnTo>
                    <a:pt x="5938859" y="405278"/>
                  </a:lnTo>
                  <a:close/>
                </a:path>
                <a:path w="6791959" h="7073265">
                  <a:moveTo>
                    <a:pt x="6013566" y="535840"/>
                  </a:moveTo>
                  <a:lnTo>
                    <a:pt x="6017091" y="541940"/>
                  </a:lnTo>
                  <a:lnTo>
                    <a:pt x="6010984" y="545465"/>
                  </a:lnTo>
                  <a:lnTo>
                    <a:pt x="6007460" y="539364"/>
                  </a:lnTo>
                  <a:lnTo>
                    <a:pt x="6013566" y="535840"/>
                  </a:lnTo>
                  <a:close/>
                </a:path>
                <a:path w="6791959" h="7073265">
                  <a:moveTo>
                    <a:pt x="6088268" y="666402"/>
                  </a:moveTo>
                  <a:lnTo>
                    <a:pt x="6091206" y="671489"/>
                  </a:lnTo>
                  <a:lnTo>
                    <a:pt x="6086118" y="674427"/>
                  </a:lnTo>
                  <a:lnTo>
                    <a:pt x="6083180" y="669339"/>
                  </a:lnTo>
                  <a:lnTo>
                    <a:pt x="6088268" y="666402"/>
                  </a:lnTo>
                  <a:close/>
                </a:path>
                <a:path w="6791959" h="7073265">
                  <a:moveTo>
                    <a:pt x="6163070" y="796561"/>
                  </a:moveTo>
                  <a:lnTo>
                    <a:pt x="6165718" y="801145"/>
                  </a:lnTo>
                  <a:lnTo>
                    <a:pt x="6161140" y="803787"/>
                  </a:lnTo>
                  <a:lnTo>
                    <a:pt x="6158492" y="799208"/>
                  </a:lnTo>
                  <a:lnTo>
                    <a:pt x="6163070" y="796561"/>
                  </a:lnTo>
                  <a:close/>
                </a:path>
                <a:path w="6791959" h="7073265">
                  <a:moveTo>
                    <a:pt x="6237884" y="926720"/>
                  </a:moveTo>
                  <a:lnTo>
                    <a:pt x="6240236" y="930795"/>
                  </a:lnTo>
                  <a:lnTo>
                    <a:pt x="6236161" y="933146"/>
                  </a:lnTo>
                  <a:lnTo>
                    <a:pt x="6233809" y="929071"/>
                  </a:lnTo>
                  <a:lnTo>
                    <a:pt x="6237884" y="926720"/>
                  </a:lnTo>
                  <a:close/>
                </a:path>
                <a:path w="6791959" h="7073265">
                  <a:moveTo>
                    <a:pt x="6312580" y="1057288"/>
                  </a:moveTo>
                  <a:lnTo>
                    <a:pt x="6314345" y="1060344"/>
                  </a:lnTo>
                  <a:lnTo>
                    <a:pt x="6311295" y="1062103"/>
                  </a:lnTo>
                  <a:lnTo>
                    <a:pt x="6309530" y="1059047"/>
                  </a:lnTo>
                  <a:lnTo>
                    <a:pt x="6312580" y="1057288"/>
                  </a:lnTo>
                  <a:close/>
                </a:path>
                <a:path w="6791959" h="7073265">
                  <a:moveTo>
                    <a:pt x="6387400" y="1187447"/>
                  </a:moveTo>
                  <a:lnTo>
                    <a:pt x="6388869" y="1189994"/>
                  </a:lnTo>
                  <a:lnTo>
                    <a:pt x="6386322" y="1191463"/>
                  </a:lnTo>
                  <a:lnTo>
                    <a:pt x="6384853" y="1188916"/>
                  </a:lnTo>
                  <a:lnTo>
                    <a:pt x="6387400" y="1187447"/>
                  </a:lnTo>
                  <a:close/>
                </a:path>
                <a:path w="6791959" h="7073265">
                  <a:moveTo>
                    <a:pt x="6462102" y="1318009"/>
                  </a:moveTo>
                  <a:lnTo>
                    <a:pt x="6462978" y="1319531"/>
                  </a:lnTo>
                  <a:lnTo>
                    <a:pt x="6461450" y="1320414"/>
                  </a:lnTo>
                  <a:lnTo>
                    <a:pt x="6460573" y="1318892"/>
                  </a:lnTo>
                  <a:lnTo>
                    <a:pt x="6462102" y="1318009"/>
                  </a:lnTo>
                  <a:close/>
                </a:path>
                <a:path w="6791959" h="7073265">
                  <a:moveTo>
                    <a:pt x="6535891" y="1448761"/>
                  </a:moveTo>
                  <a:lnTo>
                    <a:pt x="6537245" y="1448761"/>
                  </a:lnTo>
                  <a:lnTo>
                    <a:pt x="6537496" y="1449193"/>
                  </a:lnTo>
                  <a:lnTo>
                    <a:pt x="6536142" y="1449193"/>
                  </a:lnTo>
                  <a:lnTo>
                    <a:pt x="6535891" y="1448761"/>
                  </a:lnTo>
                  <a:close/>
                </a:path>
                <a:path w="6791959" h="7073265">
                  <a:moveTo>
                    <a:pt x="5584997" y="88501"/>
                  </a:moveTo>
                  <a:lnTo>
                    <a:pt x="5590873" y="98683"/>
                  </a:lnTo>
                  <a:lnTo>
                    <a:pt x="5580691" y="104558"/>
                  </a:lnTo>
                  <a:lnTo>
                    <a:pt x="5574816" y="94376"/>
                  </a:lnTo>
                  <a:lnTo>
                    <a:pt x="5584997" y="88501"/>
                  </a:lnTo>
                  <a:close/>
                </a:path>
                <a:path w="6791959" h="7073265">
                  <a:moveTo>
                    <a:pt x="5659699" y="219069"/>
                  </a:moveTo>
                  <a:lnTo>
                    <a:pt x="5664989" y="228226"/>
                  </a:lnTo>
                  <a:lnTo>
                    <a:pt x="5655825" y="233515"/>
                  </a:lnTo>
                  <a:lnTo>
                    <a:pt x="5650536" y="224358"/>
                  </a:lnTo>
                  <a:lnTo>
                    <a:pt x="5659699" y="219069"/>
                  </a:lnTo>
                  <a:close/>
                </a:path>
                <a:path w="6791959" h="7073265">
                  <a:moveTo>
                    <a:pt x="5734501" y="349228"/>
                  </a:moveTo>
                  <a:lnTo>
                    <a:pt x="5739500" y="357882"/>
                  </a:lnTo>
                  <a:lnTo>
                    <a:pt x="5730853" y="362875"/>
                  </a:lnTo>
                  <a:lnTo>
                    <a:pt x="5725854" y="354221"/>
                  </a:lnTo>
                  <a:lnTo>
                    <a:pt x="5734501" y="349228"/>
                  </a:lnTo>
                  <a:close/>
                </a:path>
                <a:path w="6791959" h="7073265">
                  <a:moveTo>
                    <a:pt x="5809209" y="479790"/>
                  </a:moveTo>
                  <a:lnTo>
                    <a:pt x="5813616" y="487425"/>
                  </a:lnTo>
                  <a:lnTo>
                    <a:pt x="5805981" y="491832"/>
                  </a:lnTo>
                  <a:lnTo>
                    <a:pt x="5801574" y="484197"/>
                  </a:lnTo>
                  <a:lnTo>
                    <a:pt x="5809209" y="479790"/>
                  </a:lnTo>
                  <a:close/>
                </a:path>
                <a:path w="6791959" h="7073265">
                  <a:moveTo>
                    <a:pt x="5884017" y="609955"/>
                  </a:moveTo>
                  <a:lnTo>
                    <a:pt x="5888128" y="617074"/>
                  </a:lnTo>
                  <a:lnTo>
                    <a:pt x="5881008" y="621185"/>
                  </a:lnTo>
                  <a:lnTo>
                    <a:pt x="5876897" y="614066"/>
                  </a:lnTo>
                  <a:lnTo>
                    <a:pt x="5884017" y="609955"/>
                  </a:lnTo>
                  <a:close/>
                </a:path>
                <a:path w="6791959" h="7073265">
                  <a:moveTo>
                    <a:pt x="5958719" y="740517"/>
                  </a:moveTo>
                  <a:lnTo>
                    <a:pt x="5962243" y="746623"/>
                  </a:lnTo>
                  <a:lnTo>
                    <a:pt x="5956142" y="750147"/>
                  </a:lnTo>
                  <a:lnTo>
                    <a:pt x="5952618" y="744041"/>
                  </a:lnTo>
                  <a:lnTo>
                    <a:pt x="5958719" y="740517"/>
                  </a:lnTo>
                  <a:close/>
                </a:path>
                <a:path w="6791959" h="7073265">
                  <a:moveTo>
                    <a:pt x="6033420" y="871079"/>
                  </a:moveTo>
                  <a:lnTo>
                    <a:pt x="6036358" y="876166"/>
                  </a:lnTo>
                  <a:lnTo>
                    <a:pt x="6031270" y="879104"/>
                  </a:lnTo>
                  <a:lnTo>
                    <a:pt x="6028333" y="874016"/>
                  </a:lnTo>
                  <a:lnTo>
                    <a:pt x="6033420" y="871079"/>
                  </a:lnTo>
                  <a:close/>
                </a:path>
                <a:path w="6791959" h="7073265">
                  <a:moveTo>
                    <a:pt x="6108229" y="1001243"/>
                  </a:moveTo>
                  <a:lnTo>
                    <a:pt x="6110876" y="1005822"/>
                  </a:lnTo>
                  <a:lnTo>
                    <a:pt x="6106298" y="1008464"/>
                  </a:lnTo>
                  <a:lnTo>
                    <a:pt x="6103656" y="1003885"/>
                  </a:lnTo>
                  <a:lnTo>
                    <a:pt x="6108229" y="1001243"/>
                  </a:lnTo>
                  <a:close/>
                </a:path>
                <a:path w="6791959" h="7073265">
                  <a:moveTo>
                    <a:pt x="6183043" y="1131397"/>
                  </a:moveTo>
                  <a:lnTo>
                    <a:pt x="6185394" y="1135472"/>
                  </a:lnTo>
                  <a:lnTo>
                    <a:pt x="6181319" y="1137823"/>
                  </a:lnTo>
                  <a:lnTo>
                    <a:pt x="6178968" y="1133748"/>
                  </a:lnTo>
                  <a:lnTo>
                    <a:pt x="6183043" y="1131397"/>
                  </a:lnTo>
                  <a:close/>
                </a:path>
                <a:path w="6791959" h="7073265">
                  <a:moveTo>
                    <a:pt x="6257744" y="1261959"/>
                  </a:moveTo>
                  <a:lnTo>
                    <a:pt x="6259504" y="1265015"/>
                  </a:lnTo>
                  <a:lnTo>
                    <a:pt x="6256447" y="1266780"/>
                  </a:lnTo>
                  <a:lnTo>
                    <a:pt x="6254688" y="1263724"/>
                  </a:lnTo>
                  <a:lnTo>
                    <a:pt x="6257744" y="1261959"/>
                  </a:lnTo>
                  <a:close/>
                </a:path>
                <a:path w="6791959" h="7073265">
                  <a:moveTo>
                    <a:pt x="6332552" y="1392129"/>
                  </a:moveTo>
                  <a:lnTo>
                    <a:pt x="6334021" y="1394670"/>
                  </a:lnTo>
                  <a:lnTo>
                    <a:pt x="6331480" y="1396140"/>
                  </a:lnTo>
                  <a:lnTo>
                    <a:pt x="6330011" y="1393599"/>
                  </a:lnTo>
                  <a:lnTo>
                    <a:pt x="6332552" y="1392129"/>
                  </a:lnTo>
                  <a:close/>
                </a:path>
                <a:path w="6791959" h="7073265">
                  <a:moveTo>
                    <a:pt x="6407254" y="1522691"/>
                  </a:moveTo>
                  <a:lnTo>
                    <a:pt x="6408137" y="1524214"/>
                  </a:lnTo>
                  <a:lnTo>
                    <a:pt x="6406609" y="1525096"/>
                  </a:lnTo>
                  <a:lnTo>
                    <a:pt x="6405726" y="1523574"/>
                  </a:lnTo>
                  <a:lnTo>
                    <a:pt x="6407254" y="1522691"/>
                  </a:lnTo>
                  <a:close/>
                </a:path>
                <a:path w="6791959" h="7073265">
                  <a:moveTo>
                    <a:pt x="6481050" y="1653437"/>
                  </a:moveTo>
                  <a:lnTo>
                    <a:pt x="6482402" y="1653437"/>
                  </a:lnTo>
                  <a:lnTo>
                    <a:pt x="6482649" y="1653863"/>
                  </a:lnTo>
                  <a:lnTo>
                    <a:pt x="6481296" y="1653863"/>
                  </a:lnTo>
                  <a:lnTo>
                    <a:pt x="6481050" y="1653437"/>
                  </a:lnTo>
                  <a:close/>
                </a:path>
                <a:path w="6791959" h="7073265">
                  <a:moveTo>
                    <a:pt x="5380747" y="32053"/>
                  </a:moveTo>
                  <a:lnTo>
                    <a:pt x="5387801" y="44266"/>
                  </a:lnTo>
                  <a:lnTo>
                    <a:pt x="5375588" y="51321"/>
                  </a:lnTo>
                  <a:lnTo>
                    <a:pt x="5368533" y="39107"/>
                  </a:lnTo>
                  <a:lnTo>
                    <a:pt x="5380747" y="32053"/>
                  </a:lnTo>
                  <a:close/>
                </a:path>
                <a:path w="6791959" h="7073265">
                  <a:moveTo>
                    <a:pt x="5455555" y="162212"/>
                  </a:moveTo>
                  <a:lnTo>
                    <a:pt x="5462313" y="173922"/>
                  </a:lnTo>
                  <a:lnTo>
                    <a:pt x="5450609" y="180680"/>
                  </a:lnTo>
                  <a:lnTo>
                    <a:pt x="5443851" y="168971"/>
                  </a:lnTo>
                  <a:lnTo>
                    <a:pt x="5455555" y="162212"/>
                  </a:lnTo>
                  <a:close/>
                </a:path>
                <a:path w="6791959" h="7073265">
                  <a:moveTo>
                    <a:pt x="5530150" y="293183"/>
                  </a:moveTo>
                  <a:lnTo>
                    <a:pt x="5536025" y="303359"/>
                  </a:lnTo>
                  <a:lnTo>
                    <a:pt x="5525850" y="309234"/>
                  </a:lnTo>
                  <a:lnTo>
                    <a:pt x="5519974" y="299059"/>
                  </a:lnTo>
                  <a:lnTo>
                    <a:pt x="5530150" y="293183"/>
                  </a:lnTo>
                  <a:close/>
                </a:path>
                <a:path w="6791959" h="7073265">
                  <a:moveTo>
                    <a:pt x="5604852" y="423745"/>
                  </a:moveTo>
                  <a:lnTo>
                    <a:pt x="5610141" y="432902"/>
                  </a:lnTo>
                  <a:lnTo>
                    <a:pt x="5600978" y="438191"/>
                  </a:lnTo>
                  <a:lnTo>
                    <a:pt x="5595695" y="429034"/>
                  </a:lnTo>
                  <a:lnTo>
                    <a:pt x="5604852" y="423745"/>
                  </a:lnTo>
                  <a:close/>
                </a:path>
                <a:path w="6791959" h="7073265">
                  <a:moveTo>
                    <a:pt x="5679666" y="553904"/>
                  </a:moveTo>
                  <a:lnTo>
                    <a:pt x="5684659" y="562551"/>
                  </a:lnTo>
                  <a:lnTo>
                    <a:pt x="5676005" y="567544"/>
                  </a:lnTo>
                  <a:lnTo>
                    <a:pt x="5671012" y="558897"/>
                  </a:lnTo>
                  <a:lnTo>
                    <a:pt x="5679666" y="553904"/>
                  </a:lnTo>
                  <a:close/>
                </a:path>
                <a:path w="6791959" h="7073265">
                  <a:moveTo>
                    <a:pt x="5754474" y="684064"/>
                  </a:moveTo>
                  <a:lnTo>
                    <a:pt x="5759177" y="692207"/>
                  </a:lnTo>
                  <a:lnTo>
                    <a:pt x="5751032" y="696911"/>
                  </a:lnTo>
                  <a:lnTo>
                    <a:pt x="5746330" y="688761"/>
                  </a:lnTo>
                  <a:lnTo>
                    <a:pt x="5754474" y="684064"/>
                  </a:lnTo>
                  <a:close/>
                </a:path>
                <a:path w="6791959" h="7073265">
                  <a:moveTo>
                    <a:pt x="5829175" y="814625"/>
                  </a:moveTo>
                  <a:lnTo>
                    <a:pt x="5833286" y="821751"/>
                  </a:lnTo>
                  <a:lnTo>
                    <a:pt x="5826167" y="825861"/>
                  </a:lnTo>
                  <a:lnTo>
                    <a:pt x="5822050" y="818742"/>
                  </a:lnTo>
                  <a:lnTo>
                    <a:pt x="5829175" y="814625"/>
                  </a:lnTo>
                  <a:close/>
                </a:path>
                <a:path w="6791959" h="7073265">
                  <a:moveTo>
                    <a:pt x="5903984" y="944790"/>
                  </a:moveTo>
                  <a:lnTo>
                    <a:pt x="5907804" y="951406"/>
                  </a:lnTo>
                  <a:lnTo>
                    <a:pt x="5901182" y="955226"/>
                  </a:lnTo>
                  <a:lnTo>
                    <a:pt x="5897368" y="948610"/>
                  </a:lnTo>
                  <a:lnTo>
                    <a:pt x="5903984" y="944790"/>
                  </a:lnTo>
                  <a:close/>
                </a:path>
                <a:path w="6791959" h="7073265">
                  <a:moveTo>
                    <a:pt x="5978685" y="1075352"/>
                  </a:moveTo>
                  <a:lnTo>
                    <a:pt x="5981919" y="1080949"/>
                  </a:lnTo>
                  <a:lnTo>
                    <a:pt x="5976322" y="1084183"/>
                  </a:lnTo>
                  <a:lnTo>
                    <a:pt x="5973094" y="1078586"/>
                  </a:lnTo>
                  <a:lnTo>
                    <a:pt x="5978685" y="1075352"/>
                  </a:lnTo>
                  <a:close/>
                </a:path>
                <a:path w="6791959" h="7073265">
                  <a:moveTo>
                    <a:pt x="6053393" y="1205914"/>
                  </a:moveTo>
                  <a:lnTo>
                    <a:pt x="6056034" y="1210492"/>
                  </a:lnTo>
                  <a:lnTo>
                    <a:pt x="6051450" y="1213134"/>
                  </a:lnTo>
                  <a:lnTo>
                    <a:pt x="6048808" y="1208562"/>
                  </a:lnTo>
                  <a:lnTo>
                    <a:pt x="6053393" y="1205914"/>
                  </a:lnTo>
                  <a:close/>
                </a:path>
                <a:path w="6791959" h="7073265">
                  <a:moveTo>
                    <a:pt x="6128195" y="1336078"/>
                  </a:moveTo>
                  <a:lnTo>
                    <a:pt x="6130547" y="1340148"/>
                  </a:lnTo>
                  <a:lnTo>
                    <a:pt x="6126477" y="1342499"/>
                  </a:lnTo>
                  <a:lnTo>
                    <a:pt x="6124126" y="1338430"/>
                  </a:lnTo>
                  <a:lnTo>
                    <a:pt x="6128195" y="1336078"/>
                  </a:lnTo>
                  <a:close/>
                </a:path>
                <a:path w="6791959" h="7073265">
                  <a:moveTo>
                    <a:pt x="6202903" y="1466641"/>
                  </a:moveTo>
                  <a:lnTo>
                    <a:pt x="6204662" y="1469691"/>
                  </a:lnTo>
                  <a:lnTo>
                    <a:pt x="6201612" y="1471456"/>
                  </a:lnTo>
                  <a:lnTo>
                    <a:pt x="6199846" y="1468400"/>
                  </a:lnTo>
                  <a:lnTo>
                    <a:pt x="6202903" y="1466641"/>
                  </a:lnTo>
                  <a:close/>
                </a:path>
                <a:path w="6791959" h="7073265">
                  <a:moveTo>
                    <a:pt x="6277705" y="1596799"/>
                  </a:moveTo>
                  <a:lnTo>
                    <a:pt x="6279174" y="1599346"/>
                  </a:lnTo>
                  <a:lnTo>
                    <a:pt x="6276633" y="1600815"/>
                  </a:lnTo>
                  <a:lnTo>
                    <a:pt x="6275164" y="1598269"/>
                  </a:lnTo>
                  <a:lnTo>
                    <a:pt x="6277705" y="1596799"/>
                  </a:lnTo>
                  <a:close/>
                </a:path>
                <a:path w="6791959" h="7073265">
                  <a:moveTo>
                    <a:pt x="6352412" y="1727361"/>
                  </a:moveTo>
                  <a:lnTo>
                    <a:pt x="6353295" y="1728889"/>
                  </a:lnTo>
                  <a:lnTo>
                    <a:pt x="6351767" y="1729772"/>
                  </a:lnTo>
                  <a:lnTo>
                    <a:pt x="6350884" y="1728244"/>
                  </a:lnTo>
                  <a:lnTo>
                    <a:pt x="6352412" y="1727361"/>
                  </a:lnTo>
                  <a:close/>
                </a:path>
                <a:path w="6791959" h="7073265">
                  <a:moveTo>
                    <a:pt x="5251310" y="105764"/>
                  </a:moveTo>
                  <a:lnTo>
                    <a:pt x="5259241" y="119500"/>
                  </a:lnTo>
                  <a:lnTo>
                    <a:pt x="5245499" y="127437"/>
                  </a:lnTo>
                  <a:lnTo>
                    <a:pt x="5237568" y="113702"/>
                  </a:lnTo>
                  <a:lnTo>
                    <a:pt x="5251310" y="105764"/>
                  </a:lnTo>
                  <a:close/>
                </a:path>
                <a:path w="6791959" h="7073265">
                  <a:moveTo>
                    <a:pt x="5326117" y="235924"/>
                  </a:moveTo>
                  <a:lnTo>
                    <a:pt x="5333759" y="249161"/>
                  </a:lnTo>
                  <a:lnTo>
                    <a:pt x="5320527" y="256796"/>
                  </a:lnTo>
                  <a:lnTo>
                    <a:pt x="5312886" y="243564"/>
                  </a:lnTo>
                  <a:lnTo>
                    <a:pt x="5326117" y="235924"/>
                  </a:lnTo>
                  <a:close/>
                </a:path>
                <a:path w="6791959" h="7073265">
                  <a:moveTo>
                    <a:pt x="5400820" y="366492"/>
                  </a:moveTo>
                  <a:lnTo>
                    <a:pt x="5407874" y="378705"/>
                  </a:lnTo>
                  <a:lnTo>
                    <a:pt x="5395661" y="385754"/>
                  </a:lnTo>
                  <a:lnTo>
                    <a:pt x="5388606" y="373540"/>
                  </a:lnTo>
                  <a:lnTo>
                    <a:pt x="5400820" y="366492"/>
                  </a:lnTo>
                  <a:close/>
                </a:path>
                <a:path w="6791959" h="7073265">
                  <a:moveTo>
                    <a:pt x="5475415" y="497457"/>
                  </a:moveTo>
                  <a:lnTo>
                    <a:pt x="5481587" y="508142"/>
                  </a:lnTo>
                  <a:lnTo>
                    <a:pt x="5470901" y="514308"/>
                  </a:lnTo>
                  <a:lnTo>
                    <a:pt x="5464730" y="503623"/>
                  </a:lnTo>
                  <a:lnTo>
                    <a:pt x="5475415" y="497457"/>
                  </a:lnTo>
                  <a:close/>
                </a:path>
                <a:path w="6791959" h="7073265">
                  <a:moveTo>
                    <a:pt x="5550116" y="628019"/>
                  </a:moveTo>
                  <a:lnTo>
                    <a:pt x="5555702" y="637685"/>
                  </a:lnTo>
                  <a:lnTo>
                    <a:pt x="5546030" y="643270"/>
                  </a:lnTo>
                  <a:lnTo>
                    <a:pt x="5540450" y="633598"/>
                  </a:lnTo>
                  <a:lnTo>
                    <a:pt x="5550116" y="628019"/>
                  </a:lnTo>
                  <a:close/>
                </a:path>
                <a:path w="6791959" h="7073265">
                  <a:moveTo>
                    <a:pt x="5624824" y="758580"/>
                  </a:moveTo>
                  <a:lnTo>
                    <a:pt x="5629817" y="767228"/>
                  </a:lnTo>
                  <a:lnTo>
                    <a:pt x="5621164" y="772227"/>
                  </a:lnTo>
                  <a:lnTo>
                    <a:pt x="5616170" y="763580"/>
                  </a:lnTo>
                  <a:lnTo>
                    <a:pt x="5624824" y="758580"/>
                  </a:lnTo>
                  <a:close/>
                </a:path>
                <a:path w="6791959" h="7073265">
                  <a:moveTo>
                    <a:pt x="5699625" y="888739"/>
                  </a:moveTo>
                  <a:lnTo>
                    <a:pt x="5704329" y="896884"/>
                  </a:lnTo>
                  <a:lnTo>
                    <a:pt x="5696185" y="901580"/>
                  </a:lnTo>
                  <a:lnTo>
                    <a:pt x="5691488" y="893442"/>
                  </a:lnTo>
                  <a:lnTo>
                    <a:pt x="5699625" y="888739"/>
                  </a:lnTo>
                  <a:close/>
                </a:path>
                <a:path w="6791959" h="7073265">
                  <a:moveTo>
                    <a:pt x="5774334" y="1019301"/>
                  </a:moveTo>
                  <a:lnTo>
                    <a:pt x="5778444" y="1026427"/>
                  </a:lnTo>
                  <a:lnTo>
                    <a:pt x="5771319" y="1030544"/>
                  </a:lnTo>
                  <a:lnTo>
                    <a:pt x="5767208" y="1023418"/>
                  </a:lnTo>
                  <a:lnTo>
                    <a:pt x="5774334" y="1019301"/>
                  </a:lnTo>
                  <a:close/>
                </a:path>
                <a:path w="6791959" h="7073265">
                  <a:moveTo>
                    <a:pt x="5849136" y="1149466"/>
                  </a:moveTo>
                  <a:lnTo>
                    <a:pt x="5852957" y="1156082"/>
                  </a:lnTo>
                  <a:lnTo>
                    <a:pt x="5846346" y="1159897"/>
                  </a:lnTo>
                  <a:lnTo>
                    <a:pt x="5842526" y="1153281"/>
                  </a:lnTo>
                  <a:lnTo>
                    <a:pt x="5849136" y="1149466"/>
                  </a:lnTo>
                  <a:close/>
                </a:path>
                <a:path w="6791959" h="7073265">
                  <a:moveTo>
                    <a:pt x="5923844" y="1280028"/>
                  </a:moveTo>
                  <a:lnTo>
                    <a:pt x="5927077" y="1285625"/>
                  </a:lnTo>
                  <a:lnTo>
                    <a:pt x="5921480" y="1288859"/>
                  </a:lnTo>
                  <a:lnTo>
                    <a:pt x="5918246" y="1283256"/>
                  </a:lnTo>
                  <a:lnTo>
                    <a:pt x="5923844" y="1280028"/>
                  </a:lnTo>
                  <a:close/>
                </a:path>
                <a:path w="6791959" h="7073265">
                  <a:moveTo>
                    <a:pt x="5998545" y="1410590"/>
                  </a:moveTo>
                  <a:lnTo>
                    <a:pt x="6001187" y="1415169"/>
                  </a:lnTo>
                  <a:lnTo>
                    <a:pt x="5996608" y="1417816"/>
                  </a:lnTo>
                  <a:lnTo>
                    <a:pt x="5993961" y="1413231"/>
                  </a:lnTo>
                  <a:lnTo>
                    <a:pt x="5998545" y="1410590"/>
                  </a:lnTo>
                  <a:close/>
                </a:path>
                <a:path w="6791959" h="7073265">
                  <a:moveTo>
                    <a:pt x="6073353" y="1540755"/>
                  </a:moveTo>
                  <a:lnTo>
                    <a:pt x="6075705" y="1544824"/>
                  </a:lnTo>
                  <a:lnTo>
                    <a:pt x="6071636" y="1547170"/>
                  </a:lnTo>
                  <a:lnTo>
                    <a:pt x="6069284" y="1543100"/>
                  </a:lnTo>
                  <a:lnTo>
                    <a:pt x="6073353" y="1540755"/>
                  </a:lnTo>
                  <a:close/>
                </a:path>
                <a:path w="6791959" h="7073265">
                  <a:moveTo>
                    <a:pt x="6148055" y="1671317"/>
                  </a:moveTo>
                  <a:lnTo>
                    <a:pt x="6149820" y="1674367"/>
                  </a:lnTo>
                  <a:lnTo>
                    <a:pt x="6146770" y="1676133"/>
                  </a:lnTo>
                  <a:lnTo>
                    <a:pt x="6145005" y="1673082"/>
                  </a:lnTo>
                  <a:lnTo>
                    <a:pt x="6148055" y="1671317"/>
                  </a:lnTo>
                  <a:close/>
                </a:path>
                <a:path w="6791959" h="7073265">
                  <a:moveTo>
                    <a:pt x="6222869" y="1801476"/>
                  </a:moveTo>
                  <a:lnTo>
                    <a:pt x="6224338" y="1804017"/>
                  </a:lnTo>
                  <a:lnTo>
                    <a:pt x="6221791" y="1805486"/>
                  </a:lnTo>
                  <a:lnTo>
                    <a:pt x="6220322" y="1802945"/>
                  </a:lnTo>
                  <a:lnTo>
                    <a:pt x="6222869" y="1801476"/>
                  </a:lnTo>
                  <a:close/>
                </a:path>
                <a:path w="6791959" h="7073265">
                  <a:moveTo>
                    <a:pt x="6297565" y="1932038"/>
                  </a:moveTo>
                  <a:lnTo>
                    <a:pt x="6298447" y="1933572"/>
                  </a:lnTo>
                  <a:lnTo>
                    <a:pt x="6296925" y="1934448"/>
                  </a:lnTo>
                  <a:lnTo>
                    <a:pt x="6296043" y="1932920"/>
                  </a:lnTo>
                  <a:lnTo>
                    <a:pt x="6297565" y="1932038"/>
                  </a:lnTo>
                  <a:close/>
                </a:path>
                <a:path w="6791959" h="7073265">
                  <a:moveTo>
                    <a:pt x="5047172" y="48914"/>
                  </a:moveTo>
                  <a:lnTo>
                    <a:pt x="5056572" y="65202"/>
                  </a:lnTo>
                  <a:lnTo>
                    <a:pt x="5040289" y="74602"/>
                  </a:lnTo>
                  <a:lnTo>
                    <a:pt x="5030889" y="58314"/>
                  </a:lnTo>
                  <a:lnTo>
                    <a:pt x="5047172" y="48914"/>
                  </a:lnTo>
                  <a:close/>
                </a:path>
                <a:path w="6791959" h="7073265">
                  <a:moveTo>
                    <a:pt x="5121874" y="179476"/>
                  </a:moveTo>
                  <a:lnTo>
                    <a:pt x="5130687" y="194739"/>
                  </a:lnTo>
                  <a:lnTo>
                    <a:pt x="5115423" y="203553"/>
                  </a:lnTo>
                  <a:lnTo>
                    <a:pt x="5106610" y="188289"/>
                  </a:lnTo>
                  <a:lnTo>
                    <a:pt x="5121874" y="179476"/>
                  </a:lnTo>
                  <a:close/>
                </a:path>
                <a:path w="6791959" h="7073265">
                  <a:moveTo>
                    <a:pt x="5196575" y="310038"/>
                  </a:moveTo>
                  <a:lnTo>
                    <a:pt x="5204803" y="324288"/>
                  </a:lnTo>
                  <a:lnTo>
                    <a:pt x="5190552" y="332515"/>
                  </a:lnTo>
                  <a:lnTo>
                    <a:pt x="5182324" y="318265"/>
                  </a:lnTo>
                  <a:lnTo>
                    <a:pt x="5196575" y="310038"/>
                  </a:lnTo>
                  <a:close/>
                </a:path>
                <a:path w="6791959" h="7073265">
                  <a:moveTo>
                    <a:pt x="5271277" y="440606"/>
                  </a:moveTo>
                  <a:lnTo>
                    <a:pt x="5278912" y="453832"/>
                  </a:lnTo>
                  <a:lnTo>
                    <a:pt x="5265686" y="461473"/>
                  </a:lnTo>
                  <a:lnTo>
                    <a:pt x="5258045" y="448241"/>
                  </a:lnTo>
                  <a:lnTo>
                    <a:pt x="5271277" y="440606"/>
                  </a:lnTo>
                  <a:close/>
                </a:path>
                <a:path w="6791959" h="7073265">
                  <a:moveTo>
                    <a:pt x="5345979" y="571168"/>
                  </a:moveTo>
                  <a:lnTo>
                    <a:pt x="5353027" y="583381"/>
                  </a:lnTo>
                  <a:lnTo>
                    <a:pt x="5340814" y="590430"/>
                  </a:lnTo>
                  <a:lnTo>
                    <a:pt x="5333765" y="578216"/>
                  </a:lnTo>
                  <a:lnTo>
                    <a:pt x="5345979" y="571168"/>
                  </a:lnTo>
                  <a:close/>
                </a:path>
                <a:path w="6791959" h="7073265">
                  <a:moveTo>
                    <a:pt x="5420574" y="702133"/>
                  </a:moveTo>
                  <a:lnTo>
                    <a:pt x="5426740" y="712818"/>
                  </a:lnTo>
                  <a:lnTo>
                    <a:pt x="5416054" y="718990"/>
                  </a:lnTo>
                  <a:lnTo>
                    <a:pt x="5409888" y="708304"/>
                  </a:lnTo>
                  <a:lnTo>
                    <a:pt x="5420574" y="702133"/>
                  </a:lnTo>
                  <a:close/>
                </a:path>
                <a:path w="6791959" h="7073265">
                  <a:moveTo>
                    <a:pt x="5495275" y="832695"/>
                  </a:moveTo>
                  <a:lnTo>
                    <a:pt x="5500855" y="842361"/>
                  </a:lnTo>
                  <a:lnTo>
                    <a:pt x="5491188" y="847940"/>
                  </a:lnTo>
                  <a:lnTo>
                    <a:pt x="5485609" y="838280"/>
                  </a:lnTo>
                  <a:lnTo>
                    <a:pt x="5495275" y="832695"/>
                  </a:lnTo>
                  <a:close/>
                </a:path>
                <a:path w="6791959" h="7073265">
                  <a:moveTo>
                    <a:pt x="5569977" y="963256"/>
                  </a:moveTo>
                  <a:lnTo>
                    <a:pt x="5574970" y="971910"/>
                  </a:lnTo>
                  <a:lnTo>
                    <a:pt x="5566322" y="976903"/>
                  </a:lnTo>
                  <a:lnTo>
                    <a:pt x="5561329" y="968249"/>
                  </a:lnTo>
                  <a:lnTo>
                    <a:pt x="5569977" y="963256"/>
                  </a:lnTo>
                  <a:close/>
                </a:path>
                <a:path w="6791959" h="7073265">
                  <a:moveTo>
                    <a:pt x="5644785" y="1093422"/>
                  </a:moveTo>
                  <a:lnTo>
                    <a:pt x="5649482" y="1101560"/>
                  </a:lnTo>
                  <a:lnTo>
                    <a:pt x="5641344" y="1106263"/>
                  </a:lnTo>
                  <a:lnTo>
                    <a:pt x="5636647" y="1098118"/>
                  </a:lnTo>
                  <a:lnTo>
                    <a:pt x="5644785" y="1093422"/>
                  </a:lnTo>
                  <a:close/>
                </a:path>
                <a:path w="6791959" h="7073265">
                  <a:moveTo>
                    <a:pt x="5719487" y="1223983"/>
                  </a:moveTo>
                  <a:lnTo>
                    <a:pt x="5723603" y="1231108"/>
                  </a:lnTo>
                  <a:lnTo>
                    <a:pt x="5716478" y="1235219"/>
                  </a:lnTo>
                  <a:lnTo>
                    <a:pt x="5712361" y="1228094"/>
                  </a:lnTo>
                  <a:lnTo>
                    <a:pt x="5719487" y="1223983"/>
                  </a:lnTo>
                  <a:close/>
                </a:path>
                <a:path w="6791959" h="7073265">
                  <a:moveTo>
                    <a:pt x="5794301" y="1354142"/>
                  </a:moveTo>
                  <a:lnTo>
                    <a:pt x="5798121" y="1360758"/>
                  </a:lnTo>
                  <a:lnTo>
                    <a:pt x="5791505" y="1364579"/>
                  </a:lnTo>
                  <a:lnTo>
                    <a:pt x="5787685" y="1357963"/>
                  </a:lnTo>
                  <a:lnTo>
                    <a:pt x="5794301" y="1354142"/>
                  </a:lnTo>
                  <a:close/>
                </a:path>
                <a:path w="6791959" h="7073265">
                  <a:moveTo>
                    <a:pt x="5868896" y="1485107"/>
                  </a:moveTo>
                  <a:lnTo>
                    <a:pt x="5871834" y="1490195"/>
                  </a:lnTo>
                  <a:lnTo>
                    <a:pt x="5866746" y="1493133"/>
                  </a:lnTo>
                  <a:lnTo>
                    <a:pt x="5863808" y="1488045"/>
                  </a:lnTo>
                  <a:lnTo>
                    <a:pt x="5868896" y="1485107"/>
                  </a:lnTo>
                  <a:close/>
                </a:path>
                <a:path w="6791959" h="7073265">
                  <a:moveTo>
                    <a:pt x="5943698" y="1615266"/>
                  </a:moveTo>
                  <a:lnTo>
                    <a:pt x="5946346" y="1619851"/>
                  </a:lnTo>
                  <a:lnTo>
                    <a:pt x="5941767" y="1622492"/>
                  </a:lnTo>
                  <a:lnTo>
                    <a:pt x="5939120" y="1617914"/>
                  </a:lnTo>
                  <a:lnTo>
                    <a:pt x="5943698" y="1615266"/>
                  </a:lnTo>
                  <a:close/>
                </a:path>
                <a:path w="6791959" h="7073265">
                  <a:moveTo>
                    <a:pt x="6018518" y="1745431"/>
                  </a:moveTo>
                  <a:lnTo>
                    <a:pt x="6020864" y="1749500"/>
                  </a:lnTo>
                  <a:lnTo>
                    <a:pt x="6016789" y="1751852"/>
                  </a:lnTo>
                  <a:lnTo>
                    <a:pt x="6014443" y="1747782"/>
                  </a:lnTo>
                  <a:lnTo>
                    <a:pt x="6018518" y="1745431"/>
                  </a:lnTo>
                  <a:close/>
                </a:path>
                <a:path w="6791959" h="7073265">
                  <a:moveTo>
                    <a:pt x="6093213" y="1875993"/>
                  </a:moveTo>
                  <a:lnTo>
                    <a:pt x="6094973" y="1879049"/>
                  </a:lnTo>
                  <a:lnTo>
                    <a:pt x="6091923" y="1880808"/>
                  </a:lnTo>
                  <a:lnTo>
                    <a:pt x="6090163" y="1877758"/>
                  </a:lnTo>
                  <a:lnTo>
                    <a:pt x="6093213" y="1875993"/>
                  </a:lnTo>
                  <a:close/>
                </a:path>
                <a:path w="6791959" h="7073265">
                  <a:moveTo>
                    <a:pt x="6167914" y="2006555"/>
                  </a:moveTo>
                  <a:lnTo>
                    <a:pt x="6169088" y="2008586"/>
                  </a:lnTo>
                  <a:lnTo>
                    <a:pt x="6167051" y="2009765"/>
                  </a:lnTo>
                  <a:lnTo>
                    <a:pt x="6165878" y="2007727"/>
                  </a:lnTo>
                  <a:lnTo>
                    <a:pt x="6167914" y="2006555"/>
                  </a:lnTo>
                  <a:close/>
                </a:path>
                <a:path w="6791959" h="7073265">
                  <a:moveTo>
                    <a:pt x="6242730" y="2136714"/>
                  </a:moveTo>
                  <a:lnTo>
                    <a:pt x="6243606" y="2138236"/>
                  </a:lnTo>
                  <a:lnTo>
                    <a:pt x="6242078" y="2139119"/>
                  </a:lnTo>
                  <a:lnTo>
                    <a:pt x="6241201" y="2137597"/>
                  </a:lnTo>
                  <a:lnTo>
                    <a:pt x="6242730" y="2136714"/>
                  </a:lnTo>
                  <a:close/>
                </a:path>
                <a:path w="6791959" h="7073265">
                  <a:moveTo>
                    <a:pt x="4832224" y="0"/>
                  </a:moveTo>
                  <a:lnTo>
                    <a:pt x="4845914" y="0"/>
                  </a:lnTo>
                  <a:lnTo>
                    <a:pt x="4851895" y="10354"/>
                  </a:lnTo>
                  <a:lnTo>
                    <a:pt x="4835612" y="19754"/>
                  </a:lnTo>
                  <a:lnTo>
                    <a:pt x="4826212" y="3471"/>
                  </a:lnTo>
                  <a:lnTo>
                    <a:pt x="4832224" y="0"/>
                  </a:lnTo>
                  <a:close/>
                </a:path>
                <a:path w="6791959" h="7073265">
                  <a:moveTo>
                    <a:pt x="4917730" y="122625"/>
                  </a:moveTo>
                  <a:lnTo>
                    <a:pt x="4928012" y="140436"/>
                  </a:lnTo>
                  <a:lnTo>
                    <a:pt x="4910202" y="150719"/>
                  </a:lnTo>
                  <a:lnTo>
                    <a:pt x="4899919" y="132908"/>
                  </a:lnTo>
                  <a:lnTo>
                    <a:pt x="4917730" y="122625"/>
                  </a:lnTo>
                  <a:close/>
                </a:path>
                <a:path w="6791959" h="7073265">
                  <a:moveTo>
                    <a:pt x="4992437" y="253187"/>
                  </a:moveTo>
                  <a:lnTo>
                    <a:pt x="5002133" y="269979"/>
                  </a:lnTo>
                  <a:lnTo>
                    <a:pt x="4985336" y="279675"/>
                  </a:lnTo>
                  <a:lnTo>
                    <a:pt x="4975639" y="262883"/>
                  </a:lnTo>
                  <a:lnTo>
                    <a:pt x="4992437" y="253187"/>
                  </a:lnTo>
                  <a:close/>
                </a:path>
                <a:path w="6791959" h="7073265">
                  <a:moveTo>
                    <a:pt x="5067032" y="384152"/>
                  </a:moveTo>
                  <a:lnTo>
                    <a:pt x="5075846" y="399422"/>
                  </a:lnTo>
                  <a:lnTo>
                    <a:pt x="5060576" y="408235"/>
                  </a:lnTo>
                  <a:lnTo>
                    <a:pt x="5051763" y="392966"/>
                  </a:lnTo>
                  <a:lnTo>
                    <a:pt x="5067032" y="384152"/>
                  </a:lnTo>
                  <a:close/>
                </a:path>
                <a:path w="6791959" h="7073265">
                  <a:moveTo>
                    <a:pt x="5141734" y="514720"/>
                  </a:moveTo>
                  <a:lnTo>
                    <a:pt x="5149961" y="528965"/>
                  </a:lnTo>
                  <a:lnTo>
                    <a:pt x="5135710" y="537192"/>
                  </a:lnTo>
                  <a:lnTo>
                    <a:pt x="5127483" y="522947"/>
                  </a:lnTo>
                  <a:lnTo>
                    <a:pt x="5141734" y="514720"/>
                  </a:lnTo>
                  <a:close/>
                </a:path>
                <a:path w="6791959" h="7073265">
                  <a:moveTo>
                    <a:pt x="5216435" y="645282"/>
                  </a:moveTo>
                  <a:lnTo>
                    <a:pt x="5224076" y="658508"/>
                  </a:lnTo>
                  <a:lnTo>
                    <a:pt x="5210838" y="666149"/>
                  </a:lnTo>
                  <a:lnTo>
                    <a:pt x="5203203" y="652923"/>
                  </a:lnTo>
                  <a:lnTo>
                    <a:pt x="5216435" y="645282"/>
                  </a:lnTo>
                  <a:close/>
                </a:path>
                <a:path w="6791959" h="7073265">
                  <a:moveTo>
                    <a:pt x="5291131" y="775844"/>
                  </a:moveTo>
                  <a:lnTo>
                    <a:pt x="5298185" y="788057"/>
                  </a:lnTo>
                  <a:lnTo>
                    <a:pt x="5285978" y="795106"/>
                  </a:lnTo>
                  <a:lnTo>
                    <a:pt x="5278924" y="782893"/>
                  </a:lnTo>
                  <a:lnTo>
                    <a:pt x="5291131" y="775844"/>
                  </a:lnTo>
                  <a:close/>
                </a:path>
                <a:path w="6791959" h="7073265">
                  <a:moveTo>
                    <a:pt x="5365839" y="906406"/>
                  </a:moveTo>
                  <a:lnTo>
                    <a:pt x="5372301" y="917601"/>
                  </a:lnTo>
                  <a:lnTo>
                    <a:pt x="5361106" y="924063"/>
                  </a:lnTo>
                  <a:lnTo>
                    <a:pt x="5354644" y="912868"/>
                  </a:lnTo>
                  <a:lnTo>
                    <a:pt x="5365839" y="906406"/>
                  </a:lnTo>
                  <a:close/>
                </a:path>
                <a:path w="6791959" h="7073265">
                  <a:moveTo>
                    <a:pt x="5440428" y="1037371"/>
                  </a:moveTo>
                  <a:lnTo>
                    <a:pt x="5446013" y="1047037"/>
                  </a:lnTo>
                  <a:lnTo>
                    <a:pt x="5436347" y="1052617"/>
                  </a:lnTo>
                  <a:lnTo>
                    <a:pt x="5430767" y="1042950"/>
                  </a:lnTo>
                  <a:lnTo>
                    <a:pt x="5440428" y="1037371"/>
                  </a:lnTo>
                  <a:close/>
                </a:path>
                <a:path w="6791959" h="7073265">
                  <a:moveTo>
                    <a:pt x="5515129" y="1167932"/>
                  </a:moveTo>
                  <a:lnTo>
                    <a:pt x="5520128" y="1176586"/>
                  </a:lnTo>
                  <a:lnTo>
                    <a:pt x="5511481" y="1181579"/>
                  </a:lnTo>
                  <a:lnTo>
                    <a:pt x="5506482" y="1172925"/>
                  </a:lnTo>
                  <a:lnTo>
                    <a:pt x="5515129" y="1167932"/>
                  </a:lnTo>
                  <a:close/>
                </a:path>
                <a:path w="6791959" h="7073265">
                  <a:moveTo>
                    <a:pt x="5589949" y="1298097"/>
                  </a:moveTo>
                  <a:lnTo>
                    <a:pt x="5594646" y="1306236"/>
                  </a:lnTo>
                  <a:lnTo>
                    <a:pt x="5586502" y="1310939"/>
                  </a:lnTo>
                  <a:lnTo>
                    <a:pt x="5581799" y="1302801"/>
                  </a:lnTo>
                  <a:lnTo>
                    <a:pt x="5589949" y="1298097"/>
                  </a:lnTo>
                  <a:close/>
                </a:path>
                <a:path w="6791959" h="7073265">
                  <a:moveTo>
                    <a:pt x="5664645" y="1428659"/>
                  </a:moveTo>
                  <a:lnTo>
                    <a:pt x="5668756" y="1435778"/>
                  </a:lnTo>
                  <a:lnTo>
                    <a:pt x="5661636" y="1439889"/>
                  </a:lnTo>
                  <a:lnTo>
                    <a:pt x="5657525" y="1432770"/>
                  </a:lnTo>
                  <a:lnTo>
                    <a:pt x="5664645" y="1428659"/>
                  </a:lnTo>
                  <a:close/>
                </a:path>
                <a:path w="6791959" h="7073265">
                  <a:moveTo>
                    <a:pt x="5739347" y="1559221"/>
                  </a:moveTo>
                  <a:lnTo>
                    <a:pt x="5742871" y="1565327"/>
                  </a:lnTo>
                  <a:lnTo>
                    <a:pt x="5736770" y="1568852"/>
                  </a:lnTo>
                  <a:lnTo>
                    <a:pt x="5733246" y="1562745"/>
                  </a:lnTo>
                  <a:lnTo>
                    <a:pt x="5739347" y="1559221"/>
                  </a:lnTo>
                  <a:close/>
                </a:path>
                <a:path w="6791959" h="7073265">
                  <a:moveTo>
                    <a:pt x="5814048" y="1689783"/>
                  </a:moveTo>
                  <a:lnTo>
                    <a:pt x="5816986" y="1694871"/>
                  </a:lnTo>
                  <a:lnTo>
                    <a:pt x="5811898" y="1697808"/>
                  </a:lnTo>
                  <a:lnTo>
                    <a:pt x="5808960" y="1692721"/>
                  </a:lnTo>
                  <a:lnTo>
                    <a:pt x="5814048" y="1689783"/>
                  </a:lnTo>
                  <a:close/>
                </a:path>
                <a:path w="6791959" h="7073265">
                  <a:moveTo>
                    <a:pt x="5888857" y="1819948"/>
                  </a:moveTo>
                  <a:lnTo>
                    <a:pt x="5891504" y="1824527"/>
                  </a:lnTo>
                  <a:lnTo>
                    <a:pt x="5886926" y="1827168"/>
                  </a:lnTo>
                  <a:lnTo>
                    <a:pt x="5884284" y="1822589"/>
                  </a:lnTo>
                  <a:lnTo>
                    <a:pt x="5888857" y="1819948"/>
                  </a:lnTo>
                  <a:close/>
                </a:path>
                <a:path w="6791959" h="7073265">
                  <a:moveTo>
                    <a:pt x="5963558" y="1950510"/>
                  </a:moveTo>
                  <a:lnTo>
                    <a:pt x="5965614" y="1954069"/>
                  </a:lnTo>
                  <a:lnTo>
                    <a:pt x="5962054" y="1956124"/>
                  </a:lnTo>
                  <a:lnTo>
                    <a:pt x="5959998" y="1952565"/>
                  </a:lnTo>
                  <a:lnTo>
                    <a:pt x="5963558" y="1950510"/>
                  </a:lnTo>
                  <a:close/>
                </a:path>
                <a:path w="6791959" h="7073265">
                  <a:moveTo>
                    <a:pt x="6038372" y="2080663"/>
                  </a:moveTo>
                  <a:lnTo>
                    <a:pt x="6040132" y="2083719"/>
                  </a:lnTo>
                  <a:lnTo>
                    <a:pt x="6037075" y="2085485"/>
                  </a:lnTo>
                  <a:lnTo>
                    <a:pt x="6035316" y="2082428"/>
                  </a:lnTo>
                  <a:lnTo>
                    <a:pt x="6038372" y="2080663"/>
                  </a:lnTo>
                  <a:close/>
                </a:path>
                <a:path w="6791959" h="7073265">
                  <a:moveTo>
                    <a:pt x="6113068" y="2211231"/>
                  </a:moveTo>
                  <a:lnTo>
                    <a:pt x="6114247" y="2213269"/>
                  </a:lnTo>
                  <a:lnTo>
                    <a:pt x="6112215" y="2214442"/>
                  </a:lnTo>
                  <a:lnTo>
                    <a:pt x="6111036" y="2212404"/>
                  </a:lnTo>
                  <a:lnTo>
                    <a:pt x="6113068" y="2211231"/>
                  </a:lnTo>
                  <a:close/>
                </a:path>
                <a:path w="6791959" h="7073265">
                  <a:moveTo>
                    <a:pt x="6187882" y="2341396"/>
                  </a:moveTo>
                  <a:lnTo>
                    <a:pt x="6188765" y="2342919"/>
                  </a:lnTo>
                  <a:lnTo>
                    <a:pt x="6187237" y="2343801"/>
                  </a:lnTo>
                  <a:lnTo>
                    <a:pt x="6186354" y="2342279"/>
                  </a:lnTo>
                  <a:lnTo>
                    <a:pt x="6187882" y="2341396"/>
                  </a:lnTo>
                  <a:close/>
                </a:path>
                <a:path w="6791959" h="7073265">
                  <a:moveTo>
                    <a:pt x="4713592" y="65781"/>
                  </a:moveTo>
                  <a:lnTo>
                    <a:pt x="4725343" y="86133"/>
                  </a:lnTo>
                  <a:lnTo>
                    <a:pt x="4704991" y="97884"/>
                  </a:lnTo>
                  <a:lnTo>
                    <a:pt x="4693240" y="77532"/>
                  </a:lnTo>
                  <a:lnTo>
                    <a:pt x="4713592" y="65781"/>
                  </a:lnTo>
                  <a:close/>
                </a:path>
                <a:path w="6791959" h="7073265">
                  <a:moveTo>
                    <a:pt x="4788193" y="196739"/>
                  </a:moveTo>
                  <a:lnTo>
                    <a:pt x="4799061" y="215569"/>
                  </a:lnTo>
                  <a:lnTo>
                    <a:pt x="4780232" y="226438"/>
                  </a:lnTo>
                  <a:lnTo>
                    <a:pt x="4769357" y="207608"/>
                  </a:lnTo>
                  <a:lnTo>
                    <a:pt x="4788193" y="196739"/>
                  </a:lnTo>
                  <a:close/>
                </a:path>
                <a:path w="6791959" h="7073265">
                  <a:moveTo>
                    <a:pt x="4862888" y="327301"/>
                  </a:moveTo>
                  <a:lnTo>
                    <a:pt x="4873171" y="345112"/>
                  </a:lnTo>
                  <a:lnTo>
                    <a:pt x="4855360" y="355395"/>
                  </a:lnTo>
                  <a:lnTo>
                    <a:pt x="4845078" y="337584"/>
                  </a:lnTo>
                  <a:lnTo>
                    <a:pt x="4862888" y="327301"/>
                  </a:lnTo>
                  <a:close/>
                </a:path>
                <a:path w="6791959" h="7073265">
                  <a:moveTo>
                    <a:pt x="4937590" y="457863"/>
                  </a:moveTo>
                  <a:lnTo>
                    <a:pt x="4947286" y="474661"/>
                  </a:lnTo>
                  <a:lnTo>
                    <a:pt x="4930494" y="484357"/>
                  </a:lnTo>
                  <a:lnTo>
                    <a:pt x="4920798" y="467559"/>
                  </a:lnTo>
                  <a:lnTo>
                    <a:pt x="4937590" y="457863"/>
                  </a:lnTo>
                  <a:close/>
                </a:path>
                <a:path w="6791959" h="7073265">
                  <a:moveTo>
                    <a:pt x="5012292" y="588425"/>
                  </a:moveTo>
                  <a:lnTo>
                    <a:pt x="5021401" y="604204"/>
                  </a:lnTo>
                  <a:lnTo>
                    <a:pt x="5005628" y="613307"/>
                  </a:lnTo>
                  <a:lnTo>
                    <a:pt x="4996519" y="597534"/>
                  </a:lnTo>
                  <a:lnTo>
                    <a:pt x="5012292" y="588425"/>
                  </a:lnTo>
                  <a:close/>
                </a:path>
                <a:path w="6791959" h="7073265">
                  <a:moveTo>
                    <a:pt x="5086887" y="719396"/>
                  </a:moveTo>
                  <a:lnTo>
                    <a:pt x="5095114" y="733640"/>
                  </a:lnTo>
                  <a:lnTo>
                    <a:pt x="5080863" y="741867"/>
                  </a:lnTo>
                  <a:lnTo>
                    <a:pt x="5072642" y="727622"/>
                  </a:lnTo>
                  <a:lnTo>
                    <a:pt x="5086887" y="719396"/>
                  </a:lnTo>
                  <a:close/>
                </a:path>
                <a:path w="6791959" h="7073265">
                  <a:moveTo>
                    <a:pt x="5161594" y="849958"/>
                  </a:moveTo>
                  <a:lnTo>
                    <a:pt x="5169229" y="863184"/>
                  </a:lnTo>
                  <a:lnTo>
                    <a:pt x="5156003" y="870825"/>
                  </a:lnTo>
                  <a:lnTo>
                    <a:pt x="5148362" y="857593"/>
                  </a:lnTo>
                  <a:lnTo>
                    <a:pt x="5161594" y="849958"/>
                  </a:lnTo>
                  <a:close/>
                </a:path>
                <a:path w="6791959" h="7073265">
                  <a:moveTo>
                    <a:pt x="5236296" y="980519"/>
                  </a:moveTo>
                  <a:lnTo>
                    <a:pt x="5243344" y="992727"/>
                  </a:lnTo>
                  <a:lnTo>
                    <a:pt x="5231131" y="999781"/>
                  </a:lnTo>
                  <a:lnTo>
                    <a:pt x="5224082" y="987574"/>
                  </a:lnTo>
                  <a:lnTo>
                    <a:pt x="5236296" y="980519"/>
                  </a:lnTo>
                  <a:close/>
                </a:path>
                <a:path w="6791959" h="7073265">
                  <a:moveTo>
                    <a:pt x="5310991" y="1111087"/>
                  </a:moveTo>
                  <a:lnTo>
                    <a:pt x="5317453" y="1122276"/>
                  </a:lnTo>
                  <a:lnTo>
                    <a:pt x="5306265" y="1128738"/>
                  </a:lnTo>
                  <a:lnTo>
                    <a:pt x="5299802" y="1117549"/>
                  </a:lnTo>
                  <a:lnTo>
                    <a:pt x="5310991" y="1111087"/>
                  </a:lnTo>
                  <a:close/>
                </a:path>
                <a:path w="6791959" h="7073265">
                  <a:moveTo>
                    <a:pt x="5385592" y="1242046"/>
                  </a:moveTo>
                  <a:lnTo>
                    <a:pt x="5391172" y="1251712"/>
                  </a:lnTo>
                  <a:lnTo>
                    <a:pt x="5381505" y="1257298"/>
                  </a:lnTo>
                  <a:lnTo>
                    <a:pt x="5375920" y="1247625"/>
                  </a:lnTo>
                  <a:lnTo>
                    <a:pt x="5385592" y="1242046"/>
                  </a:lnTo>
                  <a:close/>
                </a:path>
                <a:path w="6791959" h="7073265">
                  <a:moveTo>
                    <a:pt x="5460288" y="1372608"/>
                  </a:moveTo>
                  <a:lnTo>
                    <a:pt x="5465287" y="1381261"/>
                  </a:lnTo>
                  <a:lnTo>
                    <a:pt x="5456633" y="1386254"/>
                  </a:lnTo>
                  <a:lnTo>
                    <a:pt x="5451640" y="1377601"/>
                  </a:lnTo>
                  <a:lnTo>
                    <a:pt x="5460288" y="1372608"/>
                  </a:lnTo>
                  <a:close/>
                </a:path>
                <a:path w="6791959" h="7073265">
                  <a:moveTo>
                    <a:pt x="5535102" y="1502767"/>
                  </a:moveTo>
                  <a:lnTo>
                    <a:pt x="5539805" y="1510911"/>
                  </a:lnTo>
                  <a:lnTo>
                    <a:pt x="5531661" y="1515614"/>
                  </a:lnTo>
                  <a:lnTo>
                    <a:pt x="5526958" y="1507464"/>
                  </a:lnTo>
                  <a:lnTo>
                    <a:pt x="5535102" y="1502767"/>
                  </a:lnTo>
                  <a:close/>
                </a:path>
                <a:path w="6791959" h="7073265">
                  <a:moveTo>
                    <a:pt x="5609803" y="1633329"/>
                  </a:moveTo>
                  <a:lnTo>
                    <a:pt x="5613914" y="1640454"/>
                  </a:lnTo>
                  <a:lnTo>
                    <a:pt x="5606795" y="1644565"/>
                  </a:lnTo>
                  <a:lnTo>
                    <a:pt x="5602678" y="1637446"/>
                  </a:lnTo>
                  <a:lnTo>
                    <a:pt x="5609803" y="1633329"/>
                  </a:lnTo>
                  <a:close/>
                </a:path>
                <a:path w="6791959" h="7073265">
                  <a:moveTo>
                    <a:pt x="5684499" y="1763897"/>
                  </a:moveTo>
                  <a:lnTo>
                    <a:pt x="5688029" y="1770003"/>
                  </a:lnTo>
                  <a:lnTo>
                    <a:pt x="5681923" y="1773528"/>
                  </a:lnTo>
                  <a:lnTo>
                    <a:pt x="5678398" y="1767421"/>
                  </a:lnTo>
                  <a:lnTo>
                    <a:pt x="5684499" y="1763897"/>
                  </a:lnTo>
                  <a:close/>
                </a:path>
                <a:path w="6791959" h="7073265">
                  <a:moveTo>
                    <a:pt x="5759207" y="1894459"/>
                  </a:moveTo>
                  <a:lnTo>
                    <a:pt x="5762145" y="1899546"/>
                  </a:lnTo>
                  <a:lnTo>
                    <a:pt x="5757057" y="1902484"/>
                  </a:lnTo>
                  <a:lnTo>
                    <a:pt x="5754119" y="1897396"/>
                  </a:lnTo>
                  <a:lnTo>
                    <a:pt x="5759207" y="1894459"/>
                  </a:lnTo>
                  <a:close/>
                </a:path>
                <a:path w="6791959" h="7073265">
                  <a:moveTo>
                    <a:pt x="5834021" y="2024618"/>
                  </a:moveTo>
                  <a:lnTo>
                    <a:pt x="5836663" y="2029202"/>
                  </a:lnTo>
                  <a:lnTo>
                    <a:pt x="5832084" y="2031844"/>
                  </a:lnTo>
                  <a:lnTo>
                    <a:pt x="5829436" y="2027265"/>
                  </a:lnTo>
                  <a:lnTo>
                    <a:pt x="5834021" y="2024618"/>
                  </a:lnTo>
                  <a:close/>
                </a:path>
                <a:path w="6791959" h="7073265">
                  <a:moveTo>
                    <a:pt x="5908717" y="2155186"/>
                  </a:moveTo>
                  <a:lnTo>
                    <a:pt x="5910772" y="2158746"/>
                  </a:lnTo>
                  <a:lnTo>
                    <a:pt x="5907212" y="2160801"/>
                  </a:lnTo>
                  <a:lnTo>
                    <a:pt x="5905157" y="2157241"/>
                  </a:lnTo>
                  <a:lnTo>
                    <a:pt x="5908717" y="2155186"/>
                  </a:lnTo>
                  <a:close/>
                </a:path>
                <a:path w="6791959" h="7073265">
                  <a:moveTo>
                    <a:pt x="5983418" y="2285748"/>
                  </a:moveTo>
                  <a:lnTo>
                    <a:pt x="5984887" y="2288294"/>
                  </a:lnTo>
                  <a:lnTo>
                    <a:pt x="5982346" y="2289764"/>
                  </a:lnTo>
                  <a:lnTo>
                    <a:pt x="5980877" y="2287217"/>
                  </a:lnTo>
                  <a:lnTo>
                    <a:pt x="5983418" y="2285748"/>
                  </a:lnTo>
                  <a:close/>
                </a:path>
                <a:path w="6791959" h="7073265">
                  <a:moveTo>
                    <a:pt x="6058232" y="2415907"/>
                  </a:moveTo>
                  <a:lnTo>
                    <a:pt x="6059405" y="2417945"/>
                  </a:lnTo>
                  <a:lnTo>
                    <a:pt x="6057373" y="2419118"/>
                  </a:lnTo>
                  <a:lnTo>
                    <a:pt x="6056195" y="2417080"/>
                  </a:lnTo>
                  <a:lnTo>
                    <a:pt x="6058232" y="2415907"/>
                  </a:lnTo>
                  <a:close/>
                </a:path>
                <a:path w="6791959" h="7073265">
                  <a:moveTo>
                    <a:pt x="6131915" y="2547055"/>
                  </a:moveTo>
                  <a:lnTo>
                    <a:pt x="6133266" y="2547055"/>
                  </a:lnTo>
                  <a:lnTo>
                    <a:pt x="6133515" y="2547487"/>
                  </a:lnTo>
                  <a:lnTo>
                    <a:pt x="6132164" y="2547487"/>
                  </a:lnTo>
                  <a:lnTo>
                    <a:pt x="6131915" y="2547055"/>
                  </a:lnTo>
                  <a:close/>
                </a:path>
                <a:path w="6791959" h="7073265">
                  <a:moveTo>
                    <a:pt x="4509134" y="10132"/>
                  </a:moveTo>
                  <a:lnTo>
                    <a:pt x="4521471" y="31502"/>
                  </a:lnTo>
                  <a:lnTo>
                    <a:pt x="4500095" y="43840"/>
                  </a:lnTo>
                  <a:lnTo>
                    <a:pt x="4487757" y="22470"/>
                  </a:lnTo>
                  <a:lnTo>
                    <a:pt x="4509134" y="10132"/>
                  </a:lnTo>
                  <a:close/>
                </a:path>
                <a:path w="6791959" h="7073265">
                  <a:moveTo>
                    <a:pt x="4584154" y="139492"/>
                  </a:moveTo>
                  <a:lnTo>
                    <a:pt x="4596783" y="161365"/>
                  </a:lnTo>
                  <a:lnTo>
                    <a:pt x="4574909" y="173999"/>
                  </a:lnTo>
                  <a:lnTo>
                    <a:pt x="4562275" y="152119"/>
                  </a:lnTo>
                  <a:lnTo>
                    <a:pt x="4584154" y="139492"/>
                  </a:lnTo>
                  <a:close/>
                </a:path>
                <a:path w="6791959" h="7073265">
                  <a:moveTo>
                    <a:pt x="4658857" y="270054"/>
                  </a:moveTo>
                  <a:lnTo>
                    <a:pt x="4670904" y="290914"/>
                  </a:lnTo>
                  <a:lnTo>
                    <a:pt x="4650043" y="302956"/>
                  </a:lnTo>
                  <a:lnTo>
                    <a:pt x="4637996" y="282095"/>
                  </a:lnTo>
                  <a:lnTo>
                    <a:pt x="4658857" y="270054"/>
                  </a:lnTo>
                  <a:close/>
                </a:path>
                <a:path w="6791959" h="7073265">
                  <a:moveTo>
                    <a:pt x="4733452" y="401012"/>
                  </a:moveTo>
                  <a:lnTo>
                    <a:pt x="4744617" y="420351"/>
                  </a:lnTo>
                  <a:lnTo>
                    <a:pt x="4725284" y="431516"/>
                  </a:lnTo>
                  <a:lnTo>
                    <a:pt x="4714119" y="412177"/>
                  </a:lnTo>
                  <a:lnTo>
                    <a:pt x="4733452" y="401012"/>
                  </a:lnTo>
                  <a:close/>
                </a:path>
                <a:path w="6791959" h="7073265">
                  <a:moveTo>
                    <a:pt x="4808153" y="531574"/>
                  </a:moveTo>
                  <a:lnTo>
                    <a:pt x="4818732" y="549900"/>
                  </a:lnTo>
                  <a:lnTo>
                    <a:pt x="4800412" y="560473"/>
                  </a:lnTo>
                  <a:lnTo>
                    <a:pt x="4789833" y="542153"/>
                  </a:lnTo>
                  <a:lnTo>
                    <a:pt x="4808153" y="531574"/>
                  </a:lnTo>
                  <a:close/>
                </a:path>
                <a:path w="6791959" h="7073265">
                  <a:moveTo>
                    <a:pt x="4882855" y="662136"/>
                  </a:moveTo>
                  <a:lnTo>
                    <a:pt x="4892847" y="679443"/>
                  </a:lnTo>
                  <a:lnTo>
                    <a:pt x="4875546" y="689429"/>
                  </a:lnTo>
                  <a:lnTo>
                    <a:pt x="4865554" y="672128"/>
                  </a:lnTo>
                  <a:lnTo>
                    <a:pt x="4882855" y="662136"/>
                  </a:lnTo>
                  <a:close/>
                </a:path>
                <a:path w="6791959" h="7073265">
                  <a:moveTo>
                    <a:pt x="4957450" y="793106"/>
                  </a:moveTo>
                  <a:lnTo>
                    <a:pt x="4966560" y="808879"/>
                  </a:lnTo>
                  <a:lnTo>
                    <a:pt x="4950787" y="817983"/>
                  </a:lnTo>
                  <a:lnTo>
                    <a:pt x="4941677" y="802210"/>
                  </a:lnTo>
                  <a:lnTo>
                    <a:pt x="4957450" y="793106"/>
                  </a:lnTo>
                  <a:close/>
                </a:path>
                <a:path w="6791959" h="7073265">
                  <a:moveTo>
                    <a:pt x="5032152" y="923668"/>
                  </a:moveTo>
                  <a:lnTo>
                    <a:pt x="5040675" y="938423"/>
                  </a:lnTo>
                  <a:lnTo>
                    <a:pt x="5025915" y="946946"/>
                  </a:lnTo>
                  <a:lnTo>
                    <a:pt x="5017398" y="932185"/>
                  </a:lnTo>
                  <a:lnTo>
                    <a:pt x="5032152" y="923668"/>
                  </a:lnTo>
                  <a:close/>
                </a:path>
                <a:path w="6791959" h="7073265">
                  <a:moveTo>
                    <a:pt x="5106859" y="1054231"/>
                  </a:moveTo>
                  <a:lnTo>
                    <a:pt x="5114790" y="1067966"/>
                  </a:lnTo>
                  <a:lnTo>
                    <a:pt x="5101049" y="1075903"/>
                  </a:lnTo>
                  <a:lnTo>
                    <a:pt x="5093118" y="1062161"/>
                  </a:lnTo>
                  <a:lnTo>
                    <a:pt x="5106859" y="1054231"/>
                  </a:lnTo>
                  <a:close/>
                </a:path>
                <a:path w="6791959" h="7073265">
                  <a:moveTo>
                    <a:pt x="5181448" y="1185195"/>
                  </a:moveTo>
                  <a:lnTo>
                    <a:pt x="5188503" y="1197408"/>
                  </a:lnTo>
                  <a:lnTo>
                    <a:pt x="5176289" y="1204457"/>
                  </a:lnTo>
                  <a:lnTo>
                    <a:pt x="5169235" y="1192244"/>
                  </a:lnTo>
                  <a:lnTo>
                    <a:pt x="5181448" y="1185195"/>
                  </a:lnTo>
                  <a:close/>
                </a:path>
                <a:path w="6791959" h="7073265">
                  <a:moveTo>
                    <a:pt x="5256043" y="1316160"/>
                  </a:moveTo>
                  <a:lnTo>
                    <a:pt x="5262215" y="1326845"/>
                  </a:lnTo>
                  <a:lnTo>
                    <a:pt x="5251530" y="1333011"/>
                  </a:lnTo>
                  <a:lnTo>
                    <a:pt x="5245358" y="1322326"/>
                  </a:lnTo>
                  <a:lnTo>
                    <a:pt x="5256043" y="1316160"/>
                  </a:lnTo>
                  <a:close/>
                </a:path>
                <a:path w="6791959" h="7073265">
                  <a:moveTo>
                    <a:pt x="5330745" y="1446722"/>
                  </a:moveTo>
                  <a:lnTo>
                    <a:pt x="5336331" y="1456388"/>
                  </a:lnTo>
                  <a:lnTo>
                    <a:pt x="5326658" y="1461974"/>
                  </a:lnTo>
                  <a:lnTo>
                    <a:pt x="5321079" y="1452301"/>
                  </a:lnTo>
                  <a:lnTo>
                    <a:pt x="5330745" y="1446722"/>
                  </a:lnTo>
                  <a:close/>
                </a:path>
                <a:path w="6791959" h="7073265">
                  <a:moveTo>
                    <a:pt x="5405452" y="1577283"/>
                  </a:moveTo>
                  <a:lnTo>
                    <a:pt x="5410446" y="1585931"/>
                  </a:lnTo>
                  <a:lnTo>
                    <a:pt x="5401792" y="1590930"/>
                  </a:lnTo>
                  <a:lnTo>
                    <a:pt x="5396799" y="1582283"/>
                  </a:lnTo>
                  <a:lnTo>
                    <a:pt x="5405452" y="1577283"/>
                  </a:lnTo>
                  <a:close/>
                </a:path>
                <a:path w="6791959" h="7073265">
                  <a:moveTo>
                    <a:pt x="5480154" y="1707845"/>
                  </a:moveTo>
                  <a:lnTo>
                    <a:pt x="5484561" y="1715480"/>
                  </a:lnTo>
                  <a:lnTo>
                    <a:pt x="5476920" y="1719887"/>
                  </a:lnTo>
                  <a:lnTo>
                    <a:pt x="5472513" y="1712258"/>
                  </a:lnTo>
                  <a:lnTo>
                    <a:pt x="5480154" y="1707845"/>
                  </a:lnTo>
                  <a:close/>
                </a:path>
                <a:path w="6791959" h="7073265">
                  <a:moveTo>
                    <a:pt x="5554962" y="1838004"/>
                  </a:moveTo>
                  <a:lnTo>
                    <a:pt x="5559073" y="1845130"/>
                  </a:lnTo>
                  <a:lnTo>
                    <a:pt x="5551947" y="1849247"/>
                  </a:lnTo>
                  <a:lnTo>
                    <a:pt x="5547837" y="1842121"/>
                  </a:lnTo>
                  <a:lnTo>
                    <a:pt x="5554962" y="1838004"/>
                  </a:lnTo>
                  <a:close/>
                </a:path>
                <a:path w="6791959" h="7073265">
                  <a:moveTo>
                    <a:pt x="5629664" y="1968573"/>
                  </a:moveTo>
                  <a:lnTo>
                    <a:pt x="5633188" y="1974679"/>
                  </a:lnTo>
                  <a:lnTo>
                    <a:pt x="5627082" y="1978203"/>
                  </a:lnTo>
                  <a:lnTo>
                    <a:pt x="5623551" y="1972097"/>
                  </a:lnTo>
                  <a:lnTo>
                    <a:pt x="5629664" y="1968573"/>
                  </a:lnTo>
                  <a:close/>
                </a:path>
                <a:path w="6791959" h="7073265">
                  <a:moveTo>
                    <a:pt x="5704359" y="2099134"/>
                  </a:moveTo>
                  <a:lnTo>
                    <a:pt x="5707297" y="2104222"/>
                  </a:lnTo>
                  <a:lnTo>
                    <a:pt x="5702209" y="2107160"/>
                  </a:lnTo>
                  <a:lnTo>
                    <a:pt x="5699272" y="2102072"/>
                  </a:lnTo>
                  <a:lnTo>
                    <a:pt x="5704359" y="2099134"/>
                  </a:lnTo>
                  <a:close/>
                </a:path>
                <a:path w="6791959" h="7073265">
                  <a:moveTo>
                    <a:pt x="5779067" y="2229696"/>
                  </a:moveTo>
                  <a:lnTo>
                    <a:pt x="5781419" y="2233771"/>
                  </a:lnTo>
                  <a:lnTo>
                    <a:pt x="5777349" y="2236117"/>
                  </a:lnTo>
                  <a:lnTo>
                    <a:pt x="5774998" y="2232047"/>
                  </a:lnTo>
                  <a:lnTo>
                    <a:pt x="5779067" y="2229696"/>
                  </a:lnTo>
                  <a:close/>
                </a:path>
                <a:path w="6791959" h="7073265">
                  <a:moveTo>
                    <a:pt x="5853875" y="2359855"/>
                  </a:moveTo>
                  <a:lnTo>
                    <a:pt x="5855936" y="2363421"/>
                  </a:lnTo>
                  <a:lnTo>
                    <a:pt x="5852371" y="2365476"/>
                  </a:lnTo>
                  <a:lnTo>
                    <a:pt x="5850309" y="2361910"/>
                  </a:lnTo>
                  <a:lnTo>
                    <a:pt x="5853875" y="2359855"/>
                  </a:lnTo>
                  <a:close/>
                </a:path>
                <a:path w="6791959" h="7073265">
                  <a:moveTo>
                    <a:pt x="5928571" y="2490423"/>
                  </a:moveTo>
                  <a:lnTo>
                    <a:pt x="5930040" y="2492965"/>
                  </a:lnTo>
                  <a:lnTo>
                    <a:pt x="5927499" y="2494434"/>
                  </a:lnTo>
                  <a:lnTo>
                    <a:pt x="5926030" y="2491893"/>
                  </a:lnTo>
                  <a:lnTo>
                    <a:pt x="5928571" y="2490423"/>
                  </a:lnTo>
                  <a:close/>
                </a:path>
                <a:path w="6791959" h="7073265">
                  <a:moveTo>
                    <a:pt x="6003278" y="2620985"/>
                  </a:moveTo>
                  <a:lnTo>
                    <a:pt x="6004161" y="2622513"/>
                  </a:lnTo>
                  <a:lnTo>
                    <a:pt x="6002639" y="2623390"/>
                  </a:lnTo>
                  <a:lnTo>
                    <a:pt x="6001756" y="2621862"/>
                  </a:lnTo>
                  <a:lnTo>
                    <a:pt x="6003278" y="2620985"/>
                  </a:lnTo>
                  <a:close/>
                </a:path>
                <a:path w="6791959" h="7073265">
                  <a:moveTo>
                    <a:pt x="4380017" y="82635"/>
                  </a:moveTo>
                  <a:lnTo>
                    <a:pt x="4394119" y="107062"/>
                  </a:lnTo>
                  <a:lnTo>
                    <a:pt x="4369693" y="121164"/>
                  </a:lnTo>
                  <a:lnTo>
                    <a:pt x="4355590" y="96738"/>
                  </a:lnTo>
                  <a:lnTo>
                    <a:pt x="4380017" y="82635"/>
                  </a:lnTo>
                  <a:close/>
                </a:path>
                <a:path w="6791959" h="7073265">
                  <a:moveTo>
                    <a:pt x="4454612" y="213600"/>
                  </a:moveTo>
                  <a:lnTo>
                    <a:pt x="4467832" y="236499"/>
                  </a:lnTo>
                  <a:lnTo>
                    <a:pt x="4444933" y="249719"/>
                  </a:lnTo>
                  <a:lnTo>
                    <a:pt x="4431713" y="226820"/>
                  </a:lnTo>
                  <a:lnTo>
                    <a:pt x="4454612" y="213600"/>
                  </a:lnTo>
                  <a:close/>
                </a:path>
                <a:path w="6791959" h="7073265">
                  <a:moveTo>
                    <a:pt x="4529313" y="344168"/>
                  </a:moveTo>
                  <a:lnTo>
                    <a:pt x="4541947" y="366042"/>
                  </a:lnTo>
                  <a:lnTo>
                    <a:pt x="4520061" y="378676"/>
                  </a:lnTo>
                  <a:lnTo>
                    <a:pt x="4507434" y="356802"/>
                  </a:lnTo>
                  <a:lnTo>
                    <a:pt x="4529313" y="344168"/>
                  </a:lnTo>
                  <a:close/>
                </a:path>
                <a:path w="6791959" h="7073265">
                  <a:moveTo>
                    <a:pt x="4604009" y="474724"/>
                  </a:moveTo>
                  <a:lnTo>
                    <a:pt x="4616056" y="495591"/>
                  </a:lnTo>
                  <a:lnTo>
                    <a:pt x="4595195" y="507639"/>
                  </a:lnTo>
                  <a:lnTo>
                    <a:pt x="4583148" y="486771"/>
                  </a:lnTo>
                  <a:lnTo>
                    <a:pt x="4604009" y="474724"/>
                  </a:lnTo>
                  <a:close/>
                </a:path>
                <a:path w="6791959" h="7073265">
                  <a:moveTo>
                    <a:pt x="4678610" y="605689"/>
                  </a:moveTo>
                  <a:lnTo>
                    <a:pt x="4689775" y="625028"/>
                  </a:lnTo>
                  <a:lnTo>
                    <a:pt x="4670436" y="636193"/>
                  </a:lnTo>
                  <a:lnTo>
                    <a:pt x="4659271" y="616854"/>
                  </a:lnTo>
                  <a:lnTo>
                    <a:pt x="4678610" y="605689"/>
                  </a:lnTo>
                  <a:close/>
                </a:path>
                <a:path w="6791959" h="7073265">
                  <a:moveTo>
                    <a:pt x="4753312" y="736258"/>
                  </a:moveTo>
                  <a:lnTo>
                    <a:pt x="4763884" y="754571"/>
                  </a:lnTo>
                  <a:lnTo>
                    <a:pt x="4745570" y="765150"/>
                  </a:lnTo>
                  <a:lnTo>
                    <a:pt x="4734992" y="746830"/>
                  </a:lnTo>
                  <a:lnTo>
                    <a:pt x="4753312" y="736258"/>
                  </a:lnTo>
                  <a:close/>
                </a:path>
                <a:path w="6791959" h="7073265">
                  <a:moveTo>
                    <a:pt x="4828013" y="866819"/>
                  </a:moveTo>
                  <a:lnTo>
                    <a:pt x="4837999" y="884120"/>
                  </a:lnTo>
                  <a:lnTo>
                    <a:pt x="4820698" y="894107"/>
                  </a:lnTo>
                  <a:lnTo>
                    <a:pt x="4810712" y="876805"/>
                  </a:lnTo>
                  <a:lnTo>
                    <a:pt x="4828013" y="866819"/>
                  </a:lnTo>
                  <a:close/>
                </a:path>
                <a:path w="6791959" h="7073265">
                  <a:moveTo>
                    <a:pt x="4902608" y="997784"/>
                  </a:moveTo>
                  <a:lnTo>
                    <a:pt x="4911712" y="1013557"/>
                  </a:lnTo>
                  <a:lnTo>
                    <a:pt x="4895939" y="1022667"/>
                  </a:lnTo>
                  <a:lnTo>
                    <a:pt x="4886835" y="1006894"/>
                  </a:lnTo>
                  <a:lnTo>
                    <a:pt x="4902608" y="997784"/>
                  </a:lnTo>
                  <a:close/>
                </a:path>
                <a:path w="6791959" h="7073265">
                  <a:moveTo>
                    <a:pt x="4977310" y="1128346"/>
                  </a:moveTo>
                  <a:lnTo>
                    <a:pt x="4985827" y="1143100"/>
                  </a:lnTo>
                  <a:lnTo>
                    <a:pt x="4971073" y="1151617"/>
                  </a:lnTo>
                  <a:lnTo>
                    <a:pt x="4962555" y="1136869"/>
                  </a:lnTo>
                  <a:lnTo>
                    <a:pt x="4977310" y="1128346"/>
                  </a:lnTo>
                  <a:close/>
                </a:path>
                <a:path w="6791959" h="7073265">
                  <a:moveTo>
                    <a:pt x="5051905" y="1259311"/>
                  </a:moveTo>
                  <a:lnTo>
                    <a:pt x="5059540" y="1272537"/>
                  </a:lnTo>
                  <a:lnTo>
                    <a:pt x="5046314" y="1280178"/>
                  </a:lnTo>
                  <a:lnTo>
                    <a:pt x="5038673" y="1266946"/>
                  </a:lnTo>
                  <a:lnTo>
                    <a:pt x="5051905" y="1259311"/>
                  </a:lnTo>
                  <a:close/>
                </a:path>
                <a:path w="6791959" h="7073265">
                  <a:moveTo>
                    <a:pt x="5126607" y="1389872"/>
                  </a:moveTo>
                  <a:lnTo>
                    <a:pt x="5133655" y="1402086"/>
                  </a:lnTo>
                  <a:lnTo>
                    <a:pt x="5121442" y="1409134"/>
                  </a:lnTo>
                  <a:lnTo>
                    <a:pt x="5114393" y="1396921"/>
                  </a:lnTo>
                  <a:lnTo>
                    <a:pt x="5126607" y="1389872"/>
                  </a:lnTo>
                  <a:close/>
                </a:path>
                <a:path w="6791959" h="7073265">
                  <a:moveTo>
                    <a:pt x="5201202" y="1520837"/>
                  </a:moveTo>
                  <a:lnTo>
                    <a:pt x="5207367" y="1531523"/>
                  </a:lnTo>
                  <a:lnTo>
                    <a:pt x="5196682" y="1537694"/>
                  </a:lnTo>
                  <a:lnTo>
                    <a:pt x="5190516" y="1527009"/>
                  </a:lnTo>
                  <a:lnTo>
                    <a:pt x="5201202" y="1520837"/>
                  </a:lnTo>
                  <a:close/>
                </a:path>
                <a:path w="6791959" h="7073265">
                  <a:moveTo>
                    <a:pt x="5275903" y="1651400"/>
                  </a:moveTo>
                  <a:lnTo>
                    <a:pt x="5281483" y="1661066"/>
                  </a:lnTo>
                  <a:lnTo>
                    <a:pt x="5271816" y="1666645"/>
                  </a:lnTo>
                  <a:lnTo>
                    <a:pt x="5266237" y="1656985"/>
                  </a:lnTo>
                  <a:lnTo>
                    <a:pt x="5275903" y="1651400"/>
                  </a:lnTo>
                  <a:close/>
                </a:path>
                <a:path w="6791959" h="7073265">
                  <a:moveTo>
                    <a:pt x="5350605" y="1781961"/>
                  </a:moveTo>
                  <a:lnTo>
                    <a:pt x="5355598" y="1790615"/>
                  </a:lnTo>
                  <a:lnTo>
                    <a:pt x="5346945" y="1795608"/>
                  </a:lnTo>
                  <a:lnTo>
                    <a:pt x="5341951" y="1786960"/>
                  </a:lnTo>
                  <a:lnTo>
                    <a:pt x="5350605" y="1781961"/>
                  </a:lnTo>
                  <a:close/>
                </a:path>
                <a:path w="6791959" h="7073265">
                  <a:moveTo>
                    <a:pt x="5425312" y="1912523"/>
                  </a:moveTo>
                  <a:lnTo>
                    <a:pt x="5429719" y="1920157"/>
                  </a:lnTo>
                  <a:lnTo>
                    <a:pt x="5422084" y="1924564"/>
                  </a:lnTo>
                  <a:lnTo>
                    <a:pt x="5417677" y="1916930"/>
                  </a:lnTo>
                  <a:lnTo>
                    <a:pt x="5425312" y="1912523"/>
                  </a:lnTo>
                  <a:close/>
                </a:path>
                <a:path w="6791959" h="7073265">
                  <a:moveTo>
                    <a:pt x="5500115" y="2042688"/>
                  </a:moveTo>
                  <a:lnTo>
                    <a:pt x="5504231" y="2049813"/>
                  </a:lnTo>
                  <a:lnTo>
                    <a:pt x="5497106" y="2053924"/>
                  </a:lnTo>
                  <a:lnTo>
                    <a:pt x="5492989" y="2046799"/>
                  </a:lnTo>
                  <a:lnTo>
                    <a:pt x="5500115" y="2042688"/>
                  </a:lnTo>
                  <a:close/>
                </a:path>
                <a:path w="6791959" h="7073265">
                  <a:moveTo>
                    <a:pt x="5574710" y="2173646"/>
                  </a:moveTo>
                  <a:lnTo>
                    <a:pt x="5577944" y="2179249"/>
                  </a:lnTo>
                  <a:lnTo>
                    <a:pt x="5572346" y="2182478"/>
                  </a:lnTo>
                  <a:lnTo>
                    <a:pt x="5569112" y="2176880"/>
                  </a:lnTo>
                  <a:lnTo>
                    <a:pt x="5574710" y="2173646"/>
                  </a:lnTo>
                  <a:close/>
                </a:path>
                <a:path w="6791959" h="7073265">
                  <a:moveTo>
                    <a:pt x="5649411" y="2304208"/>
                  </a:moveTo>
                  <a:lnTo>
                    <a:pt x="5652053" y="2308793"/>
                  </a:lnTo>
                  <a:lnTo>
                    <a:pt x="5647474" y="2311434"/>
                  </a:lnTo>
                  <a:lnTo>
                    <a:pt x="5644833" y="2306856"/>
                  </a:lnTo>
                  <a:lnTo>
                    <a:pt x="5649411" y="2304208"/>
                  </a:lnTo>
                  <a:close/>
                </a:path>
                <a:path w="6791959" h="7073265">
                  <a:moveTo>
                    <a:pt x="5724225" y="2434373"/>
                  </a:moveTo>
                  <a:lnTo>
                    <a:pt x="5726577" y="2438442"/>
                  </a:lnTo>
                  <a:lnTo>
                    <a:pt x="5722502" y="2440794"/>
                  </a:lnTo>
                  <a:lnTo>
                    <a:pt x="5720150" y="2436724"/>
                  </a:lnTo>
                  <a:lnTo>
                    <a:pt x="5724225" y="2434373"/>
                  </a:lnTo>
                  <a:close/>
                </a:path>
                <a:path w="6791959" h="7073265">
                  <a:moveTo>
                    <a:pt x="5798921" y="2564941"/>
                  </a:moveTo>
                  <a:lnTo>
                    <a:pt x="5800686" y="2567992"/>
                  </a:lnTo>
                  <a:lnTo>
                    <a:pt x="5797636" y="2569751"/>
                  </a:lnTo>
                  <a:lnTo>
                    <a:pt x="5795871" y="2566700"/>
                  </a:lnTo>
                  <a:lnTo>
                    <a:pt x="5798921" y="2564941"/>
                  </a:lnTo>
                  <a:close/>
                </a:path>
                <a:path w="6791959" h="7073265">
                  <a:moveTo>
                    <a:pt x="5873628" y="2695503"/>
                  </a:moveTo>
                  <a:lnTo>
                    <a:pt x="5874801" y="2697534"/>
                  </a:lnTo>
                  <a:lnTo>
                    <a:pt x="5872764" y="2698713"/>
                  </a:lnTo>
                  <a:lnTo>
                    <a:pt x="5871591" y="2696675"/>
                  </a:lnTo>
                  <a:lnTo>
                    <a:pt x="5873628" y="2695503"/>
                  </a:lnTo>
                  <a:close/>
                </a:path>
                <a:path w="6791959" h="7073265">
                  <a:moveTo>
                    <a:pt x="5948437" y="2825656"/>
                  </a:moveTo>
                  <a:lnTo>
                    <a:pt x="5949319" y="2827190"/>
                  </a:lnTo>
                  <a:lnTo>
                    <a:pt x="5947791" y="2828073"/>
                  </a:lnTo>
                  <a:lnTo>
                    <a:pt x="5946908" y="2826539"/>
                  </a:lnTo>
                  <a:lnTo>
                    <a:pt x="5948437" y="2825656"/>
                  </a:lnTo>
                  <a:close/>
                </a:path>
                <a:path w="6791959" h="7073265">
                  <a:moveTo>
                    <a:pt x="4175879" y="25785"/>
                  </a:moveTo>
                  <a:lnTo>
                    <a:pt x="4191450" y="52759"/>
                  </a:lnTo>
                  <a:lnTo>
                    <a:pt x="4164477" y="68331"/>
                  </a:lnTo>
                  <a:lnTo>
                    <a:pt x="4148905" y="41357"/>
                  </a:lnTo>
                  <a:lnTo>
                    <a:pt x="4175879" y="25785"/>
                  </a:lnTo>
                  <a:close/>
                </a:path>
                <a:path w="6791959" h="7073265">
                  <a:moveTo>
                    <a:pt x="4250687" y="155950"/>
                  </a:moveTo>
                  <a:lnTo>
                    <a:pt x="4265962" y="182408"/>
                  </a:lnTo>
                  <a:lnTo>
                    <a:pt x="4239504" y="197684"/>
                  </a:lnTo>
                  <a:lnTo>
                    <a:pt x="4224228" y="171226"/>
                  </a:lnTo>
                  <a:lnTo>
                    <a:pt x="4250687" y="155950"/>
                  </a:lnTo>
                  <a:close/>
                </a:path>
                <a:path w="6791959" h="7073265">
                  <a:moveTo>
                    <a:pt x="4325276" y="286915"/>
                  </a:moveTo>
                  <a:lnTo>
                    <a:pt x="4339675" y="311845"/>
                  </a:lnTo>
                  <a:lnTo>
                    <a:pt x="4314739" y="326244"/>
                  </a:lnTo>
                  <a:lnTo>
                    <a:pt x="4300346" y="301308"/>
                  </a:lnTo>
                  <a:lnTo>
                    <a:pt x="4325276" y="286915"/>
                  </a:lnTo>
                  <a:close/>
                </a:path>
                <a:path w="6791959" h="7073265">
                  <a:moveTo>
                    <a:pt x="4399877" y="417874"/>
                  </a:moveTo>
                  <a:lnTo>
                    <a:pt x="4413393" y="441281"/>
                  </a:lnTo>
                  <a:lnTo>
                    <a:pt x="4389979" y="454798"/>
                  </a:lnTo>
                  <a:lnTo>
                    <a:pt x="4376469" y="431390"/>
                  </a:lnTo>
                  <a:lnTo>
                    <a:pt x="4399877" y="417874"/>
                  </a:lnTo>
                  <a:close/>
                </a:path>
                <a:path w="6791959" h="7073265">
                  <a:moveTo>
                    <a:pt x="4474472" y="548839"/>
                  </a:moveTo>
                  <a:lnTo>
                    <a:pt x="4487106" y="570719"/>
                  </a:lnTo>
                  <a:lnTo>
                    <a:pt x="4465220" y="583353"/>
                  </a:lnTo>
                  <a:lnTo>
                    <a:pt x="4452586" y="561473"/>
                  </a:lnTo>
                  <a:lnTo>
                    <a:pt x="4474472" y="548839"/>
                  </a:lnTo>
                  <a:close/>
                </a:path>
                <a:path w="6791959" h="7073265">
                  <a:moveTo>
                    <a:pt x="4549173" y="679400"/>
                  </a:moveTo>
                  <a:lnTo>
                    <a:pt x="4561221" y="700268"/>
                  </a:lnTo>
                  <a:lnTo>
                    <a:pt x="4540354" y="712315"/>
                  </a:lnTo>
                  <a:lnTo>
                    <a:pt x="4528307" y="691448"/>
                  </a:lnTo>
                  <a:lnTo>
                    <a:pt x="4549173" y="679400"/>
                  </a:lnTo>
                  <a:close/>
                </a:path>
                <a:path w="6791959" h="7073265">
                  <a:moveTo>
                    <a:pt x="4623768" y="810365"/>
                  </a:moveTo>
                  <a:lnTo>
                    <a:pt x="4634933" y="829704"/>
                  </a:lnTo>
                  <a:lnTo>
                    <a:pt x="4615595" y="840869"/>
                  </a:lnTo>
                  <a:lnTo>
                    <a:pt x="4604430" y="821530"/>
                  </a:lnTo>
                  <a:lnTo>
                    <a:pt x="4623768" y="810365"/>
                  </a:lnTo>
                  <a:close/>
                </a:path>
                <a:path w="6791959" h="7073265">
                  <a:moveTo>
                    <a:pt x="4698470" y="940934"/>
                  </a:moveTo>
                  <a:lnTo>
                    <a:pt x="4709049" y="959248"/>
                  </a:lnTo>
                  <a:lnTo>
                    <a:pt x="4690723" y="969826"/>
                  </a:lnTo>
                  <a:lnTo>
                    <a:pt x="4680150" y="951512"/>
                  </a:lnTo>
                  <a:lnTo>
                    <a:pt x="4698470" y="940934"/>
                  </a:lnTo>
                  <a:close/>
                </a:path>
                <a:path w="6791959" h="7073265">
                  <a:moveTo>
                    <a:pt x="4773172" y="1071495"/>
                  </a:moveTo>
                  <a:lnTo>
                    <a:pt x="4783158" y="1088797"/>
                  </a:lnTo>
                  <a:lnTo>
                    <a:pt x="4765857" y="1098789"/>
                  </a:lnTo>
                  <a:lnTo>
                    <a:pt x="4755864" y="1081488"/>
                  </a:lnTo>
                  <a:lnTo>
                    <a:pt x="4773172" y="1071495"/>
                  </a:lnTo>
                  <a:close/>
                </a:path>
                <a:path w="6791959" h="7073265">
                  <a:moveTo>
                    <a:pt x="4847767" y="1202454"/>
                  </a:moveTo>
                  <a:lnTo>
                    <a:pt x="4856876" y="1218233"/>
                  </a:lnTo>
                  <a:lnTo>
                    <a:pt x="4841097" y="1227342"/>
                  </a:lnTo>
                  <a:lnTo>
                    <a:pt x="4831988" y="1211563"/>
                  </a:lnTo>
                  <a:lnTo>
                    <a:pt x="4847767" y="1202454"/>
                  </a:lnTo>
                  <a:close/>
                </a:path>
                <a:path w="6791959" h="7073265">
                  <a:moveTo>
                    <a:pt x="4922362" y="1333425"/>
                  </a:moveTo>
                  <a:lnTo>
                    <a:pt x="4930589" y="1347669"/>
                  </a:lnTo>
                  <a:lnTo>
                    <a:pt x="4916338" y="1355896"/>
                  </a:lnTo>
                  <a:lnTo>
                    <a:pt x="4908111" y="1341652"/>
                  </a:lnTo>
                  <a:lnTo>
                    <a:pt x="4922362" y="1333425"/>
                  </a:lnTo>
                  <a:close/>
                </a:path>
                <a:path w="6791959" h="7073265">
                  <a:moveTo>
                    <a:pt x="4997063" y="1463986"/>
                  </a:moveTo>
                  <a:lnTo>
                    <a:pt x="5004704" y="1477213"/>
                  </a:lnTo>
                  <a:lnTo>
                    <a:pt x="4991466" y="1484854"/>
                  </a:lnTo>
                  <a:lnTo>
                    <a:pt x="4983831" y="1471627"/>
                  </a:lnTo>
                  <a:lnTo>
                    <a:pt x="4997063" y="1463986"/>
                  </a:lnTo>
                  <a:close/>
                </a:path>
                <a:path w="6791959" h="7073265">
                  <a:moveTo>
                    <a:pt x="5071759" y="1594548"/>
                  </a:moveTo>
                  <a:lnTo>
                    <a:pt x="5078813" y="1606762"/>
                  </a:lnTo>
                  <a:lnTo>
                    <a:pt x="5066606" y="1613810"/>
                  </a:lnTo>
                  <a:lnTo>
                    <a:pt x="5059552" y="1601597"/>
                  </a:lnTo>
                  <a:lnTo>
                    <a:pt x="5071759" y="1594548"/>
                  </a:lnTo>
                  <a:close/>
                </a:path>
                <a:path w="6791959" h="7073265">
                  <a:moveTo>
                    <a:pt x="5146360" y="1725507"/>
                  </a:moveTo>
                  <a:lnTo>
                    <a:pt x="5152532" y="1736198"/>
                  </a:lnTo>
                  <a:lnTo>
                    <a:pt x="5141841" y="1742370"/>
                  </a:lnTo>
                  <a:lnTo>
                    <a:pt x="5135669" y="1731679"/>
                  </a:lnTo>
                  <a:lnTo>
                    <a:pt x="5146360" y="1725507"/>
                  </a:lnTo>
                  <a:close/>
                </a:path>
                <a:path w="6791959" h="7073265">
                  <a:moveTo>
                    <a:pt x="5220955" y="1856478"/>
                  </a:moveTo>
                  <a:lnTo>
                    <a:pt x="5226244" y="1865635"/>
                  </a:lnTo>
                  <a:lnTo>
                    <a:pt x="5217081" y="1870924"/>
                  </a:lnTo>
                  <a:lnTo>
                    <a:pt x="5211792" y="1861767"/>
                  </a:lnTo>
                  <a:lnTo>
                    <a:pt x="5220955" y="1856478"/>
                  </a:lnTo>
                  <a:close/>
                </a:path>
                <a:path w="6791959" h="7073265">
                  <a:moveTo>
                    <a:pt x="5295657" y="1987039"/>
                  </a:moveTo>
                  <a:lnTo>
                    <a:pt x="5300359" y="1995178"/>
                  </a:lnTo>
                  <a:lnTo>
                    <a:pt x="5292210" y="1999881"/>
                  </a:lnTo>
                  <a:lnTo>
                    <a:pt x="5287512" y="1991742"/>
                  </a:lnTo>
                  <a:lnTo>
                    <a:pt x="5295657" y="1987039"/>
                  </a:lnTo>
                  <a:close/>
                </a:path>
                <a:path w="6791959" h="7073265">
                  <a:moveTo>
                    <a:pt x="5370465" y="2117199"/>
                  </a:moveTo>
                  <a:lnTo>
                    <a:pt x="5374871" y="2124833"/>
                  </a:lnTo>
                  <a:lnTo>
                    <a:pt x="5367237" y="2129240"/>
                  </a:lnTo>
                  <a:lnTo>
                    <a:pt x="5362830" y="2121606"/>
                  </a:lnTo>
                  <a:lnTo>
                    <a:pt x="5370465" y="2117199"/>
                  </a:lnTo>
                  <a:close/>
                </a:path>
                <a:path w="6791959" h="7073265">
                  <a:moveTo>
                    <a:pt x="5445166" y="2247760"/>
                  </a:moveTo>
                  <a:lnTo>
                    <a:pt x="5448987" y="2254376"/>
                  </a:lnTo>
                  <a:lnTo>
                    <a:pt x="5442371" y="2258197"/>
                  </a:lnTo>
                  <a:lnTo>
                    <a:pt x="5438550" y="2251581"/>
                  </a:lnTo>
                  <a:lnTo>
                    <a:pt x="5445166" y="2247760"/>
                  </a:lnTo>
                  <a:close/>
                </a:path>
                <a:path w="6791959" h="7073265">
                  <a:moveTo>
                    <a:pt x="5519868" y="2378322"/>
                  </a:moveTo>
                  <a:lnTo>
                    <a:pt x="5523102" y="2383919"/>
                  </a:lnTo>
                  <a:lnTo>
                    <a:pt x="5517499" y="2387153"/>
                  </a:lnTo>
                  <a:lnTo>
                    <a:pt x="5514271" y="2381556"/>
                  </a:lnTo>
                  <a:lnTo>
                    <a:pt x="5519868" y="2378322"/>
                  </a:lnTo>
                  <a:close/>
                </a:path>
                <a:path w="6791959" h="7073265">
                  <a:moveTo>
                    <a:pt x="5594570" y="2508890"/>
                  </a:moveTo>
                  <a:lnTo>
                    <a:pt x="5597211" y="2513469"/>
                  </a:lnTo>
                  <a:lnTo>
                    <a:pt x="5592639" y="2516111"/>
                  </a:lnTo>
                  <a:lnTo>
                    <a:pt x="5589991" y="2511532"/>
                  </a:lnTo>
                  <a:lnTo>
                    <a:pt x="5594570" y="2508890"/>
                  </a:lnTo>
                  <a:close/>
                </a:path>
                <a:path w="6791959" h="7073265">
                  <a:moveTo>
                    <a:pt x="5669271" y="2639452"/>
                  </a:moveTo>
                  <a:lnTo>
                    <a:pt x="5671327" y="2643017"/>
                  </a:lnTo>
                  <a:lnTo>
                    <a:pt x="5667767" y="2645073"/>
                  </a:lnTo>
                  <a:lnTo>
                    <a:pt x="5665712" y="2641507"/>
                  </a:lnTo>
                  <a:lnTo>
                    <a:pt x="5669271" y="2639452"/>
                  </a:lnTo>
                  <a:close/>
                </a:path>
                <a:path w="6791959" h="7073265">
                  <a:moveTo>
                    <a:pt x="5744086" y="2769611"/>
                  </a:moveTo>
                  <a:lnTo>
                    <a:pt x="5745845" y="2772668"/>
                  </a:lnTo>
                  <a:lnTo>
                    <a:pt x="5742789" y="2774433"/>
                  </a:lnTo>
                  <a:lnTo>
                    <a:pt x="5741029" y="2771377"/>
                  </a:lnTo>
                  <a:lnTo>
                    <a:pt x="5744086" y="2769611"/>
                  </a:lnTo>
                  <a:close/>
                </a:path>
                <a:path w="6791959" h="7073265">
                  <a:moveTo>
                    <a:pt x="5818781" y="2900179"/>
                  </a:moveTo>
                  <a:lnTo>
                    <a:pt x="5819954" y="2902211"/>
                  </a:lnTo>
                  <a:lnTo>
                    <a:pt x="5817922" y="2903384"/>
                  </a:lnTo>
                  <a:lnTo>
                    <a:pt x="5816750" y="2901352"/>
                  </a:lnTo>
                  <a:lnTo>
                    <a:pt x="5818781" y="2900179"/>
                  </a:lnTo>
                  <a:close/>
                </a:path>
                <a:path w="6791959" h="7073265">
                  <a:moveTo>
                    <a:pt x="5892470" y="3031328"/>
                  </a:moveTo>
                  <a:lnTo>
                    <a:pt x="5893826" y="3031328"/>
                  </a:lnTo>
                  <a:lnTo>
                    <a:pt x="5894075" y="3031760"/>
                  </a:lnTo>
                  <a:lnTo>
                    <a:pt x="5892719" y="3031760"/>
                  </a:lnTo>
                  <a:lnTo>
                    <a:pt x="5892470" y="3031328"/>
                  </a:lnTo>
                  <a:close/>
                </a:path>
                <a:path w="6791959" h="7073265">
                  <a:moveTo>
                    <a:pt x="3954051" y="0"/>
                  </a:moveTo>
                  <a:lnTo>
                    <a:pt x="3979636" y="0"/>
                  </a:lnTo>
                  <a:lnTo>
                    <a:pt x="3960446" y="11077"/>
                  </a:lnTo>
                  <a:lnTo>
                    <a:pt x="3954051" y="0"/>
                  </a:lnTo>
                  <a:close/>
                </a:path>
                <a:path w="6791959" h="7073265">
                  <a:moveTo>
                    <a:pt x="4046436" y="99497"/>
                  </a:moveTo>
                  <a:lnTo>
                    <a:pt x="4062891" y="127998"/>
                  </a:lnTo>
                  <a:lnTo>
                    <a:pt x="4034401" y="144447"/>
                  </a:lnTo>
                  <a:lnTo>
                    <a:pt x="4017946" y="115945"/>
                  </a:lnTo>
                  <a:lnTo>
                    <a:pt x="4046436" y="99497"/>
                  </a:lnTo>
                  <a:close/>
                </a:path>
                <a:path w="6791959" h="7073265">
                  <a:moveTo>
                    <a:pt x="4121143" y="230058"/>
                  </a:moveTo>
                  <a:lnTo>
                    <a:pt x="4137006" y="257535"/>
                  </a:lnTo>
                  <a:lnTo>
                    <a:pt x="4109529" y="273403"/>
                  </a:lnTo>
                  <a:lnTo>
                    <a:pt x="4093661" y="245920"/>
                  </a:lnTo>
                  <a:lnTo>
                    <a:pt x="4121143" y="230058"/>
                  </a:lnTo>
                  <a:close/>
                </a:path>
                <a:path w="6791959" h="7073265">
                  <a:moveTo>
                    <a:pt x="4195840" y="360627"/>
                  </a:moveTo>
                  <a:lnTo>
                    <a:pt x="4211121" y="387085"/>
                  </a:lnTo>
                  <a:lnTo>
                    <a:pt x="4184663" y="402360"/>
                  </a:lnTo>
                  <a:lnTo>
                    <a:pt x="4169381" y="375902"/>
                  </a:lnTo>
                  <a:lnTo>
                    <a:pt x="4195840" y="360627"/>
                  </a:lnTo>
                  <a:close/>
                </a:path>
                <a:path w="6791959" h="7073265">
                  <a:moveTo>
                    <a:pt x="4270541" y="491188"/>
                  </a:moveTo>
                  <a:lnTo>
                    <a:pt x="4285230" y="516628"/>
                  </a:lnTo>
                  <a:lnTo>
                    <a:pt x="4259791" y="531317"/>
                  </a:lnTo>
                  <a:lnTo>
                    <a:pt x="4245102" y="505877"/>
                  </a:lnTo>
                  <a:lnTo>
                    <a:pt x="4270541" y="491188"/>
                  </a:lnTo>
                  <a:close/>
                </a:path>
                <a:path w="6791959" h="7073265">
                  <a:moveTo>
                    <a:pt x="4345030" y="622550"/>
                  </a:moveTo>
                  <a:lnTo>
                    <a:pt x="4358546" y="645964"/>
                  </a:lnTo>
                  <a:lnTo>
                    <a:pt x="4335144" y="659474"/>
                  </a:lnTo>
                  <a:lnTo>
                    <a:pt x="4321628" y="636060"/>
                  </a:lnTo>
                  <a:lnTo>
                    <a:pt x="4345030" y="622550"/>
                  </a:lnTo>
                  <a:close/>
                </a:path>
                <a:path w="6791959" h="7073265">
                  <a:moveTo>
                    <a:pt x="4419625" y="753515"/>
                  </a:moveTo>
                  <a:lnTo>
                    <a:pt x="4432258" y="775401"/>
                  </a:lnTo>
                  <a:lnTo>
                    <a:pt x="4410379" y="788035"/>
                  </a:lnTo>
                  <a:lnTo>
                    <a:pt x="4397745" y="766149"/>
                  </a:lnTo>
                  <a:lnTo>
                    <a:pt x="4419625" y="753515"/>
                  </a:lnTo>
                  <a:close/>
                </a:path>
                <a:path w="6791959" h="7073265">
                  <a:moveTo>
                    <a:pt x="4494332" y="884077"/>
                  </a:moveTo>
                  <a:lnTo>
                    <a:pt x="4506374" y="904944"/>
                  </a:lnTo>
                  <a:lnTo>
                    <a:pt x="4485512" y="916986"/>
                  </a:lnTo>
                  <a:lnTo>
                    <a:pt x="4473465" y="896125"/>
                  </a:lnTo>
                  <a:lnTo>
                    <a:pt x="4494332" y="884077"/>
                  </a:lnTo>
                  <a:close/>
                </a:path>
                <a:path w="6791959" h="7073265">
                  <a:moveTo>
                    <a:pt x="4568921" y="1015048"/>
                  </a:moveTo>
                  <a:lnTo>
                    <a:pt x="4580086" y="1034380"/>
                  </a:lnTo>
                  <a:lnTo>
                    <a:pt x="4560747" y="1045545"/>
                  </a:lnTo>
                  <a:lnTo>
                    <a:pt x="4549588" y="1026212"/>
                  </a:lnTo>
                  <a:lnTo>
                    <a:pt x="4568921" y="1015048"/>
                  </a:lnTo>
                  <a:close/>
                </a:path>
                <a:path w="6791959" h="7073265">
                  <a:moveTo>
                    <a:pt x="4643629" y="1145610"/>
                  </a:moveTo>
                  <a:lnTo>
                    <a:pt x="4654201" y="1163923"/>
                  </a:lnTo>
                  <a:lnTo>
                    <a:pt x="4635887" y="1174502"/>
                  </a:lnTo>
                  <a:lnTo>
                    <a:pt x="4625309" y="1156182"/>
                  </a:lnTo>
                  <a:lnTo>
                    <a:pt x="4643629" y="1145610"/>
                  </a:lnTo>
                  <a:close/>
                </a:path>
                <a:path w="6791959" h="7073265">
                  <a:moveTo>
                    <a:pt x="4718218" y="1276568"/>
                  </a:moveTo>
                  <a:lnTo>
                    <a:pt x="4727914" y="1293366"/>
                  </a:lnTo>
                  <a:lnTo>
                    <a:pt x="4711122" y="1303062"/>
                  </a:lnTo>
                  <a:lnTo>
                    <a:pt x="4701426" y="1286264"/>
                  </a:lnTo>
                  <a:lnTo>
                    <a:pt x="4718218" y="1276568"/>
                  </a:lnTo>
                  <a:close/>
                </a:path>
                <a:path w="6791959" h="7073265">
                  <a:moveTo>
                    <a:pt x="4792813" y="1407539"/>
                  </a:moveTo>
                  <a:lnTo>
                    <a:pt x="4801626" y="1422802"/>
                  </a:lnTo>
                  <a:lnTo>
                    <a:pt x="4786362" y="1431616"/>
                  </a:lnTo>
                  <a:lnTo>
                    <a:pt x="4777549" y="1416352"/>
                  </a:lnTo>
                  <a:lnTo>
                    <a:pt x="4792813" y="1407539"/>
                  </a:lnTo>
                  <a:close/>
                </a:path>
                <a:path w="6791959" h="7073265">
                  <a:moveTo>
                    <a:pt x="4867514" y="1538100"/>
                  </a:moveTo>
                  <a:lnTo>
                    <a:pt x="4875742" y="1552345"/>
                  </a:lnTo>
                  <a:lnTo>
                    <a:pt x="4861491" y="1560572"/>
                  </a:lnTo>
                  <a:lnTo>
                    <a:pt x="4853270" y="1546327"/>
                  </a:lnTo>
                  <a:lnTo>
                    <a:pt x="4867514" y="1538100"/>
                  </a:lnTo>
                  <a:close/>
                </a:path>
                <a:path w="6791959" h="7073265">
                  <a:moveTo>
                    <a:pt x="4942222" y="1668663"/>
                  </a:moveTo>
                  <a:lnTo>
                    <a:pt x="4949857" y="1681888"/>
                  </a:lnTo>
                  <a:lnTo>
                    <a:pt x="4936631" y="1689529"/>
                  </a:lnTo>
                  <a:lnTo>
                    <a:pt x="4928990" y="1676297"/>
                  </a:lnTo>
                  <a:lnTo>
                    <a:pt x="4942222" y="1668663"/>
                  </a:lnTo>
                  <a:close/>
                </a:path>
                <a:path w="6791959" h="7073265">
                  <a:moveTo>
                    <a:pt x="5016811" y="1799621"/>
                  </a:moveTo>
                  <a:lnTo>
                    <a:pt x="5023569" y="1811330"/>
                  </a:lnTo>
                  <a:lnTo>
                    <a:pt x="5011866" y="1818089"/>
                  </a:lnTo>
                  <a:lnTo>
                    <a:pt x="5005107" y="1806379"/>
                  </a:lnTo>
                  <a:lnTo>
                    <a:pt x="5016811" y="1799621"/>
                  </a:lnTo>
                  <a:close/>
                </a:path>
                <a:path w="6791959" h="7073265">
                  <a:moveTo>
                    <a:pt x="5091406" y="1930592"/>
                  </a:moveTo>
                  <a:lnTo>
                    <a:pt x="5097282" y="1940767"/>
                  </a:lnTo>
                  <a:lnTo>
                    <a:pt x="5087106" y="1946643"/>
                  </a:lnTo>
                  <a:lnTo>
                    <a:pt x="5081230" y="1936467"/>
                  </a:lnTo>
                  <a:lnTo>
                    <a:pt x="5091406" y="1930592"/>
                  </a:lnTo>
                  <a:close/>
                </a:path>
                <a:path w="6791959" h="7073265">
                  <a:moveTo>
                    <a:pt x="5166108" y="2061153"/>
                  </a:moveTo>
                  <a:lnTo>
                    <a:pt x="5171397" y="2070310"/>
                  </a:lnTo>
                  <a:lnTo>
                    <a:pt x="5162234" y="2075599"/>
                  </a:lnTo>
                  <a:lnTo>
                    <a:pt x="5156951" y="2066442"/>
                  </a:lnTo>
                  <a:lnTo>
                    <a:pt x="5166108" y="2061153"/>
                  </a:lnTo>
                  <a:close/>
                </a:path>
                <a:path w="6791959" h="7073265">
                  <a:moveTo>
                    <a:pt x="5240815" y="2191715"/>
                  </a:moveTo>
                  <a:lnTo>
                    <a:pt x="5245512" y="2199854"/>
                  </a:lnTo>
                  <a:lnTo>
                    <a:pt x="5237374" y="2204557"/>
                  </a:lnTo>
                  <a:lnTo>
                    <a:pt x="5232671" y="2196418"/>
                  </a:lnTo>
                  <a:lnTo>
                    <a:pt x="5240815" y="2191715"/>
                  </a:lnTo>
                  <a:close/>
                </a:path>
                <a:path w="6791959" h="7073265">
                  <a:moveTo>
                    <a:pt x="5315517" y="2322277"/>
                  </a:moveTo>
                  <a:lnTo>
                    <a:pt x="5319627" y="2329402"/>
                  </a:lnTo>
                  <a:lnTo>
                    <a:pt x="5312508" y="2333519"/>
                  </a:lnTo>
                  <a:lnTo>
                    <a:pt x="5308391" y="2326394"/>
                  </a:lnTo>
                  <a:lnTo>
                    <a:pt x="5315517" y="2322277"/>
                  </a:lnTo>
                  <a:close/>
                </a:path>
                <a:path w="6791959" h="7073265">
                  <a:moveTo>
                    <a:pt x="5390212" y="2452845"/>
                  </a:moveTo>
                  <a:lnTo>
                    <a:pt x="5393737" y="2458946"/>
                  </a:lnTo>
                  <a:lnTo>
                    <a:pt x="5387636" y="2462470"/>
                  </a:lnTo>
                  <a:lnTo>
                    <a:pt x="5384112" y="2456369"/>
                  </a:lnTo>
                  <a:lnTo>
                    <a:pt x="5390212" y="2452845"/>
                  </a:lnTo>
                  <a:close/>
                </a:path>
                <a:path w="6791959" h="7073265">
                  <a:moveTo>
                    <a:pt x="5464920" y="2583407"/>
                  </a:moveTo>
                  <a:lnTo>
                    <a:pt x="5467858" y="2588495"/>
                  </a:lnTo>
                  <a:lnTo>
                    <a:pt x="5462764" y="2591432"/>
                  </a:lnTo>
                  <a:lnTo>
                    <a:pt x="5459826" y="2586345"/>
                  </a:lnTo>
                  <a:lnTo>
                    <a:pt x="5464920" y="2583407"/>
                  </a:lnTo>
                  <a:close/>
                </a:path>
                <a:path w="6791959" h="7073265">
                  <a:moveTo>
                    <a:pt x="5539621" y="2713969"/>
                  </a:moveTo>
                  <a:lnTo>
                    <a:pt x="5541967" y="2718038"/>
                  </a:lnTo>
                  <a:lnTo>
                    <a:pt x="5537898" y="2720389"/>
                  </a:lnTo>
                  <a:lnTo>
                    <a:pt x="5535546" y="2716320"/>
                  </a:lnTo>
                  <a:lnTo>
                    <a:pt x="5539621" y="2713969"/>
                  </a:lnTo>
                  <a:close/>
                </a:path>
                <a:path w="6791959" h="7073265">
                  <a:moveTo>
                    <a:pt x="5614430" y="2844128"/>
                  </a:moveTo>
                  <a:lnTo>
                    <a:pt x="5616485" y="2847687"/>
                  </a:lnTo>
                  <a:lnTo>
                    <a:pt x="5612925" y="2849743"/>
                  </a:lnTo>
                  <a:lnTo>
                    <a:pt x="5610870" y="2846183"/>
                  </a:lnTo>
                  <a:lnTo>
                    <a:pt x="5614430" y="2844128"/>
                  </a:lnTo>
                  <a:close/>
                </a:path>
                <a:path w="6791959" h="7073265">
                  <a:moveTo>
                    <a:pt x="5689131" y="2974690"/>
                  </a:moveTo>
                  <a:lnTo>
                    <a:pt x="5690600" y="2977236"/>
                  </a:lnTo>
                  <a:lnTo>
                    <a:pt x="5688053" y="2978706"/>
                  </a:lnTo>
                  <a:lnTo>
                    <a:pt x="5686585" y="2976159"/>
                  </a:lnTo>
                  <a:lnTo>
                    <a:pt x="5689131" y="2974690"/>
                  </a:lnTo>
                  <a:close/>
                </a:path>
                <a:path w="6791959" h="7073265">
                  <a:moveTo>
                    <a:pt x="5763833" y="3105251"/>
                  </a:moveTo>
                  <a:lnTo>
                    <a:pt x="5764716" y="3106780"/>
                  </a:lnTo>
                  <a:lnTo>
                    <a:pt x="5763187" y="3107662"/>
                  </a:lnTo>
                  <a:lnTo>
                    <a:pt x="5762305" y="3106134"/>
                  </a:lnTo>
                  <a:lnTo>
                    <a:pt x="5763833" y="3105251"/>
                  </a:lnTo>
                  <a:close/>
                </a:path>
                <a:path w="6791959" h="7073265">
                  <a:moveTo>
                    <a:pt x="3842512" y="41846"/>
                  </a:moveTo>
                  <a:lnTo>
                    <a:pt x="3861021" y="73901"/>
                  </a:lnTo>
                  <a:lnTo>
                    <a:pt x="3828965" y="92411"/>
                  </a:lnTo>
                  <a:lnTo>
                    <a:pt x="3810456" y="60350"/>
                  </a:lnTo>
                  <a:lnTo>
                    <a:pt x="3842512" y="41846"/>
                  </a:lnTo>
                  <a:close/>
                </a:path>
                <a:path w="6791959" h="7073265">
                  <a:moveTo>
                    <a:pt x="3917113" y="172804"/>
                  </a:moveTo>
                  <a:lnTo>
                    <a:pt x="3934739" y="203338"/>
                  </a:lnTo>
                  <a:lnTo>
                    <a:pt x="3904200" y="220970"/>
                  </a:lnTo>
                  <a:lnTo>
                    <a:pt x="3886574" y="190437"/>
                  </a:lnTo>
                  <a:lnTo>
                    <a:pt x="3917113" y="172804"/>
                  </a:lnTo>
                  <a:close/>
                </a:path>
                <a:path w="6791959" h="7073265">
                  <a:moveTo>
                    <a:pt x="3991708" y="303776"/>
                  </a:moveTo>
                  <a:lnTo>
                    <a:pt x="4008452" y="332774"/>
                  </a:lnTo>
                  <a:lnTo>
                    <a:pt x="3979441" y="349525"/>
                  </a:lnTo>
                  <a:lnTo>
                    <a:pt x="3962696" y="320520"/>
                  </a:lnTo>
                  <a:lnTo>
                    <a:pt x="3991708" y="303776"/>
                  </a:lnTo>
                  <a:close/>
                </a:path>
                <a:path w="6791959" h="7073265">
                  <a:moveTo>
                    <a:pt x="4066410" y="434337"/>
                  </a:moveTo>
                  <a:lnTo>
                    <a:pt x="4082568" y="462323"/>
                  </a:lnTo>
                  <a:lnTo>
                    <a:pt x="4054575" y="478482"/>
                  </a:lnTo>
                  <a:lnTo>
                    <a:pt x="4038417" y="450495"/>
                  </a:lnTo>
                  <a:lnTo>
                    <a:pt x="4066410" y="434337"/>
                  </a:lnTo>
                  <a:close/>
                </a:path>
                <a:path w="6791959" h="7073265">
                  <a:moveTo>
                    <a:pt x="4141105" y="564899"/>
                  </a:moveTo>
                  <a:lnTo>
                    <a:pt x="4156677" y="591866"/>
                  </a:lnTo>
                  <a:lnTo>
                    <a:pt x="4129709" y="607438"/>
                  </a:lnTo>
                  <a:lnTo>
                    <a:pt x="4114144" y="580470"/>
                  </a:lnTo>
                  <a:lnTo>
                    <a:pt x="4141105" y="564899"/>
                  </a:lnTo>
                  <a:close/>
                </a:path>
                <a:path w="6791959" h="7073265">
                  <a:moveTo>
                    <a:pt x="4215700" y="695864"/>
                  </a:moveTo>
                  <a:lnTo>
                    <a:pt x="4230389" y="721303"/>
                  </a:lnTo>
                  <a:lnTo>
                    <a:pt x="4204944" y="735992"/>
                  </a:lnTo>
                  <a:lnTo>
                    <a:pt x="4190255" y="710553"/>
                  </a:lnTo>
                  <a:lnTo>
                    <a:pt x="4215700" y="695864"/>
                  </a:lnTo>
                  <a:close/>
                </a:path>
                <a:path w="6791959" h="7073265">
                  <a:moveTo>
                    <a:pt x="4290188" y="827225"/>
                  </a:moveTo>
                  <a:lnTo>
                    <a:pt x="4303705" y="850639"/>
                  </a:lnTo>
                  <a:lnTo>
                    <a:pt x="4280297" y="864150"/>
                  </a:lnTo>
                  <a:lnTo>
                    <a:pt x="4266780" y="840742"/>
                  </a:lnTo>
                  <a:lnTo>
                    <a:pt x="4290188" y="827225"/>
                  </a:lnTo>
                  <a:close/>
                </a:path>
                <a:path w="6791959" h="7073265">
                  <a:moveTo>
                    <a:pt x="4364783" y="958196"/>
                  </a:moveTo>
                  <a:lnTo>
                    <a:pt x="4377417" y="980076"/>
                  </a:lnTo>
                  <a:lnTo>
                    <a:pt x="4355537" y="992710"/>
                  </a:lnTo>
                  <a:lnTo>
                    <a:pt x="4342904" y="970824"/>
                  </a:lnTo>
                  <a:lnTo>
                    <a:pt x="4364783" y="958196"/>
                  </a:lnTo>
                  <a:close/>
                </a:path>
                <a:path w="6791959" h="7073265">
                  <a:moveTo>
                    <a:pt x="4439485" y="1088758"/>
                  </a:moveTo>
                  <a:lnTo>
                    <a:pt x="4451532" y="1109619"/>
                  </a:lnTo>
                  <a:lnTo>
                    <a:pt x="4430671" y="1121660"/>
                  </a:lnTo>
                  <a:lnTo>
                    <a:pt x="4418624" y="1100799"/>
                  </a:lnTo>
                  <a:lnTo>
                    <a:pt x="4439485" y="1088758"/>
                  </a:lnTo>
                  <a:close/>
                </a:path>
                <a:path w="6791959" h="7073265">
                  <a:moveTo>
                    <a:pt x="4514080" y="1219716"/>
                  </a:moveTo>
                  <a:lnTo>
                    <a:pt x="4525245" y="1239055"/>
                  </a:lnTo>
                  <a:lnTo>
                    <a:pt x="4505912" y="1250220"/>
                  </a:lnTo>
                  <a:lnTo>
                    <a:pt x="4494747" y="1230881"/>
                  </a:lnTo>
                  <a:lnTo>
                    <a:pt x="4514080" y="1219716"/>
                  </a:lnTo>
                  <a:close/>
                </a:path>
                <a:path w="6791959" h="7073265">
                  <a:moveTo>
                    <a:pt x="4588782" y="1350278"/>
                  </a:moveTo>
                  <a:lnTo>
                    <a:pt x="4599360" y="1368604"/>
                  </a:lnTo>
                  <a:lnTo>
                    <a:pt x="4581040" y="1379177"/>
                  </a:lnTo>
                  <a:lnTo>
                    <a:pt x="4570461" y="1360857"/>
                  </a:lnTo>
                  <a:lnTo>
                    <a:pt x="4588782" y="1350278"/>
                  </a:lnTo>
                  <a:close/>
                </a:path>
                <a:path w="6791959" h="7073265">
                  <a:moveTo>
                    <a:pt x="4663376" y="1481249"/>
                  </a:moveTo>
                  <a:lnTo>
                    <a:pt x="4673073" y="1498041"/>
                  </a:lnTo>
                  <a:lnTo>
                    <a:pt x="4656281" y="1507737"/>
                  </a:lnTo>
                  <a:lnTo>
                    <a:pt x="4646585" y="1490939"/>
                  </a:lnTo>
                  <a:lnTo>
                    <a:pt x="4663376" y="1481249"/>
                  </a:lnTo>
                  <a:close/>
                </a:path>
                <a:path w="6791959" h="7073265">
                  <a:moveTo>
                    <a:pt x="4737966" y="1612207"/>
                  </a:moveTo>
                  <a:lnTo>
                    <a:pt x="4746785" y="1627477"/>
                  </a:lnTo>
                  <a:lnTo>
                    <a:pt x="4731521" y="1636291"/>
                  </a:lnTo>
                  <a:lnTo>
                    <a:pt x="4722702" y="1621021"/>
                  </a:lnTo>
                  <a:lnTo>
                    <a:pt x="4737966" y="1612207"/>
                  </a:lnTo>
                  <a:close/>
                </a:path>
                <a:path w="6791959" h="7073265">
                  <a:moveTo>
                    <a:pt x="4812673" y="1742769"/>
                  </a:moveTo>
                  <a:lnTo>
                    <a:pt x="4820900" y="1757020"/>
                  </a:lnTo>
                  <a:lnTo>
                    <a:pt x="4806656" y="1765247"/>
                  </a:lnTo>
                  <a:lnTo>
                    <a:pt x="4798428" y="1750996"/>
                  </a:lnTo>
                  <a:lnTo>
                    <a:pt x="4812673" y="1742769"/>
                  </a:lnTo>
                  <a:close/>
                </a:path>
                <a:path w="6791959" h="7073265">
                  <a:moveTo>
                    <a:pt x="4887268" y="1873740"/>
                  </a:moveTo>
                  <a:lnTo>
                    <a:pt x="4894613" y="1886457"/>
                  </a:lnTo>
                  <a:lnTo>
                    <a:pt x="4881890" y="1893801"/>
                  </a:lnTo>
                  <a:lnTo>
                    <a:pt x="4874545" y="1881085"/>
                  </a:lnTo>
                  <a:lnTo>
                    <a:pt x="4887268" y="1873740"/>
                  </a:lnTo>
                  <a:close/>
                </a:path>
                <a:path w="6791959" h="7073265">
                  <a:moveTo>
                    <a:pt x="4961862" y="2004705"/>
                  </a:moveTo>
                  <a:lnTo>
                    <a:pt x="4968325" y="2015893"/>
                  </a:lnTo>
                  <a:lnTo>
                    <a:pt x="4957131" y="2022361"/>
                  </a:lnTo>
                  <a:lnTo>
                    <a:pt x="4950669" y="2011166"/>
                  </a:lnTo>
                  <a:lnTo>
                    <a:pt x="4961862" y="2004705"/>
                  </a:lnTo>
                  <a:close/>
                </a:path>
                <a:path w="6791959" h="7073265">
                  <a:moveTo>
                    <a:pt x="5036458" y="2135664"/>
                  </a:moveTo>
                  <a:lnTo>
                    <a:pt x="5042038" y="2145336"/>
                  </a:lnTo>
                  <a:lnTo>
                    <a:pt x="5032371" y="2150915"/>
                  </a:lnTo>
                  <a:lnTo>
                    <a:pt x="5026786" y="2141249"/>
                  </a:lnTo>
                  <a:lnTo>
                    <a:pt x="5036458" y="2135664"/>
                  </a:lnTo>
                  <a:close/>
                </a:path>
                <a:path w="6791959" h="7073265">
                  <a:moveTo>
                    <a:pt x="5111160" y="2266225"/>
                  </a:moveTo>
                  <a:lnTo>
                    <a:pt x="5116159" y="2274879"/>
                  </a:lnTo>
                  <a:lnTo>
                    <a:pt x="5107505" y="2279878"/>
                  </a:lnTo>
                  <a:lnTo>
                    <a:pt x="5102506" y="2271225"/>
                  </a:lnTo>
                  <a:lnTo>
                    <a:pt x="5111160" y="2266225"/>
                  </a:lnTo>
                  <a:close/>
                </a:path>
                <a:path w="6791959" h="7073265">
                  <a:moveTo>
                    <a:pt x="5185861" y="2396793"/>
                  </a:moveTo>
                  <a:lnTo>
                    <a:pt x="5190268" y="2404422"/>
                  </a:lnTo>
                  <a:lnTo>
                    <a:pt x="5182633" y="2408829"/>
                  </a:lnTo>
                  <a:lnTo>
                    <a:pt x="5178227" y="2401200"/>
                  </a:lnTo>
                  <a:lnTo>
                    <a:pt x="5185861" y="2396793"/>
                  </a:lnTo>
                  <a:close/>
                </a:path>
                <a:path w="6791959" h="7073265">
                  <a:moveTo>
                    <a:pt x="5260669" y="2526953"/>
                  </a:moveTo>
                  <a:lnTo>
                    <a:pt x="5264786" y="2534072"/>
                  </a:lnTo>
                  <a:lnTo>
                    <a:pt x="5257661" y="2538189"/>
                  </a:lnTo>
                  <a:lnTo>
                    <a:pt x="5253544" y="2531063"/>
                  </a:lnTo>
                  <a:lnTo>
                    <a:pt x="5260669" y="2526953"/>
                  </a:lnTo>
                  <a:close/>
                </a:path>
                <a:path w="6791959" h="7073265">
                  <a:moveTo>
                    <a:pt x="5335264" y="2657918"/>
                  </a:moveTo>
                  <a:lnTo>
                    <a:pt x="5338498" y="2663515"/>
                  </a:lnTo>
                  <a:lnTo>
                    <a:pt x="5332901" y="2666743"/>
                  </a:lnTo>
                  <a:lnTo>
                    <a:pt x="5329667" y="2661146"/>
                  </a:lnTo>
                  <a:lnTo>
                    <a:pt x="5335264" y="2657918"/>
                  </a:lnTo>
                  <a:close/>
                </a:path>
                <a:path w="6791959" h="7073265">
                  <a:moveTo>
                    <a:pt x="5409966" y="2788479"/>
                  </a:moveTo>
                  <a:lnTo>
                    <a:pt x="5412614" y="2793058"/>
                  </a:lnTo>
                  <a:lnTo>
                    <a:pt x="5408029" y="2795706"/>
                  </a:lnTo>
                  <a:lnTo>
                    <a:pt x="5405388" y="2791127"/>
                  </a:lnTo>
                  <a:lnTo>
                    <a:pt x="5409966" y="2788479"/>
                  </a:lnTo>
                  <a:close/>
                </a:path>
                <a:path w="6791959" h="7073265">
                  <a:moveTo>
                    <a:pt x="5484774" y="2918639"/>
                  </a:moveTo>
                  <a:lnTo>
                    <a:pt x="5487126" y="2922714"/>
                  </a:lnTo>
                  <a:lnTo>
                    <a:pt x="5483057" y="2925059"/>
                  </a:lnTo>
                  <a:lnTo>
                    <a:pt x="5480705" y="2920990"/>
                  </a:lnTo>
                  <a:lnTo>
                    <a:pt x="5484774" y="2918639"/>
                  </a:lnTo>
                  <a:close/>
                </a:path>
                <a:path w="6791959" h="7073265">
                  <a:moveTo>
                    <a:pt x="5559475" y="3049200"/>
                  </a:moveTo>
                  <a:lnTo>
                    <a:pt x="5561241" y="3052263"/>
                  </a:lnTo>
                  <a:lnTo>
                    <a:pt x="5558191" y="3054022"/>
                  </a:lnTo>
                  <a:lnTo>
                    <a:pt x="5556426" y="3050965"/>
                  </a:lnTo>
                  <a:lnTo>
                    <a:pt x="5559475" y="3049200"/>
                  </a:lnTo>
                  <a:close/>
                </a:path>
                <a:path w="6791959" h="7073265">
                  <a:moveTo>
                    <a:pt x="5634183" y="3179762"/>
                  </a:moveTo>
                  <a:lnTo>
                    <a:pt x="5635356" y="3181800"/>
                  </a:lnTo>
                  <a:lnTo>
                    <a:pt x="5633319" y="3182979"/>
                  </a:lnTo>
                  <a:lnTo>
                    <a:pt x="5632146" y="3180941"/>
                  </a:lnTo>
                  <a:lnTo>
                    <a:pt x="5634183" y="3179762"/>
                  </a:lnTo>
                  <a:close/>
                </a:path>
                <a:path w="6791959" h="7073265">
                  <a:moveTo>
                    <a:pt x="5708992" y="3309933"/>
                  </a:moveTo>
                  <a:lnTo>
                    <a:pt x="5709868" y="3311455"/>
                  </a:lnTo>
                  <a:lnTo>
                    <a:pt x="5708346" y="3312332"/>
                  </a:lnTo>
                  <a:lnTo>
                    <a:pt x="5707469" y="3310810"/>
                  </a:lnTo>
                  <a:lnTo>
                    <a:pt x="5708992" y="3309933"/>
                  </a:lnTo>
                  <a:close/>
                </a:path>
                <a:path w="6791959" h="7073265">
                  <a:moveTo>
                    <a:pt x="3615907" y="0"/>
                  </a:moveTo>
                  <a:lnTo>
                    <a:pt x="3645003" y="0"/>
                  </a:lnTo>
                  <a:lnTo>
                    <a:pt x="3655947" y="18951"/>
                  </a:lnTo>
                  <a:lnTo>
                    <a:pt x="3624395" y="37165"/>
                  </a:lnTo>
                  <a:lnTo>
                    <a:pt x="3606176" y="5619"/>
                  </a:lnTo>
                  <a:lnTo>
                    <a:pt x="3615907" y="0"/>
                  </a:lnTo>
                  <a:close/>
                </a:path>
                <a:path w="6791959" h="7073265">
                  <a:moveTo>
                    <a:pt x="3713075" y="115557"/>
                  </a:moveTo>
                  <a:lnTo>
                    <a:pt x="3732467" y="149140"/>
                  </a:lnTo>
                  <a:lnTo>
                    <a:pt x="3698883" y="168533"/>
                  </a:lnTo>
                  <a:lnTo>
                    <a:pt x="3679491" y="134949"/>
                  </a:lnTo>
                  <a:lnTo>
                    <a:pt x="3713075" y="115557"/>
                  </a:lnTo>
                  <a:close/>
                </a:path>
                <a:path w="6791959" h="7073265">
                  <a:moveTo>
                    <a:pt x="3787776" y="246118"/>
                  </a:moveTo>
                  <a:lnTo>
                    <a:pt x="3806582" y="278689"/>
                  </a:lnTo>
                  <a:lnTo>
                    <a:pt x="3774017" y="297489"/>
                  </a:lnTo>
                  <a:lnTo>
                    <a:pt x="3755211" y="264924"/>
                  </a:lnTo>
                  <a:lnTo>
                    <a:pt x="3787776" y="246118"/>
                  </a:lnTo>
                  <a:close/>
                </a:path>
                <a:path w="6791959" h="7073265">
                  <a:moveTo>
                    <a:pt x="3862372" y="377083"/>
                  </a:moveTo>
                  <a:lnTo>
                    <a:pt x="3880295" y="408126"/>
                  </a:lnTo>
                  <a:lnTo>
                    <a:pt x="3849258" y="426049"/>
                  </a:lnTo>
                  <a:lnTo>
                    <a:pt x="3831335" y="395001"/>
                  </a:lnTo>
                  <a:lnTo>
                    <a:pt x="3862372" y="377083"/>
                  </a:lnTo>
                  <a:close/>
                </a:path>
                <a:path w="6791959" h="7073265">
                  <a:moveTo>
                    <a:pt x="3936860" y="508445"/>
                  </a:moveTo>
                  <a:lnTo>
                    <a:pt x="3953604" y="537456"/>
                  </a:lnTo>
                  <a:lnTo>
                    <a:pt x="3924599" y="554201"/>
                  </a:lnTo>
                  <a:lnTo>
                    <a:pt x="3907855" y="525196"/>
                  </a:lnTo>
                  <a:lnTo>
                    <a:pt x="3936860" y="508445"/>
                  </a:lnTo>
                  <a:close/>
                </a:path>
                <a:path w="6791959" h="7073265">
                  <a:moveTo>
                    <a:pt x="4011562" y="639007"/>
                  </a:moveTo>
                  <a:lnTo>
                    <a:pt x="4027720" y="666993"/>
                  </a:lnTo>
                  <a:lnTo>
                    <a:pt x="3999733" y="683152"/>
                  </a:lnTo>
                  <a:lnTo>
                    <a:pt x="3983575" y="655165"/>
                  </a:lnTo>
                  <a:lnTo>
                    <a:pt x="4011562" y="639007"/>
                  </a:lnTo>
                  <a:close/>
                </a:path>
                <a:path w="6791959" h="7073265">
                  <a:moveTo>
                    <a:pt x="4086263" y="769569"/>
                  </a:moveTo>
                  <a:lnTo>
                    <a:pt x="4101835" y="796542"/>
                  </a:lnTo>
                  <a:lnTo>
                    <a:pt x="4074868" y="812114"/>
                  </a:lnTo>
                  <a:lnTo>
                    <a:pt x="4059296" y="785140"/>
                  </a:lnTo>
                  <a:lnTo>
                    <a:pt x="4086263" y="769569"/>
                  </a:lnTo>
                  <a:close/>
                </a:path>
                <a:path w="6791959" h="7073265">
                  <a:moveTo>
                    <a:pt x="4160858" y="900539"/>
                  </a:moveTo>
                  <a:lnTo>
                    <a:pt x="4175547" y="925979"/>
                  </a:lnTo>
                  <a:lnTo>
                    <a:pt x="4150108" y="940668"/>
                  </a:lnTo>
                  <a:lnTo>
                    <a:pt x="4135419" y="915228"/>
                  </a:lnTo>
                  <a:lnTo>
                    <a:pt x="4160858" y="900539"/>
                  </a:lnTo>
                  <a:close/>
                </a:path>
                <a:path w="6791959" h="7073265">
                  <a:moveTo>
                    <a:pt x="4235347" y="1031907"/>
                  </a:moveTo>
                  <a:lnTo>
                    <a:pt x="4248857" y="1055309"/>
                  </a:lnTo>
                  <a:lnTo>
                    <a:pt x="4225449" y="1068825"/>
                  </a:lnTo>
                  <a:lnTo>
                    <a:pt x="4211939" y="1045418"/>
                  </a:lnTo>
                  <a:lnTo>
                    <a:pt x="4235347" y="1031907"/>
                  </a:lnTo>
                  <a:close/>
                </a:path>
                <a:path w="6791959" h="7073265">
                  <a:moveTo>
                    <a:pt x="4309942" y="1162872"/>
                  </a:moveTo>
                  <a:lnTo>
                    <a:pt x="4322575" y="1184745"/>
                  </a:lnTo>
                  <a:lnTo>
                    <a:pt x="4300690" y="1197379"/>
                  </a:lnTo>
                  <a:lnTo>
                    <a:pt x="4288062" y="1175506"/>
                  </a:lnTo>
                  <a:lnTo>
                    <a:pt x="4309942" y="1162872"/>
                  </a:lnTo>
                  <a:close/>
                </a:path>
                <a:path w="6791959" h="7073265">
                  <a:moveTo>
                    <a:pt x="4384643" y="1293434"/>
                  </a:moveTo>
                  <a:lnTo>
                    <a:pt x="4396685" y="1314294"/>
                  </a:lnTo>
                  <a:lnTo>
                    <a:pt x="4375824" y="1326342"/>
                  </a:lnTo>
                  <a:lnTo>
                    <a:pt x="4363782" y="1305481"/>
                  </a:lnTo>
                  <a:lnTo>
                    <a:pt x="4384643" y="1293434"/>
                  </a:lnTo>
                  <a:close/>
                </a:path>
                <a:path w="6791959" h="7073265">
                  <a:moveTo>
                    <a:pt x="4459238" y="1424392"/>
                  </a:moveTo>
                  <a:lnTo>
                    <a:pt x="4470403" y="1443731"/>
                  </a:lnTo>
                  <a:lnTo>
                    <a:pt x="4451064" y="1454896"/>
                  </a:lnTo>
                  <a:lnTo>
                    <a:pt x="4439899" y="1435557"/>
                  </a:lnTo>
                  <a:lnTo>
                    <a:pt x="4459238" y="1424392"/>
                  </a:lnTo>
                  <a:close/>
                </a:path>
                <a:path w="6791959" h="7073265">
                  <a:moveTo>
                    <a:pt x="4533833" y="1555363"/>
                  </a:moveTo>
                  <a:lnTo>
                    <a:pt x="4544115" y="1573167"/>
                  </a:lnTo>
                  <a:lnTo>
                    <a:pt x="4526305" y="1583450"/>
                  </a:lnTo>
                  <a:lnTo>
                    <a:pt x="4516023" y="1565646"/>
                  </a:lnTo>
                  <a:lnTo>
                    <a:pt x="4533833" y="1555363"/>
                  </a:lnTo>
                  <a:close/>
                </a:path>
                <a:path w="6791959" h="7073265">
                  <a:moveTo>
                    <a:pt x="4608428" y="1686321"/>
                  </a:moveTo>
                  <a:lnTo>
                    <a:pt x="4617828" y="1702610"/>
                  </a:lnTo>
                  <a:lnTo>
                    <a:pt x="4601540" y="1712010"/>
                  </a:lnTo>
                  <a:lnTo>
                    <a:pt x="4592140" y="1695727"/>
                  </a:lnTo>
                  <a:lnTo>
                    <a:pt x="4608428" y="1686321"/>
                  </a:lnTo>
                  <a:close/>
                </a:path>
                <a:path w="6791959" h="7073265">
                  <a:moveTo>
                    <a:pt x="4683023" y="1817286"/>
                  </a:moveTo>
                  <a:lnTo>
                    <a:pt x="4691540" y="1832047"/>
                  </a:lnTo>
                  <a:lnTo>
                    <a:pt x="4676786" y="1840564"/>
                  </a:lnTo>
                  <a:lnTo>
                    <a:pt x="4668263" y="1825809"/>
                  </a:lnTo>
                  <a:lnTo>
                    <a:pt x="4683023" y="1817286"/>
                  </a:lnTo>
                  <a:close/>
                </a:path>
                <a:path w="6791959" h="7073265">
                  <a:moveTo>
                    <a:pt x="4757725" y="1947855"/>
                  </a:moveTo>
                  <a:lnTo>
                    <a:pt x="4765656" y="1961590"/>
                  </a:lnTo>
                  <a:lnTo>
                    <a:pt x="4751914" y="1969521"/>
                  </a:lnTo>
                  <a:lnTo>
                    <a:pt x="4743983" y="1955785"/>
                  </a:lnTo>
                  <a:lnTo>
                    <a:pt x="4757725" y="1947855"/>
                  </a:lnTo>
                  <a:close/>
                </a:path>
                <a:path w="6791959" h="7073265">
                  <a:moveTo>
                    <a:pt x="4832426" y="2078416"/>
                  </a:moveTo>
                  <a:lnTo>
                    <a:pt x="4839771" y="2091133"/>
                  </a:lnTo>
                  <a:lnTo>
                    <a:pt x="4827048" y="2098478"/>
                  </a:lnTo>
                  <a:lnTo>
                    <a:pt x="4819704" y="2085761"/>
                  </a:lnTo>
                  <a:lnTo>
                    <a:pt x="4832426" y="2078416"/>
                  </a:lnTo>
                  <a:close/>
                </a:path>
                <a:path w="6791959" h="7073265">
                  <a:moveTo>
                    <a:pt x="4906909" y="2209778"/>
                  </a:moveTo>
                  <a:lnTo>
                    <a:pt x="4913081" y="2220463"/>
                  </a:lnTo>
                  <a:lnTo>
                    <a:pt x="4902395" y="2226635"/>
                  </a:lnTo>
                  <a:lnTo>
                    <a:pt x="4896224" y="2215950"/>
                  </a:lnTo>
                  <a:lnTo>
                    <a:pt x="4906909" y="2209778"/>
                  </a:lnTo>
                  <a:close/>
                </a:path>
                <a:path w="6791959" h="7073265">
                  <a:moveTo>
                    <a:pt x="4981616" y="2340340"/>
                  </a:moveTo>
                  <a:lnTo>
                    <a:pt x="4987196" y="2350012"/>
                  </a:lnTo>
                  <a:lnTo>
                    <a:pt x="4977529" y="2355592"/>
                  </a:lnTo>
                  <a:lnTo>
                    <a:pt x="4971944" y="2345925"/>
                  </a:lnTo>
                  <a:lnTo>
                    <a:pt x="4981616" y="2340340"/>
                  </a:lnTo>
                  <a:close/>
                </a:path>
                <a:path w="6791959" h="7073265">
                  <a:moveTo>
                    <a:pt x="5056318" y="2470908"/>
                  </a:moveTo>
                  <a:lnTo>
                    <a:pt x="5061311" y="2479555"/>
                  </a:lnTo>
                  <a:lnTo>
                    <a:pt x="5052658" y="2484548"/>
                  </a:lnTo>
                  <a:lnTo>
                    <a:pt x="5047664" y="2475901"/>
                  </a:lnTo>
                  <a:lnTo>
                    <a:pt x="5056318" y="2470908"/>
                  </a:lnTo>
                  <a:close/>
                </a:path>
                <a:path w="6791959" h="7073265">
                  <a:moveTo>
                    <a:pt x="5131020" y="2601470"/>
                  </a:moveTo>
                  <a:lnTo>
                    <a:pt x="5135426" y="2609099"/>
                  </a:lnTo>
                  <a:lnTo>
                    <a:pt x="5127791" y="2613506"/>
                  </a:lnTo>
                  <a:lnTo>
                    <a:pt x="5123385" y="2605877"/>
                  </a:lnTo>
                  <a:lnTo>
                    <a:pt x="5131020" y="2601470"/>
                  </a:lnTo>
                  <a:close/>
                </a:path>
                <a:path w="6791959" h="7073265">
                  <a:moveTo>
                    <a:pt x="5205715" y="2732032"/>
                  </a:moveTo>
                  <a:lnTo>
                    <a:pt x="5209536" y="2738648"/>
                  </a:lnTo>
                  <a:lnTo>
                    <a:pt x="5202925" y="2742462"/>
                  </a:lnTo>
                  <a:lnTo>
                    <a:pt x="5199105" y="2735852"/>
                  </a:lnTo>
                  <a:lnTo>
                    <a:pt x="5205715" y="2732032"/>
                  </a:lnTo>
                  <a:close/>
                </a:path>
                <a:path w="6791959" h="7073265">
                  <a:moveTo>
                    <a:pt x="5280316" y="2862990"/>
                  </a:moveTo>
                  <a:lnTo>
                    <a:pt x="5283254" y="2868078"/>
                  </a:lnTo>
                  <a:lnTo>
                    <a:pt x="5278166" y="2871016"/>
                  </a:lnTo>
                  <a:lnTo>
                    <a:pt x="5275228" y="2865928"/>
                  </a:lnTo>
                  <a:lnTo>
                    <a:pt x="5280316" y="2862990"/>
                  </a:lnTo>
                  <a:close/>
                </a:path>
                <a:path w="6791959" h="7073265">
                  <a:moveTo>
                    <a:pt x="5355124" y="2993155"/>
                  </a:moveTo>
                  <a:lnTo>
                    <a:pt x="5357766" y="2997740"/>
                  </a:lnTo>
                  <a:lnTo>
                    <a:pt x="5353188" y="3000381"/>
                  </a:lnTo>
                  <a:lnTo>
                    <a:pt x="5350546" y="2995803"/>
                  </a:lnTo>
                  <a:lnTo>
                    <a:pt x="5355124" y="2993155"/>
                  </a:lnTo>
                  <a:close/>
                </a:path>
                <a:path w="6791959" h="7073265">
                  <a:moveTo>
                    <a:pt x="5429826" y="3123717"/>
                  </a:moveTo>
                  <a:lnTo>
                    <a:pt x="5431881" y="3127277"/>
                  </a:lnTo>
                  <a:lnTo>
                    <a:pt x="5428316" y="3129338"/>
                  </a:lnTo>
                  <a:lnTo>
                    <a:pt x="5426260" y="3125778"/>
                  </a:lnTo>
                  <a:lnTo>
                    <a:pt x="5429826" y="3123717"/>
                  </a:lnTo>
                  <a:close/>
                </a:path>
                <a:path w="6791959" h="7073265">
                  <a:moveTo>
                    <a:pt x="5504528" y="3254285"/>
                  </a:moveTo>
                  <a:lnTo>
                    <a:pt x="5505997" y="3256826"/>
                  </a:lnTo>
                  <a:lnTo>
                    <a:pt x="5503456" y="3258295"/>
                  </a:lnTo>
                  <a:lnTo>
                    <a:pt x="5501987" y="3255754"/>
                  </a:lnTo>
                  <a:lnTo>
                    <a:pt x="5504528" y="3254285"/>
                  </a:lnTo>
                  <a:close/>
                </a:path>
                <a:path w="6791959" h="7073265">
                  <a:moveTo>
                    <a:pt x="5579336" y="3384444"/>
                  </a:moveTo>
                  <a:lnTo>
                    <a:pt x="5580515" y="3386482"/>
                  </a:lnTo>
                  <a:lnTo>
                    <a:pt x="5578477" y="3387655"/>
                  </a:lnTo>
                  <a:lnTo>
                    <a:pt x="5577298" y="3385617"/>
                  </a:lnTo>
                  <a:lnTo>
                    <a:pt x="5579336" y="3384444"/>
                  </a:lnTo>
                  <a:close/>
                </a:path>
                <a:path w="6791959" h="7073265">
                  <a:moveTo>
                    <a:pt x="3509156" y="57907"/>
                  </a:moveTo>
                  <a:lnTo>
                    <a:pt x="3530598" y="95045"/>
                  </a:lnTo>
                  <a:lnTo>
                    <a:pt x="3493449" y="116492"/>
                  </a:lnTo>
                  <a:lnTo>
                    <a:pt x="3472007" y="79354"/>
                  </a:lnTo>
                  <a:lnTo>
                    <a:pt x="3509156" y="57907"/>
                  </a:lnTo>
                  <a:close/>
                </a:path>
                <a:path w="6791959" h="7073265">
                  <a:moveTo>
                    <a:pt x="3583745" y="188865"/>
                  </a:moveTo>
                  <a:lnTo>
                    <a:pt x="3604310" y="224486"/>
                  </a:lnTo>
                  <a:lnTo>
                    <a:pt x="3568694" y="245051"/>
                  </a:lnTo>
                  <a:lnTo>
                    <a:pt x="3548130" y="209430"/>
                  </a:lnTo>
                  <a:lnTo>
                    <a:pt x="3583745" y="188865"/>
                  </a:lnTo>
                  <a:close/>
                </a:path>
                <a:path w="6791959" h="7073265">
                  <a:moveTo>
                    <a:pt x="3658340" y="319830"/>
                  </a:moveTo>
                  <a:lnTo>
                    <a:pt x="3678023" y="353923"/>
                  </a:lnTo>
                  <a:lnTo>
                    <a:pt x="3643936" y="373606"/>
                  </a:lnTo>
                  <a:lnTo>
                    <a:pt x="3624253" y="339513"/>
                  </a:lnTo>
                  <a:lnTo>
                    <a:pt x="3658340" y="319830"/>
                  </a:lnTo>
                  <a:close/>
                </a:path>
                <a:path w="6791959" h="7073265">
                  <a:moveTo>
                    <a:pt x="3732936" y="450795"/>
                  </a:moveTo>
                  <a:lnTo>
                    <a:pt x="3751736" y="483361"/>
                  </a:lnTo>
                  <a:lnTo>
                    <a:pt x="3719170" y="502166"/>
                  </a:lnTo>
                  <a:lnTo>
                    <a:pt x="3700365" y="469595"/>
                  </a:lnTo>
                  <a:lnTo>
                    <a:pt x="3732936" y="450795"/>
                  </a:lnTo>
                  <a:close/>
                </a:path>
                <a:path w="6791959" h="7073265">
                  <a:moveTo>
                    <a:pt x="3807531" y="581760"/>
                  </a:moveTo>
                  <a:lnTo>
                    <a:pt x="3825454" y="612797"/>
                  </a:lnTo>
                  <a:lnTo>
                    <a:pt x="3794411" y="630720"/>
                  </a:lnTo>
                  <a:lnTo>
                    <a:pt x="3776488" y="599683"/>
                  </a:lnTo>
                  <a:lnTo>
                    <a:pt x="3807531" y="581760"/>
                  </a:lnTo>
                  <a:close/>
                </a:path>
                <a:path w="6791959" h="7073265">
                  <a:moveTo>
                    <a:pt x="3882019" y="713128"/>
                  </a:moveTo>
                  <a:lnTo>
                    <a:pt x="3898763" y="742133"/>
                  </a:lnTo>
                  <a:lnTo>
                    <a:pt x="3869764" y="758877"/>
                  </a:lnTo>
                  <a:lnTo>
                    <a:pt x="3853013" y="729872"/>
                  </a:lnTo>
                  <a:lnTo>
                    <a:pt x="3882019" y="713128"/>
                  </a:lnTo>
                  <a:close/>
                </a:path>
                <a:path w="6791959" h="7073265">
                  <a:moveTo>
                    <a:pt x="3956721" y="843690"/>
                  </a:moveTo>
                  <a:lnTo>
                    <a:pt x="3972879" y="871676"/>
                  </a:lnTo>
                  <a:lnTo>
                    <a:pt x="3944893" y="887834"/>
                  </a:lnTo>
                  <a:lnTo>
                    <a:pt x="3928734" y="859848"/>
                  </a:lnTo>
                  <a:lnTo>
                    <a:pt x="3956721" y="843690"/>
                  </a:lnTo>
                  <a:close/>
                </a:path>
                <a:path w="6791959" h="7073265">
                  <a:moveTo>
                    <a:pt x="4031315" y="974654"/>
                  </a:moveTo>
                  <a:lnTo>
                    <a:pt x="4046591" y="1001113"/>
                  </a:lnTo>
                  <a:lnTo>
                    <a:pt x="4020133" y="1016388"/>
                  </a:lnTo>
                  <a:lnTo>
                    <a:pt x="4004857" y="989930"/>
                  </a:lnTo>
                  <a:lnTo>
                    <a:pt x="4031315" y="974654"/>
                  </a:lnTo>
                  <a:close/>
                </a:path>
                <a:path w="6791959" h="7073265">
                  <a:moveTo>
                    <a:pt x="4105905" y="1105619"/>
                  </a:moveTo>
                  <a:lnTo>
                    <a:pt x="4120304" y="1130549"/>
                  </a:lnTo>
                  <a:lnTo>
                    <a:pt x="4095368" y="1144948"/>
                  </a:lnTo>
                  <a:lnTo>
                    <a:pt x="4080975" y="1120012"/>
                  </a:lnTo>
                  <a:lnTo>
                    <a:pt x="4105905" y="1105619"/>
                  </a:lnTo>
                  <a:close/>
                </a:path>
                <a:path w="6791959" h="7073265">
                  <a:moveTo>
                    <a:pt x="4180393" y="1236981"/>
                  </a:moveTo>
                  <a:lnTo>
                    <a:pt x="4193619" y="1259886"/>
                  </a:lnTo>
                  <a:lnTo>
                    <a:pt x="4170721" y="1273106"/>
                  </a:lnTo>
                  <a:lnTo>
                    <a:pt x="4157494" y="1250202"/>
                  </a:lnTo>
                  <a:lnTo>
                    <a:pt x="4180393" y="1236981"/>
                  </a:lnTo>
                  <a:close/>
                </a:path>
                <a:path w="6791959" h="7073265">
                  <a:moveTo>
                    <a:pt x="4255101" y="1367543"/>
                  </a:moveTo>
                  <a:lnTo>
                    <a:pt x="4267735" y="1389423"/>
                  </a:lnTo>
                  <a:lnTo>
                    <a:pt x="4245849" y="1402057"/>
                  </a:lnTo>
                  <a:lnTo>
                    <a:pt x="4233215" y="1380177"/>
                  </a:lnTo>
                  <a:lnTo>
                    <a:pt x="4255101" y="1367543"/>
                  </a:lnTo>
                  <a:close/>
                </a:path>
                <a:path w="6791959" h="7073265">
                  <a:moveTo>
                    <a:pt x="4329696" y="1498508"/>
                  </a:moveTo>
                  <a:lnTo>
                    <a:pt x="4341447" y="1518866"/>
                  </a:lnTo>
                  <a:lnTo>
                    <a:pt x="4321089" y="1530617"/>
                  </a:lnTo>
                  <a:lnTo>
                    <a:pt x="4309338" y="1510259"/>
                  </a:lnTo>
                  <a:lnTo>
                    <a:pt x="4329696" y="1498508"/>
                  </a:lnTo>
                  <a:close/>
                </a:path>
                <a:path w="6791959" h="7073265">
                  <a:moveTo>
                    <a:pt x="4404284" y="1629473"/>
                  </a:moveTo>
                  <a:lnTo>
                    <a:pt x="4415159" y="1648302"/>
                  </a:lnTo>
                  <a:lnTo>
                    <a:pt x="4396330" y="1659171"/>
                  </a:lnTo>
                  <a:lnTo>
                    <a:pt x="4385461" y="1640341"/>
                  </a:lnTo>
                  <a:lnTo>
                    <a:pt x="4404284" y="1629473"/>
                  </a:lnTo>
                  <a:close/>
                </a:path>
                <a:path w="6791959" h="7073265">
                  <a:moveTo>
                    <a:pt x="4478986" y="1760035"/>
                  </a:moveTo>
                  <a:lnTo>
                    <a:pt x="4489275" y="1777851"/>
                  </a:lnTo>
                  <a:lnTo>
                    <a:pt x="4471464" y="1788134"/>
                  </a:lnTo>
                  <a:lnTo>
                    <a:pt x="4461176" y="1770317"/>
                  </a:lnTo>
                  <a:lnTo>
                    <a:pt x="4478986" y="1760035"/>
                  </a:lnTo>
                  <a:close/>
                </a:path>
                <a:path w="6791959" h="7073265">
                  <a:moveTo>
                    <a:pt x="4553481" y="1891402"/>
                  </a:moveTo>
                  <a:lnTo>
                    <a:pt x="4562585" y="1907175"/>
                  </a:lnTo>
                  <a:lnTo>
                    <a:pt x="4546805" y="1916285"/>
                  </a:lnTo>
                  <a:lnTo>
                    <a:pt x="4537702" y="1900512"/>
                  </a:lnTo>
                  <a:lnTo>
                    <a:pt x="4553481" y="1891402"/>
                  </a:lnTo>
                  <a:close/>
                </a:path>
                <a:path w="6791959" h="7073265">
                  <a:moveTo>
                    <a:pt x="4628176" y="2021970"/>
                  </a:moveTo>
                  <a:lnTo>
                    <a:pt x="4636694" y="2036719"/>
                  </a:lnTo>
                  <a:lnTo>
                    <a:pt x="4621939" y="2045242"/>
                  </a:lnTo>
                  <a:lnTo>
                    <a:pt x="4613422" y="2030488"/>
                  </a:lnTo>
                  <a:lnTo>
                    <a:pt x="4628176" y="2021970"/>
                  </a:lnTo>
                  <a:close/>
                </a:path>
                <a:path w="6791959" h="7073265">
                  <a:moveTo>
                    <a:pt x="4702778" y="2152929"/>
                  </a:moveTo>
                  <a:lnTo>
                    <a:pt x="4710412" y="2166155"/>
                  </a:lnTo>
                  <a:lnTo>
                    <a:pt x="4697180" y="2173796"/>
                  </a:lnTo>
                  <a:lnTo>
                    <a:pt x="4689540" y="2160570"/>
                  </a:lnTo>
                  <a:lnTo>
                    <a:pt x="4702778" y="2152929"/>
                  </a:lnTo>
                  <a:close/>
                </a:path>
                <a:path w="6791959" h="7073265">
                  <a:moveTo>
                    <a:pt x="4777473" y="2283491"/>
                  </a:moveTo>
                  <a:lnTo>
                    <a:pt x="4784521" y="2295704"/>
                  </a:lnTo>
                  <a:lnTo>
                    <a:pt x="4772308" y="2302759"/>
                  </a:lnTo>
                  <a:lnTo>
                    <a:pt x="4765260" y="2290545"/>
                  </a:lnTo>
                  <a:lnTo>
                    <a:pt x="4777473" y="2283491"/>
                  </a:lnTo>
                  <a:close/>
                </a:path>
                <a:path w="6791959" h="7073265">
                  <a:moveTo>
                    <a:pt x="4851961" y="2414858"/>
                  </a:moveTo>
                  <a:lnTo>
                    <a:pt x="4857837" y="2425034"/>
                  </a:lnTo>
                  <a:lnTo>
                    <a:pt x="4847661" y="2430909"/>
                  </a:lnTo>
                  <a:lnTo>
                    <a:pt x="4841785" y="2420734"/>
                  </a:lnTo>
                  <a:lnTo>
                    <a:pt x="4851961" y="2414858"/>
                  </a:lnTo>
                  <a:close/>
                </a:path>
                <a:path w="6791959" h="7073265">
                  <a:moveTo>
                    <a:pt x="4926663" y="2545420"/>
                  </a:moveTo>
                  <a:lnTo>
                    <a:pt x="4931952" y="2554577"/>
                  </a:lnTo>
                  <a:lnTo>
                    <a:pt x="4922795" y="2559866"/>
                  </a:lnTo>
                  <a:lnTo>
                    <a:pt x="4917506" y="2550709"/>
                  </a:lnTo>
                  <a:lnTo>
                    <a:pt x="4926663" y="2545420"/>
                  </a:lnTo>
                  <a:close/>
                </a:path>
                <a:path w="6791959" h="7073265">
                  <a:moveTo>
                    <a:pt x="5001365" y="2675982"/>
                  </a:moveTo>
                  <a:lnTo>
                    <a:pt x="5006067" y="2684126"/>
                  </a:lnTo>
                  <a:lnTo>
                    <a:pt x="4997923" y="2688829"/>
                  </a:lnTo>
                  <a:lnTo>
                    <a:pt x="4993220" y="2680685"/>
                  </a:lnTo>
                  <a:lnTo>
                    <a:pt x="5001365" y="2675982"/>
                  </a:lnTo>
                  <a:close/>
                </a:path>
                <a:path w="6791959" h="7073265">
                  <a:moveTo>
                    <a:pt x="5076066" y="2806544"/>
                  </a:moveTo>
                  <a:lnTo>
                    <a:pt x="5080177" y="2813669"/>
                  </a:lnTo>
                  <a:lnTo>
                    <a:pt x="5073051" y="2817786"/>
                  </a:lnTo>
                  <a:lnTo>
                    <a:pt x="5068941" y="2810660"/>
                  </a:lnTo>
                  <a:lnTo>
                    <a:pt x="5076066" y="2806544"/>
                  </a:lnTo>
                  <a:close/>
                </a:path>
                <a:path w="6791959" h="7073265">
                  <a:moveTo>
                    <a:pt x="5150768" y="2937112"/>
                  </a:moveTo>
                  <a:lnTo>
                    <a:pt x="5154298" y="2943218"/>
                  </a:lnTo>
                  <a:lnTo>
                    <a:pt x="5148191" y="2946742"/>
                  </a:lnTo>
                  <a:lnTo>
                    <a:pt x="5144667" y="2940636"/>
                  </a:lnTo>
                  <a:lnTo>
                    <a:pt x="5150768" y="2937112"/>
                  </a:lnTo>
                  <a:close/>
                </a:path>
                <a:path w="6791959" h="7073265">
                  <a:moveTo>
                    <a:pt x="5225470" y="3067673"/>
                  </a:moveTo>
                  <a:lnTo>
                    <a:pt x="5228407" y="3072761"/>
                  </a:lnTo>
                  <a:lnTo>
                    <a:pt x="5223320" y="3075699"/>
                  </a:lnTo>
                  <a:lnTo>
                    <a:pt x="5220382" y="3070611"/>
                  </a:lnTo>
                  <a:lnTo>
                    <a:pt x="5225470" y="3067673"/>
                  </a:lnTo>
                  <a:close/>
                </a:path>
                <a:path w="6791959" h="7073265">
                  <a:moveTo>
                    <a:pt x="5300177" y="3198235"/>
                  </a:moveTo>
                  <a:lnTo>
                    <a:pt x="5302529" y="3202304"/>
                  </a:lnTo>
                  <a:lnTo>
                    <a:pt x="5298454" y="3204656"/>
                  </a:lnTo>
                  <a:lnTo>
                    <a:pt x="5296102" y="3200587"/>
                  </a:lnTo>
                  <a:lnTo>
                    <a:pt x="5300177" y="3198235"/>
                  </a:lnTo>
                  <a:close/>
                </a:path>
                <a:path w="6791959" h="7073265">
                  <a:moveTo>
                    <a:pt x="5374871" y="3328797"/>
                  </a:moveTo>
                  <a:lnTo>
                    <a:pt x="5376638" y="3331853"/>
                  </a:lnTo>
                  <a:lnTo>
                    <a:pt x="5373581" y="3333612"/>
                  </a:lnTo>
                  <a:lnTo>
                    <a:pt x="5371822" y="3330562"/>
                  </a:lnTo>
                  <a:lnTo>
                    <a:pt x="5374871" y="3328797"/>
                  </a:lnTo>
                  <a:close/>
                </a:path>
                <a:path w="6791959" h="7073265">
                  <a:moveTo>
                    <a:pt x="5449575" y="3459359"/>
                  </a:moveTo>
                  <a:lnTo>
                    <a:pt x="5450753" y="3461397"/>
                  </a:lnTo>
                  <a:lnTo>
                    <a:pt x="5448716" y="3462575"/>
                  </a:lnTo>
                  <a:lnTo>
                    <a:pt x="5447543" y="3460538"/>
                  </a:lnTo>
                  <a:lnTo>
                    <a:pt x="5449575" y="3459359"/>
                  </a:lnTo>
                  <a:close/>
                </a:path>
                <a:path w="6791959" h="7073265">
                  <a:moveTo>
                    <a:pt x="5524389" y="3589518"/>
                  </a:moveTo>
                  <a:lnTo>
                    <a:pt x="5525271" y="3591046"/>
                  </a:lnTo>
                  <a:lnTo>
                    <a:pt x="5523743" y="3591929"/>
                  </a:lnTo>
                  <a:lnTo>
                    <a:pt x="5522860" y="3590401"/>
                  </a:lnTo>
                  <a:lnTo>
                    <a:pt x="5524389" y="3589518"/>
                  </a:lnTo>
                  <a:close/>
                </a:path>
                <a:path w="6791959" h="7073265">
                  <a:moveTo>
                    <a:pt x="3304800" y="1856"/>
                  </a:moveTo>
                  <a:lnTo>
                    <a:pt x="3327130" y="40528"/>
                  </a:lnTo>
                  <a:lnTo>
                    <a:pt x="3288452" y="62858"/>
                  </a:lnTo>
                  <a:lnTo>
                    <a:pt x="3266122" y="24186"/>
                  </a:lnTo>
                  <a:lnTo>
                    <a:pt x="3304800" y="1856"/>
                  </a:lnTo>
                  <a:close/>
                </a:path>
                <a:path w="6791959" h="7073265">
                  <a:moveTo>
                    <a:pt x="3379715" y="131613"/>
                  </a:moveTo>
                  <a:lnTo>
                    <a:pt x="3402045" y="170285"/>
                  </a:lnTo>
                  <a:lnTo>
                    <a:pt x="3363367" y="192615"/>
                  </a:lnTo>
                  <a:lnTo>
                    <a:pt x="3341043" y="153943"/>
                  </a:lnTo>
                  <a:lnTo>
                    <a:pt x="3379715" y="131613"/>
                  </a:lnTo>
                  <a:close/>
                </a:path>
                <a:path w="6791959" h="7073265">
                  <a:moveTo>
                    <a:pt x="3454310" y="262578"/>
                  </a:moveTo>
                  <a:lnTo>
                    <a:pt x="3475757" y="299727"/>
                  </a:lnTo>
                  <a:lnTo>
                    <a:pt x="3438608" y="321175"/>
                  </a:lnTo>
                  <a:lnTo>
                    <a:pt x="3417161" y="284025"/>
                  </a:lnTo>
                  <a:lnTo>
                    <a:pt x="3454310" y="262578"/>
                  </a:lnTo>
                  <a:close/>
                </a:path>
                <a:path w="6791959" h="7073265">
                  <a:moveTo>
                    <a:pt x="3529012" y="393140"/>
                  </a:moveTo>
                  <a:lnTo>
                    <a:pt x="3549873" y="429270"/>
                  </a:lnTo>
                  <a:lnTo>
                    <a:pt x="3513742" y="450131"/>
                  </a:lnTo>
                  <a:lnTo>
                    <a:pt x="3492881" y="414001"/>
                  </a:lnTo>
                  <a:lnTo>
                    <a:pt x="3529012" y="393140"/>
                  </a:lnTo>
                  <a:close/>
                </a:path>
                <a:path w="6791959" h="7073265">
                  <a:moveTo>
                    <a:pt x="3603500" y="524513"/>
                  </a:moveTo>
                  <a:lnTo>
                    <a:pt x="3623183" y="558600"/>
                  </a:lnTo>
                  <a:lnTo>
                    <a:pt x="3589090" y="578283"/>
                  </a:lnTo>
                  <a:lnTo>
                    <a:pt x="3569407" y="544196"/>
                  </a:lnTo>
                  <a:lnTo>
                    <a:pt x="3603500" y="524513"/>
                  </a:lnTo>
                  <a:close/>
                </a:path>
                <a:path w="6791959" h="7073265">
                  <a:moveTo>
                    <a:pt x="3678095" y="655472"/>
                  </a:moveTo>
                  <a:lnTo>
                    <a:pt x="3696901" y="688037"/>
                  </a:lnTo>
                  <a:lnTo>
                    <a:pt x="3664330" y="706843"/>
                  </a:lnTo>
                  <a:lnTo>
                    <a:pt x="3645530" y="674272"/>
                  </a:lnTo>
                  <a:lnTo>
                    <a:pt x="3678095" y="655472"/>
                  </a:lnTo>
                  <a:close/>
                </a:path>
                <a:path w="6791959" h="7073265">
                  <a:moveTo>
                    <a:pt x="3752690" y="786437"/>
                  </a:moveTo>
                  <a:lnTo>
                    <a:pt x="3770613" y="817474"/>
                  </a:lnTo>
                  <a:lnTo>
                    <a:pt x="3739565" y="835397"/>
                  </a:lnTo>
                  <a:lnTo>
                    <a:pt x="3721648" y="804360"/>
                  </a:lnTo>
                  <a:lnTo>
                    <a:pt x="3752690" y="786437"/>
                  </a:lnTo>
                  <a:close/>
                </a:path>
                <a:path w="6791959" h="7073265">
                  <a:moveTo>
                    <a:pt x="3827173" y="917804"/>
                  </a:moveTo>
                  <a:lnTo>
                    <a:pt x="3843917" y="946809"/>
                  </a:lnTo>
                  <a:lnTo>
                    <a:pt x="3814918" y="963553"/>
                  </a:lnTo>
                  <a:lnTo>
                    <a:pt x="3798174" y="934548"/>
                  </a:lnTo>
                  <a:lnTo>
                    <a:pt x="3827173" y="917804"/>
                  </a:lnTo>
                  <a:close/>
                </a:path>
                <a:path w="6791959" h="7073265">
                  <a:moveTo>
                    <a:pt x="3901880" y="1048366"/>
                  </a:moveTo>
                  <a:lnTo>
                    <a:pt x="3918039" y="1076352"/>
                  </a:lnTo>
                  <a:lnTo>
                    <a:pt x="3890052" y="1092511"/>
                  </a:lnTo>
                  <a:lnTo>
                    <a:pt x="3873894" y="1064524"/>
                  </a:lnTo>
                  <a:lnTo>
                    <a:pt x="3901880" y="1048366"/>
                  </a:lnTo>
                  <a:close/>
                </a:path>
                <a:path w="6791959" h="7073265">
                  <a:moveTo>
                    <a:pt x="3976469" y="1179331"/>
                  </a:moveTo>
                  <a:lnTo>
                    <a:pt x="3991751" y="1205789"/>
                  </a:lnTo>
                  <a:lnTo>
                    <a:pt x="3965292" y="1221065"/>
                  </a:lnTo>
                  <a:lnTo>
                    <a:pt x="3950011" y="1194606"/>
                  </a:lnTo>
                  <a:lnTo>
                    <a:pt x="3976469" y="1179331"/>
                  </a:lnTo>
                  <a:close/>
                </a:path>
                <a:path w="6791959" h="7073265">
                  <a:moveTo>
                    <a:pt x="4051070" y="1310289"/>
                  </a:moveTo>
                  <a:lnTo>
                    <a:pt x="4065463" y="1335225"/>
                  </a:lnTo>
                  <a:lnTo>
                    <a:pt x="4040533" y="1349624"/>
                  </a:lnTo>
                  <a:lnTo>
                    <a:pt x="4026134" y="1324688"/>
                  </a:lnTo>
                  <a:lnTo>
                    <a:pt x="4051070" y="1310289"/>
                  </a:lnTo>
                  <a:close/>
                </a:path>
                <a:path w="6791959" h="7073265">
                  <a:moveTo>
                    <a:pt x="4125553" y="1441657"/>
                  </a:moveTo>
                  <a:lnTo>
                    <a:pt x="4138773" y="1464556"/>
                  </a:lnTo>
                  <a:lnTo>
                    <a:pt x="4115874" y="1477776"/>
                  </a:lnTo>
                  <a:lnTo>
                    <a:pt x="4102654" y="1454877"/>
                  </a:lnTo>
                  <a:lnTo>
                    <a:pt x="4125553" y="1441657"/>
                  </a:lnTo>
                  <a:close/>
                </a:path>
                <a:path w="6791959" h="7073265">
                  <a:moveTo>
                    <a:pt x="4200148" y="1572628"/>
                  </a:moveTo>
                  <a:lnTo>
                    <a:pt x="4212486" y="1593998"/>
                  </a:lnTo>
                  <a:lnTo>
                    <a:pt x="4191115" y="1606336"/>
                  </a:lnTo>
                  <a:lnTo>
                    <a:pt x="4178777" y="1584965"/>
                  </a:lnTo>
                  <a:lnTo>
                    <a:pt x="4200148" y="1572628"/>
                  </a:lnTo>
                  <a:close/>
                </a:path>
                <a:path w="6791959" h="7073265">
                  <a:moveTo>
                    <a:pt x="4274743" y="1703586"/>
                  </a:moveTo>
                  <a:lnTo>
                    <a:pt x="4286204" y="1723429"/>
                  </a:lnTo>
                  <a:lnTo>
                    <a:pt x="4266356" y="1734889"/>
                  </a:lnTo>
                  <a:lnTo>
                    <a:pt x="4254901" y="1715041"/>
                  </a:lnTo>
                  <a:lnTo>
                    <a:pt x="4274743" y="1703586"/>
                  </a:lnTo>
                  <a:close/>
                </a:path>
                <a:path w="6791959" h="7073265">
                  <a:moveTo>
                    <a:pt x="4349338" y="1834551"/>
                  </a:moveTo>
                  <a:lnTo>
                    <a:pt x="4359916" y="1852871"/>
                  </a:lnTo>
                  <a:lnTo>
                    <a:pt x="4341590" y="1863450"/>
                  </a:lnTo>
                  <a:lnTo>
                    <a:pt x="4331018" y="1845130"/>
                  </a:lnTo>
                  <a:lnTo>
                    <a:pt x="4349338" y="1834551"/>
                  </a:lnTo>
                  <a:close/>
                </a:path>
                <a:path w="6791959" h="7073265">
                  <a:moveTo>
                    <a:pt x="4424045" y="1965113"/>
                  </a:moveTo>
                  <a:lnTo>
                    <a:pt x="4434031" y="1982414"/>
                  </a:lnTo>
                  <a:lnTo>
                    <a:pt x="4416730" y="1992407"/>
                  </a:lnTo>
                  <a:lnTo>
                    <a:pt x="4406738" y="1975105"/>
                  </a:lnTo>
                  <a:lnTo>
                    <a:pt x="4424045" y="1965113"/>
                  </a:lnTo>
                  <a:close/>
                </a:path>
                <a:path w="6791959" h="7073265">
                  <a:moveTo>
                    <a:pt x="4498528" y="2096481"/>
                  </a:moveTo>
                  <a:lnTo>
                    <a:pt x="4507341" y="2111744"/>
                  </a:lnTo>
                  <a:lnTo>
                    <a:pt x="4492071" y="2120557"/>
                  </a:lnTo>
                  <a:lnTo>
                    <a:pt x="4483258" y="2105294"/>
                  </a:lnTo>
                  <a:lnTo>
                    <a:pt x="4498528" y="2096481"/>
                  </a:lnTo>
                  <a:close/>
                </a:path>
                <a:path w="6791959" h="7073265">
                  <a:moveTo>
                    <a:pt x="4573229" y="2227042"/>
                  </a:moveTo>
                  <a:lnTo>
                    <a:pt x="4581456" y="2241293"/>
                  </a:lnTo>
                  <a:lnTo>
                    <a:pt x="4567206" y="2249520"/>
                  </a:lnTo>
                  <a:lnTo>
                    <a:pt x="4558978" y="2235269"/>
                  </a:lnTo>
                  <a:lnTo>
                    <a:pt x="4573229" y="2227042"/>
                  </a:lnTo>
                  <a:close/>
                </a:path>
                <a:path w="6791959" h="7073265">
                  <a:moveTo>
                    <a:pt x="4647824" y="2358007"/>
                  </a:moveTo>
                  <a:lnTo>
                    <a:pt x="4655169" y="2370730"/>
                  </a:lnTo>
                  <a:lnTo>
                    <a:pt x="4642446" y="2378075"/>
                  </a:lnTo>
                  <a:lnTo>
                    <a:pt x="4635101" y="2365352"/>
                  </a:lnTo>
                  <a:lnTo>
                    <a:pt x="4647824" y="2358007"/>
                  </a:lnTo>
                  <a:close/>
                </a:path>
                <a:path w="6791959" h="7073265">
                  <a:moveTo>
                    <a:pt x="4722413" y="2488972"/>
                  </a:moveTo>
                  <a:lnTo>
                    <a:pt x="4728881" y="2500167"/>
                  </a:lnTo>
                  <a:lnTo>
                    <a:pt x="4717687" y="2506629"/>
                  </a:lnTo>
                  <a:lnTo>
                    <a:pt x="4711225" y="2495434"/>
                  </a:lnTo>
                  <a:lnTo>
                    <a:pt x="4722413" y="2488972"/>
                  </a:lnTo>
                  <a:close/>
                </a:path>
                <a:path w="6791959" h="7073265">
                  <a:moveTo>
                    <a:pt x="4797014" y="2619937"/>
                  </a:moveTo>
                  <a:lnTo>
                    <a:pt x="4802600" y="2629604"/>
                  </a:lnTo>
                  <a:lnTo>
                    <a:pt x="4792928" y="2635189"/>
                  </a:lnTo>
                  <a:lnTo>
                    <a:pt x="4787348" y="2625517"/>
                  </a:lnTo>
                  <a:lnTo>
                    <a:pt x="4797014" y="2619937"/>
                  </a:lnTo>
                  <a:close/>
                </a:path>
                <a:path w="6791959" h="7073265">
                  <a:moveTo>
                    <a:pt x="4871716" y="2750499"/>
                  </a:moveTo>
                  <a:lnTo>
                    <a:pt x="4876709" y="2759153"/>
                  </a:lnTo>
                  <a:lnTo>
                    <a:pt x="4868056" y="2764146"/>
                  </a:lnTo>
                  <a:lnTo>
                    <a:pt x="4863063" y="2755492"/>
                  </a:lnTo>
                  <a:lnTo>
                    <a:pt x="4871716" y="2750499"/>
                  </a:lnTo>
                  <a:close/>
                </a:path>
                <a:path w="6791959" h="7073265">
                  <a:moveTo>
                    <a:pt x="4946418" y="2881061"/>
                  </a:moveTo>
                  <a:lnTo>
                    <a:pt x="4950824" y="2888695"/>
                  </a:lnTo>
                  <a:lnTo>
                    <a:pt x="4943190" y="2893102"/>
                  </a:lnTo>
                  <a:lnTo>
                    <a:pt x="4938783" y="2885468"/>
                  </a:lnTo>
                  <a:lnTo>
                    <a:pt x="4946418" y="2881061"/>
                  </a:lnTo>
                  <a:close/>
                </a:path>
                <a:path w="6791959" h="7073265">
                  <a:moveTo>
                    <a:pt x="5021119" y="3011629"/>
                  </a:moveTo>
                  <a:lnTo>
                    <a:pt x="5024940" y="3018239"/>
                  </a:lnTo>
                  <a:lnTo>
                    <a:pt x="5018318" y="3022060"/>
                  </a:lnTo>
                  <a:lnTo>
                    <a:pt x="5014503" y="3015449"/>
                  </a:lnTo>
                  <a:lnTo>
                    <a:pt x="5021119" y="3011629"/>
                  </a:lnTo>
                  <a:close/>
                </a:path>
                <a:path w="6791959" h="7073265">
                  <a:moveTo>
                    <a:pt x="5095821" y="3142191"/>
                  </a:moveTo>
                  <a:lnTo>
                    <a:pt x="5099055" y="3147782"/>
                  </a:lnTo>
                  <a:lnTo>
                    <a:pt x="5093458" y="3151016"/>
                  </a:lnTo>
                  <a:lnTo>
                    <a:pt x="5090229" y="3145419"/>
                  </a:lnTo>
                  <a:lnTo>
                    <a:pt x="5095821" y="3142191"/>
                  </a:lnTo>
                  <a:close/>
                </a:path>
                <a:path w="6791959" h="7073265">
                  <a:moveTo>
                    <a:pt x="5170528" y="3272752"/>
                  </a:moveTo>
                  <a:lnTo>
                    <a:pt x="5173170" y="3277325"/>
                  </a:lnTo>
                  <a:lnTo>
                    <a:pt x="5168586" y="3279972"/>
                  </a:lnTo>
                  <a:lnTo>
                    <a:pt x="5165944" y="3275394"/>
                  </a:lnTo>
                  <a:lnTo>
                    <a:pt x="5170528" y="3272752"/>
                  </a:lnTo>
                  <a:close/>
                </a:path>
                <a:path w="6791959" h="7073265">
                  <a:moveTo>
                    <a:pt x="5245224" y="3403308"/>
                  </a:moveTo>
                  <a:lnTo>
                    <a:pt x="5247280" y="3406874"/>
                  </a:lnTo>
                  <a:lnTo>
                    <a:pt x="5243720" y="3408929"/>
                  </a:lnTo>
                  <a:lnTo>
                    <a:pt x="5241665" y="3405364"/>
                  </a:lnTo>
                  <a:lnTo>
                    <a:pt x="5245224" y="3403308"/>
                  </a:lnTo>
                  <a:close/>
                </a:path>
                <a:path w="6791959" h="7073265">
                  <a:moveTo>
                    <a:pt x="5319926" y="3533877"/>
                  </a:moveTo>
                  <a:lnTo>
                    <a:pt x="5321395" y="3536418"/>
                  </a:lnTo>
                  <a:lnTo>
                    <a:pt x="5318848" y="3537887"/>
                  </a:lnTo>
                  <a:lnTo>
                    <a:pt x="5317379" y="3535346"/>
                  </a:lnTo>
                  <a:lnTo>
                    <a:pt x="5319926" y="3533877"/>
                  </a:lnTo>
                  <a:close/>
                </a:path>
                <a:path w="6791959" h="7073265">
                  <a:moveTo>
                    <a:pt x="5394740" y="3664036"/>
                  </a:moveTo>
                  <a:lnTo>
                    <a:pt x="5395913" y="3666074"/>
                  </a:lnTo>
                  <a:lnTo>
                    <a:pt x="5393881" y="3667247"/>
                  </a:lnTo>
                  <a:lnTo>
                    <a:pt x="5392702" y="3665215"/>
                  </a:lnTo>
                  <a:lnTo>
                    <a:pt x="5394740" y="3664036"/>
                  </a:lnTo>
                  <a:close/>
                </a:path>
                <a:path w="6791959" h="7073265">
                  <a:moveTo>
                    <a:pt x="3084917" y="0"/>
                  </a:moveTo>
                  <a:lnTo>
                    <a:pt x="3087674" y="0"/>
                  </a:lnTo>
                  <a:lnTo>
                    <a:pt x="3085606" y="1193"/>
                  </a:lnTo>
                  <a:lnTo>
                    <a:pt x="3084917" y="0"/>
                  </a:lnTo>
                  <a:close/>
                </a:path>
                <a:path w="6791959" h="7073265">
                  <a:moveTo>
                    <a:pt x="3175685" y="74361"/>
                  </a:moveTo>
                  <a:lnTo>
                    <a:pt x="3199779" y="116089"/>
                  </a:lnTo>
                  <a:lnTo>
                    <a:pt x="3158051" y="140184"/>
                  </a:lnTo>
                  <a:lnTo>
                    <a:pt x="3133956" y="98455"/>
                  </a:lnTo>
                  <a:lnTo>
                    <a:pt x="3175685" y="74361"/>
                  </a:lnTo>
                  <a:close/>
                </a:path>
                <a:path w="6791959" h="7073265">
                  <a:moveTo>
                    <a:pt x="3250280" y="205326"/>
                  </a:moveTo>
                  <a:lnTo>
                    <a:pt x="3273493" y="245525"/>
                  </a:lnTo>
                  <a:lnTo>
                    <a:pt x="3233293" y="268738"/>
                  </a:lnTo>
                  <a:lnTo>
                    <a:pt x="3210080" y="228538"/>
                  </a:lnTo>
                  <a:lnTo>
                    <a:pt x="3250280" y="205326"/>
                  </a:lnTo>
                  <a:close/>
                </a:path>
                <a:path w="6791959" h="7073265">
                  <a:moveTo>
                    <a:pt x="3324875" y="336296"/>
                  </a:moveTo>
                  <a:lnTo>
                    <a:pt x="3347205" y="374968"/>
                  </a:lnTo>
                  <a:lnTo>
                    <a:pt x="3308533" y="397292"/>
                  </a:lnTo>
                  <a:lnTo>
                    <a:pt x="3286203" y="358621"/>
                  </a:lnTo>
                  <a:lnTo>
                    <a:pt x="3324875" y="336296"/>
                  </a:lnTo>
                  <a:close/>
                </a:path>
                <a:path w="6791959" h="7073265">
                  <a:moveTo>
                    <a:pt x="3399470" y="467255"/>
                  </a:moveTo>
                  <a:lnTo>
                    <a:pt x="3420918" y="504404"/>
                  </a:lnTo>
                  <a:lnTo>
                    <a:pt x="3383768" y="525852"/>
                  </a:lnTo>
                  <a:lnTo>
                    <a:pt x="3362321" y="488702"/>
                  </a:lnTo>
                  <a:lnTo>
                    <a:pt x="3399470" y="467255"/>
                  </a:lnTo>
                  <a:close/>
                </a:path>
                <a:path w="6791959" h="7073265">
                  <a:moveTo>
                    <a:pt x="3474172" y="597817"/>
                  </a:moveTo>
                  <a:lnTo>
                    <a:pt x="3495033" y="633953"/>
                  </a:lnTo>
                  <a:lnTo>
                    <a:pt x="3458902" y="654808"/>
                  </a:lnTo>
                  <a:lnTo>
                    <a:pt x="3438041" y="618678"/>
                  </a:lnTo>
                  <a:lnTo>
                    <a:pt x="3474172" y="597817"/>
                  </a:lnTo>
                  <a:close/>
                </a:path>
                <a:path w="6791959" h="7073265">
                  <a:moveTo>
                    <a:pt x="3548660" y="729184"/>
                  </a:moveTo>
                  <a:lnTo>
                    <a:pt x="3568343" y="763277"/>
                  </a:lnTo>
                  <a:lnTo>
                    <a:pt x="3534250" y="782965"/>
                  </a:lnTo>
                  <a:lnTo>
                    <a:pt x="3514562" y="748866"/>
                  </a:lnTo>
                  <a:lnTo>
                    <a:pt x="3548660" y="729184"/>
                  </a:lnTo>
                  <a:close/>
                </a:path>
                <a:path w="6791959" h="7073265">
                  <a:moveTo>
                    <a:pt x="3623255" y="860149"/>
                  </a:moveTo>
                  <a:lnTo>
                    <a:pt x="3642055" y="892720"/>
                  </a:lnTo>
                  <a:lnTo>
                    <a:pt x="3609490" y="911520"/>
                  </a:lnTo>
                  <a:lnTo>
                    <a:pt x="3590684" y="878955"/>
                  </a:lnTo>
                  <a:lnTo>
                    <a:pt x="3623255" y="860149"/>
                  </a:lnTo>
                  <a:close/>
                </a:path>
                <a:path w="6791959" h="7073265">
                  <a:moveTo>
                    <a:pt x="3697738" y="991517"/>
                  </a:moveTo>
                  <a:lnTo>
                    <a:pt x="3715365" y="1022050"/>
                  </a:lnTo>
                  <a:lnTo>
                    <a:pt x="3684832" y="1039677"/>
                  </a:lnTo>
                  <a:lnTo>
                    <a:pt x="3667205" y="1009144"/>
                  </a:lnTo>
                  <a:lnTo>
                    <a:pt x="3697738" y="991517"/>
                  </a:lnTo>
                  <a:close/>
                </a:path>
                <a:path w="6791959" h="7073265">
                  <a:moveTo>
                    <a:pt x="3772339" y="1122482"/>
                  </a:moveTo>
                  <a:lnTo>
                    <a:pt x="3789083" y="1151481"/>
                  </a:lnTo>
                  <a:lnTo>
                    <a:pt x="3760072" y="1168231"/>
                  </a:lnTo>
                  <a:lnTo>
                    <a:pt x="3743328" y="1139226"/>
                  </a:lnTo>
                  <a:lnTo>
                    <a:pt x="3772339" y="1122482"/>
                  </a:lnTo>
                  <a:close/>
                </a:path>
                <a:path w="6791959" h="7073265">
                  <a:moveTo>
                    <a:pt x="3846927" y="1253441"/>
                  </a:moveTo>
                  <a:lnTo>
                    <a:pt x="3862796" y="1280923"/>
                  </a:lnTo>
                  <a:lnTo>
                    <a:pt x="3835313" y="1296786"/>
                  </a:lnTo>
                  <a:lnTo>
                    <a:pt x="3819450" y="1269309"/>
                  </a:lnTo>
                  <a:lnTo>
                    <a:pt x="3846927" y="1253441"/>
                  </a:lnTo>
                  <a:close/>
                </a:path>
                <a:path w="6791959" h="7073265">
                  <a:moveTo>
                    <a:pt x="3921523" y="1384411"/>
                  </a:moveTo>
                  <a:lnTo>
                    <a:pt x="3936508" y="1410360"/>
                  </a:lnTo>
                  <a:lnTo>
                    <a:pt x="3910560" y="1425339"/>
                  </a:lnTo>
                  <a:lnTo>
                    <a:pt x="3895574" y="1399390"/>
                  </a:lnTo>
                  <a:lnTo>
                    <a:pt x="3921523" y="1384411"/>
                  </a:lnTo>
                  <a:close/>
                </a:path>
                <a:path w="6791959" h="7073265">
                  <a:moveTo>
                    <a:pt x="3996118" y="1515370"/>
                  </a:moveTo>
                  <a:lnTo>
                    <a:pt x="4010221" y="1539796"/>
                  </a:lnTo>
                  <a:lnTo>
                    <a:pt x="3985794" y="1553899"/>
                  </a:lnTo>
                  <a:lnTo>
                    <a:pt x="3971691" y="1529472"/>
                  </a:lnTo>
                  <a:lnTo>
                    <a:pt x="3996118" y="1515370"/>
                  </a:lnTo>
                  <a:close/>
                </a:path>
                <a:path w="6791959" h="7073265">
                  <a:moveTo>
                    <a:pt x="4070607" y="1646737"/>
                  </a:moveTo>
                  <a:lnTo>
                    <a:pt x="4083531" y="1669126"/>
                  </a:lnTo>
                  <a:lnTo>
                    <a:pt x="4061142" y="1682050"/>
                  </a:lnTo>
                  <a:lnTo>
                    <a:pt x="4048217" y="1659667"/>
                  </a:lnTo>
                  <a:lnTo>
                    <a:pt x="4070607" y="1646737"/>
                  </a:lnTo>
                  <a:close/>
                </a:path>
                <a:path w="6791959" h="7073265">
                  <a:moveTo>
                    <a:pt x="4145308" y="1777299"/>
                  </a:moveTo>
                  <a:lnTo>
                    <a:pt x="4157646" y="1798669"/>
                  </a:lnTo>
                  <a:lnTo>
                    <a:pt x="4136276" y="1811013"/>
                  </a:lnTo>
                  <a:lnTo>
                    <a:pt x="4123932" y="1789637"/>
                  </a:lnTo>
                  <a:lnTo>
                    <a:pt x="4145308" y="1777299"/>
                  </a:lnTo>
                  <a:close/>
                </a:path>
                <a:path w="6791959" h="7073265">
                  <a:moveTo>
                    <a:pt x="4219796" y="1908666"/>
                  </a:moveTo>
                  <a:lnTo>
                    <a:pt x="4230955" y="1927999"/>
                  </a:lnTo>
                  <a:lnTo>
                    <a:pt x="4211622" y="1939164"/>
                  </a:lnTo>
                  <a:lnTo>
                    <a:pt x="4200464" y="1919831"/>
                  </a:lnTo>
                  <a:lnTo>
                    <a:pt x="4219796" y="1908666"/>
                  </a:lnTo>
                  <a:close/>
                </a:path>
                <a:path w="6791959" h="7073265">
                  <a:moveTo>
                    <a:pt x="4294386" y="2039631"/>
                  </a:moveTo>
                  <a:lnTo>
                    <a:pt x="4304668" y="2057442"/>
                  </a:lnTo>
                  <a:lnTo>
                    <a:pt x="4286857" y="2067725"/>
                  </a:lnTo>
                  <a:lnTo>
                    <a:pt x="4276575" y="2049914"/>
                  </a:lnTo>
                  <a:lnTo>
                    <a:pt x="4294386" y="2039631"/>
                  </a:lnTo>
                  <a:close/>
                </a:path>
                <a:path w="6791959" h="7073265">
                  <a:moveTo>
                    <a:pt x="4369086" y="2170193"/>
                  </a:moveTo>
                  <a:lnTo>
                    <a:pt x="4378783" y="2186985"/>
                  </a:lnTo>
                  <a:lnTo>
                    <a:pt x="4361998" y="2196681"/>
                  </a:lnTo>
                  <a:lnTo>
                    <a:pt x="4352301" y="2179883"/>
                  </a:lnTo>
                  <a:lnTo>
                    <a:pt x="4369086" y="2170193"/>
                  </a:lnTo>
                  <a:close/>
                </a:path>
                <a:path w="6791959" h="7073265">
                  <a:moveTo>
                    <a:pt x="4443576" y="2301555"/>
                  </a:moveTo>
                  <a:lnTo>
                    <a:pt x="4452099" y="2316315"/>
                  </a:lnTo>
                  <a:lnTo>
                    <a:pt x="4437339" y="2324832"/>
                  </a:lnTo>
                  <a:lnTo>
                    <a:pt x="4428821" y="2310078"/>
                  </a:lnTo>
                  <a:lnTo>
                    <a:pt x="4443576" y="2301555"/>
                  </a:lnTo>
                  <a:close/>
                </a:path>
                <a:path w="6791959" h="7073265">
                  <a:moveTo>
                    <a:pt x="4518283" y="2432117"/>
                  </a:moveTo>
                  <a:lnTo>
                    <a:pt x="4526214" y="2445858"/>
                  </a:lnTo>
                  <a:lnTo>
                    <a:pt x="4512472" y="2453795"/>
                  </a:lnTo>
                  <a:lnTo>
                    <a:pt x="4504541" y="2440054"/>
                  </a:lnTo>
                  <a:lnTo>
                    <a:pt x="4518283" y="2432117"/>
                  </a:lnTo>
                  <a:close/>
                </a:path>
                <a:path w="6791959" h="7073265">
                  <a:moveTo>
                    <a:pt x="4592878" y="2563087"/>
                  </a:moveTo>
                  <a:lnTo>
                    <a:pt x="4599926" y="2575301"/>
                  </a:lnTo>
                  <a:lnTo>
                    <a:pt x="4587713" y="2582349"/>
                  </a:lnTo>
                  <a:lnTo>
                    <a:pt x="4580665" y="2570136"/>
                  </a:lnTo>
                  <a:lnTo>
                    <a:pt x="4592878" y="2563087"/>
                  </a:lnTo>
                  <a:close/>
                </a:path>
                <a:path w="6791959" h="7073265">
                  <a:moveTo>
                    <a:pt x="4667467" y="2694046"/>
                  </a:moveTo>
                  <a:lnTo>
                    <a:pt x="4673639" y="2704737"/>
                  </a:lnTo>
                  <a:lnTo>
                    <a:pt x="4662954" y="2710909"/>
                  </a:lnTo>
                  <a:lnTo>
                    <a:pt x="4656782" y="2700218"/>
                  </a:lnTo>
                  <a:lnTo>
                    <a:pt x="4667467" y="2694046"/>
                  </a:lnTo>
                  <a:close/>
                </a:path>
                <a:path w="6791959" h="7073265">
                  <a:moveTo>
                    <a:pt x="4742062" y="2825017"/>
                  </a:moveTo>
                  <a:lnTo>
                    <a:pt x="4747352" y="2834174"/>
                  </a:lnTo>
                  <a:lnTo>
                    <a:pt x="4738194" y="2839463"/>
                  </a:lnTo>
                  <a:lnTo>
                    <a:pt x="4732905" y="2830300"/>
                  </a:lnTo>
                  <a:lnTo>
                    <a:pt x="4742062" y="2825017"/>
                  </a:lnTo>
                  <a:close/>
                </a:path>
                <a:path w="6791959" h="7073265">
                  <a:moveTo>
                    <a:pt x="4816764" y="2955579"/>
                  </a:moveTo>
                  <a:lnTo>
                    <a:pt x="4821467" y="2963717"/>
                  </a:lnTo>
                  <a:lnTo>
                    <a:pt x="4813322" y="2968420"/>
                  </a:lnTo>
                  <a:lnTo>
                    <a:pt x="4808625" y="2960276"/>
                  </a:lnTo>
                  <a:lnTo>
                    <a:pt x="4816764" y="2955579"/>
                  </a:lnTo>
                  <a:close/>
                </a:path>
                <a:path w="6791959" h="7073265">
                  <a:moveTo>
                    <a:pt x="4891471" y="3086140"/>
                  </a:moveTo>
                  <a:lnTo>
                    <a:pt x="4895582" y="3093266"/>
                  </a:lnTo>
                  <a:lnTo>
                    <a:pt x="4888457" y="3097377"/>
                  </a:lnTo>
                  <a:lnTo>
                    <a:pt x="4884346" y="3090251"/>
                  </a:lnTo>
                  <a:lnTo>
                    <a:pt x="4891471" y="3086140"/>
                  </a:lnTo>
                  <a:close/>
                </a:path>
                <a:path w="6791959" h="7073265">
                  <a:moveTo>
                    <a:pt x="4966173" y="3216702"/>
                  </a:moveTo>
                  <a:lnTo>
                    <a:pt x="4969697" y="3222803"/>
                  </a:lnTo>
                  <a:lnTo>
                    <a:pt x="4963585" y="3226333"/>
                  </a:lnTo>
                  <a:lnTo>
                    <a:pt x="4960060" y="3220226"/>
                  </a:lnTo>
                  <a:lnTo>
                    <a:pt x="4966173" y="3216702"/>
                  </a:lnTo>
                  <a:close/>
                </a:path>
                <a:path w="6791959" h="7073265">
                  <a:moveTo>
                    <a:pt x="5040869" y="3347264"/>
                  </a:moveTo>
                  <a:lnTo>
                    <a:pt x="5043806" y="3352357"/>
                  </a:lnTo>
                  <a:lnTo>
                    <a:pt x="5038719" y="3355295"/>
                  </a:lnTo>
                  <a:lnTo>
                    <a:pt x="5035781" y="3350202"/>
                  </a:lnTo>
                  <a:lnTo>
                    <a:pt x="5040869" y="3347264"/>
                  </a:lnTo>
                  <a:close/>
                </a:path>
                <a:path w="6791959" h="7073265">
                  <a:moveTo>
                    <a:pt x="5115570" y="3477832"/>
                  </a:moveTo>
                  <a:lnTo>
                    <a:pt x="5117922" y="3481901"/>
                  </a:lnTo>
                  <a:lnTo>
                    <a:pt x="5113859" y="3484252"/>
                  </a:lnTo>
                  <a:lnTo>
                    <a:pt x="5111507" y="3480177"/>
                  </a:lnTo>
                  <a:lnTo>
                    <a:pt x="5115570" y="3477832"/>
                  </a:lnTo>
                  <a:close/>
                </a:path>
                <a:path w="6791959" h="7073265">
                  <a:moveTo>
                    <a:pt x="5190278" y="3608394"/>
                  </a:moveTo>
                  <a:lnTo>
                    <a:pt x="5192037" y="3611444"/>
                  </a:lnTo>
                  <a:lnTo>
                    <a:pt x="5188987" y="3613203"/>
                  </a:lnTo>
                  <a:lnTo>
                    <a:pt x="5187222" y="3610153"/>
                  </a:lnTo>
                  <a:lnTo>
                    <a:pt x="5190278" y="3608394"/>
                  </a:lnTo>
                  <a:close/>
                </a:path>
                <a:path w="6791959" h="7073265">
                  <a:moveTo>
                    <a:pt x="5264978" y="3738956"/>
                  </a:moveTo>
                  <a:lnTo>
                    <a:pt x="5266158" y="3740987"/>
                  </a:lnTo>
                  <a:lnTo>
                    <a:pt x="5264121" y="3742166"/>
                  </a:lnTo>
                  <a:lnTo>
                    <a:pt x="5262942" y="3740128"/>
                  </a:lnTo>
                  <a:lnTo>
                    <a:pt x="5264978" y="3738956"/>
                  </a:lnTo>
                  <a:close/>
                </a:path>
                <a:path w="6791959" h="7073265">
                  <a:moveTo>
                    <a:pt x="5339787" y="3869115"/>
                  </a:moveTo>
                  <a:lnTo>
                    <a:pt x="5340670" y="3870643"/>
                  </a:lnTo>
                  <a:lnTo>
                    <a:pt x="5339148" y="3871526"/>
                  </a:lnTo>
                  <a:lnTo>
                    <a:pt x="5338265" y="3869992"/>
                  </a:lnTo>
                  <a:lnTo>
                    <a:pt x="5339787" y="3869115"/>
                  </a:lnTo>
                  <a:close/>
                </a:path>
                <a:path w="6791959" h="7073265">
                  <a:moveTo>
                    <a:pt x="2971760" y="16716"/>
                  </a:moveTo>
                  <a:lnTo>
                    <a:pt x="2997911" y="62004"/>
                  </a:lnTo>
                  <a:lnTo>
                    <a:pt x="2952623" y="88148"/>
                  </a:lnTo>
                  <a:lnTo>
                    <a:pt x="2926472" y="42860"/>
                  </a:lnTo>
                  <a:lnTo>
                    <a:pt x="2971760" y="16716"/>
                  </a:lnTo>
                  <a:close/>
                </a:path>
                <a:path w="6791959" h="7073265">
                  <a:moveTo>
                    <a:pt x="3046355" y="147675"/>
                  </a:moveTo>
                  <a:lnTo>
                    <a:pt x="3071623" y="191440"/>
                  </a:lnTo>
                  <a:lnTo>
                    <a:pt x="3027864" y="216708"/>
                  </a:lnTo>
                  <a:lnTo>
                    <a:pt x="3002596" y="172943"/>
                  </a:lnTo>
                  <a:lnTo>
                    <a:pt x="3046355" y="147675"/>
                  </a:lnTo>
                  <a:close/>
                </a:path>
                <a:path w="6791959" h="7073265">
                  <a:moveTo>
                    <a:pt x="3120956" y="278640"/>
                  </a:moveTo>
                  <a:lnTo>
                    <a:pt x="3145336" y="320871"/>
                  </a:lnTo>
                  <a:lnTo>
                    <a:pt x="3103099" y="345256"/>
                  </a:lnTo>
                  <a:lnTo>
                    <a:pt x="3078719" y="303025"/>
                  </a:lnTo>
                  <a:lnTo>
                    <a:pt x="3120956" y="278640"/>
                  </a:lnTo>
                  <a:close/>
                </a:path>
                <a:path w="6791959" h="7073265">
                  <a:moveTo>
                    <a:pt x="3195439" y="410007"/>
                  </a:moveTo>
                  <a:lnTo>
                    <a:pt x="3218645" y="450207"/>
                  </a:lnTo>
                  <a:lnTo>
                    <a:pt x="3178445" y="473413"/>
                  </a:lnTo>
                  <a:lnTo>
                    <a:pt x="3155239" y="433214"/>
                  </a:lnTo>
                  <a:lnTo>
                    <a:pt x="3195439" y="410007"/>
                  </a:lnTo>
                  <a:close/>
                </a:path>
                <a:path w="6791959" h="7073265">
                  <a:moveTo>
                    <a:pt x="3270028" y="540966"/>
                  </a:moveTo>
                  <a:lnTo>
                    <a:pt x="3292358" y="579643"/>
                  </a:lnTo>
                  <a:lnTo>
                    <a:pt x="3253686" y="601973"/>
                  </a:lnTo>
                  <a:lnTo>
                    <a:pt x="3231356" y="563296"/>
                  </a:lnTo>
                  <a:lnTo>
                    <a:pt x="3270028" y="540966"/>
                  </a:lnTo>
                  <a:close/>
                </a:path>
                <a:path w="6791959" h="7073265">
                  <a:moveTo>
                    <a:pt x="3344629" y="671931"/>
                  </a:moveTo>
                  <a:lnTo>
                    <a:pt x="3366076" y="709080"/>
                  </a:lnTo>
                  <a:lnTo>
                    <a:pt x="3328927" y="730527"/>
                  </a:lnTo>
                  <a:lnTo>
                    <a:pt x="3307480" y="693378"/>
                  </a:lnTo>
                  <a:lnTo>
                    <a:pt x="3344629" y="671931"/>
                  </a:lnTo>
                  <a:close/>
                </a:path>
                <a:path w="6791959" h="7073265">
                  <a:moveTo>
                    <a:pt x="3419224" y="802902"/>
                  </a:moveTo>
                  <a:lnTo>
                    <a:pt x="3439789" y="838517"/>
                  </a:lnTo>
                  <a:lnTo>
                    <a:pt x="3404161" y="859088"/>
                  </a:lnTo>
                  <a:lnTo>
                    <a:pt x="3383597" y="823467"/>
                  </a:lnTo>
                  <a:lnTo>
                    <a:pt x="3419224" y="802902"/>
                  </a:lnTo>
                  <a:close/>
                </a:path>
                <a:path w="6791959" h="7073265">
                  <a:moveTo>
                    <a:pt x="3493706" y="934263"/>
                  </a:moveTo>
                  <a:lnTo>
                    <a:pt x="3513099" y="967847"/>
                  </a:lnTo>
                  <a:lnTo>
                    <a:pt x="3479515" y="987239"/>
                  </a:lnTo>
                  <a:lnTo>
                    <a:pt x="3460123" y="953655"/>
                  </a:lnTo>
                  <a:lnTo>
                    <a:pt x="3493706" y="934263"/>
                  </a:lnTo>
                  <a:close/>
                </a:path>
                <a:path w="6791959" h="7073265">
                  <a:moveTo>
                    <a:pt x="3568302" y="1065228"/>
                  </a:moveTo>
                  <a:lnTo>
                    <a:pt x="3586811" y="1097290"/>
                  </a:lnTo>
                  <a:lnTo>
                    <a:pt x="3554756" y="1115793"/>
                  </a:lnTo>
                  <a:lnTo>
                    <a:pt x="3536246" y="1083732"/>
                  </a:lnTo>
                  <a:lnTo>
                    <a:pt x="3568302" y="1065228"/>
                  </a:lnTo>
                  <a:close/>
                </a:path>
                <a:path w="6791959" h="7073265">
                  <a:moveTo>
                    <a:pt x="3642897" y="1196193"/>
                  </a:moveTo>
                  <a:lnTo>
                    <a:pt x="3660524" y="1226721"/>
                  </a:lnTo>
                  <a:lnTo>
                    <a:pt x="3629996" y="1244347"/>
                  </a:lnTo>
                  <a:lnTo>
                    <a:pt x="3612370" y="1213820"/>
                  </a:lnTo>
                  <a:lnTo>
                    <a:pt x="3642897" y="1196193"/>
                  </a:lnTo>
                  <a:close/>
                </a:path>
                <a:path w="6791959" h="7073265">
                  <a:moveTo>
                    <a:pt x="3717385" y="1327561"/>
                  </a:moveTo>
                  <a:lnTo>
                    <a:pt x="3733833" y="1356050"/>
                  </a:lnTo>
                  <a:lnTo>
                    <a:pt x="3705337" y="1372505"/>
                  </a:lnTo>
                  <a:lnTo>
                    <a:pt x="3688889" y="1344009"/>
                  </a:lnTo>
                  <a:lnTo>
                    <a:pt x="3717385" y="1327561"/>
                  </a:lnTo>
                  <a:close/>
                </a:path>
                <a:path w="6791959" h="7073265">
                  <a:moveTo>
                    <a:pt x="3792087" y="1458122"/>
                  </a:moveTo>
                  <a:lnTo>
                    <a:pt x="3807949" y="1485599"/>
                  </a:lnTo>
                  <a:lnTo>
                    <a:pt x="3780472" y="1501461"/>
                  </a:lnTo>
                  <a:lnTo>
                    <a:pt x="3764610" y="1473984"/>
                  </a:lnTo>
                  <a:lnTo>
                    <a:pt x="3792087" y="1458122"/>
                  </a:lnTo>
                  <a:close/>
                </a:path>
                <a:path w="6791959" h="7073265">
                  <a:moveTo>
                    <a:pt x="3866575" y="1589484"/>
                  </a:moveTo>
                  <a:lnTo>
                    <a:pt x="3881264" y="1614930"/>
                  </a:lnTo>
                  <a:lnTo>
                    <a:pt x="3855819" y="1629619"/>
                  </a:lnTo>
                  <a:lnTo>
                    <a:pt x="3841130" y="1604173"/>
                  </a:lnTo>
                  <a:lnTo>
                    <a:pt x="3866575" y="1589484"/>
                  </a:lnTo>
                  <a:close/>
                </a:path>
                <a:path w="6791959" h="7073265">
                  <a:moveTo>
                    <a:pt x="3941058" y="1720852"/>
                  </a:moveTo>
                  <a:lnTo>
                    <a:pt x="3954574" y="1744259"/>
                  </a:lnTo>
                  <a:lnTo>
                    <a:pt x="3931167" y="1757776"/>
                  </a:lnTo>
                  <a:lnTo>
                    <a:pt x="3917650" y="1734362"/>
                  </a:lnTo>
                  <a:lnTo>
                    <a:pt x="3941058" y="1720852"/>
                  </a:lnTo>
                  <a:close/>
                </a:path>
                <a:path w="6791959" h="7073265">
                  <a:moveTo>
                    <a:pt x="4015653" y="1851817"/>
                  </a:moveTo>
                  <a:lnTo>
                    <a:pt x="4028287" y="1873702"/>
                  </a:lnTo>
                  <a:lnTo>
                    <a:pt x="4006407" y="1886331"/>
                  </a:lnTo>
                  <a:lnTo>
                    <a:pt x="3993773" y="1864451"/>
                  </a:lnTo>
                  <a:lnTo>
                    <a:pt x="4015653" y="1851817"/>
                  </a:lnTo>
                  <a:close/>
                </a:path>
                <a:path w="6791959" h="7073265">
                  <a:moveTo>
                    <a:pt x="4090355" y="1982378"/>
                  </a:moveTo>
                  <a:lnTo>
                    <a:pt x="4102402" y="2003239"/>
                  </a:lnTo>
                  <a:lnTo>
                    <a:pt x="4081541" y="2015287"/>
                  </a:lnTo>
                  <a:lnTo>
                    <a:pt x="4069493" y="1994426"/>
                  </a:lnTo>
                  <a:lnTo>
                    <a:pt x="4090355" y="1982378"/>
                  </a:lnTo>
                  <a:close/>
                </a:path>
                <a:path w="6791959" h="7073265">
                  <a:moveTo>
                    <a:pt x="4164843" y="2113746"/>
                  </a:moveTo>
                  <a:lnTo>
                    <a:pt x="4175717" y="2132575"/>
                  </a:lnTo>
                  <a:lnTo>
                    <a:pt x="4156888" y="2143444"/>
                  </a:lnTo>
                  <a:lnTo>
                    <a:pt x="4146013" y="2124614"/>
                  </a:lnTo>
                  <a:lnTo>
                    <a:pt x="4164843" y="2113746"/>
                  </a:lnTo>
                  <a:close/>
                </a:path>
                <a:path w="6791959" h="7073265">
                  <a:moveTo>
                    <a:pt x="4239550" y="2244308"/>
                  </a:moveTo>
                  <a:lnTo>
                    <a:pt x="4249833" y="2262119"/>
                  </a:lnTo>
                  <a:lnTo>
                    <a:pt x="4232022" y="2272401"/>
                  </a:lnTo>
                  <a:lnTo>
                    <a:pt x="4221740" y="2254590"/>
                  </a:lnTo>
                  <a:lnTo>
                    <a:pt x="4239550" y="2244308"/>
                  </a:lnTo>
                  <a:close/>
                </a:path>
                <a:path w="6791959" h="7073265">
                  <a:moveTo>
                    <a:pt x="4314033" y="2375675"/>
                  </a:moveTo>
                  <a:lnTo>
                    <a:pt x="4323136" y="2391448"/>
                  </a:lnTo>
                  <a:lnTo>
                    <a:pt x="4307363" y="2400552"/>
                  </a:lnTo>
                  <a:lnTo>
                    <a:pt x="4298260" y="2384779"/>
                  </a:lnTo>
                  <a:lnTo>
                    <a:pt x="4314033" y="2375675"/>
                  </a:lnTo>
                  <a:close/>
                </a:path>
                <a:path w="6791959" h="7073265">
                  <a:moveTo>
                    <a:pt x="4388628" y="2506640"/>
                  </a:moveTo>
                  <a:lnTo>
                    <a:pt x="4396849" y="2520885"/>
                  </a:lnTo>
                  <a:lnTo>
                    <a:pt x="4382604" y="2529106"/>
                  </a:lnTo>
                  <a:lnTo>
                    <a:pt x="4374383" y="2514861"/>
                  </a:lnTo>
                  <a:lnTo>
                    <a:pt x="4388628" y="2506640"/>
                  </a:lnTo>
                  <a:close/>
                </a:path>
                <a:path w="6791959" h="7073265">
                  <a:moveTo>
                    <a:pt x="4463329" y="2637203"/>
                  </a:moveTo>
                  <a:lnTo>
                    <a:pt x="4470970" y="2650428"/>
                  </a:lnTo>
                  <a:lnTo>
                    <a:pt x="4457738" y="2658069"/>
                  </a:lnTo>
                  <a:lnTo>
                    <a:pt x="4450103" y="2644837"/>
                  </a:lnTo>
                  <a:lnTo>
                    <a:pt x="4463329" y="2637203"/>
                  </a:lnTo>
                  <a:close/>
                </a:path>
                <a:path w="6791959" h="7073265">
                  <a:moveTo>
                    <a:pt x="4537918" y="2768160"/>
                  </a:moveTo>
                  <a:lnTo>
                    <a:pt x="4544677" y="2779870"/>
                  </a:lnTo>
                  <a:lnTo>
                    <a:pt x="4532979" y="2786623"/>
                  </a:lnTo>
                  <a:lnTo>
                    <a:pt x="4526220" y="2774919"/>
                  </a:lnTo>
                  <a:lnTo>
                    <a:pt x="4537918" y="2768160"/>
                  </a:lnTo>
                  <a:close/>
                </a:path>
                <a:path w="6791959" h="7073265">
                  <a:moveTo>
                    <a:pt x="4612520" y="2899125"/>
                  </a:moveTo>
                  <a:lnTo>
                    <a:pt x="4618395" y="2909307"/>
                  </a:lnTo>
                  <a:lnTo>
                    <a:pt x="4608219" y="2915183"/>
                  </a:lnTo>
                  <a:lnTo>
                    <a:pt x="4602344" y="2905001"/>
                  </a:lnTo>
                  <a:lnTo>
                    <a:pt x="4612520" y="2899125"/>
                  </a:lnTo>
                  <a:close/>
                </a:path>
                <a:path w="6791959" h="7073265">
                  <a:moveTo>
                    <a:pt x="4687114" y="3030090"/>
                  </a:moveTo>
                  <a:lnTo>
                    <a:pt x="4692108" y="3038744"/>
                  </a:lnTo>
                  <a:lnTo>
                    <a:pt x="4683454" y="3043737"/>
                  </a:lnTo>
                  <a:lnTo>
                    <a:pt x="4678461" y="3035083"/>
                  </a:lnTo>
                  <a:lnTo>
                    <a:pt x="4687114" y="3030090"/>
                  </a:lnTo>
                  <a:close/>
                </a:path>
                <a:path w="6791959" h="7073265">
                  <a:moveTo>
                    <a:pt x="4761816" y="3160652"/>
                  </a:moveTo>
                  <a:lnTo>
                    <a:pt x="4766223" y="3168287"/>
                  </a:lnTo>
                  <a:lnTo>
                    <a:pt x="4758588" y="3172694"/>
                  </a:lnTo>
                  <a:lnTo>
                    <a:pt x="4754181" y="3165059"/>
                  </a:lnTo>
                  <a:lnTo>
                    <a:pt x="4761816" y="3160652"/>
                  </a:lnTo>
                  <a:close/>
                </a:path>
                <a:path w="6791959" h="7073265">
                  <a:moveTo>
                    <a:pt x="4836624" y="3290817"/>
                  </a:moveTo>
                  <a:lnTo>
                    <a:pt x="4840741" y="3297943"/>
                  </a:lnTo>
                  <a:lnTo>
                    <a:pt x="4833616" y="3302059"/>
                  </a:lnTo>
                  <a:lnTo>
                    <a:pt x="4829499" y="3294934"/>
                  </a:lnTo>
                  <a:lnTo>
                    <a:pt x="4836624" y="3290817"/>
                  </a:lnTo>
                  <a:close/>
                </a:path>
                <a:path w="6791959" h="7073265">
                  <a:moveTo>
                    <a:pt x="4911219" y="3421782"/>
                  </a:moveTo>
                  <a:lnTo>
                    <a:pt x="4914453" y="3427380"/>
                  </a:lnTo>
                  <a:lnTo>
                    <a:pt x="4908856" y="3430613"/>
                  </a:lnTo>
                  <a:lnTo>
                    <a:pt x="4905622" y="3425010"/>
                  </a:lnTo>
                  <a:lnTo>
                    <a:pt x="4911219" y="3421782"/>
                  </a:lnTo>
                  <a:close/>
                </a:path>
                <a:path w="6791959" h="7073265">
                  <a:moveTo>
                    <a:pt x="4985921" y="3552344"/>
                  </a:moveTo>
                  <a:lnTo>
                    <a:pt x="4988563" y="3556923"/>
                  </a:lnTo>
                  <a:lnTo>
                    <a:pt x="4983984" y="3559570"/>
                  </a:lnTo>
                  <a:lnTo>
                    <a:pt x="4981342" y="3554986"/>
                  </a:lnTo>
                  <a:lnTo>
                    <a:pt x="4985921" y="3552344"/>
                  </a:lnTo>
                  <a:close/>
                </a:path>
                <a:path w="6791959" h="7073265">
                  <a:moveTo>
                    <a:pt x="5060623" y="3682906"/>
                  </a:moveTo>
                  <a:lnTo>
                    <a:pt x="5062684" y="3686471"/>
                  </a:lnTo>
                  <a:lnTo>
                    <a:pt x="5059118" y="3688526"/>
                  </a:lnTo>
                  <a:lnTo>
                    <a:pt x="5057057" y="3684961"/>
                  </a:lnTo>
                  <a:lnTo>
                    <a:pt x="5060623" y="3682906"/>
                  </a:lnTo>
                  <a:close/>
                </a:path>
                <a:path w="6791959" h="7073265">
                  <a:moveTo>
                    <a:pt x="5135324" y="3813467"/>
                  </a:moveTo>
                  <a:lnTo>
                    <a:pt x="5136793" y="3816009"/>
                  </a:lnTo>
                  <a:lnTo>
                    <a:pt x="5134252" y="3817478"/>
                  </a:lnTo>
                  <a:lnTo>
                    <a:pt x="5132783" y="3814937"/>
                  </a:lnTo>
                  <a:lnTo>
                    <a:pt x="5135324" y="3813467"/>
                  </a:lnTo>
                  <a:close/>
                </a:path>
                <a:path w="6791959" h="7073265">
                  <a:moveTo>
                    <a:pt x="5210026" y="3944029"/>
                  </a:moveTo>
                  <a:lnTo>
                    <a:pt x="5210909" y="3945563"/>
                  </a:lnTo>
                  <a:lnTo>
                    <a:pt x="5209386" y="3946440"/>
                  </a:lnTo>
                  <a:lnTo>
                    <a:pt x="5208504" y="3944912"/>
                  </a:lnTo>
                  <a:lnTo>
                    <a:pt x="5210026" y="3944029"/>
                  </a:lnTo>
                  <a:close/>
                </a:path>
                <a:path w="6791959" h="7073265">
                  <a:moveTo>
                    <a:pt x="2731429" y="0"/>
                  </a:moveTo>
                  <a:lnTo>
                    <a:pt x="2786389" y="0"/>
                  </a:lnTo>
                  <a:lnTo>
                    <a:pt x="2790024" y="6297"/>
                  </a:lnTo>
                  <a:lnTo>
                    <a:pt x="2748806" y="30096"/>
                  </a:lnTo>
                  <a:lnTo>
                    <a:pt x="2731429" y="0"/>
                  </a:lnTo>
                  <a:close/>
                </a:path>
                <a:path w="6791959" h="7073265">
                  <a:moveTo>
                    <a:pt x="2842538" y="89617"/>
                  </a:moveTo>
                  <a:lnTo>
                    <a:pt x="2870157" y="137457"/>
                  </a:lnTo>
                  <a:lnTo>
                    <a:pt x="2822323" y="165070"/>
                  </a:lnTo>
                  <a:lnTo>
                    <a:pt x="2794703" y="117236"/>
                  </a:lnTo>
                  <a:lnTo>
                    <a:pt x="2842538" y="89617"/>
                  </a:lnTo>
                  <a:close/>
                </a:path>
                <a:path w="6791959" h="7073265">
                  <a:moveTo>
                    <a:pt x="2917026" y="220990"/>
                  </a:moveTo>
                  <a:lnTo>
                    <a:pt x="2943467" y="266787"/>
                  </a:lnTo>
                  <a:lnTo>
                    <a:pt x="2897669" y="293228"/>
                  </a:lnTo>
                  <a:lnTo>
                    <a:pt x="2871229" y="247430"/>
                  </a:lnTo>
                  <a:lnTo>
                    <a:pt x="2917026" y="220990"/>
                  </a:lnTo>
                  <a:close/>
                </a:path>
                <a:path w="6791959" h="7073265">
                  <a:moveTo>
                    <a:pt x="2991514" y="352352"/>
                  </a:moveTo>
                  <a:lnTo>
                    <a:pt x="3016782" y="396111"/>
                  </a:lnTo>
                  <a:lnTo>
                    <a:pt x="2973017" y="421379"/>
                  </a:lnTo>
                  <a:lnTo>
                    <a:pt x="2947749" y="377619"/>
                  </a:lnTo>
                  <a:lnTo>
                    <a:pt x="2991514" y="352352"/>
                  </a:lnTo>
                  <a:close/>
                </a:path>
                <a:path w="6791959" h="7073265">
                  <a:moveTo>
                    <a:pt x="3066110" y="483310"/>
                  </a:moveTo>
                  <a:lnTo>
                    <a:pt x="3090495" y="525547"/>
                  </a:lnTo>
                  <a:lnTo>
                    <a:pt x="3048258" y="549932"/>
                  </a:lnTo>
                  <a:lnTo>
                    <a:pt x="3023873" y="507695"/>
                  </a:lnTo>
                  <a:lnTo>
                    <a:pt x="3066110" y="483310"/>
                  </a:lnTo>
                  <a:close/>
                </a:path>
                <a:path w="6791959" h="7073265">
                  <a:moveTo>
                    <a:pt x="3140592" y="614684"/>
                  </a:moveTo>
                  <a:lnTo>
                    <a:pt x="3163805" y="654883"/>
                  </a:lnTo>
                  <a:lnTo>
                    <a:pt x="3123605" y="678096"/>
                  </a:lnTo>
                  <a:lnTo>
                    <a:pt x="3100392" y="637896"/>
                  </a:lnTo>
                  <a:lnTo>
                    <a:pt x="3140592" y="614684"/>
                  </a:lnTo>
                  <a:close/>
                </a:path>
                <a:path w="6791959" h="7073265">
                  <a:moveTo>
                    <a:pt x="3215193" y="745642"/>
                  </a:moveTo>
                  <a:lnTo>
                    <a:pt x="3237523" y="784320"/>
                  </a:lnTo>
                  <a:lnTo>
                    <a:pt x="3198846" y="806650"/>
                  </a:lnTo>
                  <a:lnTo>
                    <a:pt x="3176516" y="767972"/>
                  </a:lnTo>
                  <a:lnTo>
                    <a:pt x="3215193" y="745642"/>
                  </a:lnTo>
                  <a:close/>
                </a:path>
                <a:path w="6791959" h="7073265">
                  <a:moveTo>
                    <a:pt x="3289788" y="876613"/>
                  </a:moveTo>
                  <a:lnTo>
                    <a:pt x="3311236" y="913756"/>
                  </a:lnTo>
                  <a:lnTo>
                    <a:pt x="3274087" y="935204"/>
                  </a:lnTo>
                  <a:lnTo>
                    <a:pt x="3252639" y="898060"/>
                  </a:lnTo>
                  <a:lnTo>
                    <a:pt x="3289788" y="876613"/>
                  </a:lnTo>
                  <a:close/>
                </a:path>
                <a:path w="6791959" h="7073265">
                  <a:moveTo>
                    <a:pt x="3364378" y="1007571"/>
                  </a:moveTo>
                  <a:lnTo>
                    <a:pt x="3384948" y="1043199"/>
                  </a:lnTo>
                  <a:lnTo>
                    <a:pt x="3349327" y="1063764"/>
                  </a:lnTo>
                  <a:lnTo>
                    <a:pt x="3328763" y="1028136"/>
                  </a:lnTo>
                  <a:lnTo>
                    <a:pt x="3364378" y="1007571"/>
                  </a:lnTo>
                  <a:close/>
                </a:path>
                <a:path w="6791959" h="7073265">
                  <a:moveTo>
                    <a:pt x="3438866" y="1138933"/>
                  </a:moveTo>
                  <a:lnTo>
                    <a:pt x="3458258" y="1172523"/>
                  </a:lnTo>
                  <a:lnTo>
                    <a:pt x="3424668" y="1191915"/>
                  </a:lnTo>
                  <a:lnTo>
                    <a:pt x="3405276" y="1158325"/>
                  </a:lnTo>
                  <a:lnTo>
                    <a:pt x="3438866" y="1138933"/>
                  </a:lnTo>
                  <a:close/>
                </a:path>
                <a:path w="6791959" h="7073265">
                  <a:moveTo>
                    <a:pt x="3513461" y="1269904"/>
                  </a:moveTo>
                  <a:lnTo>
                    <a:pt x="3531970" y="1301960"/>
                  </a:lnTo>
                  <a:lnTo>
                    <a:pt x="3499915" y="1320469"/>
                  </a:lnTo>
                  <a:lnTo>
                    <a:pt x="3481405" y="1288413"/>
                  </a:lnTo>
                  <a:lnTo>
                    <a:pt x="3513461" y="1269904"/>
                  </a:lnTo>
                  <a:close/>
                </a:path>
                <a:path w="6791959" h="7073265">
                  <a:moveTo>
                    <a:pt x="3587942" y="1401271"/>
                  </a:moveTo>
                  <a:lnTo>
                    <a:pt x="3605280" y="1431289"/>
                  </a:lnTo>
                  <a:lnTo>
                    <a:pt x="3575256" y="1448626"/>
                  </a:lnTo>
                  <a:lnTo>
                    <a:pt x="3557925" y="1418602"/>
                  </a:lnTo>
                  <a:lnTo>
                    <a:pt x="3587942" y="1401271"/>
                  </a:lnTo>
                  <a:close/>
                </a:path>
                <a:path w="6791959" h="7073265">
                  <a:moveTo>
                    <a:pt x="3662431" y="1532633"/>
                  </a:moveTo>
                  <a:lnTo>
                    <a:pt x="3678596" y="1560625"/>
                  </a:lnTo>
                  <a:lnTo>
                    <a:pt x="3650609" y="1576784"/>
                  </a:lnTo>
                  <a:lnTo>
                    <a:pt x="3634445" y="1548791"/>
                  </a:lnTo>
                  <a:lnTo>
                    <a:pt x="3662431" y="1532633"/>
                  </a:lnTo>
                  <a:close/>
                </a:path>
                <a:path w="6791959" h="7073265">
                  <a:moveTo>
                    <a:pt x="3737139" y="1663195"/>
                  </a:moveTo>
                  <a:lnTo>
                    <a:pt x="3752711" y="1690169"/>
                  </a:lnTo>
                  <a:lnTo>
                    <a:pt x="3725737" y="1705740"/>
                  </a:lnTo>
                  <a:lnTo>
                    <a:pt x="3710165" y="1678767"/>
                  </a:lnTo>
                  <a:lnTo>
                    <a:pt x="3737139" y="1663195"/>
                  </a:lnTo>
                  <a:close/>
                </a:path>
                <a:path w="6791959" h="7073265">
                  <a:moveTo>
                    <a:pt x="3811621" y="1794568"/>
                  </a:moveTo>
                  <a:lnTo>
                    <a:pt x="3826014" y="1819498"/>
                  </a:lnTo>
                  <a:lnTo>
                    <a:pt x="3801084" y="1833891"/>
                  </a:lnTo>
                  <a:lnTo>
                    <a:pt x="3786691" y="1808961"/>
                  </a:lnTo>
                  <a:lnTo>
                    <a:pt x="3811621" y="1794568"/>
                  </a:lnTo>
                  <a:close/>
                </a:path>
                <a:path w="6791959" h="7073265">
                  <a:moveTo>
                    <a:pt x="3886110" y="1925930"/>
                  </a:moveTo>
                  <a:lnTo>
                    <a:pt x="3899330" y="1948829"/>
                  </a:lnTo>
                  <a:lnTo>
                    <a:pt x="3876431" y="1962049"/>
                  </a:lnTo>
                  <a:lnTo>
                    <a:pt x="3863211" y="1939150"/>
                  </a:lnTo>
                  <a:lnTo>
                    <a:pt x="3886110" y="1925930"/>
                  </a:lnTo>
                  <a:close/>
                </a:path>
                <a:path w="6791959" h="7073265">
                  <a:moveTo>
                    <a:pt x="3960705" y="2056889"/>
                  </a:moveTo>
                  <a:lnTo>
                    <a:pt x="3973043" y="2078265"/>
                  </a:lnTo>
                  <a:lnTo>
                    <a:pt x="3951672" y="2090603"/>
                  </a:lnTo>
                  <a:lnTo>
                    <a:pt x="3939334" y="2069226"/>
                  </a:lnTo>
                  <a:lnTo>
                    <a:pt x="3960705" y="2056889"/>
                  </a:lnTo>
                  <a:close/>
                </a:path>
                <a:path w="6791959" h="7073265">
                  <a:moveTo>
                    <a:pt x="4035300" y="2187859"/>
                  </a:moveTo>
                  <a:lnTo>
                    <a:pt x="4046755" y="2207707"/>
                  </a:lnTo>
                  <a:lnTo>
                    <a:pt x="4026913" y="2219162"/>
                  </a:lnTo>
                  <a:lnTo>
                    <a:pt x="4015452" y="2199314"/>
                  </a:lnTo>
                  <a:lnTo>
                    <a:pt x="4035300" y="2187859"/>
                  </a:lnTo>
                  <a:close/>
                </a:path>
                <a:path w="6791959" h="7073265">
                  <a:moveTo>
                    <a:pt x="4109889" y="2318818"/>
                  </a:moveTo>
                  <a:lnTo>
                    <a:pt x="4120468" y="2337144"/>
                  </a:lnTo>
                  <a:lnTo>
                    <a:pt x="4102154" y="2347717"/>
                  </a:lnTo>
                  <a:lnTo>
                    <a:pt x="4091575" y="2329397"/>
                  </a:lnTo>
                  <a:lnTo>
                    <a:pt x="4109889" y="2318818"/>
                  </a:lnTo>
                  <a:close/>
                </a:path>
                <a:path w="6791959" h="7073265">
                  <a:moveTo>
                    <a:pt x="4184490" y="2449783"/>
                  </a:moveTo>
                  <a:lnTo>
                    <a:pt x="4194186" y="2466581"/>
                  </a:lnTo>
                  <a:lnTo>
                    <a:pt x="4177394" y="2476277"/>
                  </a:lnTo>
                  <a:lnTo>
                    <a:pt x="4167698" y="2459479"/>
                  </a:lnTo>
                  <a:lnTo>
                    <a:pt x="4184490" y="2449783"/>
                  </a:lnTo>
                  <a:close/>
                </a:path>
                <a:path w="6791959" h="7073265">
                  <a:moveTo>
                    <a:pt x="4259085" y="2580754"/>
                  </a:moveTo>
                  <a:lnTo>
                    <a:pt x="4267899" y="2596017"/>
                  </a:lnTo>
                  <a:lnTo>
                    <a:pt x="4252635" y="2604830"/>
                  </a:lnTo>
                  <a:lnTo>
                    <a:pt x="4243821" y="2589567"/>
                  </a:lnTo>
                  <a:lnTo>
                    <a:pt x="4259085" y="2580754"/>
                  </a:lnTo>
                  <a:close/>
                </a:path>
                <a:path w="6791959" h="7073265">
                  <a:moveTo>
                    <a:pt x="4333674" y="2711712"/>
                  </a:moveTo>
                  <a:lnTo>
                    <a:pt x="4341611" y="2725454"/>
                  </a:lnTo>
                  <a:lnTo>
                    <a:pt x="4327876" y="2733385"/>
                  </a:lnTo>
                  <a:lnTo>
                    <a:pt x="4319939" y="2719643"/>
                  </a:lnTo>
                  <a:lnTo>
                    <a:pt x="4333674" y="2711712"/>
                  </a:lnTo>
                  <a:close/>
                </a:path>
                <a:path w="6791959" h="7073265">
                  <a:moveTo>
                    <a:pt x="4408382" y="2842274"/>
                  </a:moveTo>
                  <a:lnTo>
                    <a:pt x="4415726" y="2854997"/>
                  </a:lnTo>
                  <a:lnTo>
                    <a:pt x="4403003" y="2862342"/>
                  </a:lnTo>
                  <a:lnTo>
                    <a:pt x="4395659" y="2849619"/>
                  </a:lnTo>
                  <a:lnTo>
                    <a:pt x="4408382" y="2842274"/>
                  </a:lnTo>
                  <a:close/>
                </a:path>
                <a:path w="6791959" h="7073265">
                  <a:moveTo>
                    <a:pt x="4482864" y="2973641"/>
                  </a:moveTo>
                  <a:lnTo>
                    <a:pt x="4489036" y="2984332"/>
                  </a:lnTo>
                  <a:lnTo>
                    <a:pt x="4478351" y="2990498"/>
                  </a:lnTo>
                  <a:lnTo>
                    <a:pt x="4472179" y="2979813"/>
                  </a:lnTo>
                  <a:lnTo>
                    <a:pt x="4482864" y="2973641"/>
                  </a:lnTo>
                  <a:close/>
                </a:path>
                <a:path w="6791959" h="7073265">
                  <a:moveTo>
                    <a:pt x="4557465" y="3104606"/>
                  </a:moveTo>
                  <a:lnTo>
                    <a:pt x="4562748" y="3113763"/>
                  </a:lnTo>
                  <a:lnTo>
                    <a:pt x="4553585" y="3119053"/>
                  </a:lnTo>
                  <a:lnTo>
                    <a:pt x="4548302" y="3109896"/>
                  </a:lnTo>
                  <a:lnTo>
                    <a:pt x="4557465" y="3104606"/>
                  </a:lnTo>
                  <a:close/>
                </a:path>
                <a:path w="6791959" h="7073265">
                  <a:moveTo>
                    <a:pt x="4632161" y="3235175"/>
                  </a:moveTo>
                  <a:lnTo>
                    <a:pt x="4636864" y="3243313"/>
                  </a:lnTo>
                  <a:lnTo>
                    <a:pt x="4628719" y="3248010"/>
                  </a:lnTo>
                  <a:lnTo>
                    <a:pt x="4624022" y="3239871"/>
                  </a:lnTo>
                  <a:lnTo>
                    <a:pt x="4632161" y="3235175"/>
                  </a:lnTo>
                  <a:close/>
                </a:path>
                <a:path w="6791959" h="7073265">
                  <a:moveTo>
                    <a:pt x="4706862" y="3365736"/>
                  </a:moveTo>
                  <a:lnTo>
                    <a:pt x="4710979" y="3372862"/>
                  </a:lnTo>
                  <a:lnTo>
                    <a:pt x="4703854" y="3376973"/>
                  </a:lnTo>
                  <a:lnTo>
                    <a:pt x="4699737" y="3369847"/>
                  </a:lnTo>
                  <a:lnTo>
                    <a:pt x="4706862" y="3365736"/>
                  </a:lnTo>
                  <a:close/>
                </a:path>
                <a:path w="6791959" h="7073265">
                  <a:moveTo>
                    <a:pt x="4781570" y="3496298"/>
                  </a:moveTo>
                  <a:lnTo>
                    <a:pt x="4785094" y="3502399"/>
                  </a:lnTo>
                  <a:lnTo>
                    <a:pt x="4778988" y="3505923"/>
                  </a:lnTo>
                  <a:lnTo>
                    <a:pt x="4775463" y="3499822"/>
                  </a:lnTo>
                  <a:lnTo>
                    <a:pt x="4781570" y="3496298"/>
                  </a:lnTo>
                  <a:close/>
                </a:path>
                <a:path w="6791959" h="7073265">
                  <a:moveTo>
                    <a:pt x="4856272" y="3626860"/>
                  </a:moveTo>
                  <a:lnTo>
                    <a:pt x="4859209" y="3631948"/>
                  </a:lnTo>
                  <a:lnTo>
                    <a:pt x="4854122" y="3634886"/>
                  </a:lnTo>
                  <a:lnTo>
                    <a:pt x="4851184" y="3629798"/>
                  </a:lnTo>
                  <a:lnTo>
                    <a:pt x="4856272" y="3626860"/>
                  </a:lnTo>
                  <a:close/>
                </a:path>
                <a:path w="6791959" h="7073265">
                  <a:moveTo>
                    <a:pt x="4930974" y="3757422"/>
                  </a:moveTo>
                  <a:lnTo>
                    <a:pt x="4933325" y="3761491"/>
                  </a:lnTo>
                  <a:lnTo>
                    <a:pt x="4929250" y="3763842"/>
                  </a:lnTo>
                  <a:lnTo>
                    <a:pt x="4926904" y="3759773"/>
                  </a:lnTo>
                  <a:lnTo>
                    <a:pt x="4930974" y="3757422"/>
                  </a:lnTo>
                  <a:close/>
                </a:path>
                <a:path w="6791959" h="7073265">
                  <a:moveTo>
                    <a:pt x="5005674" y="3887984"/>
                  </a:moveTo>
                  <a:lnTo>
                    <a:pt x="5007434" y="3891040"/>
                  </a:lnTo>
                  <a:lnTo>
                    <a:pt x="5004384" y="3892799"/>
                  </a:lnTo>
                  <a:lnTo>
                    <a:pt x="5002619" y="3889748"/>
                  </a:lnTo>
                  <a:lnTo>
                    <a:pt x="5005674" y="3887984"/>
                  </a:lnTo>
                  <a:close/>
                </a:path>
                <a:path w="6791959" h="7073265">
                  <a:moveTo>
                    <a:pt x="5080377" y="4018551"/>
                  </a:moveTo>
                  <a:lnTo>
                    <a:pt x="5081549" y="4020577"/>
                  </a:lnTo>
                  <a:lnTo>
                    <a:pt x="5079512" y="4021756"/>
                  </a:lnTo>
                  <a:lnTo>
                    <a:pt x="5078339" y="4019724"/>
                  </a:lnTo>
                  <a:lnTo>
                    <a:pt x="5080377" y="4018551"/>
                  </a:lnTo>
                  <a:close/>
                </a:path>
                <a:path w="6791959" h="7073265">
                  <a:moveTo>
                    <a:pt x="5154065" y="4149700"/>
                  </a:moveTo>
                  <a:lnTo>
                    <a:pt x="5155418" y="4149700"/>
                  </a:lnTo>
                  <a:lnTo>
                    <a:pt x="5155665" y="4150126"/>
                  </a:lnTo>
                  <a:lnTo>
                    <a:pt x="5154312" y="4150126"/>
                  </a:lnTo>
                  <a:lnTo>
                    <a:pt x="5154065" y="4149700"/>
                  </a:lnTo>
                  <a:close/>
                </a:path>
                <a:path w="6791959" h="7073265">
                  <a:moveTo>
                    <a:pt x="2638620" y="31966"/>
                  </a:moveTo>
                  <a:lnTo>
                    <a:pt x="2668288" y="83360"/>
                  </a:lnTo>
                  <a:lnTo>
                    <a:pt x="2616894" y="113034"/>
                  </a:lnTo>
                  <a:lnTo>
                    <a:pt x="2587219" y="61640"/>
                  </a:lnTo>
                  <a:lnTo>
                    <a:pt x="2638620" y="31966"/>
                  </a:lnTo>
                  <a:close/>
                </a:path>
                <a:path w="6791959" h="7073265">
                  <a:moveTo>
                    <a:pt x="2713208" y="162931"/>
                  </a:moveTo>
                  <a:lnTo>
                    <a:pt x="2742000" y="212797"/>
                  </a:lnTo>
                  <a:lnTo>
                    <a:pt x="2692134" y="241589"/>
                  </a:lnTo>
                  <a:lnTo>
                    <a:pt x="2663342" y="191723"/>
                  </a:lnTo>
                  <a:lnTo>
                    <a:pt x="2713208" y="162931"/>
                  </a:lnTo>
                  <a:close/>
                </a:path>
                <a:path w="6791959" h="7073265">
                  <a:moveTo>
                    <a:pt x="2787697" y="294292"/>
                  </a:moveTo>
                  <a:lnTo>
                    <a:pt x="2815316" y="342127"/>
                  </a:lnTo>
                  <a:lnTo>
                    <a:pt x="2767481" y="369740"/>
                  </a:lnTo>
                  <a:lnTo>
                    <a:pt x="2739868" y="321912"/>
                  </a:lnTo>
                  <a:lnTo>
                    <a:pt x="2787697" y="294292"/>
                  </a:lnTo>
                  <a:close/>
                </a:path>
                <a:path w="6791959" h="7073265">
                  <a:moveTo>
                    <a:pt x="2862179" y="425660"/>
                  </a:moveTo>
                  <a:lnTo>
                    <a:pt x="2888626" y="471463"/>
                  </a:lnTo>
                  <a:lnTo>
                    <a:pt x="2842828" y="497903"/>
                  </a:lnTo>
                  <a:lnTo>
                    <a:pt x="2816388" y="452100"/>
                  </a:lnTo>
                  <a:lnTo>
                    <a:pt x="2862179" y="425660"/>
                  </a:lnTo>
                  <a:close/>
                </a:path>
                <a:path w="6791959" h="7073265">
                  <a:moveTo>
                    <a:pt x="2936673" y="557027"/>
                  </a:moveTo>
                  <a:lnTo>
                    <a:pt x="2961935" y="600787"/>
                  </a:lnTo>
                  <a:lnTo>
                    <a:pt x="2918176" y="626055"/>
                  </a:lnTo>
                  <a:lnTo>
                    <a:pt x="2892908" y="582295"/>
                  </a:lnTo>
                  <a:lnTo>
                    <a:pt x="2936673" y="557027"/>
                  </a:lnTo>
                  <a:close/>
                </a:path>
                <a:path w="6791959" h="7073265">
                  <a:moveTo>
                    <a:pt x="3011155" y="688395"/>
                  </a:moveTo>
                  <a:lnTo>
                    <a:pt x="3035244" y="730117"/>
                  </a:lnTo>
                  <a:lnTo>
                    <a:pt x="2993522" y="754206"/>
                  </a:lnTo>
                  <a:lnTo>
                    <a:pt x="2969433" y="712484"/>
                  </a:lnTo>
                  <a:lnTo>
                    <a:pt x="3011155" y="688395"/>
                  </a:lnTo>
                  <a:close/>
                </a:path>
                <a:path w="6791959" h="7073265">
                  <a:moveTo>
                    <a:pt x="3085751" y="819354"/>
                  </a:moveTo>
                  <a:lnTo>
                    <a:pt x="3108963" y="859553"/>
                  </a:lnTo>
                  <a:lnTo>
                    <a:pt x="3068764" y="882766"/>
                  </a:lnTo>
                  <a:lnTo>
                    <a:pt x="3045551" y="842566"/>
                  </a:lnTo>
                  <a:lnTo>
                    <a:pt x="3085751" y="819354"/>
                  </a:lnTo>
                  <a:close/>
                </a:path>
                <a:path w="6791959" h="7073265">
                  <a:moveTo>
                    <a:pt x="3160346" y="950324"/>
                  </a:moveTo>
                  <a:lnTo>
                    <a:pt x="3182676" y="988990"/>
                  </a:lnTo>
                  <a:lnTo>
                    <a:pt x="3143998" y="1011320"/>
                  </a:lnTo>
                  <a:lnTo>
                    <a:pt x="3121674" y="972654"/>
                  </a:lnTo>
                  <a:lnTo>
                    <a:pt x="3160346" y="950324"/>
                  </a:lnTo>
                  <a:close/>
                </a:path>
                <a:path w="6791959" h="7073265">
                  <a:moveTo>
                    <a:pt x="3234835" y="1081686"/>
                  </a:moveTo>
                  <a:lnTo>
                    <a:pt x="3255985" y="1118326"/>
                  </a:lnTo>
                  <a:lnTo>
                    <a:pt x="3219352" y="1139477"/>
                  </a:lnTo>
                  <a:lnTo>
                    <a:pt x="3198194" y="1102837"/>
                  </a:lnTo>
                  <a:lnTo>
                    <a:pt x="3234835" y="1081686"/>
                  </a:lnTo>
                  <a:close/>
                </a:path>
                <a:path w="6791959" h="7073265">
                  <a:moveTo>
                    <a:pt x="3309429" y="1212651"/>
                  </a:moveTo>
                  <a:lnTo>
                    <a:pt x="3329704" y="1247763"/>
                  </a:lnTo>
                  <a:lnTo>
                    <a:pt x="3294592" y="1268038"/>
                  </a:lnTo>
                  <a:lnTo>
                    <a:pt x="3274317" y="1232926"/>
                  </a:lnTo>
                  <a:lnTo>
                    <a:pt x="3309429" y="1212651"/>
                  </a:lnTo>
                  <a:close/>
                </a:path>
                <a:path w="6791959" h="7073265">
                  <a:moveTo>
                    <a:pt x="3383918" y="1344018"/>
                  </a:moveTo>
                  <a:lnTo>
                    <a:pt x="3403014" y="1377093"/>
                  </a:lnTo>
                  <a:lnTo>
                    <a:pt x="3369934" y="1396189"/>
                  </a:lnTo>
                  <a:lnTo>
                    <a:pt x="3350838" y="1363115"/>
                  </a:lnTo>
                  <a:lnTo>
                    <a:pt x="3383918" y="1344018"/>
                  </a:lnTo>
                  <a:close/>
                </a:path>
                <a:path w="6791959" h="7073265">
                  <a:moveTo>
                    <a:pt x="3458507" y="1474983"/>
                  </a:moveTo>
                  <a:lnTo>
                    <a:pt x="3476726" y="1506529"/>
                  </a:lnTo>
                  <a:lnTo>
                    <a:pt x="3445174" y="1524743"/>
                  </a:lnTo>
                  <a:lnTo>
                    <a:pt x="3426960" y="1493197"/>
                  </a:lnTo>
                  <a:lnTo>
                    <a:pt x="3458507" y="1474983"/>
                  </a:lnTo>
                  <a:close/>
                </a:path>
                <a:path w="6791959" h="7073265">
                  <a:moveTo>
                    <a:pt x="3532888" y="1606748"/>
                  </a:moveTo>
                  <a:lnTo>
                    <a:pt x="3549633" y="1635759"/>
                  </a:lnTo>
                  <a:lnTo>
                    <a:pt x="3520633" y="1652503"/>
                  </a:lnTo>
                  <a:lnTo>
                    <a:pt x="3503883" y="1623492"/>
                  </a:lnTo>
                  <a:lnTo>
                    <a:pt x="3532888" y="1606748"/>
                  </a:lnTo>
                  <a:close/>
                </a:path>
                <a:path w="6791959" h="7073265">
                  <a:moveTo>
                    <a:pt x="3607490" y="1737713"/>
                  </a:moveTo>
                  <a:lnTo>
                    <a:pt x="3623351" y="1765190"/>
                  </a:lnTo>
                  <a:lnTo>
                    <a:pt x="3595875" y="1781057"/>
                  </a:lnTo>
                  <a:lnTo>
                    <a:pt x="3580007" y="1753581"/>
                  </a:lnTo>
                  <a:lnTo>
                    <a:pt x="3607490" y="1737713"/>
                  </a:lnTo>
                  <a:close/>
                </a:path>
                <a:path w="6791959" h="7073265">
                  <a:moveTo>
                    <a:pt x="3682185" y="1868281"/>
                  </a:moveTo>
                  <a:lnTo>
                    <a:pt x="3697461" y="1894739"/>
                  </a:lnTo>
                  <a:lnTo>
                    <a:pt x="3671003" y="1910015"/>
                  </a:lnTo>
                  <a:lnTo>
                    <a:pt x="3655727" y="1883556"/>
                  </a:lnTo>
                  <a:lnTo>
                    <a:pt x="3682185" y="1868281"/>
                  </a:lnTo>
                  <a:close/>
                </a:path>
                <a:path w="6791959" h="7073265">
                  <a:moveTo>
                    <a:pt x="3756674" y="1999643"/>
                  </a:moveTo>
                  <a:lnTo>
                    <a:pt x="3770776" y="2024069"/>
                  </a:lnTo>
                  <a:lnTo>
                    <a:pt x="3746349" y="2038172"/>
                  </a:lnTo>
                  <a:lnTo>
                    <a:pt x="3732247" y="2013745"/>
                  </a:lnTo>
                  <a:lnTo>
                    <a:pt x="3756674" y="1999643"/>
                  </a:lnTo>
                  <a:close/>
                </a:path>
                <a:path w="6791959" h="7073265">
                  <a:moveTo>
                    <a:pt x="3831162" y="2131004"/>
                  </a:moveTo>
                  <a:lnTo>
                    <a:pt x="3844092" y="2153393"/>
                  </a:lnTo>
                  <a:lnTo>
                    <a:pt x="3821697" y="2166323"/>
                  </a:lnTo>
                  <a:lnTo>
                    <a:pt x="3808773" y="2143934"/>
                  </a:lnTo>
                  <a:lnTo>
                    <a:pt x="3831162" y="2131004"/>
                  </a:lnTo>
                  <a:close/>
                </a:path>
                <a:path w="6791959" h="7073265">
                  <a:moveTo>
                    <a:pt x="3905757" y="2261975"/>
                  </a:moveTo>
                  <a:lnTo>
                    <a:pt x="3917804" y="2282836"/>
                  </a:lnTo>
                  <a:lnTo>
                    <a:pt x="3896937" y="2294883"/>
                  </a:lnTo>
                  <a:lnTo>
                    <a:pt x="3884890" y="2274022"/>
                  </a:lnTo>
                  <a:lnTo>
                    <a:pt x="3905757" y="2261975"/>
                  </a:lnTo>
                  <a:close/>
                </a:path>
                <a:path w="6791959" h="7073265">
                  <a:moveTo>
                    <a:pt x="3980346" y="2392934"/>
                  </a:moveTo>
                  <a:lnTo>
                    <a:pt x="3991511" y="2412273"/>
                  </a:lnTo>
                  <a:lnTo>
                    <a:pt x="3972178" y="2423437"/>
                  </a:lnTo>
                  <a:lnTo>
                    <a:pt x="3961013" y="2404098"/>
                  </a:lnTo>
                  <a:lnTo>
                    <a:pt x="3980346" y="2392934"/>
                  </a:lnTo>
                  <a:close/>
                </a:path>
                <a:path w="6791959" h="7073265">
                  <a:moveTo>
                    <a:pt x="4054941" y="2523904"/>
                  </a:moveTo>
                  <a:lnTo>
                    <a:pt x="4065223" y="2541709"/>
                  </a:lnTo>
                  <a:lnTo>
                    <a:pt x="4047418" y="2551991"/>
                  </a:lnTo>
                  <a:lnTo>
                    <a:pt x="4037136" y="2534187"/>
                  </a:lnTo>
                  <a:lnTo>
                    <a:pt x="4054941" y="2523904"/>
                  </a:lnTo>
                  <a:close/>
                </a:path>
                <a:path w="6791959" h="7073265">
                  <a:moveTo>
                    <a:pt x="4129536" y="2654863"/>
                  </a:moveTo>
                  <a:lnTo>
                    <a:pt x="4138936" y="2671151"/>
                  </a:lnTo>
                  <a:lnTo>
                    <a:pt x="4122659" y="2680551"/>
                  </a:lnTo>
                  <a:lnTo>
                    <a:pt x="4113253" y="2664263"/>
                  </a:lnTo>
                  <a:lnTo>
                    <a:pt x="4129536" y="2654863"/>
                  </a:lnTo>
                  <a:close/>
                </a:path>
                <a:path w="6791959" h="7073265">
                  <a:moveTo>
                    <a:pt x="4204137" y="2785828"/>
                  </a:moveTo>
                  <a:lnTo>
                    <a:pt x="4212654" y="2800582"/>
                  </a:lnTo>
                  <a:lnTo>
                    <a:pt x="4197900" y="2809105"/>
                  </a:lnTo>
                  <a:lnTo>
                    <a:pt x="4189376" y="2794345"/>
                  </a:lnTo>
                  <a:lnTo>
                    <a:pt x="4204137" y="2785828"/>
                  </a:lnTo>
                  <a:close/>
                </a:path>
                <a:path w="6791959" h="7073265">
                  <a:moveTo>
                    <a:pt x="4278726" y="2916786"/>
                  </a:moveTo>
                  <a:lnTo>
                    <a:pt x="4286367" y="2930024"/>
                  </a:lnTo>
                  <a:lnTo>
                    <a:pt x="4273135" y="2937665"/>
                  </a:lnTo>
                  <a:lnTo>
                    <a:pt x="4265494" y="2924427"/>
                  </a:lnTo>
                  <a:lnTo>
                    <a:pt x="4278726" y="2916786"/>
                  </a:lnTo>
                  <a:close/>
                </a:path>
                <a:path w="6791959" h="7073265">
                  <a:moveTo>
                    <a:pt x="4353321" y="3047757"/>
                  </a:moveTo>
                  <a:lnTo>
                    <a:pt x="4360079" y="3059461"/>
                  </a:lnTo>
                  <a:lnTo>
                    <a:pt x="4348375" y="3066219"/>
                  </a:lnTo>
                  <a:lnTo>
                    <a:pt x="4341617" y="3054515"/>
                  </a:lnTo>
                  <a:lnTo>
                    <a:pt x="4353321" y="3047757"/>
                  </a:lnTo>
                  <a:close/>
                </a:path>
                <a:path w="6791959" h="7073265">
                  <a:moveTo>
                    <a:pt x="4427916" y="3178722"/>
                  </a:moveTo>
                  <a:lnTo>
                    <a:pt x="4433792" y="3188898"/>
                  </a:lnTo>
                  <a:lnTo>
                    <a:pt x="4423616" y="3194773"/>
                  </a:lnTo>
                  <a:lnTo>
                    <a:pt x="4417740" y="3184598"/>
                  </a:lnTo>
                  <a:lnTo>
                    <a:pt x="4427916" y="3178722"/>
                  </a:lnTo>
                  <a:close/>
                </a:path>
                <a:path w="6791959" h="7073265">
                  <a:moveTo>
                    <a:pt x="4502511" y="3309687"/>
                  </a:moveTo>
                  <a:lnTo>
                    <a:pt x="4507504" y="3318341"/>
                  </a:lnTo>
                  <a:lnTo>
                    <a:pt x="4498856" y="3323334"/>
                  </a:lnTo>
                  <a:lnTo>
                    <a:pt x="4493857" y="3314680"/>
                  </a:lnTo>
                  <a:lnTo>
                    <a:pt x="4502511" y="3309687"/>
                  </a:lnTo>
                  <a:close/>
                </a:path>
                <a:path w="6791959" h="7073265">
                  <a:moveTo>
                    <a:pt x="4577213" y="3440249"/>
                  </a:moveTo>
                  <a:lnTo>
                    <a:pt x="4581619" y="3447878"/>
                  </a:lnTo>
                  <a:lnTo>
                    <a:pt x="4573984" y="3452285"/>
                  </a:lnTo>
                  <a:lnTo>
                    <a:pt x="4569578" y="3444656"/>
                  </a:lnTo>
                  <a:lnTo>
                    <a:pt x="4577213" y="3440249"/>
                  </a:lnTo>
                  <a:close/>
                </a:path>
                <a:path w="6791959" h="7073265">
                  <a:moveTo>
                    <a:pt x="4651914" y="3570811"/>
                  </a:moveTo>
                  <a:lnTo>
                    <a:pt x="4655735" y="3577427"/>
                  </a:lnTo>
                  <a:lnTo>
                    <a:pt x="4649119" y="3581247"/>
                  </a:lnTo>
                  <a:lnTo>
                    <a:pt x="4645298" y="3574631"/>
                  </a:lnTo>
                  <a:lnTo>
                    <a:pt x="4651914" y="3570811"/>
                  </a:lnTo>
                  <a:close/>
                </a:path>
                <a:path w="6791959" h="7073265">
                  <a:moveTo>
                    <a:pt x="4726616" y="3701372"/>
                  </a:moveTo>
                  <a:lnTo>
                    <a:pt x="4729850" y="3706970"/>
                  </a:lnTo>
                  <a:lnTo>
                    <a:pt x="4724247" y="3710204"/>
                  </a:lnTo>
                  <a:lnTo>
                    <a:pt x="4721018" y="3704606"/>
                  </a:lnTo>
                  <a:lnTo>
                    <a:pt x="4726616" y="3701372"/>
                  </a:lnTo>
                  <a:close/>
                </a:path>
                <a:path w="6791959" h="7073265">
                  <a:moveTo>
                    <a:pt x="4801317" y="3831941"/>
                  </a:moveTo>
                  <a:lnTo>
                    <a:pt x="4803959" y="3836519"/>
                  </a:lnTo>
                  <a:lnTo>
                    <a:pt x="4799387" y="3839161"/>
                  </a:lnTo>
                  <a:lnTo>
                    <a:pt x="4796739" y="3834582"/>
                  </a:lnTo>
                  <a:lnTo>
                    <a:pt x="4801317" y="3831941"/>
                  </a:lnTo>
                  <a:close/>
                </a:path>
                <a:path w="6791959" h="7073265">
                  <a:moveTo>
                    <a:pt x="4876019" y="3962502"/>
                  </a:moveTo>
                  <a:lnTo>
                    <a:pt x="4878075" y="3966062"/>
                  </a:lnTo>
                  <a:lnTo>
                    <a:pt x="4874515" y="3968117"/>
                  </a:lnTo>
                  <a:lnTo>
                    <a:pt x="4872460" y="3964558"/>
                  </a:lnTo>
                  <a:lnTo>
                    <a:pt x="4876019" y="3962502"/>
                  </a:lnTo>
                  <a:close/>
                </a:path>
                <a:path w="6791959" h="7073265">
                  <a:moveTo>
                    <a:pt x="4950721" y="4093064"/>
                  </a:moveTo>
                  <a:lnTo>
                    <a:pt x="4952190" y="4095605"/>
                  </a:lnTo>
                  <a:lnTo>
                    <a:pt x="4949649" y="4097074"/>
                  </a:lnTo>
                  <a:lnTo>
                    <a:pt x="4948180" y="4094533"/>
                  </a:lnTo>
                  <a:lnTo>
                    <a:pt x="4950721" y="4093064"/>
                  </a:lnTo>
                  <a:close/>
                </a:path>
                <a:path w="6791959" h="7073265">
                  <a:moveTo>
                    <a:pt x="5025428" y="4223627"/>
                  </a:moveTo>
                  <a:lnTo>
                    <a:pt x="5026311" y="4225155"/>
                  </a:lnTo>
                  <a:lnTo>
                    <a:pt x="5024777" y="4226037"/>
                  </a:lnTo>
                  <a:lnTo>
                    <a:pt x="5023894" y="4224509"/>
                  </a:lnTo>
                  <a:lnTo>
                    <a:pt x="5025428" y="4223627"/>
                  </a:lnTo>
                  <a:close/>
                </a:path>
                <a:path w="6791959" h="7073265">
                  <a:moveTo>
                    <a:pt x="2394909" y="0"/>
                  </a:moveTo>
                  <a:lnTo>
                    <a:pt x="2446804" y="0"/>
                  </a:lnTo>
                  <a:lnTo>
                    <a:pt x="2463208" y="28414"/>
                  </a:lnTo>
                  <a:lnTo>
                    <a:pt x="2412323" y="57792"/>
                  </a:lnTo>
                  <a:lnTo>
                    <a:pt x="2382945" y="6907"/>
                  </a:lnTo>
                  <a:lnTo>
                    <a:pt x="2394909" y="0"/>
                  </a:lnTo>
                  <a:close/>
                </a:path>
                <a:path w="6791959" h="7073265">
                  <a:moveTo>
                    <a:pt x="2509284" y="105283"/>
                  </a:moveTo>
                  <a:lnTo>
                    <a:pt x="2540131" y="158709"/>
                  </a:lnTo>
                  <a:lnTo>
                    <a:pt x="2486699" y="189557"/>
                  </a:lnTo>
                  <a:lnTo>
                    <a:pt x="2455852" y="136131"/>
                  </a:lnTo>
                  <a:lnTo>
                    <a:pt x="2509284" y="105283"/>
                  </a:lnTo>
                  <a:close/>
                </a:path>
                <a:path w="6791959" h="7073265">
                  <a:moveTo>
                    <a:pt x="2583772" y="236645"/>
                  </a:moveTo>
                  <a:lnTo>
                    <a:pt x="2613446" y="288045"/>
                  </a:lnTo>
                  <a:lnTo>
                    <a:pt x="2562052" y="317714"/>
                  </a:lnTo>
                  <a:lnTo>
                    <a:pt x="2532378" y="266313"/>
                  </a:lnTo>
                  <a:lnTo>
                    <a:pt x="2583772" y="236645"/>
                  </a:lnTo>
                  <a:close/>
                </a:path>
                <a:path w="6791959" h="7073265">
                  <a:moveTo>
                    <a:pt x="2658367" y="367610"/>
                  </a:moveTo>
                  <a:lnTo>
                    <a:pt x="2687160" y="417482"/>
                  </a:lnTo>
                  <a:lnTo>
                    <a:pt x="2637287" y="446274"/>
                  </a:lnTo>
                  <a:lnTo>
                    <a:pt x="2608495" y="396402"/>
                  </a:lnTo>
                  <a:lnTo>
                    <a:pt x="2658367" y="367610"/>
                  </a:lnTo>
                  <a:close/>
                </a:path>
                <a:path w="6791959" h="7073265">
                  <a:moveTo>
                    <a:pt x="2732856" y="498977"/>
                  </a:moveTo>
                  <a:lnTo>
                    <a:pt x="2760469" y="546806"/>
                  </a:lnTo>
                  <a:lnTo>
                    <a:pt x="2712640" y="574425"/>
                  </a:lnTo>
                  <a:lnTo>
                    <a:pt x="2685021" y="526591"/>
                  </a:lnTo>
                  <a:lnTo>
                    <a:pt x="2732856" y="498977"/>
                  </a:lnTo>
                  <a:close/>
                </a:path>
                <a:path w="6791959" h="7073265">
                  <a:moveTo>
                    <a:pt x="2807338" y="630339"/>
                  </a:moveTo>
                  <a:lnTo>
                    <a:pt x="2833778" y="676136"/>
                  </a:lnTo>
                  <a:lnTo>
                    <a:pt x="2787981" y="702577"/>
                  </a:lnTo>
                  <a:lnTo>
                    <a:pt x="2761541" y="656779"/>
                  </a:lnTo>
                  <a:lnTo>
                    <a:pt x="2807338" y="630339"/>
                  </a:lnTo>
                  <a:close/>
                </a:path>
                <a:path w="6791959" h="7073265">
                  <a:moveTo>
                    <a:pt x="2881720" y="762109"/>
                  </a:moveTo>
                  <a:lnTo>
                    <a:pt x="2906692" y="805359"/>
                  </a:lnTo>
                  <a:lnTo>
                    <a:pt x="2863442" y="830331"/>
                  </a:lnTo>
                  <a:lnTo>
                    <a:pt x="2838470" y="787081"/>
                  </a:lnTo>
                  <a:lnTo>
                    <a:pt x="2881720" y="762109"/>
                  </a:lnTo>
                  <a:close/>
                </a:path>
                <a:path w="6791959" h="7073265">
                  <a:moveTo>
                    <a:pt x="2956321" y="893074"/>
                  </a:moveTo>
                  <a:lnTo>
                    <a:pt x="2980410" y="934796"/>
                  </a:lnTo>
                  <a:lnTo>
                    <a:pt x="2938682" y="958891"/>
                  </a:lnTo>
                  <a:lnTo>
                    <a:pt x="2914593" y="917163"/>
                  </a:lnTo>
                  <a:lnTo>
                    <a:pt x="2956321" y="893074"/>
                  </a:lnTo>
                  <a:close/>
                </a:path>
                <a:path w="6791959" h="7073265">
                  <a:moveTo>
                    <a:pt x="3030803" y="1024442"/>
                  </a:moveTo>
                  <a:lnTo>
                    <a:pt x="3053720" y="1064132"/>
                  </a:lnTo>
                  <a:lnTo>
                    <a:pt x="3014030" y="1087049"/>
                  </a:lnTo>
                  <a:lnTo>
                    <a:pt x="2991113" y="1047358"/>
                  </a:lnTo>
                  <a:lnTo>
                    <a:pt x="3030803" y="1024442"/>
                  </a:lnTo>
                  <a:close/>
                </a:path>
                <a:path w="6791959" h="7073265">
                  <a:moveTo>
                    <a:pt x="3105392" y="1155400"/>
                  </a:moveTo>
                  <a:lnTo>
                    <a:pt x="3127432" y="1193569"/>
                  </a:lnTo>
                  <a:lnTo>
                    <a:pt x="3089270" y="1215603"/>
                  </a:lnTo>
                  <a:lnTo>
                    <a:pt x="3067230" y="1177434"/>
                  </a:lnTo>
                  <a:lnTo>
                    <a:pt x="3105392" y="1155400"/>
                  </a:lnTo>
                  <a:close/>
                </a:path>
                <a:path w="6791959" h="7073265">
                  <a:moveTo>
                    <a:pt x="3179880" y="1286768"/>
                  </a:moveTo>
                  <a:lnTo>
                    <a:pt x="3200741" y="1322898"/>
                  </a:lnTo>
                  <a:lnTo>
                    <a:pt x="3164616" y="1343754"/>
                  </a:lnTo>
                  <a:lnTo>
                    <a:pt x="3143756" y="1307623"/>
                  </a:lnTo>
                  <a:lnTo>
                    <a:pt x="3179880" y="1286768"/>
                  </a:lnTo>
                  <a:close/>
                </a:path>
                <a:path w="6791959" h="7073265">
                  <a:moveTo>
                    <a:pt x="3254374" y="1418135"/>
                  </a:moveTo>
                  <a:lnTo>
                    <a:pt x="3274057" y="1452222"/>
                  </a:lnTo>
                  <a:lnTo>
                    <a:pt x="3239958" y="1471911"/>
                  </a:lnTo>
                  <a:lnTo>
                    <a:pt x="3220275" y="1437818"/>
                  </a:lnTo>
                  <a:lnTo>
                    <a:pt x="3254374" y="1418135"/>
                  </a:lnTo>
                  <a:close/>
                </a:path>
                <a:path w="6791959" h="7073265">
                  <a:moveTo>
                    <a:pt x="3328963" y="1549094"/>
                  </a:moveTo>
                  <a:lnTo>
                    <a:pt x="3347769" y="1581665"/>
                  </a:lnTo>
                  <a:lnTo>
                    <a:pt x="3315198" y="1600465"/>
                  </a:lnTo>
                  <a:lnTo>
                    <a:pt x="3296398" y="1567900"/>
                  </a:lnTo>
                  <a:lnTo>
                    <a:pt x="3328963" y="1549094"/>
                  </a:lnTo>
                  <a:close/>
                </a:path>
                <a:path w="6791959" h="7073265">
                  <a:moveTo>
                    <a:pt x="3403446" y="1680461"/>
                  </a:moveTo>
                  <a:lnTo>
                    <a:pt x="3421078" y="1711001"/>
                  </a:lnTo>
                  <a:lnTo>
                    <a:pt x="3390545" y="1728627"/>
                  </a:lnTo>
                  <a:lnTo>
                    <a:pt x="3372918" y="1698088"/>
                  </a:lnTo>
                  <a:lnTo>
                    <a:pt x="3403446" y="1680461"/>
                  </a:lnTo>
                  <a:close/>
                </a:path>
                <a:path w="6791959" h="7073265">
                  <a:moveTo>
                    <a:pt x="3477940" y="1811829"/>
                  </a:moveTo>
                  <a:lnTo>
                    <a:pt x="3494388" y="1840325"/>
                  </a:lnTo>
                  <a:lnTo>
                    <a:pt x="3465898" y="1856779"/>
                  </a:lnTo>
                  <a:lnTo>
                    <a:pt x="3449444" y="1828283"/>
                  </a:lnTo>
                  <a:lnTo>
                    <a:pt x="3477940" y="1811829"/>
                  </a:lnTo>
                  <a:close/>
                </a:path>
                <a:path w="6791959" h="7073265">
                  <a:moveTo>
                    <a:pt x="3552642" y="1942391"/>
                  </a:moveTo>
                  <a:lnTo>
                    <a:pt x="3568504" y="1969868"/>
                  </a:lnTo>
                  <a:lnTo>
                    <a:pt x="3541027" y="1985730"/>
                  </a:lnTo>
                  <a:lnTo>
                    <a:pt x="3525165" y="1958259"/>
                  </a:lnTo>
                  <a:lnTo>
                    <a:pt x="3552642" y="1942391"/>
                  </a:lnTo>
                  <a:close/>
                </a:path>
                <a:path w="6791959" h="7073265">
                  <a:moveTo>
                    <a:pt x="3627124" y="2073758"/>
                  </a:moveTo>
                  <a:lnTo>
                    <a:pt x="3641813" y="2099204"/>
                  </a:lnTo>
                  <a:lnTo>
                    <a:pt x="3616373" y="2113893"/>
                  </a:lnTo>
                  <a:lnTo>
                    <a:pt x="3601684" y="2088447"/>
                  </a:lnTo>
                  <a:lnTo>
                    <a:pt x="3627124" y="2073758"/>
                  </a:lnTo>
                  <a:close/>
                </a:path>
                <a:path w="6791959" h="7073265">
                  <a:moveTo>
                    <a:pt x="3701613" y="2205126"/>
                  </a:moveTo>
                  <a:lnTo>
                    <a:pt x="3715129" y="2228528"/>
                  </a:lnTo>
                  <a:lnTo>
                    <a:pt x="3691721" y="2242044"/>
                  </a:lnTo>
                  <a:lnTo>
                    <a:pt x="3678211" y="2218637"/>
                  </a:lnTo>
                  <a:lnTo>
                    <a:pt x="3701613" y="2205126"/>
                  </a:lnTo>
                  <a:close/>
                </a:path>
                <a:path w="6791959" h="7073265">
                  <a:moveTo>
                    <a:pt x="3776207" y="2336084"/>
                  </a:moveTo>
                  <a:lnTo>
                    <a:pt x="3788841" y="2357970"/>
                  </a:lnTo>
                  <a:lnTo>
                    <a:pt x="3766956" y="2370604"/>
                  </a:lnTo>
                  <a:lnTo>
                    <a:pt x="3754322" y="2348718"/>
                  </a:lnTo>
                  <a:lnTo>
                    <a:pt x="3776207" y="2336084"/>
                  </a:lnTo>
                  <a:close/>
                </a:path>
                <a:path w="6791959" h="7073265">
                  <a:moveTo>
                    <a:pt x="3850803" y="2467049"/>
                  </a:moveTo>
                  <a:lnTo>
                    <a:pt x="3862554" y="2487407"/>
                  </a:lnTo>
                  <a:lnTo>
                    <a:pt x="3842196" y="2499158"/>
                  </a:lnTo>
                  <a:lnTo>
                    <a:pt x="3830445" y="2478801"/>
                  </a:lnTo>
                  <a:lnTo>
                    <a:pt x="3850803" y="2467049"/>
                  </a:lnTo>
                  <a:close/>
                </a:path>
                <a:path w="6791959" h="7073265">
                  <a:moveTo>
                    <a:pt x="3925290" y="2598418"/>
                  </a:moveTo>
                  <a:lnTo>
                    <a:pt x="3935863" y="2616731"/>
                  </a:lnTo>
                  <a:lnTo>
                    <a:pt x="3917549" y="2627310"/>
                  </a:lnTo>
                  <a:lnTo>
                    <a:pt x="3906971" y="2608990"/>
                  </a:lnTo>
                  <a:lnTo>
                    <a:pt x="3925290" y="2598418"/>
                  </a:lnTo>
                  <a:close/>
                </a:path>
                <a:path w="6791959" h="7073265">
                  <a:moveTo>
                    <a:pt x="3999887" y="2729382"/>
                  </a:moveTo>
                  <a:lnTo>
                    <a:pt x="4009577" y="2746173"/>
                  </a:lnTo>
                  <a:lnTo>
                    <a:pt x="3992785" y="2755870"/>
                  </a:lnTo>
                  <a:lnTo>
                    <a:pt x="3983089" y="2739078"/>
                  </a:lnTo>
                  <a:lnTo>
                    <a:pt x="3999887" y="2729382"/>
                  </a:lnTo>
                  <a:close/>
                </a:path>
                <a:path w="6791959" h="7073265">
                  <a:moveTo>
                    <a:pt x="4074475" y="2860347"/>
                  </a:moveTo>
                  <a:lnTo>
                    <a:pt x="4083289" y="2875610"/>
                  </a:lnTo>
                  <a:lnTo>
                    <a:pt x="4068025" y="2884424"/>
                  </a:lnTo>
                  <a:lnTo>
                    <a:pt x="4059212" y="2869160"/>
                  </a:lnTo>
                  <a:lnTo>
                    <a:pt x="4074475" y="2860347"/>
                  </a:lnTo>
                  <a:close/>
                </a:path>
                <a:path w="6791959" h="7073265">
                  <a:moveTo>
                    <a:pt x="4149076" y="2991312"/>
                  </a:moveTo>
                  <a:lnTo>
                    <a:pt x="4157007" y="3005048"/>
                  </a:lnTo>
                  <a:lnTo>
                    <a:pt x="4143266" y="3012978"/>
                  </a:lnTo>
                  <a:lnTo>
                    <a:pt x="4135335" y="2999243"/>
                  </a:lnTo>
                  <a:lnTo>
                    <a:pt x="4149076" y="2991312"/>
                  </a:lnTo>
                  <a:close/>
                </a:path>
                <a:path w="6791959" h="7073265">
                  <a:moveTo>
                    <a:pt x="4223778" y="3121874"/>
                  </a:moveTo>
                  <a:lnTo>
                    <a:pt x="4231123" y="3134597"/>
                  </a:lnTo>
                  <a:lnTo>
                    <a:pt x="4218400" y="3141941"/>
                  </a:lnTo>
                  <a:lnTo>
                    <a:pt x="4211055" y="3129218"/>
                  </a:lnTo>
                  <a:lnTo>
                    <a:pt x="4223778" y="3121874"/>
                  </a:lnTo>
                  <a:close/>
                </a:path>
                <a:path w="6791959" h="7073265">
                  <a:moveTo>
                    <a:pt x="4298266" y="3253235"/>
                  </a:moveTo>
                  <a:lnTo>
                    <a:pt x="4304432" y="3263920"/>
                  </a:lnTo>
                  <a:lnTo>
                    <a:pt x="4293747" y="3270092"/>
                  </a:lnTo>
                  <a:lnTo>
                    <a:pt x="4287581" y="3259407"/>
                  </a:lnTo>
                  <a:lnTo>
                    <a:pt x="4298266" y="3253235"/>
                  </a:lnTo>
                  <a:close/>
                </a:path>
                <a:path w="6791959" h="7073265">
                  <a:moveTo>
                    <a:pt x="4372861" y="3384206"/>
                  </a:moveTo>
                  <a:lnTo>
                    <a:pt x="4378145" y="3393363"/>
                  </a:lnTo>
                  <a:lnTo>
                    <a:pt x="4368981" y="3398652"/>
                  </a:lnTo>
                  <a:lnTo>
                    <a:pt x="4363698" y="3389495"/>
                  </a:lnTo>
                  <a:lnTo>
                    <a:pt x="4372861" y="3384206"/>
                  </a:lnTo>
                  <a:close/>
                </a:path>
                <a:path w="6791959" h="7073265">
                  <a:moveTo>
                    <a:pt x="4447563" y="3514768"/>
                  </a:moveTo>
                  <a:lnTo>
                    <a:pt x="4452260" y="3522906"/>
                  </a:lnTo>
                  <a:lnTo>
                    <a:pt x="4444122" y="3527609"/>
                  </a:lnTo>
                  <a:lnTo>
                    <a:pt x="4439419" y="3519465"/>
                  </a:lnTo>
                  <a:lnTo>
                    <a:pt x="4447563" y="3514768"/>
                  </a:lnTo>
                  <a:close/>
                </a:path>
                <a:path w="6791959" h="7073265">
                  <a:moveTo>
                    <a:pt x="4522264" y="3645330"/>
                  </a:moveTo>
                  <a:lnTo>
                    <a:pt x="4526375" y="3652449"/>
                  </a:lnTo>
                  <a:lnTo>
                    <a:pt x="4519250" y="3656565"/>
                  </a:lnTo>
                  <a:lnTo>
                    <a:pt x="4515139" y="3649440"/>
                  </a:lnTo>
                  <a:lnTo>
                    <a:pt x="4522264" y="3645330"/>
                  </a:lnTo>
                  <a:close/>
                </a:path>
                <a:path w="6791959" h="7073265">
                  <a:moveTo>
                    <a:pt x="4596966" y="3775886"/>
                  </a:moveTo>
                  <a:lnTo>
                    <a:pt x="4600491" y="3781998"/>
                  </a:lnTo>
                  <a:lnTo>
                    <a:pt x="4594384" y="3785523"/>
                  </a:lnTo>
                  <a:lnTo>
                    <a:pt x="4590854" y="3779416"/>
                  </a:lnTo>
                  <a:lnTo>
                    <a:pt x="4596966" y="3775886"/>
                  </a:lnTo>
                  <a:close/>
                </a:path>
                <a:path w="6791959" h="7073265">
                  <a:moveTo>
                    <a:pt x="4671561" y="3906856"/>
                  </a:moveTo>
                  <a:lnTo>
                    <a:pt x="4674203" y="3911435"/>
                  </a:lnTo>
                  <a:lnTo>
                    <a:pt x="4669624" y="3914077"/>
                  </a:lnTo>
                  <a:lnTo>
                    <a:pt x="4666977" y="3909498"/>
                  </a:lnTo>
                  <a:lnTo>
                    <a:pt x="4671561" y="3906856"/>
                  </a:lnTo>
                  <a:close/>
                </a:path>
                <a:path w="6791959" h="7073265">
                  <a:moveTo>
                    <a:pt x="4746364" y="4037015"/>
                  </a:moveTo>
                  <a:lnTo>
                    <a:pt x="4748715" y="4041085"/>
                  </a:lnTo>
                  <a:lnTo>
                    <a:pt x="4744646" y="4043436"/>
                  </a:lnTo>
                  <a:lnTo>
                    <a:pt x="4742294" y="4039367"/>
                  </a:lnTo>
                  <a:lnTo>
                    <a:pt x="4746364" y="4037015"/>
                  </a:lnTo>
                  <a:close/>
                </a:path>
                <a:path w="6791959" h="7073265">
                  <a:moveTo>
                    <a:pt x="4821071" y="4167578"/>
                  </a:moveTo>
                  <a:lnTo>
                    <a:pt x="4822836" y="4170634"/>
                  </a:lnTo>
                  <a:lnTo>
                    <a:pt x="4819780" y="4172399"/>
                  </a:lnTo>
                  <a:lnTo>
                    <a:pt x="4818015" y="4169337"/>
                  </a:lnTo>
                  <a:lnTo>
                    <a:pt x="4821071" y="4167578"/>
                  </a:lnTo>
                  <a:close/>
                </a:path>
                <a:path w="6791959" h="7073265">
                  <a:moveTo>
                    <a:pt x="4895772" y="4298140"/>
                  </a:moveTo>
                  <a:lnTo>
                    <a:pt x="4896952" y="4300177"/>
                  </a:lnTo>
                  <a:lnTo>
                    <a:pt x="4894914" y="4301350"/>
                  </a:lnTo>
                  <a:lnTo>
                    <a:pt x="4893735" y="4299318"/>
                  </a:lnTo>
                  <a:lnTo>
                    <a:pt x="4895772" y="4298140"/>
                  </a:lnTo>
                  <a:close/>
                </a:path>
                <a:path w="6791959" h="7073265">
                  <a:moveTo>
                    <a:pt x="4969455" y="4429294"/>
                  </a:moveTo>
                  <a:lnTo>
                    <a:pt x="4970809" y="4429294"/>
                  </a:lnTo>
                  <a:lnTo>
                    <a:pt x="4971061" y="4429726"/>
                  </a:lnTo>
                  <a:lnTo>
                    <a:pt x="4969704" y="4429726"/>
                  </a:lnTo>
                  <a:lnTo>
                    <a:pt x="4969455" y="4429294"/>
                  </a:lnTo>
                  <a:close/>
                </a:path>
                <a:path w="6791959" h="7073265">
                  <a:moveTo>
                    <a:pt x="2305358" y="47629"/>
                  </a:moveTo>
                  <a:lnTo>
                    <a:pt x="2338267" y="104620"/>
                  </a:lnTo>
                  <a:lnTo>
                    <a:pt x="2281276" y="137529"/>
                  </a:lnTo>
                  <a:lnTo>
                    <a:pt x="2248367" y="80531"/>
                  </a:lnTo>
                  <a:lnTo>
                    <a:pt x="2305358" y="47629"/>
                  </a:lnTo>
                  <a:close/>
                </a:path>
                <a:path w="6791959" h="7073265">
                  <a:moveTo>
                    <a:pt x="2379847" y="178997"/>
                  </a:moveTo>
                  <a:lnTo>
                    <a:pt x="2411577" y="233951"/>
                  </a:lnTo>
                  <a:lnTo>
                    <a:pt x="2356623" y="265681"/>
                  </a:lnTo>
                  <a:lnTo>
                    <a:pt x="2324893" y="210721"/>
                  </a:lnTo>
                  <a:lnTo>
                    <a:pt x="2379847" y="178997"/>
                  </a:lnTo>
                  <a:close/>
                </a:path>
                <a:path w="6791959" h="7073265">
                  <a:moveTo>
                    <a:pt x="2454442" y="309955"/>
                  </a:moveTo>
                  <a:lnTo>
                    <a:pt x="2485290" y="363387"/>
                  </a:lnTo>
                  <a:lnTo>
                    <a:pt x="2431858" y="394234"/>
                  </a:lnTo>
                  <a:lnTo>
                    <a:pt x="2401010" y="340808"/>
                  </a:lnTo>
                  <a:lnTo>
                    <a:pt x="2454442" y="309955"/>
                  </a:lnTo>
                  <a:close/>
                </a:path>
                <a:path w="6791959" h="7073265">
                  <a:moveTo>
                    <a:pt x="2528931" y="441323"/>
                  </a:moveTo>
                  <a:lnTo>
                    <a:pt x="2558605" y="492723"/>
                  </a:lnTo>
                  <a:lnTo>
                    <a:pt x="2507211" y="522391"/>
                  </a:lnTo>
                  <a:lnTo>
                    <a:pt x="2477536" y="470997"/>
                  </a:lnTo>
                  <a:lnTo>
                    <a:pt x="2528931" y="441323"/>
                  </a:lnTo>
                  <a:close/>
                </a:path>
                <a:path w="6791959" h="7073265">
                  <a:moveTo>
                    <a:pt x="2603419" y="572690"/>
                  </a:moveTo>
                  <a:lnTo>
                    <a:pt x="2631915" y="622047"/>
                  </a:lnTo>
                  <a:lnTo>
                    <a:pt x="2582552" y="650549"/>
                  </a:lnTo>
                  <a:lnTo>
                    <a:pt x="2554056" y="601186"/>
                  </a:lnTo>
                  <a:lnTo>
                    <a:pt x="2603419" y="572690"/>
                  </a:lnTo>
                  <a:close/>
                </a:path>
                <a:path w="6791959" h="7073265">
                  <a:moveTo>
                    <a:pt x="2677901" y="704052"/>
                  </a:moveTo>
                  <a:lnTo>
                    <a:pt x="2705224" y="751377"/>
                  </a:lnTo>
                  <a:lnTo>
                    <a:pt x="2657905" y="778700"/>
                  </a:lnTo>
                  <a:lnTo>
                    <a:pt x="2630582" y="731375"/>
                  </a:lnTo>
                  <a:lnTo>
                    <a:pt x="2677901" y="704052"/>
                  </a:lnTo>
                  <a:close/>
                </a:path>
                <a:path w="6791959" h="7073265">
                  <a:moveTo>
                    <a:pt x="2752390" y="835425"/>
                  </a:moveTo>
                  <a:lnTo>
                    <a:pt x="2778540" y="880713"/>
                  </a:lnTo>
                  <a:lnTo>
                    <a:pt x="2733252" y="906857"/>
                  </a:lnTo>
                  <a:lnTo>
                    <a:pt x="2707102" y="861569"/>
                  </a:lnTo>
                  <a:lnTo>
                    <a:pt x="2752390" y="835425"/>
                  </a:lnTo>
                  <a:close/>
                </a:path>
                <a:path w="6791959" h="7073265">
                  <a:moveTo>
                    <a:pt x="2826877" y="966787"/>
                  </a:moveTo>
                  <a:lnTo>
                    <a:pt x="2851849" y="1010037"/>
                  </a:lnTo>
                  <a:lnTo>
                    <a:pt x="2808593" y="1035014"/>
                  </a:lnTo>
                  <a:lnTo>
                    <a:pt x="2783622" y="991758"/>
                  </a:lnTo>
                  <a:lnTo>
                    <a:pt x="2826877" y="966787"/>
                  </a:lnTo>
                  <a:close/>
                </a:path>
                <a:path w="6791959" h="7073265">
                  <a:moveTo>
                    <a:pt x="2901366" y="1098154"/>
                  </a:moveTo>
                  <a:lnTo>
                    <a:pt x="2925159" y="1139367"/>
                  </a:lnTo>
                  <a:lnTo>
                    <a:pt x="2883940" y="1163166"/>
                  </a:lnTo>
                  <a:lnTo>
                    <a:pt x="2860148" y="1121947"/>
                  </a:lnTo>
                  <a:lnTo>
                    <a:pt x="2901366" y="1098154"/>
                  </a:lnTo>
                  <a:close/>
                </a:path>
                <a:path w="6791959" h="7073265">
                  <a:moveTo>
                    <a:pt x="2975854" y="1229516"/>
                  </a:moveTo>
                  <a:lnTo>
                    <a:pt x="2998475" y="1268703"/>
                  </a:lnTo>
                  <a:lnTo>
                    <a:pt x="2959288" y="1291324"/>
                  </a:lnTo>
                  <a:lnTo>
                    <a:pt x="2936667" y="1252142"/>
                  </a:lnTo>
                  <a:lnTo>
                    <a:pt x="2975854" y="1229516"/>
                  </a:lnTo>
                  <a:close/>
                </a:path>
                <a:path w="6791959" h="7073265">
                  <a:moveTo>
                    <a:pt x="3050449" y="1360481"/>
                  </a:moveTo>
                  <a:lnTo>
                    <a:pt x="3072187" y="1398140"/>
                  </a:lnTo>
                  <a:lnTo>
                    <a:pt x="3034534" y="1419878"/>
                  </a:lnTo>
                  <a:lnTo>
                    <a:pt x="3012791" y="1382224"/>
                  </a:lnTo>
                  <a:lnTo>
                    <a:pt x="3050449" y="1360481"/>
                  </a:lnTo>
                  <a:close/>
                </a:path>
                <a:path w="6791959" h="7073265">
                  <a:moveTo>
                    <a:pt x="3124938" y="1491849"/>
                  </a:moveTo>
                  <a:lnTo>
                    <a:pt x="3145502" y="1527464"/>
                  </a:lnTo>
                  <a:lnTo>
                    <a:pt x="3109875" y="1548035"/>
                  </a:lnTo>
                  <a:lnTo>
                    <a:pt x="3089310" y="1512414"/>
                  </a:lnTo>
                  <a:lnTo>
                    <a:pt x="3124938" y="1491849"/>
                  </a:lnTo>
                  <a:close/>
                </a:path>
                <a:path w="6791959" h="7073265">
                  <a:moveTo>
                    <a:pt x="3199420" y="1623216"/>
                  </a:moveTo>
                  <a:lnTo>
                    <a:pt x="3218807" y="1656794"/>
                  </a:lnTo>
                  <a:lnTo>
                    <a:pt x="3185223" y="1676186"/>
                  </a:lnTo>
                  <a:lnTo>
                    <a:pt x="3165836" y="1642602"/>
                  </a:lnTo>
                  <a:lnTo>
                    <a:pt x="3199420" y="1623216"/>
                  </a:lnTo>
                  <a:close/>
                </a:path>
                <a:path w="6791959" h="7073265">
                  <a:moveTo>
                    <a:pt x="3274015" y="1754181"/>
                  </a:moveTo>
                  <a:lnTo>
                    <a:pt x="3292519" y="1786237"/>
                  </a:lnTo>
                  <a:lnTo>
                    <a:pt x="3260464" y="1804740"/>
                  </a:lnTo>
                  <a:lnTo>
                    <a:pt x="3241960" y="1772685"/>
                  </a:lnTo>
                  <a:lnTo>
                    <a:pt x="3274015" y="1754181"/>
                  </a:lnTo>
                  <a:close/>
                </a:path>
                <a:path w="6791959" h="7073265">
                  <a:moveTo>
                    <a:pt x="3348391" y="1885945"/>
                  </a:moveTo>
                  <a:lnTo>
                    <a:pt x="3365432" y="1915460"/>
                  </a:lnTo>
                  <a:lnTo>
                    <a:pt x="3335923" y="1932495"/>
                  </a:lnTo>
                  <a:lnTo>
                    <a:pt x="3318883" y="1902980"/>
                  </a:lnTo>
                  <a:lnTo>
                    <a:pt x="3348391" y="1885945"/>
                  </a:lnTo>
                  <a:close/>
                </a:path>
                <a:path w="6791959" h="7073265">
                  <a:moveTo>
                    <a:pt x="3422992" y="2016910"/>
                  </a:moveTo>
                  <a:lnTo>
                    <a:pt x="3439151" y="2044897"/>
                  </a:lnTo>
                  <a:lnTo>
                    <a:pt x="3411158" y="2061055"/>
                  </a:lnTo>
                  <a:lnTo>
                    <a:pt x="3395000" y="2033069"/>
                  </a:lnTo>
                  <a:lnTo>
                    <a:pt x="3422992" y="2016910"/>
                  </a:lnTo>
                  <a:close/>
                </a:path>
                <a:path w="6791959" h="7073265">
                  <a:moveTo>
                    <a:pt x="3497581" y="2147869"/>
                  </a:moveTo>
                  <a:lnTo>
                    <a:pt x="3512863" y="2174333"/>
                  </a:lnTo>
                  <a:lnTo>
                    <a:pt x="3486399" y="2189608"/>
                  </a:lnTo>
                  <a:lnTo>
                    <a:pt x="3471117" y="2163150"/>
                  </a:lnTo>
                  <a:lnTo>
                    <a:pt x="3497581" y="2147869"/>
                  </a:lnTo>
                  <a:close/>
                </a:path>
                <a:path w="6791959" h="7073265">
                  <a:moveTo>
                    <a:pt x="3572070" y="2279242"/>
                  </a:moveTo>
                  <a:lnTo>
                    <a:pt x="3586166" y="2303663"/>
                  </a:lnTo>
                  <a:lnTo>
                    <a:pt x="3561745" y="2317760"/>
                  </a:lnTo>
                  <a:lnTo>
                    <a:pt x="3547649" y="2293339"/>
                  </a:lnTo>
                  <a:lnTo>
                    <a:pt x="3572070" y="2279242"/>
                  </a:lnTo>
                  <a:close/>
                </a:path>
                <a:path w="6791959" h="7073265">
                  <a:moveTo>
                    <a:pt x="3646558" y="2410604"/>
                  </a:moveTo>
                  <a:lnTo>
                    <a:pt x="3659482" y="2432993"/>
                  </a:lnTo>
                  <a:lnTo>
                    <a:pt x="3637093" y="2445923"/>
                  </a:lnTo>
                  <a:lnTo>
                    <a:pt x="3624169" y="2423534"/>
                  </a:lnTo>
                  <a:lnTo>
                    <a:pt x="3646558" y="2410604"/>
                  </a:lnTo>
                  <a:close/>
                </a:path>
                <a:path w="6791959" h="7073265">
                  <a:moveTo>
                    <a:pt x="3721147" y="2541569"/>
                  </a:moveTo>
                  <a:lnTo>
                    <a:pt x="3733194" y="2562436"/>
                  </a:lnTo>
                  <a:lnTo>
                    <a:pt x="3712333" y="2574478"/>
                  </a:lnTo>
                  <a:lnTo>
                    <a:pt x="3700286" y="2553610"/>
                  </a:lnTo>
                  <a:lnTo>
                    <a:pt x="3721147" y="2541569"/>
                  </a:lnTo>
                  <a:close/>
                </a:path>
                <a:path w="6791959" h="7073265">
                  <a:moveTo>
                    <a:pt x="3795742" y="2672534"/>
                  </a:moveTo>
                  <a:lnTo>
                    <a:pt x="3806907" y="2691873"/>
                  </a:lnTo>
                  <a:lnTo>
                    <a:pt x="3787574" y="2703032"/>
                  </a:lnTo>
                  <a:lnTo>
                    <a:pt x="3776409" y="2683699"/>
                  </a:lnTo>
                  <a:lnTo>
                    <a:pt x="3795742" y="2672534"/>
                  </a:lnTo>
                  <a:close/>
                </a:path>
                <a:path w="6791959" h="7073265">
                  <a:moveTo>
                    <a:pt x="3870343" y="2803499"/>
                  </a:moveTo>
                  <a:lnTo>
                    <a:pt x="3880626" y="2821310"/>
                  </a:lnTo>
                  <a:lnTo>
                    <a:pt x="3862809" y="2831592"/>
                  </a:lnTo>
                  <a:lnTo>
                    <a:pt x="3852526" y="2813781"/>
                  </a:lnTo>
                  <a:lnTo>
                    <a:pt x="3870343" y="2803499"/>
                  </a:lnTo>
                  <a:close/>
                </a:path>
                <a:path w="6791959" h="7073265">
                  <a:moveTo>
                    <a:pt x="3944938" y="2934457"/>
                  </a:moveTo>
                  <a:lnTo>
                    <a:pt x="3954338" y="2950746"/>
                  </a:lnTo>
                  <a:lnTo>
                    <a:pt x="3938050" y="2960151"/>
                  </a:lnTo>
                  <a:lnTo>
                    <a:pt x="3928650" y="2943863"/>
                  </a:lnTo>
                  <a:lnTo>
                    <a:pt x="3944938" y="2934457"/>
                  </a:lnTo>
                  <a:close/>
                </a:path>
                <a:path w="6791959" h="7073265">
                  <a:moveTo>
                    <a:pt x="4019421" y="3065825"/>
                  </a:moveTo>
                  <a:lnTo>
                    <a:pt x="4027648" y="3080075"/>
                  </a:lnTo>
                  <a:lnTo>
                    <a:pt x="4013403" y="3088302"/>
                  </a:lnTo>
                  <a:lnTo>
                    <a:pt x="4005176" y="3074052"/>
                  </a:lnTo>
                  <a:lnTo>
                    <a:pt x="4019421" y="3065825"/>
                  </a:lnTo>
                  <a:close/>
                </a:path>
                <a:path w="6791959" h="7073265">
                  <a:moveTo>
                    <a:pt x="4094121" y="3196387"/>
                  </a:moveTo>
                  <a:lnTo>
                    <a:pt x="4101763" y="3209624"/>
                  </a:lnTo>
                  <a:lnTo>
                    <a:pt x="4088537" y="3217259"/>
                  </a:lnTo>
                  <a:lnTo>
                    <a:pt x="4080896" y="3204027"/>
                  </a:lnTo>
                  <a:lnTo>
                    <a:pt x="4094121" y="3196387"/>
                  </a:lnTo>
                  <a:close/>
                </a:path>
                <a:path w="6791959" h="7073265">
                  <a:moveTo>
                    <a:pt x="4168717" y="3327357"/>
                  </a:moveTo>
                  <a:lnTo>
                    <a:pt x="4175470" y="3339055"/>
                  </a:lnTo>
                  <a:lnTo>
                    <a:pt x="4163772" y="3345814"/>
                  </a:lnTo>
                  <a:lnTo>
                    <a:pt x="4157019" y="3334110"/>
                  </a:lnTo>
                  <a:lnTo>
                    <a:pt x="4168717" y="3327357"/>
                  </a:lnTo>
                  <a:close/>
                </a:path>
                <a:path w="6791959" h="7073265">
                  <a:moveTo>
                    <a:pt x="4243206" y="3458719"/>
                  </a:moveTo>
                  <a:lnTo>
                    <a:pt x="4248785" y="3468386"/>
                  </a:lnTo>
                  <a:lnTo>
                    <a:pt x="4239119" y="3473971"/>
                  </a:lnTo>
                  <a:lnTo>
                    <a:pt x="4233539" y="3464304"/>
                  </a:lnTo>
                  <a:lnTo>
                    <a:pt x="4243206" y="3458719"/>
                  </a:lnTo>
                  <a:close/>
                </a:path>
                <a:path w="6791959" h="7073265">
                  <a:moveTo>
                    <a:pt x="4317907" y="3589281"/>
                  </a:moveTo>
                  <a:lnTo>
                    <a:pt x="4322901" y="3597928"/>
                  </a:lnTo>
                  <a:lnTo>
                    <a:pt x="4314247" y="3602928"/>
                  </a:lnTo>
                  <a:lnTo>
                    <a:pt x="4309254" y="3594280"/>
                  </a:lnTo>
                  <a:lnTo>
                    <a:pt x="4317907" y="3589281"/>
                  </a:lnTo>
                  <a:close/>
                </a:path>
                <a:path w="6791959" h="7073265">
                  <a:moveTo>
                    <a:pt x="4392615" y="3719843"/>
                  </a:moveTo>
                  <a:lnTo>
                    <a:pt x="4397021" y="3727477"/>
                  </a:lnTo>
                  <a:lnTo>
                    <a:pt x="4389387" y="3731884"/>
                  </a:lnTo>
                  <a:lnTo>
                    <a:pt x="4384980" y="3724250"/>
                  </a:lnTo>
                  <a:lnTo>
                    <a:pt x="4392615" y="3719843"/>
                  </a:lnTo>
                  <a:close/>
                </a:path>
                <a:path w="6791959" h="7073265">
                  <a:moveTo>
                    <a:pt x="4467310" y="3850411"/>
                  </a:moveTo>
                  <a:lnTo>
                    <a:pt x="4471131" y="3857027"/>
                  </a:lnTo>
                  <a:lnTo>
                    <a:pt x="4464521" y="3860842"/>
                  </a:lnTo>
                  <a:lnTo>
                    <a:pt x="4460700" y="3854226"/>
                  </a:lnTo>
                  <a:lnTo>
                    <a:pt x="4467310" y="3850411"/>
                  </a:lnTo>
                  <a:close/>
                </a:path>
                <a:path w="6791959" h="7073265">
                  <a:moveTo>
                    <a:pt x="4541905" y="3981369"/>
                  </a:moveTo>
                  <a:lnTo>
                    <a:pt x="4544843" y="3986457"/>
                  </a:lnTo>
                  <a:lnTo>
                    <a:pt x="4539755" y="3989395"/>
                  </a:lnTo>
                  <a:lnTo>
                    <a:pt x="4536817" y="3984307"/>
                  </a:lnTo>
                  <a:lnTo>
                    <a:pt x="4541905" y="3981369"/>
                  </a:lnTo>
                  <a:close/>
                </a:path>
                <a:path w="6791959" h="7073265">
                  <a:moveTo>
                    <a:pt x="4616606" y="4111931"/>
                  </a:moveTo>
                  <a:lnTo>
                    <a:pt x="4618959" y="4116006"/>
                  </a:lnTo>
                  <a:lnTo>
                    <a:pt x="4614889" y="4118352"/>
                  </a:lnTo>
                  <a:lnTo>
                    <a:pt x="4612538" y="4114283"/>
                  </a:lnTo>
                  <a:lnTo>
                    <a:pt x="4616606" y="4111931"/>
                  </a:lnTo>
                  <a:close/>
                </a:path>
                <a:path w="6791959" h="7073265">
                  <a:moveTo>
                    <a:pt x="4691309" y="4242494"/>
                  </a:moveTo>
                  <a:lnTo>
                    <a:pt x="4693074" y="4245556"/>
                  </a:lnTo>
                  <a:lnTo>
                    <a:pt x="4690023" y="4247315"/>
                  </a:lnTo>
                  <a:lnTo>
                    <a:pt x="4688258" y="4244259"/>
                  </a:lnTo>
                  <a:lnTo>
                    <a:pt x="4691309" y="4242494"/>
                  </a:lnTo>
                  <a:close/>
                </a:path>
                <a:path w="6791959" h="7073265">
                  <a:moveTo>
                    <a:pt x="4766123" y="4372659"/>
                  </a:moveTo>
                  <a:lnTo>
                    <a:pt x="4767592" y="4375205"/>
                  </a:lnTo>
                  <a:lnTo>
                    <a:pt x="4765045" y="4376674"/>
                  </a:lnTo>
                  <a:lnTo>
                    <a:pt x="4763576" y="4374127"/>
                  </a:lnTo>
                  <a:lnTo>
                    <a:pt x="4766123" y="4372659"/>
                  </a:lnTo>
                  <a:close/>
                </a:path>
                <a:path w="6791959" h="7073265">
                  <a:moveTo>
                    <a:pt x="4840818" y="4503226"/>
                  </a:moveTo>
                  <a:lnTo>
                    <a:pt x="4841701" y="4504749"/>
                  </a:lnTo>
                  <a:lnTo>
                    <a:pt x="4840179" y="4505625"/>
                  </a:lnTo>
                  <a:lnTo>
                    <a:pt x="4839296" y="4504103"/>
                  </a:lnTo>
                  <a:lnTo>
                    <a:pt x="4840818" y="4503226"/>
                  </a:lnTo>
                  <a:close/>
                </a:path>
                <a:path w="6791959" h="7073265">
                  <a:moveTo>
                    <a:pt x="2084666" y="0"/>
                  </a:moveTo>
                  <a:lnTo>
                    <a:pt x="2106889" y="0"/>
                  </a:lnTo>
                  <a:lnTo>
                    <a:pt x="2136001" y="50425"/>
                  </a:lnTo>
                  <a:lnTo>
                    <a:pt x="2075953" y="85093"/>
                  </a:lnTo>
                  <a:lnTo>
                    <a:pt x="2041285" y="25045"/>
                  </a:lnTo>
                  <a:lnTo>
                    <a:pt x="2084666" y="0"/>
                  </a:lnTo>
                  <a:close/>
                </a:path>
                <a:path w="6791959" h="7073265">
                  <a:moveTo>
                    <a:pt x="2176035" y="120939"/>
                  </a:moveTo>
                  <a:lnTo>
                    <a:pt x="2210110" y="179968"/>
                  </a:lnTo>
                  <a:lnTo>
                    <a:pt x="2151081" y="214049"/>
                  </a:lnTo>
                  <a:lnTo>
                    <a:pt x="2117006" y="155020"/>
                  </a:lnTo>
                  <a:lnTo>
                    <a:pt x="2176035" y="120939"/>
                  </a:lnTo>
                  <a:close/>
                </a:path>
                <a:path w="6791959" h="7073265">
                  <a:moveTo>
                    <a:pt x="2250517" y="252307"/>
                  </a:moveTo>
                  <a:lnTo>
                    <a:pt x="2283426" y="309304"/>
                  </a:lnTo>
                  <a:lnTo>
                    <a:pt x="2226428" y="342207"/>
                  </a:lnTo>
                  <a:lnTo>
                    <a:pt x="2193525" y="285215"/>
                  </a:lnTo>
                  <a:lnTo>
                    <a:pt x="2250517" y="252307"/>
                  </a:lnTo>
                  <a:close/>
                </a:path>
                <a:path w="6791959" h="7073265">
                  <a:moveTo>
                    <a:pt x="2325006" y="383668"/>
                  </a:moveTo>
                  <a:lnTo>
                    <a:pt x="2356736" y="438628"/>
                  </a:lnTo>
                  <a:lnTo>
                    <a:pt x="2301781" y="470358"/>
                  </a:lnTo>
                  <a:lnTo>
                    <a:pt x="2270051" y="415398"/>
                  </a:lnTo>
                  <a:lnTo>
                    <a:pt x="2325006" y="383668"/>
                  </a:lnTo>
                  <a:close/>
                </a:path>
                <a:path w="6791959" h="7073265">
                  <a:moveTo>
                    <a:pt x="2399601" y="514639"/>
                  </a:moveTo>
                  <a:lnTo>
                    <a:pt x="2430448" y="568065"/>
                  </a:lnTo>
                  <a:lnTo>
                    <a:pt x="2377022" y="598912"/>
                  </a:lnTo>
                  <a:lnTo>
                    <a:pt x="2346175" y="545486"/>
                  </a:lnTo>
                  <a:lnTo>
                    <a:pt x="2399601" y="514639"/>
                  </a:lnTo>
                  <a:close/>
                </a:path>
                <a:path w="6791959" h="7073265">
                  <a:moveTo>
                    <a:pt x="2474088" y="646001"/>
                  </a:moveTo>
                  <a:lnTo>
                    <a:pt x="2503763" y="697395"/>
                  </a:lnTo>
                  <a:lnTo>
                    <a:pt x="2452363" y="727069"/>
                  </a:lnTo>
                  <a:lnTo>
                    <a:pt x="2422694" y="675675"/>
                  </a:lnTo>
                  <a:lnTo>
                    <a:pt x="2474088" y="646001"/>
                  </a:lnTo>
                  <a:close/>
                </a:path>
                <a:path w="6791959" h="7073265">
                  <a:moveTo>
                    <a:pt x="2548572" y="777368"/>
                  </a:moveTo>
                  <a:lnTo>
                    <a:pt x="2577073" y="826731"/>
                  </a:lnTo>
                  <a:lnTo>
                    <a:pt x="2527711" y="855227"/>
                  </a:lnTo>
                  <a:lnTo>
                    <a:pt x="2499215" y="805864"/>
                  </a:lnTo>
                  <a:lnTo>
                    <a:pt x="2548572" y="777368"/>
                  </a:lnTo>
                  <a:close/>
                </a:path>
                <a:path w="6791959" h="7073265">
                  <a:moveTo>
                    <a:pt x="2622953" y="909138"/>
                  </a:moveTo>
                  <a:lnTo>
                    <a:pt x="2649980" y="955948"/>
                  </a:lnTo>
                  <a:lnTo>
                    <a:pt x="2603164" y="982975"/>
                  </a:lnTo>
                  <a:lnTo>
                    <a:pt x="2576137" y="936165"/>
                  </a:lnTo>
                  <a:lnTo>
                    <a:pt x="2622953" y="909138"/>
                  </a:lnTo>
                  <a:close/>
                </a:path>
                <a:path w="6791959" h="7073265">
                  <a:moveTo>
                    <a:pt x="2697442" y="1040500"/>
                  </a:moveTo>
                  <a:lnTo>
                    <a:pt x="2723296" y="1085278"/>
                  </a:lnTo>
                  <a:lnTo>
                    <a:pt x="2678518" y="1111132"/>
                  </a:lnTo>
                  <a:lnTo>
                    <a:pt x="2652663" y="1066354"/>
                  </a:lnTo>
                  <a:lnTo>
                    <a:pt x="2697442" y="1040500"/>
                  </a:lnTo>
                  <a:close/>
                </a:path>
                <a:path w="6791959" h="7073265">
                  <a:moveTo>
                    <a:pt x="2771924" y="1171867"/>
                  </a:moveTo>
                  <a:lnTo>
                    <a:pt x="2796605" y="1214608"/>
                  </a:lnTo>
                  <a:lnTo>
                    <a:pt x="2753859" y="1239290"/>
                  </a:lnTo>
                  <a:lnTo>
                    <a:pt x="2729183" y="1196543"/>
                  </a:lnTo>
                  <a:lnTo>
                    <a:pt x="2771924" y="1171867"/>
                  </a:lnTo>
                  <a:close/>
                </a:path>
                <a:path w="6791959" h="7073265">
                  <a:moveTo>
                    <a:pt x="2846306" y="1303632"/>
                  </a:moveTo>
                  <a:lnTo>
                    <a:pt x="2869512" y="1343832"/>
                  </a:lnTo>
                  <a:lnTo>
                    <a:pt x="2829312" y="1367044"/>
                  </a:lnTo>
                  <a:lnTo>
                    <a:pt x="2806106" y="1326844"/>
                  </a:lnTo>
                  <a:lnTo>
                    <a:pt x="2846306" y="1303632"/>
                  </a:lnTo>
                  <a:close/>
                </a:path>
                <a:path w="6791959" h="7073265">
                  <a:moveTo>
                    <a:pt x="2920895" y="1434597"/>
                  </a:moveTo>
                  <a:lnTo>
                    <a:pt x="2943225" y="1473274"/>
                  </a:lnTo>
                  <a:lnTo>
                    <a:pt x="2904553" y="1495598"/>
                  </a:lnTo>
                  <a:lnTo>
                    <a:pt x="2882223" y="1456921"/>
                  </a:lnTo>
                  <a:lnTo>
                    <a:pt x="2920895" y="1434597"/>
                  </a:lnTo>
                  <a:close/>
                </a:path>
                <a:path w="6791959" h="7073265">
                  <a:moveTo>
                    <a:pt x="2995389" y="1565964"/>
                  </a:moveTo>
                  <a:lnTo>
                    <a:pt x="3016540" y="1602598"/>
                  </a:lnTo>
                  <a:lnTo>
                    <a:pt x="2979900" y="1623755"/>
                  </a:lnTo>
                  <a:lnTo>
                    <a:pt x="2958749" y="1587121"/>
                  </a:lnTo>
                  <a:lnTo>
                    <a:pt x="2995389" y="1565964"/>
                  </a:lnTo>
                  <a:close/>
                </a:path>
                <a:path w="6791959" h="7073265">
                  <a:moveTo>
                    <a:pt x="3069978" y="1696929"/>
                  </a:moveTo>
                  <a:lnTo>
                    <a:pt x="3090253" y="1732035"/>
                  </a:lnTo>
                  <a:lnTo>
                    <a:pt x="3055140" y="1752310"/>
                  </a:lnTo>
                  <a:lnTo>
                    <a:pt x="3034866" y="1717198"/>
                  </a:lnTo>
                  <a:lnTo>
                    <a:pt x="3069978" y="1696929"/>
                  </a:lnTo>
                  <a:close/>
                </a:path>
                <a:path w="6791959" h="7073265">
                  <a:moveTo>
                    <a:pt x="3144466" y="1828291"/>
                  </a:moveTo>
                  <a:lnTo>
                    <a:pt x="3163568" y="1861371"/>
                  </a:lnTo>
                  <a:lnTo>
                    <a:pt x="3130493" y="1880467"/>
                  </a:lnTo>
                  <a:lnTo>
                    <a:pt x="3111392" y="1847387"/>
                  </a:lnTo>
                  <a:lnTo>
                    <a:pt x="3144466" y="1828291"/>
                  </a:lnTo>
                  <a:close/>
                </a:path>
                <a:path w="6791959" h="7073265">
                  <a:moveTo>
                    <a:pt x="3218954" y="1959664"/>
                  </a:moveTo>
                  <a:lnTo>
                    <a:pt x="3236877" y="1990701"/>
                  </a:lnTo>
                  <a:lnTo>
                    <a:pt x="3205834" y="2008619"/>
                  </a:lnTo>
                  <a:lnTo>
                    <a:pt x="3187917" y="1977582"/>
                  </a:lnTo>
                  <a:lnTo>
                    <a:pt x="3218954" y="1959664"/>
                  </a:lnTo>
                  <a:close/>
                </a:path>
                <a:path w="6791959" h="7073265">
                  <a:moveTo>
                    <a:pt x="3293442" y="2091027"/>
                  </a:moveTo>
                  <a:lnTo>
                    <a:pt x="3310187" y="2120025"/>
                  </a:lnTo>
                  <a:lnTo>
                    <a:pt x="3281181" y="2136776"/>
                  </a:lnTo>
                  <a:lnTo>
                    <a:pt x="3264437" y="2107771"/>
                  </a:lnTo>
                  <a:lnTo>
                    <a:pt x="3293442" y="2091027"/>
                  </a:lnTo>
                  <a:close/>
                </a:path>
                <a:path w="6791959" h="7073265">
                  <a:moveTo>
                    <a:pt x="3368038" y="2221985"/>
                  </a:moveTo>
                  <a:lnTo>
                    <a:pt x="3383900" y="2249468"/>
                  </a:lnTo>
                  <a:lnTo>
                    <a:pt x="3356423" y="2265330"/>
                  </a:lnTo>
                  <a:lnTo>
                    <a:pt x="3340555" y="2237853"/>
                  </a:lnTo>
                  <a:lnTo>
                    <a:pt x="3368038" y="2221985"/>
                  </a:lnTo>
                  <a:close/>
                </a:path>
                <a:path w="6791959" h="7073265">
                  <a:moveTo>
                    <a:pt x="3442526" y="2353352"/>
                  </a:moveTo>
                  <a:lnTo>
                    <a:pt x="3457215" y="2378798"/>
                  </a:lnTo>
                  <a:lnTo>
                    <a:pt x="3431775" y="2393487"/>
                  </a:lnTo>
                  <a:lnTo>
                    <a:pt x="3417080" y="2368041"/>
                  </a:lnTo>
                  <a:lnTo>
                    <a:pt x="3442526" y="2353352"/>
                  </a:lnTo>
                  <a:close/>
                </a:path>
                <a:path w="6791959" h="7073265">
                  <a:moveTo>
                    <a:pt x="3517009" y="2484720"/>
                  </a:moveTo>
                  <a:lnTo>
                    <a:pt x="3530525" y="2508127"/>
                  </a:lnTo>
                  <a:lnTo>
                    <a:pt x="3507117" y="2521644"/>
                  </a:lnTo>
                  <a:lnTo>
                    <a:pt x="3493607" y="2498236"/>
                  </a:lnTo>
                  <a:lnTo>
                    <a:pt x="3517009" y="2484720"/>
                  </a:lnTo>
                  <a:close/>
                </a:path>
                <a:path w="6791959" h="7073265">
                  <a:moveTo>
                    <a:pt x="3591609" y="2615678"/>
                  </a:moveTo>
                  <a:lnTo>
                    <a:pt x="3604243" y="2637564"/>
                  </a:lnTo>
                  <a:lnTo>
                    <a:pt x="3582357" y="2650198"/>
                  </a:lnTo>
                  <a:lnTo>
                    <a:pt x="3569723" y="2628312"/>
                  </a:lnTo>
                  <a:lnTo>
                    <a:pt x="3591609" y="2615678"/>
                  </a:lnTo>
                  <a:close/>
                </a:path>
                <a:path w="6791959" h="7073265">
                  <a:moveTo>
                    <a:pt x="3666092" y="2747046"/>
                  </a:moveTo>
                  <a:lnTo>
                    <a:pt x="3677547" y="2766894"/>
                  </a:lnTo>
                  <a:lnTo>
                    <a:pt x="3657705" y="2778349"/>
                  </a:lnTo>
                  <a:lnTo>
                    <a:pt x="3646244" y="2758507"/>
                  </a:lnTo>
                  <a:lnTo>
                    <a:pt x="3666092" y="2747046"/>
                  </a:lnTo>
                  <a:close/>
                </a:path>
                <a:path w="6791959" h="7073265">
                  <a:moveTo>
                    <a:pt x="3740686" y="2878017"/>
                  </a:moveTo>
                  <a:lnTo>
                    <a:pt x="3751259" y="2896331"/>
                  </a:lnTo>
                  <a:lnTo>
                    <a:pt x="3732945" y="2906909"/>
                  </a:lnTo>
                  <a:lnTo>
                    <a:pt x="3722367" y="2888589"/>
                  </a:lnTo>
                  <a:lnTo>
                    <a:pt x="3740686" y="2878017"/>
                  </a:lnTo>
                  <a:close/>
                </a:path>
                <a:path w="6791959" h="7073265">
                  <a:moveTo>
                    <a:pt x="3815282" y="3008975"/>
                  </a:moveTo>
                  <a:lnTo>
                    <a:pt x="3824978" y="3025767"/>
                  </a:lnTo>
                  <a:lnTo>
                    <a:pt x="3808187" y="3035463"/>
                  </a:lnTo>
                  <a:lnTo>
                    <a:pt x="3798491" y="3018671"/>
                  </a:lnTo>
                  <a:lnTo>
                    <a:pt x="3815282" y="3008975"/>
                  </a:lnTo>
                  <a:close/>
                </a:path>
                <a:path w="6791959" h="7073265">
                  <a:moveTo>
                    <a:pt x="3889878" y="3139940"/>
                  </a:moveTo>
                  <a:lnTo>
                    <a:pt x="3898691" y="3155203"/>
                  </a:lnTo>
                  <a:lnTo>
                    <a:pt x="3883428" y="3164017"/>
                  </a:lnTo>
                  <a:lnTo>
                    <a:pt x="3874614" y="3148753"/>
                  </a:lnTo>
                  <a:lnTo>
                    <a:pt x="3889878" y="3139940"/>
                  </a:lnTo>
                  <a:close/>
                </a:path>
                <a:path w="6791959" h="7073265">
                  <a:moveTo>
                    <a:pt x="3964473" y="3270905"/>
                  </a:moveTo>
                  <a:lnTo>
                    <a:pt x="3972404" y="3284647"/>
                  </a:lnTo>
                  <a:lnTo>
                    <a:pt x="3958668" y="3292577"/>
                  </a:lnTo>
                  <a:lnTo>
                    <a:pt x="3950737" y="3278836"/>
                  </a:lnTo>
                  <a:lnTo>
                    <a:pt x="3964473" y="3270905"/>
                  </a:lnTo>
                  <a:close/>
                </a:path>
                <a:path w="6791959" h="7073265">
                  <a:moveTo>
                    <a:pt x="4039062" y="3401870"/>
                  </a:moveTo>
                  <a:lnTo>
                    <a:pt x="4046116" y="3414083"/>
                  </a:lnTo>
                  <a:lnTo>
                    <a:pt x="4033903" y="3421132"/>
                  </a:lnTo>
                  <a:lnTo>
                    <a:pt x="4026849" y="3408919"/>
                  </a:lnTo>
                  <a:lnTo>
                    <a:pt x="4039062" y="3401870"/>
                  </a:lnTo>
                  <a:close/>
                </a:path>
                <a:path w="6791959" h="7073265">
                  <a:moveTo>
                    <a:pt x="4113550" y="3533232"/>
                  </a:moveTo>
                  <a:lnTo>
                    <a:pt x="4119426" y="3543407"/>
                  </a:lnTo>
                  <a:lnTo>
                    <a:pt x="4109250" y="3549283"/>
                  </a:lnTo>
                  <a:lnTo>
                    <a:pt x="4103374" y="3539107"/>
                  </a:lnTo>
                  <a:lnTo>
                    <a:pt x="4113550" y="3533232"/>
                  </a:lnTo>
                  <a:close/>
                </a:path>
                <a:path w="6791959" h="7073265">
                  <a:moveTo>
                    <a:pt x="4188258" y="3663793"/>
                  </a:moveTo>
                  <a:lnTo>
                    <a:pt x="4193547" y="3672956"/>
                  </a:lnTo>
                  <a:lnTo>
                    <a:pt x="4184384" y="3678245"/>
                  </a:lnTo>
                  <a:lnTo>
                    <a:pt x="4179095" y="3669083"/>
                  </a:lnTo>
                  <a:lnTo>
                    <a:pt x="4188258" y="3663793"/>
                  </a:lnTo>
                  <a:close/>
                </a:path>
                <a:path w="6791959" h="7073265">
                  <a:moveTo>
                    <a:pt x="4262953" y="3794362"/>
                  </a:moveTo>
                  <a:lnTo>
                    <a:pt x="4267656" y="3802506"/>
                  </a:lnTo>
                  <a:lnTo>
                    <a:pt x="4259518" y="3807209"/>
                  </a:lnTo>
                  <a:lnTo>
                    <a:pt x="4254815" y="3799059"/>
                  </a:lnTo>
                  <a:lnTo>
                    <a:pt x="4262953" y="3794362"/>
                  </a:lnTo>
                  <a:close/>
                </a:path>
                <a:path w="6791959" h="7073265">
                  <a:moveTo>
                    <a:pt x="4337655" y="3924923"/>
                  </a:moveTo>
                  <a:lnTo>
                    <a:pt x="4341772" y="3932049"/>
                  </a:lnTo>
                  <a:lnTo>
                    <a:pt x="4334646" y="3936160"/>
                  </a:lnTo>
                  <a:lnTo>
                    <a:pt x="4330530" y="3929034"/>
                  </a:lnTo>
                  <a:lnTo>
                    <a:pt x="4337655" y="3924923"/>
                  </a:lnTo>
                  <a:close/>
                </a:path>
                <a:path w="6791959" h="7073265">
                  <a:moveTo>
                    <a:pt x="4412250" y="4055888"/>
                  </a:moveTo>
                  <a:lnTo>
                    <a:pt x="4415484" y="4061485"/>
                  </a:lnTo>
                  <a:lnTo>
                    <a:pt x="4409886" y="4064719"/>
                  </a:lnTo>
                  <a:lnTo>
                    <a:pt x="4406652" y="4059122"/>
                  </a:lnTo>
                  <a:lnTo>
                    <a:pt x="4412250" y="4055888"/>
                  </a:lnTo>
                  <a:close/>
                </a:path>
                <a:path w="6791959" h="7073265">
                  <a:moveTo>
                    <a:pt x="4486957" y="4186450"/>
                  </a:moveTo>
                  <a:lnTo>
                    <a:pt x="4489599" y="4191035"/>
                  </a:lnTo>
                  <a:lnTo>
                    <a:pt x="4485021" y="4193676"/>
                  </a:lnTo>
                  <a:lnTo>
                    <a:pt x="4482373" y="4189098"/>
                  </a:lnTo>
                  <a:lnTo>
                    <a:pt x="4486957" y="4186450"/>
                  </a:lnTo>
                  <a:close/>
                </a:path>
                <a:path w="6791959" h="7073265">
                  <a:moveTo>
                    <a:pt x="4561659" y="4317012"/>
                  </a:moveTo>
                  <a:lnTo>
                    <a:pt x="4563714" y="4320578"/>
                  </a:lnTo>
                  <a:lnTo>
                    <a:pt x="4560155" y="4322633"/>
                  </a:lnTo>
                  <a:lnTo>
                    <a:pt x="4558099" y="4319068"/>
                  </a:lnTo>
                  <a:lnTo>
                    <a:pt x="4561659" y="4317012"/>
                  </a:lnTo>
                  <a:close/>
                </a:path>
                <a:path w="6791959" h="7073265">
                  <a:moveTo>
                    <a:pt x="4636361" y="4447580"/>
                  </a:moveTo>
                  <a:lnTo>
                    <a:pt x="4637830" y="4450121"/>
                  </a:lnTo>
                  <a:lnTo>
                    <a:pt x="4635289" y="4451590"/>
                  </a:lnTo>
                  <a:lnTo>
                    <a:pt x="4633820" y="4449049"/>
                  </a:lnTo>
                  <a:lnTo>
                    <a:pt x="4636361" y="4447580"/>
                  </a:lnTo>
                  <a:close/>
                </a:path>
                <a:path w="6791959" h="7073265">
                  <a:moveTo>
                    <a:pt x="4711062" y="4578142"/>
                  </a:moveTo>
                  <a:lnTo>
                    <a:pt x="4711945" y="4579664"/>
                  </a:lnTo>
                  <a:lnTo>
                    <a:pt x="4710417" y="4580547"/>
                  </a:lnTo>
                  <a:lnTo>
                    <a:pt x="4709534" y="4579025"/>
                  </a:lnTo>
                  <a:lnTo>
                    <a:pt x="4711062" y="4578142"/>
                  </a:lnTo>
                  <a:close/>
                </a:path>
                <a:path w="6791959" h="7073265">
                  <a:moveTo>
                    <a:pt x="1861947" y="0"/>
                  </a:moveTo>
                  <a:lnTo>
                    <a:pt x="1909572" y="0"/>
                  </a:lnTo>
                  <a:lnTo>
                    <a:pt x="1873853" y="20621"/>
                  </a:lnTo>
                  <a:lnTo>
                    <a:pt x="1861947" y="0"/>
                  </a:lnTo>
                  <a:close/>
                </a:path>
                <a:path w="6791959" h="7073265">
                  <a:moveTo>
                    <a:pt x="1972216" y="62888"/>
                  </a:moveTo>
                  <a:lnTo>
                    <a:pt x="2008643" y="125987"/>
                  </a:lnTo>
                  <a:lnTo>
                    <a:pt x="1945545" y="162419"/>
                  </a:lnTo>
                  <a:lnTo>
                    <a:pt x="1909112" y="99321"/>
                  </a:lnTo>
                  <a:lnTo>
                    <a:pt x="1972216" y="62888"/>
                  </a:lnTo>
                  <a:close/>
                </a:path>
                <a:path w="6791959" h="7073265">
                  <a:moveTo>
                    <a:pt x="2046699" y="194250"/>
                  </a:moveTo>
                  <a:lnTo>
                    <a:pt x="2081959" y="255316"/>
                  </a:lnTo>
                  <a:lnTo>
                    <a:pt x="2020892" y="290570"/>
                  </a:lnTo>
                  <a:lnTo>
                    <a:pt x="1985639" y="229504"/>
                  </a:lnTo>
                  <a:lnTo>
                    <a:pt x="2046699" y="194250"/>
                  </a:lnTo>
                  <a:close/>
                </a:path>
                <a:path w="6791959" h="7073265">
                  <a:moveTo>
                    <a:pt x="2121081" y="326020"/>
                  </a:moveTo>
                  <a:lnTo>
                    <a:pt x="2154866" y="384540"/>
                  </a:lnTo>
                  <a:lnTo>
                    <a:pt x="2096346" y="418325"/>
                  </a:lnTo>
                  <a:lnTo>
                    <a:pt x="2062561" y="359805"/>
                  </a:lnTo>
                  <a:lnTo>
                    <a:pt x="2121081" y="326020"/>
                  </a:lnTo>
                  <a:close/>
                </a:path>
                <a:path w="6791959" h="7073265">
                  <a:moveTo>
                    <a:pt x="2195569" y="457382"/>
                  </a:moveTo>
                  <a:lnTo>
                    <a:pt x="2228181" y="513870"/>
                  </a:lnTo>
                  <a:lnTo>
                    <a:pt x="2171693" y="546482"/>
                  </a:lnTo>
                  <a:lnTo>
                    <a:pt x="2139081" y="489994"/>
                  </a:lnTo>
                  <a:lnTo>
                    <a:pt x="2195569" y="457382"/>
                  </a:lnTo>
                  <a:close/>
                </a:path>
                <a:path w="6791959" h="7073265">
                  <a:moveTo>
                    <a:pt x="2270164" y="588353"/>
                  </a:moveTo>
                  <a:lnTo>
                    <a:pt x="2301894" y="643307"/>
                  </a:lnTo>
                  <a:lnTo>
                    <a:pt x="2246934" y="675037"/>
                  </a:lnTo>
                  <a:lnTo>
                    <a:pt x="2215204" y="620083"/>
                  </a:lnTo>
                  <a:lnTo>
                    <a:pt x="2270164" y="588353"/>
                  </a:lnTo>
                  <a:close/>
                </a:path>
                <a:path w="6791959" h="7073265">
                  <a:moveTo>
                    <a:pt x="2344653" y="719714"/>
                  </a:moveTo>
                  <a:lnTo>
                    <a:pt x="2375203" y="772637"/>
                  </a:lnTo>
                  <a:lnTo>
                    <a:pt x="2322281" y="803194"/>
                  </a:lnTo>
                  <a:lnTo>
                    <a:pt x="2291724" y="750271"/>
                  </a:lnTo>
                  <a:lnTo>
                    <a:pt x="2344653" y="719714"/>
                  </a:lnTo>
                  <a:close/>
                </a:path>
                <a:path w="6791959" h="7073265">
                  <a:moveTo>
                    <a:pt x="2419135" y="851082"/>
                  </a:moveTo>
                  <a:lnTo>
                    <a:pt x="2448513" y="901967"/>
                  </a:lnTo>
                  <a:lnTo>
                    <a:pt x="2397628" y="931345"/>
                  </a:lnTo>
                  <a:lnTo>
                    <a:pt x="2368250" y="880460"/>
                  </a:lnTo>
                  <a:lnTo>
                    <a:pt x="2419135" y="851082"/>
                  </a:lnTo>
                  <a:close/>
                </a:path>
                <a:path w="6791959" h="7073265">
                  <a:moveTo>
                    <a:pt x="2493517" y="982852"/>
                  </a:moveTo>
                  <a:lnTo>
                    <a:pt x="2521426" y="1031190"/>
                  </a:lnTo>
                  <a:lnTo>
                    <a:pt x="2473082" y="1059100"/>
                  </a:lnTo>
                  <a:lnTo>
                    <a:pt x="2445173" y="1010761"/>
                  </a:lnTo>
                  <a:lnTo>
                    <a:pt x="2493517" y="982852"/>
                  </a:lnTo>
                  <a:close/>
                </a:path>
                <a:path w="6791959" h="7073265">
                  <a:moveTo>
                    <a:pt x="2568005" y="1114214"/>
                  </a:moveTo>
                  <a:lnTo>
                    <a:pt x="2594741" y="1160520"/>
                  </a:lnTo>
                  <a:lnTo>
                    <a:pt x="2548429" y="1187256"/>
                  </a:lnTo>
                  <a:lnTo>
                    <a:pt x="2521692" y="1140950"/>
                  </a:lnTo>
                  <a:lnTo>
                    <a:pt x="2568005" y="1114214"/>
                  </a:lnTo>
                  <a:close/>
                </a:path>
                <a:path w="6791959" h="7073265">
                  <a:moveTo>
                    <a:pt x="2642381" y="1245978"/>
                  </a:moveTo>
                  <a:lnTo>
                    <a:pt x="2667649" y="1289743"/>
                  </a:lnTo>
                  <a:lnTo>
                    <a:pt x="2623883" y="1315011"/>
                  </a:lnTo>
                  <a:lnTo>
                    <a:pt x="2598621" y="1271246"/>
                  </a:lnTo>
                  <a:lnTo>
                    <a:pt x="2642381" y="1245978"/>
                  </a:lnTo>
                  <a:close/>
                </a:path>
                <a:path w="6791959" h="7073265">
                  <a:moveTo>
                    <a:pt x="2716869" y="1377345"/>
                  </a:moveTo>
                  <a:lnTo>
                    <a:pt x="2740958" y="1419074"/>
                  </a:lnTo>
                  <a:lnTo>
                    <a:pt x="2699236" y="1443163"/>
                  </a:lnTo>
                  <a:lnTo>
                    <a:pt x="2675141" y="1401435"/>
                  </a:lnTo>
                  <a:lnTo>
                    <a:pt x="2716869" y="1377345"/>
                  </a:lnTo>
                  <a:close/>
                </a:path>
                <a:path w="6791959" h="7073265">
                  <a:moveTo>
                    <a:pt x="2791357" y="1508713"/>
                  </a:moveTo>
                  <a:lnTo>
                    <a:pt x="2814274" y="1548403"/>
                  </a:lnTo>
                  <a:lnTo>
                    <a:pt x="2774578" y="1571320"/>
                  </a:lnTo>
                  <a:lnTo>
                    <a:pt x="2751661" y="1531630"/>
                  </a:lnTo>
                  <a:lnTo>
                    <a:pt x="2791357" y="1508713"/>
                  </a:lnTo>
                  <a:close/>
                </a:path>
                <a:path w="6791959" h="7073265">
                  <a:moveTo>
                    <a:pt x="2865846" y="1640075"/>
                  </a:moveTo>
                  <a:lnTo>
                    <a:pt x="2887583" y="1677728"/>
                  </a:lnTo>
                  <a:lnTo>
                    <a:pt x="2849924" y="1699471"/>
                  </a:lnTo>
                  <a:lnTo>
                    <a:pt x="2828181" y="1661818"/>
                  </a:lnTo>
                  <a:lnTo>
                    <a:pt x="2865846" y="1640075"/>
                  </a:lnTo>
                  <a:close/>
                </a:path>
                <a:path w="6791959" h="7073265">
                  <a:moveTo>
                    <a:pt x="2940441" y="1771040"/>
                  </a:moveTo>
                  <a:lnTo>
                    <a:pt x="2961296" y="1807170"/>
                  </a:lnTo>
                  <a:lnTo>
                    <a:pt x="2925165" y="1828031"/>
                  </a:lnTo>
                  <a:lnTo>
                    <a:pt x="2904304" y="1791901"/>
                  </a:lnTo>
                  <a:lnTo>
                    <a:pt x="2940441" y="1771040"/>
                  </a:lnTo>
                  <a:close/>
                </a:path>
                <a:path w="6791959" h="7073265">
                  <a:moveTo>
                    <a:pt x="3014817" y="1902810"/>
                  </a:moveTo>
                  <a:lnTo>
                    <a:pt x="3034209" y="1936394"/>
                  </a:lnTo>
                  <a:lnTo>
                    <a:pt x="3000619" y="1955786"/>
                  </a:lnTo>
                  <a:lnTo>
                    <a:pt x="2981233" y="1922202"/>
                  </a:lnTo>
                  <a:lnTo>
                    <a:pt x="3014817" y="1902810"/>
                  </a:lnTo>
                  <a:close/>
                </a:path>
                <a:path w="6791959" h="7073265">
                  <a:moveTo>
                    <a:pt x="3089412" y="2033768"/>
                  </a:moveTo>
                  <a:lnTo>
                    <a:pt x="3107922" y="2065830"/>
                  </a:lnTo>
                  <a:lnTo>
                    <a:pt x="3075860" y="2084339"/>
                  </a:lnTo>
                  <a:lnTo>
                    <a:pt x="3057351" y="2052278"/>
                  </a:lnTo>
                  <a:lnTo>
                    <a:pt x="3089412" y="2033768"/>
                  </a:lnTo>
                  <a:close/>
                </a:path>
                <a:path w="6791959" h="7073265">
                  <a:moveTo>
                    <a:pt x="3163895" y="2165136"/>
                  </a:moveTo>
                  <a:lnTo>
                    <a:pt x="3181225" y="2195160"/>
                  </a:lnTo>
                  <a:lnTo>
                    <a:pt x="3151213" y="2212491"/>
                  </a:lnTo>
                  <a:lnTo>
                    <a:pt x="3133877" y="2182467"/>
                  </a:lnTo>
                  <a:lnTo>
                    <a:pt x="3163895" y="2165136"/>
                  </a:lnTo>
                  <a:close/>
                </a:path>
                <a:path w="6791959" h="7073265">
                  <a:moveTo>
                    <a:pt x="3238389" y="2296503"/>
                  </a:moveTo>
                  <a:lnTo>
                    <a:pt x="3254547" y="2324490"/>
                  </a:lnTo>
                  <a:lnTo>
                    <a:pt x="3226555" y="2340648"/>
                  </a:lnTo>
                  <a:lnTo>
                    <a:pt x="3210396" y="2312662"/>
                  </a:lnTo>
                  <a:lnTo>
                    <a:pt x="3238389" y="2296503"/>
                  </a:lnTo>
                  <a:close/>
                </a:path>
                <a:path w="6791959" h="7073265">
                  <a:moveTo>
                    <a:pt x="3312977" y="2427468"/>
                  </a:moveTo>
                  <a:lnTo>
                    <a:pt x="3328253" y="2453932"/>
                  </a:lnTo>
                  <a:lnTo>
                    <a:pt x="3301801" y="2469208"/>
                  </a:lnTo>
                  <a:lnTo>
                    <a:pt x="3286519" y="2442744"/>
                  </a:lnTo>
                  <a:lnTo>
                    <a:pt x="3312977" y="2427468"/>
                  </a:lnTo>
                  <a:close/>
                </a:path>
                <a:path w="6791959" h="7073265">
                  <a:moveTo>
                    <a:pt x="3387466" y="2558830"/>
                  </a:moveTo>
                  <a:lnTo>
                    <a:pt x="3401568" y="2583257"/>
                  </a:lnTo>
                  <a:lnTo>
                    <a:pt x="3377141" y="2597360"/>
                  </a:lnTo>
                  <a:lnTo>
                    <a:pt x="3363039" y="2572933"/>
                  </a:lnTo>
                  <a:lnTo>
                    <a:pt x="3387466" y="2558830"/>
                  </a:lnTo>
                  <a:close/>
                </a:path>
                <a:path w="6791959" h="7073265">
                  <a:moveTo>
                    <a:pt x="3461954" y="2690203"/>
                  </a:moveTo>
                  <a:lnTo>
                    <a:pt x="3474878" y="2712593"/>
                  </a:lnTo>
                  <a:lnTo>
                    <a:pt x="3452495" y="2725517"/>
                  </a:lnTo>
                  <a:lnTo>
                    <a:pt x="3439565" y="2703128"/>
                  </a:lnTo>
                  <a:lnTo>
                    <a:pt x="3461954" y="2690203"/>
                  </a:lnTo>
                  <a:close/>
                </a:path>
                <a:path w="6791959" h="7073265">
                  <a:moveTo>
                    <a:pt x="3536550" y="2821162"/>
                  </a:moveTo>
                  <a:lnTo>
                    <a:pt x="3548591" y="2842023"/>
                  </a:lnTo>
                  <a:lnTo>
                    <a:pt x="3527730" y="2854070"/>
                  </a:lnTo>
                  <a:lnTo>
                    <a:pt x="3515683" y="2833209"/>
                  </a:lnTo>
                  <a:lnTo>
                    <a:pt x="3536550" y="2821162"/>
                  </a:lnTo>
                  <a:close/>
                </a:path>
                <a:path w="6791959" h="7073265">
                  <a:moveTo>
                    <a:pt x="3611032" y="2952530"/>
                  </a:moveTo>
                  <a:lnTo>
                    <a:pt x="3621907" y="2971359"/>
                  </a:lnTo>
                  <a:lnTo>
                    <a:pt x="3603077" y="2982228"/>
                  </a:lnTo>
                  <a:lnTo>
                    <a:pt x="3592209" y="2963398"/>
                  </a:lnTo>
                  <a:lnTo>
                    <a:pt x="3611032" y="2952530"/>
                  </a:lnTo>
                  <a:close/>
                </a:path>
                <a:path w="6791959" h="7073265">
                  <a:moveTo>
                    <a:pt x="3685733" y="3083091"/>
                  </a:moveTo>
                  <a:lnTo>
                    <a:pt x="3696016" y="3100902"/>
                  </a:lnTo>
                  <a:lnTo>
                    <a:pt x="3678211" y="3111185"/>
                  </a:lnTo>
                  <a:lnTo>
                    <a:pt x="3667929" y="3093374"/>
                  </a:lnTo>
                  <a:lnTo>
                    <a:pt x="3685733" y="3083091"/>
                  </a:lnTo>
                  <a:close/>
                </a:path>
                <a:path w="6791959" h="7073265">
                  <a:moveTo>
                    <a:pt x="3760222" y="3214453"/>
                  </a:moveTo>
                  <a:lnTo>
                    <a:pt x="3769331" y="3230232"/>
                  </a:lnTo>
                  <a:lnTo>
                    <a:pt x="3753558" y="3239342"/>
                  </a:lnTo>
                  <a:lnTo>
                    <a:pt x="3744448" y="3223563"/>
                  </a:lnTo>
                  <a:lnTo>
                    <a:pt x="3760222" y="3214453"/>
                  </a:lnTo>
                  <a:close/>
                </a:path>
                <a:path w="6791959" h="7073265">
                  <a:moveTo>
                    <a:pt x="3834817" y="3345424"/>
                  </a:moveTo>
                  <a:lnTo>
                    <a:pt x="3843044" y="3359669"/>
                  </a:lnTo>
                  <a:lnTo>
                    <a:pt x="3828799" y="3367896"/>
                  </a:lnTo>
                  <a:lnTo>
                    <a:pt x="3820572" y="3353651"/>
                  </a:lnTo>
                  <a:lnTo>
                    <a:pt x="3834817" y="3345424"/>
                  </a:lnTo>
                  <a:close/>
                </a:path>
                <a:path w="6791959" h="7073265">
                  <a:moveTo>
                    <a:pt x="3909412" y="3476389"/>
                  </a:moveTo>
                  <a:lnTo>
                    <a:pt x="3916757" y="3489112"/>
                  </a:lnTo>
                  <a:lnTo>
                    <a:pt x="3904040" y="3496457"/>
                  </a:lnTo>
                  <a:lnTo>
                    <a:pt x="3896695" y="3483734"/>
                  </a:lnTo>
                  <a:lnTo>
                    <a:pt x="3909412" y="3476389"/>
                  </a:lnTo>
                  <a:close/>
                </a:path>
                <a:path w="6791959" h="7073265">
                  <a:moveTo>
                    <a:pt x="3984008" y="3607347"/>
                  </a:moveTo>
                  <a:lnTo>
                    <a:pt x="3990469" y="3618548"/>
                  </a:lnTo>
                  <a:lnTo>
                    <a:pt x="3979281" y="3625010"/>
                  </a:lnTo>
                  <a:lnTo>
                    <a:pt x="3972813" y="3613810"/>
                  </a:lnTo>
                  <a:lnTo>
                    <a:pt x="3984008" y="3607347"/>
                  </a:lnTo>
                  <a:close/>
                </a:path>
                <a:path w="6791959" h="7073265">
                  <a:moveTo>
                    <a:pt x="4058496" y="3738715"/>
                  </a:moveTo>
                  <a:lnTo>
                    <a:pt x="4063785" y="3747878"/>
                  </a:lnTo>
                  <a:lnTo>
                    <a:pt x="4054622" y="3753167"/>
                  </a:lnTo>
                  <a:lnTo>
                    <a:pt x="4049332" y="3744004"/>
                  </a:lnTo>
                  <a:lnTo>
                    <a:pt x="4058496" y="3738715"/>
                  </a:lnTo>
                  <a:close/>
                </a:path>
                <a:path w="6791959" h="7073265">
                  <a:moveTo>
                    <a:pt x="4133197" y="3869277"/>
                  </a:moveTo>
                  <a:lnTo>
                    <a:pt x="4137900" y="3877421"/>
                  </a:lnTo>
                  <a:lnTo>
                    <a:pt x="4129756" y="3882124"/>
                  </a:lnTo>
                  <a:lnTo>
                    <a:pt x="4125053" y="3873980"/>
                  </a:lnTo>
                  <a:lnTo>
                    <a:pt x="4133197" y="3869277"/>
                  </a:lnTo>
                  <a:close/>
                </a:path>
                <a:path w="6791959" h="7073265">
                  <a:moveTo>
                    <a:pt x="4207899" y="3999839"/>
                  </a:moveTo>
                  <a:lnTo>
                    <a:pt x="4212009" y="4006964"/>
                  </a:lnTo>
                  <a:lnTo>
                    <a:pt x="4204890" y="4011075"/>
                  </a:lnTo>
                  <a:lnTo>
                    <a:pt x="4200773" y="4003949"/>
                  </a:lnTo>
                  <a:lnTo>
                    <a:pt x="4207899" y="3999839"/>
                  </a:lnTo>
                  <a:close/>
                </a:path>
                <a:path w="6791959" h="7073265">
                  <a:moveTo>
                    <a:pt x="4282601" y="4130407"/>
                  </a:moveTo>
                  <a:lnTo>
                    <a:pt x="4286125" y="4136513"/>
                  </a:lnTo>
                  <a:lnTo>
                    <a:pt x="4280024" y="4140038"/>
                  </a:lnTo>
                  <a:lnTo>
                    <a:pt x="4276494" y="4133931"/>
                  </a:lnTo>
                  <a:lnTo>
                    <a:pt x="4282601" y="4130407"/>
                  </a:lnTo>
                  <a:close/>
                </a:path>
                <a:path w="6791959" h="7073265">
                  <a:moveTo>
                    <a:pt x="4357302" y="4260969"/>
                  </a:moveTo>
                  <a:lnTo>
                    <a:pt x="4360240" y="4266057"/>
                  </a:lnTo>
                  <a:lnTo>
                    <a:pt x="4355152" y="4268994"/>
                  </a:lnTo>
                  <a:lnTo>
                    <a:pt x="4352214" y="4263907"/>
                  </a:lnTo>
                  <a:lnTo>
                    <a:pt x="4357302" y="4260969"/>
                  </a:lnTo>
                  <a:close/>
                </a:path>
                <a:path w="6791959" h="7073265">
                  <a:moveTo>
                    <a:pt x="4432004" y="4391531"/>
                  </a:moveTo>
                  <a:lnTo>
                    <a:pt x="4434356" y="4395600"/>
                  </a:lnTo>
                  <a:lnTo>
                    <a:pt x="4430286" y="4397952"/>
                  </a:lnTo>
                  <a:lnTo>
                    <a:pt x="4427935" y="4393882"/>
                  </a:lnTo>
                  <a:lnTo>
                    <a:pt x="4432004" y="4391531"/>
                  </a:lnTo>
                  <a:close/>
                </a:path>
                <a:path w="6791959" h="7073265">
                  <a:moveTo>
                    <a:pt x="4506711" y="4522093"/>
                  </a:moveTo>
                  <a:lnTo>
                    <a:pt x="4508471" y="4525143"/>
                  </a:lnTo>
                  <a:lnTo>
                    <a:pt x="4505414" y="4526908"/>
                  </a:lnTo>
                  <a:lnTo>
                    <a:pt x="4503649" y="4523858"/>
                  </a:lnTo>
                  <a:lnTo>
                    <a:pt x="4506711" y="4522093"/>
                  </a:lnTo>
                  <a:close/>
                </a:path>
                <a:path w="6791959" h="7073265">
                  <a:moveTo>
                    <a:pt x="4581407" y="4652655"/>
                  </a:moveTo>
                  <a:lnTo>
                    <a:pt x="4582580" y="4654692"/>
                  </a:lnTo>
                  <a:lnTo>
                    <a:pt x="4580554" y="4655865"/>
                  </a:lnTo>
                  <a:lnTo>
                    <a:pt x="4579375" y="4653828"/>
                  </a:lnTo>
                  <a:lnTo>
                    <a:pt x="4581407" y="4652655"/>
                  </a:lnTo>
                  <a:close/>
                </a:path>
                <a:path w="6791959" h="7073265">
                  <a:moveTo>
                    <a:pt x="4655096" y="4783804"/>
                  </a:moveTo>
                  <a:lnTo>
                    <a:pt x="4656446" y="4783804"/>
                  </a:lnTo>
                  <a:lnTo>
                    <a:pt x="4656695" y="4784236"/>
                  </a:lnTo>
                  <a:lnTo>
                    <a:pt x="4655345" y="4784236"/>
                  </a:lnTo>
                  <a:lnTo>
                    <a:pt x="4655096" y="4783804"/>
                  </a:lnTo>
                  <a:close/>
                </a:path>
                <a:path w="6791959" h="7073265">
                  <a:moveTo>
                    <a:pt x="1768505" y="4434"/>
                  </a:moveTo>
                  <a:lnTo>
                    <a:pt x="1807580" y="72111"/>
                  </a:lnTo>
                  <a:lnTo>
                    <a:pt x="1739897" y="111185"/>
                  </a:lnTo>
                  <a:lnTo>
                    <a:pt x="1700823" y="43509"/>
                  </a:lnTo>
                  <a:lnTo>
                    <a:pt x="1768505" y="4434"/>
                  </a:lnTo>
                  <a:close/>
                </a:path>
                <a:path w="6791959" h="7073265">
                  <a:moveTo>
                    <a:pt x="1842887" y="136205"/>
                  </a:moveTo>
                  <a:lnTo>
                    <a:pt x="1880493" y="201334"/>
                  </a:lnTo>
                  <a:lnTo>
                    <a:pt x="1815357" y="238940"/>
                  </a:lnTo>
                  <a:lnTo>
                    <a:pt x="1777751" y="173810"/>
                  </a:lnTo>
                  <a:lnTo>
                    <a:pt x="1842887" y="136205"/>
                  </a:lnTo>
                  <a:close/>
                </a:path>
                <a:path w="6791959" h="7073265">
                  <a:moveTo>
                    <a:pt x="1917375" y="267566"/>
                  </a:moveTo>
                  <a:lnTo>
                    <a:pt x="1953802" y="330665"/>
                  </a:lnTo>
                  <a:lnTo>
                    <a:pt x="1890704" y="367092"/>
                  </a:lnTo>
                  <a:lnTo>
                    <a:pt x="1854277" y="303993"/>
                  </a:lnTo>
                  <a:lnTo>
                    <a:pt x="1917375" y="267566"/>
                  </a:lnTo>
                  <a:close/>
                </a:path>
                <a:path w="6791959" h="7073265">
                  <a:moveTo>
                    <a:pt x="1991752" y="399337"/>
                  </a:moveTo>
                  <a:lnTo>
                    <a:pt x="2026715" y="459888"/>
                  </a:lnTo>
                  <a:lnTo>
                    <a:pt x="1966158" y="494852"/>
                  </a:lnTo>
                  <a:lnTo>
                    <a:pt x="1931200" y="434295"/>
                  </a:lnTo>
                  <a:lnTo>
                    <a:pt x="1991752" y="399337"/>
                  </a:lnTo>
                  <a:close/>
                </a:path>
                <a:path w="6791959" h="7073265">
                  <a:moveTo>
                    <a:pt x="2066234" y="530698"/>
                  </a:moveTo>
                  <a:lnTo>
                    <a:pt x="2100019" y="589218"/>
                  </a:lnTo>
                  <a:lnTo>
                    <a:pt x="2041505" y="623003"/>
                  </a:lnTo>
                  <a:lnTo>
                    <a:pt x="2007720" y="564483"/>
                  </a:lnTo>
                  <a:lnTo>
                    <a:pt x="2066234" y="530698"/>
                  </a:lnTo>
                  <a:close/>
                </a:path>
                <a:path w="6791959" h="7073265">
                  <a:moveTo>
                    <a:pt x="2140722" y="662066"/>
                  </a:moveTo>
                  <a:lnTo>
                    <a:pt x="2173334" y="718548"/>
                  </a:lnTo>
                  <a:lnTo>
                    <a:pt x="2116852" y="751160"/>
                  </a:lnTo>
                  <a:lnTo>
                    <a:pt x="2084240" y="694678"/>
                  </a:lnTo>
                  <a:lnTo>
                    <a:pt x="2140722" y="662066"/>
                  </a:lnTo>
                  <a:close/>
                </a:path>
                <a:path w="6791959" h="7073265">
                  <a:moveTo>
                    <a:pt x="2215216" y="793427"/>
                  </a:moveTo>
                  <a:lnTo>
                    <a:pt x="2246650" y="847878"/>
                  </a:lnTo>
                  <a:lnTo>
                    <a:pt x="2192200" y="879312"/>
                  </a:lnTo>
                  <a:lnTo>
                    <a:pt x="2160766" y="824867"/>
                  </a:lnTo>
                  <a:lnTo>
                    <a:pt x="2215216" y="793427"/>
                  </a:lnTo>
                  <a:close/>
                </a:path>
                <a:path w="6791959" h="7073265">
                  <a:moveTo>
                    <a:pt x="2289699" y="924795"/>
                  </a:moveTo>
                  <a:lnTo>
                    <a:pt x="2319959" y="977208"/>
                  </a:lnTo>
                  <a:lnTo>
                    <a:pt x="2267546" y="1007469"/>
                  </a:lnTo>
                  <a:lnTo>
                    <a:pt x="2237285" y="955056"/>
                  </a:lnTo>
                  <a:lnTo>
                    <a:pt x="2289699" y="924795"/>
                  </a:lnTo>
                  <a:close/>
                </a:path>
                <a:path w="6791959" h="7073265">
                  <a:moveTo>
                    <a:pt x="2364075" y="1056559"/>
                  </a:moveTo>
                  <a:lnTo>
                    <a:pt x="2392867" y="1106432"/>
                  </a:lnTo>
                  <a:lnTo>
                    <a:pt x="2343000" y="1135224"/>
                  </a:lnTo>
                  <a:lnTo>
                    <a:pt x="2314208" y="1085351"/>
                  </a:lnTo>
                  <a:lnTo>
                    <a:pt x="2364075" y="1056559"/>
                  </a:lnTo>
                  <a:close/>
                </a:path>
                <a:path w="6791959" h="7073265">
                  <a:moveTo>
                    <a:pt x="2438563" y="1187927"/>
                  </a:moveTo>
                  <a:lnTo>
                    <a:pt x="2466182" y="1235756"/>
                  </a:lnTo>
                  <a:lnTo>
                    <a:pt x="2418348" y="1263375"/>
                  </a:lnTo>
                  <a:lnTo>
                    <a:pt x="2390734" y="1215540"/>
                  </a:lnTo>
                  <a:lnTo>
                    <a:pt x="2438563" y="1187927"/>
                  </a:lnTo>
                  <a:close/>
                </a:path>
                <a:path w="6791959" h="7073265">
                  <a:moveTo>
                    <a:pt x="2512944" y="1319691"/>
                  </a:moveTo>
                  <a:lnTo>
                    <a:pt x="2539095" y="1364985"/>
                  </a:lnTo>
                  <a:lnTo>
                    <a:pt x="2493808" y="1391129"/>
                  </a:lnTo>
                  <a:lnTo>
                    <a:pt x="2467657" y="1345841"/>
                  </a:lnTo>
                  <a:lnTo>
                    <a:pt x="2512944" y="1319691"/>
                  </a:lnTo>
                  <a:close/>
                </a:path>
                <a:path w="6791959" h="7073265">
                  <a:moveTo>
                    <a:pt x="2587327" y="1451461"/>
                  </a:moveTo>
                  <a:lnTo>
                    <a:pt x="2612002" y="1494208"/>
                  </a:lnTo>
                  <a:lnTo>
                    <a:pt x="2569261" y="1518883"/>
                  </a:lnTo>
                  <a:lnTo>
                    <a:pt x="2544580" y="1476143"/>
                  </a:lnTo>
                  <a:lnTo>
                    <a:pt x="2587327" y="1451461"/>
                  </a:lnTo>
                  <a:close/>
                </a:path>
                <a:path w="6791959" h="7073265">
                  <a:moveTo>
                    <a:pt x="2661809" y="1582829"/>
                  </a:moveTo>
                  <a:lnTo>
                    <a:pt x="2685311" y="1623538"/>
                  </a:lnTo>
                  <a:lnTo>
                    <a:pt x="2644602" y="1647041"/>
                  </a:lnTo>
                  <a:lnTo>
                    <a:pt x="2621099" y="1606331"/>
                  </a:lnTo>
                  <a:lnTo>
                    <a:pt x="2661809" y="1582829"/>
                  </a:lnTo>
                  <a:close/>
                </a:path>
                <a:path w="6791959" h="7073265">
                  <a:moveTo>
                    <a:pt x="2736297" y="1714191"/>
                  </a:moveTo>
                  <a:lnTo>
                    <a:pt x="2758627" y="1752868"/>
                  </a:lnTo>
                  <a:lnTo>
                    <a:pt x="2719956" y="1775198"/>
                  </a:lnTo>
                  <a:lnTo>
                    <a:pt x="2697626" y="1736521"/>
                  </a:lnTo>
                  <a:lnTo>
                    <a:pt x="2736297" y="1714191"/>
                  </a:lnTo>
                  <a:close/>
                </a:path>
                <a:path w="6791959" h="7073265">
                  <a:moveTo>
                    <a:pt x="2810892" y="1845161"/>
                  </a:moveTo>
                  <a:lnTo>
                    <a:pt x="2832340" y="1882305"/>
                  </a:lnTo>
                  <a:lnTo>
                    <a:pt x="2795191" y="1903752"/>
                  </a:lnTo>
                  <a:lnTo>
                    <a:pt x="2773743" y="1866609"/>
                  </a:lnTo>
                  <a:lnTo>
                    <a:pt x="2810892" y="1845161"/>
                  </a:lnTo>
                  <a:close/>
                </a:path>
                <a:path w="6791959" h="7073265">
                  <a:moveTo>
                    <a:pt x="2885381" y="1976523"/>
                  </a:moveTo>
                  <a:lnTo>
                    <a:pt x="2905656" y="2011635"/>
                  </a:lnTo>
                  <a:lnTo>
                    <a:pt x="2870544" y="2031904"/>
                  </a:lnTo>
                  <a:lnTo>
                    <a:pt x="2850269" y="1996792"/>
                  </a:lnTo>
                  <a:lnTo>
                    <a:pt x="2885381" y="1976523"/>
                  </a:lnTo>
                  <a:close/>
                </a:path>
                <a:path w="6791959" h="7073265">
                  <a:moveTo>
                    <a:pt x="2959863" y="2107891"/>
                  </a:moveTo>
                  <a:lnTo>
                    <a:pt x="2978959" y="2140965"/>
                  </a:lnTo>
                  <a:lnTo>
                    <a:pt x="2945885" y="2160061"/>
                  </a:lnTo>
                  <a:lnTo>
                    <a:pt x="2926789" y="2126987"/>
                  </a:lnTo>
                  <a:lnTo>
                    <a:pt x="2959863" y="2107891"/>
                  </a:lnTo>
                  <a:close/>
                </a:path>
                <a:path w="6791959" h="7073265">
                  <a:moveTo>
                    <a:pt x="3034351" y="2239252"/>
                  </a:moveTo>
                  <a:lnTo>
                    <a:pt x="3052274" y="2270295"/>
                  </a:lnTo>
                  <a:lnTo>
                    <a:pt x="3021237" y="2288218"/>
                  </a:lnTo>
                  <a:lnTo>
                    <a:pt x="3003314" y="2257175"/>
                  </a:lnTo>
                  <a:lnTo>
                    <a:pt x="3034351" y="2239252"/>
                  </a:lnTo>
                  <a:close/>
                </a:path>
                <a:path w="6791959" h="7073265">
                  <a:moveTo>
                    <a:pt x="3108733" y="2371022"/>
                  </a:moveTo>
                  <a:lnTo>
                    <a:pt x="3125181" y="2399512"/>
                  </a:lnTo>
                  <a:lnTo>
                    <a:pt x="3096692" y="2415966"/>
                  </a:lnTo>
                  <a:lnTo>
                    <a:pt x="3080237" y="2387470"/>
                  </a:lnTo>
                  <a:lnTo>
                    <a:pt x="3108733" y="2371022"/>
                  </a:lnTo>
                  <a:close/>
                </a:path>
                <a:path w="6791959" h="7073265">
                  <a:moveTo>
                    <a:pt x="3183433" y="2501584"/>
                  </a:moveTo>
                  <a:lnTo>
                    <a:pt x="3199303" y="2529061"/>
                  </a:lnTo>
                  <a:lnTo>
                    <a:pt x="3171819" y="2544929"/>
                  </a:lnTo>
                  <a:lnTo>
                    <a:pt x="3155957" y="2517446"/>
                  </a:lnTo>
                  <a:lnTo>
                    <a:pt x="3183433" y="2501584"/>
                  </a:lnTo>
                  <a:close/>
                </a:path>
                <a:path w="6791959" h="7073265">
                  <a:moveTo>
                    <a:pt x="3257917" y="2632952"/>
                  </a:moveTo>
                  <a:lnTo>
                    <a:pt x="3272606" y="2658391"/>
                  </a:lnTo>
                  <a:lnTo>
                    <a:pt x="3247167" y="2673080"/>
                  </a:lnTo>
                  <a:lnTo>
                    <a:pt x="3232478" y="2647641"/>
                  </a:lnTo>
                  <a:lnTo>
                    <a:pt x="3257917" y="2632952"/>
                  </a:lnTo>
                  <a:close/>
                </a:path>
                <a:path w="6791959" h="7073265">
                  <a:moveTo>
                    <a:pt x="3332299" y="2764716"/>
                  </a:moveTo>
                  <a:lnTo>
                    <a:pt x="3345520" y="2787615"/>
                  </a:lnTo>
                  <a:lnTo>
                    <a:pt x="3322621" y="2800835"/>
                  </a:lnTo>
                  <a:lnTo>
                    <a:pt x="3309400" y="2777936"/>
                  </a:lnTo>
                  <a:lnTo>
                    <a:pt x="3332299" y="2764716"/>
                  </a:lnTo>
                  <a:close/>
                </a:path>
                <a:path w="6791959" h="7073265">
                  <a:moveTo>
                    <a:pt x="3406894" y="2895687"/>
                  </a:moveTo>
                  <a:lnTo>
                    <a:pt x="3419232" y="2917051"/>
                  </a:lnTo>
                  <a:lnTo>
                    <a:pt x="3397862" y="2929389"/>
                  </a:lnTo>
                  <a:lnTo>
                    <a:pt x="3385524" y="2908025"/>
                  </a:lnTo>
                  <a:lnTo>
                    <a:pt x="3406894" y="2895687"/>
                  </a:lnTo>
                  <a:close/>
                </a:path>
                <a:path w="6791959" h="7073265">
                  <a:moveTo>
                    <a:pt x="3481490" y="3026645"/>
                  </a:moveTo>
                  <a:lnTo>
                    <a:pt x="3492950" y="3046488"/>
                  </a:lnTo>
                  <a:lnTo>
                    <a:pt x="3473102" y="3057948"/>
                  </a:lnTo>
                  <a:lnTo>
                    <a:pt x="3461647" y="3038100"/>
                  </a:lnTo>
                  <a:lnTo>
                    <a:pt x="3481490" y="3026645"/>
                  </a:lnTo>
                  <a:close/>
                </a:path>
                <a:path w="6791959" h="7073265">
                  <a:moveTo>
                    <a:pt x="3556085" y="3157610"/>
                  </a:moveTo>
                  <a:lnTo>
                    <a:pt x="3566664" y="3175930"/>
                  </a:lnTo>
                  <a:lnTo>
                    <a:pt x="3548344" y="3186503"/>
                  </a:lnTo>
                  <a:lnTo>
                    <a:pt x="3537771" y="3168183"/>
                  </a:lnTo>
                  <a:lnTo>
                    <a:pt x="3556085" y="3157610"/>
                  </a:lnTo>
                  <a:close/>
                </a:path>
                <a:path w="6791959" h="7073265">
                  <a:moveTo>
                    <a:pt x="3630573" y="3288978"/>
                  </a:moveTo>
                  <a:lnTo>
                    <a:pt x="3639973" y="3305260"/>
                  </a:lnTo>
                  <a:lnTo>
                    <a:pt x="3623690" y="3314660"/>
                  </a:lnTo>
                  <a:lnTo>
                    <a:pt x="3614290" y="3298378"/>
                  </a:lnTo>
                  <a:lnTo>
                    <a:pt x="3630573" y="3288978"/>
                  </a:lnTo>
                  <a:close/>
                </a:path>
                <a:path w="6791959" h="7073265">
                  <a:moveTo>
                    <a:pt x="3705168" y="3419936"/>
                  </a:moveTo>
                  <a:lnTo>
                    <a:pt x="3713686" y="3434691"/>
                  </a:lnTo>
                  <a:lnTo>
                    <a:pt x="3698931" y="3443214"/>
                  </a:lnTo>
                  <a:lnTo>
                    <a:pt x="3690408" y="3428454"/>
                  </a:lnTo>
                  <a:lnTo>
                    <a:pt x="3705168" y="3419936"/>
                  </a:lnTo>
                  <a:close/>
                </a:path>
                <a:path w="6791959" h="7073265">
                  <a:moveTo>
                    <a:pt x="3779762" y="3550901"/>
                  </a:moveTo>
                  <a:lnTo>
                    <a:pt x="3787398" y="3564133"/>
                  </a:lnTo>
                  <a:lnTo>
                    <a:pt x="3774172" y="3571768"/>
                  </a:lnTo>
                  <a:lnTo>
                    <a:pt x="3766531" y="3558542"/>
                  </a:lnTo>
                  <a:lnTo>
                    <a:pt x="3779762" y="3550901"/>
                  </a:lnTo>
                  <a:close/>
                </a:path>
                <a:path w="6791959" h="7073265">
                  <a:moveTo>
                    <a:pt x="3854359" y="3681872"/>
                  </a:moveTo>
                  <a:lnTo>
                    <a:pt x="3861111" y="3693570"/>
                  </a:lnTo>
                  <a:lnTo>
                    <a:pt x="3849408" y="3700328"/>
                  </a:lnTo>
                  <a:lnTo>
                    <a:pt x="3842655" y="3688630"/>
                  </a:lnTo>
                  <a:lnTo>
                    <a:pt x="3854359" y="3681872"/>
                  </a:lnTo>
                  <a:close/>
                </a:path>
                <a:path w="6791959" h="7073265">
                  <a:moveTo>
                    <a:pt x="3928847" y="3813234"/>
                  </a:moveTo>
                  <a:lnTo>
                    <a:pt x="3934427" y="3822900"/>
                  </a:lnTo>
                  <a:lnTo>
                    <a:pt x="3924760" y="3828486"/>
                  </a:lnTo>
                  <a:lnTo>
                    <a:pt x="3919175" y="3818813"/>
                  </a:lnTo>
                  <a:lnTo>
                    <a:pt x="3928847" y="3813234"/>
                  </a:lnTo>
                  <a:close/>
                </a:path>
                <a:path w="6791959" h="7073265">
                  <a:moveTo>
                    <a:pt x="4003543" y="3943796"/>
                  </a:moveTo>
                  <a:lnTo>
                    <a:pt x="4008536" y="3952449"/>
                  </a:lnTo>
                  <a:lnTo>
                    <a:pt x="3999888" y="3957442"/>
                  </a:lnTo>
                  <a:lnTo>
                    <a:pt x="3994896" y="3948789"/>
                  </a:lnTo>
                  <a:lnTo>
                    <a:pt x="4003543" y="3943796"/>
                  </a:lnTo>
                  <a:close/>
                </a:path>
                <a:path w="6791959" h="7073265">
                  <a:moveTo>
                    <a:pt x="4078245" y="4074363"/>
                  </a:moveTo>
                  <a:lnTo>
                    <a:pt x="4082651" y="4081992"/>
                  </a:lnTo>
                  <a:lnTo>
                    <a:pt x="4075023" y="4086399"/>
                  </a:lnTo>
                  <a:lnTo>
                    <a:pt x="4070616" y="4078770"/>
                  </a:lnTo>
                  <a:lnTo>
                    <a:pt x="4078245" y="4074363"/>
                  </a:lnTo>
                  <a:close/>
                </a:path>
                <a:path w="6791959" h="7073265">
                  <a:moveTo>
                    <a:pt x="4152952" y="4204926"/>
                  </a:moveTo>
                  <a:lnTo>
                    <a:pt x="4156767" y="4211536"/>
                  </a:lnTo>
                  <a:lnTo>
                    <a:pt x="4150151" y="4215356"/>
                  </a:lnTo>
                  <a:lnTo>
                    <a:pt x="4146336" y="4208746"/>
                  </a:lnTo>
                  <a:lnTo>
                    <a:pt x="4152952" y="4204926"/>
                  </a:lnTo>
                  <a:close/>
                </a:path>
                <a:path w="6791959" h="7073265">
                  <a:moveTo>
                    <a:pt x="4227541" y="4335884"/>
                  </a:moveTo>
                  <a:lnTo>
                    <a:pt x="4230479" y="4340972"/>
                  </a:lnTo>
                  <a:lnTo>
                    <a:pt x="4225391" y="4343910"/>
                  </a:lnTo>
                  <a:lnTo>
                    <a:pt x="4222453" y="4338822"/>
                  </a:lnTo>
                  <a:lnTo>
                    <a:pt x="4227541" y="4335884"/>
                  </a:lnTo>
                  <a:close/>
                </a:path>
                <a:path w="6791959" h="7073265">
                  <a:moveTo>
                    <a:pt x="4302243" y="4466446"/>
                  </a:moveTo>
                  <a:lnTo>
                    <a:pt x="4304595" y="4470521"/>
                  </a:lnTo>
                  <a:lnTo>
                    <a:pt x="4300525" y="4472873"/>
                  </a:lnTo>
                  <a:lnTo>
                    <a:pt x="4298174" y="4468798"/>
                  </a:lnTo>
                  <a:lnTo>
                    <a:pt x="4302243" y="4466446"/>
                  </a:lnTo>
                  <a:close/>
                </a:path>
                <a:path w="6791959" h="7073265">
                  <a:moveTo>
                    <a:pt x="4376951" y="4597009"/>
                  </a:moveTo>
                  <a:lnTo>
                    <a:pt x="4378710" y="4600065"/>
                  </a:lnTo>
                  <a:lnTo>
                    <a:pt x="4375659" y="4601824"/>
                  </a:lnTo>
                  <a:lnTo>
                    <a:pt x="4373894" y="4598774"/>
                  </a:lnTo>
                  <a:lnTo>
                    <a:pt x="4376951" y="4597009"/>
                  </a:lnTo>
                  <a:close/>
                </a:path>
                <a:path w="6791959" h="7073265">
                  <a:moveTo>
                    <a:pt x="4451652" y="4727571"/>
                  </a:moveTo>
                  <a:lnTo>
                    <a:pt x="4452825" y="4729608"/>
                  </a:lnTo>
                  <a:lnTo>
                    <a:pt x="4450793" y="4730787"/>
                  </a:lnTo>
                  <a:lnTo>
                    <a:pt x="4449614" y="4728749"/>
                  </a:lnTo>
                  <a:lnTo>
                    <a:pt x="4451652" y="4727571"/>
                  </a:lnTo>
                  <a:close/>
                </a:path>
                <a:path w="6791959" h="7073265">
                  <a:moveTo>
                    <a:pt x="4526460" y="4857736"/>
                  </a:moveTo>
                  <a:lnTo>
                    <a:pt x="4527343" y="4859264"/>
                  </a:lnTo>
                  <a:lnTo>
                    <a:pt x="4525815" y="4860146"/>
                  </a:lnTo>
                  <a:lnTo>
                    <a:pt x="4524932" y="4858618"/>
                  </a:lnTo>
                  <a:lnTo>
                    <a:pt x="4526460" y="4857736"/>
                  </a:lnTo>
                  <a:close/>
                </a:path>
                <a:path w="6791959" h="7073265">
                  <a:moveTo>
                    <a:pt x="1507101" y="0"/>
                  </a:moveTo>
                  <a:lnTo>
                    <a:pt x="1588525" y="0"/>
                  </a:lnTo>
                  <a:lnTo>
                    <a:pt x="1597686" y="15866"/>
                  </a:lnTo>
                  <a:lnTo>
                    <a:pt x="1536619" y="51127"/>
                  </a:lnTo>
                  <a:lnTo>
                    <a:pt x="1507101" y="0"/>
                  </a:lnTo>
                  <a:close/>
                </a:path>
                <a:path w="6791959" h="7073265">
                  <a:moveTo>
                    <a:pt x="1638964" y="78550"/>
                  </a:moveTo>
                  <a:lnTo>
                    <a:pt x="1678625" y="147246"/>
                  </a:lnTo>
                  <a:lnTo>
                    <a:pt x="1609923" y="186907"/>
                  </a:lnTo>
                  <a:lnTo>
                    <a:pt x="1570262" y="118211"/>
                  </a:lnTo>
                  <a:lnTo>
                    <a:pt x="1638964" y="78550"/>
                  </a:lnTo>
                  <a:close/>
                </a:path>
                <a:path w="6791959" h="7073265">
                  <a:moveTo>
                    <a:pt x="1713660" y="209112"/>
                  </a:moveTo>
                  <a:lnTo>
                    <a:pt x="1752734" y="276794"/>
                  </a:lnTo>
                  <a:lnTo>
                    <a:pt x="1685057" y="315869"/>
                  </a:lnTo>
                  <a:lnTo>
                    <a:pt x="1645983" y="248186"/>
                  </a:lnTo>
                  <a:lnTo>
                    <a:pt x="1713660" y="209112"/>
                  </a:lnTo>
                  <a:close/>
                </a:path>
                <a:path w="6791959" h="7073265">
                  <a:moveTo>
                    <a:pt x="1788042" y="340882"/>
                  </a:moveTo>
                  <a:lnTo>
                    <a:pt x="1825647" y="406012"/>
                  </a:lnTo>
                  <a:lnTo>
                    <a:pt x="1760512" y="443618"/>
                  </a:lnTo>
                  <a:lnTo>
                    <a:pt x="1722906" y="378488"/>
                  </a:lnTo>
                  <a:lnTo>
                    <a:pt x="1788042" y="340882"/>
                  </a:lnTo>
                  <a:close/>
                </a:path>
                <a:path w="6791959" h="7073265">
                  <a:moveTo>
                    <a:pt x="1862418" y="472646"/>
                  </a:moveTo>
                  <a:lnTo>
                    <a:pt x="1898554" y="535235"/>
                  </a:lnTo>
                  <a:lnTo>
                    <a:pt x="1835965" y="571372"/>
                  </a:lnTo>
                  <a:lnTo>
                    <a:pt x="1799829" y="508783"/>
                  </a:lnTo>
                  <a:lnTo>
                    <a:pt x="1862418" y="472646"/>
                  </a:lnTo>
                  <a:close/>
                </a:path>
                <a:path w="6791959" h="7073265">
                  <a:moveTo>
                    <a:pt x="1936799" y="604411"/>
                  </a:moveTo>
                  <a:lnTo>
                    <a:pt x="1971467" y="664459"/>
                  </a:lnTo>
                  <a:lnTo>
                    <a:pt x="1911419" y="699126"/>
                  </a:lnTo>
                  <a:lnTo>
                    <a:pt x="1876752" y="639079"/>
                  </a:lnTo>
                  <a:lnTo>
                    <a:pt x="1936799" y="604411"/>
                  </a:lnTo>
                  <a:close/>
                </a:path>
                <a:path w="6791959" h="7073265">
                  <a:moveTo>
                    <a:pt x="2011288" y="735778"/>
                  </a:moveTo>
                  <a:lnTo>
                    <a:pt x="2044782" y="793789"/>
                  </a:lnTo>
                  <a:lnTo>
                    <a:pt x="1986772" y="827278"/>
                  </a:lnTo>
                  <a:lnTo>
                    <a:pt x="1953277" y="769267"/>
                  </a:lnTo>
                  <a:lnTo>
                    <a:pt x="2011288" y="735778"/>
                  </a:lnTo>
                  <a:close/>
                </a:path>
                <a:path w="6791959" h="7073265">
                  <a:moveTo>
                    <a:pt x="2085775" y="867140"/>
                  </a:moveTo>
                  <a:lnTo>
                    <a:pt x="2118098" y="923119"/>
                  </a:lnTo>
                  <a:lnTo>
                    <a:pt x="2062120" y="955435"/>
                  </a:lnTo>
                  <a:lnTo>
                    <a:pt x="2029797" y="899462"/>
                  </a:lnTo>
                  <a:lnTo>
                    <a:pt x="2085775" y="867140"/>
                  </a:lnTo>
                  <a:close/>
                </a:path>
                <a:path w="6791959" h="7073265">
                  <a:moveTo>
                    <a:pt x="2160158" y="998910"/>
                  </a:moveTo>
                  <a:lnTo>
                    <a:pt x="2191005" y="1052336"/>
                  </a:lnTo>
                  <a:lnTo>
                    <a:pt x="2137573" y="1083189"/>
                  </a:lnTo>
                  <a:lnTo>
                    <a:pt x="2106726" y="1029757"/>
                  </a:lnTo>
                  <a:lnTo>
                    <a:pt x="2160158" y="998910"/>
                  </a:lnTo>
                  <a:close/>
                </a:path>
                <a:path w="6791959" h="7073265">
                  <a:moveTo>
                    <a:pt x="2234640" y="1130272"/>
                  </a:moveTo>
                  <a:lnTo>
                    <a:pt x="2264314" y="1181672"/>
                  </a:lnTo>
                  <a:lnTo>
                    <a:pt x="2212920" y="1211347"/>
                  </a:lnTo>
                  <a:lnTo>
                    <a:pt x="2183246" y="1159946"/>
                  </a:lnTo>
                  <a:lnTo>
                    <a:pt x="2234640" y="1130272"/>
                  </a:lnTo>
                  <a:close/>
                </a:path>
                <a:path w="6791959" h="7073265">
                  <a:moveTo>
                    <a:pt x="2309134" y="1261645"/>
                  </a:moveTo>
                  <a:lnTo>
                    <a:pt x="2337630" y="1311002"/>
                  </a:lnTo>
                  <a:lnTo>
                    <a:pt x="2288268" y="1339498"/>
                  </a:lnTo>
                  <a:lnTo>
                    <a:pt x="2259772" y="1290141"/>
                  </a:lnTo>
                  <a:lnTo>
                    <a:pt x="2309134" y="1261645"/>
                  </a:lnTo>
                  <a:close/>
                </a:path>
                <a:path w="6791959" h="7073265">
                  <a:moveTo>
                    <a:pt x="2383510" y="1393404"/>
                  </a:moveTo>
                  <a:lnTo>
                    <a:pt x="2410537" y="1440225"/>
                  </a:lnTo>
                  <a:lnTo>
                    <a:pt x="2363721" y="1467252"/>
                  </a:lnTo>
                  <a:lnTo>
                    <a:pt x="2336694" y="1420436"/>
                  </a:lnTo>
                  <a:lnTo>
                    <a:pt x="2383510" y="1393404"/>
                  </a:lnTo>
                  <a:close/>
                </a:path>
                <a:path w="6791959" h="7073265">
                  <a:moveTo>
                    <a:pt x="2457892" y="1525174"/>
                  </a:moveTo>
                  <a:lnTo>
                    <a:pt x="2483450" y="1569449"/>
                  </a:lnTo>
                  <a:lnTo>
                    <a:pt x="2439175" y="1595007"/>
                  </a:lnTo>
                  <a:lnTo>
                    <a:pt x="2413617" y="1550738"/>
                  </a:lnTo>
                  <a:lnTo>
                    <a:pt x="2457892" y="1525174"/>
                  </a:lnTo>
                  <a:close/>
                </a:path>
                <a:path w="6791959" h="7073265">
                  <a:moveTo>
                    <a:pt x="2532375" y="1656541"/>
                  </a:moveTo>
                  <a:lnTo>
                    <a:pt x="2556760" y="1698778"/>
                  </a:lnTo>
                  <a:lnTo>
                    <a:pt x="2514528" y="1723158"/>
                  </a:lnTo>
                  <a:lnTo>
                    <a:pt x="2490143" y="1680921"/>
                  </a:lnTo>
                  <a:lnTo>
                    <a:pt x="2532375" y="1656541"/>
                  </a:lnTo>
                  <a:close/>
                </a:path>
                <a:path w="6791959" h="7073265">
                  <a:moveTo>
                    <a:pt x="2606749" y="1788306"/>
                  </a:moveTo>
                  <a:lnTo>
                    <a:pt x="2629667" y="1828002"/>
                  </a:lnTo>
                  <a:lnTo>
                    <a:pt x="2589983" y="1850912"/>
                  </a:lnTo>
                  <a:lnTo>
                    <a:pt x="2567066" y="1811222"/>
                  </a:lnTo>
                  <a:lnTo>
                    <a:pt x="2606749" y="1788306"/>
                  </a:lnTo>
                  <a:close/>
                </a:path>
                <a:path w="6791959" h="7073265">
                  <a:moveTo>
                    <a:pt x="2681352" y="1919271"/>
                  </a:moveTo>
                  <a:lnTo>
                    <a:pt x="2703385" y="1957439"/>
                  </a:lnTo>
                  <a:lnTo>
                    <a:pt x="2665217" y="1979473"/>
                  </a:lnTo>
                  <a:lnTo>
                    <a:pt x="2643183" y="1941311"/>
                  </a:lnTo>
                  <a:lnTo>
                    <a:pt x="2681352" y="1919271"/>
                  </a:lnTo>
                  <a:close/>
                </a:path>
                <a:path w="6791959" h="7073265">
                  <a:moveTo>
                    <a:pt x="2755834" y="2050638"/>
                  </a:moveTo>
                  <a:lnTo>
                    <a:pt x="2776695" y="2086769"/>
                  </a:lnTo>
                  <a:lnTo>
                    <a:pt x="2740570" y="2107624"/>
                  </a:lnTo>
                  <a:lnTo>
                    <a:pt x="2719709" y="2071499"/>
                  </a:lnTo>
                  <a:lnTo>
                    <a:pt x="2755834" y="2050638"/>
                  </a:lnTo>
                  <a:close/>
                </a:path>
                <a:path w="6791959" h="7073265">
                  <a:moveTo>
                    <a:pt x="2830216" y="2182408"/>
                  </a:moveTo>
                  <a:lnTo>
                    <a:pt x="2849608" y="2215992"/>
                  </a:lnTo>
                  <a:lnTo>
                    <a:pt x="2816024" y="2235379"/>
                  </a:lnTo>
                  <a:lnTo>
                    <a:pt x="2796632" y="2201795"/>
                  </a:lnTo>
                  <a:lnTo>
                    <a:pt x="2830216" y="2182408"/>
                  </a:lnTo>
                  <a:close/>
                </a:path>
                <a:path w="6791959" h="7073265">
                  <a:moveTo>
                    <a:pt x="2904811" y="2313367"/>
                  </a:moveTo>
                  <a:lnTo>
                    <a:pt x="2923321" y="2345428"/>
                  </a:lnTo>
                  <a:lnTo>
                    <a:pt x="2891265" y="2363932"/>
                  </a:lnTo>
                  <a:lnTo>
                    <a:pt x="2872755" y="2331876"/>
                  </a:lnTo>
                  <a:lnTo>
                    <a:pt x="2904811" y="2313367"/>
                  </a:lnTo>
                  <a:close/>
                </a:path>
                <a:path w="6791959" h="7073265">
                  <a:moveTo>
                    <a:pt x="2979187" y="2445137"/>
                  </a:moveTo>
                  <a:lnTo>
                    <a:pt x="2996227" y="2474652"/>
                  </a:lnTo>
                  <a:lnTo>
                    <a:pt x="2966719" y="2491692"/>
                  </a:lnTo>
                  <a:lnTo>
                    <a:pt x="2949678" y="2462172"/>
                  </a:lnTo>
                  <a:lnTo>
                    <a:pt x="2979187" y="2445137"/>
                  </a:lnTo>
                  <a:close/>
                </a:path>
                <a:path w="6791959" h="7073265">
                  <a:moveTo>
                    <a:pt x="3053788" y="2576096"/>
                  </a:moveTo>
                  <a:lnTo>
                    <a:pt x="3069946" y="2604088"/>
                  </a:lnTo>
                  <a:lnTo>
                    <a:pt x="3041954" y="2620246"/>
                  </a:lnTo>
                  <a:lnTo>
                    <a:pt x="3025796" y="2592254"/>
                  </a:lnTo>
                  <a:lnTo>
                    <a:pt x="3053788" y="2576096"/>
                  </a:lnTo>
                  <a:close/>
                </a:path>
                <a:path w="6791959" h="7073265">
                  <a:moveTo>
                    <a:pt x="3128271" y="2707469"/>
                  </a:moveTo>
                  <a:lnTo>
                    <a:pt x="3143256" y="2733417"/>
                  </a:lnTo>
                  <a:lnTo>
                    <a:pt x="3117307" y="2748397"/>
                  </a:lnTo>
                  <a:lnTo>
                    <a:pt x="3102322" y="2722448"/>
                  </a:lnTo>
                  <a:lnTo>
                    <a:pt x="3128271" y="2707469"/>
                  </a:lnTo>
                  <a:close/>
                </a:path>
                <a:path w="6791959" h="7073265">
                  <a:moveTo>
                    <a:pt x="3202759" y="2838831"/>
                  </a:moveTo>
                  <a:lnTo>
                    <a:pt x="3216565" y="2862742"/>
                  </a:lnTo>
                  <a:lnTo>
                    <a:pt x="3192648" y="2876555"/>
                  </a:lnTo>
                  <a:lnTo>
                    <a:pt x="3178842" y="2852638"/>
                  </a:lnTo>
                  <a:lnTo>
                    <a:pt x="3202759" y="2838831"/>
                  </a:lnTo>
                  <a:close/>
                </a:path>
                <a:path w="6791959" h="7073265">
                  <a:moveTo>
                    <a:pt x="3277247" y="2970198"/>
                  </a:moveTo>
                  <a:lnTo>
                    <a:pt x="3289881" y="2992078"/>
                  </a:lnTo>
                  <a:lnTo>
                    <a:pt x="3268001" y="3004712"/>
                  </a:lnTo>
                  <a:lnTo>
                    <a:pt x="3255367" y="2982826"/>
                  </a:lnTo>
                  <a:lnTo>
                    <a:pt x="3277247" y="2970198"/>
                  </a:lnTo>
                  <a:close/>
                </a:path>
                <a:path w="6791959" h="7073265">
                  <a:moveTo>
                    <a:pt x="3351842" y="3101163"/>
                  </a:moveTo>
                  <a:lnTo>
                    <a:pt x="3363594" y="3121515"/>
                  </a:lnTo>
                  <a:lnTo>
                    <a:pt x="3343236" y="3133272"/>
                  </a:lnTo>
                  <a:lnTo>
                    <a:pt x="3331485" y="3112914"/>
                  </a:lnTo>
                  <a:lnTo>
                    <a:pt x="3351842" y="3101163"/>
                  </a:lnTo>
                  <a:close/>
                </a:path>
                <a:path w="6791959" h="7073265">
                  <a:moveTo>
                    <a:pt x="3426438" y="3232122"/>
                  </a:moveTo>
                  <a:lnTo>
                    <a:pt x="3437306" y="3250951"/>
                  </a:lnTo>
                  <a:lnTo>
                    <a:pt x="3418477" y="3261826"/>
                  </a:lnTo>
                  <a:lnTo>
                    <a:pt x="3407608" y="3242997"/>
                  </a:lnTo>
                  <a:lnTo>
                    <a:pt x="3426438" y="3232122"/>
                  </a:lnTo>
                  <a:close/>
                </a:path>
                <a:path w="6791959" h="7073265">
                  <a:moveTo>
                    <a:pt x="3501033" y="3363092"/>
                  </a:moveTo>
                  <a:lnTo>
                    <a:pt x="3511019" y="3380394"/>
                  </a:lnTo>
                  <a:lnTo>
                    <a:pt x="3493718" y="3390380"/>
                  </a:lnTo>
                  <a:lnTo>
                    <a:pt x="3483732" y="3373079"/>
                  </a:lnTo>
                  <a:lnTo>
                    <a:pt x="3501033" y="3363092"/>
                  </a:lnTo>
                  <a:close/>
                </a:path>
                <a:path w="6791959" h="7073265">
                  <a:moveTo>
                    <a:pt x="3575520" y="3494454"/>
                  </a:moveTo>
                  <a:lnTo>
                    <a:pt x="3584334" y="3509718"/>
                  </a:lnTo>
                  <a:lnTo>
                    <a:pt x="3569065" y="3518537"/>
                  </a:lnTo>
                  <a:lnTo>
                    <a:pt x="3560251" y="3503267"/>
                  </a:lnTo>
                  <a:lnTo>
                    <a:pt x="3575520" y="3494454"/>
                  </a:lnTo>
                  <a:close/>
                </a:path>
                <a:path w="6791959" h="7073265">
                  <a:moveTo>
                    <a:pt x="3650110" y="3625413"/>
                  </a:moveTo>
                  <a:lnTo>
                    <a:pt x="3658047" y="3639154"/>
                  </a:lnTo>
                  <a:lnTo>
                    <a:pt x="3644305" y="3647091"/>
                  </a:lnTo>
                  <a:lnTo>
                    <a:pt x="3636368" y="3633350"/>
                  </a:lnTo>
                  <a:lnTo>
                    <a:pt x="3650110" y="3625413"/>
                  </a:lnTo>
                  <a:close/>
                </a:path>
                <a:path w="6791959" h="7073265">
                  <a:moveTo>
                    <a:pt x="3724705" y="3756383"/>
                  </a:moveTo>
                  <a:lnTo>
                    <a:pt x="3731760" y="3768597"/>
                  </a:lnTo>
                  <a:lnTo>
                    <a:pt x="3719546" y="3775645"/>
                  </a:lnTo>
                  <a:lnTo>
                    <a:pt x="3712492" y="3763432"/>
                  </a:lnTo>
                  <a:lnTo>
                    <a:pt x="3724705" y="3756383"/>
                  </a:lnTo>
                  <a:close/>
                </a:path>
                <a:path w="6791959" h="7073265">
                  <a:moveTo>
                    <a:pt x="3799188" y="3887751"/>
                  </a:moveTo>
                  <a:lnTo>
                    <a:pt x="3805063" y="3897927"/>
                  </a:lnTo>
                  <a:lnTo>
                    <a:pt x="3794888" y="3903802"/>
                  </a:lnTo>
                  <a:lnTo>
                    <a:pt x="3789012" y="3893627"/>
                  </a:lnTo>
                  <a:lnTo>
                    <a:pt x="3799188" y="3887751"/>
                  </a:lnTo>
                  <a:close/>
                </a:path>
                <a:path w="6791959" h="7073265">
                  <a:moveTo>
                    <a:pt x="3873895" y="4018313"/>
                  </a:moveTo>
                  <a:lnTo>
                    <a:pt x="3879184" y="4027470"/>
                  </a:lnTo>
                  <a:lnTo>
                    <a:pt x="3870027" y="4032759"/>
                  </a:lnTo>
                  <a:lnTo>
                    <a:pt x="3864738" y="4023596"/>
                  </a:lnTo>
                  <a:lnTo>
                    <a:pt x="3873895" y="4018313"/>
                  </a:lnTo>
                  <a:close/>
                </a:path>
                <a:path w="6791959" h="7073265">
                  <a:moveTo>
                    <a:pt x="3948597" y="4148875"/>
                  </a:moveTo>
                  <a:lnTo>
                    <a:pt x="3953294" y="4157014"/>
                  </a:lnTo>
                  <a:lnTo>
                    <a:pt x="3945155" y="4161716"/>
                  </a:lnTo>
                  <a:lnTo>
                    <a:pt x="3940458" y="4153572"/>
                  </a:lnTo>
                  <a:lnTo>
                    <a:pt x="3948597" y="4148875"/>
                  </a:lnTo>
                  <a:close/>
                </a:path>
                <a:path w="6791959" h="7073265">
                  <a:moveTo>
                    <a:pt x="4023298" y="4279437"/>
                  </a:moveTo>
                  <a:lnTo>
                    <a:pt x="4027415" y="4286562"/>
                  </a:lnTo>
                  <a:lnTo>
                    <a:pt x="4020290" y="4290673"/>
                  </a:lnTo>
                  <a:lnTo>
                    <a:pt x="4016173" y="4283548"/>
                  </a:lnTo>
                  <a:lnTo>
                    <a:pt x="4023298" y="4279437"/>
                  </a:lnTo>
                  <a:close/>
                </a:path>
                <a:path w="6791959" h="7073265">
                  <a:moveTo>
                    <a:pt x="4097893" y="4410402"/>
                  </a:moveTo>
                  <a:lnTo>
                    <a:pt x="4101127" y="4415999"/>
                  </a:lnTo>
                  <a:lnTo>
                    <a:pt x="4095530" y="4419233"/>
                  </a:lnTo>
                  <a:lnTo>
                    <a:pt x="4092296" y="4413636"/>
                  </a:lnTo>
                  <a:lnTo>
                    <a:pt x="4097893" y="4410402"/>
                  </a:lnTo>
                  <a:close/>
                </a:path>
                <a:path w="6791959" h="7073265">
                  <a:moveTo>
                    <a:pt x="4172595" y="4540964"/>
                  </a:moveTo>
                  <a:lnTo>
                    <a:pt x="4175237" y="4545542"/>
                  </a:lnTo>
                  <a:lnTo>
                    <a:pt x="4170658" y="4548184"/>
                  </a:lnTo>
                  <a:lnTo>
                    <a:pt x="4168017" y="4543611"/>
                  </a:lnTo>
                  <a:lnTo>
                    <a:pt x="4172595" y="4540964"/>
                  </a:lnTo>
                  <a:close/>
                </a:path>
                <a:path w="6791959" h="7073265">
                  <a:moveTo>
                    <a:pt x="4247303" y="4671526"/>
                  </a:moveTo>
                  <a:lnTo>
                    <a:pt x="4249358" y="4675086"/>
                  </a:lnTo>
                  <a:lnTo>
                    <a:pt x="4245792" y="4677147"/>
                  </a:lnTo>
                  <a:lnTo>
                    <a:pt x="4243737" y="4673587"/>
                  </a:lnTo>
                  <a:lnTo>
                    <a:pt x="4247303" y="4671526"/>
                  </a:lnTo>
                  <a:close/>
                </a:path>
                <a:path w="6791959" h="7073265">
                  <a:moveTo>
                    <a:pt x="4321998" y="4802094"/>
                  </a:moveTo>
                  <a:lnTo>
                    <a:pt x="4323467" y="4804635"/>
                  </a:lnTo>
                  <a:lnTo>
                    <a:pt x="4320926" y="4806104"/>
                  </a:lnTo>
                  <a:lnTo>
                    <a:pt x="4319457" y="4803563"/>
                  </a:lnTo>
                  <a:lnTo>
                    <a:pt x="4321998" y="4802094"/>
                  </a:lnTo>
                  <a:close/>
                </a:path>
                <a:path w="6791959" h="7073265">
                  <a:moveTo>
                    <a:pt x="4396700" y="4932650"/>
                  </a:moveTo>
                  <a:lnTo>
                    <a:pt x="4397583" y="4934178"/>
                  </a:lnTo>
                  <a:lnTo>
                    <a:pt x="4396060" y="4935061"/>
                  </a:lnTo>
                  <a:lnTo>
                    <a:pt x="4395178" y="4933532"/>
                  </a:lnTo>
                  <a:lnTo>
                    <a:pt x="4396700" y="4932650"/>
                  </a:lnTo>
                  <a:close/>
                </a:path>
                <a:path w="6791959" h="7073265">
                  <a:moveTo>
                    <a:pt x="1435147" y="20491"/>
                  </a:moveTo>
                  <a:lnTo>
                    <a:pt x="1477159" y="93262"/>
                  </a:lnTo>
                  <a:lnTo>
                    <a:pt x="1404394" y="135274"/>
                  </a:lnTo>
                  <a:lnTo>
                    <a:pt x="1362382" y="62504"/>
                  </a:lnTo>
                  <a:lnTo>
                    <a:pt x="1435147" y="20491"/>
                  </a:lnTo>
                  <a:close/>
                </a:path>
                <a:path w="6791959" h="7073265">
                  <a:moveTo>
                    <a:pt x="1509629" y="151859"/>
                  </a:moveTo>
                  <a:lnTo>
                    <a:pt x="1550469" y="222592"/>
                  </a:lnTo>
                  <a:lnTo>
                    <a:pt x="1479741" y="263432"/>
                  </a:lnTo>
                  <a:lnTo>
                    <a:pt x="1438902" y="192693"/>
                  </a:lnTo>
                  <a:lnTo>
                    <a:pt x="1509629" y="151859"/>
                  </a:lnTo>
                  <a:close/>
                </a:path>
                <a:path w="6791959" h="7073265">
                  <a:moveTo>
                    <a:pt x="1584123" y="283227"/>
                  </a:moveTo>
                  <a:lnTo>
                    <a:pt x="1623784" y="351922"/>
                  </a:lnTo>
                  <a:lnTo>
                    <a:pt x="1555088" y="391583"/>
                  </a:lnTo>
                  <a:lnTo>
                    <a:pt x="1515427" y="322887"/>
                  </a:lnTo>
                  <a:lnTo>
                    <a:pt x="1584123" y="283227"/>
                  </a:lnTo>
                  <a:close/>
                </a:path>
                <a:path w="6791959" h="7073265">
                  <a:moveTo>
                    <a:pt x="1658611" y="414588"/>
                  </a:moveTo>
                  <a:lnTo>
                    <a:pt x="1697093" y="481246"/>
                  </a:lnTo>
                  <a:lnTo>
                    <a:pt x="1630429" y="519735"/>
                  </a:lnTo>
                  <a:lnTo>
                    <a:pt x="1591947" y="453077"/>
                  </a:lnTo>
                  <a:lnTo>
                    <a:pt x="1658611" y="414588"/>
                  </a:lnTo>
                  <a:close/>
                </a:path>
                <a:path w="6791959" h="7073265">
                  <a:moveTo>
                    <a:pt x="1733094" y="545956"/>
                  </a:moveTo>
                  <a:lnTo>
                    <a:pt x="1770403" y="610583"/>
                  </a:lnTo>
                  <a:lnTo>
                    <a:pt x="1705776" y="647898"/>
                  </a:lnTo>
                  <a:lnTo>
                    <a:pt x="1668467" y="583271"/>
                  </a:lnTo>
                  <a:lnTo>
                    <a:pt x="1733094" y="545956"/>
                  </a:lnTo>
                  <a:close/>
                </a:path>
                <a:path w="6791959" h="7073265">
                  <a:moveTo>
                    <a:pt x="1807475" y="677726"/>
                  </a:moveTo>
                  <a:lnTo>
                    <a:pt x="1843316" y="739805"/>
                  </a:lnTo>
                  <a:lnTo>
                    <a:pt x="1781230" y="775646"/>
                  </a:lnTo>
                  <a:lnTo>
                    <a:pt x="1745390" y="713566"/>
                  </a:lnTo>
                  <a:lnTo>
                    <a:pt x="1807475" y="677726"/>
                  </a:lnTo>
                  <a:close/>
                </a:path>
                <a:path w="6791959" h="7073265">
                  <a:moveTo>
                    <a:pt x="1881851" y="809490"/>
                  </a:moveTo>
                  <a:lnTo>
                    <a:pt x="1916223" y="869029"/>
                  </a:lnTo>
                  <a:lnTo>
                    <a:pt x="1856685" y="903400"/>
                  </a:lnTo>
                  <a:lnTo>
                    <a:pt x="1822313" y="843862"/>
                  </a:lnTo>
                  <a:lnTo>
                    <a:pt x="1881851" y="809490"/>
                  </a:lnTo>
                  <a:close/>
                </a:path>
                <a:path w="6791959" h="7073265">
                  <a:moveTo>
                    <a:pt x="1956234" y="941255"/>
                  </a:moveTo>
                  <a:lnTo>
                    <a:pt x="1989136" y="998252"/>
                  </a:lnTo>
                  <a:lnTo>
                    <a:pt x="1932144" y="1031155"/>
                  </a:lnTo>
                  <a:lnTo>
                    <a:pt x="1899236" y="974163"/>
                  </a:lnTo>
                  <a:lnTo>
                    <a:pt x="1956234" y="941255"/>
                  </a:lnTo>
                  <a:close/>
                </a:path>
                <a:path w="6791959" h="7073265">
                  <a:moveTo>
                    <a:pt x="2030722" y="1072622"/>
                  </a:moveTo>
                  <a:lnTo>
                    <a:pt x="2062452" y="1127576"/>
                  </a:lnTo>
                  <a:lnTo>
                    <a:pt x="2007492" y="1159306"/>
                  </a:lnTo>
                  <a:lnTo>
                    <a:pt x="1975761" y="1104352"/>
                  </a:lnTo>
                  <a:lnTo>
                    <a:pt x="2030722" y="1072622"/>
                  </a:lnTo>
                  <a:close/>
                </a:path>
                <a:path w="6791959" h="7073265">
                  <a:moveTo>
                    <a:pt x="2105204" y="1203990"/>
                  </a:moveTo>
                  <a:lnTo>
                    <a:pt x="2135761" y="1256912"/>
                  </a:lnTo>
                  <a:lnTo>
                    <a:pt x="2082839" y="1287469"/>
                  </a:lnTo>
                  <a:lnTo>
                    <a:pt x="2052287" y="1234547"/>
                  </a:lnTo>
                  <a:lnTo>
                    <a:pt x="2105204" y="1203990"/>
                  </a:lnTo>
                  <a:close/>
                </a:path>
                <a:path w="6791959" h="7073265">
                  <a:moveTo>
                    <a:pt x="2179585" y="1335754"/>
                  </a:moveTo>
                  <a:lnTo>
                    <a:pt x="2208668" y="1386129"/>
                  </a:lnTo>
                  <a:lnTo>
                    <a:pt x="2158292" y="1415218"/>
                  </a:lnTo>
                  <a:lnTo>
                    <a:pt x="2129204" y="1364842"/>
                  </a:lnTo>
                  <a:lnTo>
                    <a:pt x="2179585" y="1335754"/>
                  </a:lnTo>
                  <a:close/>
                </a:path>
                <a:path w="6791959" h="7073265">
                  <a:moveTo>
                    <a:pt x="2254074" y="1467116"/>
                  </a:moveTo>
                  <a:lnTo>
                    <a:pt x="2281984" y="1515466"/>
                  </a:lnTo>
                  <a:lnTo>
                    <a:pt x="2233645" y="1543375"/>
                  </a:lnTo>
                  <a:lnTo>
                    <a:pt x="2205730" y="1495025"/>
                  </a:lnTo>
                  <a:lnTo>
                    <a:pt x="2254074" y="1467116"/>
                  </a:lnTo>
                  <a:close/>
                </a:path>
                <a:path w="6791959" h="7073265">
                  <a:moveTo>
                    <a:pt x="2328343" y="1599289"/>
                  </a:moveTo>
                  <a:lnTo>
                    <a:pt x="2354487" y="1644577"/>
                  </a:lnTo>
                  <a:lnTo>
                    <a:pt x="2309200" y="1670727"/>
                  </a:lnTo>
                  <a:lnTo>
                    <a:pt x="2283055" y="1625440"/>
                  </a:lnTo>
                  <a:lnTo>
                    <a:pt x="2328343" y="1599289"/>
                  </a:lnTo>
                  <a:close/>
                </a:path>
                <a:path w="6791959" h="7073265">
                  <a:moveTo>
                    <a:pt x="2402831" y="1730657"/>
                  </a:moveTo>
                  <a:lnTo>
                    <a:pt x="2427803" y="1773906"/>
                  </a:lnTo>
                  <a:lnTo>
                    <a:pt x="2384553" y="1798878"/>
                  </a:lnTo>
                  <a:lnTo>
                    <a:pt x="2359581" y="1755628"/>
                  </a:lnTo>
                  <a:lnTo>
                    <a:pt x="2402831" y="1730657"/>
                  </a:lnTo>
                  <a:close/>
                </a:path>
                <a:path w="6791959" h="7073265">
                  <a:moveTo>
                    <a:pt x="2477213" y="1862421"/>
                  </a:moveTo>
                  <a:lnTo>
                    <a:pt x="2500716" y="1903130"/>
                  </a:lnTo>
                  <a:lnTo>
                    <a:pt x="2460006" y="1926633"/>
                  </a:lnTo>
                  <a:lnTo>
                    <a:pt x="2436504" y="1885923"/>
                  </a:lnTo>
                  <a:lnTo>
                    <a:pt x="2477213" y="1862421"/>
                  </a:lnTo>
                  <a:close/>
                </a:path>
                <a:path w="6791959" h="7073265">
                  <a:moveTo>
                    <a:pt x="2551696" y="1993788"/>
                  </a:moveTo>
                  <a:lnTo>
                    <a:pt x="2574020" y="2032460"/>
                  </a:lnTo>
                  <a:lnTo>
                    <a:pt x="2535348" y="2054784"/>
                  </a:lnTo>
                  <a:lnTo>
                    <a:pt x="2513024" y="2016118"/>
                  </a:lnTo>
                  <a:lnTo>
                    <a:pt x="2551696" y="1993788"/>
                  </a:lnTo>
                  <a:close/>
                </a:path>
                <a:path w="6791959" h="7073265">
                  <a:moveTo>
                    <a:pt x="2626297" y="2124753"/>
                  </a:moveTo>
                  <a:lnTo>
                    <a:pt x="2647738" y="2161897"/>
                  </a:lnTo>
                  <a:lnTo>
                    <a:pt x="2610589" y="2183344"/>
                  </a:lnTo>
                  <a:lnTo>
                    <a:pt x="2589147" y="2146201"/>
                  </a:lnTo>
                  <a:lnTo>
                    <a:pt x="2626297" y="2124753"/>
                  </a:lnTo>
                  <a:close/>
                </a:path>
                <a:path w="6791959" h="7073265">
                  <a:moveTo>
                    <a:pt x="2700673" y="2256518"/>
                  </a:moveTo>
                  <a:lnTo>
                    <a:pt x="2720651" y="2291120"/>
                  </a:lnTo>
                  <a:lnTo>
                    <a:pt x="2686049" y="2311099"/>
                  </a:lnTo>
                  <a:lnTo>
                    <a:pt x="2666070" y="2276496"/>
                  </a:lnTo>
                  <a:lnTo>
                    <a:pt x="2700673" y="2256518"/>
                  </a:lnTo>
                  <a:close/>
                </a:path>
                <a:path w="6791959" h="7073265">
                  <a:moveTo>
                    <a:pt x="2775155" y="2387879"/>
                  </a:moveTo>
                  <a:lnTo>
                    <a:pt x="2793961" y="2420450"/>
                  </a:lnTo>
                  <a:lnTo>
                    <a:pt x="2761390" y="2439250"/>
                  </a:lnTo>
                  <a:lnTo>
                    <a:pt x="2742590" y="2406685"/>
                  </a:lnTo>
                  <a:lnTo>
                    <a:pt x="2775155" y="2387879"/>
                  </a:lnTo>
                  <a:close/>
                </a:path>
                <a:path w="6791959" h="7073265">
                  <a:moveTo>
                    <a:pt x="2849649" y="2519253"/>
                  </a:moveTo>
                  <a:lnTo>
                    <a:pt x="2867276" y="2549780"/>
                  </a:lnTo>
                  <a:lnTo>
                    <a:pt x="2836743" y="2567407"/>
                  </a:lnTo>
                  <a:lnTo>
                    <a:pt x="2819116" y="2536880"/>
                  </a:lnTo>
                  <a:lnTo>
                    <a:pt x="2849649" y="2519253"/>
                  </a:lnTo>
                  <a:close/>
                </a:path>
                <a:path w="6791959" h="7073265">
                  <a:moveTo>
                    <a:pt x="2924132" y="2650614"/>
                  </a:moveTo>
                  <a:lnTo>
                    <a:pt x="2940580" y="2679110"/>
                  </a:lnTo>
                  <a:lnTo>
                    <a:pt x="2912090" y="2695565"/>
                  </a:lnTo>
                  <a:lnTo>
                    <a:pt x="2895636" y="2667069"/>
                  </a:lnTo>
                  <a:lnTo>
                    <a:pt x="2924132" y="2650614"/>
                  </a:lnTo>
                  <a:close/>
                </a:path>
                <a:path w="6791959" h="7073265">
                  <a:moveTo>
                    <a:pt x="2998727" y="2781573"/>
                  </a:moveTo>
                  <a:lnTo>
                    <a:pt x="3014299" y="2808547"/>
                  </a:lnTo>
                  <a:lnTo>
                    <a:pt x="2987331" y="2824118"/>
                  </a:lnTo>
                  <a:lnTo>
                    <a:pt x="2971759" y="2797145"/>
                  </a:lnTo>
                  <a:lnTo>
                    <a:pt x="2998727" y="2781573"/>
                  </a:lnTo>
                  <a:close/>
                </a:path>
                <a:path w="6791959" h="7073265">
                  <a:moveTo>
                    <a:pt x="3073215" y="2912946"/>
                  </a:moveTo>
                  <a:lnTo>
                    <a:pt x="3087608" y="2937882"/>
                  </a:lnTo>
                  <a:lnTo>
                    <a:pt x="3062678" y="2952275"/>
                  </a:lnTo>
                  <a:lnTo>
                    <a:pt x="3048279" y="2927345"/>
                  </a:lnTo>
                  <a:lnTo>
                    <a:pt x="3073215" y="2912946"/>
                  </a:lnTo>
                  <a:close/>
                </a:path>
                <a:path w="6791959" h="7073265">
                  <a:moveTo>
                    <a:pt x="3147591" y="3044711"/>
                  </a:moveTo>
                  <a:lnTo>
                    <a:pt x="3160515" y="3067100"/>
                  </a:lnTo>
                  <a:lnTo>
                    <a:pt x="3138126" y="3080030"/>
                  </a:lnTo>
                  <a:lnTo>
                    <a:pt x="3125202" y="3057635"/>
                  </a:lnTo>
                  <a:lnTo>
                    <a:pt x="3147591" y="3044711"/>
                  </a:lnTo>
                  <a:close/>
                </a:path>
                <a:path w="6791959" h="7073265">
                  <a:moveTo>
                    <a:pt x="3222186" y="3175676"/>
                  </a:moveTo>
                  <a:lnTo>
                    <a:pt x="3234228" y="3196536"/>
                  </a:lnTo>
                  <a:lnTo>
                    <a:pt x="3213367" y="3208584"/>
                  </a:lnTo>
                  <a:lnTo>
                    <a:pt x="3201326" y="3187723"/>
                  </a:lnTo>
                  <a:lnTo>
                    <a:pt x="3222186" y="3175676"/>
                  </a:lnTo>
                  <a:close/>
                </a:path>
                <a:path w="6791959" h="7073265">
                  <a:moveTo>
                    <a:pt x="3296782" y="3306634"/>
                  </a:moveTo>
                  <a:lnTo>
                    <a:pt x="3307946" y="3325973"/>
                  </a:lnTo>
                  <a:lnTo>
                    <a:pt x="3288607" y="3337138"/>
                  </a:lnTo>
                  <a:lnTo>
                    <a:pt x="3277443" y="3317799"/>
                  </a:lnTo>
                  <a:lnTo>
                    <a:pt x="3296782" y="3306634"/>
                  </a:lnTo>
                  <a:close/>
                </a:path>
                <a:path w="6791959" h="7073265">
                  <a:moveTo>
                    <a:pt x="3371377" y="3437605"/>
                  </a:moveTo>
                  <a:lnTo>
                    <a:pt x="3381659" y="3455416"/>
                  </a:lnTo>
                  <a:lnTo>
                    <a:pt x="3363849" y="3465698"/>
                  </a:lnTo>
                  <a:lnTo>
                    <a:pt x="3353566" y="3447888"/>
                  </a:lnTo>
                  <a:lnTo>
                    <a:pt x="3371377" y="3437605"/>
                  </a:lnTo>
                  <a:close/>
                </a:path>
                <a:path w="6791959" h="7073265">
                  <a:moveTo>
                    <a:pt x="3445859" y="3568972"/>
                  </a:moveTo>
                  <a:lnTo>
                    <a:pt x="3454969" y="3584745"/>
                  </a:lnTo>
                  <a:lnTo>
                    <a:pt x="3439196" y="3593855"/>
                  </a:lnTo>
                  <a:lnTo>
                    <a:pt x="3430086" y="3578076"/>
                  </a:lnTo>
                  <a:lnTo>
                    <a:pt x="3445859" y="3568972"/>
                  </a:lnTo>
                  <a:close/>
                </a:path>
                <a:path w="6791959" h="7073265">
                  <a:moveTo>
                    <a:pt x="3520460" y="3699931"/>
                  </a:moveTo>
                  <a:lnTo>
                    <a:pt x="3528687" y="3714176"/>
                  </a:lnTo>
                  <a:lnTo>
                    <a:pt x="3514437" y="3722403"/>
                  </a:lnTo>
                  <a:lnTo>
                    <a:pt x="3506210" y="3708158"/>
                  </a:lnTo>
                  <a:lnTo>
                    <a:pt x="3520460" y="3699931"/>
                  </a:lnTo>
                  <a:close/>
                </a:path>
                <a:path w="6791959" h="7073265">
                  <a:moveTo>
                    <a:pt x="3595056" y="3830896"/>
                  </a:moveTo>
                  <a:lnTo>
                    <a:pt x="3602400" y="3843619"/>
                  </a:lnTo>
                  <a:lnTo>
                    <a:pt x="3589677" y="3850964"/>
                  </a:lnTo>
                  <a:lnTo>
                    <a:pt x="3582333" y="3838241"/>
                  </a:lnTo>
                  <a:lnTo>
                    <a:pt x="3595056" y="3830896"/>
                  </a:lnTo>
                  <a:close/>
                </a:path>
                <a:path w="6791959" h="7073265">
                  <a:moveTo>
                    <a:pt x="3669651" y="3961861"/>
                  </a:moveTo>
                  <a:lnTo>
                    <a:pt x="3676113" y="3973056"/>
                  </a:lnTo>
                  <a:lnTo>
                    <a:pt x="3664912" y="3979518"/>
                  </a:lnTo>
                  <a:lnTo>
                    <a:pt x="3658450" y="3968329"/>
                  </a:lnTo>
                  <a:lnTo>
                    <a:pt x="3669651" y="3961861"/>
                  </a:lnTo>
                  <a:close/>
                </a:path>
                <a:path w="6791959" h="7073265">
                  <a:moveTo>
                    <a:pt x="3744139" y="4093228"/>
                  </a:moveTo>
                  <a:lnTo>
                    <a:pt x="3749428" y="4102385"/>
                  </a:lnTo>
                  <a:lnTo>
                    <a:pt x="3740265" y="4107675"/>
                  </a:lnTo>
                  <a:lnTo>
                    <a:pt x="3734976" y="4098518"/>
                  </a:lnTo>
                  <a:lnTo>
                    <a:pt x="3744139" y="4093228"/>
                  </a:lnTo>
                  <a:close/>
                </a:path>
                <a:path w="6791959" h="7073265">
                  <a:moveTo>
                    <a:pt x="3818836" y="4223791"/>
                  </a:moveTo>
                  <a:lnTo>
                    <a:pt x="3823538" y="4231935"/>
                  </a:lnTo>
                  <a:lnTo>
                    <a:pt x="3815394" y="4236632"/>
                  </a:lnTo>
                  <a:lnTo>
                    <a:pt x="3810697" y="4228493"/>
                  </a:lnTo>
                  <a:lnTo>
                    <a:pt x="3818836" y="4223791"/>
                  </a:lnTo>
                  <a:close/>
                </a:path>
                <a:path w="6791959" h="7073265">
                  <a:moveTo>
                    <a:pt x="3893537" y="4354353"/>
                  </a:moveTo>
                  <a:lnTo>
                    <a:pt x="3897653" y="4361478"/>
                  </a:lnTo>
                  <a:lnTo>
                    <a:pt x="3890528" y="4365595"/>
                  </a:lnTo>
                  <a:lnTo>
                    <a:pt x="3886411" y="4358469"/>
                  </a:lnTo>
                  <a:lnTo>
                    <a:pt x="3893537" y="4354353"/>
                  </a:lnTo>
                  <a:close/>
                </a:path>
                <a:path w="6791959" h="7073265">
                  <a:moveTo>
                    <a:pt x="3968244" y="4484915"/>
                  </a:moveTo>
                  <a:lnTo>
                    <a:pt x="3971768" y="4491021"/>
                  </a:lnTo>
                  <a:lnTo>
                    <a:pt x="3965656" y="4494546"/>
                  </a:lnTo>
                  <a:lnTo>
                    <a:pt x="3962131" y="4488445"/>
                  </a:lnTo>
                  <a:lnTo>
                    <a:pt x="3968244" y="4484915"/>
                  </a:lnTo>
                  <a:close/>
                </a:path>
                <a:path w="6791959" h="7073265">
                  <a:moveTo>
                    <a:pt x="4042839" y="4615886"/>
                  </a:moveTo>
                  <a:lnTo>
                    <a:pt x="4045481" y="4620458"/>
                  </a:lnTo>
                  <a:lnTo>
                    <a:pt x="4040896" y="4623106"/>
                  </a:lnTo>
                  <a:lnTo>
                    <a:pt x="4038254" y="4618527"/>
                  </a:lnTo>
                  <a:lnTo>
                    <a:pt x="4042839" y="4615886"/>
                  </a:lnTo>
                  <a:close/>
                </a:path>
                <a:path w="6791959" h="7073265">
                  <a:moveTo>
                    <a:pt x="4117541" y="4746447"/>
                  </a:moveTo>
                  <a:lnTo>
                    <a:pt x="4119596" y="4750007"/>
                  </a:lnTo>
                  <a:lnTo>
                    <a:pt x="4116030" y="4752062"/>
                  </a:lnTo>
                  <a:lnTo>
                    <a:pt x="4113975" y="4748503"/>
                  </a:lnTo>
                  <a:lnTo>
                    <a:pt x="4117541" y="4746447"/>
                  </a:lnTo>
                  <a:close/>
                </a:path>
                <a:path w="6791959" h="7073265">
                  <a:moveTo>
                    <a:pt x="4192242" y="4877010"/>
                  </a:moveTo>
                  <a:lnTo>
                    <a:pt x="4193711" y="4879551"/>
                  </a:lnTo>
                  <a:lnTo>
                    <a:pt x="4191170" y="4881019"/>
                  </a:lnTo>
                  <a:lnTo>
                    <a:pt x="4189701" y="4878478"/>
                  </a:lnTo>
                  <a:lnTo>
                    <a:pt x="4192242" y="4877010"/>
                  </a:lnTo>
                  <a:close/>
                </a:path>
                <a:path w="6791959" h="7073265">
                  <a:moveTo>
                    <a:pt x="4266944" y="5007566"/>
                  </a:moveTo>
                  <a:lnTo>
                    <a:pt x="4267827" y="5009094"/>
                  </a:lnTo>
                  <a:lnTo>
                    <a:pt x="4266299" y="5009976"/>
                  </a:lnTo>
                  <a:lnTo>
                    <a:pt x="4265416" y="5008448"/>
                  </a:lnTo>
                  <a:lnTo>
                    <a:pt x="4266944" y="5007566"/>
                  </a:lnTo>
                  <a:close/>
                </a:path>
                <a:path w="6791959" h="7073265">
                  <a:moveTo>
                    <a:pt x="1169806" y="0"/>
                  </a:moveTo>
                  <a:lnTo>
                    <a:pt x="1250976" y="0"/>
                  </a:lnTo>
                  <a:lnTo>
                    <a:pt x="1273282" y="38635"/>
                  </a:lnTo>
                  <a:lnTo>
                    <a:pt x="1199505" y="81234"/>
                  </a:lnTo>
                  <a:lnTo>
                    <a:pt x="1156900" y="7450"/>
                  </a:lnTo>
                  <a:lnTo>
                    <a:pt x="1169806" y="0"/>
                  </a:lnTo>
                  <a:close/>
                </a:path>
                <a:path w="6791959" h="7073265">
                  <a:moveTo>
                    <a:pt x="1305924" y="93406"/>
                  </a:moveTo>
                  <a:lnTo>
                    <a:pt x="1349406" y="168718"/>
                  </a:lnTo>
                  <a:lnTo>
                    <a:pt x="1274094" y="212199"/>
                  </a:lnTo>
                  <a:lnTo>
                    <a:pt x="1230612" y="136887"/>
                  </a:lnTo>
                  <a:lnTo>
                    <a:pt x="1305924" y="93406"/>
                  </a:lnTo>
                  <a:close/>
                </a:path>
                <a:path w="6791959" h="7073265">
                  <a:moveTo>
                    <a:pt x="1380306" y="225170"/>
                  </a:moveTo>
                  <a:lnTo>
                    <a:pt x="1422318" y="297941"/>
                  </a:lnTo>
                  <a:lnTo>
                    <a:pt x="1349547" y="339953"/>
                  </a:lnTo>
                  <a:lnTo>
                    <a:pt x="1307535" y="267182"/>
                  </a:lnTo>
                  <a:lnTo>
                    <a:pt x="1380306" y="225170"/>
                  </a:lnTo>
                  <a:close/>
                </a:path>
                <a:path w="6791959" h="7073265">
                  <a:moveTo>
                    <a:pt x="1454682" y="356940"/>
                  </a:moveTo>
                  <a:lnTo>
                    <a:pt x="1495226" y="427164"/>
                  </a:lnTo>
                  <a:lnTo>
                    <a:pt x="1425008" y="467707"/>
                  </a:lnTo>
                  <a:lnTo>
                    <a:pt x="1384464" y="397484"/>
                  </a:lnTo>
                  <a:lnTo>
                    <a:pt x="1454682" y="356940"/>
                  </a:lnTo>
                  <a:close/>
                </a:path>
                <a:path w="6791959" h="7073265">
                  <a:moveTo>
                    <a:pt x="1529170" y="488302"/>
                  </a:moveTo>
                  <a:lnTo>
                    <a:pt x="1568541" y="556494"/>
                  </a:lnTo>
                  <a:lnTo>
                    <a:pt x="1500349" y="595865"/>
                  </a:lnTo>
                  <a:lnTo>
                    <a:pt x="1460984" y="527672"/>
                  </a:lnTo>
                  <a:lnTo>
                    <a:pt x="1529170" y="488302"/>
                  </a:lnTo>
                  <a:close/>
                </a:path>
                <a:path w="6791959" h="7073265">
                  <a:moveTo>
                    <a:pt x="1603659" y="619670"/>
                  </a:moveTo>
                  <a:lnTo>
                    <a:pt x="1641851" y="685824"/>
                  </a:lnTo>
                  <a:lnTo>
                    <a:pt x="1575696" y="724017"/>
                  </a:lnTo>
                  <a:lnTo>
                    <a:pt x="1537504" y="657862"/>
                  </a:lnTo>
                  <a:lnTo>
                    <a:pt x="1603659" y="619670"/>
                  </a:lnTo>
                  <a:close/>
                </a:path>
                <a:path w="6791959" h="7073265">
                  <a:moveTo>
                    <a:pt x="1678035" y="751440"/>
                  </a:moveTo>
                  <a:lnTo>
                    <a:pt x="1714758" y="815047"/>
                  </a:lnTo>
                  <a:lnTo>
                    <a:pt x="1651156" y="851770"/>
                  </a:lnTo>
                  <a:lnTo>
                    <a:pt x="1614433" y="788163"/>
                  </a:lnTo>
                  <a:lnTo>
                    <a:pt x="1678035" y="751440"/>
                  </a:lnTo>
                  <a:close/>
                </a:path>
                <a:path w="6791959" h="7073265">
                  <a:moveTo>
                    <a:pt x="1752417" y="883204"/>
                  </a:moveTo>
                  <a:lnTo>
                    <a:pt x="1787670" y="944271"/>
                  </a:lnTo>
                  <a:lnTo>
                    <a:pt x="1726610" y="979524"/>
                  </a:lnTo>
                  <a:lnTo>
                    <a:pt x="1691356" y="918458"/>
                  </a:lnTo>
                  <a:lnTo>
                    <a:pt x="1752417" y="883204"/>
                  </a:lnTo>
                  <a:close/>
                </a:path>
                <a:path w="6791959" h="7073265">
                  <a:moveTo>
                    <a:pt x="1826793" y="1014968"/>
                  </a:moveTo>
                  <a:lnTo>
                    <a:pt x="1860583" y="1073494"/>
                  </a:lnTo>
                  <a:lnTo>
                    <a:pt x="1802064" y="1107279"/>
                  </a:lnTo>
                  <a:lnTo>
                    <a:pt x="1768279" y="1048753"/>
                  </a:lnTo>
                  <a:lnTo>
                    <a:pt x="1826793" y="1014968"/>
                  </a:lnTo>
                  <a:close/>
                </a:path>
                <a:path w="6791959" h="7073265">
                  <a:moveTo>
                    <a:pt x="1901174" y="1146738"/>
                  </a:moveTo>
                  <a:lnTo>
                    <a:pt x="1933490" y="1202711"/>
                  </a:lnTo>
                  <a:lnTo>
                    <a:pt x="1877517" y="1235027"/>
                  </a:lnTo>
                  <a:lnTo>
                    <a:pt x="1845201" y="1179054"/>
                  </a:lnTo>
                  <a:lnTo>
                    <a:pt x="1901174" y="1146738"/>
                  </a:lnTo>
                  <a:close/>
                </a:path>
                <a:path w="6791959" h="7073265">
                  <a:moveTo>
                    <a:pt x="1975663" y="1278100"/>
                  </a:moveTo>
                  <a:lnTo>
                    <a:pt x="2006806" y="1332042"/>
                  </a:lnTo>
                  <a:lnTo>
                    <a:pt x="1952865" y="1363185"/>
                  </a:lnTo>
                  <a:lnTo>
                    <a:pt x="1921721" y="1309244"/>
                  </a:lnTo>
                  <a:lnTo>
                    <a:pt x="1975663" y="1278100"/>
                  </a:lnTo>
                  <a:close/>
                </a:path>
                <a:path w="6791959" h="7073265">
                  <a:moveTo>
                    <a:pt x="2050044" y="1409870"/>
                  </a:moveTo>
                  <a:lnTo>
                    <a:pt x="2079719" y="1461264"/>
                  </a:lnTo>
                  <a:lnTo>
                    <a:pt x="2028318" y="1490939"/>
                  </a:lnTo>
                  <a:lnTo>
                    <a:pt x="1998644" y="1439545"/>
                  </a:lnTo>
                  <a:lnTo>
                    <a:pt x="2050044" y="1409870"/>
                  </a:lnTo>
                  <a:close/>
                </a:path>
                <a:path w="6791959" h="7073265">
                  <a:moveTo>
                    <a:pt x="2124527" y="1541238"/>
                  </a:moveTo>
                  <a:lnTo>
                    <a:pt x="2153023" y="1590595"/>
                  </a:lnTo>
                  <a:lnTo>
                    <a:pt x="2103672" y="1619091"/>
                  </a:lnTo>
                  <a:lnTo>
                    <a:pt x="2075170" y="1569734"/>
                  </a:lnTo>
                  <a:lnTo>
                    <a:pt x="2124527" y="1541238"/>
                  </a:lnTo>
                  <a:close/>
                </a:path>
                <a:path w="6791959" h="7073265">
                  <a:moveTo>
                    <a:pt x="2198909" y="1673002"/>
                  </a:moveTo>
                  <a:lnTo>
                    <a:pt x="2225935" y="1719818"/>
                  </a:lnTo>
                  <a:lnTo>
                    <a:pt x="2179125" y="1746845"/>
                  </a:lnTo>
                  <a:lnTo>
                    <a:pt x="2152093" y="1700029"/>
                  </a:lnTo>
                  <a:lnTo>
                    <a:pt x="2198909" y="1673002"/>
                  </a:lnTo>
                  <a:close/>
                </a:path>
                <a:path w="6791959" h="7073265">
                  <a:moveTo>
                    <a:pt x="2273285" y="1804772"/>
                  </a:moveTo>
                  <a:lnTo>
                    <a:pt x="2298843" y="1849041"/>
                  </a:lnTo>
                  <a:lnTo>
                    <a:pt x="2254580" y="1874600"/>
                  </a:lnTo>
                  <a:lnTo>
                    <a:pt x="2229021" y="1830330"/>
                  </a:lnTo>
                  <a:lnTo>
                    <a:pt x="2273285" y="1804772"/>
                  </a:lnTo>
                  <a:close/>
                </a:path>
                <a:path w="6791959" h="7073265">
                  <a:moveTo>
                    <a:pt x="2347666" y="1936537"/>
                  </a:moveTo>
                  <a:lnTo>
                    <a:pt x="2371756" y="1978265"/>
                  </a:lnTo>
                  <a:lnTo>
                    <a:pt x="2330033" y="2002354"/>
                  </a:lnTo>
                  <a:lnTo>
                    <a:pt x="2305944" y="1960626"/>
                  </a:lnTo>
                  <a:lnTo>
                    <a:pt x="2347666" y="1936537"/>
                  </a:lnTo>
                  <a:close/>
                </a:path>
                <a:path w="6791959" h="7073265">
                  <a:moveTo>
                    <a:pt x="2422155" y="2067904"/>
                  </a:moveTo>
                  <a:lnTo>
                    <a:pt x="2445071" y="2107594"/>
                  </a:lnTo>
                  <a:lnTo>
                    <a:pt x="2405381" y="2130511"/>
                  </a:lnTo>
                  <a:lnTo>
                    <a:pt x="2382464" y="2090821"/>
                  </a:lnTo>
                  <a:lnTo>
                    <a:pt x="2422155" y="2067904"/>
                  </a:lnTo>
                  <a:close/>
                </a:path>
                <a:path w="6791959" h="7073265">
                  <a:moveTo>
                    <a:pt x="2496637" y="2199272"/>
                  </a:moveTo>
                  <a:lnTo>
                    <a:pt x="2518381" y="2236925"/>
                  </a:lnTo>
                  <a:lnTo>
                    <a:pt x="2480722" y="2258668"/>
                  </a:lnTo>
                  <a:lnTo>
                    <a:pt x="2458984" y="2221009"/>
                  </a:lnTo>
                  <a:lnTo>
                    <a:pt x="2496637" y="2199272"/>
                  </a:lnTo>
                  <a:close/>
                </a:path>
                <a:path w="6791959" h="7073265">
                  <a:moveTo>
                    <a:pt x="2571125" y="2330633"/>
                  </a:moveTo>
                  <a:lnTo>
                    <a:pt x="2591690" y="2366254"/>
                  </a:lnTo>
                  <a:lnTo>
                    <a:pt x="2556075" y="2386819"/>
                  </a:lnTo>
                  <a:lnTo>
                    <a:pt x="2535510" y="2351198"/>
                  </a:lnTo>
                  <a:lnTo>
                    <a:pt x="2571125" y="2330633"/>
                  </a:lnTo>
                  <a:close/>
                </a:path>
                <a:path w="6791959" h="7073265">
                  <a:moveTo>
                    <a:pt x="2645614" y="2461995"/>
                  </a:moveTo>
                  <a:lnTo>
                    <a:pt x="2665006" y="2495585"/>
                  </a:lnTo>
                  <a:lnTo>
                    <a:pt x="2631422" y="2514977"/>
                  </a:lnTo>
                  <a:lnTo>
                    <a:pt x="2612030" y="2481387"/>
                  </a:lnTo>
                  <a:lnTo>
                    <a:pt x="2645614" y="2461995"/>
                  </a:lnTo>
                  <a:close/>
                </a:path>
                <a:path w="6791959" h="7073265">
                  <a:moveTo>
                    <a:pt x="2720102" y="2593363"/>
                  </a:moveTo>
                  <a:lnTo>
                    <a:pt x="2738315" y="2624914"/>
                  </a:lnTo>
                  <a:lnTo>
                    <a:pt x="2706769" y="2643128"/>
                  </a:lnTo>
                  <a:lnTo>
                    <a:pt x="2688550" y="2611576"/>
                  </a:lnTo>
                  <a:lnTo>
                    <a:pt x="2720102" y="2593363"/>
                  </a:lnTo>
                  <a:close/>
                </a:path>
                <a:path w="6791959" h="7073265">
                  <a:moveTo>
                    <a:pt x="2794479" y="2725133"/>
                  </a:moveTo>
                  <a:lnTo>
                    <a:pt x="2811229" y="2754138"/>
                  </a:lnTo>
                  <a:lnTo>
                    <a:pt x="2782223" y="2770882"/>
                  </a:lnTo>
                  <a:lnTo>
                    <a:pt x="2765479" y="2741877"/>
                  </a:lnTo>
                  <a:lnTo>
                    <a:pt x="2794479" y="2725133"/>
                  </a:lnTo>
                  <a:close/>
                </a:path>
                <a:path w="6791959" h="7073265">
                  <a:moveTo>
                    <a:pt x="2869073" y="2856098"/>
                  </a:moveTo>
                  <a:lnTo>
                    <a:pt x="2884941" y="2883575"/>
                  </a:lnTo>
                  <a:lnTo>
                    <a:pt x="2857458" y="2899442"/>
                  </a:lnTo>
                  <a:lnTo>
                    <a:pt x="2841596" y="2871966"/>
                  </a:lnTo>
                  <a:lnTo>
                    <a:pt x="2869073" y="2856098"/>
                  </a:lnTo>
                  <a:close/>
                </a:path>
                <a:path w="6791959" h="7073265">
                  <a:moveTo>
                    <a:pt x="2943561" y="2987459"/>
                  </a:moveTo>
                  <a:lnTo>
                    <a:pt x="2958250" y="3012905"/>
                  </a:lnTo>
                  <a:lnTo>
                    <a:pt x="2932811" y="3027594"/>
                  </a:lnTo>
                  <a:lnTo>
                    <a:pt x="2918122" y="3002148"/>
                  </a:lnTo>
                  <a:lnTo>
                    <a:pt x="2943561" y="2987459"/>
                  </a:lnTo>
                  <a:close/>
                </a:path>
                <a:path w="6791959" h="7073265">
                  <a:moveTo>
                    <a:pt x="3018050" y="3118827"/>
                  </a:moveTo>
                  <a:lnTo>
                    <a:pt x="3031566" y="3142229"/>
                  </a:lnTo>
                  <a:lnTo>
                    <a:pt x="3008152" y="3155745"/>
                  </a:lnTo>
                  <a:lnTo>
                    <a:pt x="2994642" y="3132344"/>
                  </a:lnTo>
                  <a:lnTo>
                    <a:pt x="3018050" y="3118827"/>
                  </a:lnTo>
                  <a:close/>
                </a:path>
                <a:path w="6791959" h="7073265">
                  <a:moveTo>
                    <a:pt x="3092532" y="3250194"/>
                  </a:moveTo>
                  <a:lnTo>
                    <a:pt x="3104876" y="3271565"/>
                  </a:lnTo>
                  <a:lnTo>
                    <a:pt x="3083505" y="3283903"/>
                  </a:lnTo>
                  <a:lnTo>
                    <a:pt x="3071167" y="3262532"/>
                  </a:lnTo>
                  <a:lnTo>
                    <a:pt x="3092532" y="3250194"/>
                  </a:lnTo>
                  <a:close/>
                </a:path>
                <a:path w="6791959" h="7073265">
                  <a:moveTo>
                    <a:pt x="3167127" y="3381159"/>
                  </a:moveTo>
                  <a:lnTo>
                    <a:pt x="3178588" y="3401007"/>
                  </a:lnTo>
                  <a:lnTo>
                    <a:pt x="3158740" y="3412463"/>
                  </a:lnTo>
                  <a:lnTo>
                    <a:pt x="3147285" y="3392615"/>
                  </a:lnTo>
                  <a:lnTo>
                    <a:pt x="3167127" y="3381159"/>
                  </a:lnTo>
                  <a:close/>
                </a:path>
                <a:path w="6791959" h="7073265">
                  <a:moveTo>
                    <a:pt x="3241728" y="3512118"/>
                  </a:moveTo>
                  <a:lnTo>
                    <a:pt x="3252307" y="3530438"/>
                  </a:lnTo>
                  <a:lnTo>
                    <a:pt x="3233981" y="3541017"/>
                  </a:lnTo>
                  <a:lnTo>
                    <a:pt x="3223402" y="3522697"/>
                  </a:lnTo>
                  <a:lnTo>
                    <a:pt x="3241728" y="3512118"/>
                  </a:lnTo>
                  <a:close/>
                </a:path>
                <a:path w="6791959" h="7073265">
                  <a:moveTo>
                    <a:pt x="3316211" y="3643491"/>
                  </a:moveTo>
                  <a:lnTo>
                    <a:pt x="3325611" y="3659768"/>
                  </a:lnTo>
                  <a:lnTo>
                    <a:pt x="3309334" y="3669168"/>
                  </a:lnTo>
                  <a:lnTo>
                    <a:pt x="3299934" y="3652891"/>
                  </a:lnTo>
                  <a:lnTo>
                    <a:pt x="3316211" y="3643491"/>
                  </a:lnTo>
                  <a:close/>
                </a:path>
                <a:path w="6791959" h="7073265">
                  <a:moveTo>
                    <a:pt x="3390806" y="3774450"/>
                  </a:moveTo>
                  <a:lnTo>
                    <a:pt x="3399323" y="3789210"/>
                  </a:lnTo>
                  <a:lnTo>
                    <a:pt x="3384569" y="3797727"/>
                  </a:lnTo>
                  <a:lnTo>
                    <a:pt x="3376046" y="3782973"/>
                  </a:lnTo>
                  <a:lnTo>
                    <a:pt x="3390806" y="3774450"/>
                  </a:lnTo>
                  <a:close/>
                </a:path>
                <a:path w="6791959" h="7073265">
                  <a:moveTo>
                    <a:pt x="3465407" y="3905415"/>
                  </a:moveTo>
                  <a:lnTo>
                    <a:pt x="3473042" y="3918641"/>
                  </a:lnTo>
                  <a:lnTo>
                    <a:pt x="3459810" y="3926282"/>
                  </a:lnTo>
                  <a:lnTo>
                    <a:pt x="3452169" y="3913056"/>
                  </a:lnTo>
                  <a:lnTo>
                    <a:pt x="3465407" y="3905415"/>
                  </a:lnTo>
                  <a:close/>
                </a:path>
                <a:path w="6791959" h="7073265">
                  <a:moveTo>
                    <a:pt x="3539996" y="4036380"/>
                  </a:moveTo>
                  <a:lnTo>
                    <a:pt x="3546754" y="4048083"/>
                  </a:lnTo>
                  <a:lnTo>
                    <a:pt x="3535051" y="4054842"/>
                  </a:lnTo>
                  <a:lnTo>
                    <a:pt x="3528292" y="4043138"/>
                  </a:lnTo>
                  <a:lnTo>
                    <a:pt x="3539996" y="4036380"/>
                  </a:lnTo>
                  <a:close/>
                </a:path>
                <a:path w="6791959" h="7073265">
                  <a:moveTo>
                    <a:pt x="3614484" y="4167747"/>
                  </a:moveTo>
                  <a:lnTo>
                    <a:pt x="3620064" y="4177413"/>
                  </a:lnTo>
                  <a:lnTo>
                    <a:pt x="3610397" y="4182993"/>
                  </a:lnTo>
                  <a:lnTo>
                    <a:pt x="3604818" y="4173327"/>
                  </a:lnTo>
                  <a:lnTo>
                    <a:pt x="3614484" y="4167747"/>
                  </a:lnTo>
                  <a:close/>
                </a:path>
                <a:path w="6791959" h="7073265">
                  <a:moveTo>
                    <a:pt x="3689186" y="4298303"/>
                  </a:moveTo>
                  <a:lnTo>
                    <a:pt x="3694179" y="4306957"/>
                  </a:lnTo>
                  <a:lnTo>
                    <a:pt x="3685531" y="4311950"/>
                  </a:lnTo>
                  <a:lnTo>
                    <a:pt x="3680532" y="4303296"/>
                  </a:lnTo>
                  <a:lnTo>
                    <a:pt x="3689186" y="4298303"/>
                  </a:lnTo>
                  <a:close/>
                </a:path>
                <a:path w="6791959" h="7073265">
                  <a:moveTo>
                    <a:pt x="3763888" y="4428865"/>
                  </a:moveTo>
                  <a:lnTo>
                    <a:pt x="3768295" y="4436500"/>
                  </a:lnTo>
                  <a:lnTo>
                    <a:pt x="3760660" y="4440907"/>
                  </a:lnTo>
                  <a:lnTo>
                    <a:pt x="3756253" y="4433272"/>
                  </a:lnTo>
                  <a:lnTo>
                    <a:pt x="3763888" y="4428865"/>
                  </a:lnTo>
                  <a:close/>
                </a:path>
                <a:path w="6791959" h="7073265">
                  <a:moveTo>
                    <a:pt x="3838483" y="4559836"/>
                  </a:moveTo>
                  <a:lnTo>
                    <a:pt x="3842007" y="4565936"/>
                  </a:lnTo>
                  <a:lnTo>
                    <a:pt x="3835901" y="4569461"/>
                  </a:lnTo>
                  <a:lnTo>
                    <a:pt x="3832376" y="4563360"/>
                  </a:lnTo>
                  <a:lnTo>
                    <a:pt x="3838483" y="4559836"/>
                  </a:lnTo>
                  <a:close/>
                </a:path>
                <a:path w="6791959" h="7073265">
                  <a:moveTo>
                    <a:pt x="3913185" y="4690398"/>
                  </a:moveTo>
                  <a:lnTo>
                    <a:pt x="3916122" y="4695486"/>
                  </a:lnTo>
                  <a:lnTo>
                    <a:pt x="3911034" y="4698424"/>
                  </a:lnTo>
                  <a:lnTo>
                    <a:pt x="3908097" y="4693336"/>
                  </a:lnTo>
                  <a:lnTo>
                    <a:pt x="3913185" y="4690398"/>
                  </a:lnTo>
                  <a:close/>
                </a:path>
                <a:path w="6791959" h="7073265">
                  <a:moveTo>
                    <a:pt x="3987886" y="4820960"/>
                  </a:moveTo>
                  <a:lnTo>
                    <a:pt x="3990238" y="4825035"/>
                  </a:lnTo>
                  <a:lnTo>
                    <a:pt x="3986168" y="4827387"/>
                  </a:lnTo>
                  <a:lnTo>
                    <a:pt x="3983817" y="4823312"/>
                  </a:lnTo>
                  <a:lnTo>
                    <a:pt x="3987886" y="4820960"/>
                  </a:lnTo>
                  <a:close/>
                </a:path>
                <a:path w="6791959" h="7073265">
                  <a:moveTo>
                    <a:pt x="4062594" y="4951522"/>
                  </a:moveTo>
                  <a:lnTo>
                    <a:pt x="4064353" y="4954572"/>
                  </a:lnTo>
                  <a:lnTo>
                    <a:pt x="4061297" y="4956337"/>
                  </a:lnTo>
                  <a:lnTo>
                    <a:pt x="4059531" y="4953287"/>
                  </a:lnTo>
                  <a:lnTo>
                    <a:pt x="4062594" y="4951522"/>
                  </a:lnTo>
                  <a:close/>
                </a:path>
                <a:path w="6791959" h="7073265">
                  <a:moveTo>
                    <a:pt x="4137289" y="5082090"/>
                  </a:moveTo>
                  <a:lnTo>
                    <a:pt x="4138462" y="5084127"/>
                  </a:lnTo>
                  <a:lnTo>
                    <a:pt x="4136436" y="5085300"/>
                  </a:lnTo>
                  <a:lnTo>
                    <a:pt x="4135258" y="5083263"/>
                  </a:lnTo>
                  <a:lnTo>
                    <a:pt x="4137289" y="5082090"/>
                  </a:lnTo>
                  <a:close/>
                </a:path>
                <a:path w="6791959" h="7073265">
                  <a:moveTo>
                    <a:pt x="4210978" y="5213238"/>
                  </a:moveTo>
                  <a:lnTo>
                    <a:pt x="4212331" y="5213238"/>
                  </a:lnTo>
                  <a:lnTo>
                    <a:pt x="4212577" y="5213665"/>
                  </a:lnTo>
                  <a:lnTo>
                    <a:pt x="4211225" y="5213665"/>
                  </a:lnTo>
                  <a:lnTo>
                    <a:pt x="4210978" y="5213238"/>
                  </a:lnTo>
                  <a:close/>
                </a:path>
                <a:path w="6791959" h="7073265">
                  <a:moveTo>
                    <a:pt x="995191" y="0"/>
                  </a:moveTo>
                  <a:lnTo>
                    <a:pt x="1013506" y="0"/>
                  </a:lnTo>
                  <a:lnTo>
                    <a:pt x="999769" y="7930"/>
                  </a:lnTo>
                  <a:lnTo>
                    <a:pt x="995191" y="0"/>
                  </a:lnTo>
                  <a:close/>
                </a:path>
                <a:path w="6791959" h="7073265">
                  <a:moveTo>
                    <a:pt x="1102220" y="34951"/>
                  </a:moveTo>
                  <a:lnTo>
                    <a:pt x="1148343" y="114842"/>
                  </a:lnTo>
                  <a:lnTo>
                    <a:pt x="1068453" y="160970"/>
                  </a:lnTo>
                  <a:lnTo>
                    <a:pt x="1022324" y="81074"/>
                  </a:lnTo>
                  <a:lnTo>
                    <a:pt x="1102220" y="34951"/>
                  </a:lnTo>
                  <a:close/>
                </a:path>
                <a:path w="6791959" h="7073265">
                  <a:moveTo>
                    <a:pt x="1176596" y="166716"/>
                  </a:moveTo>
                  <a:lnTo>
                    <a:pt x="1221256" y="244065"/>
                  </a:lnTo>
                  <a:lnTo>
                    <a:pt x="1143907" y="288725"/>
                  </a:lnTo>
                  <a:lnTo>
                    <a:pt x="1099253" y="211376"/>
                  </a:lnTo>
                  <a:lnTo>
                    <a:pt x="1176596" y="166716"/>
                  </a:lnTo>
                  <a:close/>
                </a:path>
                <a:path w="6791959" h="7073265">
                  <a:moveTo>
                    <a:pt x="1250978" y="298486"/>
                  </a:moveTo>
                  <a:lnTo>
                    <a:pt x="1294163" y="373282"/>
                  </a:lnTo>
                  <a:lnTo>
                    <a:pt x="1219360" y="416473"/>
                  </a:lnTo>
                  <a:lnTo>
                    <a:pt x="1176175" y="341677"/>
                  </a:lnTo>
                  <a:lnTo>
                    <a:pt x="1250978" y="298486"/>
                  </a:lnTo>
                  <a:close/>
                </a:path>
                <a:path w="6791959" h="7073265">
                  <a:moveTo>
                    <a:pt x="1325247" y="430653"/>
                  </a:moveTo>
                  <a:lnTo>
                    <a:pt x="1366673" y="502405"/>
                  </a:lnTo>
                  <a:lnTo>
                    <a:pt x="1294921" y="543831"/>
                  </a:lnTo>
                  <a:lnTo>
                    <a:pt x="1253495" y="472079"/>
                  </a:lnTo>
                  <a:lnTo>
                    <a:pt x="1325247" y="430653"/>
                  </a:lnTo>
                  <a:close/>
                </a:path>
                <a:path w="6791959" h="7073265">
                  <a:moveTo>
                    <a:pt x="1399735" y="562015"/>
                  </a:moveTo>
                  <a:lnTo>
                    <a:pt x="1439988" y="631735"/>
                  </a:lnTo>
                  <a:lnTo>
                    <a:pt x="1370273" y="671982"/>
                  </a:lnTo>
                  <a:lnTo>
                    <a:pt x="1330020" y="602268"/>
                  </a:lnTo>
                  <a:lnTo>
                    <a:pt x="1399735" y="562015"/>
                  </a:lnTo>
                  <a:close/>
                </a:path>
                <a:path w="6791959" h="7073265">
                  <a:moveTo>
                    <a:pt x="1474217" y="693382"/>
                  </a:moveTo>
                  <a:lnTo>
                    <a:pt x="1513292" y="761065"/>
                  </a:lnTo>
                  <a:lnTo>
                    <a:pt x="1445615" y="800139"/>
                  </a:lnTo>
                  <a:lnTo>
                    <a:pt x="1406541" y="732456"/>
                  </a:lnTo>
                  <a:lnTo>
                    <a:pt x="1474217" y="693382"/>
                  </a:lnTo>
                  <a:close/>
                </a:path>
                <a:path w="6791959" h="7073265">
                  <a:moveTo>
                    <a:pt x="1548599" y="825152"/>
                  </a:moveTo>
                  <a:lnTo>
                    <a:pt x="1586205" y="890288"/>
                  </a:lnTo>
                  <a:lnTo>
                    <a:pt x="1521069" y="927894"/>
                  </a:lnTo>
                  <a:lnTo>
                    <a:pt x="1483463" y="862758"/>
                  </a:lnTo>
                  <a:lnTo>
                    <a:pt x="1548599" y="825152"/>
                  </a:lnTo>
                  <a:close/>
                </a:path>
                <a:path w="6791959" h="7073265">
                  <a:moveTo>
                    <a:pt x="1622981" y="956917"/>
                  </a:moveTo>
                  <a:lnTo>
                    <a:pt x="1659117" y="1019511"/>
                  </a:lnTo>
                  <a:lnTo>
                    <a:pt x="1596528" y="1055648"/>
                  </a:lnTo>
                  <a:lnTo>
                    <a:pt x="1560392" y="993053"/>
                  </a:lnTo>
                  <a:lnTo>
                    <a:pt x="1622981" y="956917"/>
                  </a:lnTo>
                  <a:close/>
                </a:path>
                <a:path w="6791959" h="7073265">
                  <a:moveTo>
                    <a:pt x="1697357" y="1088687"/>
                  </a:moveTo>
                  <a:lnTo>
                    <a:pt x="1732025" y="1148735"/>
                  </a:lnTo>
                  <a:lnTo>
                    <a:pt x="1671983" y="1183402"/>
                  </a:lnTo>
                  <a:lnTo>
                    <a:pt x="1637315" y="1123354"/>
                  </a:lnTo>
                  <a:lnTo>
                    <a:pt x="1697357" y="1088687"/>
                  </a:lnTo>
                  <a:close/>
                </a:path>
                <a:path w="6791959" h="7073265">
                  <a:moveTo>
                    <a:pt x="1771739" y="1220451"/>
                  </a:moveTo>
                  <a:lnTo>
                    <a:pt x="1804937" y="1277952"/>
                  </a:lnTo>
                  <a:lnTo>
                    <a:pt x="1747436" y="1311151"/>
                  </a:lnTo>
                  <a:lnTo>
                    <a:pt x="1714238" y="1253650"/>
                  </a:lnTo>
                  <a:lnTo>
                    <a:pt x="1771739" y="1220451"/>
                  </a:lnTo>
                  <a:close/>
                </a:path>
                <a:path w="6791959" h="7073265">
                  <a:moveTo>
                    <a:pt x="1846115" y="1352215"/>
                  </a:moveTo>
                  <a:lnTo>
                    <a:pt x="1877845" y="1407175"/>
                  </a:lnTo>
                  <a:lnTo>
                    <a:pt x="1822890" y="1438905"/>
                  </a:lnTo>
                  <a:lnTo>
                    <a:pt x="1791160" y="1383945"/>
                  </a:lnTo>
                  <a:lnTo>
                    <a:pt x="1846115" y="1352215"/>
                  </a:lnTo>
                  <a:close/>
                </a:path>
                <a:path w="6791959" h="7073265">
                  <a:moveTo>
                    <a:pt x="1920603" y="1483583"/>
                  </a:moveTo>
                  <a:lnTo>
                    <a:pt x="1951160" y="1536505"/>
                  </a:lnTo>
                  <a:lnTo>
                    <a:pt x="1898238" y="1567056"/>
                  </a:lnTo>
                  <a:lnTo>
                    <a:pt x="1867686" y="1514134"/>
                  </a:lnTo>
                  <a:lnTo>
                    <a:pt x="1920603" y="1483583"/>
                  </a:lnTo>
                  <a:close/>
                </a:path>
                <a:path w="6791959" h="7073265">
                  <a:moveTo>
                    <a:pt x="1994984" y="1615347"/>
                  </a:moveTo>
                  <a:lnTo>
                    <a:pt x="2024073" y="1665728"/>
                  </a:lnTo>
                  <a:lnTo>
                    <a:pt x="1973692" y="1694810"/>
                  </a:lnTo>
                  <a:lnTo>
                    <a:pt x="1944610" y="1644435"/>
                  </a:lnTo>
                  <a:lnTo>
                    <a:pt x="1994984" y="1615347"/>
                  </a:lnTo>
                  <a:close/>
                </a:path>
                <a:path w="6791959" h="7073265">
                  <a:moveTo>
                    <a:pt x="2069367" y="1747117"/>
                  </a:moveTo>
                  <a:lnTo>
                    <a:pt x="2096980" y="1794952"/>
                  </a:lnTo>
                  <a:lnTo>
                    <a:pt x="2049151" y="1822565"/>
                  </a:lnTo>
                  <a:lnTo>
                    <a:pt x="2021532" y="1774731"/>
                  </a:lnTo>
                  <a:lnTo>
                    <a:pt x="2069367" y="1747117"/>
                  </a:lnTo>
                  <a:close/>
                </a:path>
                <a:path w="6791959" h="7073265">
                  <a:moveTo>
                    <a:pt x="2143748" y="1878887"/>
                  </a:moveTo>
                  <a:lnTo>
                    <a:pt x="2169893" y="1924175"/>
                  </a:lnTo>
                  <a:lnTo>
                    <a:pt x="2124605" y="1950319"/>
                  </a:lnTo>
                  <a:lnTo>
                    <a:pt x="2098461" y="1905032"/>
                  </a:lnTo>
                  <a:lnTo>
                    <a:pt x="2143748" y="1878887"/>
                  </a:lnTo>
                  <a:close/>
                </a:path>
                <a:path w="6791959" h="7073265">
                  <a:moveTo>
                    <a:pt x="2218124" y="2010646"/>
                  </a:moveTo>
                  <a:lnTo>
                    <a:pt x="2242800" y="2053393"/>
                  </a:lnTo>
                  <a:lnTo>
                    <a:pt x="2200059" y="2078068"/>
                  </a:lnTo>
                  <a:lnTo>
                    <a:pt x="2175378" y="2035327"/>
                  </a:lnTo>
                  <a:lnTo>
                    <a:pt x="2218124" y="2010646"/>
                  </a:lnTo>
                  <a:close/>
                </a:path>
                <a:path w="6791959" h="7073265">
                  <a:moveTo>
                    <a:pt x="2292506" y="2142417"/>
                  </a:moveTo>
                  <a:lnTo>
                    <a:pt x="2315713" y="2182616"/>
                  </a:lnTo>
                  <a:lnTo>
                    <a:pt x="2275513" y="2205829"/>
                  </a:lnTo>
                  <a:lnTo>
                    <a:pt x="2252306" y="2165623"/>
                  </a:lnTo>
                  <a:lnTo>
                    <a:pt x="2292506" y="2142417"/>
                  </a:lnTo>
                  <a:close/>
                </a:path>
                <a:path w="6791959" h="7073265">
                  <a:moveTo>
                    <a:pt x="2366989" y="2273784"/>
                  </a:moveTo>
                  <a:lnTo>
                    <a:pt x="2389023" y="2311952"/>
                  </a:lnTo>
                  <a:lnTo>
                    <a:pt x="2350861" y="2333986"/>
                  </a:lnTo>
                  <a:lnTo>
                    <a:pt x="2328827" y="2295817"/>
                  </a:lnTo>
                  <a:lnTo>
                    <a:pt x="2366989" y="2273784"/>
                  </a:lnTo>
                  <a:close/>
                </a:path>
                <a:path w="6791959" h="7073265">
                  <a:moveTo>
                    <a:pt x="2441584" y="2404749"/>
                  </a:moveTo>
                  <a:lnTo>
                    <a:pt x="2462735" y="2441389"/>
                  </a:lnTo>
                  <a:lnTo>
                    <a:pt x="2426101" y="2462540"/>
                  </a:lnTo>
                  <a:lnTo>
                    <a:pt x="2404950" y="2425900"/>
                  </a:lnTo>
                  <a:lnTo>
                    <a:pt x="2441584" y="2404749"/>
                  </a:lnTo>
                  <a:close/>
                </a:path>
                <a:path w="6791959" h="7073265">
                  <a:moveTo>
                    <a:pt x="2515960" y="2536519"/>
                  </a:moveTo>
                  <a:lnTo>
                    <a:pt x="2535643" y="2570606"/>
                  </a:lnTo>
                  <a:lnTo>
                    <a:pt x="2501556" y="2590288"/>
                  </a:lnTo>
                  <a:lnTo>
                    <a:pt x="2481873" y="2556201"/>
                  </a:lnTo>
                  <a:lnTo>
                    <a:pt x="2515960" y="2536519"/>
                  </a:lnTo>
                  <a:close/>
                </a:path>
                <a:path w="6791959" h="7073265">
                  <a:moveTo>
                    <a:pt x="2590448" y="2667880"/>
                  </a:moveTo>
                  <a:lnTo>
                    <a:pt x="2608958" y="2699942"/>
                  </a:lnTo>
                  <a:lnTo>
                    <a:pt x="2576902" y="2718451"/>
                  </a:lnTo>
                  <a:lnTo>
                    <a:pt x="2558393" y="2686390"/>
                  </a:lnTo>
                  <a:lnTo>
                    <a:pt x="2590448" y="2667880"/>
                  </a:lnTo>
                  <a:close/>
                </a:path>
                <a:path w="6791959" h="7073265">
                  <a:moveTo>
                    <a:pt x="2664830" y="2799650"/>
                  </a:moveTo>
                  <a:lnTo>
                    <a:pt x="2681870" y="2829159"/>
                  </a:lnTo>
                  <a:lnTo>
                    <a:pt x="2652356" y="2846200"/>
                  </a:lnTo>
                  <a:lnTo>
                    <a:pt x="2635315" y="2816691"/>
                  </a:lnTo>
                  <a:lnTo>
                    <a:pt x="2664830" y="2799650"/>
                  </a:lnTo>
                  <a:close/>
                </a:path>
                <a:path w="6791959" h="7073265">
                  <a:moveTo>
                    <a:pt x="2739425" y="2930609"/>
                  </a:moveTo>
                  <a:lnTo>
                    <a:pt x="2755584" y="2958596"/>
                  </a:lnTo>
                  <a:lnTo>
                    <a:pt x="2727597" y="2974754"/>
                  </a:lnTo>
                  <a:lnTo>
                    <a:pt x="2711439" y="2946767"/>
                  </a:lnTo>
                  <a:lnTo>
                    <a:pt x="2739425" y="2930609"/>
                  </a:lnTo>
                  <a:close/>
                </a:path>
                <a:path w="6791959" h="7073265">
                  <a:moveTo>
                    <a:pt x="2813914" y="3061977"/>
                  </a:moveTo>
                  <a:lnTo>
                    <a:pt x="2828899" y="3087932"/>
                  </a:lnTo>
                  <a:lnTo>
                    <a:pt x="2802944" y="3102917"/>
                  </a:lnTo>
                  <a:lnTo>
                    <a:pt x="2787958" y="3076962"/>
                  </a:lnTo>
                  <a:lnTo>
                    <a:pt x="2813914" y="3061977"/>
                  </a:lnTo>
                  <a:close/>
                </a:path>
                <a:path w="6791959" h="7073265">
                  <a:moveTo>
                    <a:pt x="2888396" y="3193344"/>
                  </a:moveTo>
                  <a:lnTo>
                    <a:pt x="2902202" y="3217261"/>
                  </a:lnTo>
                  <a:lnTo>
                    <a:pt x="2878291" y="3231068"/>
                  </a:lnTo>
                  <a:lnTo>
                    <a:pt x="2864485" y="3207150"/>
                  </a:lnTo>
                  <a:lnTo>
                    <a:pt x="2888396" y="3193344"/>
                  </a:lnTo>
                  <a:close/>
                </a:path>
                <a:path w="6791959" h="7073265">
                  <a:moveTo>
                    <a:pt x="2962884" y="3324712"/>
                  </a:moveTo>
                  <a:lnTo>
                    <a:pt x="2975518" y="3346585"/>
                  </a:lnTo>
                  <a:lnTo>
                    <a:pt x="2953632" y="3359219"/>
                  </a:lnTo>
                  <a:lnTo>
                    <a:pt x="2941004" y="3337346"/>
                  </a:lnTo>
                  <a:lnTo>
                    <a:pt x="2962884" y="3324712"/>
                  </a:lnTo>
                  <a:close/>
                </a:path>
                <a:path w="6791959" h="7073265">
                  <a:moveTo>
                    <a:pt x="3037479" y="3455670"/>
                  </a:moveTo>
                  <a:lnTo>
                    <a:pt x="3049231" y="3476022"/>
                  </a:lnTo>
                  <a:lnTo>
                    <a:pt x="3028873" y="3487773"/>
                  </a:lnTo>
                  <a:lnTo>
                    <a:pt x="3017122" y="3467422"/>
                  </a:lnTo>
                  <a:lnTo>
                    <a:pt x="3037479" y="3455670"/>
                  </a:lnTo>
                  <a:close/>
                </a:path>
                <a:path w="6791959" h="7073265">
                  <a:moveTo>
                    <a:pt x="3111968" y="3587032"/>
                  </a:moveTo>
                  <a:lnTo>
                    <a:pt x="3122547" y="3605358"/>
                  </a:lnTo>
                  <a:lnTo>
                    <a:pt x="3104227" y="3615931"/>
                  </a:lnTo>
                  <a:lnTo>
                    <a:pt x="3093648" y="3597611"/>
                  </a:lnTo>
                  <a:lnTo>
                    <a:pt x="3111968" y="3587032"/>
                  </a:lnTo>
                  <a:close/>
                </a:path>
                <a:path w="6791959" h="7073265">
                  <a:moveTo>
                    <a:pt x="3186563" y="3718003"/>
                  </a:moveTo>
                  <a:lnTo>
                    <a:pt x="3196259" y="3734794"/>
                  </a:lnTo>
                  <a:lnTo>
                    <a:pt x="3179461" y="3744490"/>
                  </a:lnTo>
                  <a:lnTo>
                    <a:pt x="3169765" y="3727699"/>
                  </a:lnTo>
                  <a:lnTo>
                    <a:pt x="3186563" y="3718003"/>
                  </a:lnTo>
                  <a:close/>
                </a:path>
                <a:path w="6791959" h="7073265">
                  <a:moveTo>
                    <a:pt x="3261158" y="3848968"/>
                  </a:moveTo>
                  <a:lnTo>
                    <a:pt x="3269972" y="3864231"/>
                  </a:lnTo>
                  <a:lnTo>
                    <a:pt x="3254702" y="3873045"/>
                  </a:lnTo>
                  <a:lnTo>
                    <a:pt x="3245888" y="3857781"/>
                  </a:lnTo>
                  <a:lnTo>
                    <a:pt x="3261158" y="3848968"/>
                  </a:lnTo>
                  <a:close/>
                </a:path>
                <a:path w="6791959" h="7073265">
                  <a:moveTo>
                    <a:pt x="3335747" y="3979933"/>
                  </a:moveTo>
                  <a:lnTo>
                    <a:pt x="3343684" y="3993674"/>
                  </a:lnTo>
                  <a:lnTo>
                    <a:pt x="3329948" y="4001605"/>
                  </a:lnTo>
                  <a:lnTo>
                    <a:pt x="3322011" y="3987864"/>
                  </a:lnTo>
                  <a:lnTo>
                    <a:pt x="3335747" y="3979933"/>
                  </a:lnTo>
                  <a:close/>
                </a:path>
                <a:path w="6791959" h="7073265">
                  <a:moveTo>
                    <a:pt x="3410235" y="4111294"/>
                  </a:moveTo>
                  <a:lnTo>
                    <a:pt x="3416994" y="4122998"/>
                  </a:lnTo>
                  <a:lnTo>
                    <a:pt x="3405290" y="4129756"/>
                  </a:lnTo>
                  <a:lnTo>
                    <a:pt x="3398532" y="4118052"/>
                  </a:lnTo>
                  <a:lnTo>
                    <a:pt x="3410235" y="4111294"/>
                  </a:lnTo>
                  <a:close/>
                </a:path>
                <a:path w="6791959" h="7073265">
                  <a:moveTo>
                    <a:pt x="3484831" y="4242259"/>
                  </a:moveTo>
                  <a:lnTo>
                    <a:pt x="3490706" y="4252440"/>
                  </a:lnTo>
                  <a:lnTo>
                    <a:pt x="3480531" y="4258316"/>
                  </a:lnTo>
                  <a:lnTo>
                    <a:pt x="3474655" y="4248134"/>
                  </a:lnTo>
                  <a:lnTo>
                    <a:pt x="3484831" y="4242259"/>
                  </a:lnTo>
                  <a:close/>
                </a:path>
                <a:path w="6791959" h="7073265">
                  <a:moveTo>
                    <a:pt x="3559426" y="4373223"/>
                  </a:moveTo>
                  <a:lnTo>
                    <a:pt x="3564419" y="4381877"/>
                  </a:lnTo>
                  <a:lnTo>
                    <a:pt x="3555771" y="4386870"/>
                  </a:lnTo>
                  <a:lnTo>
                    <a:pt x="3550778" y="4378217"/>
                  </a:lnTo>
                  <a:lnTo>
                    <a:pt x="3559426" y="4373223"/>
                  </a:lnTo>
                  <a:close/>
                </a:path>
                <a:path w="6791959" h="7073265">
                  <a:moveTo>
                    <a:pt x="3634128" y="4503785"/>
                  </a:moveTo>
                  <a:lnTo>
                    <a:pt x="3638534" y="4511420"/>
                  </a:lnTo>
                  <a:lnTo>
                    <a:pt x="3630900" y="4515827"/>
                  </a:lnTo>
                  <a:lnTo>
                    <a:pt x="3626493" y="4508192"/>
                  </a:lnTo>
                  <a:lnTo>
                    <a:pt x="3634128" y="4503785"/>
                  </a:lnTo>
                  <a:close/>
                </a:path>
                <a:path w="6791959" h="7073265">
                  <a:moveTo>
                    <a:pt x="3708829" y="4634348"/>
                  </a:moveTo>
                  <a:lnTo>
                    <a:pt x="3712650" y="4640964"/>
                  </a:lnTo>
                  <a:lnTo>
                    <a:pt x="3706034" y="4644784"/>
                  </a:lnTo>
                  <a:lnTo>
                    <a:pt x="3702213" y="4638168"/>
                  </a:lnTo>
                  <a:lnTo>
                    <a:pt x="3708829" y="4634348"/>
                  </a:lnTo>
                  <a:close/>
                </a:path>
                <a:path w="6791959" h="7073265">
                  <a:moveTo>
                    <a:pt x="3783424" y="4765312"/>
                  </a:moveTo>
                  <a:lnTo>
                    <a:pt x="3786362" y="4770406"/>
                  </a:lnTo>
                  <a:lnTo>
                    <a:pt x="3781274" y="4773344"/>
                  </a:lnTo>
                  <a:lnTo>
                    <a:pt x="3778337" y="4768250"/>
                  </a:lnTo>
                  <a:lnTo>
                    <a:pt x="3783424" y="4765312"/>
                  </a:lnTo>
                  <a:close/>
                </a:path>
                <a:path w="6791959" h="7073265">
                  <a:moveTo>
                    <a:pt x="3858126" y="4895880"/>
                  </a:moveTo>
                  <a:lnTo>
                    <a:pt x="3860477" y="4899949"/>
                  </a:lnTo>
                  <a:lnTo>
                    <a:pt x="3856408" y="4902301"/>
                  </a:lnTo>
                  <a:lnTo>
                    <a:pt x="3854057" y="4898232"/>
                  </a:lnTo>
                  <a:lnTo>
                    <a:pt x="3858126" y="4895880"/>
                  </a:lnTo>
                  <a:close/>
                </a:path>
                <a:path w="6791959" h="7073265">
                  <a:moveTo>
                    <a:pt x="3932833" y="5026442"/>
                  </a:moveTo>
                  <a:lnTo>
                    <a:pt x="3934593" y="5029492"/>
                  </a:lnTo>
                  <a:lnTo>
                    <a:pt x="3931542" y="5031252"/>
                  </a:lnTo>
                  <a:lnTo>
                    <a:pt x="3929777" y="5028201"/>
                  </a:lnTo>
                  <a:lnTo>
                    <a:pt x="3932833" y="5026442"/>
                  </a:lnTo>
                  <a:close/>
                </a:path>
                <a:path w="6791959" h="7073265">
                  <a:moveTo>
                    <a:pt x="4007536" y="5157004"/>
                  </a:moveTo>
                  <a:lnTo>
                    <a:pt x="4008708" y="5159042"/>
                  </a:lnTo>
                  <a:lnTo>
                    <a:pt x="4006677" y="5160214"/>
                  </a:lnTo>
                  <a:lnTo>
                    <a:pt x="4005498" y="5158177"/>
                  </a:lnTo>
                  <a:lnTo>
                    <a:pt x="4007536" y="5157004"/>
                  </a:lnTo>
                  <a:close/>
                </a:path>
                <a:path w="6791959" h="7073265">
                  <a:moveTo>
                    <a:pt x="4081218" y="5288153"/>
                  </a:moveTo>
                  <a:lnTo>
                    <a:pt x="4082568" y="5288153"/>
                  </a:lnTo>
                  <a:lnTo>
                    <a:pt x="4082817" y="5288585"/>
                  </a:lnTo>
                  <a:lnTo>
                    <a:pt x="4081467" y="5288585"/>
                  </a:lnTo>
                  <a:lnTo>
                    <a:pt x="4081218" y="5288153"/>
                  </a:lnTo>
                  <a:close/>
                </a:path>
                <a:path w="6791959" h="7073265">
                  <a:moveTo>
                    <a:pt x="2349789" y="5594518"/>
                  </a:moveTo>
                  <a:lnTo>
                    <a:pt x="2356405" y="5594518"/>
                  </a:lnTo>
                  <a:lnTo>
                    <a:pt x="2360225" y="5607218"/>
                  </a:lnTo>
                  <a:lnTo>
                    <a:pt x="2353609" y="5607218"/>
                  </a:lnTo>
                  <a:lnTo>
                    <a:pt x="2349789" y="5594518"/>
                  </a:lnTo>
                  <a:close/>
                </a:path>
                <a:path w="6791959" h="7073265">
                  <a:moveTo>
                    <a:pt x="1149283" y="5594518"/>
                  </a:moveTo>
                  <a:lnTo>
                    <a:pt x="1155454" y="5607218"/>
                  </a:lnTo>
                  <a:lnTo>
                    <a:pt x="1138597" y="5607218"/>
                  </a:lnTo>
                  <a:lnTo>
                    <a:pt x="1149283" y="5594518"/>
                  </a:lnTo>
                  <a:close/>
                </a:path>
                <a:path w="6791959" h="7073265">
                  <a:moveTo>
                    <a:pt x="262635" y="5581818"/>
                  </a:moveTo>
                  <a:lnTo>
                    <a:pt x="276383" y="5581818"/>
                  </a:lnTo>
                  <a:lnTo>
                    <a:pt x="284314" y="5594518"/>
                  </a:lnTo>
                  <a:lnTo>
                    <a:pt x="270572" y="5607218"/>
                  </a:lnTo>
                  <a:lnTo>
                    <a:pt x="262635" y="5581818"/>
                  </a:lnTo>
                  <a:close/>
                </a:path>
                <a:path w="6791959" h="7073265">
                  <a:moveTo>
                    <a:pt x="1473829" y="5581818"/>
                  </a:moveTo>
                  <a:lnTo>
                    <a:pt x="1489080" y="5581818"/>
                  </a:lnTo>
                  <a:lnTo>
                    <a:pt x="1479414" y="5594518"/>
                  </a:lnTo>
                  <a:lnTo>
                    <a:pt x="1473829" y="5581818"/>
                  </a:lnTo>
                  <a:close/>
                </a:path>
                <a:path w="6791959" h="7073265">
                  <a:moveTo>
                    <a:pt x="610708" y="5556418"/>
                  </a:moveTo>
                  <a:lnTo>
                    <a:pt x="618349" y="5569118"/>
                  </a:lnTo>
                  <a:lnTo>
                    <a:pt x="605117" y="5581818"/>
                  </a:lnTo>
                  <a:lnTo>
                    <a:pt x="597476" y="5569118"/>
                  </a:lnTo>
                  <a:lnTo>
                    <a:pt x="610708" y="5556418"/>
                  </a:lnTo>
                  <a:close/>
                </a:path>
                <a:path w="6791959" h="7073265">
                  <a:moveTo>
                    <a:pt x="1817725" y="5556418"/>
                  </a:moveTo>
                  <a:lnTo>
                    <a:pt x="1822718" y="5569118"/>
                  </a:lnTo>
                  <a:lnTo>
                    <a:pt x="1809071" y="5569118"/>
                  </a:lnTo>
                  <a:lnTo>
                    <a:pt x="1817725" y="5556418"/>
                  </a:lnTo>
                  <a:close/>
                </a:path>
                <a:path w="6791959" h="7073265">
                  <a:moveTo>
                    <a:pt x="2144307" y="5543718"/>
                  </a:moveTo>
                  <a:lnTo>
                    <a:pt x="2156349" y="5543718"/>
                  </a:lnTo>
                  <a:lnTo>
                    <a:pt x="2148714" y="5556418"/>
                  </a:lnTo>
                  <a:lnTo>
                    <a:pt x="2144307" y="5543718"/>
                  </a:lnTo>
                  <a:close/>
                </a:path>
                <a:path w="6791959" h="7073265">
                  <a:moveTo>
                    <a:pt x="932713" y="5543718"/>
                  </a:moveTo>
                  <a:lnTo>
                    <a:pt x="944927" y="5543718"/>
                  </a:lnTo>
                  <a:lnTo>
                    <a:pt x="951981" y="5556418"/>
                  </a:lnTo>
                  <a:lnTo>
                    <a:pt x="939768" y="5556418"/>
                  </a:lnTo>
                  <a:lnTo>
                    <a:pt x="932713" y="5543718"/>
                  </a:lnTo>
                  <a:close/>
                </a:path>
                <a:path w="6791959" h="7073265">
                  <a:moveTo>
                    <a:pt x="1279151" y="5518318"/>
                  </a:moveTo>
                  <a:lnTo>
                    <a:pt x="1285613" y="5531018"/>
                  </a:lnTo>
                  <a:lnTo>
                    <a:pt x="1274418" y="5543718"/>
                  </a:lnTo>
                  <a:lnTo>
                    <a:pt x="1267956" y="5531018"/>
                  </a:lnTo>
                  <a:lnTo>
                    <a:pt x="1279151" y="5518318"/>
                  </a:lnTo>
                  <a:close/>
                </a:path>
                <a:path w="6791959" h="7073265">
                  <a:moveTo>
                    <a:pt x="71812" y="5518318"/>
                  </a:moveTo>
                  <a:lnTo>
                    <a:pt x="80039" y="5543718"/>
                  </a:lnTo>
                  <a:lnTo>
                    <a:pt x="65789" y="5543718"/>
                  </a:lnTo>
                  <a:lnTo>
                    <a:pt x="57562" y="5531018"/>
                  </a:lnTo>
                  <a:lnTo>
                    <a:pt x="71812" y="5518318"/>
                  </a:lnTo>
                  <a:close/>
                </a:path>
                <a:path w="6791959" h="7073265">
                  <a:moveTo>
                    <a:pt x="2479550" y="5518318"/>
                  </a:moveTo>
                  <a:lnTo>
                    <a:pt x="2486160" y="5518318"/>
                  </a:lnTo>
                  <a:lnTo>
                    <a:pt x="2489981" y="5531018"/>
                  </a:lnTo>
                  <a:lnTo>
                    <a:pt x="2483370" y="5531018"/>
                  </a:lnTo>
                  <a:lnTo>
                    <a:pt x="2479550" y="5518318"/>
                  </a:lnTo>
                  <a:close/>
                </a:path>
                <a:path w="6791959" h="7073265">
                  <a:moveTo>
                    <a:pt x="406245" y="5505618"/>
                  </a:moveTo>
                  <a:lnTo>
                    <a:pt x="414472" y="5518318"/>
                  </a:lnTo>
                  <a:lnTo>
                    <a:pt x="400221" y="5531018"/>
                  </a:lnTo>
                  <a:lnTo>
                    <a:pt x="391994" y="5518318"/>
                  </a:lnTo>
                  <a:lnTo>
                    <a:pt x="406245" y="5505618"/>
                  </a:lnTo>
                  <a:close/>
                </a:path>
                <a:path w="6791959" h="7073265">
                  <a:moveTo>
                    <a:pt x="1603590" y="5505618"/>
                  </a:moveTo>
                  <a:lnTo>
                    <a:pt x="1613263" y="5505618"/>
                  </a:lnTo>
                  <a:lnTo>
                    <a:pt x="1618842" y="5518318"/>
                  </a:lnTo>
                  <a:lnTo>
                    <a:pt x="1609176" y="5518318"/>
                  </a:lnTo>
                  <a:lnTo>
                    <a:pt x="1603590" y="5505618"/>
                  </a:lnTo>
                  <a:close/>
                </a:path>
                <a:path w="6791959" h="7073265">
                  <a:moveTo>
                    <a:pt x="740469" y="5480218"/>
                  </a:moveTo>
                  <a:lnTo>
                    <a:pt x="748109" y="5492918"/>
                  </a:lnTo>
                  <a:lnTo>
                    <a:pt x="734872" y="5505618"/>
                  </a:lnTo>
                  <a:lnTo>
                    <a:pt x="727237" y="5492918"/>
                  </a:lnTo>
                  <a:lnTo>
                    <a:pt x="740469" y="5480218"/>
                  </a:lnTo>
                  <a:close/>
                </a:path>
                <a:path w="6791959" h="7073265">
                  <a:moveTo>
                    <a:pt x="1947480" y="5480218"/>
                  </a:moveTo>
                  <a:lnTo>
                    <a:pt x="1952473" y="5492918"/>
                  </a:lnTo>
                  <a:lnTo>
                    <a:pt x="1938833" y="5492918"/>
                  </a:lnTo>
                  <a:lnTo>
                    <a:pt x="1947480" y="5480218"/>
                  </a:lnTo>
                  <a:close/>
                </a:path>
                <a:path w="6791959" h="7073265">
                  <a:moveTo>
                    <a:pt x="2274068" y="5467518"/>
                  </a:moveTo>
                  <a:lnTo>
                    <a:pt x="2286110" y="5467518"/>
                  </a:lnTo>
                  <a:lnTo>
                    <a:pt x="2278475" y="5480218"/>
                  </a:lnTo>
                  <a:lnTo>
                    <a:pt x="2274068" y="5467518"/>
                  </a:lnTo>
                  <a:close/>
                </a:path>
                <a:path w="6791959" h="7073265">
                  <a:moveTo>
                    <a:pt x="1062071" y="5467518"/>
                  </a:moveTo>
                  <a:lnTo>
                    <a:pt x="1074794" y="5467518"/>
                  </a:lnTo>
                  <a:lnTo>
                    <a:pt x="1082139" y="5480218"/>
                  </a:lnTo>
                  <a:lnTo>
                    <a:pt x="1069416" y="5480218"/>
                  </a:lnTo>
                  <a:lnTo>
                    <a:pt x="1062071" y="5467518"/>
                  </a:lnTo>
                  <a:close/>
                </a:path>
                <a:path w="6791959" h="7073265">
                  <a:moveTo>
                    <a:pt x="1408906" y="5442118"/>
                  </a:moveTo>
                  <a:lnTo>
                    <a:pt x="1415368" y="5454818"/>
                  </a:lnTo>
                  <a:lnTo>
                    <a:pt x="1404179" y="5467518"/>
                  </a:lnTo>
                  <a:lnTo>
                    <a:pt x="1397717" y="5454818"/>
                  </a:lnTo>
                  <a:lnTo>
                    <a:pt x="1408906" y="5442118"/>
                  </a:lnTo>
                  <a:close/>
                </a:path>
                <a:path w="6791959" h="7073265">
                  <a:moveTo>
                    <a:pt x="186524" y="5454818"/>
                  </a:moveTo>
                  <a:lnTo>
                    <a:pt x="201788" y="5454818"/>
                  </a:lnTo>
                  <a:lnTo>
                    <a:pt x="210601" y="5467518"/>
                  </a:lnTo>
                  <a:lnTo>
                    <a:pt x="195338" y="5467518"/>
                  </a:lnTo>
                  <a:lnTo>
                    <a:pt x="186524" y="5454818"/>
                  </a:lnTo>
                  <a:close/>
                </a:path>
                <a:path w="6791959" h="7073265">
                  <a:moveTo>
                    <a:pt x="2615921" y="5442118"/>
                  </a:moveTo>
                  <a:lnTo>
                    <a:pt x="2619741" y="5454818"/>
                  </a:lnTo>
                  <a:lnTo>
                    <a:pt x="2609305" y="5454818"/>
                  </a:lnTo>
                  <a:lnTo>
                    <a:pt x="2615921" y="5442118"/>
                  </a:lnTo>
                  <a:close/>
                </a:path>
                <a:path w="6791959" h="7073265">
                  <a:moveTo>
                    <a:pt x="536113" y="5429418"/>
                  </a:moveTo>
                  <a:lnTo>
                    <a:pt x="544636" y="5442118"/>
                  </a:lnTo>
                  <a:lnTo>
                    <a:pt x="529875" y="5454818"/>
                  </a:lnTo>
                  <a:lnTo>
                    <a:pt x="521358" y="5442118"/>
                  </a:lnTo>
                  <a:lnTo>
                    <a:pt x="536113" y="5429418"/>
                  </a:lnTo>
                  <a:close/>
                </a:path>
                <a:path w="6791959" h="7073265">
                  <a:moveTo>
                    <a:pt x="1732948" y="5429418"/>
                  </a:moveTo>
                  <a:lnTo>
                    <a:pt x="1743130" y="5429418"/>
                  </a:lnTo>
                  <a:lnTo>
                    <a:pt x="1749006" y="5442118"/>
                  </a:lnTo>
                  <a:lnTo>
                    <a:pt x="1738824" y="5442118"/>
                  </a:lnTo>
                  <a:lnTo>
                    <a:pt x="1732948" y="5429418"/>
                  </a:lnTo>
                  <a:close/>
                </a:path>
                <a:path w="6791959" h="7073265">
                  <a:moveTo>
                    <a:pt x="870337" y="5404018"/>
                  </a:moveTo>
                  <a:lnTo>
                    <a:pt x="878269" y="5429418"/>
                  </a:lnTo>
                  <a:lnTo>
                    <a:pt x="864527" y="5429418"/>
                  </a:lnTo>
                  <a:lnTo>
                    <a:pt x="856590" y="5416718"/>
                  </a:lnTo>
                  <a:lnTo>
                    <a:pt x="870337" y="5404018"/>
                  </a:lnTo>
                  <a:close/>
                </a:path>
                <a:path w="6791959" h="7073265">
                  <a:moveTo>
                    <a:pt x="2077240" y="5404018"/>
                  </a:moveTo>
                  <a:lnTo>
                    <a:pt x="2082233" y="5416718"/>
                  </a:lnTo>
                  <a:lnTo>
                    <a:pt x="2068593" y="5416718"/>
                  </a:lnTo>
                  <a:lnTo>
                    <a:pt x="2077240" y="5404018"/>
                  </a:lnTo>
                  <a:close/>
                </a:path>
                <a:path w="6791959" h="7073265">
                  <a:moveTo>
                    <a:pt x="1204556" y="5391318"/>
                  </a:moveTo>
                  <a:lnTo>
                    <a:pt x="1211900" y="5404018"/>
                  </a:lnTo>
                  <a:lnTo>
                    <a:pt x="1199177" y="5416718"/>
                  </a:lnTo>
                  <a:lnTo>
                    <a:pt x="1191833" y="5404018"/>
                  </a:lnTo>
                  <a:lnTo>
                    <a:pt x="1204556" y="5391318"/>
                  </a:lnTo>
                  <a:close/>
                </a:path>
                <a:path w="6791959" h="7073265">
                  <a:moveTo>
                    <a:pt x="2403823" y="5391318"/>
                  </a:moveTo>
                  <a:lnTo>
                    <a:pt x="2415871" y="5391318"/>
                  </a:lnTo>
                  <a:lnTo>
                    <a:pt x="2408230" y="5404018"/>
                  </a:lnTo>
                  <a:lnTo>
                    <a:pt x="2403823" y="5391318"/>
                  </a:lnTo>
                  <a:close/>
                </a:path>
                <a:path w="6791959" h="7073265">
                  <a:moveTo>
                    <a:pt x="315877" y="5378618"/>
                  </a:moveTo>
                  <a:lnTo>
                    <a:pt x="331650" y="5378618"/>
                  </a:lnTo>
                  <a:lnTo>
                    <a:pt x="340759" y="5391318"/>
                  </a:lnTo>
                  <a:lnTo>
                    <a:pt x="324986" y="5404018"/>
                  </a:lnTo>
                  <a:lnTo>
                    <a:pt x="315877" y="5378618"/>
                  </a:lnTo>
                  <a:close/>
                </a:path>
                <a:path w="6791959" h="7073265">
                  <a:moveTo>
                    <a:pt x="1538780" y="5365918"/>
                  </a:moveTo>
                  <a:lnTo>
                    <a:pt x="1545539" y="5378618"/>
                  </a:lnTo>
                  <a:lnTo>
                    <a:pt x="1533829" y="5391318"/>
                  </a:lnTo>
                  <a:lnTo>
                    <a:pt x="1527071" y="5378618"/>
                  </a:lnTo>
                  <a:lnTo>
                    <a:pt x="1538780" y="5365918"/>
                  </a:lnTo>
                  <a:close/>
                </a:path>
                <a:path w="6791959" h="7073265">
                  <a:moveTo>
                    <a:pt x="2745682" y="5365918"/>
                  </a:moveTo>
                  <a:lnTo>
                    <a:pt x="2749502" y="5378618"/>
                  </a:lnTo>
                  <a:lnTo>
                    <a:pt x="2739066" y="5378618"/>
                  </a:lnTo>
                  <a:lnTo>
                    <a:pt x="2745682" y="5365918"/>
                  </a:lnTo>
                  <a:close/>
                </a:path>
                <a:path w="6791959" h="7073265">
                  <a:moveTo>
                    <a:pt x="665867" y="5353218"/>
                  </a:moveTo>
                  <a:lnTo>
                    <a:pt x="674390" y="5365918"/>
                  </a:lnTo>
                  <a:lnTo>
                    <a:pt x="659630" y="5378618"/>
                  </a:lnTo>
                  <a:lnTo>
                    <a:pt x="651113" y="5365918"/>
                  </a:lnTo>
                  <a:lnTo>
                    <a:pt x="665867" y="5353218"/>
                  </a:lnTo>
                  <a:close/>
                </a:path>
                <a:path w="6791959" h="7073265">
                  <a:moveTo>
                    <a:pt x="1862709" y="5353218"/>
                  </a:moveTo>
                  <a:lnTo>
                    <a:pt x="1872885" y="5353218"/>
                  </a:lnTo>
                  <a:lnTo>
                    <a:pt x="1878760" y="5365918"/>
                  </a:lnTo>
                  <a:lnTo>
                    <a:pt x="1868585" y="5365918"/>
                  </a:lnTo>
                  <a:lnTo>
                    <a:pt x="1862709" y="5353218"/>
                  </a:lnTo>
                  <a:close/>
                </a:path>
                <a:path w="6791959" h="7073265">
                  <a:moveTo>
                    <a:pt x="2207001" y="5327818"/>
                  </a:moveTo>
                  <a:lnTo>
                    <a:pt x="2211994" y="5340518"/>
                  </a:lnTo>
                  <a:lnTo>
                    <a:pt x="2203347" y="5353218"/>
                  </a:lnTo>
                  <a:lnTo>
                    <a:pt x="2198348" y="5340518"/>
                  </a:lnTo>
                  <a:lnTo>
                    <a:pt x="2207001" y="5327818"/>
                  </a:lnTo>
                  <a:close/>
                </a:path>
                <a:path w="6791959" h="7073265">
                  <a:moveTo>
                    <a:pt x="985954" y="5340518"/>
                  </a:moveTo>
                  <a:lnTo>
                    <a:pt x="1000199" y="5340518"/>
                  </a:lnTo>
                  <a:lnTo>
                    <a:pt x="1008426" y="5353218"/>
                  </a:lnTo>
                  <a:lnTo>
                    <a:pt x="994181" y="5353218"/>
                  </a:lnTo>
                  <a:lnTo>
                    <a:pt x="985954" y="5340518"/>
                  </a:lnTo>
                  <a:close/>
                </a:path>
                <a:path w="6791959" h="7073265">
                  <a:moveTo>
                    <a:pt x="1334424" y="5315118"/>
                  </a:moveTo>
                  <a:lnTo>
                    <a:pt x="1342064" y="5327818"/>
                  </a:lnTo>
                  <a:lnTo>
                    <a:pt x="1328826" y="5340518"/>
                  </a:lnTo>
                  <a:lnTo>
                    <a:pt x="1321192" y="5327818"/>
                  </a:lnTo>
                  <a:lnTo>
                    <a:pt x="1334424" y="5315118"/>
                  </a:lnTo>
                  <a:close/>
                </a:path>
                <a:path w="6791959" h="7073265">
                  <a:moveTo>
                    <a:pt x="127187" y="5315118"/>
                  </a:moveTo>
                  <a:lnTo>
                    <a:pt x="136883" y="5340518"/>
                  </a:lnTo>
                  <a:lnTo>
                    <a:pt x="120097" y="5340518"/>
                  </a:lnTo>
                  <a:lnTo>
                    <a:pt x="110401" y="5327818"/>
                  </a:lnTo>
                  <a:lnTo>
                    <a:pt x="127187" y="5315118"/>
                  </a:lnTo>
                  <a:close/>
                </a:path>
                <a:path w="6791959" h="7073265">
                  <a:moveTo>
                    <a:pt x="2533585" y="5315118"/>
                  </a:moveTo>
                  <a:lnTo>
                    <a:pt x="2541219" y="5315118"/>
                  </a:lnTo>
                  <a:lnTo>
                    <a:pt x="2545626" y="5327818"/>
                  </a:lnTo>
                  <a:lnTo>
                    <a:pt x="2537992" y="5327818"/>
                  </a:lnTo>
                  <a:lnTo>
                    <a:pt x="2533585" y="5315118"/>
                  </a:lnTo>
                  <a:close/>
                </a:path>
                <a:path w="6791959" h="7073265">
                  <a:moveTo>
                    <a:pt x="445235" y="5302418"/>
                  </a:moveTo>
                  <a:lnTo>
                    <a:pt x="461517" y="5302418"/>
                  </a:lnTo>
                  <a:lnTo>
                    <a:pt x="470917" y="5315118"/>
                  </a:lnTo>
                  <a:lnTo>
                    <a:pt x="454635" y="5327818"/>
                  </a:lnTo>
                  <a:lnTo>
                    <a:pt x="445235" y="5302418"/>
                  </a:lnTo>
                  <a:close/>
                </a:path>
                <a:path w="6791959" h="7073265">
                  <a:moveTo>
                    <a:pt x="1656831" y="5302418"/>
                  </a:moveTo>
                  <a:lnTo>
                    <a:pt x="1675293" y="5302418"/>
                  </a:lnTo>
                  <a:lnTo>
                    <a:pt x="1663589" y="5315118"/>
                  </a:lnTo>
                  <a:lnTo>
                    <a:pt x="1656831" y="5302418"/>
                  </a:lnTo>
                  <a:close/>
                </a:path>
                <a:path w="6791959" h="7073265">
                  <a:moveTo>
                    <a:pt x="2875442" y="5289718"/>
                  </a:moveTo>
                  <a:lnTo>
                    <a:pt x="2879263" y="5302418"/>
                  </a:lnTo>
                  <a:lnTo>
                    <a:pt x="2868820" y="5302418"/>
                  </a:lnTo>
                  <a:lnTo>
                    <a:pt x="2875442" y="5289718"/>
                  </a:lnTo>
                  <a:close/>
                </a:path>
                <a:path w="6791959" h="7073265">
                  <a:moveTo>
                    <a:pt x="795743" y="5277018"/>
                  </a:moveTo>
                  <a:lnTo>
                    <a:pt x="804556" y="5289718"/>
                  </a:lnTo>
                  <a:lnTo>
                    <a:pt x="789293" y="5302418"/>
                  </a:lnTo>
                  <a:lnTo>
                    <a:pt x="780479" y="5289718"/>
                  </a:lnTo>
                  <a:lnTo>
                    <a:pt x="795743" y="5277018"/>
                  </a:lnTo>
                  <a:close/>
                </a:path>
                <a:path w="6791959" h="7073265">
                  <a:moveTo>
                    <a:pt x="1992469" y="5277018"/>
                  </a:moveTo>
                  <a:lnTo>
                    <a:pt x="2002645" y="5277018"/>
                  </a:lnTo>
                  <a:lnTo>
                    <a:pt x="2008521" y="5289718"/>
                  </a:lnTo>
                  <a:lnTo>
                    <a:pt x="1998345" y="5289718"/>
                  </a:lnTo>
                  <a:lnTo>
                    <a:pt x="1992469" y="5277018"/>
                  </a:lnTo>
                  <a:close/>
                </a:path>
                <a:path w="6791959" h="7073265">
                  <a:moveTo>
                    <a:pt x="2328103" y="5264318"/>
                  </a:moveTo>
                  <a:lnTo>
                    <a:pt x="2341756" y="5264318"/>
                  </a:lnTo>
                  <a:lnTo>
                    <a:pt x="2333102" y="5277018"/>
                  </a:lnTo>
                  <a:lnTo>
                    <a:pt x="2328103" y="5264318"/>
                  </a:lnTo>
                  <a:close/>
                </a:path>
                <a:path w="6791959" h="7073265">
                  <a:moveTo>
                    <a:pt x="1115710" y="5264318"/>
                  </a:moveTo>
                  <a:lnTo>
                    <a:pt x="1129960" y="5264318"/>
                  </a:lnTo>
                  <a:lnTo>
                    <a:pt x="1138187" y="5277018"/>
                  </a:lnTo>
                  <a:lnTo>
                    <a:pt x="1123937" y="5277018"/>
                  </a:lnTo>
                  <a:lnTo>
                    <a:pt x="1115710" y="5264318"/>
                  </a:lnTo>
                  <a:close/>
                </a:path>
                <a:path w="6791959" h="7073265">
                  <a:moveTo>
                    <a:pt x="1464180" y="5238918"/>
                  </a:moveTo>
                  <a:lnTo>
                    <a:pt x="1471820" y="5251618"/>
                  </a:lnTo>
                  <a:lnTo>
                    <a:pt x="1458588" y="5264318"/>
                  </a:lnTo>
                  <a:lnTo>
                    <a:pt x="1450954" y="5251618"/>
                  </a:lnTo>
                  <a:lnTo>
                    <a:pt x="1464180" y="5238918"/>
                  </a:lnTo>
                  <a:close/>
                </a:path>
                <a:path w="6791959" h="7073265">
                  <a:moveTo>
                    <a:pt x="257161" y="5238918"/>
                  </a:moveTo>
                  <a:lnTo>
                    <a:pt x="267444" y="5264318"/>
                  </a:lnTo>
                  <a:lnTo>
                    <a:pt x="249633" y="5264318"/>
                  </a:lnTo>
                  <a:lnTo>
                    <a:pt x="239350" y="5251618"/>
                  </a:lnTo>
                  <a:lnTo>
                    <a:pt x="257161" y="5238918"/>
                  </a:lnTo>
                  <a:close/>
                </a:path>
                <a:path w="6791959" h="7073265">
                  <a:moveTo>
                    <a:pt x="2663345" y="5238918"/>
                  </a:moveTo>
                  <a:lnTo>
                    <a:pt x="2670974" y="5238918"/>
                  </a:lnTo>
                  <a:lnTo>
                    <a:pt x="2675381" y="5251618"/>
                  </a:lnTo>
                  <a:lnTo>
                    <a:pt x="2667752" y="5251618"/>
                  </a:lnTo>
                  <a:lnTo>
                    <a:pt x="2663345" y="5238918"/>
                  </a:lnTo>
                  <a:close/>
                </a:path>
                <a:path w="6791959" h="7073265">
                  <a:moveTo>
                    <a:pt x="574593" y="5226218"/>
                  </a:moveTo>
                  <a:lnTo>
                    <a:pt x="591385" y="5226218"/>
                  </a:lnTo>
                  <a:lnTo>
                    <a:pt x="601081" y="5238918"/>
                  </a:lnTo>
                  <a:lnTo>
                    <a:pt x="584289" y="5251618"/>
                  </a:lnTo>
                  <a:lnTo>
                    <a:pt x="574593" y="5226218"/>
                  </a:lnTo>
                  <a:close/>
                </a:path>
                <a:path w="6791959" h="7073265">
                  <a:moveTo>
                    <a:pt x="1786189" y="5226218"/>
                  </a:moveTo>
                  <a:lnTo>
                    <a:pt x="1798402" y="5226218"/>
                  </a:lnTo>
                  <a:lnTo>
                    <a:pt x="1805451" y="5238918"/>
                  </a:lnTo>
                  <a:lnTo>
                    <a:pt x="1793238" y="5238918"/>
                  </a:lnTo>
                  <a:lnTo>
                    <a:pt x="1786189" y="5226218"/>
                  </a:lnTo>
                  <a:close/>
                </a:path>
                <a:path w="6791959" h="7073265">
                  <a:moveTo>
                    <a:pt x="925604" y="5200818"/>
                  </a:moveTo>
                  <a:lnTo>
                    <a:pt x="934713" y="5213518"/>
                  </a:lnTo>
                  <a:lnTo>
                    <a:pt x="918940" y="5226218"/>
                  </a:lnTo>
                  <a:lnTo>
                    <a:pt x="909831" y="5213518"/>
                  </a:lnTo>
                  <a:lnTo>
                    <a:pt x="925604" y="5200818"/>
                  </a:lnTo>
                  <a:close/>
                </a:path>
                <a:path w="6791959" h="7073265">
                  <a:moveTo>
                    <a:pt x="2132406" y="5200818"/>
                  </a:moveTo>
                  <a:lnTo>
                    <a:pt x="2138282" y="5213518"/>
                  </a:lnTo>
                  <a:lnTo>
                    <a:pt x="2122231" y="5213518"/>
                  </a:lnTo>
                  <a:lnTo>
                    <a:pt x="2132406" y="5200818"/>
                  </a:lnTo>
                  <a:close/>
                </a:path>
                <a:path w="6791959" h="7073265">
                  <a:moveTo>
                    <a:pt x="1245068" y="5188118"/>
                  </a:moveTo>
                  <a:lnTo>
                    <a:pt x="1259822" y="5188118"/>
                  </a:lnTo>
                  <a:lnTo>
                    <a:pt x="1268345" y="5200818"/>
                  </a:lnTo>
                  <a:lnTo>
                    <a:pt x="1253585" y="5213518"/>
                  </a:lnTo>
                  <a:lnTo>
                    <a:pt x="1245068" y="5188118"/>
                  </a:lnTo>
                  <a:close/>
                </a:path>
                <a:path w="6791959" h="7073265">
                  <a:moveTo>
                    <a:pt x="52165" y="5188118"/>
                  </a:moveTo>
                  <a:lnTo>
                    <a:pt x="61571" y="5200818"/>
                  </a:lnTo>
                  <a:lnTo>
                    <a:pt x="45282" y="5213518"/>
                  </a:lnTo>
                  <a:lnTo>
                    <a:pt x="35882" y="5200818"/>
                  </a:lnTo>
                  <a:lnTo>
                    <a:pt x="52165" y="5188118"/>
                  </a:lnTo>
                  <a:close/>
                </a:path>
                <a:path w="6791959" h="7073265">
                  <a:moveTo>
                    <a:pt x="2457864" y="5188118"/>
                  </a:moveTo>
                  <a:lnTo>
                    <a:pt x="2471517" y="5188118"/>
                  </a:lnTo>
                  <a:lnTo>
                    <a:pt x="2462863" y="5200818"/>
                  </a:lnTo>
                  <a:lnTo>
                    <a:pt x="2457864" y="5188118"/>
                  </a:lnTo>
                  <a:close/>
                </a:path>
                <a:path w="6791959" h="7073265">
                  <a:moveTo>
                    <a:pt x="386922" y="5162718"/>
                  </a:moveTo>
                  <a:lnTo>
                    <a:pt x="397205" y="5188118"/>
                  </a:lnTo>
                  <a:lnTo>
                    <a:pt x="379394" y="5200818"/>
                  </a:lnTo>
                  <a:lnTo>
                    <a:pt x="369111" y="5175418"/>
                  </a:lnTo>
                  <a:lnTo>
                    <a:pt x="386922" y="5162718"/>
                  </a:lnTo>
                  <a:close/>
                </a:path>
                <a:path w="6791959" h="7073265">
                  <a:moveTo>
                    <a:pt x="1594046" y="5162718"/>
                  </a:moveTo>
                  <a:lnTo>
                    <a:pt x="1601977" y="5175418"/>
                  </a:lnTo>
                  <a:lnTo>
                    <a:pt x="1588236" y="5188118"/>
                  </a:lnTo>
                  <a:lnTo>
                    <a:pt x="1580305" y="5175418"/>
                  </a:lnTo>
                  <a:lnTo>
                    <a:pt x="1594046" y="5162718"/>
                  </a:lnTo>
                  <a:close/>
                </a:path>
                <a:path w="6791959" h="7073265">
                  <a:moveTo>
                    <a:pt x="2793106" y="5162718"/>
                  </a:moveTo>
                  <a:lnTo>
                    <a:pt x="2800735" y="5162718"/>
                  </a:lnTo>
                  <a:lnTo>
                    <a:pt x="2805142" y="5175418"/>
                  </a:lnTo>
                  <a:lnTo>
                    <a:pt x="2797513" y="5175418"/>
                  </a:lnTo>
                  <a:lnTo>
                    <a:pt x="2793106" y="5162718"/>
                  </a:lnTo>
                  <a:close/>
                </a:path>
                <a:path w="6791959" h="7073265">
                  <a:moveTo>
                    <a:pt x="721254" y="5150018"/>
                  </a:moveTo>
                  <a:lnTo>
                    <a:pt x="731241" y="5162718"/>
                  </a:lnTo>
                  <a:lnTo>
                    <a:pt x="713940" y="5175418"/>
                  </a:lnTo>
                  <a:lnTo>
                    <a:pt x="703947" y="5162718"/>
                  </a:lnTo>
                  <a:lnTo>
                    <a:pt x="721254" y="5150018"/>
                  </a:lnTo>
                  <a:close/>
                </a:path>
                <a:path w="6791959" h="7073265">
                  <a:moveTo>
                    <a:pt x="1915949" y="5150018"/>
                  </a:moveTo>
                  <a:lnTo>
                    <a:pt x="1928157" y="5150018"/>
                  </a:lnTo>
                  <a:lnTo>
                    <a:pt x="1935205" y="5162718"/>
                  </a:lnTo>
                  <a:lnTo>
                    <a:pt x="1922998" y="5162718"/>
                  </a:lnTo>
                  <a:lnTo>
                    <a:pt x="1915949" y="5150018"/>
                  </a:lnTo>
                  <a:close/>
                </a:path>
                <a:path w="6791959" h="7073265">
                  <a:moveTo>
                    <a:pt x="1055472" y="5124618"/>
                  </a:moveTo>
                  <a:lnTo>
                    <a:pt x="1064872" y="5150018"/>
                  </a:lnTo>
                  <a:lnTo>
                    <a:pt x="1048589" y="5150018"/>
                  </a:lnTo>
                  <a:lnTo>
                    <a:pt x="1039190" y="5137318"/>
                  </a:lnTo>
                  <a:lnTo>
                    <a:pt x="1055472" y="5124618"/>
                  </a:lnTo>
                  <a:close/>
                </a:path>
                <a:path w="6791959" h="7073265">
                  <a:moveTo>
                    <a:pt x="2262168" y="5124618"/>
                  </a:moveTo>
                  <a:lnTo>
                    <a:pt x="2268044" y="5137318"/>
                  </a:lnTo>
                  <a:lnTo>
                    <a:pt x="2251986" y="5137318"/>
                  </a:lnTo>
                  <a:lnTo>
                    <a:pt x="2262168" y="5124618"/>
                  </a:lnTo>
                  <a:close/>
                </a:path>
                <a:path w="6791959" h="7073265">
                  <a:moveTo>
                    <a:pt x="1374830" y="5111918"/>
                  </a:moveTo>
                  <a:lnTo>
                    <a:pt x="1389584" y="5111918"/>
                  </a:lnTo>
                  <a:lnTo>
                    <a:pt x="1398107" y="5124618"/>
                  </a:lnTo>
                  <a:lnTo>
                    <a:pt x="1383347" y="5137318"/>
                  </a:lnTo>
                  <a:lnTo>
                    <a:pt x="1374830" y="5111918"/>
                  </a:lnTo>
                  <a:close/>
                </a:path>
                <a:path w="6791959" h="7073265">
                  <a:moveTo>
                    <a:pt x="182465" y="5111918"/>
                  </a:moveTo>
                  <a:lnTo>
                    <a:pt x="193334" y="5124618"/>
                  </a:lnTo>
                  <a:lnTo>
                    <a:pt x="174505" y="5137318"/>
                  </a:lnTo>
                  <a:lnTo>
                    <a:pt x="163636" y="5124618"/>
                  </a:lnTo>
                  <a:lnTo>
                    <a:pt x="182465" y="5111918"/>
                  </a:lnTo>
                  <a:close/>
                </a:path>
                <a:path w="6791959" h="7073265">
                  <a:moveTo>
                    <a:pt x="2587625" y="5111918"/>
                  </a:moveTo>
                  <a:lnTo>
                    <a:pt x="2601272" y="5111918"/>
                  </a:lnTo>
                  <a:lnTo>
                    <a:pt x="2592624" y="5124618"/>
                  </a:lnTo>
                  <a:lnTo>
                    <a:pt x="2587625" y="5111918"/>
                  </a:lnTo>
                  <a:close/>
                </a:path>
                <a:path w="6791959" h="7073265">
                  <a:moveTo>
                    <a:pt x="516790" y="5086518"/>
                  </a:moveTo>
                  <a:lnTo>
                    <a:pt x="527368" y="5111918"/>
                  </a:lnTo>
                  <a:lnTo>
                    <a:pt x="509049" y="5124618"/>
                  </a:lnTo>
                  <a:lnTo>
                    <a:pt x="498470" y="5099218"/>
                  </a:lnTo>
                  <a:lnTo>
                    <a:pt x="516790" y="5086518"/>
                  </a:lnTo>
                  <a:close/>
                </a:path>
                <a:path w="6791959" h="7073265">
                  <a:moveTo>
                    <a:pt x="1723801" y="5086518"/>
                  </a:moveTo>
                  <a:lnTo>
                    <a:pt x="1731732" y="5099218"/>
                  </a:lnTo>
                  <a:lnTo>
                    <a:pt x="1717996" y="5111918"/>
                  </a:lnTo>
                  <a:lnTo>
                    <a:pt x="1710065" y="5099218"/>
                  </a:lnTo>
                  <a:lnTo>
                    <a:pt x="1723801" y="5086518"/>
                  </a:lnTo>
                  <a:close/>
                </a:path>
                <a:path w="6791959" h="7073265">
                  <a:moveTo>
                    <a:pt x="2930496" y="5086518"/>
                  </a:moveTo>
                  <a:lnTo>
                    <a:pt x="2934903" y="5099218"/>
                  </a:lnTo>
                  <a:lnTo>
                    <a:pt x="2922861" y="5099218"/>
                  </a:lnTo>
                  <a:lnTo>
                    <a:pt x="2930496" y="5086518"/>
                  </a:lnTo>
                  <a:close/>
                </a:path>
                <a:path w="6791959" h="7073265">
                  <a:moveTo>
                    <a:pt x="851116" y="5073818"/>
                  </a:moveTo>
                  <a:lnTo>
                    <a:pt x="861398" y="5086518"/>
                  </a:lnTo>
                  <a:lnTo>
                    <a:pt x="843587" y="5099218"/>
                  </a:lnTo>
                  <a:lnTo>
                    <a:pt x="833305" y="5086518"/>
                  </a:lnTo>
                  <a:lnTo>
                    <a:pt x="851116" y="5073818"/>
                  </a:lnTo>
                  <a:close/>
                </a:path>
                <a:path w="6791959" h="7073265">
                  <a:moveTo>
                    <a:pt x="2045704" y="5073818"/>
                  </a:moveTo>
                  <a:lnTo>
                    <a:pt x="2057918" y="5073818"/>
                  </a:lnTo>
                  <a:lnTo>
                    <a:pt x="2064967" y="5086518"/>
                  </a:lnTo>
                  <a:lnTo>
                    <a:pt x="2052753" y="5086518"/>
                  </a:lnTo>
                  <a:lnTo>
                    <a:pt x="2045704" y="5073818"/>
                  </a:lnTo>
                  <a:close/>
                </a:path>
                <a:path w="6791959" h="7073265">
                  <a:moveTo>
                    <a:pt x="2391922" y="5048418"/>
                  </a:moveTo>
                  <a:lnTo>
                    <a:pt x="2397798" y="5061118"/>
                  </a:lnTo>
                  <a:lnTo>
                    <a:pt x="2387622" y="5073818"/>
                  </a:lnTo>
                  <a:lnTo>
                    <a:pt x="2381747" y="5061118"/>
                  </a:lnTo>
                  <a:lnTo>
                    <a:pt x="2391922" y="5048418"/>
                  </a:lnTo>
                  <a:close/>
                </a:path>
                <a:path w="6791959" h="7073265">
                  <a:moveTo>
                    <a:pt x="1185227" y="5048418"/>
                  </a:moveTo>
                  <a:lnTo>
                    <a:pt x="1194633" y="5073818"/>
                  </a:lnTo>
                  <a:lnTo>
                    <a:pt x="1178350" y="5073818"/>
                  </a:lnTo>
                  <a:lnTo>
                    <a:pt x="1168950" y="5061118"/>
                  </a:lnTo>
                  <a:lnTo>
                    <a:pt x="1185227" y="5048418"/>
                  </a:lnTo>
                  <a:close/>
                </a:path>
                <a:path w="6791959" h="7073265">
                  <a:moveTo>
                    <a:pt x="1519345" y="5035718"/>
                  </a:moveTo>
                  <a:lnTo>
                    <a:pt x="1527868" y="5048418"/>
                  </a:lnTo>
                  <a:lnTo>
                    <a:pt x="1513108" y="5061118"/>
                  </a:lnTo>
                  <a:lnTo>
                    <a:pt x="1504590" y="5048418"/>
                  </a:lnTo>
                  <a:lnTo>
                    <a:pt x="1519345" y="5035718"/>
                  </a:lnTo>
                  <a:close/>
                </a:path>
                <a:path w="6791959" h="7073265">
                  <a:moveTo>
                    <a:pt x="312440" y="5035718"/>
                  </a:moveTo>
                  <a:lnTo>
                    <a:pt x="323895" y="5061118"/>
                  </a:lnTo>
                  <a:lnTo>
                    <a:pt x="304052" y="5061118"/>
                  </a:lnTo>
                  <a:lnTo>
                    <a:pt x="292591" y="5048418"/>
                  </a:lnTo>
                  <a:lnTo>
                    <a:pt x="312440" y="5035718"/>
                  </a:lnTo>
                  <a:close/>
                </a:path>
                <a:path w="6791959" h="7073265">
                  <a:moveTo>
                    <a:pt x="2717386" y="5035718"/>
                  </a:moveTo>
                  <a:lnTo>
                    <a:pt x="2726033" y="5035718"/>
                  </a:lnTo>
                  <a:lnTo>
                    <a:pt x="2731032" y="5048418"/>
                  </a:lnTo>
                  <a:lnTo>
                    <a:pt x="2722379" y="5048418"/>
                  </a:lnTo>
                  <a:lnTo>
                    <a:pt x="2717386" y="5035718"/>
                  </a:lnTo>
                  <a:close/>
                </a:path>
                <a:path w="6791959" h="7073265">
                  <a:moveTo>
                    <a:pt x="646659" y="5010318"/>
                  </a:moveTo>
                  <a:lnTo>
                    <a:pt x="657528" y="5035718"/>
                  </a:lnTo>
                  <a:lnTo>
                    <a:pt x="638698" y="5048418"/>
                  </a:lnTo>
                  <a:lnTo>
                    <a:pt x="627830" y="5023018"/>
                  </a:lnTo>
                  <a:lnTo>
                    <a:pt x="646659" y="5010318"/>
                  </a:lnTo>
                  <a:close/>
                </a:path>
                <a:path w="6791959" h="7073265">
                  <a:moveTo>
                    <a:pt x="1853561" y="5010318"/>
                  </a:moveTo>
                  <a:lnTo>
                    <a:pt x="1861492" y="5023018"/>
                  </a:lnTo>
                  <a:lnTo>
                    <a:pt x="1847756" y="5035718"/>
                  </a:lnTo>
                  <a:lnTo>
                    <a:pt x="1839826" y="5023018"/>
                  </a:lnTo>
                  <a:lnTo>
                    <a:pt x="1853561" y="5010318"/>
                  </a:lnTo>
                  <a:close/>
                </a:path>
                <a:path w="6791959" h="7073265">
                  <a:moveTo>
                    <a:pt x="980877" y="4997618"/>
                  </a:moveTo>
                  <a:lnTo>
                    <a:pt x="991159" y="5010318"/>
                  </a:lnTo>
                  <a:lnTo>
                    <a:pt x="973349" y="5023018"/>
                  </a:lnTo>
                  <a:lnTo>
                    <a:pt x="963066" y="5010318"/>
                  </a:lnTo>
                  <a:lnTo>
                    <a:pt x="980877" y="4997618"/>
                  </a:lnTo>
                  <a:close/>
                </a:path>
                <a:path w="6791959" h="7073265">
                  <a:moveTo>
                    <a:pt x="2175466" y="4997618"/>
                  </a:moveTo>
                  <a:lnTo>
                    <a:pt x="2187680" y="4997618"/>
                  </a:lnTo>
                  <a:lnTo>
                    <a:pt x="2194728" y="5010318"/>
                  </a:lnTo>
                  <a:lnTo>
                    <a:pt x="2182515" y="5010318"/>
                  </a:lnTo>
                  <a:lnTo>
                    <a:pt x="2175466" y="4997618"/>
                  </a:lnTo>
                  <a:close/>
                </a:path>
                <a:path w="6791959" h="7073265">
                  <a:moveTo>
                    <a:pt x="1315101" y="4972218"/>
                  </a:moveTo>
                  <a:lnTo>
                    <a:pt x="1324798" y="4997618"/>
                  </a:lnTo>
                  <a:lnTo>
                    <a:pt x="1308000" y="5010318"/>
                  </a:lnTo>
                  <a:lnTo>
                    <a:pt x="1298309" y="4984918"/>
                  </a:lnTo>
                  <a:lnTo>
                    <a:pt x="1315101" y="4972218"/>
                  </a:lnTo>
                  <a:close/>
                </a:path>
                <a:path w="6791959" h="7073265">
                  <a:moveTo>
                    <a:pt x="107977" y="4984918"/>
                  </a:moveTo>
                  <a:lnTo>
                    <a:pt x="120019" y="4997618"/>
                  </a:lnTo>
                  <a:lnTo>
                    <a:pt x="99158" y="5010318"/>
                  </a:lnTo>
                  <a:lnTo>
                    <a:pt x="87116" y="4997618"/>
                  </a:lnTo>
                  <a:lnTo>
                    <a:pt x="107977" y="4984918"/>
                  </a:lnTo>
                  <a:close/>
                </a:path>
                <a:path w="6791959" h="7073265">
                  <a:moveTo>
                    <a:pt x="2521684" y="4972218"/>
                  </a:moveTo>
                  <a:lnTo>
                    <a:pt x="2527559" y="4984918"/>
                  </a:lnTo>
                  <a:lnTo>
                    <a:pt x="2517383" y="4997618"/>
                  </a:lnTo>
                  <a:lnTo>
                    <a:pt x="2511508" y="4984918"/>
                  </a:lnTo>
                  <a:lnTo>
                    <a:pt x="2521684" y="4972218"/>
                  </a:lnTo>
                  <a:close/>
                </a:path>
                <a:path w="6791959" h="7073265">
                  <a:moveTo>
                    <a:pt x="442301" y="4959518"/>
                  </a:moveTo>
                  <a:lnTo>
                    <a:pt x="454053" y="4984918"/>
                  </a:lnTo>
                  <a:lnTo>
                    <a:pt x="433701" y="4997618"/>
                  </a:lnTo>
                  <a:lnTo>
                    <a:pt x="421950" y="4972218"/>
                  </a:lnTo>
                  <a:lnTo>
                    <a:pt x="442301" y="4959518"/>
                  </a:lnTo>
                  <a:close/>
                </a:path>
                <a:path w="6791959" h="7073265">
                  <a:moveTo>
                    <a:pt x="1649206" y="4959518"/>
                  </a:moveTo>
                  <a:lnTo>
                    <a:pt x="1658019" y="4972218"/>
                  </a:lnTo>
                  <a:lnTo>
                    <a:pt x="1642756" y="4984918"/>
                  </a:lnTo>
                  <a:lnTo>
                    <a:pt x="1633943" y="4972218"/>
                  </a:lnTo>
                  <a:lnTo>
                    <a:pt x="1649206" y="4959518"/>
                  </a:lnTo>
                  <a:close/>
                </a:path>
                <a:path w="6791959" h="7073265">
                  <a:moveTo>
                    <a:pt x="2847140" y="4959518"/>
                  </a:moveTo>
                  <a:lnTo>
                    <a:pt x="2855794" y="4959518"/>
                  </a:lnTo>
                  <a:lnTo>
                    <a:pt x="2860787" y="4972218"/>
                  </a:lnTo>
                  <a:lnTo>
                    <a:pt x="2852133" y="4972218"/>
                  </a:lnTo>
                  <a:lnTo>
                    <a:pt x="2847140" y="4959518"/>
                  </a:lnTo>
                  <a:close/>
                </a:path>
                <a:path w="6791959" h="7073265">
                  <a:moveTo>
                    <a:pt x="757188" y="4946818"/>
                  </a:moveTo>
                  <a:lnTo>
                    <a:pt x="776520" y="4946818"/>
                  </a:lnTo>
                  <a:lnTo>
                    <a:pt x="787685" y="4959518"/>
                  </a:lnTo>
                  <a:lnTo>
                    <a:pt x="768352" y="4972218"/>
                  </a:lnTo>
                  <a:lnTo>
                    <a:pt x="757188" y="4946818"/>
                  </a:lnTo>
                  <a:close/>
                </a:path>
                <a:path w="6791959" h="7073265">
                  <a:moveTo>
                    <a:pt x="1983323" y="4934118"/>
                  </a:moveTo>
                  <a:lnTo>
                    <a:pt x="1991253" y="4959518"/>
                  </a:lnTo>
                  <a:lnTo>
                    <a:pt x="1977518" y="4959518"/>
                  </a:lnTo>
                  <a:lnTo>
                    <a:pt x="1969587" y="4946818"/>
                  </a:lnTo>
                  <a:lnTo>
                    <a:pt x="1983323" y="4934118"/>
                  </a:lnTo>
                  <a:close/>
                </a:path>
                <a:path w="6791959" h="7073265">
                  <a:moveTo>
                    <a:pt x="2317440" y="4921418"/>
                  </a:moveTo>
                  <a:lnTo>
                    <a:pt x="2324488" y="4934118"/>
                  </a:lnTo>
                  <a:lnTo>
                    <a:pt x="2312275" y="4946818"/>
                  </a:lnTo>
                  <a:lnTo>
                    <a:pt x="2305226" y="4934118"/>
                  </a:lnTo>
                  <a:lnTo>
                    <a:pt x="2317440" y="4921418"/>
                  </a:lnTo>
                  <a:close/>
                </a:path>
                <a:path w="6791959" h="7073265">
                  <a:moveTo>
                    <a:pt x="1110745" y="4921418"/>
                  </a:moveTo>
                  <a:lnTo>
                    <a:pt x="1121323" y="4934118"/>
                  </a:lnTo>
                  <a:lnTo>
                    <a:pt x="1103004" y="4946818"/>
                  </a:lnTo>
                  <a:lnTo>
                    <a:pt x="1092425" y="4934118"/>
                  </a:lnTo>
                  <a:lnTo>
                    <a:pt x="1110745" y="4921418"/>
                  </a:lnTo>
                  <a:close/>
                </a:path>
                <a:path w="6791959" h="7073265">
                  <a:moveTo>
                    <a:pt x="1428071" y="4908718"/>
                  </a:moveTo>
                  <a:lnTo>
                    <a:pt x="1444857" y="4908718"/>
                  </a:lnTo>
                  <a:lnTo>
                    <a:pt x="1454553" y="4921418"/>
                  </a:lnTo>
                  <a:lnTo>
                    <a:pt x="1437761" y="4934118"/>
                  </a:lnTo>
                  <a:lnTo>
                    <a:pt x="1428071" y="4908718"/>
                  </a:lnTo>
                  <a:close/>
                </a:path>
                <a:path w="6791959" h="7073265">
                  <a:moveTo>
                    <a:pt x="237838" y="4908718"/>
                  </a:moveTo>
                  <a:lnTo>
                    <a:pt x="250182" y="4921418"/>
                  </a:lnTo>
                  <a:lnTo>
                    <a:pt x="228812" y="4934118"/>
                  </a:lnTo>
                  <a:lnTo>
                    <a:pt x="216468" y="4921418"/>
                  </a:lnTo>
                  <a:lnTo>
                    <a:pt x="237838" y="4908718"/>
                  </a:lnTo>
                  <a:close/>
                </a:path>
                <a:path w="6791959" h="7073265">
                  <a:moveTo>
                    <a:pt x="2641262" y="4908718"/>
                  </a:moveTo>
                  <a:lnTo>
                    <a:pt x="2657320" y="4908718"/>
                  </a:lnTo>
                  <a:lnTo>
                    <a:pt x="2647138" y="4921418"/>
                  </a:lnTo>
                  <a:lnTo>
                    <a:pt x="2641262" y="4908718"/>
                  </a:lnTo>
                  <a:close/>
                </a:path>
                <a:path w="6791959" h="7073265">
                  <a:moveTo>
                    <a:pt x="572170" y="4883318"/>
                  </a:moveTo>
                  <a:lnTo>
                    <a:pt x="584218" y="4908718"/>
                  </a:lnTo>
                  <a:lnTo>
                    <a:pt x="563351" y="4921418"/>
                  </a:lnTo>
                  <a:lnTo>
                    <a:pt x="551309" y="4896018"/>
                  </a:lnTo>
                  <a:lnTo>
                    <a:pt x="572170" y="4883318"/>
                  </a:lnTo>
                  <a:close/>
                </a:path>
                <a:path w="6791959" h="7073265">
                  <a:moveTo>
                    <a:pt x="1778966" y="4883318"/>
                  </a:moveTo>
                  <a:lnTo>
                    <a:pt x="1787780" y="4896018"/>
                  </a:lnTo>
                  <a:lnTo>
                    <a:pt x="1772516" y="4908718"/>
                  </a:lnTo>
                  <a:lnTo>
                    <a:pt x="1763703" y="4896018"/>
                  </a:lnTo>
                  <a:lnTo>
                    <a:pt x="1778966" y="4883318"/>
                  </a:lnTo>
                  <a:close/>
                </a:path>
                <a:path w="6791959" h="7073265">
                  <a:moveTo>
                    <a:pt x="906282" y="4870618"/>
                  </a:moveTo>
                  <a:lnTo>
                    <a:pt x="917446" y="4883318"/>
                  </a:lnTo>
                  <a:lnTo>
                    <a:pt x="898107" y="4896018"/>
                  </a:lnTo>
                  <a:lnTo>
                    <a:pt x="886943" y="4883318"/>
                  </a:lnTo>
                  <a:lnTo>
                    <a:pt x="906282" y="4870618"/>
                  </a:lnTo>
                  <a:close/>
                </a:path>
                <a:path w="6791959" h="7073265">
                  <a:moveTo>
                    <a:pt x="2099343" y="4870618"/>
                  </a:moveTo>
                  <a:lnTo>
                    <a:pt x="2113084" y="4870618"/>
                  </a:lnTo>
                  <a:lnTo>
                    <a:pt x="2121015" y="4883318"/>
                  </a:lnTo>
                  <a:lnTo>
                    <a:pt x="2107274" y="4883318"/>
                  </a:lnTo>
                  <a:lnTo>
                    <a:pt x="2099343" y="4870618"/>
                  </a:lnTo>
                  <a:close/>
                </a:path>
                <a:path w="6791959" h="7073265">
                  <a:moveTo>
                    <a:pt x="14600" y="4857918"/>
                  </a:moveTo>
                  <a:lnTo>
                    <a:pt x="32411" y="4857918"/>
                  </a:lnTo>
                  <a:lnTo>
                    <a:pt x="42693" y="4870618"/>
                  </a:lnTo>
                  <a:lnTo>
                    <a:pt x="24883" y="4883318"/>
                  </a:lnTo>
                  <a:lnTo>
                    <a:pt x="14600" y="4857918"/>
                  </a:lnTo>
                  <a:close/>
                </a:path>
                <a:path w="6791959" h="7073265">
                  <a:moveTo>
                    <a:pt x="2447195" y="4845218"/>
                  </a:moveTo>
                  <a:lnTo>
                    <a:pt x="2454244" y="4857918"/>
                  </a:lnTo>
                  <a:lnTo>
                    <a:pt x="2442036" y="4870618"/>
                  </a:lnTo>
                  <a:lnTo>
                    <a:pt x="2434988" y="4857918"/>
                  </a:lnTo>
                  <a:lnTo>
                    <a:pt x="2447195" y="4845218"/>
                  </a:lnTo>
                  <a:close/>
                </a:path>
                <a:path w="6791959" h="7073265">
                  <a:moveTo>
                    <a:pt x="1240501" y="4845218"/>
                  </a:moveTo>
                  <a:lnTo>
                    <a:pt x="1251079" y="4870618"/>
                  </a:lnTo>
                  <a:lnTo>
                    <a:pt x="1232765" y="4870618"/>
                  </a:lnTo>
                  <a:lnTo>
                    <a:pt x="1222187" y="4857918"/>
                  </a:lnTo>
                  <a:lnTo>
                    <a:pt x="1240501" y="4845218"/>
                  </a:lnTo>
                  <a:close/>
                </a:path>
                <a:path w="6791959" h="7073265">
                  <a:moveTo>
                    <a:pt x="1557422" y="4832518"/>
                  </a:moveTo>
                  <a:lnTo>
                    <a:pt x="1574724" y="4832518"/>
                  </a:lnTo>
                  <a:lnTo>
                    <a:pt x="1584716" y="4845218"/>
                  </a:lnTo>
                  <a:lnTo>
                    <a:pt x="1567415" y="4857918"/>
                  </a:lnTo>
                  <a:lnTo>
                    <a:pt x="1557422" y="4832518"/>
                  </a:lnTo>
                  <a:close/>
                </a:path>
                <a:path w="6791959" h="7073265">
                  <a:moveTo>
                    <a:pt x="367713" y="4832518"/>
                  </a:moveTo>
                  <a:lnTo>
                    <a:pt x="380341" y="4845218"/>
                  </a:lnTo>
                  <a:lnTo>
                    <a:pt x="358461" y="4857918"/>
                  </a:lnTo>
                  <a:lnTo>
                    <a:pt x="345827" y="4845218"/>
                  </a:lnTo>
                  <a:lnTo>
                    <a:pt x="367713" y="4832518"/>
                  </a:lnTo>
                  <a:close/>
                </a:path>
                <a:path w="6791959" h="7073265">
                  <a:moveTo>
                    <a:pt x="2771023" y="4832518"/>
                  </a:moveTo>
                  <a:lnTo>
                    <a:pt x="2787075" y="4832518"/>
                  </a:lnTo>
                  <a:lnTo>
                    <a:pt x="2776899" y="4845218"/>
                  </a:lnTo>
                  <a:lnTo>
                    <a:pt x="2771023" y="4832518"/>
                  </a:lnTo>
                  <a:close/>
                </a:path>
                <a:path w="6791959" h="7073265">
                  <a:moveTo>
                    <a:pt x="702038" y="4807118"/>
                  </a:moveTo>
                  <a:lnTo>
                    <a:pt x="714382" y="4832518"/>
                  </a:lnTo>
                  <a:lnTo>
                    <a:pt x="693005" y="4845218"/>
                  </a:lnTo>
                  <a:lnTo>
                    <a:pt x="680662" y="4819818"/>
                  </a:lnTo>
                  <a:lnTo>
                    <a:pt x="702038" y="4807118"/>
                  </a:lnTo>
                  <a:close/>
                </a:path>
                <a:path w="6791959" h="7073265">
                  <a:moveTo>
                    <a:pt x="1908727" y="4807118"/>
                  </a:moveTo>
                  <a:lnTo>
                    <a:pt x="1917541" y="4819818"/>
                  </a:lnTo>
                  <a:lnTo>
                    <a:pt x="1902277" y="4832518"/>
                  </a:lnTo>
                  <a:lnTo>
                    <a:pt x="1893464" y="4819818"/>
                  </a:lnTo>
                  <a:lnTo>
                    <a:pt x="1908727" y="4807118"/>
                  </a:lnTo>
                  <a:close/>
                </a:path>
                <a:path w="6791959" h="7073265">
                  <a:moveTo>
                    <a:pt x="1036149" y="4794418"/>
                  </a:moveTo>
                  <a:lnTo>
                    <a:pt x="1047604" y="4807118"/>
                  </a:lnTo>
                  <a:lnTo>
                    <a:pt x="1027762" y="4819818"/>
                  </a:lnTo>
                  <a:lnTo>
                    <a:pt x="1016301" y="4807118"/>
                  </a:lnTo>
                  <a:lnTo>
                    <a:pt x="1036149" y="4794418"/>
                  </a:lnTo>
                  <a:close/>
                </a:path>
                <a:path w="6791959" h="7073265">
                  <a:moveTo>
                    <a:pt x="2229103" y="4794418"/>
                  </a:moveTo>
                  <a:lnTo>
                    <a:pt x="2242845" y="4794418"/>
                  </a:lnTo>
                  <a:lnTo>
                    <a:pt x="2250775" y="4807118"/>
                  </a:lnTo>
                  <a:lnTo>
                    <a:pt x="2237034" y="4807118"/>
                  </a:lnTo>
                  <a:lnTo>
                    <a:pt x="2229103" y="4794418"/>
                  </a:lnTo>
                  <a:close/>
                </a:path>
                <a:path w="6791959" h="7073265">
                  <a:moveTo>
                    <a:pt x="1370261" y="4769018"/>
                  </a:moveTo>
                  <a:lnTo>
                    <a:pt x="1380840" y="4794418"/>
                  </a:lnTo>
                  <a:lnTo>
                    <a:pt x="1362526" y="4807118"/>
                  </a:lnTo>
                  <a:lnTo>
                    <a:pt x="1351947" y="4781718"/>
                  </a:lnTo>
                  <a:lnTo>
                    <a:pt x="1370261" y="4769018"/>
                  </a:lnTo>
                  <a:close/>
                </a:path>
                <a:path w="6791959" h="7073265">
                  <a:moveTo>
                    <a:pt x="163250" y="4769018"/>
                  </a:moveTo>
                  <a:lnTo>
                    <a:pt x="176470" y="4794418"/>
                  </a:lnTo>
                  <a:lnTo>
                    <a:pt x="153571" y="4807118"/>
                  </a:lnTo>
                  <a:lnTo>
                    <a:pt x="140351" y="4781718"/>
                  </a:lnTo>
                  <a:lnTo>
                    <a:pt x="163250" y="4769018"/>
                  </a:lnTo>
                  <a:close/>
                </a:path>
                <a:path w="6791959" h="7073265">
                  <a:moveTo>
                    <a:pt x="2576956" y="4769018"/>
                  </a:moveTo>
                  <a:lnTo>
                    <a:pt x="2584005" y="4781718"/>
                  </a:lnTo>
                  <a:lnTo>
                    <a:pt x="2571791" y="4794418"/>
                  </a:lnTo>
                  <a:lnTo>
                    <a:pt x="2564743" y="4781718"/>
                  </a:lnTo>
                  <a:lnTo>
                    <a:pt x="2576956" y="4769018"/>
                  </a:lnTo>
                  <a:close/>
                </a:path>
                <a:path w="6791959" h="7073265">
                  <a:moveTo>
                    <a:pt x="497576" y="4756318"/>
                  </a:moveTo>
                  <a:lnTo>
                    <a:pt x="510506" y="4781718"/>
                  </a:lnTo>
                  <a:lnTo>
                    <a:pt x="488111" y="4794418"/>
                  </a:lnTo>
                  <a:lnTo>
                    <a:pt x="475187" y="4769018"/>
                  </a:lnTo>
                  <a:lnTo>
                    <a:pt x="497576" y="4756318"/>
                  </a:lnTo>
                  <a:close/>
                </a:path>
                <a:path w="6791959" h="7073265">
                  <a:moveTo>
                    <a:pt x="1704478" y="4756318"/>
                  </a:moveTo>
                  <a:lnTo>
                    <a:pt x="1714470" y="4769018"/>
                  </a:lnTo>
                  <a:lnTo>
                    <a:pt x="1697169" y="4781718"/>
                  </a:lnTo>
                  <a:lnTo>
                    <a:pt x="1687182" y="4769018"/>
                  </a:lnTo>
                  <a:lnTo>
                    <a:pt x="1704478" y="4756318"/>
                  </a:lnTo>
                  <a:close/>
                </a:path>
                <a:path w="6791959" h="7073265">
                  <a:moveTo>
                    <a:pt x="2901181" y="4756318"/>
                  </a:moveTo>
                  <a:lnTo>
                    <a:pt x="2910847" y="4756318"/>
                  </a:lnTo>
                  <a:lnTo>
                    <a:pt x="2916433" y="4769018"/>
                  </a:lnTo>
                  <a:lnTo>
                    <a:pt x="2906760" y="4769018"/>
                  </a:lnTo>
                  <a:lnTo>
                    <a:pt x="2901181" y="4756318"/>
                  </a:lnTo>
                  <a:close/>
                </a:path>
                <a:path w="6791959" h="7073265">
                  <a:moveTo>
                    <a:pt x="831793" y="4730918"/>
                  </a:moveTo>
                  <a:lnTo>
                    <a:pt x="844137" y="4756318"/>
                  </a:lnTo>
                  <a:lnTo>
                    <a:pt x="822767" y="4769018"/>
                  </a:lnTo>
                  <a:lnTo>
                    <a:pt x="810423" y="4743618"/>
                  </a:lnTo>
                  <a:lnTo>
                    <a:pt x="831793" y="4730918"/>
                  </a:lnTo>
                  <a:close/>
                </a:path>
                <a:path w="6791959" h="7073265">
                  <a:moveTo>
                    <a:pt x="2038489" y="4730918"/>
                  </a:moveTo>
                  <a:lnTo>
                    <a:pt x="2047303" y="4743618"/>
                  </a:lnTo>
                  <a:lnTo>
                    <a:pt x="2032033" y="4756318"/>
                  </a:lnTo>
                  <a:lnTo>
                    <a:pt x="2023219" y="4743618"/>
                  </a:lnTo>
                  <a:lnTo>
                    <a:pt x="2038489" y="4730918"/>
                  </a:lnTo>
                  <a:close/>
                </a:path>
                <a:path w="6791959" h="7073265">
                  <a:moveTo>
                    <a:pt x="1166018" y="4718218"/>
                  </a:moveTo>
                  <a:lnTo>
                    <a:pt x="1177769" y="4730918"/>
                  </a:lnTo>
                  <a:lnTo>
                    <a:pt x="1157418" y="4743618"/>
                  </a:lnTo>
                  <a:lnTo>
                    <a:pt x="1145666" y="4730918"/>
                  </a:lnTo>
                  <a:lnTo>
                    <a:pt x="1166018" y="4718218"/>
                  </a:lnTo>
                  <a:close/>
                </a:path>
                <a:path w="6791959" h="7073265">
                  <a:moveTo>
                    <a:pt x="2358864" y="4718218"/>
                  </a:moveTo>
                  <a:lnTo>
                    <a:pt x="2372600" y="4718218"/>
                  </a:lnTo>
                  <a:lnTo>
                    <a:pt x="2380531" y="4730918"/>
                  </a:lnTo>
                  <a:lnTo>
                    <a:pt x="2366795" y="4730918"/>
                  </a:lnTo>
                  <a:lnTo>
                    <a:pt x="2358864" y="4718218"/>
                  </a:lnTo>
                  <a:close/>
                </a:path>
                <a:path w="6791959" h="7073265">
                  <a:moveTo>
                    <a:pt x="1500128" y="4692818"/>
                  </a:moveTo>
                  <a:lnTo>
                    <a:pt x="1510997" y="4718218"/>
                  </a:lnTo>
                  <a:lnTo>
                    <a:pt x="1492173" y="4730918"/>
                  </a:lnTo>
                  <a:lnTo>
                    <a:pt x="1481305" y="4705518"/>
                  </a:lnTo>
                  <a:lnTo>
                    <a:pt x="1500128" y="4692818"/>
                  </a:lnTo>
                  <a:close/>
                </a:path>
                <a:path w="6791959" h="7073265">
                  <a:moveTo>
                    <a:pt x="293224" y="4692818"/>
                  </a:moveTo>
                  <a:lnTo>
                    <a:pt x="307031" y="4718218"/>
                  </a:lnTo>
                  <a:lnTo>
                    <a:pt x="283113" y="4730918"/>
                  </a:lnTo>
                  <a:lnTo>
                    <a:pt x="269307" y="4705518"/>
                  </a:lnTo>
                  <a:lnTo>
                    <a:pt x="293224" y="4692818"/>
                  </a:lnTo>
                  <a:close/>
                </a:path>
                <a:path w="6791959" h="7073265">
                  <a:moveTo>
                    <a:pt x="2706604" y="4692818"/>
                  </a:moveTo>
                  <a:lnTo>
                    <a:pt x="2713362" y="4705518"/>
                  </a:lnTo>
                  <a:lnTo>
                    <a:pt x="2701658" y="4718218"/>
                  </a:lnTo>
                  <a:lnTo>
                    <a:pt x="2694900" y="4705518"/>
                  </a:lnTo>
                  <a:lnTo>
                    <a:pt x="2706604" y="4692818"/>
                  </a:lnTo>
                  <a:close/>
                </a:path>
                <a:path w="6791959" h="7073265">
                  <a:moveTo>
                    <a:pt x="627443" y="4680118"/>
                  </a:moveTo>
                  <a:lnTo>
                    <a:pt x="640663" y="4705518"/>
                  </a:lnTo>
                  <a:lnTo>
                    <a:pt x="617765" y="4718218"/>
                  </a:lnTo>
                  <a:lnTo>
                    <a:pt x="604544" y="4692818"/>
                  </a:lnTo>
                  <a:lnTo>
                    <a:pt x="627443" y="4680118"/>
                  </a:lnTo>
                  <a:close/>
                </a:path>
                <a:path w="6791959" h="7073265">
                  <a:moveTo>
                    <a:pt x="1834239" y="4680118"/>
                  </a:moveTo>
                  <a:lnTo>
                    <a:pt x="1844231" y="4692818"/>
                  </a:lnTo>
                  <a:lnTo>
                    <a:pt x="1826924" y="4705518"/>
                  </a:lnTo>
                  <a:lnTo>
                    <a:pt x="1816938" y="4692818"/>
                  </a:lnTo>
                  <a:lnTo>
                    <a:pt x="1834239" y="4680118"/>
                  </a:lnTo>
                  <a:close/>
                </a:path>
                <a:path w="6791959" h="7073265">
                  <a:moveTo>
                    <a:pt x="961661" y="4654718"/>
                  </a:moveTo>
                  <a:lnTo>
                    <a:pt x="974295" y="4680118"/>
                  </a:lnTo>
                  <a:lnTo>
                    <a:pt x="952415" y="4692818"/>
                  </a:lnTo>
                  <a:lnTo>
                    <a:pt x="939781" y="4667418"/>
                  </a:lnTo>
                  <a:lnTo>
                    <a:pt x="961661" y="4654718"/>
                  </a:lnTo>
                  <a:close/>
                </a:path>
                <a:path w="6791959" h="7073265">
                  <a:moveTo>
                    <a:pt x="2168244" y="4654718"/>
                  </a:moveTo>
                  <a:lnTo>
                    <a:pt x="2177057" y="4680118"/>
                  </a:lnTo>
                  <a:lnTo>
                    <a:pt x="2161794" y="4680118"/>
                  </a:lnTo>
                  <a:lnTo>
                    <a:pt x="2152980" y="4667418"/>
                  </a:lnTo>
                  <a:lnTo>
                    <a:pt x="2168244" y="4654718"/>
                  </a:lnTo>
                  <a:close/>
                </a:path>
                <a:path w="6791959" h="7073265">
                  <a:moveTo>
                    <a:pt x="88767" y="4642018"/>
                  </a:moveTo>
                  <a:lnTo>
                    <a:pt x="103160" y="4667418"/>
                  </a:lnTo>
                  <a:lnTo>
                    <a:pt x="78224" y="4680118"/>
                  </a:lnTo>
                  <a:lnTo>
                    <a:pt x="63831" y="4654718"/>
                  </a:lnTo>
                  <a:lnTo>
                    <a:pt x="88767" y="4642018"/>
                  </a:lnTo>
                  <a:close/>
                </a:path>
                <a:path w="6791959" h="7073265">
                  <a:moveTo>
                    <a:pt x="2502361" y="4642018"/>
                  </a:moveTo>
                  <a:lnTo>
                    <a:pt x="2510291" y="4654718"/>
                  </a:lnTo>
                  <a:lnTo>
                    <a:pt x="2496550" y="4667418"/>
                  </a:lnTo>
                  <a:lnTo>
                    <a:pt x="2488619" y="4654718"/>
                  </a:lnTo>
                  <a:lnTo>
                    <a:pt x="2502361" y="4642018"/>
                  </a:lnTo>
                  <a:close/>
                </a:path>
                <a:path w="6791959" h="7073265">
                  <a:moveTo>
                    <a:pt x="1295779" y="4642018"/>
                  </a:moveTo>
                  <a:lnTo>
                    <a:pt x="1307530" y="4654718"/>
                  </a:lnTo>
                  <a:lnTo>
                    <a:pt x="1287172" y="4667418"/>
                  </a:lnTo>
                  <a:lnTo>
                    <a:pt x="1275421" y="4654718"/>
                  </a:lnTo>
                  <a:lnTo>
                    <a:pt x="1295779" y="4642018"/>
                  </a:lnTo>
                  <a:close/>
                </a:path>
                <a:path w="6791959" h="7073265">
                  <a:moveTo>
                    <a:pt x="423093" y="4616618"/>
                  </a:moveTo>
                  <a:lnTo>
                    <a:pt x="437196" y="4642018"/>
                  </a:lnTo>
                  <a:lnTo>
                    <a:pt x="412769" y="4667418"/>
                  </a:lnTo>
                  <a:lnTo>
                    <a:pt x="398666" y="4642018"/>
                  </a:lnTo>
                  <a:lnTo>
                    <a:pt x="423093" y="4616618"/>
                  </a:lnTo>
                  <a:close/>
                </a:path>
                <a:path w="6791959" h="7073265">
                  <a:moveTo>
                    <a:pt x="1629889" y="4616618"/>
                  </a:moveTo>
                  <a:lnTo>
                    <a:pt x="1640758" y="4642018"/>
                  </a:lnTo>
                  <a:lnTo>
                    <a:pt x="1621928" y="4654718"/>
                  </a:lnTo>
                  <a:lnTo>
                    <a:pt x="1611060" y="4629318"/>
                  </a:lnTo>
                  <a:lnTo>
                    <a:pt x="1629889" y="4616618"/>
                  </a:lnTo>
                  <a:close/>
                </a:path>
                <a:path w="6791959" h="7073265">
                  <a:moveTo>
                    <a:pt x="2836359" y="4616618"/>
                  </a:moveTo>
                  <a:lnTo>
                    <a:pt x="2843118" y="4629318"/>
                  </a:lnTo>
                  <a:lnTo>
                    <a:pt x="2831420" y="4642018"/>
                  </a:lnTo>
                  <a:lnTo>
                    <a:pt x="2824661" y="4629318"/>
                  </a:lnTo>
                  <a:lnTo>
                    <a:pt x="2836359" y="4616618"/>
                  </a:lnTo>
                  <a:close/>
                </a:path>
                <a:path w="6791959" h="7073265">
                  <a:moveTo>
                    <a:pt x="757205" y="4603918"/>
                  </a:moveTo>
                  <a:lnTo>
                    <a:pt x="770425" y="4629318"/>
                  </a:lnTo>
                  <a:lnTo>
                    <a:pt x="747526" y="4642018"/>
                  </a:lnTo>
                  <a:lnTo>
                    <a:pt x="734306" y="4616618"/>
                  </a:lnTo>
                  <a:lnTo>
                    <a:pt x="757205" y="4603918"/>
                  </a:lnTo>
                  <a:close/>
                </a:path>
                <a:path w="6791959" h="7073265">
                  <a:moveTo>
                    <a:pt x="1964001" y="4603918"/>
                  </a:moveTo>
                  <a:lnTo>
                    <a:pt x="1973987" y="4616618"/>
                  </a:lnTo>
                  <a:lnTo>
                    <a:pt x="1956686" y="4629318"/>
                  </a:lnTo>
                  <a:lnTo>
                    <a:pt x="1946700" y="4616618"/>
                  </a:lnTo>
                  <a:lnTo>
                    <a:pt x="1964001" y="4603918"/>
                  </a:lnTo>
                  <a:close/>
                </a:path>
                <a:path w="6791959" h="7073265">
                  <a:moveTo>
                    <a:pt x="1091423" y="4578518"/>
                  </a:moveTo>
                  <a:lnTo>
                    <a:pt x="1104057" y="4603918"/>
                  </a:lnTo>
                  <a:lnTo>
                    <a:pt x="1082177" y="4616618"/>
                  </a:lnTo>
                  <a:lnTo>
                    <a:pt x="1069543" y="4591218"/>
                  </a:lnTo>
                  <a:lnTo>
                    <a:pt x="1091423" y="4578518"/>
                  </a:lnTo>
                  <a:close/>
                </a:path>
                <a:path w="6791959" h="7073265">
                  <a:moveTo>
                    <a:pt x="2298005" y="4578518"/>
                  </a:moveTo>
                  <a:lnTo>
                    <a:pt x="2306818" y="4603918"/>
                  </a:lnTo>
                  <a:lnTo>
                    <a:pt x="2291548" y="4603918"/>
                  </a:lnTo>
                  <a:lnTo>
                    <a:pt x="2282735" y="4591218"/>
                  </a:lnTo>
                  <a:lnTo>
                    <a:pt x="2298005" y="4578518"/>
                  </a:lnTo>
                  <a:close/>
                </a:path>
                <a:path w="6791959" h="7073265">
                  <a:moveTo>
                    <a:pt x="1425640" y="4565818"/>
                  </a:moveTo>
                  <a:lnTo>
                    <a:pt x="1437688" y="4591218"/>
                  </a:lnTo>
                  <a:lnTo>
                    <a:pt x="1416827" y="4603918"/>
                  </a:lnTo>
                  <a:lnTo>
                    <a:pt x="1404779" y="4578518"/>
                  </a:lnTo>
                  <a:lnTo>
                    <a:pt x="1425640" y="4565818"/>
                  </a:lnTo>
                  <a:close/>
                </a:path>
                <a:path w="6791959" h="7073265">
                  <a:moveTo>
                    <a:pt x="218736" y="4565818"/>
                  </a:moveTo>
                  <a:lnTo>
                    <a:pt x="233721" y="4591218"/>
                  </a:lnTo>
                  <a:lnTo>
                    <a:pt x="207766" y="4603918"/>
                  </a:lnTo>
                  <a:lnTo>
                    <a:pt x="192781" y="4578518"/>
                  </a:lnTo>
                  <a:lnTo>
                    <a:pt x="218736" y="4565818"/>
                  </a:lnTo>
                  <a:close/>
                </a:path>
                <a:path w="6791959" h="7073265">
                  <a:moveTo>
                    <a:pt x="2632116" y="4565818"/>
                  </a:moveTo>
                  <a:lnTo>
                    <a:pt x="2640046" y="4578518"/>
                  </a:lnTo>
                  <a:lnTo>
                    <a:pt x="2626305" y="4591218"/>
                  </a:lnTo>
                  <a:lnTo>
                    <a:pt x="2618374" y="4578518"/>
                  </a:lnTo>
                  <a:lnTo>
                    <a:pt x="2632116" y="4565818"/>
                  </a:lnTo>
                  <a:close/>
                </a:path>
                <a:path w="6791959" h="7073265">
                  <a:moveTo>
                    <a:pt x="552954" y="4553118"/>
                  </a:moveTo>
                  <a:lnTo>
                    <a:pt x="567353" y="4578518"/>
                  </a:lnTo>
                  <a:lnTo>
                    <a:pt x="542417" y="4591218"/>
                  </a:lnTo>
                  <a:lnTo>
                    <a:pt x="528019" y="4565818"/>
                  </a:lnTo>
                  <a:lnTo>
                    <a:pt x="552954" y="4553118"/>
                  </a:lnTo>
                  <a:close/>
                </a:path>
                <a:path w="6791959" h="7073265">
                  <a:moveTo>
                    <a:pt x="1740815" y="4553118"/>
                  </a:moveTo>
                  <a:lnTo>
                    <a:pt x="1759650" y="4553118"/>
                  </a:lnTo>
                  <a:lnTo>
                    <a:pt x="1770519" y="4565818"/>
                  </a:lnTo>
                  <a:lnTo>
                    <a:pt x="1751684" y="4578518"/>
                  </a:lnTo>
                  <a:lnTo>
                    <a:pt x="1740815" y="4553118"/>
                  </a:lnTo>
                  <a:close/>
                </a:path>
                <a:path w="6791959" h="7073265">
                  <a:moveTo>
                    <a:pt x="887072" y="4527718"/>
                  </a:moveTo>
                  <a:lnTo>
                    <a:pt x="900582" y="4553118"/>
                  </a:lnTo>
                  <a:lnTo>
                    <a:pt x="877175" y="4565818"/>
                  </a:lnTo>
                  <a:lnTo>
                    <a:pt x="863658" y="4540418"/>
                  </a:lnTo>
                  <a:lnTo>
                    <a:pt x="887072" y="4527718"/>
                  </a:lnTo>
                  <a:close/>
                </a:path>
                <a:path w="6791959" h="7073265">
                  <a:moveTo>
                    <a:pt x="2093761" y="4527718"/>
                  </a:moveTo>
                  <a:lnTo>
                    <a:pt x="2103748" y="4540418"/>
                  </a:lnTo>
                  <a:lnTo>
                    <a:pt x="2086446" y="4553118"/>
                  </a:lnTo>
                  <a:lnTo>
                    <a:pt x="2076460" y="4540418"/>
                  </a:lnTo>
                  <a:lnTo>
                    <a:pt x="2093761" y="4527718"/>
                  </a:lnTo>
                  <a:close/>
                </a:path>
                <a:path w="6791959" h="7073265">
                  <a:moveTo>
                    <a:pt x="1221178" y="4515018"/>
                  </a:moveTo>
                  <a:lnTo>
                    <a:pt x="1233812" y="4527718"/>
                  </a:lnTo>
                  <a:lnTo>
                    <a:pt x="1211938" y="4540418"/>
                  </a:lnTo>
                  <a:lnTo>
                    <a:pt x="1199304" y="4527718"/>
                  </a:lnTo>
                  <a:lnTo>
                    <a:pt x="1221178" y="4515018"/>
                  </a:lnTo>
                  <a:close/>
                </a:path>
                <a:path w="6791959" h="7073265">
                  <a:moveTo>
                    <a:pt x="12336" y="4515018"/>
                  </a:moveTo>
                  <a:lnTo>
                    <a:pt x="22619" y="4540418"/>
                  </a:lnTo>
                  <a:lnTo>
                    <a:pt x="0" y="4540418"/>
                  </a:lnTo>
                  <a:lnTo>
                    <a:pt x="0" y="4527718"/>
                  </a:lnTo>
                  <a:lnTo>
                    <a:pt x="12336" y="4515018"/>
                  </a:lnTo>
                  <a:close/>
                </a:path>
                <a:path w="6791959" h="7073265">
                  <a:moveTo>
                    <a:pt x="2412496" y="4515018"/>
                  </a:moveTo>
                  <a:lnTo>
                    <a:pt x="2427765" y="4515018"/>
                  </a:lnTo>
                  <a:lnTo>
                    <a:pt x="2436579" y="4527718"/>
                  </a:lnTo>
                  <a:lnTo>
                    <a:pt x="2421309" y="4527718"/>
                  </a:lnTo>
                  <a:lnTo>
                    <a:pt x="2412496" y="4515018"/>
                  </a:lnTo>
                  <a:close/>
                </a:path>
                <a:path w="6791959" h="7073265">
                  <a:moveTo>
                    <a:pt x="1555401" y="4489618"/>
                  </a:moveTo>
                  <a:lnTo>
                    <a:pt x="1567448" y="4515018"/>
                  </a:lnTo>
                  <a:lnTo>
                    <a:pt x="1546581" y="4527718"/>
                  </a:lnTo>
                  <a:lnTo>
                    <a:pt x="1534534" y="4502318"/>
                  </a:lnTo>
                  <a:lnTo>
                    <a:pt x="1555401" y="4489618"/>
                  </a:lnTo>
                  <a:close/>
                </a:path>
                <a:path w="6791959" h="7073265">
                  <a:moveTo>
                    <a:pt x="348605" y="4489618"/>
                  </a:moveTo>
                  <a:lnTo>
                    <a:pt x="363880" y="4515018"/>
                  </a:lnTo>
                  <a:lnTo>
                    <a:pt x="337416" y="4527718"/>
                  </a:lnTo>
                  <a:lnTo>
                    <a:pt x="322141" y="4502318"/>
                  </a:lnTo>
                  <a:lnTo>
                    <a:pt x="348605" y="4489618"/>
                  </a:lnTo>
                  <a:close/>
                </a:path>
                <a:path w="6791959" h="7073265">
                  <a:moveTo>
                    <a:pt x="2761770" y="4489618"/>
                  </a:moveTo>
                  <a:lnTo>
                    <a:pt x="2769405" y="4502318"/>
                  </a:lnTo>
                  <a:lnTo>
                    <a:pt x="2756179" y="4515018"/>
                  </a:lnTo>
                  <a:lnTo>
                    <a:pt x="2748538" y="4502318"/>
                  </a:lnTo>
                  <a:lnTo>
                    <a:pt x="2761770" y="4489618"/>
                  </a:lnTo>
                  <a:close/>
                </a:path>
                <a:path w="6791959" h="7073265">
                  <a:moveTo>
                    <a:pt x="682823" y="4476918"/>
                  </a:moveTo>
                  <a:lnTo>
                    <a:pt x="697512" y="4502318"/>
                  </a:lnTo>
                  <a:lnTo>
                    <a:pt x="672072" y="4515018"/>
                  </a:lnTo>
                  <a:lnTo>
                    <a:pt x="657383" y="4489618"/>
                  </a:lnTo>
                  <a:lnTo>
                    <a:pt x="682823" y="4476918"/>
                  </a:lnTo>
                  <a:close/>
                </a:path>
                <a:path w="6791959" h="7073265">
                  <a:moveTo>
                    <a:pt x="1870576" y="4476918"/>
                  </a:moveTo>
                  <a:lnTo>
                    <a:pt x="1889406" y="4476918"/>
                  </a:lnTo>
                  <a:lnTo>
                    <a:pt x="1900274" y="4489618"/>
                  </a:lnTo>
                  <a:lnTo>
                    <a:pt x="1881445" y="4502318"/>
                  </a:lnTo>
                  <a:lnTo>
                    <a:pt x="1870576" y="4476918"/>
                  </a:lnTo>
                  <a:close/>
                </a:path>
                <a:path w="6791959" h="7073265">
                  <a:moveTo>
                    <a:pt x="1016935" y="4451518"/>
                  </a:moveTo>
                  <a:lnTo>
                    <a:pt x="1030747" y="4476918"/>
                  </a:lnTo>
                  <a:lnTo>
                    <a:pt x="1006824" y="4489618"/>
                  </a:lnTo>
                  <a:lnTo>
                    <a:pt x="993018" y="4464218"/>
                  </a:lnTo>
                  <a:lnTo>
                    <a:pt x="1016935" y="4451518"/>
                  </a:lnTo>
                  <a:close/>
                </a:path>
                <a:path w="6791959" h="7073265">
                  <a:moveTo>
                    <a:pt x="2223522" y="4451518"/>
                  </a:moveTo>
                  <a:lnTo>
                    <a:pt x="2233509" y="4464218"/>
                  </a:lnTo>
                  <a:lnTo>
                    <a:pt x="2216208" y="4476918"/>
                  </a:lnTo>
                  <a:lnTo>
                    <a:pt x="2206215" y="4464218"/>
                  </a:lnTo>
                  <a:lnTo>
                    <a:pt x="2223522" y="4451518"/>
                  </a:lnTo>
                  <a:close/>
                </a:path>
                <a:path w="6791959" h="7073265">
                  <a:moveTo>
                    <a:pt x="144248" y="4438818"/>
                  </a:moveTo>
                  <a:lnTo>
                    <a:pt x="160406" y="4464218"/>
                  </a:lnTo>
                  <a:lnTo>
                    <a:pt x="132420" y="4476918"/>
                  </a:lnTo>
                  <a:lnTo>
                    <a:pt x="116261" y="4451518"/>
                  </a:lnTo>
                  <a:lnTo>
                    <a:pt x="144248" y="4438818"/>
                  </a:lnTo>
                  <a:close/>
                </a:path>
                <a:path w="6791959" h="7073265">
                  <a:moveTo>
                    <a:pt x="2542257" y="4438818"/>
                  </a:moveTo>
                  <a:lnTo>
                    <a:pt x="2557520" y="4438818"/>
                  </a:lnTo>
                  <a:lnTo>
                    <a:pt x="2566334" y="4451518"/>
                  </a:lnTo>
                  <a:lnTo>
                    <a:pt x="2551070" y="4464218"/>
                  </a:lnTo>
                  <a:lnTo>
                    <a:pt x="2542257" y="4438818"/>
                  </a:lnTo>
                  <a:close/>
                </a:path>
                <a:path w="6791959" h="7073265">
                  <a:moveTo>
                    <a:pt x="1351051" y="4438818"/>
                  </a:moveTo>
                  <a:lnTo>
                    <a:pt x="1363976" y="4451518"/>
                  </a:lnTo>
                  <a:lnTo>
                    <a:pt x="1341587" y="4464218"/>
                  </a:lnTo>
                  <a:lnTo>
                    <a:pt x="1328662" y="4451518"/>
                  </a:lnTo>
                  <a:lnTo>
                    <a:pt x="1351051" y="4438818"/>
                  </a:lnTo>
                  <a:close/>
                </a:path>
                <a:path w="6791959" h="7073265">
                  <a:moveTo>
                    <a:pt x="478466" y="4413418"/>
                  </a:moveTo>
                  <a:lnTo>
                    <a:pt x="494038" y="4438818"/>
                  </a:lnTo>
                  <a:lnTo>
                    <a:pt x="467070" y="4464218"/>
                  </a:lnTo>
                  <a:lnTo>
                    <a:pt x="451498" y="4426118"/>
                  </a:lnTo>
                  <a:lnTo>
                    <a:pt x="478466" y="4413418"/>
                  </a:lnTo>
                  <a:close/>
                </a:path>
                <a:path w="6791959" h="7073265">
                  <a:moveTo>
                    <a:pt x="1685156" y="4413418"/>
                  </a:moveTo>
                  <a:lnTo>
                    <a:pt x="1697204" y="4438818"/>
                  </a:lnTo>
                  <a:lnTo>
                    <a:pt x="1676343" y="4451518"/>
                  </a:lnTo>
                  <a:lnTo>
                    <a:pt x="1664295" y="4426118"/>
                  </a:lnTo>
                  <a:lnTo>
                    <a:pt x="1685156" y="4413418"/>
                  </a:lnTo>
                  <a:close/>
                </a:path>
                <a:path w="6791959" h="7073265">
                  <a:moveTo>
                    <a:pt x="2891531" y="4413418"/>
                  </a:moveTo>
                  <a:lnTo>
                    <a:pt x="2899166" y="4426118"/>
                  </a:lnTo>
                  <a:lnTo>
                    <a:pt x="2885934" y="4438818"/>
                  </a:lnTo>
                  <a:lnTo>
                    <a:pt x="2878293" y="4426118"/>
                  </a:lnTo>
                  <a:lnTo>
                    <a:pt x="2891531" y="4413418"/>
                  </a:lnTo>
                  <a:close/>
                </a:path>
                <a:path w="6791959" h="7073265">
                  <a:moveTo>
                    <a:pt x="812690" y="4400718"/>
                  </a:moveTo>
                  <a:lnTo>
                    <a:pt x="827676" y="4426118"/>
                  </a:lnTo>
                  <a:lnTo>
                    <a:pt x="801721" y="4438818"/>
                  </a:lnTo>
                  <a:lnTo>
                    <a:pt x="786735" y="4413418"/>
                  </a:lnTo>
                  <a:lnTo>
                    <a:pt x="812690" y="4400718"/>
                  </a:lnTo>
                  <a:close/>
                </a:path>
                <a:path w="6791959" h="7073265">
                  <a:moveTo>
                    <a:pt x="2019166" y="4400718"/>
                  </a:moveTo>
                  <a:lnTo>
                    <a:pt x="2030034" y="4413418"/>
                  </a:lnTo>
                  <a:lnTo>
                    <a:pt x="2011205" y="4426118"/>
                  </a:lnTo>
                  <a:lnTo>
                    <a:pt x="2000336" y="4413418"/>
                  </a:lnTo>
                  <a:lnTo>
                    <a:pt x="2019166" y="4400718"/>
                  </a:lnTo>
                  <a:close/>
                </a:path>
                <a:path w="6791959" h="7073265">
                  <a:moveTo>
                    <a:pt x="1146802" y="4375318"/>
                  </a:moveTo>
                  <a:lnTo>
                    <a:pt x="1160899" y="4400718"/>
                  </a:lnTo>
                  <a:lnTo>
                    <a:pt x="1136477" y="4413418"/>
                  </a:lnTo>
                  <a:lnTo>
                    <a:pt x="1122381" y="4388018"/>
                  </a:lnTo>
                  <a:lnTo>
                    <a:pt x="1146802" y="4375318"/>
                  </a:lnTo>
                  <a:close/>
                </a:path>
                <a:path w="6791959" h="7073265">
                  <a:moveTo>
                    <a:pt x="2353277" y="4375318"/>
                  </a:moveTo>
                  <a:lnTo>
                    <a:pt x="2363264" y="4400718"/>
                  </a:lnTo>
                  <a:lnTo>
                    <a:pt x="2345962" y="4400718"/>
                  </a:lnTo>
                  <a:lnTo>
                    <a:pt x="2335970" y="4388018"/>
                  </a:lnTo>
                  <a:lnTo>
                    <a:pt x="2353277" y="4375318"/>
                  </a:lnTo>
                  <a:close/>
                </a:path>
                <a:path w="6791959" h="7073265">
                  <a:moveTo>
                    <a:pt x="1480806" y="4362618"/>
                  </a:moveTo>
                  <a:lnTo>
                    <a:pt x="1493730" y="4388018"/>
                  </a:lnTo>
                  <a:lnTo>
                    <a:pt x="1471347" y="4400718"/>
                  </a:lnTo>
                  <a:lnTo>
                    <a:pt x="1458417" y="4375318"/>
                  </a:lnTo>
                  <a:lnTo>
                    <a:pt x="1480806" y="4362618"/>
                  </a:lnTo>
                  <a:close/>
                </a:path>
                <a:path w="6791959" h="7073265">
                  <a:moveTo>
                    <a:pt x="274010" y="4362618"/>
                  </a:moveTo>
                  <a:lnTo>
                    <a:pt x="290168" y="4388018"/>
                  </a:lnTo>
                  <a:lnTo>
                    <a:pt x="262181" y="4400718"/>
                  </a:lnTo>
                  <a:lnTo>
                    <a:pt x="246023" y="4375318"/>
                  </a:lnTo>
                  <a:lnTo>
                    <a:pt x="274010" y="4362618"/>
                  </a:lnTo>
                  <a:close/>
                </a:path>
                <a:path w="6791959" h="7073265">
                  <a:moveTo>
                    <a:pt x="2672415" y="4362618"/>
                  </a:moveTo>
                  <a:lnTo>
                    <a:pt x="2687175" y="4362618"/>
                  </a:lnTo>
                  <a:lnTo>
                    <a:pt x="2695692" y="4375318"/>
                  </a:lnTo>
                  <a:lnTo>
                    <a:pt x="2680938" y="4388018"/>
                  </a:lnTo>
                  <a:lnTo>
                    <a:pt x="2672415" y="4362618"/>
                  </a:lnTo>
                  <a:close/>
                </a:path>
                <a:path w="6791959" h="7073265">
                  <a:moveTo>
                    <a:pt x="608340" y="4337218"/>
                  </a:moveTo>
                  <a:lnTo>
                    <a:pt x="624202" y="4362618"/>
                  </a:lnTo>
                  <a:lnTo>
                    <a:pt x="596725" y="4388018"/>
                  </a:lnTo>
                  <a:lnTo>
                    <a:pt x="580863" y="4362618"/>
                  </a:lnTo>
                  <a:lnTo>
                    <a:pt x="608340" y="4337218"/>
                  </a:lnTo>
                  <a:close/>
                </a:path>
                <a:path w="6791959" h="7073265">
                  <a:moveTo>
                    <a:pt x="1814918" y="4337218"/>
                  </a:moveTo>
                  <a:lnTo>
                    <a:pt x="1826965" y="4362618"/>
                  </a:lnTo>
                  <a:lnTo>
                    <a:pt x="1806104" y="4375318"/>
                  </a:lnTo>
                  <a:lnTo>
                    <a:pt x="1794057" y="4349918"/>
                  </a:lnTo>
                  <a:lnTo>
                    <a:pt x="1814918" y="4337218"/>
                  </a:lnTo>
                  <a:close/>
                </a:path>
                <a:path w="6791959" h="7073265">
                  <a:moveTo>
                    <a:pt x="942559" y="4324518"/>
                  </a:moveTo>
                  <a:lnTo>
                    <a:pt x="957834" y="4349918"/>
                  </a:lnTo>
                  <a:lnTo>
                    <a:pt x="931370" y="4362618"/>
                  </a:lnTo>
                  <a:lnTo>
                    <a:pt x="916095" y="4337218"/>
                  </a:lnTo>
                  <a:lnTo>
                    <a:pt x="942559" y="4324518"/>
                  </a:lnTo>
                  <a:close/>
                </a:path>
                <a:path w="6791959" h="7073265">
                  <a:moveTo>
                    <a:pt x="2148921" y="4324518"/>
                  </a:moveTo>
                  <a:lnTo>
                    <a:pt x="2159790" y="4337218"/>
                  </a:lnTo>
                  <a:lnTo>
                    <a:pt x="2140966" y="4349918"/>
                  </a:lnTo>
                  <a:lnTo>
                    <a:pt x="2130098" y="4337218"/>
                  </a:lnTo>
                  <a:lnTo>
                    <a:pt x="2148921" y="4324518"/>
                  </a:lnTo>
                  <a:close/>
                </a:path>
                <a:path w="6791959" h="7073265">
                  <a:moveTo>
                    <a:pt x="69333" y="4311818"/>
                  </a:moveTo>
                  <a:lnTo>
                    <a:pt x="85491" y="4337218"/>
                  </a:lnTo>
                  <a:lnTo>
                    <a:pt x="57505" y="4349918"/>
                  </a:lnTo>
                  <a:lnTo>
                    <a:pt x="41346" y="4324518"/>
                  </a:lnTo>
                  <a:lnTo>
                    <a:pt x="69333" y="4311818"/>
                  </a:lnTo>
                  <a:close/>
                </a:path>
                <a:path w="6791959" h="7073265">
                  <a:moveTo>
                    <a:pt x="1276563" y="4299118"/>
                  </a:moveTo>
                  <a:lnTo>
                    <a:pt x="1290660" y="4324518"/>
                  </a:lnTo>
                  <a:lnTo>
                    <a:pt x="1266233" y="4337218"/>
                  </a:lnTo>
                  <a:lnTo>
                    <a:pt x="1252136" y="4311818"/>
                  </a:lnTo>
                  <a:lnTo>
                    <a:pt x="1276563" y="4299118"/>
                  </a:lnTo>
                  <a:close/>
                </a:path>
                <a:path w="6791959" h="7073265">
                  <a:moveTo>
                    <a:pt x="2482925" y="4299118"/>
                  </a:moveTo>
                  <a:lnTo>
                    <a:pt x="2492621" y="4324518"/>
                  </a:lnTo>
                  <a:lnTo>
                    <a:pt x="2475830" y="4324518"/>
                  </a:lnTo>
                  <a:lnTo>
                    <a:pt x="2466139" y="4311818"/>
                  </a:lnTo>
                  <a:lnTo>
                    <a:pt x="2482925" y="4299118"/>
                  </a:lnTo>
                  <a:close/>
                </a:path>
                <a:path w="6791959" h="7073265">
                  <a:moveTo>
                    <a:pt x="1610567" y="4286418"/>
                  </a:moveTo>
                  <a:lnTo>
                    <a:pt x="1623492" y="4311818"/>
                  </a:lnTo>
                  <a:lnTo>
                    <a:pt x="1601103" y="4324518"/>
                  </a:lnTo>
                  <a:lnTo>
                    <a:pt x="1588173" y="4299118"/>
                  </a:lnTo>
                  <a:lnTo>
                    <a:pt x="1610567" y="4286418"/>
                  </a:lnTo>
                  <a:close/>
                </a:path>
                <a:path w="6791959" h="7073265">
                  <a:moveTo>
                    <a:pt x="403877" y="4286418"/>
                  </a:moveTo>
                  <a:lnTo>
                    <a:pt x="420325" y="4311818"/>
                  </a:lnTo>
                  <a:lnTo>
                    <a:pt x="391829" y="4324518"/>
                  </a:lnTo>
                  <a:lnTo>
                    <a:pt x="375381" y="4299118"/>
                  </a:lnTo>
                  <a:lnTo>
                    <a:pt x="403877" y="4286418"/>
                  </a:lnTo>
                  <a:close/>
                </a:path>
                <a:path w="6791959" h="7073265">
                  <a:moveTo>
                    <a:pt x="2816936" y="4286418"/>
                  </a:moveTo>
                  <a:lnTo>
                    <a:pt x="2825454" y="4299118"/>
                  </a:lnTo>
                  <a:lnTo>
                    <a:pt x="2810699" y="4311818"/>
                  </a:lnTo>
                  <a:lnTo>
                    <a:pt x="2802176" y="4299118"/>
                  </a:lnTo>
                  <a:lnTo>
                    <a:pt x="2816936" y="4286418"/>
                  </a:lnTo>
                  <a:close/>
                </a:path>
                <a:path w="6791959" h="7073265">
                  <a:moveTo>
                    <a:pt x="738095" y="4261018"/>
                  </a:moveTo>
                  <a:lnTo>
                    <a:pt x="753957" y="4299118"/>
                  </a:lnTo>
                  <a:lnTo>
                    <a:pt x="726480" y="4311818"/>
                  </a:lnTo>
                  <a:lnTo>
                    <a:pt x="710618" y="4286418"/>
                  </a:lnTo>
                  <a:lnTo>
                    <a:pt x="738095" y="4261018"/>
                  </a:lnTo>
                  <a:close/>
                </a:path>
                <a:path w="6791959" h="7073265">
                  <a:moveTo>
                    <a:pt x="1944678" y="4261018"/>
                  </a:moveTo>
                  <a:lnTo>
                    <a:pt x="1956725" y="4286418"/>
                  </a:lnTo>
                  <a:lnTo>
                    <a:pt x="1935864" y="4299118"/>
                  </a:lnTo>
                  <a:lnTo>
                    <a:pt x="1923817" y="4273718"/>
                  </a:lnTo>
                  <a:lnTo>
                    <a:pt x="1944678" y="4261018"/>
                  </a:lnTo>
                  <a:close/>
                </a:path>
                <a:path w="6791959" h="7073265">
                  <a:moveTo>
                    <a:pt x="1072319" y="4248318"/>
                  </a:moveTo>
                  <a:lnTo>
                    <a:pt x="1087595" y="4273718"/>
                  </a:lnTo>
                  <a:lnTo>
                    <a:pt x="1061131" y="4286418"/>
                  </a:lnTo>
                  <a:lnTo>
                    <a:pt x="1045855" y="4261018"/>
                  </a:lnTo>
                  <a:lnTo>
                    <a:pt x="1072319" y="4248318"/>
                  </a:lnTo>
                  <a:close/>
                </a:path>
                <a:path w="6791959" h="7073265">
                  <a:moveTo>
                    <a:pt x="2278682" y="4248318"/>
                  </a:moveTo>
                  <a:lnTo>
                    <a:pt x="2289551" y="4261018"/>
                  </a:lnTo>
                  <a:lnTo>
                    <a:pt x="2270727" y="4273718"/>
                  </a:lnTo>
                  <a:lnTo>
                    <a:pt x="2259858" y="4261018"/>
                  </a:lnTo>
                  <a:lnTo>
                    <a:pt x="2278682" y="4248318"/>
                  </a:lnTo>
                  <a:close/>
                </a:path>
                <a:path w="6791959" h="7073265">
                  <a:moveTo>
                    <a:pt x="199628" y="4222918"/>
                  </a:moveTo>
                  <a:lnTo>
                    <a:pt x="217260" y="4261018"/>
                  </a:lnTo>
                  <a:lnTo>
                    <a:pt x="186727" y="4273718"/>
                  </a:lnTo>
                  <a:lnTo>
                    <a:pt x="169100" y="4248318"/>
                  </a:lnTo>
                  <a:lnTo>
                    <a:pt x="199628" y="4222918"/>
                  </a:lnTo>
                  <a:close/>
                </a:path>
                <a:path w="6791959" h="7073265">
                  <a:moveTo>
                    <a:pt x="2612687" y="4222918"/>
                  </a:moveTo>
                  <a:lnTo>
                    <a:pt x="2622377" y="4248318"/>
                  </a:lnTo>
                  <a:lnTo>
                    <a:pt x="2605586" y="4261018"/>
                  </a:lnTo>
                  <a:lnTo>
                    <a:pt x="2595895" y="4235618"/>
                  </a:lnTo>
                  <a:lnTo>
                    <a:pt x="2612687" y="4222918"/>
                  </a:lnTo>
                  <a:close/>
                </a:path>
                <a:path w="6791959" h="7073265">
                  <a:moveTo>
                    <a:pt x="1406424" y="4222918"/>
                  </a:moveTo>
                  <a:lnTo>
                    <a:pt x="1420822" y="4248318"/>
                  </a:lnTo>
                  <a:lnTo>
                    <a:pt x="1395892" y="4261018"/>
                  </a:lnTo>
                  <a:lnTo>
                    <a:pt x="1381494" y="4248318"/>
                  </a:lnTo>
                  <a:lnTo>
                    <a:pt x="1406424" y="4222918"/>
                  </a:lnTo>
                  <a:close/>
                </a:path>
                <a:path w="6791959" h="7073265">
                  <a:moveTo>
                    <a:pt x="533739" y="4210218"/>
                  </a:moveTo>
                  <a:lnTo>
                    <a:pt x="550490" y="4235618"/>
                  </a:lnTo>
                  <a:lnTo>
                    <a:pt x="521485" y="4261018"/>
                  </a:lnTo>
                  <a:lnTo>
                    <a:pt x="504734" y="4222918"/>
                  </a:lnTo>
                  <a:lnTo>
                    <a:pt x="533739" y="4210218"/>
                  </a:lnTo>
                  <a:close/>
                </a:path>
                <a:path w="6791959" h="7073265">
                  <a:moveTo>
                    <a:pt x="1740322" y="4210218"/>
                  </a:moveTo>
                  <a:lnTo>
                    <a:pt x="1753252" y="4235618"/>
                  </a:lnTo>
                  <a:lnTo>
                    <a:pt x="1730863" y="4248318"/>
                  </a:lnTo>
                  <a:lnTo>
                    <a:pt x="1717933" y="4222918"/>
                  </a:lnTo>
                  <a:lnTo>
                    <a:pt x="1740322" y="4210218"/>
                  </a:lnTo>
                  <a:close/>
                </a:path>
                <a:path w="6791959" h="7073265">
                  <a:moveTo>
                    <a:pt x="2946585" y="4210218"/>
                  </a:moveTo>
                  <a:lnTo>
                    <a:pt x="2954812" y="4222918"/>
                  </a:lnTo>
                  <a:lnTo>
                    <a:pt x="2940561" y="4235618"/>
                  </a:lnTo>
                  <a:lnTo>
                    <a:pt x="2932340" y="4222918"/>
                  </a:lnTo>
                  <a:lnTo>
                    <a:pt x="2946585" y="4210218"/>
                  </a:lnTo>
                  <a:close/>
                </a:path>
                <a:path w="6791959" h="7073265">
                  <a:moveTo>
                    <a:pt x="867963" y="4184818"/>
                  </a:moveTo>
                  <a:lnTo>
                    <a:pt x="884122" y="4222918"/>
                  </a:lnTo>
                  <a:lnTo>
                    <a:pt x="856135" y="4235618"/>
                  </a:lnTo>
                  <a:lnTo>
                    <a:pt x="839977" y="4210218"/>
                  </a:lnTo>
                  <a:lnTo>
                    <a:pt x="867963" y="4184818"/>
                  </a:lnTo>
                  <a:close/>
                </a:path>
                <a:path w="6791959" h="7073265">
                  <a:moveTo>
                    <a:pt x="2074439" y="4184818"/>
                  </a:moveTo>
                  <a:lnTo>
                    <a:pt x="2086486" y="4210218"/>
                  </a:lnTo>
                  <a:lnTo>
                    <a:pt x="2065619" y="4222918"/>
                  </a:lnTo>
                  <a:lnTo>
                    <a:pt x="2053572" y="4197518"/>
                  </a:lnTo>
                  <a:lnTo>
                    <a:pt x="2074439" y="4184818"/>
                  </a:lnTo>
                  <a:close/>
                </a:path>
                <a:path w="6791959" h="7073265">
                  <a:moveTo>
                    <a:pt x="1202181" y="4172118"/>
                  </a:moveTo>
                  <a:lnTo>
                    <a:pt x="1217753" y="4197518"/>
                  </a:lnTo>
                  <a:lnTo>
                    <a:pt x="1190779" y="4210218"/>
                  </a:lnTo>
                  <a:lnTo>
                    <a:pt x="1175208" y="4184818"/>
                  </a:lnTo>
                  <a:lnTo>
                    <a:pt x="1202181" y="4172118"/>
                  </a:lnTo>
                  <a:close/>
                </a:path>
                <a:path w="6791959" h="7073265">
                  <a:moveTo>
                    <a:pt x="2408443" y="4172118"/>
                  </a:moveTo>
                  <a:lnTo>
                    <a:pt x="2419311" y="4184818"/>
                  </a:lnTo>
                  <a:lnTo>
                    <a:pt x="2400482" y="4197518"/>
                  </a:lnTo>
                  <a:lnTo>
                    <a:pt x="2389613" y="4184818"/>
                  </a:lnTo>
                  <a:lnTo>
                    <a:pt x="2408443" y="4172118"/>
                  </a:lnTo>
                  <a:close/>
                </a:path>
                <a:path w="6791959" h="7073265">
                  <a:moveTo>
                    <a:pt x="1536186" y="4146718"/>
                  </a:moveTo>
                  <a:lnTo>
                    <a:pt x="1550578" y="4172118"/>
                  </a:lnTo>
                  <a:lnTo>
                    <a:pt x="1525648" y="4197518"/>
                  </a:lnTo>
                  <a:lnTo>
                    <a:pt x="1511250" y="4172118"/>
                  </a:lnTo>
                  <a:lnTo>
                    <a:pt x="1536186" y="4146718"/>
                  </a:lnTo>
                  <a:close/>
                </a:path>
                <a:path w="6791959" h="7073265">
                  <a:moveTo>
                    <a:pt x="329496" y="4159418"/>
                  </a:moveTo>
                  <a:lnTo>
                    <a:pt x="347413" y="4184818"/>
                  </a:lnTo>
                  <a:lnTo>
                    <a:pt x="316376" y="4197518"/>
                  </a:lnTo>
                  <a:lnTo>
                    <a:pt x="298458" y="4172118"/>
                  </a:lnTo>
                  <a:lnTo>
                    <a:pt x="329496" y="4159418"/>
                  </a:lnTo>
                  <a:close/>
                </a:path>
                <a:path w="6791959" h="7073265">
                  <a:moveTo>
                    <a:pt x="2726053" y="4159418"/>
                  </a:moveTo>
                  <a:lnTo>
                    <a:pt x="2742335" y="4159418"/>
                  </a:lnTo>
                  <a:lnTo>
                    <a:pt x="2751741" y="4172118"/>
                  </a:lnTo>
                  <a:lnTo>
                    <a:pt x="2735458" y="4184818"/>
                  </a:lnTo>
                  <a:lnTo>
                    <a:pt x="2726053" y="4159418"/>
                  </a:lnTo>
                  <a:close/>
                </a:path>
                <a:path w="6791959" h="7073265">
                  <a:moveTo>
                    <a:pt x="663607" y="4134018"/>
                  </a:moveTo>
                  <a:lnTo>
                    <a:pt x="680647" y="4159418"/>
                  </a:lnTo>
                  <a:lnTo>
                    <a:pt x="651133" y="4184818"/>
                  </a:lnTo>
                  <a:lnTo>
                    <a:pt x="634092" y="4146718"/>
                  </a:lnTo>
                  <a:lnTo>
                    <a:pt x="663607" y="4134018"/>
                  </a:lnTo>
                  <a:close/>
                </a:path>
                <a:path w="6791959" h="7073265">
                  <a:moveTo>
                    <a:pt x="1870082" y="4134018"/>
                  </a:moveTo>
                  <a:lnTo>
                    <a:pt x="1883012" y="4159418"/>
                  </a:lnTo>
                  <a:lnTo>
                    <a:pt x="1860623" y="4172118"/>
                  </a:lnTo>
                  <a:lnTo>
                    <a:pt x="1847693" y="4146718"/>
                  </a:lnTo>
                  <a:lnTo>
                    <a:pt x="1870082" y="4134018"/>
                  </a:lnTo>
                  <a:close/>
                </a:path>
                <a:path w="6791959" h="7073265">
                  <a:moveTo>
                    <a:pt x="997724" y="4121318"/>
                  </a:moveTo>
                  <a:lnTo>
                    <a:pt x="1013882" y="4146718"/>
                  </a:lnTo>
                  <a:lnTo>
                    <a:pt x="985890" y="4159418"/>
                  </a:lnTo>
                  <a:lnTo>
                    <a:pt x="969732" y="4134018"/>
                  </a:lnTo>
                  <a:lnTo>
                    <a:pt x="997724" y="4121318"/>
                  </a:lnTo>
                  <a:close/>
                </a:path>
                <a:path w="6791959" h="7073265">
                  <a:moveTo>
                    <a:pt x="2204194" y="4121318"/>
                  </a:moveTo>
                  <a:lnTo>
                    <a:pt x="2216241" y="4134018"/>
                  </a:lnTo>
                  <a:lnTo>
                    <a:pt x="2195374" y="4146718"/>
                  </a:lnTo>
                  <a:lnTo>
                    <a:pt x="2183327" y="4134018"/>
                  </a:lnTo>
                  <a:lnTo>
                    <a:pt x="2204194" y="4121318"/>
                  </a:lnTo>
                  <a:close/>
                </a:path>
                <a:path w="6791959" h="7073265">
                  <a:moveTo>
                    <a:pt x="125140" y="4095918"/>
                  </a:moveTo>
                  <a:lnTo>
                    <a:pt x="143945" y="4134018"/>
                  </a:lnTo>
                  <a:lnTo>
                    <a:pt x="111374" y="4146718"/>
                  </a:lnTo>
                  <a:lnTo>
                    <a:pt x="92574" y="4121318"/>
                  </a:lnTo>
                  <a:lnTo>
                    <a:pt x="125140" y="4095918"/>
                  </a:lnTo>
                  <a:close/>
                </a:path>
                <a:path w="6791959" h="7073265">
                  <a:moveTo>
                    <a:pt x="1331941" y="4095918"/>
                  </a:moveTo>
                  <a:lnTo>
                    <a:pt x="1347513" y="4121318"/>
                  </a:lnTo>
                  <a:lnTo>
                    <a:pt x="1320539" y="4134018"/>
                  </a:lnTo>
                  <a:lnTo>
                    <a:pt x="1304968" y="4108618"/>
                  </a:lnTo>
                  <a:lnTo>
                    <a:pt x="1331941" y="4095918"/>
                  </a:lnTo>
                  <a:close/>
                </a:path>
                <a:path w="6791959" h="7073265">
                  <a:moveTo>
                    <a:pt x="459357" y="4083218"/>
                  </a:moveTo>
                  <a:lnTo>
                    <a:pt x="477577" y="4108618"/>
                  </a:lnTo>
                  <a:lnTo>
                    <a:pt x="446030" y="4134018"/>
                  </a:lnTo>
                  <a:lnTo>
                    <a:pt x="427811" y="4095918"/>
                  </a:lnTo>
                  <a:lnTo>
                    <a:pt x="459357" y="4083218"/>
                  </a:lnTo>
                  <a:close/>
                </a:path>
                <a:path w="6791959" h="7073265">
                  <a:moveTo>
                    <a:pt x="2538092" y="4095918"/>
                  </a:moveTo>
                  <a:lnTo>
                    <a:pt x="2548670" y="4121318"/>
                  </a:lnTo>
                  <a:lnTo>
                    <a:pt x="2530351" y="4121318"/>
                  </a:lnTo>
                  <a:lnTo>
                    <a:pt x="2519772" y="4108618"/>
                  </a:lnTo>
                  <a:lnTo>
                    <a:pt x="2538092" y="4095918"/>
                  </a:lnTo>
                  <a:close/>
                </a:path>
                <a:path w="6791959" h="7073265">
                  <a:moveTo>
                    <a:pt x="1665946" y="4083218"/>
                  </a:moveTo>
                  <a:lnTo>
                    <a:pt x="1680339" y="4108618"/>
                  </a:lnTo>
                  <a:lnTo>
                    <a:pt x="1655403" y="4121318"/>
                  </a:lnTo>
                  <a:lnTo>
                    <a:pt x="1641010" y="4095918"/>
                  </a:lnTo>
                  <a:lnTo>
                    <a:pt x="1665946" y="4083218"/>
                  </a:lnTo>
                  <a:close/>
                </a:path>
                <a:path w="6791959" h="7073265">
                  <a:moveTo>
                    <a:pt x="2855814" y="4083218"/>
                  </a:moveTo>
                  <a:lnTo>
                    <a:pt x="2872097" y="4083218"/>
                  </a:lnTo>
                  <a:lnTo>
                    <a:pt x="2881497" y="4095918"/>
                  </a:lnTo>
                  <a:lnTo>
                    <a:pt x="2865220" y="4108618"/>
                  </a:lnTo>
                  <a:lnTo>
                    <a:pt x="2855814" y="4083218"/>
                  </a:lnTo>
                  <a:close/>
                </a:path>
                <a:path w="6791959" h="7073265">
                  <a:moveTo>
                    <a:pt x="793476" y="4057818"/>
                  </a:moveTo>
                  <a:lnTo>
                    <a:pt x="810806" y="4083218"/>
                  </a:lnTo>
                  <a:lnTo>
                    <a:pt x="780788" y="4108618"/>
                  </a:lnTo>
                  <a:lnTo>
                    <a:pt x="763451" y="4070518"/>
                  </a:lnTo>
                  <a:lnTo>
                    <a:pt x="793476" y="4057818"/>
                  </a:lnTo>
                  <a:close/>
                </a:path>
                <a:path w="6791959" h="7073265">
                  <a:moveTo>
                    <a:pt x="1999844" y="4057818"/>
                  </a:moveTo>
                  <a:lnTo>
                    <a:pt x="2012774" y="4083218"/>
                  </a:lnTo>
                  <a:lnTo>
                    <a:pt x="1990379" y="4095918"/>
                  </a:lnTo>
                  <a:lnTo>
                    <a:pt x="1977455" y="4070518"/>
                  </a:lnTo>
                  <a:lnTo>
                    <a:pt x="1999844" y="4057818"/>
                  </a:lnTo>
                  <a:close/>
                </a:path>
                <a:path w="6791959" h="7073265">
                  <a:moveTo>
                    <a:pt x="1127586" y="4045118"/>
                  </a:moveTo>
                  <a:lnTo>
                    <a:pt x="1144040" y="4070518"/>
                  </a:lnTo>
                  <a:lnTo>
                    <a:pt x="1115544" y="4083218"/>
                  </a:lnTo>
                  <a:lnTo>
                    <a:pt x="1099090" y="4057818"/>
                  </a:lnTo>
                  <a:lnTo>
                    <a:pt x="1127586" y="4045118"/>
                  </a:lnTo>
                  <a:close/>
                </a:path>
                <a:path w="6791959" h="7073265">
                  <a:moveTo>
                    <a:pt x="2333847" y="4045118"/>
                  </a:moveTo>
                  <a:lnTo>
                    <a:pt x="2345599" y="4057818"/>
                  </a:lnTo>
                  <a:lnTo>
                    <a:pt x="2325247" y="4070518"/>
                  </a:lnTo>
                  <a:lnTo>
                    <a:pt x="2313496" y="4057818"/>
                  </a:lnTo>
                  <a:lnTo>
                    <a:pt x="2333847" y="4045118"/>
                  </a:lnTo>
                  <a:close/>
                </a:path>
                <a:path w="6791959" h="7073265">
                  <a:moveTo>
                    <a:pt x="255007" y="4019718"/>
                  </a:moveTo>
                  <a:lnTo>
                    <a:pt x="274103" y="4057818"/>
                  </a:lnTo>
                  <a:lnTo>
                    <a:pt x="241029" y="4070518"/>
                  </a:lnTo>
                  <a:lnTo>
                    <a:pt x="221933" y="4045118"/>
                  </a:lnTo>
                  <a:lnTo>
                    <a:pt x="255007" y="4019718"/>
                  </a:lnTo>
                  <a:close/>
                </a:path>
                <a:path w="6791959" h="7073265">
                  <a:moveTo>
                    <a:pt x="2667853" y="4019718"/>
                  </a:moveTo>
                  <a:lnTo>
                    <a:pt x="2678432" y="4045118"/>
                  </a:lnTo>
                  <a:lnTo>
                    <a:pt x="2660105" y="4057818"/>
                  </a:lnTo>
                  <a:lnTo>
                    <a:pt x="2649527" y="4032418"/>
                  </a:lnTo>
                  <a:lnTo>
                    <a:pt x="2667853" y="4019718"/>
                  </a:lnTo>
                  <a:close/>
                </a:path>
                <a:path w="6791959" h="7073265">
                  <a:moveTo>
                    <a:pt x="1461703" y="4019718"/>
                  </a:moveTo>
                  <a:lnTo>
                    <a:pt x="1477275" y="4045118"/>
                  </a:lnTo>
                  <a:lnTo>
                    <a:pt x="1450301" y="4057818"/>
                  </a:lnTo>
                  <a:lnTo>
                    <a:pt x="1434729" y="4032418"/>
                  </a:lnTo>
                  <a:lnTo>
                    <a:pt x="1461703" y="4019718"/>
                  </a:lnTo>
                  <a:close/>
                </a:path>
                <a:path w="6791959" h="7073265">
                  <a:moveTo>
                    <a:pt x="589231" y="4007018"/>
                  </a:moveTo>
                  <a:lnTo>
                    <a:pt x="607735" y="4032418"/>
                  </a:lnTo>
                  <a:lnTo>
                    <a:pt x="575679" y="4057818"/>
                  </a:lnTo>
                  <a:lnTo>
                    <a:pt x="557169" y="4019718"/>
                  </a:lnTo>
                  <a:lnTo>
                    <a:pt x="589231" y="4007018"/>
                  </a:lnTo>
                  <a:close/>
                </a:path>
                <a:path w="6791959" h="7073265">
                  <a:moveTo>
                    <a:pt x="1795706" y="4007018"/>
                  </a:moveTo>
                  <a:lnTo>
                    <a:pt x="1810099" y="4032418"/>
                  </a:lnTo>
                  <a:lnTo>
                    <a:pt x="1785163" y="4045118"/>
                  </a:lnTo>
                  <a:lnTo>
                    <a:pt x="1770770" y="4019718"/>
                  </a:lnTo>
                  <a:lnTo>
                    <a:pt x="1795706" y="4007018"/>
                  </a:lnTo>
                  <a:close/>
                </a:path>
                <a:path w="6791959" h="7073265">
                  <a:moveTo>
                    <a:pt x="923342" y="3981618"/>
                  </a:moveTo>
                  <a:lnTo>
                    <a:pt x="940969" y="4019718"/>
                  </a:lnTo>
                  <a:lnTo>
                    <a:pt x="910436" y="4032418"/>
                  </a:lnTo>
                  <a:lnTo>
                    <a:pt x="892809" y="4007018"/>
                  </a:lnTo>
                  <a:lnTo>
                    <a:pt x="923342" y="3981618"/>
                  </a:lnTo>
                  <a:close/>
                </a:path>
                <a:path w="6791959" h="7073265">
                  <a:moveTo>
                    <a:pt x="2129598" y="3981618"/>
                  </a:moveTo>
                  <a:lnTo>
                    <a:pt x="2142529" y="4007018"/>
                  </a:lnTo>
                  <a:lnTo>
                    <a:pt x="2120134" y="4019718"/>
                  </a:lnTo>
                  <a:lnTo>
                    <a:pt x="2107209" y="3994318"/>
                  </a:lnTo>
                  <a:lnTo>
                    <a:pt x="2129598" y="3981618"/>
                  </a:lnTo>
                  <a:close/>
                </a:path>
                <a:path w="6791959" h="7073265">
                  <a:moveTo>
                    <a:pt x="49798" y="3968918"/>
                  </a:moveTo>
                  <a:lnTo>
                    <a:pt x="67425" y="3994318"/>
                  </a:lnTo>
                  <a:lnTo>
                    <a:pt x="36892" y="4019718"/>
                  </a:lnTo>
                  <a:lnTo>
                    <a:pt x="19265" y="3981618"/>
                  </a:lnTo>
                  <a:lnTo>
                    <a:pt x="49798" y="3968918"/>
                  </a:lnTo>
                  <a:close/>
                </a:path>
                <a:path w="6791959" h="7073265">
                  <a:moveTo>
                    <a:pt x="1257346" y="3968918"/>
                  </a:moveTo>
                  <a:lnTo>
                    <a:pt x="1273800" y="3994318"/>
                  </a:lnTo>
                  <a:lnTo>
                    <a:pt x="1245299" y="4007018"/>
                  </a:lnTo>
                  <a:lnTo>
                    <a:pt x="1228844" y="3981618"/>
                  </a:lnTo>
                  <a:lnTo>
                    <a:pt x="1257346" y="3968918"/>
                  </a:lnTo>
                  <a:close/>
                </a:path>
                <a:path w="6791959" h="7073265">
                  <a:moveTo>
                    <a:pt x="2463603" y="3968918"/>
                  </a:moveTo>
                  <a:lnTo>
                    <a:pt x="2475355" y="3981618"/>
                  </a:lnTo>
                  <a:lnTo>
                    <a:pt x="2455003" y="3994318"/>
                  </a:lnTo>
                  <a:lnTo>
                    <a:pt x="2443252" y="3981618"/>
                  </a:lnTo>
                  <a:lnTo>
                    <a:pt x="2463603" y="3968918"/>
                  </a:lnTo>
                  <a:close/>
                </a:path>
                <a:path w="6791959" h="7073265">
                  <a:moveTo>
                    <a:pt x="1591458" y="3943518"/>
                  </a:moveTo>
                  <a:lnTo>
                    <a:pt x="1607030" y="3968918"/>
                  </a:lnTo>
                  <a:lnTo>
                    <a:pt x="1580062" y="3994318"/>
                  </a:lnTo>
                  <a:lnTo>
                    <a:pt x="1564490" y="3956218"/>
                  </a:lnTo>
                  <a:lnTo>
                    <a:pt x="1591458" y="3943518"/>
                  </a:lnTo>
                  <a:close/>
                </a:path>
                <a:path w="6791959" h="7073265">
                  <a:moveTo>
                    <a:pt x="384875" y="3943518"/>
                  </a:moveTo>
                  <a:lnTo>
                    <a:pt x="404267" y="3981618"/>
                  </a:lnTo>
                  <a:lnTo>
                    <a:pt x="370678" y="3994318"/>
                  </a:lnTo>
                  <a:lnTo>
                    <a:pt x="351285" y="3968918"/>
                  </a:lnTo>
                  <a:lnTo>
                    <a:pt x="384875" y="3943518"/>
                  </a:lnTo>
                  <a:close/>
                </a:path>
                <a:path w="6791959" h="7073265">
                  <a:moveTo>
                    <a:pt x="2797501" y="3943518"/>
                  </a:moveTo>
                  <a:lnTo>
                    <a:pt x="2807784" y="3968918"/>
                  </a:lnTo>
                  <a:lnTo>
                    <a:pt x="2789980" y="3981618"/>
                  </a:lnTo>
                  <a:lnTo>
                    <a:pt x="2779697" y="3956218"/>
                  </a:lnTo>
                  <a:lnTo>
                    <a:pt x="2797501" y="3943518"/>
                  </a:lnTo>
                  <a:close/>
                </a:path>
                <a:path w="6791959" h="7073265">
                  <a:moveTo>
                    <a:pt x="718993" y="3930818"/>
                  </a:moveTo>
                  <a:lnTo>
                    <a:pt x="737496" y="3956218"/>
                  </a:lnTo>
                  <a:lnTo>
                    <a:pt x="705441" y="3981618"/>
                  </a:lnTo>
                  <a:lnTo>
                    <a:pt x="686931" y="3943518"/>
                  </a:lnTo>
                  <a:lnTo>
                    <a:pt x="718993" y="3930818"/>
                  </a:lnTo>
                  <a:close/>
                </a:path>
                <a:path w="6791959" h="7073265">
                  <a:moveTo>
                    <a:pt x="1925462" y="3930818"/>
                  </a:moveTo>
                  <a:lnTo>
                    <a:pt x="1939860" y="3956218"/>
                  </a:lnTo>
                  <a:lnTo>
                    <a:pt x="1914925" y="3968918"/>
                  </a:lnTo>
                  <a:lnTo>
                    <a:pt x="1900532" y="3943518"/>
                  </a:lnTo>
                  <a:lnTo>
                    <a:pt x="1925462" y="3930818"/>
                  </a:lnTo>
                  <a:close/>
                </a:path>
                <a:path w="6791959" h="7073265">
                  <a:moveTo>
                    <a:pt x="1053098" y="3905418"/>
                  </a:moveTo>
                  <a:lnTo>
                    <a:pt x="1070725" y="3943518"/>
                  </a:lnTo>
                  <a:lnTo>
                    <a:pt x="1040191" y="3956218"/>
                  </a:lnTo>
                  <a:lnTo>
                    <a:pt x="1022564" y="3930818"/>
                  </a:lnTo>
                  <a:lnTo>
                    <a:pt x="1053098" y="3905418"/>
                  </a:lnTo>
                  <a:close/>
                </a:path>
                <a:path w="6791959" h="7073265">
                  <a:moveTo>
                    <a:pt x="2259359" y="3905418"/>
                  </a:moveTo>
                  <a:lnTo>
                    <a:pt x="2272283" y="3930818"/>
                  </a:lnTo>
                  <a:lnTo>
                    <a:pt x="2249894" y="3943518"/>
                  </a:lnTo>
                  <a:lnTo>
                    <a:pt x="2236970" y="3918118"/>
                  </a:lnTo>
                  <a:lnTo>
                    <a:pt x="2259359" y="3905418"/>
                  </a:lnTo>
                  <a:close/>
                </a:path>
                <a:path w="6791959" h="7073265">
                  <a:moveTo>
                    <a:pt x="180631" y="3892718"/>
                  </a:moveTo>
                  <a:lnTo>
                    <a:pt x="201196" y="3930818"/>
                  </a:lnTo>
                  <a:lnTo>
                    <a:pt x="165575" y="3943518"/>
                  </a:lnTo>
                  <a:lnTo>
                    <a:pt x="145010" y="3905418"/>
                  </a:lnTo>
                  <a:lnTo>
                    <a:pt x="180631" y="3892718"/>
                  </a:lnTo>
                  <a:close/>
                </a:path>
                <a:path w="6791959" h="7073265">
                  <a:moveTo>
                    <a:pt x="1387102" y="3892718"/>
                  </a:moveTo>
                  <a:lnTo>
                    <a:pt x="1403556" y="3918118"/>
                  </a:lnTo>
                  <a:lnTo>
                    <a:pt x="1375060" y="3930818"/>
                  </a:lnTo>
                  <a:lnTo>
                    <a:pt x="1358606" y="3905418"/>
                  </a:lnTo>
                  <a:lnTo>
                    <a:pt x="1387102" y="3892718"/>
                  </a:lnTo>
                  <a:close/>
                </a:path>
                <a:path w="6791959" h="7073265">
                  <a:moveTo>
                    <a:pt x="514737" y="3867318"/>
                  </a:moveTo>
                  <a:lnTo>
                    <a:pt x="534425" y="3905418"/>
                  </a:lnTo>
                  <a:lnTo>
                    <a:pt x="500332" y="3930818"/>
                  </a:lnTo>
                  <a:lnTo>
                    <a:pt x="480650" y="3892718"/>
                  </a:lnTo>
                  <a:lnTo>
                    <a:pt x="514737" y="3867318"/>
                  </a:lnTo>
                  <a:close/>
                </a:path>
                <a:path w="6791959" h="7073265">
                  <a:moveTo>
                    <a:pt x="2593258" y="3892718"/>
                  </a:moveTo>
                  <a:lnTo>
                    <a:pt x="2604719" y="3905418"/>
                  </a:lnTo>
                  <a:lnTo>
                    <a:pt x="2584871" y="3918118"/>
                  </a:lnTo>
                  <a:lnTo>
                    <a:pt x="2573415" y="3905418"/>
                  </a:lnTo>
                  <a:lnTo>
                    <a:pt x="2593258" y="3892718"/>
                  </a:lnTo>
                  <a:close/>
                </a:path>
                <a:path w="6791959" h="7073265">
                  <a:moveTo>
                    <a:pt x="1721218" y="3867318"/>
                  </a:moveTo>
                  <a:lnTo>
                    <a:pt x="1736790" y="3892718"/>
                  </a:lnTo>
                  <a:lnTo>
                    <a:pt x="1709816" y="3918118"/>
                  </a:lnTo>
                  <a:lnTo>
                    <a:pt x="1694244" y="3892718"/>
                  </a:lnTo>
                  <a:lnTo>
                    <a:pt x="1721218" y="3867318"/>
                  </a:lnTo>
                  <a:close/>
                </a:path>
                <a:path w="6791959" h="7073265">
                  <a:moveTo>
                    <a:pt x="2927260" y="3867318"/>
                  </a:moveTo>
                  <a:lnTo>
                    <a:pt x="2937543" y="3892718"/>
                  </a:lnTo>
                  <a:lnTo>
                    <a:pt x="2919732" y="3905418"/>
                  </a:lnTo>
                  <a:lnTo>
                    <a:pt x="2909449" y="3880018"/>
                  </a:lnTo>
                  <a:lnTo>
                    <a:pt x="2927260" y="3867318"/>
                  </a:lnTo>
                  <a:close/>
                </a:path>
                <a:path w="6791959" h="7073265">
                  <a:moveTo>
                    <a:pt x="848854" y="3854618"/>
                  </a:moveTo>
                  <a:lnTo>
                    <a:pt x="867660" y="3880018"/>
                  </a:lnTo>
                  <a:lnTo>
                    <a:pt x="835089" y="3905418"/>
                  </a:lnTo>
                  <a:lnTo>
                    <a:pt x="816289" y="3867318"/>
                  </a:lnTo>
                  <a:lnTo>
                    <a:pt x="848854" y="3854618"/>
                  </a:lnTo>
                  <a:close/>
                </a:path>
                <a:path w="6791959" h="7073265">
                  <a:moveTo>
                    <a:pt x="2055116" y="3854618"/>
                  </a:moveTo>
                  <a:lnTo>
                    <a:pt x="2069213" y="3880018"/>
                  </a:lnTo>
                  <a:lnTo>
                    <a:pt x="2044786" y="3892718"/>
                  </a:lnTo>
                  <a:lnTo>
                    <a:pt x="2030689" y="3867318"/>
                  </a:lnTo>
                  <a:lnTo>
                    <a:pt x="2055116" y="3854618"/>
                  </a:lnTo>
                  <a:close/>
                </a:path>
                <a:path w="6791959" h="7073265">
                  <a:moveTo>
                    <a:pt x="1182970" y="3829218"/>
                  </a:moveTo>
                  <a:lnTo>
                    <a:pt x="1200887" y="3867318"/>
                  </a:lnTo>
                  <a:lnTo>
                    <a:pt x="1169844" y="3880018"/>
                  </a:lnTo>
                  <a:lnTo>
                    <a:pt x="1151927" y="3854618"/>
                  </a:lnTo>
                  <a:lnTo>
                    <a:pt x="1182970" y="3829218"/>
                  </a:lnTo>
                  <a:close/>
                </a:path>
                <a:path w="6791959" h="7073265">
                  <a:moveTo>
                    <a:pt x="2389008" y="3829218"/>
                  </a:moveTo>
                  <a:lnTo>
                    <a:pt x="2401642" y="3854618"/>
                  </a:lnTo>
                  <a:lnTo>
                    <a:pt x="2379762" y="3867318"/>
                  </a:lnTo>
                  <a:lnTo>
                    <a:pt x="2367128" y="3841918"/>
                  </a:lnTo>
                  <a:lnTo>
                    <a:pt x="2389008" y="3829218"/>
                  </a:lnTo>
                  <a:close/>
                </a:path>
                <a:path w="6791959" h="7073265">
                  <a:moveTo>
                    <a:pt x="310493" y="3816518"/>
                  </a:moveTo>
                  <a:lnTo>
                    <a:pt x="331354" y="3854618"/>
                  </a:lnTo>
                  <a:lnTo>
                    <a:pt x="295223" y="3867318"/>
                  </a:lnTo>
                  <a:lnTo>
                    <a:pt x="274362" y="3841918"/>
                  </a:lnTo>
                  <a:lnTo>
                    <a:pt x="310493" y="3816518"/>
                  </a:lnTo>
                  <a:close/>
                </a:path>
                <a:path w="6791959" h="7073265">
                  <a:moveTo>
                    <a:pt x="1516863" y="3816518"/>
                  </a:moveTo>
                  <a:lnTo>
                    <a:pt x="1533317" y="3841918"/>
                  </a:lnTo>
                  <a:lnTo>
                    <a:pt x="1504821" y="3854618"/>
                  </a:lnTo>
                  <a:lnTo>
                    <a:pt x="1488367" y="3829218"/>
                  </a:lnTo>
                  <a:lnTo>
                    <a:pt x="1516863" y="3816518"/>
                  </a:lnTo>
                  <a:close/>
                </a:path>
                <a:path w="6791959" h="7073265">
                  <a:moveTo>
                    <a:pt x="644611" y="3791118"/>
                  </a:moveTo>
                  <a:lnTo>
                    <a:pt x="664590" y="3829218"/>
                  </a:lnTo>
                  <a:lnTo>
                    <a:pt x="629987" y="3854618"/>
                  </a:lnTo>
                  <a:lnTo>
                    <a:pt x="610008" y="3816518"/>
                  </a:lnTo>
                  <a:lnTo>
                    <a:pt x="644611" y="3791118"/>
                  </a:lnTo>
                  <a:close/>
                </a:path>
                <a:path w="6791959" h="7073265">
                  <a:moveTo>
                    <a:pt x="2723013" y="3816518"/>
                  </a:moveTo>
                  <a:lnTo>
                    <a:pt x="2734474" y="3841918"/>
                  </a:lnTo>
                  <a:lnTo>
                    <a:pt x="2714626" y="3841918"/>
                  </a:lnTo>
                  <a:lnTo>
                    <a:pt x="2703171" y="3829218"/>
                  </a:lnTo>
                  <a:lnTo>
                    <a:pt x="2723013" y="3816518"/>
                  </a:lnTo>
                  <a:close/>
                </a:path>
                <a:path w="6791959" h="7073265">
                  <a:moveTo>
                    <a:pt x="1850974" y="3791118"/>
                  </a:moveTo>
                  <a:lnTo>
                    <a:pt x="1866545" y="3829218"/>
                  </a:lnTo>
                  <a:lnTo>
                    <a:pt x="1839577" y="3841918"/>
                  </a:lnTo>
                  <a:lnTo>
                    <a:pt x="1824006" y="3816518"/>
                  </a:lnTo>
                  <a:lnTo>
                    <a:pt x="1850974" y="3791118"/>
                  </a:lnTo>
                  <a:close/>
                </a:path>
                <a:path w="6791959" h="7073265">
                  <a:moveTo>
                    <a:pt x="978615" y="3778418"/>
                  </a:moveTo>
                  <a:lnTo>
                    <a:pt x="997415" y="3803818"/>
                  </a:lnTo>
                  <a:lnTo>
                    <a:pt x="964850" y="3829218"/>
                  </a:lnTo>
                  <a:lnTo>
                    <a:pt x="946044" y="3791118"/>
                  </a:lnTo>
                  <a:lnTo>
                    <a:pt x="978615" y="3778418"/>
                  </a:lnTo>
                  <a:close/>
                </a:path>
                <a:path w="6791959" h="7073265">
                  <a:moveTo>
                    <a:pt x="2184871" y="3778418"/>
                  </a:moveTo>
                  <a:lnTo>
                    <a:pt x="2198968" y="3803818"/>
                  </a:lnTo>
                  <a:lnTo>
                    <a:pt x="2174547" y="3816518"/>
                  </a:lnTo>
                  <a:lnTo>
                    <a:pt x="2160450" y="3791118"/>
                  </a:lnTo>
                  <a:lnTo>
                    <a:pt x="2184871" y="3778418"/>
                  </a:lnTo>
                  <a:close/>
                </a:path>
                <a:path w="6791959" h="7073265">
                  <a:moveTo>
                    <a:pt x="106143" y="3753018"/>
                  </a:moveTo>
                  <a:lnTo>
                    <a:pt x="127887" y="3791118"/>
                  </a:lnTo>
                  <a:lnTo>
                    <a:pt x="90228" y="3816518"/>
                  </a:lnTo>
                  <a:lnTo>
                    <a:pt x="68490" y="3778418"/>
                  </a:lnTo>
                  <a:lnTo>
                    <a:pt x="106143" y="3753018"/>
                  </a:lnTo>
                  <a:close/>
                </a:path>
                <a:path w="6791959" h="7073265">
                  <a:moveTo>
                    <a:pt x="1312726" y="3753018"/>
                  </a:moveTo>
                  <a:lnTo>
                    <a:pt x="1330643" y="3791118"/>
                  </a:lnTo>
                  <a:lnTo>
                    <a:pt x="1299606" y="3803818"/>
                  </a:lnTo>
                  <a:lnTo>
                    <a:pt x="1281683" y="3778418"/>
                  </a:lnTo>
                  <a:lnTo>
                    <a:pt x="1312726" y="3753018"/>
                  </a:lnTo>
                  <a:close/>
                </a:path>
                <a:path w="6791959" h="7073265">
                  <a:moveTo>
                    <a:pt x="2518769" y="3765718"/>
                  </a:moveTo>
                  <a:lnTo>
                    <a:pt x="2531403" y="3778418"/>
                  </a:lnTo>
                  <a:lnTo>
                    <a:pt x="2509518" y="3791118"/>
                  </a:lnTo>
                  <a:lnTo>
                    <a:pt x="2496884" y="3778418"/>
                  </a:lnTo>
                  <a:lnTo>
                    <a:pt x="2518769" y="3765718"/>
                  </a:lnTo>
                  <a:close/>
                </a:path>
                <a:path w="6791959" h="7073265">
                  <a:moveTo>
                    <a:pt x="1646623" y="3740318"/>
                  </a:moveTo>
                  <a:lnTo>
                    <a:pt x="1663077" y="3765718"/>
                  </a:lnTo>
                  <a:lnTo>
                    <a:pt x="1634581" y="3791118"/>
                  </a:lnTo>
                  <a:lnTo>
                    <a:pt x="1618127" y="3753018"/>
                  </a:lnTo>
                  <a:lnTo>
                    <a:pt x="1646623" y="3740318"/>
                  </a:lnTo>
                  <a:close/>
                </a:path>
                <a:path w="6791959" h="7073265">
                  <a:moveTo>
                    <a:pt x="440361" y="3740318"/>
                  </a:moveTo>
                  <a:lnTo>
                    <a:pt x="461512" y="3778418"/>
                  </a:lnTo>
                  <a:lnTo>
                    <a:pt x="424878" y="3791118"/>
                  </a:lnTo>
                  <a:lnTo>
                    <a:pt x="403727" y="3765718"/>
                  </a:lnTo>
                  <a:lnTo>
                    <a:pt x="440361" y="3740318"/>
                  </a:lnTo>
                  <a:close/>
                </a:path>
                <a:path w="6791959" h="7073265">
                  <a:moveTo>
                    <a:pt x="2852659" y="3740318"/>
                  </a:moveTo>
                  <a:lnTo>
                    <a:pt x="2863824" y="3765718"/>
                  </a:lnTo>
                  <a:lnTo>
                    <a:pt x="2844491" y="3778418"/>
                  </a:lnTo>
                  <a:lnTo>
                    <a:pt x="2833327" y="3753018"/>
                  </a:lnTo>
                  <a:lnTo>
                    <a:pt x="2852659" y="3740318"/>
                  </a:lnTo>
                  <a:close/>
                </a:path>
                <a:path w="6791959" h="7073265">
                  <a:moveTo>
                    <a:pt x="774472" y="3714918"/>
                  </a:moveTo>
                  <a:lnTo>
                    <a:pt x="794747" y="3753018"/>
                  </a:lnTo>
                  <a:lnTo>
                    <a:pt x="759635" y="3778418"/>
                  </a:lnTo>
                  <a:lnTo>
                    <a:pt x="739360" y="3740318"/>
                  </a:lnTo>
                  <a:lnTo>
                    <a:pt x="774472" y="3714918"/>
                  </a:lnTo>
                  <a:close/>
                </a:path>
                <a:path w="6791959" h="7073265">
                  <a:moveTo>
                    <a:pt x="1980734" y="3727618"/>
                  </a:moveTo>
                  <a:lnTo>
                    <a:pt x="1996306" y="3753018"/>
                  </a:lnTo>
                  <a:lnTo>
                    <a:pt x="1969338" y="3765718"/>
                  </a:lnTo>
                  <a:lnTo>
                    <a:pt x="1953766" y="3740318"/>
                  </a:lnTo>
                  <a:lnTo>
                    <a:pt x="1980734" y="3727618"/>
                  </a:lnTo>
                  <a:close/>
                </a:path>
                <a:path w="6791959" h="7073265">
                  <a:moveTo>
                    <a:pt x="1108476" y="3702218"/>
                  </a:moveTo>
                  <a:lnTo>
                    <a:pt x="1127578" y="3740318"/>
                  </a:lnTo>
                  <a:lnTo>
                    <a:pt x="1094504" y="3753018"/>
                  </a:lnTo>
                  <a:lnTo>
                    <a:pt x="1075402" y="3727618"/>
                  </a:lnTo>
                  <a:lnTo>
                    <a:pt x="1108476" y="3702218"/>
                  </a:lnTo>
                  <a:close/>
                </a:path>
                <a:path w="6791959" h="7073265">
                  <a:moveTo>
                    <a:pt x="2314526" y="3702218"/>
                  </a:moveTo>
                  <a:lnTo>
                    <a:pt x="2328332" y="3727618"/>
                  </a:lnTo>
                  <a:lnTo>
                    <a:pt x="2304415" y="3740318"/>
                  </a:lnTo>
                  <a:lnTo>
                    <a:pt x="2290608" y="3714918"/>
                  </a:lnTo>
                  <a:lnTo>
                    <a:pt x="2314526" y="3702218"/>
                  </a:lnTo>
                  <a:close/>
                </a:path>
                <a:path w="6791959" h="7073265">
                  <a:moveTo>
                    <a:pt x="236005" y="3689518"/>
                  </a:moveTo>
                  <a:lnTo>
                    <a:pt x="258039" y="3727618"/>
                  </a:lnTo>
                  <a:lnTo>
                    <a:pt x="219877" y="3740318"/>
                  </a:lnTo>
                  <a:lnTo>
                    <a:pt x="197843" y="3702218"/>
                  </a:lnTo>
                  <a:lnTo>
                    <a:pt x="236005" y="3689518"/>
                  </a:lnTo>
                  <a:close/>
                </a:path>
                <a:path w="6791959" h="7073265">
                  <a:moveTo>
                    <a:pt x="1442487" y="3689518"/>
                  </a:moveTo>
                  <a:lnTo>
                    <a:pt x="1460404" y="3714918"/>
                  </a:lnTo>
                  <a:lnTo>
                    <a:pt x="1429367" y="3727618"/>
                  </a:lnTo>
                  <a:lnTo>
                    <a:pt x="1411444" y="3702218"/>
                  </a:lnTo>
                  <a:lnTo>
                    <a:pt x="1442487" y="3689518"/>
                  </a:lnTo>
                  <a:close/>
                </a:path>
                <a:path w="6791959" h="7073265">
                  <a:moveTo>
                    <a:pt x="570123" y="3664118"/>
                  </a:moveTo>
                  <a:lnTo>
                    <a:pt x="591274" y="3702218"/>
                  </a:lnTo>
                  <a:lnTo>
                    <a:pt x="554634" y="3727618"/>
                  </a:lnTo>
                  <a:lnTo>
                    <a:pt x="533482" y="3689518"/>
                  </a:lnTo>
                  <a:lnTo>
                    <a:pt x="570123" y="3664118"/>
                  </a:lnTo>
                  <a:close/>
                </a:path>
                <a:path w="6791959" h="7073265">
                  <a:moveTo>
                    <a:pt x="2648418" y="3689518"/>
                  </a:moveTo>
                  <a:lnTo>
                    <a:pt x="2660761" y="3702218"/>
                  </a:lnTo>
                  <a:lnTo>
                    <a:pt x="2639391" y="3714918"/>
                  </a:lnTo>
                  <a:lnTo>
                    <a:pt x="2627053" y="3702218"/>
                  </a:lnTo>
                  <a:lnTo>
                    <a:pt x="2648418" y="3689518"/>
                  </a:lnTo>
                  <a:close/>
                </a:path>
                <a:path w="6791959" h="7073265">
                  <a:moveTo>
                    <a:pt x="1776378" y="3664118"/>
                  </a:moveTo>
                  <a:lnTo>
                    <a:pt x="1792833" y="3689518"/>
                  </a:lnTo>
                  <a:lnTo>
                    <a:pt x="1764337" y="3714918"/>
                  </a:lnTo>
                  <a:lnTo>
                    <a:pt x="1747882" y="3676818"/>
                  </a:lnTo>
                  <a:lnTo>
                    <a:pt x="1776378" y="3664118"/>
                  </a:lnTo>
                  <a:close/>
                </a:path>
                <a:path w="6791959" h="7073265">
                  <a:moveTo>
                    <a:pt x="904233" y="3651418"/>
                  </a:moveTo>
                  <a:lnTo>
                    <a:pt x="924508" y="3676818"/>
                  </a:lnTo>
                  <a:lnTo>
                    <a:pt x="889396" y="3702218"/>
                  </a:lnTo>
                  <a:lnTo>
                    <a:pt x="869121" y="3664118"/>
                  </a:lnTo>
                  <a:lnTo>
                    <a:pt x="904233" y="3651418"/>
                  </a:lnTo>
                  <a:close/>
                </a:path>
                <a:path w="6791959" h="7073265">
                  <a:moveTo>
                    <a:pt x="2110388" y="3651418"/>
                  </a:moveTo>
                  <a:lnTo>
                    <a:pt x="2125664" y="3676818"/>
                  </a:lnTo>
                  <a:lnTo>
                    <a:pt x="2099200" y="3689518"/>
                  </a:lnTo>
                  <a:lnTo>
                    <a:pt x="2083924" y="3664118"/>
                  </a:lnTo>
                  <a:lnTo>
                    <a:pt x="2110388" y="3651418"/>
                  </a:lnTo>
                  <a:close/>
                </a:path>
                <a:path w="6791959" h="7073265">
                  <a:moveTo>
                    <a:pt x="1238238" y="3626018"/>
                  </a:moveTo>
                  <a:lnTo>
                    <a:pt x="1257340" y="3664118"/>
                  </a:lnTo>
                  <a:lnTo>
                    <a:pt x="1224260" y="3676818"/>
                  </a:lnTo>
                  <a:lnTo>
                    <a:pt x="1205164" y="3651418"/>
                  </a:lnTo>
                  <a:lnTo>
                    <a:pt x="1238238" y="3626018"/>
                  </a:lnTo>
                  <a:close/>
                </a:path>
                <a:path w="6791959" h="7073265">
                  <a:moveTo>
                    <a:pt x="29611" y="3638718"/>
                  </a:moveTo>
                  <a:lnTo>
                    <a:pt x="46948" y="3664118"/>
                  </a:lnTo>
                  <a:lnTo>
                    <a:pt x="16923" y="3676818"/>
                  </a:lnTo>
                  <a:lnTo>
                    <a:pt x="0" y="3651418"/>
                  </a:lnTo>
                  <a:lnTo>
                    <a:pt x="29611" y="3638718"/>
                  </a:lnTo>
                  <a:close/>
                </a:path>
                <a:path w="6791959" h="7073265">
                  <a:moveTo>
                    <a:pt x="2444174" y="3626018"/>
                  </a:moveTo>
                  <a:lnTo>
                    <a:pt x="2457691" y="3651418"/>
                  </a:lnTo>
                  <a:lnTo>
                    <a:pt x="2434277" y="3664118"/>
                  </a:lnTo>
                  <a:lnTo>
                    <a:pt x="2420766" y="3638718"/>
                  </a:lnTo>
                  <a:lnTo>
                    <a:pt x="2444174" y="3626018"/>
                  </a:lnTo>
                  <a:close/>
                </a:path>
                <a:path w="6791959" h="7073265">
                  <a:moveTo>
                    <a:pt x="365878" y="3613318"/>
                  </a:moveTo>
                  <a:lnTo>
                    <a:pt x="388208" y="3651418"/>
                  </a:lnTo>
                  <a:lnTo>
                    <a:pt x="349531" y="3664118"/>
                  </a:lnTo>
                  <a:lnTo>
                    <a:pt x="327201" y="3626018"/>
                  </a:lnTo>
                  <a:lnTo>
                    <a:pt x="365878" y="3613318"/>
                  </a:lnTo>
                  <a:close/>
                </a:path>
                <a:path w="6791959" h="7073265">
                  <a:moveTo>
                    <a:pt x="1572241" y="3613318"/>
                  </a:moveTo>
                  <a:lnTo>
                    <a:pt x="1590164" y="3638718"/>
                  </a:lnTo>
                  <a:lnTo>
                    <a:pt x="1559127" y="3651418"/>
                  </a:lnTo>
                  <a:lnTo>
                    <a:pt x="1541204" y="3626018"/>
                  </a:lnTo>
                  <a:lnTo>
                    <a:pt x="1572241" y="3613318"/>
                  </a:lnTo>
                  <a:close/>
                </a:path>
                <a:path w="6791959" h="7073265">
                  <a:moveTo>
                    <a:pt x="699984" y="3587918"/>
                  </a:moveTo>
                  <a:lnTo>
                    <a:pt x="721431" y="3626018"/>
                  </a:lnTo>
                  <a:lnTo>
                    <a:pt x="684288" y="3651418"/>
                  </a:lnTo>
                  <a:lnTo>
                    <a:pt x="662840" y="3613318"/>
                  </a:lnTo>
                  <a:lnTo>
                    <a:pt x="699984" y="3587918"/>
                  </a:lnTo>
                  <a:close/>
                </a:path>
                <a:path w="6791959" h="7073265">
                  <a:moveTo>
                    <a:pt x="2778177" y="3613318"/>
                  </a:moveTo>
                  <a:lnTo>
                    <a:pt x="2790520" y="3638718"/>
                  </a:lnTo>
                  <a:lnTo>
                    <a:pt x="2769144" y="3638718"/>
                  </a:lnTo>
                  <a:lnTo>
                    <a:pt x="2756806" y="3626018"/>
                  </a:lnTo>
                  <a:lnTo>
                    <a:pt x="2778177" y="3613318"/>
                  </a:lnTo>
                  <a:close/>
                </a:path>
                <a:path w="6791959" h="7073265">
                  <a:moveTo>
                    <a:pt x="1906133" y="3587918"/>
                  </a:moveTo>
                  <a:lnTo>
                    <a:pt x="1922588" y="3613318"/>
                  </a:lnTo>
                  <a:lnTo>
                    <a:pt x="1894098" y="3638718"/>
                  </a:lnTo>
                  <a:lnTo>
                    <a:pt x="1877644" y="3613318"/>
                  </a:lnTo>
                  <a:lnTo>
                    <a:pt x="1906133" y="3587918"/>
                  </a:lnTo>
                  <a:close/>
                </a:path>
                <a:path w="6791959" h="7073265">
                  <a:moveTo>
                    <a:pt x="1034100" y="3575218"/>
                  </a:moveTo>
                  <a:lnTo>
                    <a:pt x="1054665" y="3600618"/>
                  </a:lnTo>
                  <a:lnTo>
                    <a:pt x="1019044" y="3626018"/>
                  </a:lnTo>
                  <a:lnTo>
                    <a:pt x="998479" y="3587918"/>
                  </a:lnTo>
                  <a:lnTo>
                    <a:pt x="1034100" y="3575218"/>
                  </a:lnTo>
                  <a:close/>
                </a:path>
                <a:path w="6791959" h="7073265">
                  <a:moveTo>
                    <a:pt x="2240150" y="3575218"/>
                  </a:moveTo>
                  <a:lnTo>
                    <a:pt x="2255425" y="3600618"/>
                  </a:lnTo>
                  <a:lnTo>
                    <a:pt x="2228961" y="3613318"/>
                  </a:lnTo>
                  <a:lnTo>
                    <a:pt x="2213686" y="3587918"/>
                  </a:lnTo>
                  <a:lnTo>
                    <a:pt x="2240150" y="3575218"/>
                  </a:lnTo>
                  <a:close/>
                </a:path>
                <a:path w="6791959" h="7073265">
                  <a:moveTo>
                    <a:pt x="161522" y="3549818"/>
                  </a:moveTo>
                  <a:lnTo>
                    <a:pt x="184735" y="3587918"/>
                  </a:lnTo>
                  <a:lnTo>
                    <a:pt x="144535" y="3613318"/>
                  </a:lnTo>
                  <a:lnTo>
                    <a:pt x="121323" y="3575218"/>
                  </a:lnTo>
                  <a:lnTo>
                    <a:pt x="161522" y="3549818"/>
                  </a:lnTo>
                  <a:close/>
                </a:path>
                <a:path w="6791959" h="7073265">
                  <a:moveTo>
                    <a:pt x="1367998" y="3549818"/>
                  </a:moveTo>
                  <a:lnTo>
                    <a:pt x="1387095" y="3587918"/>
                  </a:lnTo>
                  <a:lnTo>
                    <a:pt x="1354015" y="3600618"/>
                  </a:lnTo>
                  <a:lnTo>
                    <a:pt x="1334918" y="3575218"/>
                  </a:lnTo>
                  <a:lnTo>
                    <a:pt x="1367998" y="3549818"/>
                  </a:lnTo>
                  <a:close/>
                </a:path>
                <a:path w="6791959" h="7073265">
                  <a:moveTo>
                    <a:pt x="2573829" y="3549818"/>
                  </a:moveTo>
                  <a:lnTo>
                    <a:pt x="2587049" y="3575218"/>
                  </a:lnTo>
                  <a:lnTo>
                    <a:pt x="2564151" y="3587918"/>
                  </a:lnTo>
                  <a:lnTo>
                    <a:pt x="2550930" y="3562518"/>
                  </a:lnTo>
                  <a:lnTo>
                    <a:pt x="2573829" y="3549818"/>
                  </a:lnTo>
                  <a:close/>
                </a:path>
                <a:path w="6791959" h="7073265">
                  <a:moveTo>
                    <a:pt x="1702002" y="3537118"/>
                  </a:moveTo>
                  <a:lnTo>
                    <a:pt x="1719925" y="3562518"/>
                  </a:lnTo>
                  <a:lnTo>
                    <a:pt x="1688882" y="3587918"/>
                  </a:lnTo>
                  <a:lnTo>
                    <a:pt x="1670959" y="3549818"/>
                  </a:lnTo>
                  <a:lnTo>
                    <a:pt x="1702002" y="3537118"/>
                  </a:lnTo>
                  <a:close/>
                </a:path>
                <a:path w="6791959" h="7073265">
                  <a:moveTo>
                    <a:pt x="495634" y="3537118"/>
                  </a:moveTo>
                  <a:lnTo>
                    <a:pt x="517959" y="3575218"/>
                  </a:lnTo>
                  <a:lnTo>
                    <a:pt x="479293" y="3587918"/>
                  </a:lnTo>
                  <a:lnTo>
                    <a:pt x="456963" y="3549818"/>
                  </a:lnTo>
                  <a:lnTo>
                    <a:pt x="495634" y="3537118"/>
                  </a:lnTo>
                  <a:close/>
                </a:path>
                <a:path w="6791959" h="7073265">
                  <a:moveTo>
                    <a:pt x="2907832" y="3537118"/>
                  </a:moveTo>
                  <a:lnTo>
                    <a:pt x="2919873" y="3562518"/>
                  </a:lnTo>
                  <a:lnTo>
                    <a:pt x="2899012" y="3575218"/>
                  </a:lnTo>
                  <a:lnTo>
                    <a:pt x="2886971" y="3549818"/>
                  </a:lnTo>
                  <a:lnTo>
                    <a:pt x="2907832" y="3537118"/>
                  </a:lnTo>
                  <a:close/>
                </a:path>
                <a:path w="6791959" h="7073265">
                  <a:moveTo>
                    <a:pt x="829745" y="3511718"/>
                  </a:moveTo>
                  <a:lnTo>
                    <a:pt x="851193" y="3549818"/>
                  </a:lnTo>
                  <a:lnTo>
                    <a:pt x="814043" y="3575218"/>
                  </a:lnTo>
                  <a:lnTo>
                    <a:pt x="792596" y="3537118"/>
                  </a:lnTo>
                  <a:lnTo>
                    <a:pt x="829745" y="3511718"/>
                  </a:lnTo>
                  <a:close/>
                </a:path>
                <a:path w="6791959" h="7073265">
                  <a:moveTo>
                    <a:pt x="2035793" y="3511718"/>
                  </a:moveTo>
                  <a:lnTo>
                    <a:pt x="2051951" y="3549818"/>
                  </a:lnTo>
                  <a:lnTo>
                    <a:pt x="2023959" y="3562518"/>
                  </a:lnTo>
                  <a:lnTo>
                    <a:pt x="2007801" y="3537118"/>
                  </a:lnTo>
                  <a:lnTo>
                    <a:pt x="2035793" y="3511718"/>
                  </a:lnTo>
                  <a:close/>
                </a:path>
                <a:path w="6791959" h="7073265">
                  <a:moveTo>
                    <a:pt x="1163862" y="3499018"/>
                  </a:moveTo>
                  <a:lnTo>
                    <a:pt x="1184426" y="3537118"/>
                  </a:lnTo>
                  <a:lnTo>
                    <a:pt x="1148805" y="3549818"/>
                  </a:lnTo>
                  <a:lnTo>
                    <a:pt x="1128241" y="3511718"/>
                  </a:lnTo>
                  <a:lnTo>
                    <a:pt x="1163862" y="3499018"/>
                  </a:lnTo>
                  <a:close/>
                </a:path>
                <a:path w="6791959" h="7073265">
                  <a:moveTo>
                    <a:pt x="2369798" y="3499018"/>
                  </a:moveTo>
                  <a:lnTo>
                    <a:pt x="2384778" y="3524418"/>
                  </a:lnTo>
                  <a:lnTo>
                    <a:pt x="2358823" y="3537118"/>
                  </a:lnTo>
                  <a:lnTo>
                    <a:pt x="2343843" y="3511718"/>
                  </a:lnTo>
                  <a:lnTo>
                    <a:pt x="2369798" y="3499018"/>
                  </a:lnTo>
                  <a:close/>
                </a:path>
                <a:path w="6791959" h="7073265">
                  <a:moveTo>
                    <a:pt x="291384" y="3473618"/>
                  </a:moveTo>
                  <a:lnTo>
                    <a:pt x="314893" y="3511718"/>
                  </a:lnTo>
                  <a:lnTo>
                    <a:pt x="274184" y="3537118"/>
                  </a:lnTo>
                  <a:lnTo>
                    <a:pt x="250681" y="3499018"/>
                  </a:lnTo>
                  <a:lnTo>
                    <a:pt x="291384" y="3473618"/>
                  </a:lnTo>
                  <a:close/>
                </a:path>
                <a:path w="6791959" h="7073265">
                  <a:moveTo>
                    <a:pt x="1497753" y="3473618"/>
                  </a:moveTo>
                  <a:lnTo>
                    <a:pt x="1516849" y="3511718"/>
                  </a:lnTo>
                  <a:lnTo>
                    <a:pt x="1483775" y="3524418"/>
                  </a:lnTo>
                  <a:lnTo>
                    <a:pt x="1464678" y="3499018"/>
                  </a:lnTo>
                  <a:lnTo>
                    <a:pt x="1497753" y="3473618"/>
                  </a:lnTo>
                  <a:close/>
                </a:path>
                <a:path w="6791959" h="7073265">
                  <a:moveTo>
                    <a:pt x="625502" y="3460918"/>
                  </a:moveTo>
                  <a:lnTo>
                    <a:pt x="648128" y="3499018"/>
                  </a:lnTo>
                  <a:lnTo>
                    <a:pt x="608941" y="3524418"/>
                  </a:lnTo>
                  <a:lnTo>
                    <a:pt x="586320" y="3486318"/>
                  </a:lnTo>
                  <a:lnTo>
                    <a:pt x="625502" y="3460918"/>
                  </a:lnTo>
                  <a:close/>
                </a:path>
                <a:path w="6791959" h="7073265">
                  <a:moveTo>
                    <a:pt x="2703588" y="3486318"/>
                  </a:moveTo>
                  <a:lnTo>
                    <a:pt x="2716808" y="3499018"/>
                  </a:lnTo>
                  <a:lnTo>
                    <a:pt x="2693910" y="3511718"/>
                  </a:lnTo>
                  <a:lnTo>
                    <a:pt x="2680689" y="3499018"/>
                  </a:lnTo>
                  <a:lnTo>
                    <a:pt x="2703588" y="3486318"/>
                  </a:lnTo>
                  <a:close/>
                </a:path>
                <a:path w="6791959" h="7073265">
                  <a:moveTo>
                    <a:pt x="1831651" y="3460918"/>
                  </a:moveTo>
                  <a:lnTo>
                    <a:pt x="1849278" y="3486318"/>
                  </a:lnTo>
                  <a:lnTo>
                    <a:pt x="1818750" y="3511718"/>
                  </a:lnTo>
                  <a:lnTo>
                    <a:pt x="1801123" y="3473618"/>
                  </a:lnTo>
                  <a:lnTo>
                    <a:pt x="1831651" y="3460918"/>
                  </a:lnTo>
                  <a:close/>
                </a:path>
                <a:path w="6791959" h="7073265">
                  <a:moveTo>
                    <a:pt x="959606" y="3435518"/>
                  </a:moveTo>
                  <a:lnTo>
                    <a:pt x="981349" y="3473618"/>
                  </a:lnTo>
                  <a:lnTo>
                    <a:pt x="943691" y="3499018"/>
                  </a:lnTo>
                  <a:lnTo>
                    <a:pt x="921953" y="3460918"/>
                  </a:lnTo>
                  <a:lnTo>
                    <a:pt x="959606" y="3435518"/>
                  </a:lnTo>
                  <a:close/>
                </a:path>
                <a:path w="6791959" h="7073265">
                  <a:moveTo>
                    <a:pt x="2165549" y="3435518"/>
                  </a:moveTo>
                  <a:lnTo>
                    <a:pt x="2181707" y="3473618"/>
                  </a:lnTo>
                  <a:lnTo>
                    <a:pt x="2153720" y="3486318"/>
                  </a:lnTo>
                  <a:lnTo>
                    <a:pt x="2137562" y="3460918"/>
                  </a:lnTo>
                  <a:lnTo>
                    <a:pt x="2165549" y="3435518"/>
                  </a:lnTo>
                  <a:close/>
                </a:path>
                <a:path w="6791959" h="7073265">
                  <a:moveTo>
                    <a:pt x="87034" y="3422818"/>
                  </a:moveTo>
                  <a:lnTo>
                    <a:pt x="111419" y="3460918"/>
                  </a:lnTo>
                  <a:lnTo>
                    <a:pt x="69182" y="3486318"/>
                  </a:lnTo>
                  <a:lnTo>
                    <a:pt x="44797" y="3448218"/>
                  </a:lnTo>
                  <a:lnTo>
                    <a:pt x="87034" y="3422818"/>
                  </a:lnTo>
                  <a:close/>
                </a:path>
                <a:path w="6791959" h="7073265">
                  <a:moveTo>
                    <a:pt x="1293622" y="3422818"/>
                  </a:moveTo>
                  <a:lnTo>
                    <a:pt x="1314187" y="3460918"/>
                  </a:lnTo>
                  <a:lnTo>
                    <a:pt x="1278560" y="3473618"/>
                  </a:lnTo>
                  <a:lnTo>
                    <a:pt x="1257995" y="3435518"/>
                  </a:lnTo>
                  <a:lnTo>
                    <a:pt x="1293622" y="3422818"/>
                  </a:lnTo>
                  <a:close/>
                </a:path>
                <a:path w="6791959" h="7073265">
                  <a:moveTo>
                    <a:pt x="2499447" y="3422818"/>
                  </a:moveTo>
                  <a:lnTo>
                    <a:pt x="2514136" y="3448218"/>
                  </a:lnTo>
                  <a:lnTo>
                    <a:pt x="2488697" y="3460918"/>
                  </a:lnTo>
                  <a:lnTo>
                    <a:pt x="2474008" y="3435518"/>
                  </a:lnTo>
                  <a:lnTo>
                    <a:pt x="2499447" y="3422818"/>
                  </a:lnTo>
                  <a:close/>
                </a:path>
                <a:path w="6791959" h="7073265">
                  <a:moveTo>
                    <a:pt x="1627514" y="3397418"/>
                  </a:moveTo>
                  <a:lnTo>
                    <a:pt x="1646610" y="3435518"/>
                  </a:lnTo>
                  <a:lnTo>
                    <a:pt x="1613536" y="3460918"/>
                  </a:lnTo>
                  <a:lnTo>
                    <a:pt x="1594440" y="3422818"/>
                  </a:lnTo>
                  <a:lnTo>
                    <a:pt x="1627514" y="3397418"/>
                  </a:lnTo>
                  <a:close/>
                </a:path>
                <a:path w="6791959" h="7073265">
                  <a:moveTo>
                    <a:pt x="421253" y="3397418"/>
                  </a:moveTo>
                  <a:lnTo>
                    <a:pt x="445051" y="3448218"/>
                  </a:lnTo>
                  <a:lnTo>
                    <a:pt x="403833" y="3460918"/>
                  </a:lnTo>
                  <a:lnTo>
                    <a:pt x="380040" y="3422818"/>
                  </a:lnTo>
                  <a:lnTo>
                    <a:pt x="421253" y="3397418"/>
                  </a:lnTo>
                  <a:close/>
                </a:path>
                <a:path w="6791959" h="7073265">
                  <a:moveTo>
                    <a:pt x="755263" y="3384718"/>
                  </a:moveTo>
                  <a:lnTo>
                    <a:pt x="777883" y="3422818"/>
                  </a:lnTo>
                  <a:lnTo>
                    <a:pt x="738702" y="3448218"/>
                  </a:lnTo>
                  <a:lnTo>
                    <a:pt x="716076" y="3410118"/>
                  </a:lnTo>
                  <a:lnTo>
                    <a:pt x="755263" y="3384718"/>
                  </a:lnTo>
                  <a:close/>
                </a:path>
                <a:path w="6791959" h="7073265">
                  <a:moveTo>
                    <a:pt x="2833236" y="3410118"/>
                  </a:moveTo>
                  <a:lnTo>
                    <a:pt x="2846161" y="3422818"/>
                  </a:lnTo>
                  <a:lnTo>
                    <a:pt x="2823772" y="3435518"/>
                  </a:lnTo>
                  <a:lnTo>
                    <a:pt x="2810847" y="3422818"/>
                  </a:lnTo>
                  <a:lnTo>
                    <a:pt x="2833236" y="3410118"/>
                  </a:lnTo>
                  <a:close/>
                </a:path>
                <a:path w="6791959" h="7073265">
                  <a:moveTo>
                    <a:pt x="1961411" y="3384718"/>
                  </a:moveTo>
                  <a:lnTo>
                    <a:pt x="1979038" y="3410118"/>
                  </a:lnTo>
                  <a:lnTo>
                    <a:pt x="1948505" y="3435518"/>
                  </a:lnTo>
                  <a:lnTo>
                    <a:pt x="1930878" y="3397418"/>
                  </a:lnTo>
                  <a:lnTo>
                    <a:pt x="1961411" y="3384718"/>
                  </a:lnTo>
                  <a:close/>
                </a:path>
                <a:path w="6791959" h="7073265">
                  <a:moveTo>
                    <a:pt x="1089368" y="3359318"/>
                  </a:moveTo>
                  <a:lnTo>
                    <a:pt x="1111111" y="3397418"/>
                  </a:lnTo>
                  <a:lnTo>
                    <a:pt x="1073452" y="3422818"/>
                  </a:lnTo>
                  <a:lnTo>
                    <a:pt x="1051715" y="3384718"/>
                  </a:lnTo>
                  <a:lnTo>
                    <a:pt x="1089368" y="3359318"/>
                  </a:lnTo>
                  <a:close/>
                </a:path>
                <a:path w="6791959" h="7073265">
                  <a:moveTo>
                    <a:pt x="2295310" y="3372018"/>
                  </a:moveTo>
                  <a:lnTo>
                    <a:pt x="2311468" y="3397418"/>
                  </a:lnTo>
                  <a:lnTo>
                    <a:pt x="2283482" y="3410118"/>
                  </a:lnTo>
                  <a:lnTo>
                    <a:pt x="2267323" y="3384718"/>
                  </a:lnTo>
                  <a:lnTo>
                    <a:pt x="2295310" y="3372018"/>
                  </a:lnTo>
                  <a:close/>
                </a:path>
                <a:path w="6791959" h="7073265">
                  <a:moveTo>
                    <a:pt x="216896" y="3346618"/>
                  </a:moveTo>
                  <a:lnTo>
                    <a:pt x="241577" y="3384718"/>
                  </a:lnTo>
                  <a:lnTo>
                    <a:pt x="198831" y="3410118"/>
                  </a:lnTo>
                  <a:lnTo>
                    <a:pt x="174155" y="3372018"/>
                  </a:lnTo>
                  <a:lnTo>
                    <a:pt x="216896" y="3346618"/>
                  </a:lnTo>
                  <a:close/>
                </a:path>
                <a:path w="6791959" h="7073265">
                  <a:moveTo>
                    <a:pt x="1423377" y="3346618"/>
                  </a:moveTo>
                  <a:lnTo>
                    <a:pt x="1443941" y="3384718"/>
                  </a:lnTo>
                  <a:lnTo>
                    <a:pt x="1408320" y="3397418"/>
                  </a:lnTo>
                  <a:lnTo>
                    <a:pt x="1387756" y="3372018"/>
                  </a:lnTo>
                  <a:lnTo>
                    <a:pt x="1423377" y="3346618"/>
                  </a:lnTo>
                  <a:close/>
                </a:path>
                <a:path w="6791959" h="7073265">
                  <a:moveTo>
                    <a:pt x="551013" y="3321218"/>
                  </a:moveTo>
                  <a:lnTo>
                    <a:pt x="574812" y="3372018"/>
                  </a:lnTo>
                  <a:lnTo>
                    <a:pt x="533593" y="3397418"/>
                  </a:lnTo>
                  <a:lnTo>
                    <a:pt x="509801" y="3346618"/>
                  </a:lnTo>
                  <a:lnTo>
                    <a:pt x="551013" y="3321218"/>
                  </a:lnTo>
                  <a:close/>
                </a:path>
                <a:path w="6791959" h="7073265">
                  <a:moveTo>
                    <a:pt x="2629206" y="3346618"/>
                  </a:moveTo>
                  <a:lnTo>
                    <a:pt x="2643895" y="3372018"/>
                  </a:lnTo>
                  <a:lnTo>
                    <a:pt x="2618455" y="3384718"/>
                  </a:lnTo>
                  <a:lnTo>
                    <a:pt x="2603766" y="3359318"/>
                  </a:lnTo>
                  <a:lnTo>
                    <a:pt x="2629206" y="3346618"/>
                  </a:lnTo>
                  <a:close/>
                </a:path>
                <a:path w="6791959" h="7073265">
                  <a:moveTo>
                    <a:pt x="1757275" y="3333918"/>
                  </a:moveTo>
                  <a:lnTo>
                    <a:pt x="1776371" y="3359318"/>
                  </a:lnTo>
                  <a:lnTo>
                    <a:pt x="1743296" y="3384718"/>
                  </a:lnTo>
                  <a:lnTo>
                    <a:pt x="1724195" y="3346618"/>
                  </a:lnTo>
                  <a:lnTo>
                    <a:pt x="1757275" y="3333918"/>
                  </a:lnTo>
                  <a:close/>
                </a:path>
                <a:path w="6791959" h="7073265">
                  <a:moveTo>
                    <a:pt x="885123" y="3308518"/>
                  </a:moveTo>
                  <a:lnTo>
                    <a:pt x="908040" y="3346618"/>
                  </a:lnTo>
                  <a:lnTo>
                    <a:pt x="868350" y="3372018"/>
                  </a:lnTo>
                  <a:lnTo>
                    <a:pt x="845433" y="3333918"/>
                  </a:lnTo>
                  <a:lnTo>
                    <a:pt x="885123" y="3308518"/>
                  </a:lnTo>
                  <a:close/>
                </a:path>
                <a:path w="6791959" h="7073265">
                  <a:moveTo>
                    <a:pt x="2091066" y="3308518"/>
                  </a:moveTo>
                  <a:lnTo>
                    <a:pt x="2108397" y="3333918"/>
                  </a:lnTo>
                  <a:lnTo>
                    <a:pt x="2078373" y="3359318"/>
                  </a:lnTo>
                  <a:lnTo>
                    <a:pt x="2061042" y="3321218"/>
                  </a:lnTo>
                  <a:lnTo>
                    <a:pt x="2091066" y="3308518"/>
                  </a:lnTo>
                  <a:close/>
                </a:path>
                <a:path w="6791959" h="7073265">
                  <a:moveTo>
                    <a:pt x="1219128" y="3283118"/>
                  </a:moveTo>
                  <a:lnTo>
                    <a:pt x="1240872" y="3321218"/>
                  </a:lnTo>
                  <a:lnTo>
                    <a:pt x="1203213" y="3346618"/>
                  </a:lnTo>
                  <a:lnTo>
                    <a:pt x="1181475" y="3308518"/>
                  </a:lnTo>
                  <a:lnTo>
                    <a:pt x="1219128" y="3283118"/>
                  </a:lnTo>
                  <a:close/>
                </a:path>
                <a:path w="6791959" h="7073265">
                  <a:moveTo>
                    <a:pt x="0" y="3308518"/>
                  </a:moveTo>
                  <a:lnTo>
                    <a:pt x="8892" y="3308518"/>
                  </a:lnTo>
                  <a:lnTo>
                    <a:pt x="24463" y="3333918"/>
                  </a:lnTo>
                  <a:lnTo>
                    <a:pt x="0" y="3346618"/>
                  </a:lnTo>
                  <a:lnTo>
                    <a:pt x="0" y="3308518"/>
                  </a:lnTo>
                  <a:close/>
                </a:path>
                <a:path w="6791959" h="7073265">
                  <a:moveTo>
                    <a:pt x="2424958" y="3295818"/>
                  </a:moveTo>
                  <a:lnTo>
                    <a:pt x="2440827" y="3321218"/>
                  </a:lnTo>
                  <a:lnTo>
                    <a:pt x="2413344" y="3333918"/>
                  </a:lnTo>
                  <a:lnTo>
                    <a:pt x="2397481" y="3308518"/>
                  </a:lnTo>
                  <a:lnTo>
                    <a:pt x="2424958" y="3295818"/>
                  </a:lnTo>
                  <a:close/>
                </a:path>
                <a:path w="6791959" h="7073265">
                  <a:moveTo>
                    <a:pt x="346770" y="3270418"/>
                  </a:moveTo>
                  <a:lnTo>
                    <a:pt x="371742" y="3308518"/>
                  </a:lnTo>
                  <a:lnTo>
                    <a:pt x="328492" y="3333918"/>
                  </a:lnTo>
                  <a:lnTo>
                    <a:pt x="303520" y="3295818"/>
                  </a:lnTo>
                  <a:lnTo>
                    <a:pt x="346770" y="3270418"/>
                  </a:lnTo>
                  <a:close/>
                </a:path>
                <a:path w="6791959" h="7073265">
                  <a:moveTo>
                    <a:pt x="1553132" y="3270418"/>
                  </a:moveTo>
                  <a:lnTo>
                    <a:pt x="1573697" y="3308518"/>
                  </a:lnTo>
                  <a:lnTo>
                    <a:pt x="1538082" y="3321218"/>
                  </a:lnTo>
                  <a:lnTo>
                    <a:pt x="1517517" y="3295818"/>
                  </a:lnTo>
                  <a:lnTo>
                    <a:pt x="1553132" y="3270418"/>
                  </a:lnTo>
                  <a:close/>
                </a:path>
                <a:path w="6791959" h="7073265">
                  <a:moveTo>
                    <a:pt x="680881" y="3245018"/>
                  </a:moveTo>
                  <a:lnTo>
                    <a:pt x="704976" y="3295818"/>
                  </a:lnTo>
                  <a:lnTo>
                    <a:pt x="663248" y="3321218"/>
                  </a:lnTo>
                  <a:lnTo>
                    <a:pt x="639153" y="3270418"/>
                  </a:lnTo>
                  <a:lnTo>
                    <a:pt x="680881" y="3245018"/>
                  </a:lnTo>
                  <a:close/>
                </a:path>
                <a:path w="6791959" h="7073265">
                  <a:moveTo>
                    <a:pt x="2758748" y="3270418"/>
                  </a:moveTo>
                  <a:lnTo>
                    <a:pt x="2772851" y="3295818"/>
                  </a:lnTo>
                  <a:lnTo>
                    <a:pt x="2748430" y="3308518"/>
                  </a:lnTo>
                  <a:lnTo>
                    <a:pt x="2734327" y="3283118"/>
                  </a:lnTo>
                  <a:lnTo>
                    <a:pt x="2758748" y="3270418"/>
                  </a:lnTo>
                  <a:close/>
                </a:path>
                <a:path w="6791959" h="7073265">
                  <a:moveTo>
                    <a:pt x="1886923" y="3257718"/>
                  </a:moveTo>
                  <a:lnTo>
                    <a:pt x="1905729" y="3283118"/>
                  </a:lnTo>
                  <a:lnTo>
                    <a:pt x="1873158" y="3308518"/>
                  </a:lnTo>
                  <a:lnTo>
                    <a:pt x="1854358" y="3270418"/>
                  </a:lnTo>
                  <a:lnTo>
                    <a:pt x="1886923" y="3257718"/>
                  </a:lnTo>
                  <a:close/>
                </a:path>
                <a:path w="6791959" h="7073265">
                  <a:moveTo>
                    <a:pt x="1014885" y="3232318"/>
                  </a:moveTo>
                  <a:lnTo>
                    <a:pt x="1037802" y="3270418"/>
                  </a:lnTo>
                  <a:lnTo>
                    <a:pt x="998112" y="3295818"/>
                  </a:lnTo>
                  <a:lnTo>
                    <a:pt x="975195" y="3257718"/>
                  </a:lnTo>
                  <a:lnTo>
                    <a:pt x="1014885" y="3232318"/>
                  </a:lnTo>
                  <a:close/>
                </a:path>
                <a:path w="6791959" h="7073265">
                  <a:moveTo>
                    <a:pt x="2220715" y="3232318"/>
                  </a:moveTo>
                  <a:lnTo>
                    <a:pt x="2237755" y="3270418"/>
                  </a:lnTo>
                  <a:lnTo>
                    <a:pt x="2208240" y="3283118"/>
                  </a:lnTo>
                  <a:lnTo>
                    <a:pt x="2191200" y="3257718"/>
                  </a:lnTo>
                  <a:lnTo>
                    <a:pt x="2220715" y="3232318"/>
                  </a:lnTo>
                  <a:close/>
                </a:path>
                <a:path w="6791959" h="7073265">
                  <a:moveTo>
                    <a:pt x="142633" y="3206918"/>
                  </a:moveTo>
                  <a:lnTo>
                    <a:pt x="169073" y="3257718"/>
                  </a:lnTo>
                  <a:lnTo>
                    <a:pt x="123276" y="3283118"/>
                  </a:lnTo>
                  <a:lnTo>
                    <a:pt x="96836" y="3245018"/>
                  </a:lnTo>
                  <a:lnTo>
                    <a:pt x="142633" y="3206918"/>
                  </a:lnTo>
                  <a:close/>
                </a:path>
                <a:path w="6791959" h="7073265">
                  <a:moveTo>
                    <a:pt x="1348889" y="3219618"/>
                  </a:moveTo>
                  <a:lnTo>
                    <a:pt x="1370626" y="3257718"/>
                  </a:lnTo>
                  <a:lnTo>
                    <a:pt x="1332973" y="3270418"/>
                  </a:lnTo>
                  <a:lnTo>
                    <a:pt x="1311230" y="3232318"/>
                  </a:lnTo>
                  <a:lnTo>
                    <a:pt x="1348889" y="3219618"/>
                  </a:lnTo>
                  <a:close/>
                </a:path>
                <a:path w="6791959" h="7073265">
                  <a:moveTo>
                    <a:pt x="2554611" y="3219618"/>
                  </a:moveTo>
                  <a:lnTo>
                    <a:pt x="2570183" y="3245018"/>
                  </a:lnTo>
                  <a:lnTo>
                    <a:pt x="2543215" y="3257718"/>
                  </a:lnTo>
                  <a:lnTo>
                    <a:pt x="2527643" y="3232318"/>
                  </a:lnTo>
                  <a:lnTo>
                    <a:pt x="2554611" y="3219618"/>
                  </a:lnTo>
                  <a:close/>
                </a:path>
                <a:path w="6791959" h="7073265">
                  <a:moveTo>
                    <a:pt x="1682786" y="3194218"/>
                  </a:moveTo>
                  <a:lnTo>
                    <a:pt x="1703055" y="3232318"/>
                  </a:lnTo>
                  <a:lnTo>
                    <a:pt x="1667943" y="3257718"/>
                  </a:lnTo>
                  <a:lnTo>
                    <a:pt x="1647674" y="3219618"/>
                  </a:lnTo>
                  <a:lnTo>
                    <a:pt x="1682786" y="3194218"/>
                  </a:lnTo>
                  <a:close/>
                </a:path>
                <a:path w="6791959" h="7073265">
                  <a:moveTo>
                    <a:pt x="476631" y="3194218"/>
                  </a:moveTo>
                  <a:lnTo>
                    <a:pt x="501899" y="3232318"/>
                  </a:lnTo>
                  <a:lnTo>
                    <a:pt x="458140" y="3257718"/>
                  </a:lnTo>
                  <a:lnTo>
                    <a:pt x="432872" y="3219618"/>
                  </a:lnTo>
                  <a:lnTo>
                    <a:pt x="476631" y="3194218"/>
                  </a:lnTo>
                  <a:close/>
                </a:path>
                <a:path w="6791959" h="7073265">
                  <a:moveTo>
                    <a:pt x="810747" y="3181518"/>
                  </a:moveTo>
                  <a:lnTo>
                    <a:pt x="835133" y="3219618"/>
                  </a:lnTo>
                  <a:lnTo>
                    <a:pt x="792896" y="3245018"/>
                  </a:lnTo>
                  <a:lnTo>
                    <a:pt x="768510" y="3194218"/>
                  </a:lnTo>
                  <a:lnTo>
                    <a:pt x="810747" y="3181518"/>
                  </a:lnTo>
                  <a:close/>
                </a:path>
                <a:path w="6791959" h="7073265">
                  <a:moveTo>
                    <a:pt x="2016684" y="3181518"/>
                  </a:moveTo>
                  <a:lnTo>
                    <a:pt x="2035484" y="3206918"/>
                  </a:lnTo>
                  <a:lnTo>
                    <a:pt x="2002919" y="3232318"/>
                  </a:lnTo>
                  <a:lnTo>
                    <a:pt x="1984119" y="3194218"/>
                  </a:lnTo>
                  <a:lnTo>
                    <a:pt x="2016684" y="3181518"/>
                  </a:lnTo>
                  <a:close/>
                </a:path>
                <a:path w="6791959" h="7073265">
                  <a:moveTo>
                    <a:pt x="1144640" y="3156118"/>
                  </a:moveTo>
                  <a:lnTo>
                    <a:pt x="1167557" y="3194218"/>
                  </a:lnTo>
                  <a:lnTo>
                    <a:pt x="1127872" y="3219618"/>
                  </a:lnTo>
                  <a:lnTo>
                    <a:pt x="1104956" y="3181518"/>
                  </a:lnTo>
                  <a:lnTo>
                    <a:pt x="1144640" y="3156118"/>
                  </a:lnTo>
                  <a:close/>
                </a:path>
                <a:path w="6791959" h="7073265">
                  <a:moveTo>
                    <a:pt x="2350364" y="3156118"/>
                  </a:moveTo>
                  <a:lnTo>
                    <a:pt x="2367114" y="3194218"/>
                  </a:lnTo>
                  <a:lnTo>
                    <a:pt x="2338109" y="3206918"/>
                  </a:lnTo>
                  <a:lnTo>
                    <a:pt x="2321365" y="3181518"/>
                  </a:lnTo>
                  <a:lnTo>
                    <a:pt x="2350364" y="3156118"/>
                  </a:lnTo>
                  <a:close/>
                </a:path>
                <a:path w="6791959" h="7073265">
                  <a:moveTo>
                    <a:pt x="272495" y="3143418"/>
                  </a:moveTo>
                  <a:lnTo>
                    <a:pt x="299231" y="3181518"/>
                  </a:lnTo>
                  <a:lnTo>
                    <a:pt x="252925" y="3206918"/>
                  </a:lnTo>
                  <a:lnTo>
                    <a:pt x="226188" y="3168818"/>
                  </a:lnTo>
                  <a:lnTo>
                    <a:pt x="272495" y="3143418"/>
                  </a:lnTo>
                  <a:close/>
                </a:path>
                <a:path w="6791959" h="7073265">
                  <a:moveTo>
                    <a:pt x="1478650" y="3143418"/>
                  </a:moveTo>
                  <a:lnTo>
                    <a:pt x="1500387" y="3181518"/>
                  </a:lnTo>
                  <a:lnTo>
                    <a:pt x="1462734" y="3194218"/>
                  </a:lnTo>
                  <a:lnTo>
                    <a:pt x="1440991" y="3156118"/>
                  </a:lnTo>
                  <a:lnTo>
                    <a:pt x="1478650" y="3143418"/>
                  </a:lnTo>
                  <a:close/>
                </a:path>
                <a:path w="6791959" h="7073265">
                  <a:moveTo>
                    <a:pt x="606505" y="3118018"/>
                  </a:moveTo>
                  <a:lnTo>
                    <a:pt x="632063" y="3168818"/>
                  </a:lnTo>
                  <a:lnTo>
                    <a:pt x="587788" y="3194218"/>
                  </a:lnTo>
                  <a:lnTo>
                    <a:pt x="562230" y="3143418"/>
                  </a:lnTo>
                  <a:lnTo>
                    <a:pt x="606505" y="3118018"/>
                  </a:lnTo>
                  <a:close/>
                </a:path>
                <a:path w="6791959" h="7073265">
                  <a:moveTo>
                    <a:pt x="2684366" y="3143418"/>
                  </a:moveTo>
                  <a:lnTo>
                    <a:pt x="2699938" y="3168818"/>
                  </a:lnTo>
                  <a:lnTo>
                    <a:pt x="2672970" y="3181518"/>
                  </a:lnTo>
                  <a:lnTo>
                    <a:pt x="2657398" y="3156118"/>
                  </a:lnTo>
                  <a:lnTo>
                    <a:pt x="2684366" y="3143418"/>
                  </a:lnTo>
                  <a:close/>
                </a:path>
                <a:path w="6791959" h="7073265">
                  <a:moveTo>
                    <a:pt x="1812541" y="3118018"/>
                  </a:moveTo>
                  <a:lnTo>
                    <a:pt x="1832816" y="3156118"/>
                  </a:lnTo>
                  <a:lnTo>
                    <a:pt x="1797704" y="3181518"/>
                  </a:lnTo>
                  <a:lnTo>
                    <a:pt x="1777429" y="3143418"/>
                  </a:lnTo>
                  <a:lnTo>
                    <a:pt x="1812541" y="3118018"/>
                  </a:lnTo>
                  <a:close/>
                </a:path>
                <a:path w="6791959" h="7073265">
                  <a:moveTo>
                    <a:pt x="940509" y="3105318"/>
                  </a:moveTo>
                  <a:lnTo>
                    <a:pt x="964889" y="3143418"/>
                  </a:lnTo>
                  <a:lnTo>
                    <a:pt x="922657" y="3168818"/>
                  </a:lnTo>
                  <a:lnTo>
                    <a:pt x="898272" y="3130718"/>
                  </a:lnTo>
                  <a:lnTo>
                    <a:pt x="940509" y="3105318"/>
                  </a:lnTo>
                  <a:close/>
                </a:path>
                <a:path w="6791959" h="7073265">
                  <a:moveTo>
                    <a:pt x="2146333" y="3105318"/>
                  </a:moveTo>
                  <a:lnTo>
                    <a:pt x="2164842" y="3130718"/>
                  </a:lnTo>
                  <a:lnTo>
                    <a:pt x="2132781" y="3156118"/>
                  </a:lnTo>
                  <a:lnTo>
                    <a:pt x="2114277" y="3118018"/>
                  </a:lnTo>
                  <a:lnTo>
                    <a:pt x="2146333" y="3105318"/>
                  </a:lnTo>
                  <a:close/>
                </a:path>
                <a:path w="6791959" h="7073265">
                  <a:moveTo>
                    <a:pt x="67606" y="3079918"/>
                  </a:moveTo>
                  <a:lnTo>
                    <a:pt x="93750" y="3130718"/>
                  </a:lnTo>
                  <a:lnTo>
                    <a:pt x="48462" y="3156118"/>
                  </a:lnTo>
                  <a:lnTo>
                    <a:pt x="22318" y="3105318"/>
                  </a:lnTo>
                  <a:lnTo>
                    <a:pt x="67606" y="3079918"/>
                  </a:lnTo>
                  <a:close/>
                </a:path>
                <a:path w="6791959" h="7073265">
                  <a:moveTo>
                    <a:pt x="1274400" y="3079918"/>
                  </a:moveTo>
                  <a:lnTo>
                    <a:pt x="1297317" y="3118018"/>
                  </a:lnTo>
                  <a:lnTo>
                    <a:pt x="1257627" y="3143418"/>
                  </a:lnTo>
                  <a:lnTo>
                    <a:pt x="1234710" y="3105318"/>
                  </a:lnTo>
                  <a:lnTo>
                    <a:pt x="1274400" y="3079918"/>
                  </a:lnTo>
                  <a:close/>
                </a:path>
                <a:path w="6791959" h="7073265">
                  <a:moveTo>
                    <a:pt x="2480016" y="3092618"/>
                  </a:moveTo>
                  <a:lnTo>
                    <a:pt x="2496464" y="3118018"/>
                  </a:lnTo>
                  <a:lnTo>
                    <a:pt x="2467974" y="3130718"/>
                  </a:lnTo>
                  <a:lnTo>
                    <a:pt x="2451520" y="3105318"/>
                  </a:lnTo>
                  <a:lnTo>
                    <a:pt x="2480016" y="3092618"/>
                  </a:lnTo>
                  <a:close/>
                </a:path>
                <a:path w="6791959" h="7073265">
                  <a:moveTo>
                    <a:pt x="402362" y="3067218"/>
                  </a:moveTo>
                  <a:lnTo>
                    <a:pt x="429389" y="3105318"/>
                  </a:lnTo>
                  <a:lnTo>
                    <a:pt x="382573" y="3130718"/>
                  </a:lnTo>
                  <a:lnTo>
                    <a:pt x="355547" y="3092618"/>
                  </a:lnTo>
                  <a:lnTo>
                    <a:pt x="402362" y="3067218"/>
                  </a:lnTo>
                  <a:close/>
                </a:path>
                <a:path w="6791959" h="7073265">
                  <a:moveTo>
                    <a:pt x="1608405" y="3067218"/>
                  </a:moveTo>
                  <a:lnTo>
                    <a:pt x="1630142" y="3105318"/>
                  </a:lnTo>
                  <a:lnTo>
                    <a:pt x="1592489" y="3118018"/>
                  </a:lnTo>
                  <a:lnTo>
                    <a:pt x="1570746" y="3079918"/>
                  </a:lnTo>
                  <a:lnTo>
                    <a:pt x="1608405" y="3067218"/>
                  </a:lnTo>
                  <a:close/>
                </a:path>
                <a:path w="6791959" h="7073265">
                  <a:moveTo>
                    <a:pt x="736366" y="3041818"/>
                  </a:moveTo>
                  <a:lnTo>
                    <a:pt x="762220" y="3092618"/>
                  </a:lnTo>
                  <a:lnTo>
                    <a:pt x="717442" y="3118018"/>
                  </a:lnTo>
                  <a:lnTo>
                    <a:pt x="691588" y="3067218"/>
                  </a:lnTo>
                  <a:lnTo>
                    <a:pt x="736366" y="3041818"/>
                  </a:lnTo>
                  <a:close/>
                </a:path>
                <a:path w="6791959" h="7073265">
                  <a:moveTo>
                    <a:pt x="1942196" y="3041818"/>
                  </a:moveTo>
                  <a:lnTo>
                    <a:pt x="1962175" y="3079918"/>
                  </a:lnTo>
                  <a:lnTo>
                    <a:pt x="1927572" y="3105318"/>
                  </a:lnTo>
                  <a:lnTo>
                    <a:pt x="1907594" y="3067218"/>
                  </a:lnTo>
                  <a:lnTo>
                    <a:pt x="1942196" y="3041818"/>
                  </a:lnTo>
                  <a:close/>
                </a:path>
                <a:path w="6791959" h="7073265">
                  <a:moveTo>
                    <a:pt x="1070264" y="3029118"/>
                  </a:moveTo>
                  <a:lnTo>
                    <a:pt x="1094644" y="3067218"/>
                  </a:lnTo>
                  <a:lnTo>
                    <a:pt x="1052412" y="3092618"/>
                  </a:lnTo>
                  <a:lnTo>
                    <a:pt x="1028033" y="3054518"/>
                  </a:lnTo>
                  <a:lnTo>
                    <a:pt x="1070264" y="3029118"/>
                  </a:lnTo>
                  <a:close/>
                </a:path>
                <a:path w="6791959" h="7073265">
                  <a:moveTo>
                    <a:pt x="2275988" y="3029118"/>
                  </a:moveTo>
                  <a:lnTo>
                    <a:pt x="2294201" y="3054518"/>
                  </a:lnTo>
                  <a:lnTo>
                    <a:pt x="2262655" y="3079918"/>
                  </a:lnTo>
                  <a:lnTo>
                    <a:pt x="2244436" y="3041818"/>
                  </a:lnTo>
                  <a:lnTo>
                    <a:pt x="2275988" y="3029118"/>
                  </a:lnTo>
                  <a:close/>
                </a:path>
                <a:path w="6791959" h="7073265">
                  <a:moveTo>
                    <a:pt x="198113" y="3003718"/>
                  </a:moveTo>
                  <a:lnTo>
                    <a:pt x="226319" y="3054518"/>
                  </a:lnTo>
                  <a:lnTo>
                    <a:pt x="177471" y="3079918"/>
                  </a:lnTo>
                  <a:lnTo>
                    <a:pt x="149266" y="3029118"/>
                  </a:lnTo>
                  <a:lnTo>
                    <a:pt x="198113" y="3003718"/>
                  </a:lnTo>
                  <a:close/>
                </a:path>
                <a:path w="6791959" h="7073265">
                  <a:moveTo>
                    <a:pt x="1404162" y="3003718"/>
                  </a:moveTo>
                  <a:lnTo>
                    <a:pt x="1427078" y="3041818"/>
                  </a:lnTo>
                  <a:lnTo>
                    <a:pt x="1387382" y="3067218"/>
                  </a:lnTo>
                  <a:lnTo>
                    <a:pt x="1364465" y="3029118"/>
                  </a:lnTo>
                  <a:lnTo>
                    <a:pt x="1404162" y="3003718"/>
                  </a:lnTo>
                  <a:close/>
                </a:path>
                <a:path w="6791959" h="7073265">
                  <a:moveTo>
                    <a:pt x="532230" y="2991018"/>
                  </a:moveTo>
                  <a:lnTo>
                    <a:pt x="559553" y="3029118"/>
                  </a:lnTo>
                  <a:lnTo>
                    <a:pt x="512227" y="3067218"/>
                  </a:lnTo>
                  <a:lnTo>
                    <a:pt x="484904" y="3016418"/>
                  </a:lnTo>
                  <a:lnTo>
                    <a:pt x="532230" y="2991018"/>
                  </a:lnTo>
                  <a:close/>
                </a:path>
                <a:path w="6791959" h="7073265">
                  <a:moveTo>
                    <a:pt x="2609777" y="3016418"/>
                  </a:moveTo>
                  <a:lnTo>
                    <a:pt x="2626225" y="3041818"/>
                  </a:lnTo>
                  <a:lnTo>
                    <a:pt x="2597729" y="3054518"/>
                  </a:lnTo>
                  <a:lnTo>
                    <a:pt x="2581281" y="3029118"/>
                  </a:lnTo>
                  <a:lnTo>
                    <a:pt x="2609777" y="3016418"/>
                  </a:lnTo>
                  <a:close/>
                </a:path>
                <a:path w="6791959" h="7073265">
                  <a:moveTo>
                    <a:pt x="1738053" y="2991018"/>
                  </a:moveTo>
                  <a:lnTo>
                    <a:pt x="1759500" y="3029118"/>
                  </a:lnTo>
                  <a:lnTo>
                    <a:pt x="1722357" y="3054518"/>
                  </a:lnTo>
                  <a:lnTo>
                    <a:pt x="1700910" y="3016418"/>
                  </a:lnTo>
                  <a:lnTo>
                    <a:pt x="1738053" y="2991018"/>
                  </a:lnTo>
                  <a:close/>
                </a:path>
                <a:path w="6791959" h="7073265">
                  <a:moveTo>
                    <a:pt x="866127" y="2965618"/>
                  </a:moveTo>
                  <a:lnTo>
                    <a:pt x="891982" y="3016418"/>
                  </a:lnTo>
                  <a:lnTo>
                    <a:pt x="847204" y="3041818"/>
                  </a:lnTo>
                  <a:lnTo>
                    <a:pt x="821349" y="2991018"/>
                  </a:lnTo>
                  <a:lnTo>
                    <a:pt x="866127" y="2965618"/>
                  </a:lnTo>
                  <a:close/>
                </a:path>
                <a:path w="6791959" h="7073265">
                  <a:moveTo>
                    <a:pt x="2071845" y="2978318"/>
                  </a:moveTo>
                  <a:lnTo>
                    <a:pt x="2091527" y="3003718"/>
                  </a:lnTo>
                  <a:lnTo>
                    <a:pt x="2057440" y="3029118"/>
                  </a:lnTo>
                  <a:lnTo>
                    <a:pt x="2037752" y="2991018"/>
                  </a:lnTo>
                  <a:lnTo>
                    <a:pt x="2071845" y="2978318"/>
                  </a:lnTo>
                  <a:close/>
                </a:path>
                <a:path w="6791959" h="7073265">
                  <a:moveTo>
                    <a:pt x="1200024" y="2952918"/>
                  </a:moveTo>
                  <a:lnTo>
                    <a:pt x="1224404" y="2991018"/>
                  </a:lnTo>
                  <a:lnTo>
                    <a:pt x="1182167" y="3016418"/>
                  </a:lnTo>
                  <a:lnTo>
                    <a:pt x="1157787" y="2978318"/>
                  </a:lnTo>
                  <a:lnTo>
                    <a:pt x="1200024" y="2952918"/>
                  </a:lnTo>
                  <a:close/>
                </a:path>
                <a:path w="6791959" h="7073265">
                  <a:moveTo>
                    <a:pt x="2405634" y="2952918"/>
                  </a:moveTo>
                  <a:lnTo>
                    <a:pt x="2423557" y="2991018"/>
                  </a:lnTo>
                  <a:lnTo>
                    <a:pt x="2392514" y="3003718"/>
                  </a:lnTo>
                  <a:lnTo>
                    <a:pt x="2374597" y="2978318"/>
                  </a:lnTo>
                  <a:lnTo>
                    <a:pt x="2405634" y="2952918"/>
                  </a:lnTo>
                  <a:close/>
                </a:path>
                <a:path w="6791959" h="7073265">
                  <a:moveTo>
                    <a:pt x="327986" y="2927518"/>
                  </a:moveTo>
                  <a:lnTo>
                    <a:pt x="356482" y="2978318"/>
                  </a:lnTo>
                  <a:lnTo>
                    <a:pt x="307120" y="3003718"/>
                  </a:lnTo>
                  <a:lnTo>
                    <a:pt x="278624" y="2965618"/>
                  </a:lnTo>
                  <a:lnTo>
                    <a:pt x="327986" y="2927518"/>
                  </a:lnTo>
                  <a:close/>
                </a:path>
                <a:path w="6791959" h="7073265">
                  <a:moveTo>
                    <a:pt x="1533922" y="2927518"/>
                  </a:moveTo>
                  <a:lnTo>
                    <a:pt x="1556839" y="2978318"/>
                  </a:lnTo>
                  <a:lnTo>
                    <a:pt x="1517143" y="2991018"/>
                  </a:lnTo>
                  <a:lnTo>
                    <a:pt x="1494226" y="2952918"/>
                  </a:lnTo>
                  <a:lnTo>
                    <a:pt x="1533922" y="2927518"/>
                  </a:lnTo>
                  <a:close/>
                </a:path>
                <a:path w="6791959" h="7073265">
                  <a:moveTo>
                    <a:pt x="661990" y="2914818"/>
                  </a:moveTo>
                  <a:lnTo>
                    <a:pt x="689313" y="2965618"/>
                  </a:lnTo>
                  <a:lnTo>
                    <a:pt x="641987" y="2991018"/>
                  </a:lnTo>
                  <a:lnTo>
                    <a:pt x="614664" y="2940218"/>
                  </a:lnTo>
                  <a:lnTo>
                    <a:pt x="661990" y="2914818"/>
                  </a:lnTo>
                  <a:close/>
                </a:path>
                <a:path w="6791959" h="7073265">
                  <a:moveTo>
                    <a:pt x="1867814" y="2914818"/>
                  </a:moveTo>
                  <a:lnTo>
                    <a:pt x="1889262" y="2952918"/>
                  </a:lnTo>
                  <a:lnTo>
                    <a:pt x="1852112" y="2978318"/>
                  </a:lnTo>
                  <a:lnTo>
                    <a:pt x="1830665" y="2940218"/>
                  </a:lnTo>
                  <a:lnTo>
                    <a:pt x="1867814" y="2914818"/>
                  </a:lnTo>
                  <a:close/>
                </a:path>
                <a:path w="6791959" h="7073265">
                  <a:moveTo>
                    <a:pt x="995882" y="2889418"/>
                  </a:moveTo>
                  <a:lnTo>
                    <a:pt x="1021737" y="2940218"/>
                  </a:lnTo>
                  <a:lnTo>
                    <a:pt x="976964" y="2965618"/>
                  </a:lnTo>
                  <a:lnTo>
                    <a:pt x="951110" y="2914818"/>
                  </a:lnTo>
                  <a:lnTo>
                    <a:pt x="995882" y="2889418"/>
                  </a:lnTo>
                  <a:close/>
                </a:path>
                <a:path w="6791959" h="7073265">
                  <a:moveTo>
                    <a:pt x="2201499" y="2902118"/>
                  </a:moveTo>
                  <a:lnTo>
                    <a:pt x="2220892" y="2927518"/>
                  </a:lnTo>
                  <a:lnTo>
                    <a:pt x="2187302" y="2952918"/>
                  </a:lnTo>
                  <a:lnTo>
                    <a:pt x="2167916" y="2914818"/>
                  </a:lnTo>
                  <a:lnTo>
                    <a:pt x="2201499" y="2902118"/>
                  </a:lnTo>
                  <a:close/>
                </a:path>
                <a:path w="6791959" h="7073265">
                  <a:moveTo>
                    <a:pt x="123737" y="2876718"/>
                  </a:moveTo>
                  <a:lnTo>
                    <a:pt x="153405" y="2927518"/>
                  </a:lnTo>
                  <a:lnTo>
                    <a:pt x="102017" y="2952918"/>
                  </a:lnTo>
                  <a:lnTo>
                    <a:pt x="72343" y="2902118"/>
                  </a:lnTo>
                  <a:lnTo>
                    <a:pt x="123737" y="2876718"/>
                  </a:lnTo>
                  <a:close/>
                </a:path>
                <a:path w="6791959" h="7073265">
                  <a:moveTo>
                    <a:pt x="1329785" y="2876718"/>
                  </a:moveTo>
                  <a:lnTo>
                    <a:pt x="1354165" y="2914818"/>
                  </a:lnTo>
                  <a:lnTo>
                    <a:pt x="1311928" y="2940218"/>
                  </a:lnTo>
                  <a:lnTo>
                    <a:pt x="1287548" y="2902118"/>
                  </a:lnTo>
                  <a:lnTo>
                    <a:pt x="1329785" y="2876718"/>
                  </a:lnTo>
                  <a:close/>
                </a:path>
                <a:path w="6791959" h="7073265">
                  <a:moveTo>
                    <a:pt x="457848" y="2851318"/>
                  </a:moveTo>
                  <a:lnTo>
                    <a:pt x="486640" y="2902118"/>
                  </a:lnTo>
                  <a:lnTo>
                    <a:pt x="436773" y="2940218"/>
                  </a:lnTo>
                  <a:lnTo>
                    <a:pt x="407981" y="2889418"/>
                  </a:lnTo>
                  <a:lnTo>
                    <a:pt x="457848" y="2851318"/>
                  </a:lnTo>
                  <a:close/>
                </a:path>
                <a:path w="6791959" h="7073265">
                  <a:moveTo>
                    <a:pt x="2535283" y="2876718"/>
                  </a:moveTo>
                  <a:lnTo>
                    <a:pt x="2552916" y="2914818"/>
                  </a:lnTo>
                  <a:lnTo>
                    <a:pt x="2522383" y="2927518"/>
                  </a:lnTo>
                  <a:lnTo>
                    <a:pt x="2504756" y="2902118"/>
                  </a:lnTo>
                  <a:lnTo>
                    <a:pt x="2535283" y="2876718"/>
                  </a:lnTo>
                  <a:close/>
                </a:path>
                <a:path w="6791959" h="7073265">
                  <a:moveTo>
                    <a:pt x="1663571" y="2864018"/>
                  </a:moveTo>
                  <a:lnTo>
                    <a:pt x="1686197" y="2902118"/>
                  </a:lnTo>
                  <a:lnTo>
                    <a:pt x="1647010" y="2914818"/>
                  </a:lnTo>
                  <a:lnTo>
                    <a:pt x="1624389" y="2876718"/>
                  </a:lnTo>
                  <a:lnTo>
                    <a:pt x="1663571" y="2864018"/>
                  </a:lnTo>
                  <a:close/>
                </a:path>
                <a:path w="6791959" h="7073265">
                  <a:moveTo>
                    <a:pt x="791852" y="2838618"/>
                  </a:moveTo>
                  <a:lnTo>
                    <a:pt x="819465" y="2889418"/>
                  </a:lnTo>
                  <a:lnTo>
                    <a:pt x="771637" y="2914818"/>
                  </a:lnTo>
                  <a:lnTo>
                    <a:pt x="744018" y="2864018"/>
                  </a:lnTo>
                  <a:lnTo>
                    <a:pt x="791852" y="2838618"/>
                  </a:lnTo>
                  <a:close/>
                </a:path>
                <a:path w="6791959" h="7073265">
                  <a:moveTo>
                    <a:pt x="1997469" y="2838618"/>
                  </a:moveTo>
                  <a:lnTo>
                    <a:pt x="2018620" y="2876718"/>
                  </a:lnTo>
                  <a:lnTo>
                    <a:pt x="1981986" y="2902118"/>
                  </a:lnTo>
                  <a:lnTo>
                    <a:pt x="1960835" y="2864018"/>
                  </a:lnTo>
                  <a:lnTo>
                    <a:pt x="1997469" y="2838618"/>
                  </a:lnTo>
                  <a:close/>
                </a:path>
                <a:path w="6791959" h="7073265">
                  <a:moveTo>
                    <a:pt x="1125642" y="2813218"/>
                  </a:moveTo>
                  <a:lnTo>
                    <a:pt x="1151497" y="2864018"/>
                  </a:lnTo>
                  <a:lnTo>
                    <a:pt x="1106719" y="2889418"/>
                  </a:lnTo>
                  <a:lnTo>
                    <a:pt x="1080864" y="2851318"/>
                  </a:lnTo>
                  <a:lnTo>
                    <a:pt x="1125642" y="2813218"/>
                  </a:lnTo>
                  <a:close/>
                </a:path>
                <a:path w="6791959" h="7073265">
                  <a:moveTo>
                    <a:pt x="2331151" y="2825918"/>
                  </a:moveTo>
                  <a:lnTo>
                    <a:pt x="2350247" y="2851318"/>
                  </a:lnTo>
                  <a:lnTo>
                    <a:pt x="2317173" y="2876718"/>
                  </a:lnTo>
                  <a:lnTo>
                    <a:pt x="2298077" y="2838618"/>
                  </a:lnTo>
                  <a:lnTo>
                    <a:pt x="2331151" y="2825918"/>
                  </a:lnTo>
                  <a:close/>
                </a:path>
                <a:path w="6791959" h="7073265">
                  <a:moveTo>
                    <a:pt x="253605" y="2800518"/>
                  </a:moveTo>
                  <a:lnTo>
                    <a:pt x="283575" y="2851318"/>
                  </a:lnTo>
                  <a:lnTo>
                    <a:pt x="231666" y="2876718"/>
                  </a:lnTo>
                  <a:lnTo>
                    <a:pt x="201701" y="2825918"/>
                  </a:lnTo>
                  <a:lnTo>
                    <a:pt x="253605" y="2800518"/>
                  </a:lnTo>
                  <a:close/>
                </a:path>
                <a:path w="6791959" h="7073265">
                  <a:moveTo>
                    <a:pt x="1459434" y="2800518"/>
                  </a:moveTo>
                  <a:lnTo>
                    <a:pt x="1483523" y="2838618"/>
                  </a:lnTo>
                  <a:lnTo>
                    <a:pt x="1441795" y="2864018"/>
                  </a:lnTo>
                  <a:lnTo>
                    <a:pt x="1417700" y="2825918"/>
                  </a:lnTo>
                  <a:lnTo>
                    <a:pt x="1459434" y="2800518"/>
                  </a:lnTo>
                  <a:close/>
                </a:path>
                <a:path w="6791959" h="7073265">
                  <a:moveTo>
                    <a:pt x="587721" y="2775118"/>
                  </a:moveTo>
                  <a:lnTo>
                    <a:pt x="616803" y="2825918"/>
                  </a:lnTo>
                  <a:lnTo>
                    <a:pt x="566421" y="2864018"/>
                  </a:lnTo>
                  <a:lnTo>
                    <a:pt x="537339" y="2813218"/>
                  </a:lnTo>
                  <a:lnTo>
                    <a:pt x="587721" y="2775118"/>
                  </a:lnTo>
                  <a:close/>
                </a:path>
                <a:path w="6791959" h="7073265">
                  <a:moveTo>
                    <a:pt x="1793225" y="2787818"/>
                  </a:moveTo>
                  <a:lnTo>
                    <a:pt x="1815550" y="2825918"/>
                  </a:lnTo>
                  <a:lnTo>
                    <a:pt x="1776878" y="2851318"/>
                  </a:lnTo>
                  <a:lnTo>
                    <a:pt x="1754554" y="2800518"/>
                  </a:lnTo>
                  <a:lnTo>
                    <a:pt x="1793225" y="2787818"/>
                  </a:lnTo>
                  <a:close/>
                </a:path>
                <a:path w="6791959" h="7073265">
                  <a:moveTo>
                    <a:pt x="921613" y="2762418"/>
                  </a:moveTo>
                  <a:lnTo>
                    <a:pt x="949227" y="2813218"/>
                  </a:lnTo>
                  <a:lnTo>
                    <a:pt x="901398" y="2838618"/>
                  </a:lnTo>
                  <a:lnTo>
                    <a:pt x="873779" y="2787818"/>
                  </a:lnTo>
                  <a:lnTo>
                    <a:pt x="921613" y="2762418"/>
                  </a:lnTo>
                  <a:close/>
                </a:path>
                <a:path w="6791959" h="7073265">
                  <a:moveTo>
                    <a:pt x="2127123" y="2762418"/>
                  </a:moveTo>
                  <a:lnTo>
                    <a:pt x="2147984" y="2800518"/>
                  </a:lnTo>
                  <a:lnTo>
                    <a:pt x="2111848" y="2825918"/>
                  </a:lnTo>
                  <a:lnTo>
                    <a:pt x="2090987" y="2787818"/>
                  </a:lnTo>
                  <a:lnTo>
                    <a:pt x="2127123" y="2762418"/>
                  </a:lnTo>
                  <a:close/>
                </a:path>
                <a:path w="6791959" h="7073265">
                  <a:moveTo>
                    <a:pt x="47637" y="2749718"/>
                  </a:moveTo>
                  <a:lnTo>
                    <a:pt x="74077" y="2800518"/>
                  </a:lnTo>
                  <a:lnTo>
                    <a:pt x="28280" y="2825918"/>
                  </a:lnTo>
                  <a:lnTo>
                    <a:pt x="1840" y="2775118"/>
                  </a:lnTo>
                  <a:lnTo>
                    <a:pt x="47637" y="2749718"/>
                  </a:lnTo>
                  <a:close/>
                </a:path>
                <a:path w="6791959" h="7073265">
                  <a:moveTo>
                    <a:pt x="1255404" y="2749718"/>
                  </a:moveTo>
                  <a:lnTo>
                    <a:pt x="1281258" y="2787818"/>
                  </a:lnTo>
                  <a:lnTo>
                    <a:pt x="1236474" y="2813218"/>
                  </a:lnTo>
                  <a:lnTo>
                    <a:pt x="1210619" y="2775118"/>
                  </a:lnTo>
                  <a:lnTo>
                    <a:pt x="1255404" y="2749718"/>
                  </a:lnTo>
                  <a:close/>
                </a:path>
                <a:path w="6791959" h="7073265">
                  <a:moveTo>
                    <a:pt x="2460801" y="2749718"/>
                  </a:moveTo>
                  <a:lnTo>
                    <a:pt x="2479601" y="2775118"/>
                  </a:lnTo>
                  <a:lnTo>
                    <a:pt x="2447036" y="2800518"/>
                  </a:lnTo>
                  <a:lnTo>
                    <a:pt x="2428236" y="2762418"/>
                  </a:lnTo>
                  <a:lnTo>
                    <a:pt x="2460801" y="2749718"/>
                  </a:lnTo>
                  <a:close/>
                </a:path>
                <a:path w="6791959" h="7073265">
                  <a:moveTo>
                    <a:pt x="383466" y="2724318"/>
                  </a:moveTo>
                  <a:lnTo>
                    <a:pt x="413727" y="2775118"/>
                  </a:lnTo>
                  <a:lnTo>
                    <a:pt x="361313" y="2800518"/>
                  </a:lnTo>
                  <a:lnTo>
                    <a:pt x="331053" y="2749718"/>
                  </a:lnTo>
                  <a:lnTo>
                    <a:pt x="383466" y="2724318"/>
                  </a:lnTo>
                  <a:close/>
                </a:path>
                <a:path w="6791959" h="7073265">
                  <a:moveTo>
                    <a:pt x="1589189" y="2724318"/>
                  </a:moveTo>
                  <a:lnTo>
                    <a:pt x="1613284" y="2762418"/>
                  </a:lnTo>
                  <a:lnTo>
                    <a:pt x="1571556" y="2787818"/>
                  </a:lnTo>
                  <a:lnTo>
                    <a:pt x="1547461" y="2749718"/>
                  </a:lnTo>
                  <a:lnTo>
                    <a:pt x="1589189" y="2724318"/>
                  </a:lnTo>
                  <a:close/>
                </a:path>
                <a:path w="6791959" h="7073265">
                  <a:moveTo>
                    <a:pt x="717475" y="2711618"/>
                  </a:moveTo>
                  <a:lnTo>
                    <a:pt x="746558" y="2749718"/>
                  </a:lnTo>
                  <a:lnTo>
                    <a:pt x="696183" y="2787818"/>
                  </a:lnTo>
                  <a:lnTo>
                    <a:pt x="667094" y="2737018"/>
                  </a:lnTo>
                  <a:lnTo>
                    <a:pt x="717475" y="2711618"/>
                  </a:lnTo>
                  <a:close/>
                </a:path>
                <a:path w="6791959" h="7073265">
                  <a:moveTo>
                    <a:pt x="1922986" y="2711618"/>
                  </a:moveTo>
                  <a:lnTo>
                    <a:pt x="1945310" y="2749718"/>
                  </a:lnTo>
                  <a:lnTo>
                    <a:pt x="1906633" y="2775118"/>
                  </a:lnTo>
                  <a:lnTo>
                    <a:pt x="1884309" y="2737018"/>
                  </a:lnTo>
                  <a:lnTo>
                    <a:pt x="1922986" y="2711618"/>
                  </a:lnTo>
                  <a:close/>
                </a:path>
                <a:path w="6791959" h="7073265">
                  <a:moveTo>
                    <a:pt x="1051373" y="2686218"/>
                  </a:moveTo>
                  <a:lnTo>
                    <a:pt x="1078987" y="2737018"/>
                  </a:lnTo>
                  <a:lnTo>
                    <a:pt x="1031152" y="2762418"/>
                  </a:lnTo>
                  <a:lnTo>
                    <a:pt x="1003539" y="2711618"/>
                  </a:lnTo>
                  <a:lnTo>
                    <a:pt x="1051373" y="2686218"/>
                  </a:lnTo>
                  <a:close/>
                </a:path>
                <a:path w="6791959" h="7073265">
                  <a:moveTo>
                    <a:pt x="2256770" y="2686218"/>
                  </a:moveTo>
                  <a:lnTo>
                    <a:pt x="2277334" y="2724318"/>
                  </a:lnTo>
                  <a:lnTo>
                    <a:pt x="2241713" y="2749718"/>
                  </a:lnTo>
                  <a:lnTo>
                    <a:pt x="2221148" y="2711618"/>
                  </a:lnTo>
                  <a:lnTo>
                    <a:pt x="2256770" y="2686218"/>
                  </a:lnTo>
                  <a:close/>
                </a:path>
                <a:path w="6791959" h="7073265">
                  <a:moveTo>
                    <a:pt x="179223" y="2673518"/>
                  </a:moveTo>
                  <a:lnTo>
                    <a:pt x="210662" y="2724318"/>
                  </a:lnTo>
                  <a:lnTo>
                    <a:pt x="156212" y="2749718"/>
                  </a:lnTo>
                  <a:lnTo>
                    <a:pt x="124772" y="2698918"/>
                  </a:lnTo>
                  <a:lnTo>
                    <a:pt x="179223" y="2673518"/>
                  </a:lnTo>
                  <a:close/>
                </a:path>
                <a:path w="6791959" h="7073265">
                  <a:moveTo>
                    <a:pt x="1385052" y="2673518"/>
                  </a:moveTo>
                  <a:lnTo>
                    <a:pt x="1410610" y="2711618"/>
                  </a:lnTo>
                  <a:lnTo>
                    <a:pt x="1366341" y="2737018"/>
                  </a:lnTo>
                  <a:lnTo>
                    <a:pt x="1340777" y="2698918"/>
                  </a:lnTo>
                  <a:lnTo>
                    <a:pt x="1385052" y="2673518"/>
                  </a:lnTo>
                  <a:close/>
                </a:path>
                <a:path w="6791959" h="7073265">
                  <a:moveTo>
                    <a:pt x="513227" y="2648118"/>
                  </a:moveTo>
                  <a:lnTo>
                    <a:pt x="543487" y="2698918"/>
                  </a:lnTo>
                  <a:lnTo>
                    <a:pt x="491074" y="2737018"/>
                  </a:lnTo>
                  <a:lnTo>
                    <a:pt x="460813" y="2673518"/>
                  </a:lnTo>
                  <a:lnTo>
                    <a:pt x="513227" y="2648118"/>
                  </a:lnTo>
                  <a:close/>
                </a:path>
                <a:path w="6791959" h="7073265">
                  <a:moveTo>
                    <a:pt x="1718844" y="2648118"/>
                  </a:moveTo>
                  <a:lnTo>
                    <a:pt x="1742637" y="2698918"/>
                  </a:lnTo>
                  <a:lnTo>
                    <a:pt x="1701424" y="2711618"/>
                  </a:lnTo>
                  <a:lnTo>
                    <a:pt x="1677625" y="2673518"/>
                  </a:lnTo>
                  <a:lnTo>
                    <a:pt x="1718844" y="2648118"/>
                  </a:lnTo>
                  <a:close/>
                </a:path>
                <a:path w="6791959" h="7073265">
                  <a:moveTo>
                    <a:pt x="847231" y="2635418"/>
                  </a:moveTo>
                  <a:lnTo>
                    <a:pt x="876320" y="2686218"/>
                  </a:lnTo>
                  <a:lnTo>
                    <a:pt x="825944" y="2711618"/>
                  </a:lnTo>
                  <a:lnTo>
                    <a:pt x="796856" y="2660818"/>
                  </a:lnTo>
                  <a:lnTo>
                    <a:pt x="847231" y="2635418"/>
                  </a:lnTo>
                  <a:close/>
                </a:path>
                <a:path w="6791959" h="7073265">
                  <a:moveTo>
                    <a:pt x="2052635" y="2635418"/>
                  </a:moveTo>
                  <a:lnTo>
                    <a:pt x="2074669" y="2673518"/>
                  </a:lnTo>
                  <a:lnTo>
                    <a:pt x="2036501" y="2698918"/>
                  </a:lnTo>
                  <a:lnTo>
                    <a:pt x="2014467" y="2660818"/>
                  </a:lnTo>
                  <a:lnTo>
                    <a:pt x="2052635" y="2635418"/>
                  </a:lnTo>
                  <a:close/>
                </a:path>
                <a:path w="6791959" h="7073265">
                  <a:moveTo>
                    <a:pt x="1181022" y="2610018"/>
                  </a:moveTo>
                  <a:lnTo>
                    <a:pt x="1208345" y="2660818"/>
                  </a:lnTo>
                  <a:lnTo>
                    <a:pt x="1161019" y="2686218"/>
                  </a:lnTo>
                  <a:lnTo>
                    <a:pt x="1133696" y="2635418"/>
                  </a:lnTo>
                  <a:lnTo>
                    <a:pt x="1181022" y="2610018"/>
                  </a:lnTo>
                  <a:close/>
                </a:path>
                <a:path w="6791959" h="7073265">
                  <a:moveTo>
                    <a:pt x="2386313" y="2622718"/>
                  </a:moveTo>
                  <a:lnTo>
                    <a:pt x="2406291" y="2648118"/>
                  </a:lnTo>
                  <a:lnTo>
                    <a:pt x="2371695" y="2673518"/>
                  </a:lnTo>
                  <a:lnTo>
                    <a:pt x="2351716" y="2635418"/>
                  </a:lnTo>
                  <a:lnTo>
                    <a:pt x="2386313" y="2622718"/>
                  </a:lnTo>
                  <a:close/>
                </a:path>
                <a:path w="6791959" h="7073265">
                  <a:moveTo>
                    <a:pt x="309090" y="2597318"/>
                  </a:moveTo>
                  <a:lnTo>
                    <a:pt x="340820" y="2648118"/>
                  </a:lnTo>
                  <a:lnTo>
                    <a:pt x="285860" y="2673518"/>
                  </a:lnTo>
                  <a:lnTo>
                    <a:pt x="254130" y="2622718"/>
                  </a:lnTo>
                  <a:lnTo>
                    <a:pt x="309090" y="2597318"/>
                  </a:lnTo>
                  <a:close/>
                </a:path>
                <a:path w="6791959" h="7073265">
                  <a:moveTo>
                    <a:pt x="1514701" y="2597318"/>
                  </a:moveTo>
                  <a:lnTo>
                    <a:pt x="1539968" y="2635418"/>
                  </a:lnTo>
                  <a:lnTo>
                    <a:pt x="1496209" y="2660818"/>
                  </a:lnTo>
                  <a:lnTo>
                    <a:pt x="1470941" y="2622718"/>
                  </a:lnTo>
                  <a:lnTo>
                    <a:pt x="1514701" y="2597318"/>
                  </a:lnTo>
                  <a:close/>
                </a:path>
                <a:path w="6791959" h="7073265">
                  <a:moveTo>
                    <a:pt x="643094" y="2571918"/>
                  </a:moveTo>
                  <a:lnTo>
                    <a:pt x="673645" y="2622718"/>
                  </a:lnTo>
                  <a:lnTo>
                    <a:pt x="620729" y="2660818"/>
                  </a:lnTo>
                  <a:lnTo>
                    <a:pt x="590172" y="2610018"/>
                  </a:lnTo>
                  <a:lnTo>
                    <a:pt x="643094" y="2571918"/>
                  </a:lnTo>
                  <a:close/>
                </a:path>
                <a:path w="6791959" h="7073265">
                  <a:moveTo>
                    <a:pt x="1848492" y="2571918"/>
                  </a:moveTo>
                  <a:lnTo>
                    <a:pt x="1872001" y="2622718"/>
                  </a:lnTo>
                  <a:lnTo>
                    <a:pt x="1831291" y="2648118"/>
                  </a:lnTo>
                  <a:lnTo>
                    <a:pt x="1807783" y="2597318"/>
                  </a:lnTo>
                  <a:lnTo>
                    <a:pt x="1848492" y="2571918"/>
                  </a:lnTo>
                  <a:close/>
                </a:path>
                <a:path w="6791959" h="7073265">
                  <a:moveTo>
                    <a:pt x="976992" y="2559218"/>
                  </a:moveTo>
                  <a:lnTo>
                    <a:pt x="1006080" y="2610018"/>
                  </a:lnTo>
                  <a:lnTo>
                    <a:pt x="955704" y="2635418"/>
                  </a:lnTo>
                  <a:lnTo>
                    <a:pt x="926616" y="2584618"/>
                  </a:lnTo>
                  <a:lnTo>
                    <a:pt x="976992" y="2559218"/>
                  </a:lnTo>
                  <a:close/>
                </a:path>
                <a:path w="6791959" h="7073265">
                  <a:moveTo>
                    <a:pt x="2182281" y="2559218"/>
                  </a:moveTo>
                  <a:lnTo>
                    <a:pt x="2204025" y="2597318"/>
                  </a:lnTo>
                  <a:lnTo>
                    <a:pt x="2166366" y="2622718"/>
                  </a:lnTo>
                  <a:lnTo>
                    <a:pt x="2144628" y="2584618"/>
                  </a:lnTo>
                  <a:lnTo>
                    <a:pt x="2182281" y="2559218"/>
                  </a:lnTo>
                  <a:close/>
                </a:path>
                <a:path w="6791959" h="7073265">
                  <a:moveTo>
                    <a:pt x="104847" y="2533818"/>
                  </a:moveTo>
                  <a:lnTo>
                    <a:pt x="137749" y="2597318"/>
                  </a:lnTo>
                  <a:lnTo>
                    <a:pt x="80758" y="2622718"/>
                  </a:lnTo>
                  <a:lnTo>
                    <a:pt x="47849" y="2571918"/>
                  </a:lnTo>
                  <a:lnTo>
                    <a:pt x="104847" y="2533818"/>
                  </a:lnTo>
                  <a:close/>
                </a:path>
                <a:path w="6791959" h="7073265">
                  <a:moveTo>
                    <a:pt x="1310783" y="2533818"/>
                  </a:moveTo>
                  <a:lnTo>
                    <a:pt x="1338106" y="2584618"/>
                  </a:lnTo>
                  <a:lnTo>
                    <a:pt x="1290781" y="2610018"/>
                  </a:lnTo>
                  <a:lnTo>
                    <a:pt x="1263458" y="2559218"/>
                  </a:lnTo>
                  <a:lnTo>
                    <a:pt x="1310783" y="2533818"/>
                  </a:lnTo>
                  <a:close/>
                </a:path>
                <a:path w="6791959" h="7073265">
                  <a:moveTo>
                    <a:pt x="438851" y="2521118"/>
                  </a:moveTo>
                  <a:lnTo>
                    <a:pt x="470581" y="2571918"/>
                  </a:lnTo>
                  <a:lnTo>
                    <a:pt x="415621" y="2610018"/>
                  </a:lnTo>
                  <a:lnTo>
                    <a:pt x="383890" y="2546518"/>
                  </a:lnTo>
                  <a:lnTo>
                    <a:pt x="438851" y="2521118"/>
                  </a:lnTo>
                  <a:close/>
                </a:path>
                <a:path w="6791959" h="7073265">
                  <a:moveTo>
                    <a:pt x="1644462" y="2521118"/>
                  </a:moveTo>
                  <a:lnTo>
                    <a:pt x="1669730" y="2559218"/>
                  </a:lnTo>
                  <a:lnTo>
                    <a:pt x="1625970" y="2584618"/>
                  </a:lnTo>
                  <a:lnTo>
                    <a:pt x="1600702" y="2546518"/>
                  </a:lnTo>
                  <a:lnTo>
                    <a:pt x="1644462" y="2521118"/>
                  </a:lnTo>
                  <a:close/>
                </a:path>
                <a:path w="6791959" h="7073265">
                  <a:moveTo>
                    <a:pt x="772855" y="2495718"/>
                  </a:moveTo>
                  <a:lnTo>
                    <a:pt x="803407" y="2546518"/>
                  </a:lnTo>
                  <a:lnTo>
                    <a:pt x="750484" y="2584618"/>
                  </a:lnTo>
                  <a:lnTo>
                    <a:pt x="719933" y="2533818"/>
                  </a:lnTo>
                  <a:lnTo>
                    <a:pt x="772855" y="2495718"/>
                  </a:lnTo>
                  <a:close/>
                </a:path>
                <a:path w="6791959" h="7073265">
                  <a:moveTo>
                    <a:pt x="1978147" y="2508418"/>
                  </a:moveTo>
                  <a:lnTo>
                    <a:pt x="2001353" y="2546518"/>
                  </a:lnTo>
                  <a:lnTo>
                    <a:pt x="1961153" y="2571918"/>
                  </a:lnTo>
                  <a:lnTo>
                    <a:pt x="1937947" y="2521118"/>
                  </a:lnTo>
                  <a:lnTo>
                    <a:pt x="1978147" y="2508418"/>
                  </a:lnTo>
                  <a:close/>
                </a:path>
                <a:path w="6791959" h="7073265">
                  <a:moveTo>
                    <a:pt x="1106753" y="2483018"/>
                  </a:moveTo>
                  <a:lnTo>
                    <a:pt x="1135841" y="2533818"/>
                  </a:lnTo>
                  <a:lnTo>
                    <a:pt x="1085460" y="2559218"/>
                  </a:lnTo>
                  <a:lnTo>
                    <a:pt x="1056378" y="2508418"/>
                  </a:lnTo>
                  <a:lnTo>
                    <a:pt x="1106753" y="2483018"/>
                  </a:lnTo>
                  <a:close/>
                </a:path>
                <a:path w="6791959" h="7073265">
                  <a:moveTo>
                    <a:pt x="2311931" y="2483018"/>
                  </a:moveTo>
                  <a:lnTo>
                    <a:pt x="2333378" y="2521118"/>
                  </a:lnTo>
                  <a:lnTo>
                    <a:pt x="2296229" y="2546518"/>
                  </a:lnTo>
                  <a:lnTo>
                    <a:pt x="2274782" y="2508418"/>
                  </a:lnTo>
                  <a:lnTo>
                    <a:pt x="2311931" y="2483018"/>
                  </a:lnTo>
                  <a:close/>
                </a:path>
                <a:path w="6791959" h="7073265">
                  <a:moveTo>
                    <a:pt x="234708" y="2457618"/>
                  </a:moveTo>
                  <a:lnTo>
                    <a:pt x="267907" y="2521118"/>
                  </a:lnTo>
                  <a:lnTo>
                    <a:pt x="210406" y="2546518"/>
                  </a:lnTo>
                  <a:lnTo>
                    <a:pt x="177207" y="2495718"/>
                  </a:lnTo>
                  <a:lnTo>
                    <a:pt x="234708" y="2457618"/>
                  </a:lnTo>
                  <a:close/>
                </a:path>
                <a:path w="6791959" h="7073265">
                  <a:moveTo>
                    <a:pt x="1440432" y="2457618"/>
                  </a:moveTo>
                  <a:lnTo>
                    <a:pt x="1467458" y="2508418"/>
                  </a:lnTo>
                  <a:lnTo>
                    <a:pt x="1420643" y="2533818"/>
                  </a:lnTo>
                  <a:lnTo>
                    <a:pt x="1393616" y="2495718"/>
                  </a:lnTo>
                  <a:lnTo>
                    <a:pt x="1440432" y="2457618"/>
                  </a:lnTo>
                  <a:close/>
                </a:path>
                <a:path w="6791959" h="7073265">
                  <a:moveTo>
                    <a:pt x="568712" y="2444918"/>
                  </a:moveTo>
                  <a:lnTo>
                    <a:pt x="600739" y="2495718"/>
                  </a:lnTo>
                  <a:lnTo>
                    <a:pt x="545269" y="2533818"/>
                  </a:lnTo>
                  <a:lnTo>
                    <a:pt x="513249" y="2470318"/>
                  </a:lnTo>
                  <a:lnTo>
                    <a:pt x="568712" y="2444918"/>
                  </a:lnTo>
                  <a:close/>
                </a:path>
                <a:path w="6791959" h="7073265">
                  <a:moveTo>
                    <a:pt x="1774116" y="2444918"/>
                  </a:moveTo>
                  <a:lnTo>
                    <a:pt x="1799088" y="2483018"/>
                  </a:lnTo>
                  <a:lnTo>
                    <a:pt x="1755832" y="2508418"/>
                  </a:lnTo>
                  <a:lnTo>
                    <a:pt x="1730860" y="2470318"/>
                  </a:lnTo>
                  <a:lnTo>
                    <a:pt x="1774116" y="2444918"/>
                  </a:lnTo>
                  <a:close/>
                </a:path>
                <a:path w="6791959" h="7073265">
                  <a:moveTo>
                    <a:pt x="902616" y="2419518"/>
                  </a:moveTo>
                  <a:lnTo>
                    <a:pt x="933167" y="2470318"/>
                  </a:lnTo>
                  <a:lnTo>
                    <a:pt x="880244" y="2508418"/>
                  </a:lnTo>
                  <a:lnTo>
                    <a:pt x="849693" y="2457618"/>
                  </a:lnTo>
                  <a:lnTo>
                    <a:pt x="902616" y="2419518"/>
                  </a:lnTo>
                  <a:close/>
                </a:path>
                <a:path w="6791959" h="7073265">
                  <a:moveTo>
                    <a:pt x="2107799" y="2432218"/>
                  </a:moveTo>
                  <a:lnTo>
                    <a:pt x="2130709" y="2470318"/>
                  </a:lnTo>
                  <a:lnTo>
                    <a:pt x="2091019" y="2495718"/>
                  </a:lnTo>
                  <a:lnTo>
                    <a:pt x="2068109" y="2457618"/>
                  </a:lnTo>
                  <a:lnTo>
                    <a:pt x="2107799" y="2432218"/>
                  </a:lnTo>
                  <a:close/>
                </a:path>
                <a:path w="6791959" h="7073265">
                  <a:moveTo>
                    <a:pt x="1236401" y="2406818"/>
                  </a:moveTo>
                  <a:lnTo>
                    <a:pt x="1265194" y="2457618"/>
                  </a:lnTo>
                  <a:lnTo>
                    <a:pt x="1215327" y="2483018"/>
                  </a:lnTo>
                  <a:lnTo>
                    <a:pt x="1186535" y="2432218"/>
                  </a:lnTo>
                  <a:lnTo>
                    <a:pt x="1236401" y="2406818"/>
                  </a:lnTo>
                  <a:close/>
                </a:path>
                <a:path w="6791959" h="7073265">
                  <a:moveTo>
                    <a:pt x="27024" y="2419518"/>
                  </a:moveTo>
                  <a:lnTo>
                    <a:pt x="51996" y="2457618"/>
                  </a:lnTo>
                  <a:lnTo>
                    <a:pt x="8739" y="2483018"/>
                  </a:lnTo>
                  <a:lnTo>
                    <a:pt x="0" y="2470318"/>
                  </a:lnTo>
                  <a:lnTo>
                    <a:pt x="0" y="2432218"/>
                  </a:lnTo>
                  <a:lnTo>
                    <a:pt x="27024" y="2419518"/>
                  </a:lnTo>
                  <a:close/>
                </a:path>
                <a:path w="6791959" h="7073265">
                  <a:moveTo>
                    <a:pt x="364469" y="2381418"/>
                  </a:moveTo>
                  <a:lnTo>
                    <a:pt x="397667" y="2444918"/>
                  </a:lnTo>
                  <a:lnTo>
                    <a:pt x="340166" y="2470318"/>
                  </a:lnTo>
                  <a:lnTo>
                    <a:pt x="306968" y="2419518"/>
                  </a:lnTo>
                  <a:lnTo>
                    <a:pt x="364469" y="2381418"/>
                  </a:lnTo>
                  <a:close/>
                </a:path>
                <a:path w="6791959" h="7073265">
                  <a:moveTo>
                    <a:pt x="1570086" y="2394118"/>
                  </a:moveTo>
                  <a:lnTo>
                    <a:pt x="1596822" y="2432218"/>
                  </a:lnTo>
                  <a:lnTo>
                    <a:pt x="1550516" y="2457618"/>
                  </a:lnTo>
                  <a:lnTo>
                    <a:pt x="1523780" y="2419518"/>
                  </a:lnTo>
                  <a:lnTo>
                    <a:pt x="1570086" y="2394118"/>
                  </a:lnTo>
                  <a:close/>
                </a:path>
                <a:path w="6791959" h="7073265">
                  <a:moveTo>
                    <a:pt x="698474" y="2368718"/>
                  </a:moveTo>
                  <a:lnTo>
                    <a:pt x="730500" y="2419518"/>
                  </a:lnTo>
                  <a:lnTo>
                    <a:pt x="675030" y="2457618"/>
                  </a:lnTo>
                  <a:lnTo>
                    <a:pt x="643010" y="2394118"/>
                  </a:lnTo>
                  <a:lnTo>
                    <a:pt x="698474" y="2368718"/>
                  </a:lnTo>
                  <a:close/>
                </a:path>
                <a:path w="6791959" h="7073265">
                  <a:moveTo>
                    <a:pt x="1903765" y="2368718"/>
                  </a:moveTo>
                  <a:lnTo>
                    <a:pt x="1928441" y="2419518"/>
                  </a:lnTo>
                  <a:lnTo>
                    <a:pt x="1885700" y="2444918"/>
                  </a:lnTo>
                  <a:lnTo>
                    <a:pt x="1861018" y="2394118"/>
                  </a:lnTo>
                  <a:lnTo>
                    <a:pt x="1903765" y="2368718"/>
                  </a:lnTo>
                  <a:close/>
                </a:path>
                <a:path w="6791959" h="7073265">
                  <a:moveTo>
                    <a:pt x="1032370" y="2343318"/>
                  </a:moveTo>
                  <a:lnTo>
                    <a:pt x="1062928" y="2406818"/>
                  </a:lnTo>
                  <a:lnTo>
                    <a:pt x="1009999" y="2432218"/>
                  </a:lnTo>
                  <a:lnTo>
                    <a:pt x="979448" y="2381418"/>
                  </a:lnTo>
                  <a:lnTo>
                    <a:pt x="1032370" y="2343318"/>
                  </a:lnTo>
                  <a:close/>
                </a:path>
                <a:path w="6791959" h="7073265">
                  <a:moveTo>
                    <a:pt x="2237448" y="2356018"/>
                  </a:moveTo>
                  <a:lnTo>
                    <a:pt x="2260075" y="2394118"/>
                  </a:lnTo>
                  <a:lnTo>
                    <a:pt x="2220888" y="2419518"/>
                  </a:lnTo>
                  <a:lnTo>
                    <a:pt x="2198261" y="2381418"/>
                  </a:lnTo>
                  <a:lnTo>
                    <a:pt x="2237448" y="2356018"/>
                  </a:lnTo>
                  <a:close/>
                </a:path>
                <a:path w="6791959" h="7073265">
                  <a:moveTo>
                    <a:pt x="160332" y="2330618"/>
                  </a:moveTo>
                  <a:lnTo>
                    <a:pt x="195000" y="2394118"/>
                  </a:lnTo>
                  <a:lnTo>
                    <a:pt x="134952" y="2419518"/>
                  </a:lnTo>
                  <a:lnTo>
                    <a:pt x="100284" y="2368718"/>
                  </a:lnTo>
                  <a:lnTo>
                    <a:pt x="160332" y="2330618"/>
                  </a:lnTo>
                  <a:close/>
                </a:path>
                <a:path w="6791959" h="7073265">
                  <a:moveTo>
                    <a:pt x="1366056" y="2330618"/>
                  </a:moveTo>
                  <a:lnTo>
                    <a:pt x="1394552" y="2381418"/>
                  </a:lnTo>
                  <a:lnTo>
                    <a:pt x="1345189" y="2406818"/>
                  </a:lnTo>
                  <a:lnTo>
                    <a:pt x="1316693" y="2356018"/>
                  </a:lnTo>
                  <a:lnTo>
                    <a:pt x="1366056" y="2330618"/>
                  </a:lnTo>
                  <a:close/>
                </a:path>
                <a:path w="6791959" h="7073265">
                  <a:moveTo>
                    <a:pt x="494330" y="2305218"/>
                  </a:moveTo>
                  <a:lnTo>
                    <a:pt x="527825" y="2368718"/>
                  </a:lnTo>
                  <a:lnTo>
                    <a:pt x="469815" y="2406818"/>
                  </a:lnTo>
                  <a:lnTo>
                    <a:pt x="436326" y="2343318"/>
                  </a:lnTo>
                  <a:lnTo>
                    <a:pt x="494330" y="2305218"/>
                  </a:lnTo>
                  <a:close/>
                </a:path>
                <a:path w="6791959" h="7073265">
                  <a:moveTo>
                    <a:pt x="1699734" y="2317918"/>
                  </a:moveTo>
                  <a:lnTo>
                    <a:pt x="1726175" y="2356018"/>
                  </a:lnTo>
                  <a:lnTo>
                    <a:pt x="1680377" y="2381418"/>
                  </a:lnTo>
                  <a:lnTo>
                    <a:pt x="1653937" y="2343318"/>
                  </a:lnTo>
                  <a:lnTo>
                    <a:pt x="1699734" y="2317918"/>
                  </a:lnTo>
                  <a:close/>
                </a:path>
                <a:path w="6791959" h="7073265">
                  <a:moveTo>
                    <a:pt x="828234" y="2292518"/>
                  </a:moveTo>
                  <a:lnTo>
                    <a:pt x="860254" y="2343318"/>
                  </a:lnTo>
                  <a:lnTo>
                    <a:pt x="804790" y="2381418"/>
                  </a:lnTo>
                  <a:lnTo>
                    <a:pt x="772770" y="2317918"/>
                  </a:lnTo>
                  <a:lnTo>
                    <a:pt x="828234" y="2292518"/>
                  </a:lnTo>
                  <a:close/>
                </a:path>
                <a:path w="6791959" h="7073265">
                  <a:moveTo>
                    <a:pt x="2033305" y="2292518"/>
                  </a:moveTo>
                  <a:lnTo>
                    <a:pt x="2057400" y="2343318"/>
                  </a:lnTo>
                  <a:lnTo>
                    <a:pt x="2015672" y="2368718"/>
                  </a:lnTo>
                  <a:lnTo>
                    <a:pt x="1991577" y="2317918"/>
                  </a:lnTo>
                  <a:lnTo>
                    <a:pt x="2033305" y="2292518"/>
                  </a:lnTo>
                  <a:close/>
                </a:path>
                <a:path w="6791959" h="7073265">
                  <a:moveTo>
                    <a:pt x="1162020" y="2279818"/>
                  </a:moveTo>
                  <a:lnTo>
                    <a:pt x="1192280" y="2330618"/>
                  </a:lnTo>
                  <a:lnTo>
                    <a:pt x="1139867" y="2356018"/>
                  </a:lnTo>
                  <a:lnTo>
                    <a:pt x="1109606" y="2305218"/>
                  </a:lnTo>
                  <a:lnTo>
                    <a:pt x="1162020" y="2279818"/>
                  </a:lnTo>
                  <a:close/>
                </a:path>
                <a:path w="6791959" h="7073265">
                  <a:moveTo>
                    <a:pt x="290200" y="2254418"/>
                  </a:moveTo>
                  <a:lnTo>
                    <a:pt x="325164" y="2317918"/>
                  </a:lnTo>
                  <a:lnTo>
                    <a:pt x="264600" y="2343318"/>
                  </a:lnTo>
                  <a:lnTo>
                    <a:pt x="229643" y="2292518"/>
                  </a:lnTo>
                  <a:lnTo>
                    <a:pt x="290200" y="2254418"/>
                  </a:lnTo>
                  <a:close/>
                </a:path>
                <a:path w="6791959" h="7073265">
                  <a:moveTo>
                    <a:pt x="1495704" y="2254418"/>
                  </a:moveTo>
                  <a:lnTo>
                    <a:pt x="1523910" y="2305218"/>
                  </a:lnTo>
                  <a:lnTo>
                    <a:pt x="1475062" y="2330618"/>
                  </a:lnTo>
                  <a:lnTo>
                    <a:pt x="1446857" y="2279818"/>
                  </a:lnTo>
                  <a:lnTo>
                    <a:pt x="1495704" y="2254418"/>
                  </a:lnTo>
                  <a:close/>
                </a:path>
                <a:path w="6791959" h="7073265">
                  <a:moveTo>
                    <a:pt x="624092" y="2229018"/>
                  </a:moveTo>
                  <a:lnTo>
                    <a:pt x="657587" y="2292518"/>
                  </a:lnTo>
                  <a:lnTo>
                    <a:pt x="599576" y="2330618"/>
                  </a:lnTo>
                  <a:lnTo>
                    <a:pt x="566081" y="2267118"/>
                  </a:lnTo>
                  <a:lnTo>
                    <a:pt x="624092" y="2229018"/>
                  </a:lnTo>
                  <a:close/>
                </a:path>
                <a:path w="6791959" h="7073265">
                  <a:moveTo>
                    <a:pt x="1829384" y="2241718"/>
                  </a:moveTo>
                  <a:lnTo>
                    <a:pt x="1855534" y="2279818"/>
                  </a:lnTo>
                  <a:lnTo>
                    <a:pt x="1810240" y="2305218"/>
                  </a:lnTo>
                  <a:lnTo>
                    <a:pt x="1784096" y="2267118"/>
                  </a:lnTo>
                  <a:lnTo>
                    <a:pt x="1829384" y="2241718"/>
                  </a:lnTo>
                  <a:close/>
                </a:path>
                <a:path w="6791959" h="7073265">
                  <a:moveTo>
                    <a:pt x="957995" y="2216318"/>
                  </a:moveTo>
                  <a:lnTo>
                    <a:pt x="990015" y="2267118"/>
                  </a:lnTo>
                  <a:lnTo>
                    <a:pt x="934545" y="2305218"/>
                  </a:lnTo>
                  <a:lnTo>
                    <a:pt x="902525" y="2254418"/>
                  </a:lnTo>
                  <a:lnTo>
                    <a:pt x="957995" y="2216318"/>
                  </a:lnTo>
                  <a:close/>
                </a:path>
                <a:path w="6791959" h="7073265">
                  <a:moveTo>
                    <a:pt x="2162960" y="2229018"/>
                  </a:moveTo>
                  <a:lnTo>
                    <a:pt x="2186753" y="2267118"/>
                  </a:lnTo>
                  <a:lnTo>
                    <a:pt x="2145540" y="2292518"/>
                  </a:lnTo>
                  <a:lnTo>
                    <a:pt x="2121742" y="2241718"/>
                  </a:lnTo>
                  <a:lnTo>
                    <a:pt x="2162960" y="2229018"/>
                  </a:lnTo>
                  <a:close/>
                </a:path>
                <a:path w="6791959" h="7073265">
                  <a:moveTo>
                    <a:pt x="85843" y="2190918"/>
                  </a:moveTo>
                  <a:lnTo>
                    <a:pt x="121690" y="2254418"/>
                  </a:lnTo>
                  <a:lnTo>
                    <a:pt x="59604" y="2292518"/>
                  </a:lnTo>
                  <a:lnTo>
                    <a:pt x="23764" y="2229018"/>
                  </a:lnTo>
                  <a:lnTo>
                    <a:pt x="85843" y="2190918"/>
                  </a:lnTo>
                  <a:close/>
                </a:path>
                <a:path w="6791959" h="7073265">
                  <a:moveTo>
                    <a:pt x="1291674" y="2203618"/>
                  </a:moveTo>
                  <a:lnTo>
                    <a:pt x="1321644" y="2254418"/>
                  </a:lnTo>
                  <a:lnTo>
                    <a:pt x="1269735" y="2279818"/>
                  </a:lnTo>
                  <a:lnTo>
                    <a:pt x="1239770" y="2229018"/>
                  </a:lnTo>
                  <a:lnTo>
                    <a:pt x="1291674" y="2203618"/>
                  </a:lnTo>
                  <a:close/>
                </a:path>
                <a:path w="6791959" h="7073265">
                  <a:moveTo>
                    <a:pt x="419955" y="2178218"/>
                  </a:moveTo>
                  <a:lnTo>
                    <a:pt x="454919" y="2241718"/>
                  </a:lnTo>
                  <a:lnTo>
                    <a:pt x="394361" y="2279818"/>
                  </a:lnTo>
                  <a:lnTo>
                    <a:pt x="359403" y="2216318"/>
                  </a:lnTo>
                  <a:lnTo>
                    <a:pt x="419955" y="2178218"/>
                  </a:lnTo>
                  <a:close/>
                </a:path>
                <a:path w="6791959" h="7073265">
                  <a:moveTo>
                    <a:pt x="1625352" y="2178218"/>
                  </a:moveTo>
                  <a:lnTo>
                    <a:pt x="1653262" y="2229018"/>
                  </a:lnTo>
                  <a:lnTo>
                    <a:pt x="1604924" y="2254418"/>
                  </a:lnTo>
                  <a:lnTo>
                    <a:pt x="1577014" y="2216318"/>
                  </a:lnTo>
                  <a:lnTo>
                    <a:pt x="1625352" y="2178218"/>
                  </a:lnTo>
                  <a:close/>
                </a:path>
                <a:path w="6791959" h="7073265">
                  <a:moveTo>
                    <a:pt x="753852" y="2165518"/>
                  </a:moveTo>
                  <a:lnTo>
                    <a:pt x="787347" y="2216318"/>
                  </a:lnTo>
                  <a:lnTo>
                    <a:pt x="729336" y="2254418"/>
                  </a:lnTo>
                  <a:lnTo>
                    <a:pt x="695841" y="2190918"/>
                  </a:lnTo>
                  <a:lnTo>
                    <a:pt x="753852" y="2165518"/>
                  </a:lnTo>
                  <a:close/>
                </a:path>
                <a:path w="6791959" h="7073265">
                  <a:moveTo>
                    <a:pt x="1958929" y="2165518"/>
                  </a:moveTo>
                  <a:lnTo>
                    <a:pt x="1984487" y="2203618"/>
                  </a:lnTo>
                  <a:lnTo>
                    <a:pt x="1940218" y="2241718"/>
                  </a:lnTo>
                  <a:lnTo>
                    <a:pt x="1914660" y="2190918"/>
                  </a:lnTo>
                  <a:lnTo>
                    <a:pt x="1958929" y="2165518"/>
                  </a:lnTo>
                  <a:close/>
                </a:path>
                <a:path w="6791959" h="7073265">
                  <a:moveTo>
                    <a:pt x="1087643" y="2140118"/>
                  </a:moveTo>
                  <a:lnTo>
                    <a:pt x="1119374" y="2203618"/>
                  </a:lnTo>
                  <a:lnTo>
                    <a:pt x="1064419" y="2229018"/>
                  </a:lnTo>
                  <a:lnTo>
                    <a:pt x="1032689" y="2178218"/>
                  </a:lnTo>
                  <a:lnTo>
                    <a:pt x="1087643" y="2140118"/>
                  </a:lnTo>
                  <a:close/>
                </a:path>
                <a:path w="6791959" h="7073265">
                  <a:moveTo>
                    <a:pt x="215924" y="2114718"/>
                  </a:moveTo>
                  <a:lnTo>
                    <a:pt x="252647" y="2190918"/>
                  </a:lnTo>
                  <a:lnTo>
                    <a:pt x="189046" y="2216318"/>
                  </a:lnTo>
                  <a:lnTo>
                    <a:pt x="152317" y="2152818"/>
                  </a:lnTo>
                  <a:lnTo>
                    <a:pt x="215924" y="2114718"/>
                  </a:lnTo>
                  <a:close/>
                </a:path>
                <a:path w="6791959" h="7073265">
                  <a:moveTo>
                    <a:pt x="1421328" y="2127418"/>
                  </a:moveTo>
                  <a:lnTo>
                    <a:pt x="1450996" y="2178218"/>
                  </a:lnTo>
                  <a:lnTo>
                    <a:pt x="1399602" y="2203618"/>
                  </a:lnTo>
                  <a:lnTo>
                    <a:pt x="1369934" y="2152818"/>
                  </a:lnTo>
                  <a:lnTo>
                    <a:pt x="1421328" y="2127418"/>
                  </a:lnTo>
                  <a:close/>
                </a:path>
                <a:path w="6791959" h="7073265">
                  <a:moveTo>
                    <a:pt x="549823" y="2102018"/>
                  </a:moveTo>
                  <a:lnTo>
                    <a:pt x="585077" y="2165518"/>
                  </a:lnTo>
                  <a:lnTo>
                    <a:pt x="524010" y="2203618"/>
                  </a:lnTo>
                  <a:lnTo>
                    <a:pt x="488756" y="2140118"/>
                  </a:lnTo>
                  <a:lnTo>
                    <a:pt x="549823" y="2102018"/>
                  </a:lnTo>
                  <a:close/>
                </a:path>
                <a:path w="6791959" h="7073265">
                  <a:moveTo>
                    <a:pt x="1755007" y="2102018"/>
                  </a:moveTo>
                  <a:lnTo>
                    <a:pt x="1782621" y="2152818"/>
                  </a:lnTo>
                  <a:lnTo>
                    <a:pt x="1734792" y="2178218"/>
                  </a:lnTo>
                  <a:lnTo>
                    <a:pt x="1707173" y="2140118"/>
                  </a:lnTo>
                  <a:lnTo>
                    <a:pt x="1755007" y="2102018"/>
                  </a:lnTo>
                  <a:close/>
                </a:path>
                <a:path w="6791959" h="7073265">
                  <a:moveTo>
                    <a:pt x="883613" y="2089318"/>
                  </a:moveTo>
                  <a:lnTo>
                    <a:pt x="917102" y="2140118"/>
                  </a:lnTo>
                  <a:lnTo>
                    <a:pt x="859092" y="2178218"/>
                  </a:lnTo>
                  <a:lnTo>
                    <a:pt x="825597" y="2114718"/>
                  </a:lnTo>
                  <a:lnTo>
                    <a:pt x="883613" y="2089318"/>
                  </a:lnTo>
                  <a:close/>
                </a:path>
                <a:path w="6791959" h="7073265">
                  <a:moveTo>
                    <a:pt x="2088578" y="2089318"/>
                  </a:moveTo>
                  <a:lnTo>
                    <a:pt x="2113846" y="2140118"/>
                  </a:lnTo>
                  <a:lnTo>
                    <a:pt x="2070087" y="2165518"/>
                  </a:lnTo>
                  <a:lnTo>
                    <a:pt x="2044819" y="2114718"/>
                  </a:lnTo>
                  <a:lnTo>
                    <a:pt x="2088578" y="2089318"/>
                  </a:lnTo>
                  <a:close/>
                </a:path>
                <a:path w="6791959" h="7073265">
                  <a:moveTo>
                    <a:pt x="1217292" y="2063918"/>
                  </a:moveTo>
                  <a:lnTo>
                    <a:pt x="1248732" y="2127418"/>
                  </a:lnTo>
                  <a:lnTo>
                    <a:pt x="1194281" y="2152818"/>
                  </a:lnTo>
                  <a:lnTo>
                    <a:pt x="1162841" y="2102018"/>
                  </a:lnTo>
                  <a:lnTo>
                    <a:pt x="1217292" y="2063918"/>
                  </a:lnTo>
                  <a:close/>
                </a:path>
                <a:path w="6791959" h="7073265">
                  <a:moveTo>
                    <a:pt x="345686" y="2051218"/>
                  </a:moveTo>
                  <a:lnTo>
                    <a:pt x="382409" y="2114718"/>
                  </a:lnTo>
                  <a:lnTo>
                    <a:pt x="318807" y="2140118"/>
                  </a:lnTo>
                  <a:lnTo>
                    <a:pt x="282078" y="2076618"/>
                  </a:lnTo>
                  <a:lnTo>
                    <a:pt x="345686" y="2051218"/>
                  </a:lnTo>
                  <a:close/>
                </a:path>
                <a:path w="6791959" h="7073265">
                  <a:moveTo>
                    <a:pt x="0" y="2089318"/>
                  </a:moveTo>
                  <a:lnTo>
                    <a:pt x="5764" y="2089318"/>
                  </a:lnTo>
                  <a:lnTo>
                    <a:pt x="27507" y="2127418"/>
                  </a:lnTo>
                  <a:lnTo>
                    <a:pt x="0" y="2140118"/>
                  </a:lnTo>
                  <a:lnTo>
                    <a:pt x="0" y="2089318"/>
                  </a:lnTo>
                  <a:close/>
                </a:path>
                <a:path w="6791959" h="7073265">
                  <a:moveTo>
                    <a:pt x="1550976" y="2051218"/>
                  </a:moveTo>
                  <a:lnTo>
                    <a:pt x="1580355" y="2102018"/>
                  </a:lnTo>
                  <a:lnTo>
                    <a:pt x="1529469" y="2127418"/>
                  </a:lnTo>
                  <a:lnTo>
                    <a:pt x="1500091" y="2076618"/>
                  </a:lnTo>
                  <a:lnTo>
                    <a:pt x="1550976" y="2051218"/>
                  </a:lnTo>
                  <a:close/>
                </a:path>
                <a:path w="6791959" h="7073265">
                  <a:moveTo>
                    <a:pt x="679577" y="2025818"/>
                  </a:moveTo>
                  <a:lnTo>
                    <a:pt x="714830" y="2089318"/>
                  </a:lnTo>
                  <a:lnTo>
                    <a:pt x="653770" y="2127418"/>
                  </a:lnTo>
                  <a:lnTo>
                    <a:pt x="618516" y="2063918"/>
                  </a:lnTo>
                  <a:lnTo>
                    <a:pt x="679577" y="2025818"/>
                  </a:lnTo>
                  <a:close/>
                </a:path>
                <a:path w="6791959" h="7073265">
                  <a:moveTo>
                    <a:pt x="1884660" y="2038518"/>
                  </a:moveTo>
                  <a:lnTo>
                    <a:pt x="1911983" y="2076618"/>
                  </a:lnTo>
                  <a:lnTo>
                    <a:pt x="1864657" y="2102018"/>
                  </a:lnTo>
                  <a:lnTo>
                    <a:pt x="1837334" y="2063918"/>
                  </a:lnTo>
                  <a:lnTo>
                    <a:pt x="1884660" y="2038518"/>
                  </a:lnTo>
                  <a:close/>
                </a:path>
                <a:path w="6791959" h="7073265">
                  <a:moveTo>
                    <a:pt x="1013267" y="2013118"/>
                  </a:moveTo>
                  <a:lnTo>
                    <a:pt x="1046466" y="2063918"/>
                  </a:lnTo>
                  <a:lnTo>
                    <a:pt x="988959" y="2102018"/>
                  </a:lnTo>
                  <a:lnTo>
                    <a:pt x="955761" y="2038518"/>
                  </a:lnTo>
                  <a:lnTo>
                    <a:pt x="1013267" y="2013118"/>
                  </a:lnTo>
                  <a:close/>
                </a:path>
                <a:path w="6791959" h="7073265">
                  <a:moveTo>
                    <a:pt x="141655" y="1987718"/>
                  </a:moveTo>
                  <a:lnTo>
                    <a:pt x="180144" y="2051218"/>
                  </a:lnTo>
                  <a:lnTo>
                    <a:pt x="113480" y="2089318"/>
                  </a:lnTo>
                  <a:lnTo>
                    <a:pt x="74991" y="2025818"/>
                  </a:lnTo>
                  <a:lnTo>
                    <a:pt x="141655" y="1987718"/>
                  </a:lnTo>
                  <a:close/>
                </a:path>
                <a:path w="6791959" h="7073265">
                  <a:moveTo>
                    <a:pt x="1346946" y="1987718"/>
                  </a:moveTo>
                  <a:lnTo>
                    <a:pt x="1378084" y="2051218"/>
                  </a:lnTo>
                  <a:lnTo>
                    <a:pt x="1324149" y="2076618"/>
                  </a:lnTo>
                  <a:lnTo>
                    <a:pt x="1293011" y="2025818"/>
                  </a:lnTo>
                  <a:lnTo>
                    <a:pt x="1346946" y="1987718"/>
                  </a:lnTo>
                  <a:close/>
                </a:path>
                <a:path w="6791959" h="7073265">
                  <a:moveTo>
                    <a:pt x="475554" y="1975018"/>
                  </a:moveTo>
                  <a:lnTo>
                    <a:pt x="512567" y="2038518"/>
                  </a:lnTo>
                  <a:lnTo>
                    <a:pt x="448456" y="2076618"/>
                  </a:lnTo>
                  <a:lnTo>
                    <a:pt x="411437" y="2013118"/>
                  </a:lnTo>
                  <a:lnTo>
                    <a:pt x="475554" y="1975018"/>
                  </a:lnTo>
                  <a:close/>
                </a:path>
                <a:path w="6791959" h="7073265">
                  <a:moveTo>
                    <a:pt x="1680626" y="1975018"/>
                  </a:moveTo>
                  <a:lnTo>
                    <a:pt x="1709714" y="2025818"/>
                  </a:lnTo>
                  <a:lnTo>
                    <a:pt x="1659333" y="2051218"/>
                  </a:lnTo>
                  <a:lnTo>
                    <a:pt x="1630251" y="2000418"/>
                  </a:lnTo>
                  <a:lnTo>
                    <a:pt x="1680626" y="1975018"/>
                  </a:lnTo>
                  <a:close/>
                </a:path>
                <a:path w="6791959" h="7073265">
                  <a:moveTo>
                    <a:pt x="809237" y="1949618"/>
                  </a:moveTo>
                  <a:lnTo>
                    <a:pt x="844195" y="2013118"/>
                  </a:lnTo>
                  <a:lnTo>
                    <a:pt x="783637" y="2051218"/>
                  </a:lnTo>
                  <a:lnTo>
                    <a:pt x="748673" y="1987718"/>
                  </a:lnTo>
                  <a:lnTo>
                    <a:pt x="809237" y="1949618"/>
                  </a:lnTo>
                  <a:close/>
                </a:path>
                <a:path w="6791959" h="7073265">
                  <a:moveTo>
                    <a:pt x="2014202" y="1962318"/>
                  </a:moveTo>
                  <a:lnTo>
                    <a:pt x="2040939" y="2000418"/>
                  </a:lnTo>
                  <a:lnTo>
                    <a:pt x="1994633" y="2038518"/>
                  </a:lnTo>
                  <a:lnTo>
                    <a:pt x="1967896" y="1987718"/>
                  </a:lnTo>
                  <a:lnTo>
                    <a:pt x="2014202" y="1962318"/>
                  </a:lnTo>
                  <a:close/>
                </a:path>
                <a:path w="6791959" h="7073265">
                  <a:moveTo>
                    <a:pt x="1142916" y="1936918"/>
                  </a:moveTo>
                  <a:lnTo>
                    <a:pt x="1175818" y="1987718"/>
                  </a:lnTo>
                  <a:lnTo>
                    <a:pt x="1118827" y="2025818"/>
                  </a:lnTo>
                  <a:lnTo>
                    <a:pt x="1085919" y="1975018"/>
                  </a:lnTo>
                  <a:lnTo>
                    <a:pt x="1142916" y="1936918"/>
                  </a:lnTo>
                  <a:close/>
                </a:path>
                <a:path w="6791959" h="7073265">
                  <a:moveTo>
                    <a:pt x="271416" y="1911518"/>
                  </a:moveTo>
                  <a:lnTo>
                    <a:pt x="309899" y="1975018"/>
                  </a:lnTo>
                  <a:lnTo>
                    <a:pt x="243240" y="2013118"/>
                  </a:lnTo>
                  <a:lnTo>
                    <a:pt x="204752" y="1949618"/>
                  </a:lnTo>
                  <a:lnTo>
                    <a:pt x="271416" y="1911518"/>
                  </a:lnTo>
                  <a:close/>
                </a:path>
                <a:path w="6791959" h="7073265">
                  <a:moveTo>
                    <a:pt x="1476595" y="1924218"/>
                  </a:moveTo>
                  <a:lnTo>
                    <a:pt x="1507442" y="1975018"/>
                  </a:lnTo>
                  <a:lnTo>
                    <a:pt x="1454016" y="2000418"/>
                  </a:lnTo>
                  <a:lnTo>
                    <a:pt x="1423163" y="1949618"/>
                  </a:lnTo>
                  <a:lnTo>
                    <a:pt x="1476595" y="1924218"/>
                  </a:lnTo>
                  <a:close/>
                </a:path>
                <a:path w="6791959" h="7073265">
                  <a:moveTo>
                    <a:pt x="605308" y="1898818"/>
                  </a:moveTo>
                  <a:lnTo>
                    <a:pt x="642327" y="1962318"/>
                  </a:lnTo>
                  <a:lnTo>
                    <a:pt x="578210" y="2000418"/>
                  </a:lnTo>
                  <a:lnTo>
                    <a:pt x="541190" y="1936918"/>
                  </a:lnTo>
                  <a:lnTo>
                    <a:pt x="605308" y="1898818"/>
                  </a:lnTo>
                  <a:close/>
                </a:path>
                <a:path w="6791959" h="7073265">
                  <a:moveTo>
                    <a:pt x="1810278" y="1898818"/>
                  </a:moveTo>
                  <a:lnTo>
                    <a:pt x="1839070" y="1949618"/>
                  </a:lnTo>
                  <a:lnTo>
                    <a:pt x="1789204" y="1975018"/>
                  </a:lnTo>
                  <a:lnTo>
                    <a:pt x="1760411" y="1924218"/>
                  </a:lnTo>
                  <a:lnTo>
                    <a:pt x="1810278" y="1898818"/>
                  </a:lnTo>
                  <a:close/>
                </a:path>
                <a:path w="6791959" h="7073265">
                  <a:moveTo>
                    <a:pt x="938992" y="1873418"/>
                  </a:moveTo>
                  <a:lnTo>
                    <a:pt x="973950" y="1936918"/>
                  </a:lnTo>
                  <a:lnTo>
                    <a:pt x="913398" y="1975018"/>
                  </a:lnTo>
                  <a:lnTo>
                    <a:pt x="878434" y="1911518"/>
                  </a:lnTo>
                  <a:lnTo>
                    <a:pt x="938992" y="1873418"/>
                  </a:lnTo>
                  <a:close/>
                </a:path>
                <a:path w="6791959" h="7073265">
                  <a:moveTo>
                    <a:pt x="66089" y="1860718"/>
                  </a:moveTo>
                  <a:lnTo>
                    <a:pt x="102812" y="1924218"/>
                  </a:lnTo>
                  <a:lnTo>
                    <a:pt x="39210" y="1962318"/>
                  </a:lnTo>
                  <a:lnTo>
                    <a:pt x="2487" y="1898818"/>
                  </a:lnTo>
                  <a:lnTo>
                    <a:pt x="66089" y="1860718"/>
                  </a:lnTo>
                  <a:close/>
                </a:path>
                <a:path w="6791959" h="7073265">
                  <a:moveTo>
                    <a:pt x="1272564" y="1860718"/>
                  </a:moveTo>
                  <a:lnTo>
                    <a:pt x="1305176" y="1924218"/>
                  </a:lnTo>
                  <a:lnTo>
                    <a:pt x="1248694" y="1949618"/>
                  </a:lnTo>
                  <a:lnTo>
                    <a:pt x="1216082" y="1898818"/>
                  </a:lnTo>
                  <a:lnTo>
                    <a:pt x="1272564" y="1860718"/>
                  </a:lnTo>
                  <a:close/>
                </a:path>
                <a:path w="6791959" h="7073265">
                  <a:moveTo>
                    <a:pt x="401279" y="1835318"/>
                  </a:moveTo>
                  <a:lnTo>
                    <a:pt x="440063" y="1911518"/>
                  </a:lnTo>
                  <a:lnTo>
                    <a:pt x="372889" y="1949618"/>
                  </a:lnTo>
                  <a:lnTo>
                    <a:pt x="334111" y="1873418"/>
                  </a:lnTo>
                  <a:lnTo>
                    <a:pt x="401279" y="1835318"/>
                  </a:lnTo>
                  <a:close/>
                </a:path>
                <a:path w="6791959" h="7073265">
                  <a:moveTo>
                    <a:pt x="1606244" y="1848018"/>
                  </a:moveTo>
                  <a:lnTo>
                    <a:pt x="1636801" y="1898818"/>
                  </a:lnTo>
                  <a:lnTo>
                    <a:pt x="1583878" y="1924218"/>
                  </a:lnTo>
                  <a:lnTo>
                    <a:pt x="1553327" y="1873418"/>
                  </a:lnTo>
                  <a:lnTo>
                    <a:pt x="1606244" y="1848018"/>
                  </a:lnTo>
                  <a:close/>
                </a:path>
                <a:path w="6791959" h="7073265">
                  <a:moveTo>
                    <a:pt x="734956" y="1822618"/>
                  </a:moveTo>
                  <a:lnTo>
                    <a:pt x="771685" y="1886118"/>
                  </a:lnTo>
                  <a:lnTo>
                    <a:pt x="708077" y="1924218"/>
                  </a:lnTo>
                  <a:lnTo>
                    <a:pt x="671354" y="1860718"/>
                  </a:lnTo>
                  <a:lnTo>
                    <a:pt x="734956" y="1822618"/>
                  </a:lnTo>
                  <a:close/>
                </a:path>
                <a:path w="6791959" h="7073265">
                  <a:moveTo>
                    <a:pt x="1939821" y="1822618"/>
                  </a:moveTo>
                  <a:lnTo>
                    <a:pt x="1968026" y="1873418"/>
                  </a:lnTo>
                  <a:lnTo>
                    <a:pt x="1919179" y="1898818"/>
                  </a:lnTo>
                  <a:lnTo>
                    <a:pt x="1890973" y="1860718"/>
                  </a:lnTo>
                  <a:lnTo>
                    <a:pt x="1939821" y="1822618"/>
                  </a:lnTo>
                  <a:close/>
                </a:path>
                <a:path w="6791959" h="7073265">
                  <a:moveTo>
                    <a:pt x="1068647" y="1809918"/>
                  </a:moveTo>
                  <a:lnTo>
                    <a:pt x="1103315" y="1860718"/>
                  </a:lnTo>
                  <a:lnTo>
                    <a:pt x="1043267" y="1898818"/>
                  </a:lnTo>
                  <a:lnTo>
                    <a:pt x="1008599" y="1835318"/>
                  </a:lnTo>
                  <a:lnTo>
                    <a:pt x="1068647" y="1809918"/>
                  </a:lnTo>
                  <a:close/>
                </a:path>
                <a:path w="6791959" h="7073265">
                  <a:moveTo>
                    <a:pt x="197035" y="1784518"/>
                  </a:moveTo>
                  <a:lnTo>
                    <a:pt x="236992" y="1848018"/>
                  </a:lnTo>
                  <a:lnTo>
                    <a:pt x="167787" y="1886118"/>
                  </a:lnTo>
                  <a:lnTo>
                    <a:pt x="127830" y="1822618"/>
                  </a:lnTo>
                  <a:lnTo>
                    <a:pt x="197035" y="1784518"/>
                  </a:lnTo>
                  <a:close/>
                </a:path>
                <a:path w="6791959" h="7073265">
                  <a:moveTo>
                    <a:pt x="1402219" y="1784518"/>
                  </a:moveTo>
                  <a:lnTo>
                    <a:pt x="1434535" y="1848018"/>
                  </a:lnTo>
                  <a:lnTo>
                    <a:pt x="1378562" y="1873418"/>
                  </a:lnTo>
                  <a:lnTo>
                    <a:pt x="1346246" y="1822618"/>
                  </a:lnTo>
                  <a:lnTo>
                    <a:pt x="1402219" y="1784518"/>
                  </a:lnTo>
                  <a:close/>
                </a:path>
                <a:path w="6791959" h="7073265">
                  <a:moveTo>
                    <a:pt x="531039" y="1759118"/>
                  </a:moveTo>
                  <a:lnTo>
                    <a:pt x="569823" y="1835318"/>
                  </a:lnTo>
                  <a:lnTo>
                    <a:pt x="502650" y="1873418"/>
                  </a:lnTo>
                  <a:lnTo>
                    <a:pt x="463865" y="1797218"/>
                  </a:lnTo>
                  <a:lnTo>
                    <a:pt x="531039" y="1759118"/>
                  </a:lnTo>
                  <a:close/>
                </a:path>
                <a:path w="6791959" h="7073265">
                  <a:moveTo>
                    <a:pt x="1735790" y="1771818"/>
                  </a:moveTo>
                  <a:lnTo>
                    <a:pt x="1765760" y="1822618"/>
                  </a:lnTo>
                  <a:lnTo>
                    <a:pt x="1713851" y="1848018"/>
                  </a:lnTo>
                  <a:lnTo>
                    <a:pt x="1683886" y="1797218"/>
                  </a:lnTo>
                  <a:lnTo>
                    <a:pt x="1735790" y="1771818"/>
                  </a:lnTo>
                  <a:close/>
                </a:path>
                <a:path w="6791959" h="7073265">
                  <a:moveTo>
                    <a:pt x="864717" y="1746418"/>
                  </a:moveTo>
                  <a:lnTo>
                    <a:pt x="901445" y="1809918"/>
                  </a:lnTo>
                  <a:lnTo>
                    <a:pt x="837838" y="1848018"/>
                  </a:lnTo>
                  <a:lnTo>
                    <a:pt x="801115" y="1784518"/>
                  </a:lnTo>
                  <a:lnTo>
                    <a:pt x="864717" y="1746418"/>
                  </a:lnTo>
                  <a:close/>
                </a:path>
                <a:path w="6791959" h="7073265">
                  <a:moveTo>
                    <a:pt x="1198183" y="1733718"/>
                  </a:moveTo>
                  <a:lnTo>
                    <a:pt x="1232264" y="1784518"/>
                  </a:lnTo>
                  <a:lnTo>
                    <a:pt x="1173240" y="1822618"/>
                  </a:lnTo>
                  <a:lnTo>
                    <a:pt x="1139159" y="1759118"/>
                  </a:lnTo>
                  <a:lnTo>
                    <a:pt x="1198183" y="1733718"/>
                  </a:lnTo>
                  <a:close/>
                </a:path>
                <a:path w="6791959" h="7073265">
                  <a:moveTo>
                    <a:pt x="326790" y="1708318"/>
                  </a:moveTo>
                  <a:lnTo>
                    <a:pt x="366747" y="1771818"/>
                  </a:lnTo>
                  <a:lnTo>
                    <a:pt x="297548" y="1822618"/>
                  </a:lnTo>
                  <a:lnTo>
                    <a:pt x="257591" y="1746418"/>
                  </a:lnTo>
                  <a:lnTo>
                    <a:pt x="326790" y="1708318"/>
                  </a:lnTo>
                  <a:close/>
                </a:path>
                <a:path w="6791959" h="7073265">
                  <a:moveTo>
                    <a:pt x="1531868" y="1708318"/>
                  </a:moveTo>
                  <a:lnTo>
                    <a:pt x="1563887" y="1771818"/>
                  </a:lnTo>
                  <a:lnTo>
                    <a:pt x="1508424" y="1797218"/>
                  </a:lnTo>
                  <a:lnTo>
                    <a:pt x="1476398" y="1746418"/>
                  </a:lnTo>
                  <a:lnTo>
                    <a:pt x="1531868" y="1708318"/>
                  </a:lnTo>
                  <a:close/>
                </a:path>
                <a:path w="6791959" h="7073265">
                  <a:moveTo>
                    <a:pt x="660693" y="1682918"/>
                  </a:moveTo>
                  <a:lnTo>
                    <a:pt x="699175" y="1759118"/>
                  </a:lnTo>
                  <a:lnTo>
                    <a:pt x="632511" y="1797218"/>
                  </a:lnTo>
                  <a:lnTo>
                    <a:pt x="594029" y="1733718"/>
                  </a:lnTo>
                  <a:lnTo>
                    <a:pt x="660693" y="1682918"/>
                  </a:lnTo>
                  <a:close/>
                </a:path>
                <a:path w="6791959" h="7073265">
                  <a:moveTo>
                    <a:pt x="1865445" y="1695618"/>
                  </a:moveTo>
                  <a:lnTo>
                    <a:pt x="1895113" y="1746418"/>
                  </a:lnTo>
                  <a:lnTo>
                    <a:pt x="1843719" y="1771818"/>
                  </a:lnTo>
                  <a:lnTo>
                    <a:pt x="1814050" y="1721018"/>
                  </a:lnTo>
                  <a:lnTo>
                    <a:pt x="1865445" y="1695618"/>
                  </a:lnTo>
                  <a:close/>
                </a:path>
                <a:path w="6791959" h="7073265">
                  <a:moveTo>
                    <a:pt x="994372" y="1670218"/>
                  </a:moveTo>
                  <a:lnTo>
                    <a:pt x="1030798" y="1733718"/>
                  </a:lnTo>
                  <a:lnTo>
                    <a:pt x="967700" y="1771818"/>
                  </a:lnTo>
                  <a:lnTo>
                    <a:pt x="931273" y="1708318"/>
                  </a:lnTo>
                  <a:lnTo>
                    <a:pt x="994372" y="1670218"/>
                  </a:lnTo>
                  <a:close/>
                </a:path>
                <a:path w="6791959" h="7073265">
                  <a:moveTo>
                    <a:pt x="122653" y="1644818"/>
                  </a:moveTo>
                  <a:lnTo>
                    <a:pt x="164079" y="1721018"/>
                  </a:lnTo>
                  <a:lnTo>
                    <a:pt x="92327" y="1759118"/>
                  </a:lnTo>
                  <a:lnTo>
                    <a:pt x="50901" y="1695618"/>
                  </a:lnTo>
                  <a:lnTo>
                    <a:pt x="122653" y="1644818"/>
                  </a:lnTo>
                  <a:close/>
                </a:path>
                <a:path w="6791959" h="7073265">
                  <a:moveTo>
                    <a:pt x="1327837" y="1657518"/>
                  </a:moveTo>
                  <a:lnTo>
                    <a:pt x="1361622" y="1708318"/>
                  </a:lnTo>
                  <a:lnTo>
                    <a:pt x="1303102" y="1746418"/>
                  </a:lnTo>
                  <a:lnTo>
                    <a:pt x="1269317" y="1682918"/>
                  </a:lnTo>
                  <a:lnTo>
                    <a:pt x="1327837" y="1657518"/>
                  </a:lnTo>
                  <a:close/>
                </a:path>
                <a:path w="6791959" h="7073265">
                  <a:moveTo>
                    <a:pt x="456550" y="1632118"/>
                  </a:moveTo>
                  <a:lnTo>
                    <a:pt x="496507" y="1695618"/>
                  </a:lnTo>
                  <a:lnTo>
                    <a:pt x="427302" y="1746418"/>
                  </a:lnTo>
                  <a:lnTo>
                    <a:pt x="387345" y="1670218"/>
                  </a:lnTo>
                  <a:lnTo>
                    <a:pt x="456550" y="1632118"/>
                  </a:lnTo>
                  <a:close/>
                </a:path>
                <a:path w="6791959" h="7073265">
                  <a:moveTo>
                    <a:pt x="1661414" y="1644818"/>
                  </a:moveTo>
                  <a:lnTo>
                    <a:pt x="1692848" y="1695618"/>
                  </a:lnTo>
                  <a:lnTo>
                    <a:pt x="1638397" y="1721018"/>
                  </a:lnTo>
                  <a:lnTo>
                    <a:pt x="1606963" y="1670218"/>
                  </a:lnTo>
                  <a:lnTo>
                    <a:pt x="1661414" y="1644818"/>
                  </a:lnTo>
                  <a:close/>
                </a:path>
                <a:path w="6791959" h="7073265">
                  <a:moveTo>
                    <a:pt x="790448" y="1619418"/>
                  </a:moveTo>
                  <a:lnTo>
                    <a:pt x="828936" y="1682918"/>
                  </a:lnTo>
                  <a:lnTo>
                    <a:pt x="762272" y="1721018"/>
                  </a:lnTo>
                  <a:lnTo>
                    <a:pt x="723790" y="1657518"/>
                  </a:lnTo>
                  <a:lnTo>
                    <a:pt x="790448" y="1619418"/>
                  </a:lnTo>
                  <a:close/>
                </a:path>
                <a:path w="6791959" h="7073265">
                  <a:moveTo>
                    <a:pt x="1123913" y="1594018"/>
                  </a:moveTo>
                  <a:lnTo>
                    <a:pt x="1159760" y="1657518"/>
                  </a:lnTo>
                  <a:lnTo>
                    <a:pt x="1097674" y="1695618"/>
                  </a:lnTo>
                  <a:lnTo>
                    <a:pt x="1061834" y="1632118"/>
                  </a:lnTo>
                  <a:lnTo>
                    <a:pt x="1123913" y="1594018"/>
                  </a:lnTo>
                  <a:close/>
                </a:path>
                <a:path w="6791959" h="7073265">
                  <a:moveTo>
                    <a:pt x="252521" y="1581318"/>
                  </a:moveTo>
                  <a:lnTo>
                    <a:pt x="294237" y="1644818"/>
                  </a:lnTo>
                  <a:lnTo>
                    <a:pt x="221982" y="1682918"/>
                  </a:lnTo>
                  <a:lnTo>
                    <a:pt x="180266" y="1619418"/>
                  </a:lnTo>
                  <a:lnTo>
                    <a:pt x="252521" y="1581318"/>
                  </a:lnTo>
                  <a:close/>
                </a:path>
                <a:path w="6791959" h="7073265">
                  <a:moveTo>
                    <a:pt x="1457485" y="1581318"/>
                  </a:moveTo>
                  <a:lnTo>
                    <a:pt x="1490981" y="1644818"/>
                  </a:lnTo>
                  <a:lnTo>
                    <a:pt x="1432970" y="1670218"/>
                  </a:lnTo>
                  <a:lnTo>
                    <a:pt x="1399481" y="1619418"/>
                  </a:lnTo>
                  <a:lnTo>
                    <a:pt x="1457485" y="1581318"/>
                  </a:lnTo>
                  <a:close/>
                </a:path>
                <a:path w="6791959" h="7073265">
                  <a:moveTo>
                    <a:pt x="586311" y="1555918"/>
                  </a:moveTo>
                  <a:lnTo>
                    <a:pt x="626268" y="1632118"/>
                  </a:lnTo>
                  <a:lnTo>
                    <a:pt x="557057" y="1670218"/>
                  </a:lnTo>
                  <a:lnTo>
                    <a:pt x="517100" y="1594018"/>
                  </a:lnTo>
                  <a:lnTo>
                    <a:pt x="586311" y="1555918"/>
                  </a:lnTo>
                  <a:close/>
                </a:path>
                <a:path w="6791959" h="7073265">
                  <a:moveTo>
                    <a:pt x="1790956" y="1568618"/>
                  </a:moveTo>
                  <a:lnTo>
                    <a:pt x="1821804" y="1619418"/>
                  </a:lnTo>
                  <a:lnTo>
                    <a:pt x="1768372" y="1644818"/>
                  </a:lnTo>
                  <a:lnTo>
                    <a:pt x="1737524" y="1594018"/>
                  </a:lnTo>
                  <a:lnTo>
                    <a:pt x="1790956" y="1568618"/>
                  </a:lnTo>
                  <a:close/>
                </a:path>
                <a:path w="6791959" h="7073265">
                  <a:moveTo>
                    <a:pt x="920096" y="1543218"/>
                  </a:moveTo>
                  <a:lnTo>
                    <a:pt x="958294" y="1606718"/>
                  </a:lnTo>
                  <a:lnTo>
                    <a:pt x="892139" y="1644818"/>
                  </a:lnTo>
                  <a:lnTo>
                    <a:pt x="853941" y="1581318"/>
                  </a:lnTo>
                  <a:lnTo>
                    <a:pt x="920096" y="1543218"/>
                  </a:lnTo>
                  <a:close/>
                </a:path>
                <a:path w="6791959" h="7073265">
                  <a:moveTo>
                    <a:pt x="45695" y="1530518"/>
                  </a:moveTo>
                  <a:lnTo>
                    <a:pt x="81535" y="1594018"/>
                  </a:lnTo>
                  <a:lnTo>
                    <a:pt x="19456" y="1632118"/>
                  </a:lnTo>
                  <a:lnTo>
                    <a:pt x="0" y="1594018"/>
                  </a:lnTo>
                  <a:lnTo>
                    <a:pt x="0" y="1555918"/>
                  </a:lnTo>
                  <a:lnTo>
                    <a:pt x="45695" y="1530518"/>
                  </a:lnTo>
                  <a:close/>
                </a:path>
                <a:path w="6791959" h="7073265">
                  <a:moveTo>
                    <a:pt x="1253568" y="1517818"/>
                  </a:moveTo>
                  <a:lnTo>
                    <a:pt x="1289118" y="1581318"/>
                  </a:lnTo>
                  <a:lnTo>
                    <a:pt x="1227542" y="1619418"/>
                  </a:lnTo>
                  <a:lnTo>
                    <a:pt x="1191992" y="1555918"/>
                  </a:lnTo>
                  <a:lnTo>
                    <a:pt x="1253568" y="1517818"/>
                  </a:lnTo>
                  <a:close/>
                </a:path>
                <a:path w="6791959" h="7073265">
                  <a:moveTo>
                    <a:pt x="382281" y="1505118"/>
                  </a:moveTo>
                  <a:lnTo>
                    <a:pt x="423997" y="1568618"/>
                  </a:lnTo>
                  <a:lnTo>
                    <a:pt x="351736" y="1619418"/>
                  </a:lnTo>
                  <a:lnTo>
                    <a:pt x="310020" y="1543218"/>
                  </a:lnTo>
                  <a:lnTo>
                    <a:pt x="382281" y="1505118"/>
                  </a:lnTo>
                  <a:close/>
                </a:path>
                <a:path w="6791959" h="7073265">
                  <a:moveTo>
                    <a:pt x="1587032" y="1505118"/>
                  </a:moveTo>
                  <a:lnTo>
                    <a:pt x="1619934" y="1568618"/>
                  </a:lnTo>
                  <a:lnTo>
                    <a:pt x="1562943" y="1594018"/>
                  </a:lnTo>
                  <a:lnTo>
                    <a:pt x="1530040" y="1543218"/>
                  </a:lnTo>
                  <a:lnTo>
                    <a:pt x="1587032" y="1505118"/>
                  </a:lnTo>
                  <a:close/>
                </a:path>
                <a:path w="6791959" h="7073265">
                  <a:moveTo>
                    <a:pt x="715959" y="1479718"/>
                  </a:moveTo>
                  <a:lnTo>
                    <a:pt x="755620" y="1555918"/>
                  </a:lnTo>
                  <a:lnTo>
                    <a:pt x="686931" y="1594018"/>
                  </a:lnTo>
                  <a:lnTo>
                    <a:pt x="647270" y="1517818"/>
                  </a:lnTo>
                  <a:lnTo>
                    <a:pt x="715959" y="1479718"/>
                  </a:lnTo>
                  <a:close/>
                </a:path>
                <a:path w="6791959" h="7073265">
                  <a:moveTo>
                    <a:pt x="1049644" y="1467018"/>
                  </a:moveTo>
                  <a:lnTo>
                    <a:pt x="1087250" y="1530518"/>
                  </a:lnTo>
                  <a:lnTo>
                    <a:pt x="1022114" y="1568618"/>
                  </a:lnTo>
                  <a:lnTo>
                    <a:pt x="984509" y="1505118"/>
                  </a:lnTo>
                  <a:lnTo>
                    <a:pt x="1049644" y="1467018"/>
                  </a:lnTo>
                  <a:close/>
                </a:path>
                <a:path w="6791959" h="7073265">
                  <a:moveTo>
                    <a:pt x="178359" y="1441618"/>
                  </a:moveTo>
                  <a:lnTo>
                    <a:pt x="222130" y="1517818"/>
                  </a:lnTo>
                  <a:lnTo>
                    <a:pt x="146315" y="1555918"/>
                  </a:lnTo>
                  <a:lnTo>
                    <a:pt x="102538" y="1492418"/>
                  </a:lnTo>
                  <a:lnTo>
                    <a:pt x="178359" y="1441618"/>
                  </a:lnTo>
                  <a:close/>
                </a:path>
                <a:path w="6791959" h="7073265">
                  <a:moveTo>
                    <a:pt x="1383109" y="1454318"/>
                  </a:moveTo>
                  <a:lnTo>
                    <a:pt x="1418067" y="1505118"/>
                  </a:lnTo>
                  <a:lnTo>
                    <a:pt x="1357516" y="1543218"/>
                  </a:lnTo>
                  <a:lnTo>
                    <a:pt x="1322552" y="1479718"/>
                  </a:lnTo>
                  <a:lnTo>
                    <a:pt x="1383109" y="1454318"/>
                  </a:lnTo>
                  <a:close/>
                </a:path>
                <a:path w="6791959" h="7073265">
                  <a:moveTo>
                    <a:pt x="511929" y="1428918"/>
                  </a:moveTo>
                  <a:lnTo>
                    <a:pt x="553355" y="1492418"/>
                  </a:lnTo>
                  <a:lnTo>
                    <a:pt x="481604" y="1543218"/>
                  </a:lnTo>
                  <a:lnTo>
                    <a:pt x="440177" y="1467018"/>
                  </a:lnTo>
                  <a:lnTo>
                    <a:pt x="511929" y="1428918"/>
                  </a:lnTo>
                  <a:close/>
                </a:path>
                <a:path w="6791959" h="7073265">
                  <a:moveTo>
                    <a:pt x="1716580" y="1428918"/>
                  </a:moveTo>
                  <a:lnTo>
                    <a:pt x="1748896" y="1492418"/>
                  </a:lnTo>
                  <a:lnTo>
                    <a:pt x="1692918" y="1517818"/>
                  </a:lnTo>
                  <a:lnTo>
                    <a:pt x="1660602" y="1467018"/>
                  </a:lnTo>
                  <a:lnTo>
                    <a:pt x="1716580" y="1428918"/>
                  </a:lnTo>
                  <a:close/>
                </a:path>
                <a:path w="6791959" h="7073265">
                  <a:moveTo>
                    <a:pt x="845608" y="1403518"/>
                  </a:moveTo>
                  <a:lnTo>
                    <a:pt x="884978" y="1479718"/>
                  </a:lnTo>
                  <a:lnTo>
                    <a:pt x="816792" y="1517818"/>
                  </a:lnTo>
                  <a:lnTo>
                    <a:pt x="777422" y="1441618"/>
                  </a:lnTo>
                  <a:lnTo>
                    <a:pt x="845608" y="1403518"/>
                  </a:lnTo>
                  <a:close/>
                </a:path>
                <a:path w="6791959" h="7073265">
                  <a:moveTo>
                    <a:pt x="1179299" y="1390818"/>
                  </a:moveTo>
                  <a:lnTo>
                    <a:pt x="1216608" y="1454318"/>
                  </a:lnTo>
                  <a:lnTo>
                    <a:pt x="1151982" y="1492418"/>
                  </a:lnTo>
                  <a:lnTo>
                    <a:pt x="1114672" y="1428918"/>
                  </a:lnTo>
                  <a:lnTo>
                    <a:pt x="1179299" y="1390818"/>
                  </a:lnTo>
                  <a:close/>
                </a:path>
                <a:path w="6791959" h="7073265">
                  <a:moveTo>
                    <a:pt x="308119" y="1365418"/>
                  </a:moveTo>
                  <a:lnTo>
                    <a:pt x="351890" y="1441618"/>
                  </a:lnTo>
                  <a:lnTo>
                    <a:pt x="276069" y="1492418"/>
                  </a:lnTo>
                  <a:lnTo>
                    <a:pt x="232298" y="1416218"/>
                  </a:lnTo>
                  <a:lnTo>
                    <a:pt x="308119" y="1365418"/>
                  </a:lnTo>
                  <a:close/>
                </a:path>
                <a:path w="6791959" h="7073265">
                  <a:moveTo>
                    <a:pt x="1512650" y="1378118"/>
                  </a:moveTo>
                  <a:lnTo>
                    <a:pt x="1547028" y="1428918"/>
                  </a:lnTo>
                  <a:lnTo>
                    <a:pt x="1487489" y="1467018"/>
                  </a:lnTo>
                  <a:lnTo>
                    <a:pt x="1453112" y="1403518"/>
                  </a:lnTo>
                  <a:lnTo>
                    <a:pt x="1512650" y="1378118"/>
                  </a:lnTo>
                  <a:close/>
                </a:path>
                <a:path w="6791959" h="7073265">
                  <a:moveTo>
                    <a:pt x="641583" y="1352718"/>
                  </a:moveTo>
                  <a:lnTo>
                    <a:pt x="682713" y="1416218"/>
                  </a:lnTo>
                  <a:lnTo>
                    <a:pt x="611471" y="1467018"/>
                  </a:lnTo>
                  <a:lnTo>
                    <a:pt x="570341" y="1390818"/>
                  </a:lnTo>
                  <a:lnTo>
                    <a:pt x="641583" y="1352718"/>
                  </a:lnTo>
                  <a:close/>
                </a:path>
                <a:path w="6791959" h="7073265">
                  <a:moveTo>
                    <a:pt x="975369" y="1327318"/>
                  </a:moveTo>
                  <a:lnTo>
                    <a:pt x="1014740" y="1403518"/>
                  </a:lnTo>
                  <a:lnTo>
                    <a:pt x="946553" y="1441618"/>
                  </a:lnTo>
                  <a:lnTo>
                    <a:pt x="907183" y="1378118"/>
                  </a:lnTo>
                  <a:lnTo>
                    <a:pt x="975369" y="1327318"/>
                  </a:lnTo>
                  <a:close/>
                </a:path>
                <a:path w="6791959" h="7073265">
                  <a:moveTo>
                    <a:pt x="104083" y="1314618"/>
                  </a:moveTo>
                  <a:lnTo>
                    <a:pt x="149625" y="1390818"/>
                  </a:lnTo>
                  <a:lnTo>
                    <a:pt x="70748" y="1428918"/>
                  </a:lnTo>
                  <a:lnTo>
                    <a:pt x="25206" y="1352718"/>
                  </a:lnTo>
                  <a:lnTo>
                    <a:pt x="104083" y="1314618"/>
                  </a:lnTo>
                  <a:close/>
                </a:path>
                <a:path w="6791959" h="7073265">
                  <a:moveTo>
                    <a:pt x="1308834" y="1314618"/>
                  </a:moveTo>
                  <a:lnTo>
                    <a:pt x="1345563" y="1378118"/>
                  </a:lnTo>
                  <a:lnTo>
                    <a:pt x="1281956" y="1416218"/>
                  </a:lnTo>
                  <a:lnTo>
                    <a:pt x="1245233" y="1352718"/>
                  </a:lnTo>
                  <a:lnTo>
                    <a:pt x="1308834" y="1314618"/>
                  </a:lnTo>
                  <a:close/>
                </a:path>
                <a:path w="6791959" h="7073265">
                  <a:moveTo>
                    <a:pt x="437767" y="1289218"/>
                  </a:moveTo>
                  <a:lnTo>
                    <a:pt x="481248" y="1365418"/>
                  </a:lnTo>
                  <a:lnTo>
                    <a:pt x="405936" y="1416218"/>
                  </a:lnTo>
                  <a:lnTo>
                    <a:pt x="362455" y="1340018"/>
                  </a:lnTo>
                  <a:lnTo>
                    <a:pt x="437767" y="1289218"/>
                  </a:lnTo>
                  <a:close/>
                </a:path>
                <a:path w="6791959" h="7073265">
                  <a:moveTo>
                    <a:pt x="1642198" y="1301918"/>
                  </a:moveTo>
                  <a:lnTo>
                    <a:pt x="1675984" y="1365418"/>
                  </a:lnTo>
                  <a:lnTo>
                    <a:pt x="1617464" y="1390818"/>
                  </a:lnTo>
                  <a:lnTo>
                    <a:pt x="1583673" y="1340018"/>
                  </a:lnTo>
                  <a:lnTo>
                    <a:pt x="1642198" y="1301918"/>
                  </a:lnTo>
                  <a:close/>
                </a:path>
                <a:path w="6791959" h="7073265">
                  <a:moveTo>
                    <a:pt x="771232" y="1276518"/>
                  </a:moveTo>
                  <a:lnTo>
                    <a:pt x="812071" y="1352718"/>
                  </a:lnTo>
                  <a:lnTo>
                    <a:pt x="741338" y="1390818"/>
                  </a:lnTo>
                  <a:lnTo>
                    <a:pt x="700499" y="1314618"/>
                  </a:lnTo>
                  <a:lnTo>
                    <a:pt x="771232" y="1276518"/>
                  </a:lnTo>
                  <a:close/>
                </a:path>
                <a:path w="6791959" h="7073265">
                  <a:moveTo>
                    <a:pt x="1104916" y="1263818"/>
                  </a:moveTo>
                  <a:lnTo>
                    <a:pt x="1143695" y="1327318"/>
                  </a:lnTo>
                  <a:lnTo>
                    <a:pt x="1076527" y="1365418"/>
                  </a:lnTo>
                  <a:lnTo>
                    <a:pt x="1037743" y="1301918"/>
                  </a:lnTo>
                  <a:lnTo>
                    <a:pt x="1104916" y="1263818"/>
                  </a:lnTo>
                  <a:close/>
                </a:path>
                <a:path w="6791959" h="7073265">
                  <a:moveTo>
                    <a:pt x="233843" y="1238418"/>
                  </a:moveTo>
                  <a:lnTo>
                    <a:pt x="279385" y="1314618"/>
                  </a:lnTo>
                  <a:lnTo>
                    <a:pt x="200508" y="1365418"/>
                  </a:lnTo>
                  <a:lnTo>
                    <a:pt x="154966" y="1276518"/>
                  </a:lnTo>
                  <a:lnTo>
                    <a:pt x="233843" y="1238418"/>
                  </a:lnTo>
                  <a:close/>
                </a:path>
                <a:path w="6791959" h="7073265">
                  <a:moveTo>
                    <a:pt x="1438275" y="1238418"/>
                  </a:moveTo>
                  <a:lnTo>
                    <a:pt x="1474114" y="1301918"/>
                  </a:lnTo>
                  <a:lnTo>
                    <a:pt x="1412035" y="1340018"/>
                  </a:lnTo>
                  <a:lnTo>
                    <a:pt x="1376189" y="1276518"/>
                  </a:lnTo>
                  <a:lnTo>
                    <a:pt x="1438275" y="1238418"/>
                  </a:lnTo>
                  <a:close/>
                </a:path>
                <a:path w="6791959" h="7073265">
                  <a:moveTo>
                    <a:pt x="567415" y="1213018"/>
                  </a:moveTo>
                  <a:lnTo>
                    <a:pt x="610606" y="1289218"/>
                  </a:lnTo>
                  <a:lnTo>
                    <a:pt x="535798" y="1340018"/>
                  </a:lnTo>
                  <a:lnTo>
                    <a:pt x="492613" y="1263818"/>
                  </a:lnTo>
                  <a:lnTo>
                    <a:pt x="567415" y="1213018"/>
                  </a:lnTo>
                  <a:close/>
                </a:path>
                <a:path w="6791959" h="7073265">
                  <a:moveTo>
                    <a:pt x="900881" y="1200318"/>
                  </a:moveTo>
                  <a:lnTo>
                    <a:pt x="941424" y="1276518"/>
                  </a:lnTo>
                  <a:lnTo>
                    <a:pt x="871201" y="1314618"/>
                  </a:lnTo>
                  <a:lnTo>
                    <a:pt x="830657" y="1238418"/>
                  </a:lnTo>
                  <a:lnTo>
                    <a:pt x="900881" y="1200318"/>
                  </a:lnTo>
                  <a:close/>
                </a:path>
                <a:path w="6791959" h="7073265">
                  <a:moveTo>
                    <a:pt x="1234458" y="1187618"/>
                  </a:moveTo>
                  <a:lnTo>
                    <a:pt x="1272651" y="1251118"/>
                  </a:lnTo>
                  <a:lnTo>
                    <a:pt x="1206502" y="1289218"/>
                  </a:lnTo>
                  <a:lnTo>
                    <a:pt x="1168310" y="1225718"/>
                  </a:lnTo>
                  <a:lnTo>
                    <a:pt x="1234458" y="1187618"/>
                  </a:lnTo>
                  <a:close/>
                </a:path>
                <a:path w="6791959" h="7073265">
                  <a:moveTo>
                    <a:pt x="363498" y="1162218"/>
                  </a:moveTo>
                  <a:lnTo>
                    <a:pt x="408738" y="1238418"/>
                  </a:lnTo>
                  <a:lnTo>
                    <a:pt x="330370" y="1289218"/>
                  </a:lnTo>
                  <a:lnTo>
                    <a:pt x="285130" y="1200318"/>
                  </a:lnTo>
                  <a:lnTo>
                    <a:pt x="363498" y="1162218"/>
                  </a:lnTo>
                  <a:close/>
                </a:path>
                <a:path w="6791959" h="7073265">
                  <a:moveTo>
                    <a:pt x="24329" y="1200318"/>
                  </a:moveTo>
                  <a:lnTo>
                    <a:pt x="56645" y="1251118"/>
                  </a:lnTo>
                  <a:lnTo>
                    <a:pt x="666" y="1289218"/>
                  </a:lnTo>
                  <a:lnTo>
                    <a:pt x="0" y="1289218"/>
                  </a:lnTo>
                  <a:lnTo>
                    <a:pt x="0" y="1213018"/>
                  </a:lnTo>
                  <a:lnTo>
                    <a:pt x="24329" y="1200318"/>
                  </a:lnTo>
                  <a:close/>
                </a:path>
                <a:path w="6791959" h="7073265">
                  <a:moveTo>
                    <a:pt x="1567817" y="1174918"/>
                  </a:moveTo>
                  <a:lnTo>
                    <a:pt x="1603077" y="1225718"/>
                  </a:lnTo>
                  <a:lnTo>
                    <a:pt x="1542010" y="1263818"/>
                  </a:lnTo>
                  <a:lnTo>
                    <a:pt x="1506750" y="1200318"/>
                  </a:lnTo>
                  <a:lnTo>
                    <a:pt x="1567817" y="1174918"/>
                  </a:lnTo>
                  <a:close/>
                </a:path>
                <a:path w="6791959" h="7073265">
                  <a:moveTo>
                    <a:pt x="697063" y="1149518"/>
                  </a:moveTo>
                  <a:lnTo>
                    <a:pt x="739958" y="1213018"/>
                  </a:lnTo>
                  <a:lnTo>
                    <a:pt x="665671" y="1263818"/>
                  </a:lnTo>
                  <a:lnTo>
                    <a:pt x="622777" y="1187618"/>
                  </a:lnTo>
                  <a:lnTo>
                    <a:pt x="697063" y="1149518"/>
                  </a:lnTo>
                  <a:close/>
                </a:path>
                <a:path w="6791959" h="7073265">
                  <a:moveTo>
                    <a:pt x="1030429" y="1124118"/>
                  </a:moveTo>
                  <a:lnTo>
                    <a:pt x="1070386" y="1200318"/>
                  </a:lnTo>
                  <a:lnTo>
                    <a:pt x="1001175" y="1238418"/>
                  </a:lnTo>
                  <a:lnTo>
                    <a:pt x="961218" y="1162218"/>
                  </a:lnTo>
                  <a:lnTo>
                    <a:pt x="1030429" y="1124118"/>
                  </a:lnTo>
                  <a:close/>
                </a:path>
                <a:path w="6791959" h="7073265">
                  <a:moveTo>
                    <a:pt x="159568" y="1098718"/>
                  </a:moveTo>
                  <a:lnTo>
                    <a:pt x="206870" y="1187618"/>
                  </a:lnTo>
                  <a:lnTo>
                    <a:pt x="124942" y="1238418"/>
                  </a:lnTo>
                  <a:lnTo>
                    <a:pt x="77640" y="1149518"/>
                  </a:lnTo>
                  <a:lnTo>
                    <a:pt x="159568" y="1098718"/>
                  </a:lnTo>
                  <a:close/>
                </a:path>
                <a:path w="6791959" h="7073265">
                  <a:moveTo>
                    <a:pt x="1364005" y="1111418"/>
                  </a:moveTo>
                  <a:lnTo>
                    <a:pt x="1401611" y="1174918"/>
                  </a:lnTo>
                  <a:lnTo>
                    <a:pt x="1336475" y="1213018"/>
                  </a:lnTo>
                  <a:lnTo>
                    <a:pt x="1298869" y="1149518"/>
                  </a:lnTo>
                  <a:lnTo>
                    <a:pt x="1364005" y="1111418"/>
                  </a:lnTo>
                  <a:close/>
                </a:path>
                <a:path w="6791959" h="7073265">
                  <a:moveTo>
                    <a:pt x="493145" y="1086018"/>
                  </a:moveTo>
                  <a:lnTo>
                    <a:pt x="538096" y="1162218"/>
                  </a:lnTo>
                  <a:lnTo>
                    <a:pt x="460243" y="1213018"/>
                  </a:lnTo>
                  <a:lnTo>
                    <a:pt x="415287" y="1136818"/>
                  </a:lnTo>
                  <a:lnTo>
                    <a:pt x="493145" y="1086018"/>
                  </a:lnTo>
                  <a:close/>
                </a:path>
                <a:path w="6791959" h="7073265">
                  <a:moveTo>
                    <a:pt x="826612" y="1073318"/>
                  </a:moveTo>
                  <a:lnTo>
                    <a:pt x="868920" y="1149518"/>
                  </a:lnTo>
                  <a:lnTo>
                    <a:pt x="795646" y="1187618"/>
                  </a:lnTo>
                  <a:lnTo>
                    <a:pt x="753338" y="1111418"/>
                  </a:lnTo>
                  <a:lnTo>
                    <a:pt x="826612" y="1073318"/>
                  </a:lnTo>
                  <a:close/>
                </a:path>
                <a:path w="6791959" h="7073265">
                  <a:moveTo>
                    <a:pt x="1160077" y="1047918"/>
                  </a:moveTo>
                  <a:lnTo>
                    <a:pt x="1199737" y="1124118"/>
                  </a:lnTo>
                  <a:lnTo>
                    <a:pt x="1131048" y="1162218"/>
                  </a:lnTo>
                  <a:lnTo>
                    <a:pt x="1091387" y="1098718"/>
                  </a:lnTo>
                  <a:lnTo>
                    <a:pt x="1160077" y="1047918"/>
                  </a:lnTo>
                  <a:close/>
                </a:path>
                <a:path w="6791959" h="7073265">
                  <a:moveTo>
                    <a:pt x="289222" y="1022518"/>
                  </a:moveTo>
                  <a:lnTo>
                    <a:pt x="336228" y="1111418"/>
                  </a:lnTo>
                  <a:lnTo>
                    <a:pt x="254809" y="1162218"/>
                  </a:lnTo>
                  <a:lnTo>
                    <a:pt x="207804" y="1073318"/>
                  </a:lnTo>
                  <a:lnTo>
                    <a:pt x="289222" y="1022518"/>
                  </a:lnTo>
                  <a:close/>
                </a:path>
                <a:path w="6791959" h="7073265">
                  <a:moveTo>
                    <a:pt x="1493541" y="1035218"/>
                  </a:moveTo>
                  <a:lnTo>
                    <a:pt x="1530560" y="1098718"/>
                  </a:lnTo>
                  <a:lnTo>
                    <a:pt x="1466449" y="1136818"/>
                  </a:lnTo>
                  <a:lnTo>
                    <a:pt x="1429430" y="1073318"/>
                  </a:lnTo>
                  <a:lnTo>
                    <a:pt x="1493541" y="1035218"/>
                  </a:lnTo>
                  <a:close/>
                </a:path>
                <a:path w="6791959" h="7073265">
                  <a:moveTo>
                    <a:pt x="622794" y="1009818"/>
                  </a:moveTo>
                  <a:lnTo>
                    <a:pt x="667455" y="1086018"/>
                  </a:lnTo>
                  <a:lnTo>
                    <a:pt x="590105" y="1136818"/>
                  </a:lnTo>
                  <a:lnTo>
                    <a:pt x="545445" y="1060618"/>
                  </a:lnTo>
                  <a:lnTo>
                    <a:pt x="622794" y="1009818"/>
                  </a:lnTo>
                  <a:close/>
                </a:path>
                <a:path w="6791959" h="7073265">
                  <a:moveTo>
                    <a:pt x="956159" y="997118"/>
                  </a:moveTo>
                  <a:lnTo>
                    <a:pt x="997876" y="1073318"/>
                  </a:lnTo>
                  <a:lnTo>
                    <a:pt x="925620" y="1111418"/>
                  </a:lnTo>
                  <a:lnTo>
                    <a:pt x="883898" y="1035218"/>
                  </a:lnTo>
                  <a:lnTo>
                    <a:pt x="956159" y="997118"/>
                  </a:lnTo>
                  <a:close/>
                </a:path>
                <a:path w="6791959" h="7073265">
                  <a:moveTo>
                    <a:pt x="84766" y="971718"/>
                  </a:moveTo>
                  <a:lnTo>
                    <a:pt x="132357" y="1060618"/>
                  </a:lnTo>
                  <a:lnTo>
                    <a:pt x="49920" y="1098718"/>
                  </a:lnTo>
                  <a:lnTo>
                    <a:pt x="2329" y="1022518"/>
                  </a:lnTo>
                  <a:lnTo>
                    <a:pt x="84766" y="971718"/>
                  </a:lnTo>
                  <a:close/>
                </a:path>
                <a:path w="6791959" h="7073265">
                  <a:moveTo>
                    <a:pt x="1289623" y="984418"/>
                  </a:moveTo>
                  <a:lnTo>
                    <a:pt x="1328697" y="1047918"/>
                  </a:lnTo>
                  <a:lnTo>
                    <a:pt x="1261021" y="1086018"/>
                  </a:lnTo>
                  <a:lnTo>
                    <a:pt x="1221946" y="1022518"/>
                  </a:lnTo>
                  <a:lnTo>
                    <a:pt x="1289623" y="984418"/>
                  </a:lnTo>
                  <a:close/>
                </a:path>
                <a:path w="6791959" h="7073265">
                  <a:moveTo>
                    <a:pt x="418871" y="959018"/>
                  </a:moveTo>
                  <a:lnTo>
                    <a:pt x="465580" y="1035218"/>
                  </a:lnTo>
                  <a:lnTo>
                    <a:pt x="384677" y="1086018"/>
                  </a:lnTo>
                  <a:lnTo>
                    <a:pt x="337962" y="997118"/>
                  </a:lnTo>
                  <a:lnTo>
                    <a:pt x="418871" y="959018"/>
                  </a:lnTo>
                  <a:close/>
                </a:path>
                <a:path w="6791959" h="7073265">
                  <a:moveTo>
                    <a:pt x="752343" y="933618"/>
                  </a:moveTo>
                  <a:lnTo>
                    <a:pt x="796411" y="1009818"/>
                  </a:lnTo>
                  <a:lnTo>
                    <a:pt x="720080" y="1060618"/>
                  </a:lnTo>
                  <a:lnTo>
                    <a:pt x="676012" y="984418"/>
                  </a:lnTo>
                  <a:lnTo>
                    <a:pt x="752343" y="933618"/>
                  </a:lnTo>
                  <a:close/>
                </a:path>
                <a:path w="6791959" h="7073265">
                  <a:moveTo>
                    <a:pt x="1085701" y="920918"/>
                  </a:moveTo>
                  <a:lnTo>
                    <a:pt x="1126831" y="997118"/>
                  </a:lnTo>
                  <a:lnTo>
                    <a:pt x="1055588" y="1035218"/>
                  </a:lnTo>
                  <a:lnTo>
                    <a:pt x="1014458" y="959018"/>
                  </a:lnTo>
                  <a:lnTo>
                    <a:pt x="1085701" y="920918"/>
                  </a:lnTo>
                  <a:close/>
                </a:path>
                <a:path w="6791959" h="7073265">
                  <a:moveTo>
                    <a:pt x="214840" y="895518"/>
                  </a:moveTo>
                  <a:lnTo>
                    <a:pt x="263315" y="984418"/>
                  </a:lnTo>
                  <a:lnTo>
                    <a:pt x="179355" y="1035218"/>
                  </a:lnTo>
                  <a:lnTo>
                    <a:pt x="130881" y="946318"/>
                  </a:lnTo>
                  <a:lnTo>
                    <a:pt x="214840" y="895518"/>
                  </a:lnTo>
                  <a:close/>
                </a:path>
                <a:path w="6791959" h="7073265">
                  <a:moveTo>
                    <a:pt x="1419165" y="908218"/>
                  </a:moveTo>
                  <a:lnTo>
                    <a:pt x="1457654" y="971718"/>
                  </a:lnTo>
                  <a:lnTo>
                    <a:pt x="1390995" y="1009818"/>
                  </a:lnTo>
                  <a:lnTo>
                    <a:pt x="1352507" y="946318"/>
                  </a:lnTo>
                  <a:lnTo>
                    <a:pt x="1419165" y="908218"/>
                  </a:lnTo>
                  <a:close/>
                </a:path>
                <a:path w="6791959" h="7073265">
                  <a:moveTo>
                    <a:pt x="548525" y="882818"/>
                  </a:moveTo>
                  <a:lnTo>
                    <a:pt x="594945" y="959018"/>
                  </a:lnTo>
                  <a:lnTo>
                    <a:pt x="514545" y="1009818"/>
                  </a:lnTo>
                  <a:lnTo>
                    <a:pt x="468126" y="920918"/>
                  </a:lnTo>
                  <a:lnTo>
                    <a:pt x="548525" y="882818"/>
                  </a:lnTo>
                  <a:close/>
                </a:path>
                <a:path w="6791959" h="7073265">
                  <a:moveTo>
                    <a:pt x="881884" y="857418"/>
                  </a:moveTo>
                  <a:lnTo>
                    <a:pt x="925366" y="933618"/>
                  </a:lnTo>
                  <a:lnTo>
                    <a:pt x="850054" y="984418"/>
                  </a:lnTo>
                  <a:lnTo>
                    <a:pt x="806572" y="908218"/>
                  </a:lnTo>
                  <a:lnTo>
                    <a:pt x="881884" y="857418"/>
                  </a:lnTo>
                  <a:close/>
                </a:path>
                <a:path w="6791959" h="7073265">
                  <a:moveTo>
                    <a:pt x="1215135" y="844718"/>
                  </a:moveTo>
                  <a:lnTo>
                    <a:pt x="1255382" y="920918"/>
                  </a:lnTo>
                  <a:lnTo>
                    <a:pt x="1185668" y="959018"/>
                  </a:lnTo>
                  <a:lnTo>
                    <a:pt x="1145420" y="882818"/>
                  </a:lnTo>
                  <a:lnTo>
                    <a:pt x="1215135" y="844718"/>
                  </a:lnTo>
                  <a:close/>
                </a:path>
                <a:path w="6791959" h="7073265">
                  <a:moveTo>
                    <a:pt x="344489" y="819318"/>
                  </a:moveTo>
                  <a:lnTo>
                    <a:pt x="392673" y="908218"/>
                  </a:lnTo>
                  <a:lnTo>
                    <a:pt x="309223" y="959018"/>
                  </a:lnTo>
                  <a:lnTo>
                    <a:pt x="261039" y="870118"/>
                  </a:lnTo>
                  <a:lnTo>
                    <a:pt x="344489" y="819318"/>
                  </a:lnTo>
                  <a:close/>
                </a:path>
                <a:path w="6791959" h="7073265">
                  <a:moveTo>
                    <a:pt x="678067" y="806618"/>
                  </a:moveTo>
                  <a:lnTo>
                    <a:pt x="723900" y="882818"/>
                  </a:lnTo>
                  <a:lnTo>
                    <a:pt x="644520" y="933618"/>
                  </a:lnTo>
                  <a:lnTo>
                    <a:pt x="598687" y="857418"/>
                  </a:lnTo>
                  <a:lnTo>
                    <a:pt x="678067" y="806618"/>
                  </a:lnTo>
                  <a:close/>
                </a:path>
                <a:path w="6791959" h="7073265">
                  <a:moveTo>
                    <a:pt x="0" y="870118"/>
                  </a:moveTo>
                  <a:lnTo>
                    <a:pt x="2210" y="870118"/>
                  </a:lnTo>
                  <a:lnTo>
                    <a:pt x="28947" y="920918"/>
                  </a:lnTo>
                  <a:lnTo>
                    <a:pt x="0" y="933618"/>
                  </a:lnTo>
                  <a:lnTo>
                    <a:pt x="0" y="870118"/>
                  </a:lnTo>
                  <a:close/>
                </a:path>
                <a:path w="6791959" h="7073265">
                  <a:moveTo>
                    <a:pt x="1011432" y="793918"/>
                  </a:moveTo>
                  <a:lnTo>
                    <a:pt x="1054320" y="870118"/>
                  </a:lnTo>
                  <a:lnTo>
                    <a:pt x="980028" y="908218"/>
                  </a:lnTo>
                  <a:lnTo>
                    <a:pt x="937133" y="832018"/>
                  </a:lnTo>
                  <a:lnTo>
                    <a:pt x="1011432" y="793918"/>
                  </a:lnTo>
                  <a:close/>
                </a:path>
                <a:path w="6791959" h="7073265">
                  <a:moveTo>
                    <a:pt x="140684" y="768518"/>
                  </a:moveTo>
                  <a:lnTo>
                    <a:pt x="191213" y="857418"/>
                  </a:lnTo>
                  <a:lnTo>
                    <a:pt x="103688" y="908218"/>
                  </a:lnTo>
                  <a:lnTo>
                    <a:pt x="53159" y="819318"/>
                  </a:lnTo>
                  <a:lnTo>
                    <a:pt x="140684" y="768518"/>
                  </a:lnTo>
                  <a:close/>
                </a:path>
                <a:path w="6791959" h="7073265">
                  <a:moveTo>
                    <a:pt x="1344683" y="768518"/>
                  </a:moveTo>
                  <a:lnTo>
                    <a:pt x="1384344" y="844718"/>
                  </a:lnTo>
                  <a:lnTo>
                    <a:pt x="1315642" y="882818"/>
                  </a:lnTo>
                  <a:lnTo>
                    <a:pt x="1275981" y="819318"/>
                  </a:lnTo>
                  <a:lnTo>
                    <a:pt x="1344683" y="768518"/>
                  </a:lnTo>
                  <a:close/>
                </a:path>
                <a:path w="6791959" h="7073265">
                  <a:moveTo>
                    <a:pt x="474149" y="743118"/>
                  </a:moveTo>
                  <a:lnTo>
                    <a:pt x="522037" y="832018"/>
                  </a:lnTo>
                  <a:lnTo>
                    <a:pt x="439091" y="882818"/>
                  </a:lnTo>
                  <a:lnTo>
                    <a:pt x="391203" y="793918"/>
                  </a:lnTo>
                  <a:lnTo>
                    <a:pt x="474149" y="743118"/>
                  </a:lnTo>
                  <a:close/>
                </a:path>
                <a:path w="6791959" h="7073265">
                  <a:moveTo>
                    <a:pt x="807615" y="730418"/>
                  </a:moveTo>
                  <a:lnTo>
                    <a:pt x="852856" y="806618"/>
                  </a:lnTo>
                  <a:lnTo>
                    <a:pt x="774488" y="857418"/>
                  </a:lnTo>
                  <a:lnTo>
                    <a:pt x="729248" y="781218"/>
                  </a:lnTo>
                  <a:lnTo>
                    <a:pt x="807615" y="730418"/>
                  </a:lnTo>
                  <a:close/>
                </a:path>
                <a:path w="6791959" h="7073265">
                  <a:moveTo>
                    <a:pt x="1140866" y="717718"/>
                  </a:moveTo>
                  <a:lnTo>
                    <a:pt x="1182878" y="793918"/>
                  </a:lnTo>
                  <a:lnTo>
                    <a:pt x="1110114" y="832018"/>
                  </a:lnTo>
                  <a:lnTo>
                    <a:pt x="1068095" y="755818"/>
                  </a:lnTo>
                  <a:lnTo>
                    <a:pt x="1140866" y="717718"/>
                  </a:lnTo>
                  <a:close/>
                </a:path>
                <a:path w="6791959" h="7073265">
                  <a:moveTo>
                    <a:pt x="270220" y="692318"/>
                  </a:moveTo>
                  <a:lnTo>
                    <a:pt x="320163" y="781218"/>
                  </a:lnTo>
                  <a:lnTo>
                    <a:pt x="233663" y="832018"/>
                  </a:lnTo>
                  <a:lnTo>
                    <a:pt x="183719" y="743118"/>
                  </a:lnTo>
                  <a:lnTo>
                    <a:pt x="270220" y="692318"/>
                  </a:lnTo>
                  <a:close/>
                </a:path>
                <a:path w="6791959" h="7073265">
                  <a:moveTo>
                    <a:pt x="603798" y="679618"/>
                  </a:moveTo>
                  <a:lnTo>
                    <a:pt x="651390" y="755818"/>
                  </a:lnTo>
                  <a:lnTo>
                    <a:pt x="568953" y="806618"/>
                  </a:lnTo>
                  <a:lnTo>
                    <a:pt x="521362" y="717718"/>
                  </a:lnTo>
                  <a:lnTo>
                    <a:pt x="603798" y="679618"/>
                  </a:lnTo>
                  <a:close/>
                </a:path>
                <a:path w="6791959" h="7073265">
                  <a:moveTo>
                    <a:pt x="937050" y="654218"/>
                  </a:moveTo>
                  <a:lnTo>
                    <a:pt x="981414" y="730418"/>
                  </a:lnTo>
                  <a:lnTo>
                    <a:pt x="904574" y="781218"/>
                  </a:lnTo>
                  <a:lnTo>
                    <a:pt x="860210" y="705018"/>
                  </a:lnTo>
                  <a:lnTo>
                    <a:pt x="937050" y="654218"/>
                  </a:lnTo>
                  <a:close/>
                </a:path>
                <a:path w="6791959" h="7073265">
                  <a:moveTo>
                    <a:pt x="64466" y="641518"/>
                  </a:moveTo>
                  <a:lnTo>
                    <a:pt x="111477" y="717718"/>
                  </a:lnTo>
                  <a:lnTo>
                    <a:pt x="30059" y="768518"/>
                  </a:lnTo>
                  <a:lnTo>
                    <a:pt x="0" y="717718"/>
                  </a:lnTo>
                  <a:lnTo>
                    <a:pt x="0" y="679618"/>
                  </a:lnTo>
                  <a:lnTo>
                    <a:pt x="64466" y="641518"/>
                  </a:lnTo>
                  <a:close/>
                </a:path>
                <a:path w="6791959" h="7073265">
                  <a:moveTo>
                    <a:pt x="1270301" y="641518"/>
                  </a:moveTo>
                  <a:lnTo>
                    <a:pt x="1311431" y="717718"/>
                  </a:lnTo>
                  <a:lnTo>
                    <a:pt x="1240188" y="755818"/>
                  </a:lnTo>
                  <a:lnTo>
                    <a:pt x="1199058" y="679618"/>
                  </a:lnTo>
                  <a:lnTo>
                    <a:pt x="1270301" y="641518"/>
                  </a:lnTo>
                  <a:close/>
                </a:path>
                <a:path w="6791959" h="7073265">
                  <a:moveTo>
                    <a:pt x="399874" y="616118"/>
                  </a:moveTo>
                  <a:lnTo>
                    <a:pt x="449521" y="705018"/>
                  </a:lnTo>
                  <a:lnTo>
                    <a:pt x="363524" y="755818"/>
                  </a:lnTo>
                  <a:lnTo>
                    <a:pt x="313877" y="666918"/>
                  </a:lnTo>
                  <a:lnTo>
                    <a:pt x="399874" y="616118"/>
                  </a:lnTo>
                  <a:close/>
                </a:path>
                <a:path w="6791959" h="7073265">
                  <a:moveTo>
                    <a:pt x="733233" y="603418"/>
                  </a:moveTo>
                  <a:lnTo>
                    <a:pt x="779949" y="679618"/>
                  </a:lnTo>
                  <a:lnTo>
                    <a:pt x="699034" y="730418"/>
                  </a:lnTo>
                  <a:lnTo>
                    <a:pt x="652318" y="641518"/>
                  </a:lnTo>
                  <a:lnTo>
                    <a:pt x="733233" y="603418"/>
                  </a:lnTo>
                  <a:close/>
                </a:path>
                <a:path w="6791959" h="7073265">
                  <a:moveTo>
                    <a:pt x="1066591" y="578018"/>
                  </a:moveTo>
                  <a:lnTo>
                    <a:pt x="1110362" y="654218"/>
                  </a:lnTo>
                  <a:lnTo>
                    <a:pt x="1034547" y="705018"/>
                  </a:lnTo>
                  <a:lnTo>
                    <a:pt x="990770" y="628818"/>
                  </a:lnTo>
                  <a:lnTo>
                    <a:pt x="1066591" y="578018"/>
                  </a:lnTo>
                  <a:close/>
                </a:path>
                <a:path w="6791959" h="7073265">
                  <a:moveTo>
                    <a:pt x="196058" y="552618"/>
                  </a:moveTo>
                  <a:lnTo>
                    <a:pt x="248056" y="641518"/>
                  </a:lnTo>
                  <a:lnTo>
                    <a:pt x="157990" y="705018"/>
                  </a:lnTo>
                  <a:lnTo>
                    <a:pt x="105986" y="603418"/>
                  </a:lnTo>
                  <a:lnTo>
                    <a:pt x="196058" y="552618"/>
                  </a:lnTo>
                  <a:close/>
                </a:path>
                <a:path w="6791959" h="7073265">
                  <a:moveTo>
                    <a:pt x="529310" y="539918"/>
                  </a:moveTo>
                  <a:lnTo>
                    <a:pt x="578081" y="628818"/>
                  </a:lnTo>
                  <a:lnTo>
                    <a:pt x="493606" y="679618"/>
                  </a:lnTo>
                  <a:lnTo>
                    <a:pt x="444836" y="590718"/>
                  </a:lnTo>
                  <a:lnTo>
                    <a:pt x="529310" y="539918"/>
                  </a:lnTo>
                  <a:close/>
                </a:path>
                <a:path w="6791959" h="7073265">
                  <a:moveTo>
                    <a:pt x="862774" y="527218"/>
                  </a:moveTo>
                  <a:lnTo>
                    <a:pt x="908897" y="603418"/>
                  </a:lnTo>
                  <a:lnTo>
                    <a:pt x="829007" y="654218"/>
                  </a:lnTo>
                  <a:lnTo>
                    <a:pt x="782884" y="578018"/>
                  </a:lnTo>
                  <a:lnTo>
                    <a:pt x="862774" y="527218"/>
                  </a:lnTo>
                  <a:close/>
                </a:path>
                <a:path w="6791959" h="7073265">
                  <a:moveTo>
                    <a:pt x="1195925" y="514518"/>
                  </a:moveTo>
                  <a:lnTo>
                    <a:pt x="1238524" y="578018"/>
                  </a:lnTo>
                  <a:lnTo>
                    <a:pt x="1164734" y="628818"/>
                  </a:lnTo>
                  <a:lnTo>
                    <a:pt x="1122135" y="552618"/>
                  </a:lnTo>
                  <a:lnTo>
                    <a:pt x="1195925" y="514518"/>
                  </a:lnTo>
                  <a:close/>
                </a:path>
                <a:path w="6791959" h="7073265">
                  <a:moveTo>
                    <a:pt x="325599" y="489118"/>
                  </a:moveTo>
                  <a:lnTo>
                    <a:pt x="377016" y="578018"/>
                  </a:lnTo>
                  <a:lnTo>
                    <a:pt x="287964" y="628818"/>
                  </a:lnTo>
                  <a:lnTo>
                    <a:pt x="236546" y="539918"/>
                  </a:lnTo>
                  <a:lnTo>
                    <a:pt x="325599" y="489118"/>
                  </a:lnTo>
                  <a:close/>
                </a:path>
                <a:path w="6791959" h="7073265">
                  <a:moveTo>
                    <a:pt x="658857" y="463718"/>
                  </a:moveTo>
                  <a:lnTo>
                    <a:pt x="707035" y="552618"/>
                  </a:lnTo>
                  <a:lnTo>
                    <a:pt x="623579" y="603418"/>
                  </a:lnTo>
                  <a:lnTo>
                    <a:pt x="575401" y="514518"/>
                  </a:lnTo>
                  <a:lnTo>
                    <a:pt x="658857" y="463718"/>
                  </a:lnTo>
                  <a:close/>
                </a:path>
                <a:path w="6791959" h="7073265">
                  <a:moveTo>
                    <a:pt x="992209" y="451018"/>
                  </a:moveTo>
                  <a:lnTo>
                    <a:pt x="1037455" y="527218"/>
                  </a:lnTo>
                  <a:lnTo>
                    <a:pt x="959093" y="578018"/>
                  </a:lnTo>
                  <a:lnTo>
                    <a:pt x="913847" y="501818"/>
                  </a:lnTo>
                  <a:lnTo>
                    <a:pt x="992209" y="451018"/>
                  </a:lnTo>
                  <a:close/>
                </a:path>
                <a:path w="6791959" h="7073265">
                  <a:moveTo>
                    <a:pt x="121788" y="425618"/>
                  </a:moveTo>
                  <a:lnTo>
                    <a:pt x="175552" y="514518"/>
                  </a:lnTo>
                  <a:lnTo>
                    <a:pt x="82429" y="578018"/>
                  </a:lnTo>
                  <a:lnTo>
                    <a:pt x="28666" y="476418"/>
                  </a:lnTo>
                  <a:lnTo>
                    <a:pt x="121788" y="425618"/>
                  </a:lnTo>
                  <a:close/>
                </a:path>
                <a:path w="6791959" h="7073265">
                  <a:moveTo>
                    <a:pt x="455142" y="412918"/>
                  </a:moveTo>
                  <a:lnTo>
                    <a:pt x="505974" y="501818"/>
                  </a:lnTo>
                  <a:lnTo>
                    <a:pt x="417939" y="552618"/>
                  </a:lnTo>
                  <a:lnTo>
                    <a:pt x="367108" y="463718"/>
                  </a:lnTo>
                  <a:lnTo>
                    <a:pt x="455142" y="412918"/>
                  </a:lnTo>
                  <a:close/>
                </a:path>
                <a:path w="6791959" h="7073265">
                  <a:moveTo>
                    <a:pt x="788393" y="387518"/>
                  </a:moveTo>
                  <a:lnTo>
                    <a:pt x="835990" y="476418"/>
                  </a:lnTo>
                  <a:lnTo>
                    <a:pt x="753553" y="527218"/>
                  </a:lnTo>
                  <a:lnTo>
                    <a:pt x="705962" y="438318"/>
                  </a:lnTo>
                  <a:lnTo>
                    <a:pt x="788393" y="387518"/>
                  </a:lnTo>
                  <a:close/>
                </a:path>
                <a:path w="6791959" h="7073265">
                  <a:moveTo>
                    <a:pt x="1121644" y="374818"/>
                  </a:moveTo>
                  <a:lnTo>
                    <a:pt x="1166008" y="451018"/>
                  </a:lnTo>
                  <a:lnTo>
                    <a:pt x="1089174" y="501818"/>
                  </a:lnTo>
                  <a:lnTo>
                    <a:pt x="1044810" y="425618"/>
                  </a:lnTo>
                  <a:lnTo>
                    <a:pt x="1121644" y="374818"/>
                  </a:lnTo>
                  <a:close/>
                </a:path>
                <a:path w="6791959" h="7073265">
                  <a:moveTo>
                    <a:pt x="251330" y="349418"/>
                  </a:moveTo>
                  <a:lnTo>
                    <a:pt x="304507" y="438318"/>
                  </a:lnTo>
                  <a:lnTo>
                    <a:pt x="212403" y="501818"/>
                  </a:lnTo>
                  <a:lnTo>
                    <a:pt x="159226" y="400218"/>
                  </a:lnTo>
                  <a:lnTo>
                    <a:pt x="251330" y="349418"/>
                  </a:lnTo>
                  <a:close/>
                </a:path>
                <a:path w="6791959" h="7073265">
                  <a:moveTo>
                    <a:pt x="584576" y="336718"/>
                  </a:moveTo>
                  <a:lnTo>
                    <a:pt x="634525" y="425618"/>
                  </a:lnTo>
                  <a:lnTo>
                    <a:pt x="548019" y="476418"/>
                  </a:lnTo>
                  <a:lnTo>
                    <a:pt x="498076" y="387518"/>
                  </a:lnTo>
                  <a:lnTo>
                    <a:pt x="584576" y="336718"/>
                  </a:lnTo>
                  <a:close/>
                </a:path>
                <a:path w="6791959" h="7073265">
                  <a:moveTo>
                    <a:pt x="917833" y="324018"/>
                  </a:moveTo>
                  <a:lnTo>
                    <a:pt x="964542" y="400218"/>
                  </a:lnTo>
                  <a:lnTo>
                    <a:pt x="883633" y="451018"/>
                  </a:lnTo>
                  <a:lnTo>
                    <a:pt x="836924" y="362118"/>
                  </a:lnTo>
                  <a:lnTo>
                    <a:pt x="917833" y="324018"/>
                  </a:lnTo>
                  <a:close/>
                </a:path>
                <a:path w="6791959" h="7073265">
                  <a:moveTo>
                    <a:pt x="380766" y="273218"/>
                  </a:moveTo>
                  <a:lnTo>
                    <a:pt x="433061" y="362118"/>
                  </a:lnTo>
                  <a:lnTo>
                    <a:pt x="342485" y="425618"/>
                  </a:lnTo>
                  <a:lnTo>
                    <a:pt x="290190" y="324018"/>
                  </a:lnTo>
                  <a:lnTo>
                    <a:pt x="380766" y="273218"/>
                  </a:lnTo>
                  <a:close/>
                </a:path>
                <a:path w="6791959" h="7073265">
                  <a:moveTo>
                    <a:pt x="43319" y="311318"/>
                  </a:moveTo>
                  <a:lnTo>
                    <a:pt x="87387" y="387518"/>
                  </a:lnTo>
                  <a:lnTo>
                    <a:pt x="11062" y="425618"/>
                  </a:lnTo>
                  <a:lnTo>
                    <a:pt x="0" y="412918"/>
                  </a:lnTo>
                  <a:lnTo>
                    <a:pt x="0" y="336718"/>
                  </a:lnTo>
                  <a:lnTo>
                    <a:pt x="43319" y="311318"/>
                  </a:lnTo>
                  <a:close/>
                </a:path>
                <a:path w="6791959" h="7073265">
                  <a:moveTo>
                    <a:pt x="714017" y="260518"/>
                  </a:moveTo>
                  <a:lnTo>
                    <a:pt x="763077" y="349418"/>
                  </a:lnTo>
                  <a:lnTo>
                    <a:pt x="678099" y="400218"/>
                  </a:lnTo>
                  <a:lnTo>
                    <a:pt x="629033" y="311318"/>
                  </a:lnTo>
                  <a:lnTo>
                    <a:pt x="714017" y="260518"/>
                  </a:lnTo>
                  <a:close/>
                </a:path>
                <a:path w="6791959" h="7073265">
                  <a:moveTo>
                    <a:pt x="1047268" y="247818"/>
                  </a:moveTo>
                  <a:lnTo>
                    <a:pt x="1093100" y="324018"/>
                  </a:lnTo>
                  <a:lnTo>
                    <a:pt x="1013720" y="374818"/>
                  </a:lnTo>
                  <a:lnTo>
                    <a:pt x="967887" y="285918"/>
                  </a:lnTo>
                  <a:lnTo>
                    <a:pt x="1047268" y="247818"/>
                  </a:lnTo>
                  <a:close/>
                </a:path>
                <a:path w="6791959" h="7073265">
                  <a:moveTo>
                    <a:pt x="177054" y="222418"/>
                  </a:moveTo>
                  <a:lnTo>
                    <a:pt x="231996" y="311318"/>
                  </a:lnTo>
                  <a:lnTo>
                    <a:pt x="136836" y="374818"/>
                  </a:lnTo>
                  <a:lnTo>
                    <a:pt x="81900" y="273218"/>
                  </a:lnTo>
                  <a:lnTo>
                    <a:pt x="177054" y="222418"/>
                  </a:lnTo>
                  <a:close/>
                </a:path>
                <a:path w="6791959" h="7073265">
                  <a:moveTo>
                    <a:pt x="510200" y="209718"/>
                  </a:moveTo>
                  <a:lnTo>
                    <a:pt x="561612" y="298618"/>
                  </a:lnTo>
                  <a:lnTo>
                    <a:pt x="472565" y="349418"/>
                  </a:lnTo>
                  <a:lnTo>
                    <a:pt x="421153" y="260518"/>
                  </a:lnTo>
                  <a:lnTo>
                    <a:pt x="510200" y="209718"/>
                  </a:lnTo>
                  <a:close/>
                </a:path>
                <a:path w="6791959" h="7073265">
                  <a:moveTo>
                    <a:pt x="843450" y="184318"/>
                  </a:moveTo>
                  <a:lnTo>
                    <a:pt x="891635" y="273218"/>
                  </a:lnTo>
                  <a:lnTo>
                    <a:pt x="808179" y="324018"/>
                  </a:lnTo>
                  <a:lnTo>
                    <a:pt x="760001" y="235118"/>
                  </a:lnTo>
                  <a:lnTo>
                    <a:pt x="843450" y="184318"/>
                  </a:lnTo>
                  <a:close/>
                </a:path>
                <a:path w="6791959" h="7073265">
                  <a:moveTo>
                    <a:pt x="306490" y="146218"/>
                  </a:moveTo>
                  <a:lnTo>
                    <a:pt x="360550" y="235118"/>
                  </a:lnTo>
                  <a:lnTo>
                    <a:pt x="266924" y="298618"/>
                  </a:lnTo>
                  <a:lnTo>
                    <a:pt x="212864" y="197018"/>
                  </a:lnTo>
                  <a:lnTo>
                    <a:pt x="306490" y="146218"/>
                  </a:lnTo>
                  <a:close/>
                </a:path>
                <a:path w="6791959" h="7073265">
                  <a:moveTo>
                    <a:pt x="639635" y="133518"/>
                  </a:moveTo>
                  <a:lnTo>
                    <a:pt x="690170" y="222418"/>
                  </a:lnTo>
                  <a:lnTo>
                    <a:pt x="602646" y="273218"/>
                  </a:lnTo>
                  <a:lnTo>
                    <a:pt x="552110" y="184318"/>
                  </a:lnTo>
                  <a:lnTo>
                    <a:pt x="639635" y="133518"/>
                  </a:lnTo>
                  <a:close/>
                </a:path>
                <a:path w="6791959" h="7073265">
                  <a:moveTo>
                    <a:pt x="972886" y="120818"/>
                  </a:moveTo>
                  <a:lnTo>
                    <a:pt x="1020188" y="197018"/>
                  </a:lnTo>
                  <a:lnTo>
                    <a:pt x="938266" y="247818"/>
                  </a:lnTo>
                  <a:lnTo>
                    <a:pt x="890964" y="158918"/>
                  </a:lnTo>
                  <a:lnTo>
                    <a:pt x="972886" y="120818"/>
                  </a:lnTo>
                  <a:close/>
                </a:path>
                <a:path w="6791959" h="7073265">
                  <a:moveTo>
                    <a:pt x="102785" y="82718"/>
                  </a:moveTo>
                  <a:lnTo>
                    <a:pt x="159487" y="184318"/>
                  </a:lnTo>
                  <a:lnTo>
                    <a:pt x="61271" y="247818"/>
                  </a:lnTo>
                  <a:lnTo>
                    <a:pt x="4569" y="146218"/>
                  </a:lnTo>
                  <a:lnTo>
                    <a:pt x="102785" y="82718"/>
                  </a:lnTo>
                  <a:close/>
                </a:path>
                <a:path w="6791959" h="7073265">
                  <a:moveTo>
                    <a:pt x="435931" y="70018"/>
                  </a:moveTo>
                  <a:lnTo>
                    <a:pt x="489109" y="158918"/>
                  </a:lnTo>
                  <a:lnTo>
                    <a:pt x="396999" y="222418"/>
                  </a:lnTo>
                  <a:lnTo>
                    <a:pt x="343822" y="120818"/>
                  </a:lnTo>
                  <a:lnTo>
                    <a:pt x="435931" y="70018"/>
                  </a:lnTo>
                  <a:close/>
                </a:path>
                <a:path w="6791959" h="7073265">
                  <a:moveTo>
                    <a:pt x="768968" y="57318"/>
                  </a:moveTo>
                  <a:lnTo>
                    <a:pt x="818325" y="146218"/>
                  </a:lnTo>
                  <a:lnTo>
                    <a:pt x="732838" y="197018"/>
                  </a:lnTo>
                  <a:lnTo>
                    <a:pt x="683481" y="108118"/>
                  </a:lnTo>
                  <a:lnTo>
                    <a:pt x="768968" y="57318"/>
                  </a:lnTo>
                  <a:close/>
                </a:path>
                <a:path w="6791959" h="7073265">
                  <a:moveTo>
                    <a:pt x="232227" y="19218"/>
                  </a:moveTo>
                  <a:lnTo>
                    <a:pt x="288046" y="108118"/>
                  </a:lnTo>
                  <a:lnTo>
                    <a:pt x="191358" y="171618"/>
                  </a:lnTo>
                  <a:lnTo>
                    <a:pt x="135539" y="70018"/>
                  </a:lnTo>
                  <a:lnTo>
                    <a:pt x="232227" y="19218"/>
                  </a:lnTo>
                  <a:close/>
                </a:path>
                <a:path w="6791959" h="7073265">
                  <a:moveTo>
                    <a:pt x="551661" y="6518"/>
                  </a:moveTo>
                  <a:lnTo>
                    <a:pt x="569784" y="6518"/>
                  </a:lnTo>
                  <a:lnTo>
                    <a:pt x="617257" y="82718"/>
                  </a:lnTo>
                  <a:lnTo>
                    <a:pt x="527185" y="146218"/>
                  </a:lnTo>
                  <a:lnTo>
                    <a:pt x="475187" y="44618"/>
                  </a:lnTo>
                  <a:lnTo>
                    <a:pt x="551661" y="6518"/>
                  </a:lnTo>
                  <a:close/>
                </a:path>
                <a:path w="6791959" h="7073265">
                  <a:moveTo>
                    <a:pt x="858971" y="6518"/>
                  </a:moveTo>
                  <a:lnTo>
                    <a:pt x="911399" y="6518"/>
                  </a:lnTo>
                  <a:lnTo>
                    <a:pt x="946475" y="70018"/>
                  </a:lnTo>
                  <a:lnTo>
                    <a:pt x="863025" y="120818"/>
                  </a:lnTo>
                  <a:lnTo>
                    <a:pt x="814841" y="31918"/>
                  </a:lnTo>
                  <a:lnTo>
                    <a:pt x="858971" y="6518"/>
                  </a:lnTo>
                  <a:close/>
                </a:path>
                <a:path w="6791959" h="7073265">
                  <a:moveTo>
                    <a:pt x="280076" y="6518"/>
                  </a:moveTo>
                  <a:lnTo>
                    <a:pt x="393385" y="6518"/>
                  </a:lnTo>
                  <a:lnTo>
                    <a:pt x="408573" y="31918"/>
                  </a:lnTo>
                  <a:lnTo>
                    <a:pt x="323595" y="82718"/>
                  </a:lnTo>
                  <a:lnTo>
                    <a:pt x="280076" y="6518"/>
                  </a:lnTo>
                  <a:close/>
                </a:path>
                <a:path w="6791959" h="7073265">
                  <a:moveTo>
                    <a:pt x="0" y="6518"/>
                  </a:moveTo>
                  <a:lnTo>
                    <a:pt x="31752" y="6518"/>
                  </a:lnTo>
                  <a:lnTo>
                    <a:pt x="55673" y="44618"/>
                  </a:lnTo>
                  <a:lnTo>
                    <a:pt x="0" y="82718"/>
                  </a:lnTo>
                  <a:lnTo>
                    <a:pt x="0" y="6518"/>
                  </a:lnTo>
                  <a:close/>
                </a:path>
                <a:path w="6791959" h="7073265">
                  <a:moveTo>
                    <a:pt x="637292" y="6518"/>
                  </a:moveTo>
                  <a:lnTo>
                    <a:pt x="729758" y="6518"/>
                  </a:lnTo>
                  <a:lnTo>
                    <a:pt x="661571" y="44618"/>
                  </a:lnTo>
                  <a:lnTo>
                    <a:pt x="637292" y="6518"/>
                  </a:lnTo>
                  <a:close/>
                </a:path>
                <a:path w="6791959" h="7073265">
                  <a:moveTo>
                    <a:pt x="2982319" y="3661551"/>
                  </a:moveTo>
                  <a:lnTo>
                    <a:pt x="2993188" y="3680380"/>
                  </a:lnTo>
                  <a:lnTo>
                    <a:pt x="2974359" y="3691249"/>
                  </a:lnTo>
                  <a:lnTo>
                    <a:pt x="2963490" y="3672425"/>
                  </a:lnTo>
                  <a:lnTo>
                    <a:pt x="2982319" y="3661551"/>
                  </a:lnTo>
                  <a:close/>
                </a:path>
                <a:path w="6791959" h="7073265">
                  <a:moveTo>
                    <a:pt x="3056909" y="3792516"/>
                  </a:moveTo>
                  <a:lnTo>
                    <a:pt x="3066901" y="3809817"/>
                  </a:lnTo>
                  <a:lnTo>
                    <a:pt x="3049600" y="3819809"/>
                  </a:lnTo>
                  <a:lnTo>
                    <a:pt x="3039607" y="3802502"/>
                  </a:lnTo>
                  <a:lnTo>
                    <a:pt x="3056909" y="3792516"/>
                  </a:lnTo>
                  <a:close/>
                </a:path>
                <a:path w="6791959" h="7073265">
                  <a:moveTo>
                    <a:pt x="3131397" y="3923889"/>
                  </a:moveTo>
                  <a:lnTo>
                    <a:pt x="3140210" y="3939153"/>
                  </a:lnTo>
                  <a:lnTo>
                    <a:pt x="3124947" y="3947966"/>
                  </a:lnTo>
                  <a:lnTo>
                    <a:pt x="3116134" y="3932703"/>
                  </a:lnTo>
                  <a:lnTo>
                    <a:pt x="3131397" y="3923889"/>
                  </a:lnTo>
                  <a:close/>
                </a:path>
                <a:path w="6791959" h="7073265">
                  <a:moveTo>
                    <a:pt x="3205992" y="4054848"/>
                  </a:moveTo>
                  <a:lnTo>
                    <a:pt x="3213929" y="4068590"/>
                  </a:lnTo>
                  <a:lnTo>
                    <a:pt x="3200188" y="4076521"/>
                  </a:lnTo>
                  <a:lnTo>
                    <a:pt x="3192251" y="4062779"/>
                  </a:lnTo>
                  <a:lnTo>
                    <a:pt x="3205992" y="4054848"/>
                  </a:lnTo>
                  <a:close/>
                </a:path>
                <a:path w="6791959" h="7073265">
                  <a:moveTo>
                    <a:pt x="3280587" y="4185813"/>
                  </a:moveTo>
                  <a:lnTo>
                    <a:pt x="3287642" y="4198026"/>
                  </a:lnTo>
                  <a:lnTo>
                    <a:pt x="3275428" y="4205081"/>
                  </a:lnTo>
                  <a:lnTo>
                    <a:pt x="3268374" y="4192867"/>
                  </a:lnTo>
                  <a:lnTo>
                    <a:pt x="3280587" y="4185813"/>
                  </a:lnTo>
                  <a:close/>
                </a:path>
                <a:path w="6791959" h="7073265">
                  <a:moveTo>
                    <a:pt x="3355070" y="4317180"/>
                  </a:moveTo>
                  <a:lnTo>
                    <a:pt x="3360946" y="4327356"/>
                  </a:lnTo>
                  <a:lnTo>
                    <a:pt x="3350770" y="4333232"/>
                  </a:lnTo>
                  <a:lnTo>
                    <a:pt x="3344894" y="4323056"/>
                  </a:lnTo>
                  <a:lnTo>
                    <a:pt x="3355070" y="4317180"/>
                  </a:lnTo>
                  <a:close/>
                </a:path>
                <a:path w="6791959" h="7073265">
                  <a:moveTo>
                    <a:pt x="3429777" y="4447742"/>
                  </a:moveTo>
                  <a:lnTo>
                    <a:pt x="3435066" y="4456905"/>
                  </a:lnTo>
                  <a:lnTo>
                    <a:pt x="3425909" y="4462189"/>
                  </a:lnTo>
                  <a:lnTo>
                    <a:pt x="3420620" y="4453026"/>
                  </a:lnTo>
                  <a:lnTo>
                    <a:pt x="3429777" y="4447742"/>
                  </a:lnTo>
                  <a:close/>
                </a:path>
                <a:path w="6791959" h="7073265">
                  <a:moveTo>
                    <a:pt x="3504479" y="4578304"/>
                  </a:moveTo>
                  <a:lnTo>
                    <a:pt x="3509176" y="4586443"/>
                  </a:lnTo>
                  <a:lnTo>
                    <a:pt x="3501037" y="4591146"/>
                  </a:lnTo>
                  <a:lnTo>
                    <a:pt x="3496341" y="4583007"/>
                  </a:lnTo>
                  <a:lnTo>
                    <a:pt x="3504479" y="4578304"/>
                  </a:lnTo>
                  <a:close/>
                </a:path>
                <a:path w="6791959" h="7073265">
                  <a:moveTo>
                    <a:pt x="3579181" y="4708866"/>
                  </a:moveTo>
                  <a:lnTo>
                    <a:pt x="3583297" y="4715992"/>
                  </a:lnTo>
                  <a:lnTo>
                    <a:pt x="3576172" y="4720108"/>
                  </a:lnTo>
                  <a:lnTo>
                    <a:pt x="3572055" y="4712983"/>
                  </a:lnTo>
                  <a:lnTo>
                    <a:pt x="3579181" y="4708866"/>
                  </a:lnTo>
                  <a:close/>
                </a:path>
                <a:path w="6791959" h="7073265">
                  <a:moveTo>
                    <a:pt x="3653776" y="4839831"/>
                  </a:moveTo>
                  <a:lnTo>
                    <a:pt x="3657010" y="4845428"/>
                  </a:lnTo>
                  <a:lnTo>
                    <a:pt x="3651413" y="4848662"/>
                  </a:lnTo>
                  <a:lnTo>
                    <a:pt x="3648179" y="4843059"/>
                  </a:lnTo>
                  <a:lnTo>
                    <a:pt x="3653776" y="4839831"/>
                  </a:lnTo>
                  <a:close/>
                </a:path>
                <a:path w="6791959" h="7073265">
                  <a:moveTo>
                    <a:pt x="3728478" y="4970393"/>
                  </a:moveTo>
                  <a:lnTo>
                    <a:pt x="3731119" y="4974972"/>
                  </a:lnTo>
                  <a:lnTo>
                    <a:pt x="3726541" y="4977619"/>
                  </a:lnTo>
                  <a:lnTo>
                    <a:pt x="3723899" y="4973035"/>
                  </a:lnTo>
                  <a:lnTo>
                    <a:pt x="3728478" y="4970393"/>
                  </a:lnTo>
                  <a:close/>
                </a:path>
                <a:path w="6791959" h="7073265">
                  <a:moveTo>
                    <a:pt x="3803179" y="5100955"/>
                  </a:moveTo>
                  <a:lnTo>
                    <a:pt x="3805241" y="5104521"/>
                  </a:lnTo>
                  <a:lnTo>
                    <a:pt x="3801675" y="5106576"/>
                  </a:lnTo>
                  <a:lnTo>
                    <a:pt x="3799614" y="5103011"/>
                  </a:lnTo>
                  <a:lnTo>
                    <a:pt x="3803179" y="5100955"/>
                  </a:lnTo>
                  <a:close/>
                </a:path>
                <a:path w="6791959" h="7073265">
                  <a:moveTo>
                    <a:pt x="3877881" y="5231517"/>
                  </a:moveTo>
                  <a:lnTo>
                    <a:pt x="3879350" y="5234064"/>
                  </a:lnTo>
                  <a:lnTo>
                    <a:pt x="3876803" y="5235533"/>
                  </a:lnTo>
                  <a:lnTo>
                    <a:pt x="3875334" y="5232986"/>
                  </a:lnTo>
                  <a:lnTo>
                    <a:pt x="3877881" y="5231517"/>
                  </a:lnTo>
                  <a:close/>
                </a:path>
                <a:path w="6791959" h="7073265">
                  <a:moveTo>
                    <a:pt x="3952582" y="5362079"/>
                  </a:moveTo>
                  <a:lnTo>
                    <a:pt x="3953465" y="5363613"/>
                  </a:lnTo>
                  <a:lnTo>
                    <a:pt x="3951943" y="5364490"/>
                  </a:lnTo>
                  <a:lnTo>
                    <a:pt x="3951060" y="5362962"/>
                  </a:lnTo>
                  <a:lnTo>
                    <a:pt x="3952582" y="5362079"/>
                  </a:lnTo>
                  <a:close/>
                </a:path>
                <a:path w="6791959" h="7073265">
                  <a:moveTo>
                    <a:pt x="3001743" y="3998401"/>
                  </a:moveTo>
                  <a:lnTo>
                    <a:pt x="3010852" y="4014174"/>
                  </a:lnTo>
                  <a:lnTo>
                    <a:pt x="2995079" y="4023278"/>
                  </a:lnTo>
                  <a:lnTo>
                    <a:pt x="2985970" y="4007505"/>
                  </a:lnTo>
                  <a:lnTo>
                    <a:pt x="3001743" y="3998401"/>
                  </a:lnTo>
                  <a:close/>
                </a:path>
                <a:path w="6791959" h="7073265">
                  <a:moveTo>
                    <a:pt x="3076338" y="4129366"/>
                  </a:moveTo>
                  <a:lnTo>
                    <a:pt x="3084565" y="4143611"/>
                  </a:lnTo>
                  <a:lnTo>
                    <a:pt x="3070320" y="4151838"/>
                  </a:lnTo>
                  <a:lnTo>
                    <a:pt x="3062093" y="4137593"/>
                  </a:lnTo>
                  <a:lnTo>
                    <a:pt x="3076338" y="4129366"/>
                  </a:lnTo>
                  <a:close/>
                </a:path>
                <a:path w="6791959" h="7073265">
                  <a:moveTo>
                    <a:pt x="3150939" y="4260325"/>
                  </a:moveTo>
                  <a:lnTo>
                    <a:pt x="3158284" y="4273047"/>
                  </a:lnTo>
                  <a:lnTo>
                    <a:pt x="3145561" y="4280392"/>
                  </a:lnTo>
                  <a:lnTo>
                    <a:pt x="3138216" y="4267669"/>
                  </a:lnTo>
                  <a:lnTo>
                    <a:pt x="3150939" y="4260325"/>
                  </a:lnTo>
                  <a:close/>
                </a:path>
                <a:path w="6791959" h="7073265">
                  <a:moveTo>
                    <a:pt x="3225421" y="4391692"/>
                  </a:moveTo>
                  <a:lnTo>
                    <a:pt x="3231593" y="4402383"/>
                  </a:lnTo>
                  <a:lnTo>
                    <a:pt x="3220908" y="4408549"/>
                  </a:lnTo>
                  <a:lnTo>
                    <a:pt x="3214736" y="4397864"/>
                  </a:lnTo>
                  <a:lnTo>
                    <a:pt x="3225421" y="4391692"/>
                  </a:lnTo>
                  <a:close/>
                </a:path>
                <a:path w="6791959" h="7073265">
                  <a:moveTo>
                    <a:pt x="3300017" y="4522657"/>
                  </a:moveTo>
                  <a:lnTo>
                    <a:pt x="3305306" y="4531820"/>
                  </a:lnTo>
                  <a:lnTo>
                    <a:pt x="3296149" y="4537109"/>
                  </a:lnTo>
                  <a:lnTo>
                    <a:pt x="3290860" y="4527946"/>
                  </a:lnTo>
                  <a:lnTo>
                    <a:pt x="3300017" y="4522657"/>
                  </a:lnTo>
                  <a:close/>
                </a:path>
                <a:path w="6791959" h="7073265">
                  <a:moveTo>
                    <a:pt x="3374719" y="4653225"/>
                  </a:moveTo>
                  <a:lnTo>
                    <a:pt x="3379422" y="4661363"/>
                  </a:lnTo>
                  <a:lnTo>
                    <a:pt x="3371277" y="4666060"/>
                  </a:lnTo>
                  <a:lnTo>
                    <a:pt x="3366581" y="4657922"/>
                  </a:lnTo>
                  <a:lnTo>
                    <a:pt x="3374719" y="4653225"/>
                  </a:lnTo>
                  <a:close/>
                </a:path>
                <a:path w="6791959" h="7073265">
                  <a:moveTo>
                    <a:pt x="3449420" y="4783787"/>
                  </a:moveTo>
                  <a:lnTo>
                    <a:pt x="3453537" y="4790912"/>
                  </a:lnTo>
                  <a:lnTo>
                    <a:pt x="3446411" y="4795023"/>
                  </a:lnTo>
                  <a:lnTo>
                    <a:pt x="3442294" y="4787897"/>
                  </a:lnTo>
                  <a:lnTo>
                    <a:pt x="3449420" y="4783787"/>
                  </a:lnTo>
                  <a:close/>
                </a:path>
                <a:path w="6791959" h="7073265">
                  <a:moveTo>
                    <a:pt x="3524015" y="4914746"/>
                  </a:moveTo>
                  <a:lnTo>
                    <a:pt x="3527249" y="4920349"/>
                  </a:lnTo>
                  <a:lnTo>
                    <a:pt x="3521652" y="4923577"/>
                  </a:lnTo>
                  <a:lnTo>
                    <a:pt x="3518418" y="4917980"/>
                  </a:lnTo>
                  <a:lnTo>
                    <a:pt x="3524015" y="4914746"/>
                  </a:lnTo>
                  <a:close/>
                </a:path>
                <a:path w="6791959" h="7073265">
                  <a:moveTo>
                    <a:pt x="3598717" y="5045308"/>
                  </a:moveTo>
                  <a:lnTo>
                    <a:pt x="3601364" y="5049892"/>
                  </a:lnTo>
                  <a:lnTo>
                    <a:pt x="3596780" y="5052534"/>
                  </a:lnTo>
                  <a:lnTo>
                    <a:pt x="3594138" y="5047955"/>
                  </a:lnTo>
                  <a:lnTo>
                    <a:pt x="3598717" y="5045308"/>
                  </a:lnTo>
                  <a:close/>
                </a:path>
                <a:path w="6791959" h="7073265">
                  <a:moveTo>
                    <a:pt x="3673419" y="5175870"/>
                  </a:moveTo>
                  <a:lnTo>
                    <a:pt x="3675480" y="5179435"/>
                  </a:lnTo>
                  <a:lnTo>
                    <a:pt x="3671915" y="5181497"/>
                  </a:lnTo>
                  <a:lnTo>
                    <a:pt x="3669853" y="5177931"/>
                  </a:lnTo>
                  <a:lnTo>
                    <a:pt x="3673419" y="5175870"/>
                  </a:lnTo>
                  <a:close/>
                </a:path>
                <a:path w="6791959" h="7073265">
                  <a:moveTo>
                    <a:pt x="3748126" y="5306432"/>
                  </a:moveTo>
                  <a:lnTo>
                    <a:pt x="3749595" y="5308979"/>
                  </a:lnTo>
                  <a:lnTo>
                    <a:pt x="3747049" y="5310448"/>
                  </a:lnTo>
                  <a:lnTo>
                    <a:pt x="3745579" y="5307901"/>
                  </a:lnTo>
                  <a:lnTo>
                    <a:pt x="3748126" y="5306432"/>
                  </a:lnTo>
                  <a:close/>
                </a:path>
                <a:path w="6791959" h="7073265">
                  <a:moveTo>
                    <a:pt x="3822822" y="5437000"/>
                  </a:moveTo>
                  <a:lnTo>
                    <a:pt x="3823705" y="5438528"/>
                  </a:lnTo>
                  <a:lnTo>
                    <a:pt x="3822182" y="5439411"/>
                  </a:lnTo>
                  <a:lnTo>
                    <a:pt x="3821300" y="5437877"/>
                  </a:lnTo>
                  <a:lnTo>
                    <a:pt x="3822822" y="5437000"/>
                  </a:lnTo>
                  <a:close/>
                </a:path>
                <a:path w="6791959" h="7073265">
                  <a:moveTo>
                    <a:pt x="3021180" y="4335245"/>
                  </a:moveTo>
                  <a:lnTo>
                    <a:pt x="3028525" y="4347968"/>
                  </a:lnTo>
                  <a:lnTo>
                    <a:pt x="3015802" y="4355312"/>
                  </a:lnTo>
                  <a:lnTo>
                    <a:pt x="3008457" y="4342589"/>
                  </a:lnTo>
                  <a:lnTo>
                    <a:pt x="3021180" y="4335245"/>
                  </a:lnTo>
                  <a:close/>
                </a:path>
                <a:path w="6791959" h="7073265">
                  <a:moveTo>
                    <a:pt x="3095775" y="4466210"/>
                  </a:moveTo>
                  <a:lnTo>
                    <a:pt x="3102237" y="4477404"/>
                  </a:lnTo>
                  <a:lnTo>
                    <a:pt x="3091043" y="4483866"/>
                  </a:lnTo>
                  <a:lnTo>
                    <a:pt x="3084580" y="4472672"/>
                  </a:lnTo>
                  <a:lnTo>
                    <a:pt x="3095775" y="4466210"/>
                  </a:lnTo>
                  <a:close/>
                </a:path>
                <a:path w="6791959" h="7073265">
                  <a:moveTo>
                    <a:pt x="3170264" y="4597571"/>
                  </a:moveTo>
                  <a:lnTo>
                    <a:pt x="3175553" y="4606734"/>
                  </a:lnTo>
                  <a:lnTo>
                    <a:pt x="3166390" y="4612024"/>
                  </a:lnTo>
                  <a:lnTo>
                    <a:pt x="3161101" y="4602860"/>
                  </a:lnTo>
                  <a:lnTo>
                    <a:pt x="3170264" y="4597571"/>
                  </a:lnTo>
                  <a:close/>
                </a:path>
                <a:path w="6791959" h="7073265">
                  <a:moveTo>
                    <a:pt x="3244966" y="4728139"/>
                  </a:moveTo>
                  <a:lnTo>
                    <a:pt x="3249668" y="4736277"/>
                  </a:lnTo>
                  <a:lnTo>
                    <a:pt x="3241518" y="4740980"/>
                  </a:lnTo>
                  <a:lnTo>
                    <a:pt x="3236822" y="4732842"/>
                  </a:lnTo>
                  <a:lnTo>
                    <a:pt x="3244966" y="4728139"/>
                  </a:lnTo>
                  <a:close/>
                </a:path>
                <a:path w="6791959" h="7073265">
                  <a:moveTo>
                    <a:pt x="3319661" y="4858701"/>
                  </a:moveTo>
                  <a:lnTo>
                    <a:pt x="3323778" y="4865826"/>
                  </a:lnTo>
                  <a:lnTo>
                    <a:pt x="3316652" y="4869943"/>
                  </a:lnTo>
                  <a:lnTo>
                    <a:pt x="3312541" y="4862818"/>
                  </a:lnTo>
                  <a:lnTo>
                    <a:pt x="3319661" y="4858701"/>
                  </a:lnTo>
                  <a:close/>
                </a:path>
                <a:path w="6791959" h="7073265">
                  <a:moveTo>
                    <a:pt x="3394369" y="4989263"/>
                  </a:moveTo>
                  <a:lnTo>
                    <a:pt x="3397893" y="4995370"/>
                  </a:lnTo>
                  <a:lnTo>
                    <a:pt x="3391787" y="4998894"/>
                  </a:lnTo>
                  <a:lnTo>
                    <a:pt x="3388262" y="4992787"/>
                  </a:lnTo>
                  <a:lnTo>
                    <a:pt x="3394369" y="4989263"/>
                  </a:lnTo>
                  <a:close/>
                </a:path>
                <a:path w="6791959" h="7073265">
                  <a:moveTo>
                    <a:pt x="3468957" y="5120228"/>
                  </a:moveTo>
                  <a:lnTo>
                    <a:pt x="3471605" y="5124806"/>
                  </a:lnTo>
                  <a:lnTo>
                    <a:pt x="3467020" y="5127454"/>
                  </a:lnTo>
                  <a:lnTo>
                    <a:pt x="3464379" y="5122869"/>
                  </a:lnTo>
                  <a:lnTo>
                    <a:pt x="3468957" y="5120228"/>
                  </a:lnTo>
                  <a:close/>
                </a:path>
                <a:path w="6791959" h="7073265">
                  <a:moveTo>
                    <a:pt x="3543659" y="5250790"/>
                  </a:moveTo>
                  <a:lnTo>
                    <a:pt x="3545721" y="5254355"/>
                  </a:lnTo>
                  <a:lnTo>
                    <a:pt x="3542161" y="5256411"/>
                  </a:lnTo>
                  <a:lnTo>
                    <a:pt x="3540100" y="5252845"/>
                  </a:lnTo>
                  <a:lnTo>
                    <a:pt x="3543659" y="5250790"/>
                  </a:lnTo>
                  <a:close/>
                </a:path>
                <a:path w="6791959" h="7073265">
                  <a:moveTo>
                    <a:pt x="3618367" y="5381352"/>
                  </a:moveTo>
                  <a:lnTo>
                    <a:pt x="3619836" y="5383893"/>
                  </a:lnTo>
                  <a:lnTo>
                    <a:pt x="3617289" y="5385362"/>
                  </a:lnTo>
                  <a:lnTo>
                    <a:pt x="3615820" y="5382821"/>
                  </a:lnTo>
                  <a:lnTo>
                    <a:pt x="3618367" y="5381352"/>
                  </a:lnTo>
                  <a:close/>
                </a:path>
                <a:path w="6791959" h="7073265">
                  <a:moveTo>
                    <a:pt x="3693068" y="5511914"/>
                  </a:moveTo>
                  <a:lnTo>
                    <a:pt x="3693951" y="5513442"/>
                  </a:lnTo>
                  <a:lnTo>
                    <a:pt x="3692423" y="5514325"/>
                  </a:lnTo>
                  <a:lnTo>
                    <a:pt x="3691540" y="5512797"/>
                  </a:lnTo>
                  <a:lnTo>
                    <a:pt x="3693068" y="5511914"/>
                  </a:lnTo>
                  <a:close/>
                </a:path>
                <a:path w="6791959" h="7073265">
                  <a:moveTo>
                    <a:pt x="2966014" y="4541129"/>
                  </a:moveTo>
                  <a:lnTo>
                    <a:pt x="2972476" y="4552318"/>
                  </a:lnTo>
                  <a:lnTo>
                    <a:pt x="2961281" y="4558780"/>
                  </a:lnTo>
                  <a:lnTo>
                    <a:pt x="2954819" y="4547591"/>
                  </a:lnTo>
                  <a:lnTo>
                    <a:pt x="2966014" y="4541129"/>
                  </a:lnTo>
                  <a:close/>
                </a:path>
                <a:path w="6791959" h="7073265">
                  <a:moveTo>
                    <a:pt x="3040609" y="4672088"/>
                  </a:moveTo>
                  <a:lnTo>
                    <a:pt x="3046195" y="4681754"/>
                  </a:lnTo>
                  <a:lnTo>
                    <a:pt x="3036522" y="4687340"/>
                  </a:lnTo>
                  <a:lnTo>
                    <a:pt x="3030943" y="4677667"/>
                  </a:lnTo>
                  <a:lnTo>
                    <a:pt x="3040609" y="4672088"/>
                  </a:lnTo>
                  <a:close/>
                </a:path>
                <a:path w="6791959" h="7073265">
                  <a:moveTo>
                    <a:pt x="3115311" y="4802650"/>
                  </a:moveTo>
                  <a:lnTo>
                    <a:pt x="3120304" y="4811304"/>
                  </a:lnTo>
                  <a:lnTo>
                    <a:pt x="3111657" y="4816297"/>
                  </a:lnTo>
                  <a:lnTo>
                    <a:pt x="3106664" y="4807643"/>
                  </a:lnTo>
                  <a:lnTo>
                    <a:pt x="3115311" y="4802650"/>
                  </a:lnTo>
                  <a:close/>
                </a:path>
                <a:path w="6791959" h="7073265">
                  <a:moveTo>
                    <a:pt x="3190013" y="4933212"/>
                  </a:moveTo>
                  <a:lnTo>
                    <a:pt x="3194420" y="4940847"/>
                  </a:lnTo>
                  <a:lnTo>
                    <a:pt x="3186785" y="4945254"/>
                  </a:lnTo>
                  <a:lnTo>
                    <a:pt x="3182378" y="4937619"/>
                  </a:lnTo>
                  <a:lnTo>
                    <a:pt x="3190013" y="4933212"/>
                  </a:lnTo>
                  <a:close/>
                </a:path>
                <a:path w="6791959" h="7073265">
                  <a:moveTo>
                    <a:pt x="3264608" y="5064183"/>
                  </a:moveTo>
                  <a:lnTo>
                    <a:pt x="3268132" y="5070283"/>
                  </a:lnTo>
                  <a:lnTo>
                    <a:pt x="3262026" y="5073808"/>
                  </a:lnTo>
                  <a:lnTo>
                    <a:pt x="3258501" y="5067707"/>
                  </a:lnTo>
                  <a:lnTo>
                    <a:pt x="3264608" y="5064183"/>
                  </a:lnTo>
                  <a:close/>
                </a:path>
                <a:path w="6791959" h="7073265">
                  <a:moveTo>
                    <a:pt x="3339310" y="5194745"/>
                  </a:moveTo>
                  <a:lnTo>
                    <a:pt x="3342247" y="5199833"/>
                  </a:lnTo>
                  <a:lnTo>
                    <a:pt x="3337160" y="5202770"/>
                  </a:lnTo>
                  <a:lnTo>
                    <a:pt x="3334222" y="5197683"/>
                  </a:lnTo>
                  <a:lnTo>
                    <a:pt x="3339310" y="5194745"/>
                  </a:lnTo>
                  <a:close/>
                </a:path>
                <a:path w="6791959" h="7073265">
                  <a:moveTo>
                    <a:pt x="3414011" y="5325307"/>
                  </a:moveTo>
                  <a:lnTo>
                    <a:pt x="3416363" y="5329376"/>
                  </a:lnTo>
                  <a:lnTo>
                    <a:pt x="3412288" y="5331728"/>
                  </a:lnTo>
                  <a:lnTo>
                    <a:pt x="3409942" y="5327659"/>
                  </a:lnTo>
                  <a:lnTo>
                    <a:pt x="3414011" y="5325307"/>
                  </a:lnTo>
                  <a:close/>
                </a:path>
                <a:path w="6791959" h="7073265">
                  <a:moveTo>
                    <a:pt x="3488718" y="5455869"/>
                  </a:moveTo>
                  <a:lnTo>
                    <a:pt x="3490478" y="5458919"/>
                  </a:lnTo>
                  <a:lnTo>
                    <a:pt x="3487427" y="5460684"/>
                  </a:lnTo>
                  <a:lnTo>
                    <a:pt x="3485662" y="5457628"/>
                  </a:lnTo>
                  <a:lnTo>
                    <a:pt x="3488718" y="5455869"/>
                  </a:lnTo>
                  <a:close/>
                </a:path>
                <a:path w="6791959" h="7073265">
                  <a:moveTo>
                    <a:pt x="3563420" y="5586431"/>
                  </a:moveTo>
                  <a:lnTo>
                    <a:pt x="3564593" y="5588463"/>
                  </a:lnTo>
                  <a:lnTo>
                    <a:pt x="3562556" y="5589636"/>
                  </a:lnTo>
                  <a:lnTo>
                    <a:pt x="3561383" y="5587610"/>
                  </a:lnTo>
                  <a:lnTo>
                    <a:pt x="3563420" y="5586431"/>
                  </a:lnTo>
                  <a:close/>
                </a:path>
                <a:path w="6791959" h="7073265">
                  <a:moveTo>
                    <a:pt x="2985555" y="4877565"/>
                  </a:moveTo>
                  <a:lnTo>
                    <a:pt x="2990548" y="4886218"/>
                  </a:lnTo>
                  <a:lnTo>
                    <a:pt x="2981894" y="4891217"/>
                  </a:lnTo>
                  <a:lnTo>
                    <a:pt x="2976901" y="4882564"/>
                  </a:lnTo>
                  <a:lnTo>
                    <a:pt x="2985555" y="4877565"/>
                  </a:lnTo>
                  <a:close/>
                </a:path>
                <a:path w="6791959" h="7073265">
                  <a:moveTo>
                    <a:pt x="3060251" y="5008132"/>
                  </a:moveTo>
                  <a:lnTo>
                    <a:pt x="3064658" y="5015761"/>
                  </a:lnTo>
                  <a:lnTo>
                    <a:pt x="3057023" y="5020168"/>
                  </a:lnTo>
                  <a:lnTo>
                    <a:pt x="3052616" y="5012539"/>
                  </a:lnTo>
                  <a:lnTo>
                    <a:pt x="3060251" y="5008132"/>
                  </a:lnTo>
                  <a:close/>
                </a:path>
                <a:path w="6791959" h="7073265">
                  <a:moveTo>
                    <a:pt x="3134851" y="5139097"/>
                  </a:moveTo>
                  <a:lnTo>
                    <a:pt x="3138376" y="5145198"/>
                  </a:lnTo>
                  <a:lnTo>
                    <a:pt x="3132270" y="5148728"/>
                  </a:lnTo>
                  <a:lnTo>
                    <a:pt x="3128745" y="5142621"/>
                  </a:lnTo>
                  <a:lnTo>
                    <a:pt x="3134851" y="5139097"/>
                  </a:lnTo>
                  <a:close/>
                </a:path>
                <a:path w="6791959" h="7073265">
                  <a:moveTo>
                    <a:pt x="3209548" y="5269659"/>
                  </a:moveTo>
                  <a:lnTo>
                    <a:pt x="3212486" y="5274747"/>
                  </a:lnTo>
                  <a:lnTo>
                    <a:pt x="3207398" y="5277685"/>
                  </a:lnTo>
                  <a:lnTo>
                    <a:pt x="3204460" y="5272597"/>
                  </a:lnTo>
                  <a:lnTo>
                    <a:pt x="3209548" y="5269659"/>
                  </a:lnTo>
                  <a:close/>
                </a:path>
                <a:path w="6791959" h="7073265">
                  <a:moveTo>
                    <a:pt x="3284255" y="5400221"/>
                  </a:moveTo>
                  <a:lnTo>
                    <a:pt x="3286601" y="5404290"/>
                  </a:lnTo>
                  <a:lnTo>
                    <a:pt x="3282532" y="5406642"/>
                  </a:lnTo>
                  <a:lnTo>
                    <a:pt x="3280186" y="5402573"/>
                  </a:lnTo>
                  <a:lnTo>
                    <a:pt x="3284255" y="5400221"/>
                  </a:lnTo>
                  <a:close/>
                </a:path>
                <a:path w="6791959" h="7073265">
                  <a:moveTo>
                    <a:pt x="3358957" y="5530784"/>
                  </a:moveTo>
                  <a:lnTo>
                    <a:pt x="3360716" y="5533840"/>
                  </a:lnTo>
                  <a:lnTo>
                    <a:pt x="3357665" y="5535599"/>
                  </a:lnTo>
                  <a:lnTo>
                    <a:pt x="3355906" y="5532549"/>
                  </a:lnTo>
                  <a:lnTo>
                    <a:pt x="3358957" y="5530784"/>
                  </a:lnTo>
                  <a:close/>
                </a:path>
                <a:path w="6791959" h="7073265">
                  <a:moveTo>
                    <a:pt x="3433659" y="5661351"/>
                  </a:moveTo>
                  <a:lnTo>
                    <a:pt x="3434832" y="5663377"/>
                  </a:lnTo>
                  <a:lnTo>
                    <a:pt x="3432794" y="5664556"/>
                  </a:lnTo>
                  <a:lnTo>
                    <a:pt x="3431621" y="5662524"/>
                  </a:lnTo>
                  <a:lnTo>
                    <a:pt x="3433659" y="5661351"/>
                  </a:lnTo>
                  <a:close/>
                </a:path>
                <a:path w="6791959" h="7073265">
                  <a:moveTo>
                    <a:pt x="3005198" y="5213608"/>
                  </a:moveTo>
                  <a:lnTo>
                    <a:pt x="3009018" y="5220230"/>
                  </a:lnTo>
                  <a:lnTo>
                    <a:pt x="3002402" y="5224044"/>
                  </a:lnTo>
                  <a:lnTo>
                    <a:pt x="2998582" y="5217428"/>
                  </a:lnTo>
                  <a:lnTo>
                    <a:pt x="3005198" y="5213608"/>
                  </a:lnTo>
                  <a:close/>
                </a:path>
                <a:path w="6791959" h="7073265">
                  <a:moveTo>
                    <a:pt x="3079793" y="5344572"/>
                  </a:moveTo>
                  <a:lnTo>
                    <a:pt x="3082731" y="5349660"/>
                  </a:lnTo>
                  <a:lnTo>
                    <a:pt x="3077643" y="5352598"/>
                  </a:lnTo>
                  <a:lnTo>
                    <a:pt x="3074705" y="5347510"/>
                  </a:lnTo>
                  <a:lnTo>
                    <a:pt x="3079793" y="5344572"/>
                  </a:lnTo>
                  <a:close/>
                </a:path>
                <a:path w="6791959" h="7073265">
                  <a:moveTo>
                    <a:pt x="3154495" y="5475140"/>
                  </a:moveTo>
                  <a:lnTo>
                    <a:pt x="3156840" y="5479210"/>
                  </a:lnTo>
                  <a:lnTo>
                    <a:pt x="3152771" y="5481555"/>
                  </a:lnTo>
                  <a:lnTo>
                    <a:pt x="3150425" y="5477486"/>
                  </a:lnTo>
                  <a:lnTo>
                    <a:pt x="3154495" y="5475140"/>
                  </a:lnTo>
                  <a:close/>
                </a:path>
                <a:path w="6791959" h="7073265">
                  <a:moveTo>
                    <a:pt x="3229196" y="5605702"/>
                  </a:moveTo>
                  <a:lnTo>
                    <a:pt x="3230962" y="5608753"/>
                  </a:lnTo>
                  <a:lnTo>
                    <a:pt x="3227905" y="5610518"/>
                  </a:lnTo>
                  <a:lnTo>
                    <a:pt x="3226146" y="5607461"/>
                  </a:lnTo>
                  <a:lnTo>
                    <a:pt x="3229196" y="5605702"/>
                  </a:lnTo>
                  <a:close/>
                </a:path>
                <a:path w="6791959" h="7073265">
                  <a:moveTo>
                    <a:pt x="3303898" y="5736264"/>
                  </a:moveTo>
                  <a:lnTo>
                    <a:pt x="3305071" y="5738296"/>
                  </a:lnTo>
                  <a:lnTo>
                    <a:pt x="3303033" y="5739469"/>
                  </a:lnTo>
                  <a:lnTo>
                    <a:pt x="3301860" y="5737443"/>
                  </a:lnTo>
                  <a:lnTo>
                    <a:pt x="3303898" y="5736264"/>
                  </a:lnTo>
                  <a:close/>
                </a:path>
                <a:path w="6791959" h="7073265">
                  <a:moveTo>
                    <a:pt x="3377580" y="5867419"/>
                  </a:moveTo>
                  <a:lnTo>
                    <a:pt x="3378947" y="5867419"/>
                  </a:lnTo>
                  <a:lnTo>
                    <a:pt x="3379192" y="5867845"/>
                  </a:lnTo>
                  <a:lnTo>
                    <a:pt x="3377827" y="5867845"/>
                  </a:lnTo>
                  <a:lnTo>
                    <a:pt x="3377580" y="5867419"/>
                  </a:lnTo>
                  <a:close/>
                </a:path>
                <a:path w="6791959" h="7073265">
                  <a:moveTo>
                    <a:pt x="3024739" y="5550055"/>
                  </a:moveTo>
                  <a:lnTo>
                    <a:pt x="3027085" y="5554124"/>
                  </a:lnTo>
                  <a:lnTo>
                    <a:pt x="3023015" y="5556476"/>
                  </a:lnTo>
                  <a:lnTo>
                    <a:pt x="3020664" y="5552406"/>
                  </a:lnTo>
                  <a:lnTo>
                    <a:pt x="3024739" y="5550055"/>
                  </a:lnTo>
                  <a:close/>
                </a:path>
                <a:path w="6791959" h="7073265">
                  <a:moveTo>
                    <a:pt x="3099436" y="5680617"/>
                  </a:moveTo>
                  <a:lnTo>
                    <a:pt x="3101200" y="5683673"/>
                  </a:lnTo>
                  <a:lnTo>
                    <a:pt x="3098144" y="5685433"/>
                  </a:lnTo>
                  <a:lnTo>
                    <a:pt x="3096385" y="5682382"/>
                  </a:lnTo>
                  <a:lnTo>
                    <a:pt x="3099436" y="5680617"/>
                  </a:lnTo>
                  <a:close/>
                </a:path>
                <a:path w="6791959" h="7073265">
                  <a:moveTo>
                    <a:pt x="3174137" y="5811185"/>
                  </a:moveTo>
                  <a:lnTo>
                    <a:pt x="3175310" y="5813210"/>
                  </a:lnTo>
                  <a:lnTo>
                    <a:pt x="3173278" y="5814389"/>
                  </a:lnTo>
                  <a:lnTo>
                    <a:pt x="3172105" y="5812358"/>
                  </a:lnTo>
                  <a:lnTo>
                    <a:pt x="3174137" y="5811185"/>
                  </a:lnTo>
                  <a:close/>
                </a:path>
                <a:path w="6791959" h="7073265">
                  <a:moveTo>
                    <a:pt x="3247826" y="5942333"/>
                  </a:moveTo>
                  <a:lnTo>
                    <a:pt x="3249184" y="5942333"/>
                  </a:lnTo>
                  <a:lnTo>
                    <a:pt x="3249431" y="5942760"/>
                  </a:lnTo>
                  <a:lnTo>
                    <a:pt x="3248072" y="5942760"/>
                  </a:lnTo>
                  <a:lnTo>
                    <a:pt x="3247826" y="5942333"/>
                  </a:lnTo>
                  <a:close/>
                </a:path>
                <a:path w="6791959" h="7073265">
                  <a:moveTo>
                    <a:pt x="2894978" y="5624969"/>
                  </a:moveTo>
                  <a:lnTo>
                    <a:pt x="2897324" y="5629038"/>
                  </a:lnTo>
                  <a:lnTo>
                    <a:pt x="2893255" y="5631390"/>
                  </a:lnTo>
                  <a:lnTo>
                    <a:pt x="2890903" y="5627320"/>
                  </a:lnTo>
                  <a:lnTo>
                    <a:pt x="2894978" y="5624969"/>
                  </a:lnTo>
                  <a:close/>
                </a:path>
                <a:path w="6791959" h="7073265">
                  <a:moveTo>
                    <a:pt x="2969680" y="5755531"/>
                  </a:moveTo>
                  <a:lnTo>
                    <a:pt x="2971445" y="5758587"/>
                  </a:lnTo>
                  <a:lnTo>
                    <a:pt x="2968389" y="5760352"/>
                  </a:lnTo>
                  <a:lnTo>
                    <a:pt x="2966624" y="5757296"/>
                  </a:lnTo>
                  <a:lnTo>
                    <a:pt x="2969680" y="5755531"/>
                  </a:lnTo>
                  <a:close/>
                </a:path>
                <a:path w="6791959" h="7073265">
                  <a:moveTo>
                    <a:pt x="3044382" y="5886099"/>
                  </a:moveTo>
                  <a:lnTo>
                    <a:pt x="3045555" y="5888131"/>
                  </a:lnTo>
                  <a:lnTo>
                    <a:pt x="3043523" y="5889303"/>
                  </a:lnTo>
                  <a:lnTo>
                    <a:pt x="3042350" y="5887272"/>
                  </a:lnTo>
                  <a:lnTo>
                    <a:pt x="3044382" y="5886099"/>
                  </a:lnTo>
                  <a:close/>
                </a:path>
                <a:path w="6791959" h="7073265">
                  <a:moveTo>
                    <a:pt x="3118065" y="6017247"/>
                  </a:moveTo>
                  <a:lnTo>
                    <a:pt x="3119421" y="6017247"/>
                  </a:lnTo>
                  <a:lnTo>
                    <a:pt x="3119670" y="6017680"/>
                  </a:lnTo>
                  <a:lnTo>
                    <a:pt x="3118314" y="6017680"/>
                  </a:lnTo>
                  <a:lnTo>
                    <a:pt x="3118065" y="6017247"/>
                  </a:lnTo>
                  <a:close/>
                </a:path>
                <a:path w="6791959" h="7073265">
                  <a:moveTo>
                    <a:pt x="2765218" y="5699890"/>
                  </a:moveTo>
                  <a:lnTo>
                    <a:pt x="2767569" y="5703959"/>
                  </a:lnTo>
                  <a:lnTo>
                    <a:pt x="2763494" y="5706311"/>
                  </a:lnTo>
                  <a:lnTo>
                    <a:pt x="2761143" y="5702241"/>
                  </a:lnTo>
                  <a:lnTo>
                    <a:pt x="2765218" y="5699890"/>
                  </a:lnTo>
                  <a:close/>
                </a:path>
                <a:path w="6791959" h="7073265">
                  <a:moveTo>
                    <a:pt x="2839919" y="5830452"/>
                  </a:moveTo>
                  <a:lnTo>
                    <a:pt x="2841685" y="5833502"/>
                  </a:lnTo>
                  <a:lnTo>
                    <a:pt x="2838634" y="5835267"/>
                  </a:lnTo>
                  <a:lnTo>
                    <a:pt x="2836869" y="5832211"/>
                  </a:lnTo>
                  <a:lnTo>
                    <a:pt x="2839919" y="5830452"/>
                  </a:lnTo>
                  <a:close/>
                </a:path>
                <a:path w="6791959" h="7073265">
                  <a:moveTo>
                    <a:pt x="2914627" y="5961014"/>
                  </a:moveTo>
                  <a:lnTo>
                    <a:pt x="2915800" y="5963046"/>
                  </a:lnTo>
                  <a:lnTo>
                    <a:pt x="2913762" y="5964218"/>
                  </a:lnTo>
                  <a:lnTo>
                    <a:pt x="2912589" y="5962193"/>
                  </a:lnTo>
                  <a:lnTo>
                    <a:pt x="2914627" y="5961014"/>
                  </a:lnTo>
                  <a:close/>
                </a:path>
                <a:path w="6791959" h="7073265">
                  <a:moveTo>
                    <a:pt x="2988310" y="6092168"/>
                  </a:moveTo>
                  <a:lnTo>
                    <a:pt x="2989662" y="6092168"/>
                  </a:lnTo>
                  <a:lnTo>
                    <a:pt x="2989909" y="6092595"/>
                  </a:lnTo>
                  <a:lnTo>
                    <a:pt x="2988557" y="6092595"/>
                  </a:lnTo>
                  <a:lnTo>
                    <a:pt x="2988310" y="6092168"/>
                  </a:lnTo>
                  <a:close/>
                </a:path>
                <a:path w="6791959" h="7073265">
                  <a:moveTo>
                    <a:pt x="2560761" y="5644242"/>
                  </a:moveTo>
                  <a:lnTo>
                    <a:pt x="2563699" y="5649330"/>
                  </a:lnTo>
                  <a:lnTo>
                    <a:pt x="2558611" y="5652268"/>
                  </a:lnTo>
                  <a:lnTo>
                    <a:pt x="2555673" y="5647180"/>
                  </a:lnTo>
                  <a:lnTo>
                    <a:pt x="2560761" y="5644242"/>
                  </a:lnTo>
                  <a:close/>
                </a:path>
                <a:path w="6791959" h="7073265">
                  <a:moveTo>
                    <a:pt x="2635457" y="5774805"/>
                  </a:moveTo>
                  <a:lnTo>
                    <a:pt x="2637808" y="5778874"/>
                  </a:lnTo>
                  <a:lnTo>
                    <a:pt x="2633739" y="5781225"/>
                  </a:lnTo>
                  <a:lnTo>
                    <a:pt x="2631388" y="5777156"/>
                  </a:lnTo>
                  <a:lnTo>
                    <a:pt x="2635457" y="5774805"/>
                  </a:lnTo>
                  <a:close/>
                </a:path>
                <a:path w="6791959" h="7073265">
                  <a:moveTo>
                    <a:pt x="2710164" y="5905367"/>
                  </a:moveTo>
                  <a:lnTo>
                    <a:pt x="2711924" y="5908423"/>
                  </a:lnTo>
                  <a:lnTo>
                    <a:pt x="2708873" y="5910182"/>
                  </a:lnTo>
                  <a:lnTo>
                    <a:pt x="2707108" y="5907132"/>
                  </a:lnTo>
                  <a:lnTo>
                    <a:pt x="2710164" y="5905367"/>
                  </a:lnTo>
                  <a:close/>
                </a:path>
                <a:path w="6791959" h="7073265">
                  <a:moveTo>
                    <a:pt x="2784866" y="6035934"/>
                  </a:moveTo>
                  <a:lnTo>
                    <a:pt x="2786039" y="6037960"/>
                  </a:lnTo>
                  <a:lnTo>
                    <a:pt x="2784002" y="6039139"/>
                  </a:lnTo>
                  <a:lnTo>
                    <a:pt x="2782828" y="6037107"/>
                  </a:lnTo>
                  <a:lnTo>
                    <a:pt x="2784866" y="6035934"/>
                  </a:lnTo>
                  <a:close/>
                </a:path>
                <a:path w="6791959" h="7073265">
                  <a:moveTo>
                    <a:pt x="2858549" y="6167083"/>
                  </a:moveTo>
                  <a:lnTo>
                    <a:pt x="2859907" y="6167083"/>
                  </a:lnTo>
                  <a:lnTo>
                    <a:pt x="2860154" y="6167509"/>
                  </a:lnTo>
                  <a:lnTo>
                    <a:pt x="2858795" y="6167509"/>
                  </a:lnTo>
                  <a:lnTo>
                    <a:pt x="2858549" y="6167083"/>
                  </a:lnTo>
                  <a:close/>
                </a:path>
                <a:path w="6791959" h="7073265">
                  <a:moveTo>
                    <a:pt x="2431000" y="5719157"/>
                  </a:moveTo>
                  <a:lnTo>
                    <a:pt x="2433938" y="5724245"/>
                  </a:lnTo>
                  <a:lnTo>
                    <a:pt x="2428850" y="5727182"/>
                  </a:lnTo>
                  <a:lnTo>
                    <a:pt x="2425912" y="5722095"/>
                  </a:lnTo>
                  <a:lnTo>
                    <a:pt x="2431000" y="5719157"/>
                  </a:lnTo>
                  <a:close/>
                </a:path>
                <a:path w="6791959" h="7073265">
                  <a:moveTo>
                    <a:pt x="2505702" y="5849719"/>
                  </a:moveTo>
                  <a:lnTo>
                    <a:pt x="2508053" y="5853788"/>
                  </a:lnTo>
                  <a:lnTo>
                    <a:pt x="2503978" y="5856140"/>
                  </a:lnTo>
                  <a:lnTo>
                    <a:pt x="2501632" y="5852070"/>
                  </a:lnTo>
                  <a:lnTo>
                    <a:pt x="2505702" y="5849719"/>
                  </a:lnTo>
                  <a:close/>
                </a:path>
                <a:path w="6791959" h="7073265">
                  <a:moveTo>
                    <a:pt x="2580402" y="5980287"/>
                  </a:moveTo>
                  <a:lnTo>
                    <a:pt x="2582162" y="5983337"/>
                  </a:lnTo>
                  <a:lnTo>
                    <a:pt x="2579112" y="5985102"/>
                  </a:lnTo>
                  <a:lnTo>
                    <a:pt x="2577346" y="5982046"/>
                  </a:lnTo>
                  <a:lnTo>
                    <a:pt x="2580402" y="5980287"/>
                  </a:lnTo>
                  <a:close/>
                </a:path>
                <a:path w="6791959" h="7073265">
                  <a:moveTo>
                    <a:pt x="2655105" y="6110849"/>
                  </a:moveTo>
                  <a:lnTo>
                    <a:pt x="2656278" y="6112880"/>
                  </a:lnTo>
                  <a:lnTo>
                    <a:pt x="2654240" y="6114053"/>
                  </a:lnTo>
                  <a:lnTo>
                    <a:pt x="2653067" y="6112028"/>
                  </a:lnTo>
                  <a:lnTo>
                    <a:pt x="2655105" y="6110849"/>
                  </a:lnTo>
                  <a:close/>
                </a:path>
                <a:path w="6791959" h="7073265">
                  <a:moveTo>
                    <a:pt x="2728794" y="6241997"/>
                  </a:moveTo>
                  <a:lnTo>
                    <a:pt x="2730144" y="6241997"/>
                  </a:lnTo>
                  <a:lnTo>
                    <a:pt x="2730393" y="6242430"/>
                  </a:lnTo>
                  <a:lnTo>
                    <a:pt x="2729043" y="6242430"/>
                  </a:lnTo>
                  <a:lnTo>
                    <a:pt x="2728794" y="6241997"/>
                  </a:lnTo>
                  <a:close/>
                </a:path>
                <a:path w="6791959" h="7073265">
                  <a:moveTo>
                    <a:pt x="2226643" y="5663107"/>
                  </a:moveTo>
                  <a:lnTo>
                    <a:pt x="2230464" y="5669729"/>
                  </a:lnTo>
                  <a:lnTo>
                    <a:pt x="2223848" y="5673549"/>
                  </a:lnTo>
                  <a:lnTo>
                    <a:pt x="2220027" y="5666927"/>
                  </a:lnTo>
                  <a:lnTo>
                    <a:pt x="2226643" y="5663107"/>
                  </a:lnTo>
                  <a:close/>
                </a:path>
                <a:path w="6791959" h="7073265">
                  <a:moveTo>
                    <a:pt x="2301239" y="5794078"/>
                  </a:moveTo>
                  <a:lnTo>
                    <a:pt x="2304177" y="5799165"/>
                  </a:lnTo>
                  <a:lnTo>
                    <a:pt x="2299089" y="5802103"/>
                  </a:lnTo>
                  <a:lnTo>
                    <a:pt x="2296151" y="5797015"/>
                  </a:lnTo>
                  <a:lnTo>
                    <a:pt x="2301239" y="5794078"/>
                  </a:lnTo>
                  <a:close/>
                </a:path>
                <a:path w="6791959" h="7073265">
                  <a:moveTo>
                    <a:pt x="2375940" y="5924640"/>
                  </a:moveTo>
                  <a:lnTo>
                    <a:pt x="2378292" y="5928709"/>
                  </a:lnTo>
                  <a:lnTo>
                    <a:pt x="2374217" y="5931061"/>
                  </a:lnTo>
                  <a:lnTo>
                    <a:pt x="2371871" y="5926991"/>
                  </a:lnTo>
                  <a:lnTo>
                    <a:pt x="2375940" y="5924640"/>
                  </a:lnTo>
                  <a:close/>
                </a:path>
                <a:path w="6791959" h="7073265">
                  <a:moveTo>
                    <a:pt x="2450648" y="6055202"/>
                  </a:moveTo>
                  <a:lnTo>
                    <a:pt x="2452407" y="6058252"/>
                  </a:lnTo>
                  <a:lnTo>
                    <a:pt x="2449350" y="6060017"/>
                  </a:lnTo>
                  <a:lnTo>
                    <a:pt x="2447591" y="6056967"/>
                  </a:lnTo>
                  <a:lnTo>
                    <a:pt x="2450648" y="6055202"/>
                  </a:lnTo>
                  <a:close/>
                </a:path>
                <a:path w="6791959" h="7073265">
                  <a:moveTo>
                    <a:pt x="2525344" y="6185770"/>
                  </a:moveTo>
                  <a:lnTo>
                    <a:pt x="2526517" y="6187795"/>
                  </a:lnTo>
                  <a:lnTo>
                    <a:pt x="2524485" y="6188968"/>
                  </a:lnTo>
                  <a:lnTo>
                    <a:pt x="2523312" y="6186942"/>
                  </a:lnTo>
                  <a:lnTo>
                    <a:pt x="2525344" y="6185770"/>
                  </a:lnTo>
                  <a:close/>
                </a:path>
                <a:path w="6791959" h="7073265">
                  <a:moveTo>
                    <a:pt x="2599033" y="6316918"/>
                  </a:moveTo>
                  <a:lnTo>
                    <a:pt x="2600385" y="6316918"/>
                  </a:lnTo>
                  <a:lnTo>
                    <a:pt x="2600632" y="6317345"/>
                  </a:lnTo>
                  <a:lnTo>
                    <a:pt x="2599279" y="6317345"/>
                  </a:lnTo>
                  <a:lnTo>
                    <a:pt x="2599033" y="6316918"/>
                  </a:lnTo>
                  <a:close/>
                </a:path>
                <a:path w="6791959" h="7073265">
                  <a:moveTo>
                    <a:pt x="2022182" y="5607465"/>
                  </a:moveTo>
                  <a:lnTo>
                    <a:pt x="2026589" y="5615094"/>
                  </a:lnTo>
                  <a:lnTo>
                    <a:pt x="2018954" y="5619501"/>
                  </a:lnTo>
                  <a:lnTo>
                    <a:pt x="2014547" y="5611872"/>
                  </a:lnTo>
                  <a:lnTo>
                    <a:pt x="2022182" y="5607465"/>
                  </a:lnTo>
                  <a:close/>
                </a:path>
                <a:path w="6791959" h="7073265">
                  <a:moveTo>
                    <a:pt x="2096883" y="5738027"/>
                  </a:moveTo>
                  <a:lnTo>
                    <a:pt x="2100704" y="5744643"/>
                  </a:lnTo>
                  <a:lnTo>
                    <a:pt x="2094088" y="5748464"/>
                  </a:lnTo>
                  <a:lnTo>
                    <a:pt x="2090267" y="5741848"/>
                  </a:lnTo>
                  <a:lnTo>
                    <a:pt x="2096883" y="5738027"/>
                  </a:lnTo>
                  <a:close/>
                </a:path>
                <a:path w="6791959" h="7073265">
                  <a:moveTo>
                    <a:pt x="2171479" y="5868992"/>
                  </a:moveTo>
                  <a:lnTo>
                    <a:pt x="2174416" y="5874080"/>
                  </a:lnTo>
                  <a:lnTo>
                    <a:pt x="2169329" y="5877018"/>
                  </a:lnTo>
                  <a:lnTo>
                    <a:pt x="2166391" y="5871930"/>
                  </a:lnTo>
                  <a:lnTo>
                    <a:pt x="2171479" y="5868992"/>
                  </a:lnTo>
                  <a:close/>
                </a:path>
                <a:path w="6791959" h="7073265">
                  <a:moveTo>
                    <a:pt x="2246186" y="5999554"/>
                  </a:moveTo>
                  <a:lnTo>
                    <a:pt x="2248532" y="6003623"/>
                  </a:lnTo>
                  <a:lnTo>
                    <a:pt x="2244457" y="6005975"/>
                  </a:lnTo>
                  <a:lnTo>
                    <a:pt x="2242111" y="6001906"/>
                  </a:lnTo>
                  <a:lnTo>
                    <a:pt x="2246186" y="5999554"/>
                  </a:lnTo>
                  <a:close/>
                </a:path>
                <a:path w="6791959" h="7073265">
                  <a:moveTo>
                    <a:pt x="2320888" y="6130116"/>
                  </a:moveTo>
                  <a:lnTo>
                    <a:pt x="2322647" y="6133172"/>
                  </a:lnTo>
                  <a:lnTo>
                    <a:pt x="2319596" y="6134932"/>
                  </a:lnTo>
                  <a:lnTo>
                    <a:pt x="2317837" y="6131881"/>
                  </a:lnTo>
                  <a:lnTo>
                    <a:pt x="2320888" y="6130116"/>
                  </a:lnTo>
                  <a:close/>
                </a:path>
                <a:path w="6791959" h="7073265">
                  <a:moveTo>
                    <a:pt x="2395589" y="6260684"/>
                  </a:moveTo>
                  <a:lnTo>
                    <a:pt x="2396763" y="6262710"/>
                  </a:lnTo>
                  <a:lnTo>
                    <a:pt x="2394725" y="6263888"/>
                  </a:lnTo>
                  <a:lnTo>
                    <a:pt x="2393552" y="6261857"/>
                  </a:lnTo>
                  <a:lnTo>
                    <a:pt x="2395589" y="6260684"/>
                  </a:lnTo>
                  <a:close/>
                </a:path>
                <a:path w="6791959" h="7073265">
                  <a:moveTo>
                    <a:pt x="2469273" y="6391833"/>
                  </a:moveTo>
                  <a:lnTo>
                    <a:pt x="2470623" y="6391833"/>
                  </a:lnTo>
                  <a:lnTo>
                    <a:pt x="2470872" y="6392265"/>
                  </a:lnTo>
                  <a:lnTo>
                    <a:pt x="2469521" y="6392265"/>
                  </a:lnTo>
                  <a:lnTo>
                    <a:pt x="2469273" y="6391833"/>
                  </a:lnTo>
                  <a:close/>
                </a:path>
                <a:path w="6791959" h="7073265">
                  <a:moveTo>
                    <a:pt x="1892421" y="5682380"/>
                  </a:moveTo>
                  <a:lnTo>
                    <a:pt x="1896828" y="5690015"/>
                  </a:lnTo>
                  <a:lnTo>
                    <a:pt x="1889199" y="5694422"/>
                  </a:lnTo>
                  <a:lnTo>
                    <a:pt x="1884792" y="5686787"/>
                  </a:lnTo>
                  <a:lnTo>
                    <a:pt x="1892421" y="5682380"/>
                  </a:lnTo>
                  <a:close/>
                </a:path>
                <a:path w="6791959" h="7073265">
                  <a:moveTo>
                    <a:pt x="1967129" y="5812942"/>
                  </a:moveTo>
                  <a:lnTo>
                    <a:pt x="1970949" y="5819564"/>
                  </a:lnTo>
                  <a:lnTo>
                    <a:pt x="1964333" y="5823379"/>
                  </a:lnTo>
                  <a:lnTo>
                    <a:pt x="1960512" y="5816763"/>
                  </a:lnTo>
                  <a:lnTo>
                    <a:pt x="1967129" y="5812942"/>
                  </a:lnTo>
                  <a:close/>
                </a:path>
                <a:path w="6791959" h="7073265">
                  <a:moveTo>
                    <a:pt x="2041717" y="5943913"/>
                  </a:moveTo>
                  <a:lnTo>
                    <a:pt x="2044655" y="5949001"/>
                  </a:lnTo>
                  <a:lnTo>
                    <a:pt x="2039567" y="5951938"/>
                  </a:lnTo>
                  <a:lnTo>
                    <a:pt x="2036630" y="5946851"/>
                  </a:lnTo>
                  <a:lnTo>
                    <a:pt x="2041717" y="5943913"/>
                  </a:lnTo>
                  <a:close/>
                </a:path>
                <a:path w="6791959" h="7073265">
                  <a:moveTo>
                    <a:pt x="2116425" y="6074475"/>
                  </a:moveTo>
                  <a:lnTo>
                    <a:pt x="2118770" y="6078544"/>
                  </a:lnTo>
                  <a:lnTo>
                    <a:pt x="2114701" y="6080890"/>
                  </a:lnTo>
                  <a:lnTo>
                    <a:pt x="2112356" y="6076820"/>
                  </a:lnTo>
                  <a:lnTo>
                    <a:pt x="2116425" y="6074475"/>
                  </a:lnTo>
                  <a:close/>
                </a:path>
                <a:path w="6791959" h="7073265">
                  <a:moveTo>
                    <a:pt x="2191126" y="6205037"/>
                  </a:moveTo>
                  <a:lnTo>
                    <a:pt x="2192886" y="6208087"/>
                  </a:lnTo>
                  <a:lnTo>
                    <a:pt x="2189835" y="6209852"/>
                  </a:lnTo>
                  <a:lnTo>
                    <a:pt x="2188076" y="6206796"/>
                  </a:lnTo>
                  <a:lnTo>
                    <a:pt x="2191126" y="6205037"/>
                  </a:lnTo>
                  <a:close/>
                </a:path>
                <a:path w="6791959" h="7073265">
                  <a:moveTo>
                    <a:pt x="2265828" y="6335599"/>
                  </a:moveTo>
                  <a:lnTo>
                    <a:pt x="2267001" y="6337631"/>
                  </a:lnTo>
                  <a:lnTo>
                    <a:pt x="2264963" y="6338803"/>
                  </a:lnTo>
                  <a:lnTo>
                    <a:pt x="2263790" y="6336778"/>
                  </a:lnTo>
                  <a:lnTo>
                    <a:pt x="2265828" y="6335599"/>
                  </a:lnTo>
                  <a:close/>
                </a:path>
                <a:path w="6791959" h="7073265">
                  <a:moveTo>
                    <a:pt x="2339511" y="6466753"/>
                  </a:moveTo>
                  <a:lnTo>
                    <a:pt x="2340877" y="6466753"/>
                  </a:lnTo>
                  <a:lnTo>
                    <a:pt x="2341122" y="6467180"/>
                  </a:lnTo>
                  <a:lnTo>
                    <a:pt x="2339758" y="6467180"/>
                  </a:lnTo>
                  <a:lnTo>
                    <a:pt x="2339511" y="6466753"/>
                  </a:lnTo>
                  <a:close/>
                </a:path>
                <a:path w="6791959" h="7073265">
                  <a:moveTo>
                    <a:pt x="1687965" y="5626733"/>
                  </a:moveTo>
                  <a:lnTo>
                    <a:pt x="1692957" y="5635387"/>
                  </a:lnTo>
                  <a:lnTo>
                    <a:pt x="1684310" y="5640386"/>
                  </a:lnTo>
                  <a:lnTo>
                    <a:pt x="1679311" y="5631732"/>
                  </a:lnTo>
                  <a:lnTo>
                    <a:pt x="1687965" y="5626733"/>
                  </a:lnTo>
                  <a:close/>
                </a:path>
                <a:path w="6791959" h="7073265">
                  <a:moveTo>
                    <a:pt x="1762666" y="5757295"/>
                  </a:moveTo>
                  <a:lnTo>
                    <a:pt x="1767073" y="5764930"/>
                  </a:lnTo>
                  <a:lnTo>
                    <a:pt x="1759444" y="5769337"/>
                  </a:lnTo>
                  <a:lnTo>
                    <a:pt x="1755037" y="5761702"/>
                  </a:lnTo>
                  <a:lnTo>
                    <a:pt x="1762666" y="5757295"/>
                  </a:lnTo>
                  <a:close/>
                </a:path>
                <a:path w="6791959" h="7073265">
                  <a:moveTo>
                    <a:pt x="1837261" y="5888266"/>
                  </a:moveTo>
                  <a:lnTo>
                    <a:pt x="1840786" y="5894367"/>
                  </a:lnTo>
                  <a:lnTo>
                    <a:pt x="1834679" y="5897897"/>
                  </a:lnTo>
                  <a:lnTo>
                    <a:pt x="1831155" y="5891790"/>
                  </a:lnTo>
                  <a:lnTo>
                    <a:pt x="1837261" y="5888266"/>
                  </a:lnTo>
                  <a:close/>
                </a:path>
                <a:path w="6791959" h="7073265">
                  <a:moveTo>
                    <a:pt x="1911963" y="6018828"/>
                  </a:moveTo>
                  <a:lnTo>
                    <a:pt x="1914901" y="6023916"/>
                  </a:lnTo>
                  <a:lnTo>
                    <a:pt x="1909813" y="6026854"/>
                  </a:lnTo>
                  <a:lnTo>
                    <a:pt x="1906875" y="6021766"/>
                  </a:lnTo>
                  <a:lnTo>
                    <a:pt x="1911963" y="6018828"/>
                  </a:lnTo>
                  <a:close/>
                </a:path>
                <a:path w="6791959" h="7073265">
                  <a:moveTo>
                    <a:pt x="1986671" y="6149390"/>
                  </a:moveTo>
                  <a:lnTo>
                    <a:pt x="1989016" y="6153459"/>
                  </a:lnTo>
                  <a:lnTo>
                    <a:pt x="1984947" y="6155811"/>
                  </a:lnTo>
                  <a:lnTo>
                    <a:pt x="1982596" y="6151742"/>
                  </a:lnTo>
                  <a:lnTo>
                    <a:pt x="1986671" y="6149390"/>
                  </a:lnTo>
                  <a:close/>
                </a:path>
                <a:path w="6791959" h="7073265">
                  <a:moveTo>
                    <a:pt x="2061367" y="6279953"/>
                  </a:moveTo>
                  <a:lnTo>
                    <a:pt x="2063132" y="6283009"/>
                  </a:lnTo>
                  <a:lnTo>
                    <a:pt x="2060075" y="6284768"/>
                  </a:lnTo>
                  <a:lnTo>
                    <a:pt x="2058316" y="6281718"/>
                  </a:lnTo>
                  <a:lnTo>
                    <a:pt x="2061367" y="6279953"/>
                  </a:lnTo>
                  <a:close/>
                </a:path>
                <a:path w="6791959" h="7073265">
                  <a:moveTo>
                    <a:pt x="2136068" y="6410520"/>
                  </a:moveTo>
                  <a:lnTo>
                    <a:pt x="2137241" y="6412546"/>
                  </a:lnTo>
                  <a:lnTo>
                    <a:pt x="2135210" y="6413725"/>
                  </a:lnTo>
                  <a:lnTo>
                    <a:pt x="2134037" y="6411693"/>
                  </a:lnTo>
                  <a:lnTo>
                    <a:pt x="2136068" y="6410520"/>
                  </a:lnTo>
                  <a:close/>
                </a:path>
                <a:path w="6791959" h="7073265">
                  <a:moveTo>
                    <a:pt x="1558101" y="5702057"/>
                  </a:moveTo>
                  <a:lnTo>
                    <a:pt x="1562799" y="5710196"/>
                  </a:lnTo>
                  <a:lnTo>
                    <a:pt x="1554655" y="5714898"/>
                  </a:lnTo>
                  <a:lnTo>
                    <a:pt x="1549951" y="5706760"/>
                  </a:lnTo>
                  <a:lnTo>
                    <a:pt x="1558101" y="5702057"/>
                  </a:lnTo>
                  <a:close/>
                </a:path>
                <a:path w="6791959" h="7073265">
                  <a:moveTo>
                    <a:pt x="1632798" y="5832619"/>
                  </a:moveTo>
                  <a:lnTo>
                    <a:pt x="1636915" y="5839745"/>
                  </a:lnTo>
                  <a:lnTo>
                    <a:pt x="1629795" y="5843855"/>
                  </a:lnTo>
                  <a:lnTo>
                    <a:pt x="1625679" y="5836730"/>
                  </a:lnTo>
                  <a:lnTo>
                    <a:pt x="1632798" y="5832619"/>
                  </a:lnTo>
                  <a:close/>
                </a:path>
                <a:path w="6791959" h="7073265">
                  <a:moveTo>
                    <a:pt x="1707500" y="5963181"/>
                  </a:moveTo>
                  <a:lnTo>
                    <a:pt x="1711024" y="5969288"/>
                  </a:lnTo>
                  <a:lnTo>
                    <a:pt x="1704923" y="5972812"/>
                  </a:lnTo>
                  <a:lnTo>
                    <a:pt x="1701399" y="5966706"/>
                  </a:lnTo>
                  <a:lnTo>
                    <a:pt x="1707500" y="5963181"/>
                  </a:lnTo>
                  <a:close/>
                </a:path>
                <a:path w="6791959" h="7073265">
                  <a:moveTo>
                    <a:pt x="1782207" y="6093743"/>
                  </a:moveTo>
                  <a:lnTo>
                    <a:pt x="1785145" y="6098831"/>
                  </a:lnTo>
                  <a:lnTo>
                    <a:pt x="1780057" y="6101769"/>
                  </a:lnTo>
                  <a:lnTo>
                    <a:pt x="1777119" y="6096681"/>
                  </a:lnTo>
                  <a:lnTo>
                    <a:pt x="1782207" y="6093743"/>
                  </a:lnTo>
                  <a:close/>
                </a:path>
                <a:path w="6791959" h="7073265">
                  <a:moveTo>
                    <a:pt x="1856909" y="6224305"/>
                  </a:moveTo>
                  <a:lnTo>
                    <a:pt x="1859254" y="6228375"/>
                  </a:lnTo>
                  <a:lnTo>
                    <a:pt x="1855185" y="6230726"/>
                  </a:lnTo>
                  <a:lnTo>
                    <a:pt x="1852834" y="6226657"/>
                  </a:lnTo>
                  <a:lnTo>
                    <a:pt x="1856909" y="6224305"/>
                  </a:lnTo>
                  <a:close/>
                </a:path>
                <a:path w="6791959" h="7073265">
                  <a:moveTo>
                    <a:pt x="1931610" y="6354867"/>
                  </a:moveTo>
                  <a:lnTo>
                    <a:pt x="1933376" y="6357924"/>
                  </a:lnTo>
                  <a:lnTo>
                    <a:pt x="1930319" y="6359689"/>
                  </a:lnTo>
                  <a:lnTo>
                    <a:pt x="1928554" y="6356633"/>
                  </a:lnTo>
                  <a:lnTo>
                    <a:pt x="1931610" y="6354867"/>
                  </a:lnTo>
                  <a:close/>
                </a:path>
                <a:path w="6791959" h="7073265">
                  <a:moveTo>
                    <a:pt x="2006312" y="6485435"/>
                  </a:moveTo>
                  <a:lnTo>
                    <a:pt x="2007485" y="6487467"/>
                  </a:lnTo>
                  <a:lnTo>
                    <a:pt x="2005454" y="6488640"/>
                  </a:lnTo>
                  <a:lnTo>
                    <a:pt x="2004281" y="6486608"/>
                  </a:lnTo>
                  <a:lnTo>
                    <a:pt x="2006312" y="6485435"/>
                  </a:lnTo>
                  <a:close/>
                </a:path>
                <a:path w="6791959" h="7073265">
                  <a:moveTo>
                    <a:pt x="1353639" y="5646410"/>
                  </a:moveTo>
                  <a:lnTo>
                    <a:pt x="1358928" y="5655574"/>
                  </a:lnTo>
                  <a:lnTo>
                    <a:pt x="1349765" y="5660863"/>
                  </a:lnTo>
                  <a:lnTo>
                    <a:pt x="1344476" y="5651700"/>
                  </a:lnTo>
                  <a:lnTo>
                    <a:pt x="1353639" y="5646410"/>
                  </a:lnTo>
                  <a:close/>
                </a:path>
                <a:path w="6791959" h="7073265">
                  <a:moveTo>
                    <a:pt x="1428340" y="5776973"/>
                  </a:moveTo>
                  <a:lnTo>
                    <a:pt x="1433038" y="5785111"/>
                  </a:lnTo>
                  <a:lnTo>
                    <a:pt x="1424899" y="5789814"/>
                  </a:lnTo>
                  <a:lnTo>
                    <a:pt x="1420196" y="5781675"/>
                  </a:lnTo>
                  <a:lnTo>
                    <a:pt x="1428340" y="5776973"/>
                  </a:lnTo>
                  <a:close/>
                </a:path>
                <a:path w="6791959" h="7073265">
                  <a:moveTo>
                    <a:pt x="1503042" y="5907535"/>
                  </a:moveTo>
                  <a:lnTo>
                    <a:pt x="1507159" y="5914660"/>
                  </a:lnTo>
                  <a:lnTo>
                    <a:pt x="1500034" y="5918777"/>
                  </a:lnTo>
                  <a:lnTo>
                    <a:pt x="1495917" y="5911651"/>
                  </a:lnTo>
                  <a:lnTo>
                    <a:pt x="1503042" y="5907535"/>
                  </a:lnTo>
                  <a:close/>
                </a:path>
                <a:path w="6791959" h="7073265">
                  <a:moveTo>
                    <a:pt x="1577638" y="6038499"/>
                  </a:moveTo>
                  <a:lnTo>
                    <a:pt x="1580872" y="6044097"/>
                  </a:lnTo>
                  <a:lnTo>
                    <a:pt x="1575274" y="6047331"/>
                  </a:lnTo>
                  <a:lnTo>
                    <a:pt x="1572040" y="6041727"/>
                  </a:lnTo>
                  <a:lnTo>
                    <a:pt x="1577638" y="6038499"/>
                  </a:lnTo>
                  <a:close/>
                </a:path>
                <a:path w="6791959" h="7073265">
                  <a:moveTo>
                    <a:pt x="1652339" y="6169061"/>
                  </a:moveTo>
                  <a:lnTo>
                    <a:pt x="1654981" y="6173640"/>
                  </a:lnTo>
                  <a:lnTo>
                    <a:pt x="1650402" y="6176288"/>
                  </a:lnTo>
                  <a:lnTo>
                    <a:pt x="1647761" y="6171703"/>
                  </a:lnTo>
                  <a:lnTo>
                    <a:pt x="1652339" y="6169061"/>
                  </a:lnTo>
                  <a:close/>
                </a:path>
                <a:path w="6791959" h="7073265">
                  <a:moveTo>
                    <a:pt x="1727035" y="6299623"/>
                  </a:moveTo>
                  <a:lnTo>
                    <a:pt x="1729097" y="6303189"/>
                  </a:lnTo>
                  <a:lnTo>
                    <a:pt x="1725537" y="6305245"/>
                  </a:lnTo>
                  <a:lnTo>
                    <a:pt x="1723476" y="6301679"/>
                  </a:lnTo>
                  <a:lnTo>
                    <a:pt x="1727035" y="6299623"/>
                  </a:lnTo>
                  <a:close/>
                </a:path>
                <a:path w="6791959" h="7073265">
                  <a:moveTo>
                    <a:pt x="1801743" y="6430185"/>
                  </a:moveTo>
                  <a:lnTo>
                    <a:pt x="1803212" y="6432732"/>
                  </a:lnTo>
                  <a:lnTo>
                    <a:pt x="1800665" y="6434201"/>
                  </a:lnTo>
                  <a:lnTo>
                    <a:pt x="1799196" y="6431654"/>
                  </a:lnTo>
                  <a:lnTo>
                    <a:pt x="1801743" y="6430185"/>
                  </a:lnTo>
                  <a:close/>
                </a:path>
                <a:path w="6791959" h="7073265">
                  <a:moveTo>
                    <a:pt x="1876444" y="6560747"/>
                  </a:moveTo>
                  <a:lnTo>
                    <a:pt x="1877327" y="6562281"/>
                  </a:lnTo>
                  <a:lnTo>
                    <a:pt x="1875799" y="6563164"/>
                  </a:lnTo>
                  <a:lnTo>
                    <a:pt x="1874916" y="6561630"/>
                  </a:lnTo>
                  <a:lnTo>
                    <a:pt x="1876444" y="6560747"/>
                  </a:lnTo>
                  <a:close/>
                </a:path>
                <a:path w="6791959" h="7073265">
                  <a:moveTo>
                    <a:pt x="1223878" y="5721326"/>
                  </a:moveTo>
                  <a:lnTo>
                    <a:pt x="1229167" y="5730489"/>
                  </a:lnTo>
                  <a:lnTo>
                    <a:pt x="1220010" y="5735778"/>
                  </a:lnTo>
                  <a:lnTo>
                    <a:pt x="1214721" y="5726615"/>
                  </a:lnTo>
                  <a:lnTo>
                    <a:pt x="1223878" y="5721326"/>
                  </a:lnTo>
                  <a:close/>
                </a:path>
                <a:path w="6791959" h="7073265">
                  <a:moveTo>
                    <a:pt x="1298580" y="5851893"/>
                  </a:moveTo>
                  <a:lnTo>
                    <a:pt x="1303283" y="5860032"/>
                  </a:lnTo>
                  <a:lnTo>
                    <a:pt x="1295138" y="5864729"/>
                  </a:lnTo>
                  <a:lnTo>
                    <a:pt x="1290442" y="5856591"/>
                  </a:lnTo>
                  <a:lnTo>
                    <a:pt x="1298580" y="5851893"/>
                  </a:lnTo>
                  <a:close/>
                </a:path>
                <a:path w="6791959" h="7073265">
                  <a:moveTo>
                    <a:pt x="1373281" y="5982455"/>
                  </a:moveTo>
                  <a:lnTo>
                    <a:pt x="1377398" y="5989581"/>
                  </a:lnTo>
                  <a:lnTo>
                    <a:pt x="1370272" y="5993691"/>
                  </a:lnTo>
                  <a:lnTo>
                    <a:pt x="1366156" y="5986566"/>
                  </a:lnTo>
                  <a:lnTo>
                    <a:pt x="1373281" y="5982455"/>
                  </a:lnTo>
                  <a:close/>
                </a:path>
                <a:path w="6791959" h="7073265">
                  <a:moveTo>
                    <a:pt x="1447876" y="6113414"/>
                  </a:moveTo>
                  <a:lnTo>
                    <a:pt x="1451110" y="6119018"/>
                  </a:lnTo>
                  <a:lnTo>
                    <a:pt x="1445513" y="6122246"/>
                  </a:lnTo>
                  <a:lnTo>
                    <a:pt x="1442279" y="6116648"/>
                  </a:lnTo>
                  <a:lnTo>
                    <a:pt x="1447876" y="6113414"/>
                  </a:lnTo>
                  <a:close/>
                </a:path>
                <a:path w="6791959" h="7073265">
                  <a:moveTo>
                    <a:pt x="1522578" y="6243976"/>
                  </a:moveTo>
                  <a:lnTo>
                    <a:pt x="1525226" y="6248561"/>
                  </a:lnTo>
                  <a:lnTo>
                    <a:pt x="1520641" y="6251203"/>
                  </a:lnTo>
                  <a:lnTo>
                    <a:pt x="1517999" y="6246624"/>
                  </a:lnTo>
                  <a:lnTo>
                    <a:pt x="1522578" y="6243976"/>
                  </a:lnTo>
                  <a:close/>
                </a:path>
                <a:path w="6791959" h="7073265">
                  <a:moveTo>
                    <a:pt x="1597280" y="6374538"/>
                  </a:moveTo>
                  <a:lnTo>
                    <a:pt x="1599341" y="6378104"/>
                  </a:lnTo>
                  <a:lnTo>
                    <a:pt x="1595776" y="6380165"/>
                  </a:lnTo>
                  <a:lnTo>
                    <a:pt x="1593714" y="6376600"/>
                  </a:lnTo>
                  <a:lnTo>
                    <a:pt x="1597280" y="6374538"/>
                  </a:lnTo>
                  <a:close/>
                </a:path>
                <a:path w="6791959" h="7073265">
                  <a:moveTo>
                    <a:pt x="1671981" y="6505106"/>
                  </a:moveTo>
                  <a:lnTo>
                    <a:pt x="1673451" y="6507647"/>
                  </a:lnTo>
                  <a:lnTo>
                    <a:pt x="1670904" y="6509116"/>
                  </a:lnTo>
                  <a:lnTo>
                    <a:pt x="1669435" y="6506575"/>
                  </a:lnTo>
                  <a:lnTo>
                    <a:pt x="1671981" y="6505106"/>
                  </a:lnTo>
                  <a:close/>
                </a:path>
                <a:path w="6791959" h="7073265">
                  <a:moveTo>
                    <a:pt x="1746683" y="6635668"/>
                  </a:moveTo>
                  <a:lnTo>
                    <a:pt x="1747566" y="6637196"/>
                  </a:lnTo>
                  <a:lnTo>
                    <a:pt x="1746043" y="6638079"/>
                  </a:lnTo>
                  <a:lnTo>
                    <a:pt x="1745161" y="6636545"/>
                  </a:lnTo>
                  <a:lnTo>
                    <a:pt x="1746683" y="6635668"/>
                  </a:lnTo>
                  <a:close/>
                </a:path>
                <a:path w="6791959" h="7073265">
                  <a:moveTo>
                    <a:pt x="1019421" y="5665678"/>
                  </a:moveTo>
                  <a:lnTo>
                    <a:pt x="1025296" y="5675860"/>
                  </a:lnTo>
                  <a:lnTo>
                    <a:pt x="1015114" y="5681736"/>
                  </a:lnTo>
                  <a:lnTo>
                    <a:pt x="1009239" y="5671554"/>
                  </a:lnTo>
                  <a:lnTo>
                    <a:pt x="1019421" y="5665678"/>
                  </a:lnTo>
                  <a:close/>
                </a:path>
                <a:path w="6791959" h="7073265">
                  <a:moveTo>
                    <a:pt x="1094010" y="5796643"/>
                  </a:moveTo>
                  <a:lnTo>
                    <a:pt x="1099003" y="5805296"/>
                  </a:lnTo>
                  <a:lnTo>
                    <a:pt x="1090349" y="5810290"/>
                  </a:lnTo>
                  <a:lnTo>
                    <a:pt x="1085356" y="5801636"/>
                  </a:lnTo>
                  <a:lnTo>
                    <a:pt x="1094010" y="5796643"/>
                  </a:lnTo>
                  <a:close/>
                </a:path>
                <a:path w="6791959" h="7073265">
                  <a:moveTo>
                    <a:pt x="1168711" y="5927205"/>
                  </a:moveTo>
                  <a:lnTo>
                    <a:pt x="1173118" y="5934840"/>
                  </a:lnTo>
                  <a:lnTo>
                    <a:pt x="1165489" y="5939247"/>
                  </a:lnTo>
                  <a:lnTo>
                    <a:pt x="1161082" y="5931612"/>
                  </a:lnTo>
                  <a:lnTo>
                    <a:pt x="1168711" y="5927205"/>
                  </a:lnTo>
                  <a:close/>
                </a:path>
                <a:path w="6791959" h="7073265">
                  <a:moveTo>
                    <a:pt x="1243519" y="6057370"/>
                  </a:moveTo>
                  <a:lnTo>
                    <a:pt x="1247636" y="6064495"/>
                  </a:lnTo>
                  <a:lnTo>
                    <a:pt x="1240510" y="6068612"/>
                  </a:lnTo>
                  <a:lnTo>
                    <a:pt x="1236400" y="6061487"/>
                  </a:lnTo>
                  <a:lnTo>
                    <a:pt x="1243519" y="6057370"/>
                  </a:lnTo>
                  <a:close/>
                </a:path>
                <a:path w="6791959" h="7073265">
                  <a:moveTo>
                    <a:pt x="1318115" y="6188335"/>
                  </a:moveTo>
                  <a:lnTo>
                    <a:pt x="1321349" y="6193932"/>
                  </a:lnTo>
                  <a:lnTo>
                    <a:pt x="1315751" y="6197166"/>
                  </a:lnTo>
                  <a:lnTo>
                    <a:pt x="1312517" y="6191563"/>
                  </a:lnTo>
                  <a:lnTo>
                    <a:pt x="1318115" y="6188335"/>
                  </a:lnTo>
                  <a:close/>
                </a:path>
                <a:path w="6791959" h="7073265">
                  <a:moveTo>
                    <a:pt x="1392816" y="6318897"/>
                  </a:moveTo>
                  <a:lnTo>
                    <a:pt x="1395464" y="6323475"/>
                  </a:lnTo>
                  <a:lnTo>
                    <a:pt x="1390879" y="6326123"/>
                  </a:lnTo>
                  <a:lnTo>
                    <a:pt x="1388238" y="6321538"/>
                  </a:lnTo>
                  <a:lnTo>
                    <a:pt x="1392816" y="6318897"/>
                  </a:lnTo>
                  <a:close/>
                </a:path>
                <a:path w="6791959" h="7073265">
                  <a:moveTo>
                    <a:pt x="1467519" y="6449459"/>
                  </a:moveTo>
                  <a:lnTo>
                    <a:pt x="1469579" y="6453024"/>
                  </a:lnTo>
                  <a:lnTo>
                    <a:pt x="1466014" y="6455080"/>
                  </a:lnTo>
                  <a:lnTo>
                    <a:pt x="1463959" y="6451514"/>
                  </a:lnTo>
                  <a:lnTo>
                    <a:pt x="1467519" y="6449459"/>
                  </a:lnTo>
                  <a:close/>
                </a:path>
                <a:path w="6791959" h="7073265">
                  <a:moveTo>
                    <a:pt x="1542225" y="6580021"/>
                  </a:moveTo>
                  <a:lnTo>
                    <a:pt x="1543695" y="6582562"/>
                  </a:lnTo>
                  <a:lnTo>
                    <a:pt x="1541148" y="6584031"/>
                  </a:lnTo>
                  <a:lnTo>
                    <a:pt x="1539679" y="6581489"/>
                  </a:lnTo>
                  <a:lnTo>
                    <a:pt x="1542225" y="6580021"/>
                  </a:lnTo>
                  <a:close/>
                </a:path>
                <a:path w="6791959" h="7073265">
                  <a:moveTo>
                    <a:pt x="1616921" y="6710583"/>
                  </a:moveTo>
                  <a:lnTo>
                    <a:pt x="1617804" y="6712117"/>
                  </a:lnTo>
                  <a:lnTo>
                    <a:pt x="1616282" y="6712993"/>
                  </a:lnTo>
                  <a:lnTo>
                    <a:pt x="1615399" y="6711465"/>
                  </a:lnTo>
                  <a:lnTo>
                    <a:pt x="1616921" y="6710583"/>
                  </a:lnTo>
                  <a:close/>
                </a:path>
                <a:path w="6791959" h="7073265">
                  <a:moveTo>
                    <a:pt x="815064" y="5609633"/>
                  </a:moveTo>
                  <a:lnTo>
                    <a:pt x="821822" y="5621337"/>
                  </a:lnTo>
                  <a:lnTo>
                    <a:pt x="810112" y="5628096"/>
                  </a:lnTo>
                  <a:lnTo>
                    <a:pt x="803354" y="5616392"/>
                  </a:lnTo>
                  <a:lnTo>
                    <a:pt x="815064" y="5609633"/>
                  </a:lnTo>
                  <a:close/>
                </a:path>
                <a:path w="6791959" h="7073265">
                  <a:moveTo>
                    <a:pt x="889659" y="5740598"/>
                  </a:moveTo>
                  <a:lnTo>
                    <a:pt x="895535" y="5750774"/>
                  </a:lnTo>
                  <a:lnTo>
                    <a:pt x="885353" y="5756650"/>
                  </a:lnTo>
                  <a:lnTo>
                    <a:pt x="879477" y="5746474"/>
                  </a:lnTo>
                  <a:lnTo>
                    <a:pt x="889659" y="5740598"/>
                  </a:lnTo>
                  <a:close/>
                </a:path>
                <a:path w="6791959" h="7073265">
                  <a:moveTo>
                    <a:pt x="964248" y="5871557"/>
                  </a:moveTo>
                  <a:lnTo>
                    <a:pt x="969247" y="5880210"/>
                  </a:lnTo>
                  <a:lnTo>
                    <a:pt x="960600" y="5885204"/>
                  </a:lnTo>
                  <a:lnTo>
                    <a:pt x="955600" y="5876550"/>
                  </a:lnTo>
                  <a:lnTo>
                    <a:pt x="964248" y="5871557"/>
                  </a:lnTo>
                  <a:close/>
                </a:path>
                <a:path w="6791959" h="7073265">
                  <a:moveTo>
                    <a:pt x="1038949" y="6002119"/>
                  </a:moveTo>
                  <a:lnTo>
                    <a:pt x="1043356" y="6009754"/>
                  </a:lnTo>
                  <a:lnTo>
                    <a:pt x="1035728" y="6014161"/>
                  </a:lnTo>
                  <a:lnTo>
                    <a:pt x="1031321" y="6006526"/>
                  </a:lnTo>
                  <a:lnTo>
                    <a:pt x="1038949" y="6002119"/>
                  </a:lnTo>
                  <a:close/>
                </a:path>
                <a:path w="6791959" h="7073265">
                  <a:moveTo>
                    <a:pt x="1113657" y="6132687"/>
                  </a:moveTo>
                  <a:lnTo>
                    <a:pt x="1117477" y="6139303"/>
                  </a:lnTo>
                  <a:lnTo>
                    <a:pt x="1110856" y="6143123"/>
                  </a:lnTo>
                  <a:lnTo>
                    <a:pt x="1107035" y="6136507"/>
                  </a:lnTo>
                  <a:lnTo>
                    <a:pt x="1113657" y="6132687"/>
                  </a:lnTo>
                  <a:close/>
                </a:path>
                <a:path w="6791959" h="7073265">
                  <a:moveTo>
                    <a:pt x="1188252" y="6263651"/>
                  </a:moveTo>
                  <a:lnTo>
                    <a:pt x="1191190" y="6268739"/>
                  </a:lnTo>
                  <a:lnTo>
                    <a:pt x="1186102" y="6271677"/>
                  </a:lnTo>
                  <a:lnTo>
                    <a:pt x="1183164" y="6266589"/>
                  </a:lnTo>
                  <a:lnTo>
                    <a:pt x="1188252" y="6263651"/>
                  </a:lnTo>
                  <a:close/>
                </a:path>
                <a:path w="6791959" h="7073265">
                  <a:moveTo>
                    <a:pt x="1262954" y="6394214"/>
                  </a:moveTo>
                  <a:lnTo>
                    <a:pt x="1265305" y="6398289"/>
                  </a:lnTo>
                  <a:lnTo>
                    <a:pt x="1261230" y="6400640"/>
                  </a:lnTo>
                  <a:lnTo>
                    <a:pt x="1258879" y="6396565"/>
                  </a:lnTo>
                  <a:lnTo>
                    <a:pt x="1262954" y="6394214"/>
                  </a:lnTo>
                  <a:close/>
                </a:path>
                <a:path w="6791959" h="7073265">
                  <a:moveTo>
                    <a:pt x="1337650" y="6524781"/>
                  </a:moveTo>
                  <a:lnTo>
                    <a:pt x="1339415" y="6527832"/>
                  </a:lnTo>
                  <a:lnTo>
                    <a:pt x="1336364" y="6529591"/>
                  </a:lnTo>
                  <a:lnTo>
                    <a:pt x="1334599" y="6526541"/>
                  </a:lnTo>
                  <a:lnTo>
                    <a:pt x="1337650" y="6524781"/>
                  </a:lnTo>
                  <a:close/>
                </a:path>
                <a:path w="6791959" h="7073265">
                  <a:moveTo>
                    <a:pt x="1412357" y="6655343"/>
                  </a:moveTo>
                  <a:lnTo>
                    <a:pt x="1413530" y="6657381"/>
                  </a:lnTo>
                  <a:lnTo>
                    <a:pt x="1411492" y="6658554"/>
                  </a:lnTo>
                  <a:lnTo>
                    <a:pt x="1410319" y="6656516"/>
                  </a:lnTo>
                  <a:lnTo>
                    <a:pt x="1412357" y="6655343"/>
                  </a:lnTo>
                  <a:close/>
                </a:path>
                <a:path w="6791959" h="7073265">
                  <a:moveTo>
                    <a:pt x="1486040" y="6786492"/>
                  </a:moveTo>
                  <a:lnTo>
                    <a:pt x="1487398" y="6786492"/>
                  </a:lnTo>
                  <a:lnTo>
                    <a:pt x="1487645" y="6786918"/>
                  </a:lnTo>
                  <a:lnTo>
                    <a:pt x="1486287" y="6786918"/>
                  </a:lnTo>
                  <a:lnTo>
                    <a:pt x="1486040" y="6786492"/>
                  </a:lnTo>
                  <a:close/>
                </a:path>
                <a:path w="6791959" h="7073265">
                  <a:moveTo>
                    <a:pt x="685196" y="5684951"/>
                  </a:moveTo>
                  <a:lnTo>
                    <a:pt x="691658" y="5696145"/>
                  </a:lnTo>
                  <a:lnTo>
                    <a:pt x="680463" y="5702607"/>
                  </a:lnTo>
                  <a:lnTo>
                    <a:pt x="674001" y="5691413"/>
                  </a:lnTo>
                  <a:lnTo>
                    <a:pt x="685196" y="5684951"/>
                  </a:lnTo>
                  <a:close/>
                </a:path>
                <a:path w="6791959" h="7073265">
                  <a:moveTo>
                    <a:pt x="759791" y="5815915"/>
                  </a:moveTo>
                  <a:lnTo>
                    <a:pt x="765371" y="5825581"/>
                  </a:lnTo>
                  <a:lnTo>
                    <a:pt x="755704" y="5831161"/>
                  </a:lnTo>
                  <a:lnTo>
                    <a:pt x="750125" y="5821500"/>
                  </a:lnTo>
                  <a:lnTo>
                    <a:pt x="759791" y="5815915"/>
                  </a:lnTo>
                  <a:close/>
                </a:path>
                <a:path w="6791959" h="7073265">
                  <a:moveTo>
                    <a:pt x="834487" y="5946477"/>
                  </a:moveTo>
                  <a:lnTo>
                    <a:pt x="839486" y="5955131"/>
                  </a:lnTo>
                  <a:lnTo>
                    <a:pt x="830839" y="5960124"/>
                  </a:lnTo>
                  <a:lnTo>
                    <a:pt x="825840" y="5951471"/>
                  </a:lnTo>
                  <a:lnTo>
                    <a:pt x="834487" y="5946477"/>
                  </a:lnTo>
                  <a:close/>
                </a:path>
                <a:path w="6791959" h="7073265">
                  <a:moveTo>
                    <a:pt x="909195" y="6077039"/>
                  </a:moveTo>
                  <a:lnTo>
                    <a:pt x="913602" y="6084674"/>
                  </a:lnTo>
                  <a:lnTo>
                    <a:pt x="905967" y="6089081"/>
                  </a:lnTo>
                  <a:lnTo>
                    <a:pt x="901560" y="6081446"/>
                  </a:lnTo>
                  <a:lnTo>
                    <a:pt x="909195" y="6077039"/>
                  </a:lnTo>
                  <a:close/>
                </a:path>
                <a:path w="6791959" h="7073265">
                  <a:moveTo>
                    <a:pt x="983790" y="6208004"/>
                  </a:moveTo>
                  <a:lnTo>
                    <a:pt x="987314" y="6214111"/>
                  </a:lnTo>
                  <a:lnTo>
                    <a:pt x="981208" y="6217635"/>
                  </a:lnTo>
                  <a:lnTo>
                    <a:pt x="977683" y="6211528"/>
                  </a:lnTo>
                  <a:lnTo>
                    <a:pt x="983790" y="6208004"/>
                  </a:lnTo>
                  <a:close/>
                </a:path>
                <a:path w="6791959" h="7073265">
                  <a:moveTo>
                    <a:pt x="1058492" y="6338566"/>
                  </a:moveTo>
                  <a:lnTo>
                    <a:pt x="1061429" y="6343660"/>
                  </a:lnTo>
                  <a:lnTo>
                    <a:pt x="1056342" y="6346598"/>
                  </a:lnTo>
                  <a:lnTo>
                    <a:pt x="1053404" y="6341504"/>
                  </a:lnTo>
                  <a:lnTo>
                    <a:pt x="1058492" y="6338566"/>
                  </a:lnTo>
                  <a:close/>
                </a:path>
                <a:path w="6791959" h="7073265">
                  <a:moveTo>
                    <a:pt x="1133193" y="6469134"/>
                  </a:moveTo>
                  <a:lnTo>
                    <a:pt x="1135544" y="6473203"/>
                  </a:lnTo>
                  <a:lnTo>
                    <a:pt x="1131469" y="6475555"/>
                  </a:lnTo>
                  <a:lnTo>
                    <a:pt x="1129118" y="6471485"/>
                  </a:lnTo>
                  <a:lnTo>
                    <a:pt x="1133193" y="6469134"/>
                  </a:lnTo>
                  <a:close/>
                </a:path>
                <a:path w="6791959" h="7073265">
                  <a:moveTo>
                    <a:pt x="1207895" y="6599696"/>
                  </a:moveTo>
                  <a:lnTo>
                    <a:pt x="1209660" y="6602746"/>
                  </a:lnTo>
                  <a:lnTo>
                    <a:pt x="1206604" y="6604511"/>
                  </a:lnTo>
                  <a:lnTo>
                    <a:pt x="1204838" y="6601461"/>
                  </a:lnTo>
                  <a:lnTo>
                    <a:pt x="1207895" y="6599696"/>
                  </a:lnTo>
                  <a:close/>
                </a:path>
                <a:path w="6791959" h="7073265">
                  <a:moveTo>
                    <a:pt x="1282602" y="6730258"/>
                  </a:moveTo>
                  <a:lnTo>
                    <a:pt x="1283775" y="6732295"/>
                  </a:lnTo>
                  <a:lnTo>
                    <a:pt x="1281738" y="6733468"/>
                  </a:lnTo>
                  <a:lnTo>
                    <a:pt x="1280565" y="6731431"/>
                  </a:lnTo>
                  <a:lnTo>
                    <a:pt x="1282602" y="6730258"/>
                  </a:lnTo>
                  <a:close/>
                </a:path>
                <a:path w="6791959" h="7073265">
                  <a:moveTo>
                    <a:pt x="1356280" y="6861406"/>
                  </a:moveTo>
                  <a:lnTo>
                    <a:pt x="1357636" y="6861406"/>
                  </a:lnTo>
                  <a:lnTo>
                    <a:pt x="1357885" y="6861838"/>
                  </a:lnTo>
                  <a:lnTo>
                    <a:pt x="1356529" y="6861838"/>
                  </a:lnTo>
                  <a:lnTo>
                    <a:pt x="1356280" y="6861406"/>
                  </a:lnTo>
                  <a:close/>
                </a:path>
                <a:path w="6791959" h="7073265">
                  <a:moveTo>
                    <a:pt x="480840" y="5628901"/>
                  </a:moveTo>
                  <a:lnTo>
                    <a:pt x="488185" y="5641623"/>
                  </a:lnTo>
                  <a:lnTo>
                    <a:pt x="475462" y="5648968"/>
                  </a:lnTo>
                  <a:lnTo>
                    <a:pt x="468117" y="5636245"/>
                  </a:lnTo>
                  <a:lnTo>
                    <a:pt x="480840" y="5628901"/>
                  </a:lnTo>
                  <a:close/>
                </a:path>
                <a:path w="6791959" h="7073265">
                  <a:moveTo>
                    <a:pt x="555328" y="5760274"/>
                  </a:moveTo>
                  <a:lnTo>
                    <a:pt x="561500" y="5770959"/>
                  </a:lnTo>
                  <a:lnTo>
                    <a:pt x="550815" y="5777125"/>
                  </a:lnTo>
                  <a:lnTo>
                    <a:pt x="544643" y="5766440"/>
                  </a:lnTo>
                  <a:lnTo>
                    <a:pt x="555328" y="5760274"/>
                  </a:lnTo>
                  <a:close/>
                </a:path>
                <a:path w="6791959" h="7073265">
                  <a:moveTo>
                    <a:pt x="629924" y="5891233"/>
                  </a:moveTo>
                  <a:lnTo>
                    <a:pt x="635213" y="5900396"/>
                  </a:lnTo>
                  <a:lnTo>
                    <a:pt x="626056" y="5905679"/>
                  </a:lnTo>
                  <a:lnTo>
                    <a:pt x="620767" y="5896522"/>
                  </a:lnTo>
                  <a:lnTo>
                    <a:pt x="629924" y="5891233"/>
                  </a:lnTo>
                  <a:close/>
                </a:path>
                <a:path w="6791959" h="7073265">
                  <a:moveTo>
                    <a:pt x="704626" y="6021795"/>
                  </a:moveTo>
                  <a:lnTo>
                    <a:pt x="709328" y="6029939"/>
                  </a:lnTo>
                  <a:lnTo>
                    <a:pt x="701184" y="6034636"/>
                  </a:lnTo>
                  <a:lnTo>
                    <a:pt x="696487" y="6026498"/>
                  </a:lnTo>
                  <a:lnTo>
                    <a:pt x="704626" y="6021795"/>
                  </a:lnTo>
                  <a:close/>
                </a:path>
                <a:path w="6791959" h="7073265">
                  <a:moveTo>
                    <a:pt x="779327" y="6152357"/>
                  </a:moveTo>
                  <a:lnTo>
                    <a:pt x="783444" y="6159482"/>
                  </a:lnTo>
                  <a:lnTo>
                    <a:pt x="776318" y="6163599"/>
                  </a:lnTo>
                  <a:lnTo>
                    <a:pt x="772201" y="6156474"/>
                  </a:lnTo>
                  <a:lnTo>
                    <a:pt x="779327" y="6152357"/>
                  </a:lnTo>
                  <a:close/>
                </a:path>
                <a:path w="6791959" h="7073265">
                  <a:moveTo>
                    <a:pt x="853922" y="6283328"/>
                  </a:moveTo>
                  <a:lnTo>
                    <a:pt x="857156" y="6288925"/>
                  </a:lnTo>
                  <a:lnTo>
                    <a:pt x="851559" y="6292153"/>
                  </a:lnTo>
                  <a:lnTo>
                    <a:pt x="848325" y="6286556"/>
                  </a:lnTo>
                  <a:lnTo>
                    <a:pt x="853922" y="6283328"/>
                  </a:lnTo>
                  <a:close/>
                </a:path>
                <a:path w="6791959" h="7073265">
                  <a:moveTo>
                    <a:pt x="928630" y="6413890"/>
                  </a:moveTo>
                  <a:lnTo>
                    <a:pt x="931271" y="6418462"/>
                  </a:lnTo>
                  <a:lnTo>
                    <a:pt x="926687" y="6421110"/>
                  </a:lnTo>
                  <a:lnTo>
                    <a:pt x="924045" y="6416531"/>
                  </a:lnTo>
                  <a:lnTo>
                    <a:pt x="928630" y="6413890"/>
                  </a:lnTo>
                  <a:close/>
                </a:path>
                <a:path w="6791959" h="7073265">
                  <a:moveTo>
                    <a:pt x="1003331" y="6544452"/>
                  </a:moveTo>
                  <a:lnTo>
                    <a:pt x="1005386" y="6548011"/>
                  </a:lnTo>
                  <a:lnTo>
                    <a:pt x="1001821" y="6550067"/>
                  </a:lnTo>
                  <a:lnTo>
                    <a:pt x="999766" y="6546507"/>
                  </a:lnTo>
                  <a:lnTo>
                    <a:pt x="1003331" y="6544452"/>
                  </a:lnTo>
                  <a:close/>
                </a:path>
                <a:path w="6791959" h="7073265">
                  <a:moveTo>
                    <a:pt x="1078027" y="6675014"/>
                  </a:moveTo>
                  <a:lnTo>
                    <a:pt x="1079496" y="6677560"/>
                  </a:lnTo>
                  <a:lnTo>
                    <a:pt x="1076955" y="6679029"/>
                  </a:lnTo>
                  <a:lnTo>
                    <a:pt x="1075486" y="6676482"/>
                  </a:lnTo>
                  <a:lnTo>
                    <a:pt x="1078027" y="6675014"/>
                  </a:lnTo>
                  <a:close/>
                </a:path>
                <a:path w="6791959" h="7073265">
                  <a:moveTo>
                    <a:pt x="1152729" y="6805575"/>
                  </a:moveTo>
                  <a:lnTo>
                    <a:pt x="1153612" y="6807104"/>
                  </a:lnTo>
                  <a:lnTo>
                    <a:pt x="1152089" y="6807980"/>
                  </a:lnTo>
                  <a:lnTo>
                    <a:pt x="1151206" y="6806452"/>
                  </a:lnTo>
                  <a:lnTo>
                    <a:pt x="1152729" y="6805575"/>
                  </a:lnTo>
                  <a:close/>
                </a:path>
                <a:path w="6791959" h="7073265">
                  <a:moveTo>
                    <a:pt x="350972" y="5704224"/>
                  </a:moveTo>
                  <a:lnTo>
                    <a:pt x="358026" y="5716438"/>
                  </a:lnTo>
                  <a:lnTo>
                    <a:pt x="345813" y="5723486"/>
                  </a:lnTo>
                  <a:lnTo>
                    <a:pt x="338758" y="5711273"/>
                  </a:lnTo>
                  <a:lnTo>
                    <a:pt x="350972" y="5704224"/>
                  </a:lnTo>
                  <a:close/>
                </a:path>
                <a:path w="6791959" h="7073265">
                  <a:moveTo>
                    <a:pt x="425466" y="5835586"/>
                  </a:moveTo>
                  <a:lnTo>
                    <a:pt x="431341" y="5845762"/>
                  </a:lnTo>
                  <a:lnTo>
                    <a:pt x="421159" y="5851637"/>
                  </a:lnTo>
                  <a:lnTo>
                    <a:pt x="415284" y="5841462"/>
                  </a:lnTo>
                  <a:lnTo>
                    <a:pt x="425466" y="5835586"/>
                  </a:lnTo>
                  <a:close/>
                </a:path>
                <a:path w="6791959" h="7073265">
                  <a:moveTo>
                    <a:pt x="500055" y="5966551"/>
                  </a:moveTo>
                  <a:lnTo>
                    <a:pt x="505048" y="5975204"/>
                  </a:lnTo>
                  <a:lnTo>
                    <a:pt x="496394" y="5980197"/>
                  </a:lnTo>
                  <a:lnTo>
                    <a:pt x="491401" y="5971550"/>
                  </a:lnTo>
                  <a:lnTo>
                    <a:pt x="500055" y="5966551"/>
                  </a:lnTo>
                  <a:close/>
                </a:path>
                <a:path w="6791959" h="7073265">
                  <a:moveTo>
                    <a:pt x="574863" y="6096716"/>
                  </a:moveTo>
                  <a:lnTo>
                    <a:pt x="579566" y="6104854"/>
                  </a:lnTo>
                  <a:lnTo>
                    <a:pt x="571422" y="6109557"/>
                  </a:lnTo>
                  <a:lnTo>
                    <a:pt x="566725" y="6101413"/>
                  </a:lnTo>
                  <a:lnTo>
                    <a:pt x="574863" y="6096716"/>
                  </a:lnTo>
                  <a:close/>
                </a:path>
                <a:path w="6791959" h="7073265">
                  <a:moveTo>
                    <a:pt x="649564" y="6227278"/>
                  </a:moveTo>
                  <a:lnTo>
                    <a:pt x="653681" y="6234403"/>
                  </a:lnTo>
                  <a:lnTo>
                    <a:pt x="646556" y="6238514"/>
                  </a:lnTo>
                  <a:lnTo>
                    <a:pt x="642445" y="6231388"/>
                  </a:lnTo>
                  <a:lnTo>
                    <a:pt x="649564" y="6227278"/>
                  </a:lnTo>
                  <a:close/>
                </a:path>
                <a:path w="6791959" h="7073265">
                  <a:moveTo>
                    <a:pt x="724160" y="6358242"/>
                  </a:moveTo>
                  <a:lnTo>
                    <a:pt x="727394" y="6363840"/>
                  </a:lnTo>
                  <a:lnTo>
                    <a:pt x="721796" y="6367074"/>
                  </a:lnTo>
                  <a:lnTo>
                    <a:pt x="718568" y="6361476"/>
                  </a:lnTo>
                  <a:lnTo>
                    <a:pt x="724160" y="6358242"/>
                  </a:lnTo>
                  <a:close/>
                </a:path>
                <a:path w="6791959" h="7073265">
                  <a:moveTo>
                    <a:pt x="798867" y="6488804"/>
                  </a:moveTo>
                  <a:lnTo>
                    <a:pt x="801509" y="6493383"/>
                  </a:lnTo>
                  <a:lnTo>
                    <a:pt x="796924" y="6496024"/>
                  </a:lnTo>
                  <a:lnTo>
                    <a:pt x="794283" y="6491452"/>
                  </a:lnTo>
                  <a:lnTo>
                    <a:pt x="798867" y="6488804"/>
                  </a:lnTo>
                  <a:close/>
                </a:path>
                <a:path w="6791959" h="7073265">
                  <a:moveTo>
                    <a:pt x="873569" y="6619366"/>
                  </a:moveTo>
                  <a:lnTo>
                    <a:pt x="875624" y="6622926"/>
                  </a:lnTo>
                  <a:lnTo>
                    <a:pt x="872059" y="6624987"/>
                  </a:lnTo>
                  <a:lnTo>
                    <a:pt x="870003" y="6621427"/>
                  </a:lnTo>
                  <a:lnTo>
                    <a:pt x="873569" y="6619366"/>
                  </a:lnTo>
                  <a:close/>
                </a:path>
                <a:path w="6791959" h="7073265">
                  <a:moveTo>
                    <a:pt x="948271" y="6749928"/>
                  </a:moveTo>
                  <a:lnTo>
                    <a:pt x="949740" y="6752475"/>
                  </a:lnTo>
                  <a:lnTo>
                    <a:pt x="947199" y="6753944"/>
                  </a:lnTo>
                  <a:lnTo>
                    <a:pt x="945730" y="6751397"/>
                  </a:lnTo>
                  <a:lnTo>
                    <a:pt x="948271" y="6749928"/>
                  </a:lnTo>
                  <a:close/>
                </a:path>
                <a:path w="6791959" h="7073265">
                  <a:moveTo>
                    <a:pt x="1022966" y="6880490"/>
                  </a:moveTo>
                  <a:lnTo>
                    <a:pt x="1023849" y="6882018"/>
                  </a:lnTo>
                  <a:lnTo>
                    <a:pt x="1022327" y="6882901"/>
                  </a:lnTo>
                  <a:lnTo>
                    <a:pt x="1021444" y="6881372"/>
                  </a:lnTo>
                  <a:lnTo>
                    <a:pt x="1022966" y="6880490"/>
                  </a:lnTo>
                  <a:close/>
                </a:path>
                <a:path w="6791959" h="7073265">
                  <a:moveTo>
                    <a:pt x="146509" y="5648577"/>
                  </a:moveTo>
                  <a:lnTo>
                    <a:pt x="154149" y="5661809"/>
                  </a:lnTo>
                  <a:lnTo>
                    <a:pt x="140917" y="5669444"/>
                  </a:lnTo>
                  <a:lnTo>
                    <a:pt x="133283" y="5656218"/>
                  </a:lnTo>
                  <a:lnTo>
                    <a:pt x="146509" y="5648577"/>
                  </a:lnTo>
                  <a:close/>
                </a:path>
                <a:path w="6791959" h="7073265">
                  <a:moveTo>
                    <a:pt x="221109" y="5779542"/>
                  </a:moveTo>
                  <a:lnTo>
                    <a:pt x="227868" y="5791240"/>
                  </a:lnTo>
                  <a:lnTo>
                    <a:pt x="216158" y="5797998"/>
                  </a:lnTo>
                  <a:lnTo>
                    <a:pt x="209406" y="5786300"/>
                  </a:lnTo>
                  <a:lnTo>
                    <a:pt x="221109" y="5779542"/>
                  </a:lnTo>
                  <a:close/>
                </a:path>
                <a:path w="6791959" h="7073265">
                  <a:moveTo>
                    <a:pt x="295592" y="5910909"/>
                  </a:moveTo>
                  <a:lnTo>
                    <a:pt x="301177" y="5920575"/>
                  </a:lnTo>
                  <a:lnTo>
                    <a:pt x="291505" y="5926161"/>
                  </a:lnTo>
                  <a:lnTo>
                    <a:pt x="285925" y="5916489"/>
                  </a:lnTo>
                  <a:lnTo>
                    <a:pt x="295592" y="5910909"/>
                  </a:lnTo>
                  <a:close/>
                </a:path>
                <a:path w="6791959" h="7073265">
                  <a:moveTo>
                    <a:pt x="370299" y="6041471"/>
                  </a:moveTo>
                  <a:lnTo>
                    <a:pt x="375292" y="6050119"/>
                  </a:lnTo>
                  <a:lnTo>
                    <a:pt x="366645" y="6055112"/>
                  </a:lnTo>
                  <a:lnTo>
                    <a:pt x="361652" y="6046464"/>
                  </a:lnTo>
                  <a:lnTo>
                    <a:pt x="370299" y="6041471"/>
                  </a:lnTo>
                  <a:close/>
                </a:path>
                <a:path w="6791959" h="7073265">
                  <a:moveTo>
                    <a:pt x="445001" y="6172033"/>
                  </a:moveTo>
                  <a:lnTo>
                    <a:pt x="449408" y="6179668"/>
                  </a:lnTo>
                  <a:lnTo>
                    <a:pt x="441773" y="6184075"/>
                  </a:lnTo>
                  <a:lnTo>
                    <a:pt x="437366" y="6176440"/>
                  </a:lnTo>
                  <a:lnTo>
                    <a:pt x="445001" y="6172033"/>
                  </a:lnTo>
                  <a:close/>
                </a:path>
                <a:path w="6791959" h="7073265">
                  <a:moveTo>
                    <a:pt x="519703" y="6302595"/>
                  </a:moveTo>
                  <a:lnTo>
                    <a:pt x="523523" y="6309206"/>
                  </a:lnTo>
                  <a:lnTo>
                    <a:pt x="516901" y="6313026"/>
                  </a:lnTo>
                  <a:lnTo>
                    <a:pt x="513087" y="6306416"/>
                  </a:lnTo>
                  <a:lnTo>
                    <a:pt x="519703" y="6302595"/>
                  </a:lnTo>
                  <a:close/>
                </a:path>
                <a:path w="6791959" h="7073265">
                  <a:moveTo>
                    <a:pt x="594298" y="6433560"/>
                  </a:moveTo>
                  <a:lnTo>
                    <a:pt x="597236" y="6438648"/>
                  </a:lnTo>
                  <a:lnTo>
                    <a:pt x="592148" y="6441586"/>
                  </a:lnTo>
                  <a:lnTo>
                    <a:pt x="589210" y="6436498"/>
                  </a:lnTo>
                  <a:lnTo>
                    <a:pt x="594298" y="6433560"/>
                  </a:lnTo>
                  <a:close/>
                </a:path>
                <a:path w="6791959" h="7073265">
                  <a:moveTo>
                    <a:pt x="669000" y="6564122"/>
                  </a:moveTo>
                  <a:lnTo>
                    <a:pt x="671351" y="6568191"/>
                  </a:lnTo>
                  <a:lnTo>
                    <a:pt x="667276" y="6570543"/>
                  </a:lnTo>
                  <a:lnTo>
                    <a:pt x="664925" y="6566473"/>
                  </a:lnTo>
                  <a:lnTo>
                    <a:pt x="669000" y="6564122"/>
                  </a:lnTo>
                  <a:close/>
                </a:path>
                <a:path w="6791959" h="7073265">
                  <a:moveTo>
                    <a:pt x="743696" y="6694684"/>
                  </a:moveTo>
                  <a:lnTo>
                    <a:pt x="745461" y="6697740"/>
                  </a:lnTo>
                  <a:lnTo>
                    <a:pt x="742404" y="6699499"/>
                  </a:lnTo>
                  <a:lnTo>
                    <a:pt x="740645" y="6696449"/>
                  </a:lnTo>
                  <a:lnTo>
                    <a:pt x="743696" y="6694684"/>
                  </a:lnTo>
                  <a:close/>
                </a:path>
                <a:path w="6791959" h="7073265">
                  <a:moveTo>
                    <a:pt x="818403" y="6825246"/>
                  </a:moveTo>
                  <a:lnTo>
                    <a:pt x="819576" y="6827283"/>
                  </a:lnTo>
                  <a:lnTo>
                    <a:pt x="817538" y="6828462"/>
                  </a:lnTo>
                  <a:lnTo>
                    <a:pt x="816365" y="6826425"/>
                  </a:lnTo>
                  <a:lnTo>
                    <a:pt x="818403" y="6825246"/>
                  </a:lnTo>
                  <a:close/>
                </a:path>
                <a:path w="6791959" h="7073265">
                  <a:moveTo>
                    <a:pt x="892086" y="6956394"/>
                  </a:moveTo>
                  <a:lnTo>
                    <a:pt x="893442" y="6956394"/>
                  </a:lnTo>
                  <a:lnTo>
                    <a:pt x="893691" y="6956827"/>
                  </a:lnTo>
                  <a:lnTo>
                    <a:pt x="892335" y="6956827"/>
                  </a:lnTo>
                  <a:lnTo>
                    <a:pt x="892086" y="6956394"/>
                  </a:lnTo>
                  <a:close/>
                </a:path>
                <a:path w="6791959" h="7073265">
                  <a:moveTo>
                    <a:pt x="15781" y="5727105"/>
                  </a:moveTo>
                  <a:lnTo>
                    <a:pt x="20780" y="5735758"/>
                  </a:lnTo>
                  <a:lnTo>
                    <a:pt x="12133" y="5740752"/>
                  </a:lnTo>
                  <a:lnTo>
                    <a:pt x="7134" y="5732098"/>
                  </a:lnTo>
                  <a:lnTo>
                    <a:pt x="15781" y="5727105"/>
                  </a:lnTo>
                  <a:close/>
                </a:path>
                <a:path w="6791959" h="7073265">
                  <a:moveTo>
                    <a:pt x="91134" y="5855262"/>
                  </a:moveTo>
                  <a:lnTo>
                    <a:pt x="97306" y="5865947"/>
                  </a:lnTo>
                  <a:lnTo>
                    <a:pt x="86615" y="5872119"/>
                  </a:lnTo>
                  <a:lnTo>
                    <a:pt x="80443" y="5861434"/>
                  </a:lnTo>
                  <a:lnTo>
                    <a:pt x="91134" y="5855262"/>
                  </a:lnTo>
                  <a:close/>
                </a:path>
                <a:path w="6791959" h="7073265">
                  <a:moveTo>
                    <a:pt x="165729" y="5986221"/>
                  </a:moveTo>
                  <a:lnTo>
                    <a:pt x="171018" y="5995384"/>
                  </a:lnTo>
                  <a:lnTo>
                    <a:pt x="161856" y="6000674"/>
                  </a:lnTo>
                  <a:lnTo>
                    <a:pt x="156566" y="5991510"/>
                  </a:lnTo>
                  <a:lnTo>
                    <a:pt x="165729" y="5986221"/>
                  </a:lnTo>
                  <a:close/>
                </a:path>
                <a:path w="6791959" h="7073265">
                  <a:moveTo>
                    <a:pt x="240431" y="6116783"/>
                  </a:moveTo>
                  <a:lnTo>
                    <a:pt x="245134" y="6124933"/>
                  </a:lnTo>
                  <a:lnTo>
                    <a:pt x="236990" y="6129636"/>
                  </a:lnTo>
                  <a:lnTo>
                    <a:pt x="232287" y="6121486"/>
                  </a:lnTo>
                  <a:lnTo>
                    <a:pt x="240431" y="6116783"/>
                  </a:lnTo>
                  <a:close/>
                </a:path>
                <a:path w="6791959" h="7073265">
                  <a:moveTo>
                    <a:pt x="315127" y="6247351"/>
                  </a:moveTo>
                  <a:lnTo>
                    <a:pt x="319244" y="6254476"/>
                  </a:lnTo>
                  <a:lnTo>
                    <a:pt x="312124" y="6258587"/>
                  </a:lnTo>
                  <a:lnTo>
                    <a:pt x="308008" y="6251461"/>
                  </a:lnTo>
                  <a:lnTo>
                    <a:pt x="315127" y="6247351"/>
                  </a:lnTo>
                  <a:close/>
                </a:path>
                <a:path w="6791959" h="7073265">
                  <a:moveTo>
                    <a:pt x="389834" y="6377913"/>
                  </a:moveTo>
                  <a:lnTo>
                    <a:pt x="393359" y="6384020"/>
                  </a:lnTo>
                  <a:lnTo>
                    <a:pt x="387252" y="6387544"/>
                  </a:lnTo>
                  <a:lnTo>
                    <a:pt x="383728" y="6381437"/>
                  </a:lnTo>
                  <a:lnTo>
                    <a:pt x="389834" y="6377913"/>
                  </a:lnTo>
                  <a:close/>
                </a:path>
                <a:path w="6791959" h="7073265">
                  <a:moveTo>
                    <a:pt x="464423" y="6508878"/>
                  </a:moveTo>
                  <a:lnTo>
                    <a:pt x="467071" y="6513462"/>
                  </a:lnTo>
                  <a:lnTo>
                    <a:pt x="462492" y="6516104"/>
                  </a:lnTo>
                  <a:lnTo>
                    <a:pt x="459850" y="6511519"/>
                  </a:lnTo>
                  <a:lnTo>
                    <a:pt x="464423" y="6508878"/>
                  </a:lnTo>
                  <a:close/>
                </a:path>
                <a:path w="6791959" h="7073265">
                  <a:moveTo>
                    <a:pt x="539237" y="6639037"/>
                  </a:moveTo>
                  <a:lnTo>
                    <a:pt x="541588" y="6643112"/>
                  </a:lnTo>
                  <a:lnTo>
                    <a:pt x="537513" y="6645463"/>
                  </a:lnTo>
                  <a:lnTo>
                    <a:pt x="535162" y="6641388"/>
                  </a:lnTo>
                  <a:lnTo>
                    <a:pt x="539237" y="6639037"/>
                  </a:lnTo>
                  <a:close/>
                </a:path>
                <a:path w="6791959" h="7073265">
                  <a:moveTo>
                    <a:pt x="613939" y="6769599"/>
                  </a:moveTo>
                  <a:lnTo>
                    <a:pt x="615704" y="6772655"/>
                  </a:lnTo>
                  <a:lnTo>
                    <a:pt x="612648" y="6774420"/>
                  </a:lnTo>
                  <a:lnTo>
                    <a:pt x="610882" y="6771364"/>
                  </a:lnTo>
                  <a:lnTo>
                    <a:pt x="613939" y="6769599"/>
                  </a:lnTo>
                  <a:close/>
                </a:path>
                <a:path w="6791959" h="7073265">
                  <a:moveTo>
                    <a:pt x="688640" y="6900167"/>
                  </a:moveTo>
                  <a:lnTo>
                    <a:pt x="689814" y="6902204"/>
                  </a:lnTo>
                  <a:lnTo>
                    <a:pt x="687782" y="6903377"/>
                  </a:lnTo>
                  <a:lnTo>
                    <a:pt x="686609" y="6901340"/>
                  </a:lnTo>
                  <a:lnTo>
                    <a:pt x="688640" y="6900167"/>
                  </a:lnTo>
                  <a:close/>
                </a:path>
                <a:path w="6791959" h="7073265">
                  <a:moveTo>
                    <a:pt x="35540" y="6062747"/>
                  </a:moveTo>
                  <a:lnTo>
                    <a:pt x="39651" y="6069872"/>
                  </a:lnTo>
                  <a:lnTo>
                    <a:pt x="32525" y="6073989"/>
                  </a:lnTo>
                  <a:lnTo>
                    <a:pt x="28414" y="6066864"/>
                  </a:lnTo>
                  <a:lnTo>
                    <a:pt x="35540" y="6062747"/>
                  </a:lnTo>
                  <a:close/>
                </a:path>
                <a:path w="6791959" h="7073265">
                  <a:moveTo>
                    <a:pt x="110668" y="6191704"/>
                  </a:moveTo>
                  <a:lnTo>
                    <a:pt x="115371" y="6199848"/>
                  </a:lnTo>
                  <a:lnTo>
                    <a:pt x="107233" y="6204551"/>
                  </a:lnTo>
                  <a:lnTo>
                    <a:pt x="102530" y="6196401"/>
                  </a:lnTo>
                  <a:lnTo>
                    <a:pt x="110668" y="6191704"/>
                  </a:lnTo>
                  <a:close/>
                </a:path>
                <a:path w="6791959" h="7073265">
                  <a:moveTo>
                    <a:pt x="185370" y="6322266"/>
                  </a:moveTo>
                  <a:lnTo>
                    <a:pt x="189486" y="6329391"/>
                  </a:lnTo>
                  <a:lnTo>
                    <a:pt x="182361" y="6333502"/>
                  </a:lnTo>
                  <a:lnTo>
                    <a:pt x="178244" y="6326377"/>
                  </a:lnTo>
                  <a:lnTo>
                    <a:pt x="185370" y="6322266"/>
                  </a:lnTo>
                  <a:close/>
                </a:path>
                <a:path w="6791959" h="7073265">
                  <a:moveTo>
                    <a:pt x="259965" y="6453231"/>
                  </a:moveTo>
                  <a:lnTo>
                    <a:pt x="263199" y="6458828"/>
                  </a:lnTo>
                  <a:lnTo>
                    <a:pt x="257601" y="6462062"/>
                  </a:lnTo>
                  <a:lnTo>
                    <a:pt x="254368" y="6456465"/>
                  </a:lnTo>
                  <a:lnTo>
                    <a:pt x="259965" y="6453231"/>
                  </a:lnTo>
                  <a:close/>
                </a:path>
                <a:path w="6791959" h="7073265">
                  <a:moveTo>
                    <a:pt x="334667" y="6583793"/>
                  </a:moveTo>
                  <a:lnTo>
                    <a:pt x="337314" y="6588377"/>
                  </a:lnTo>
                  <a:lnTo>
                    <a:pt x="332735" y="6591019"/>
                  </a:lnTo>
                  <a:lnTo>
                    <a:pt x="330088" y="6586440"/>
                  </a:lnTo>
                  <a:lnTo>
                    <a:pt x="334667" y="6583793"/>
                  </a:lnTo>
                  <a:close/>
                </a:path>
                <a:path w="6791959" h="7073265">
                  <a:moveTo>
                    <a:pt x="409368" y="6714361"/>
                  </a:moveTo>
                  <a:lnTo>
                    <a:pt x="411423" y="6717920"/>
                  </a:lnTo>
                  <a:lnTo>
                    <a:pt x="407864" y="6719976"/>
                  </a:lnTo>
                  <a:lnTo>
                    <a:pt x="405809" y="6716416"/>
                  </a:lnTo>
                  <a:lnTo>
                    <a:pt x="409368" y="6714361"/>
                  </a:lnTo>
                  <a:close/>
                </a:path>
                <a:path w="6791959" h="7073265">
                  <a:moveTo>
                    <a:pt x="484070" y="6844923"/>
                  </a:moveTo>
                  <a:lnTo>
                    <a:pt x="485539" y="6847469"/>
                  </a:lnTo>
                  <a:lnTo>
                    <a:pt x="482998" y="6848938"/>
                  </a:lnTo>
                  <a:lnTo>
                    <a:pt x="481529" y="6846392"/>
                  </a:lnTo>
                  <a:lnTo>
                    <a:pt x="484070" y="6844923"/>
                  </a:lnTo>
                  <a:close/>
                </a:path>
                <a:path w="6791959" h="7073265">
                  <a:moveTo>
                    <a:pt x="558772" y="6975484"/>
                  </a:moveTo>
                  <a:lnTo>
                    <a:pt x="559654" y="6977007"/>
                  </a:lnTo>
                  <a:lnTo>
                    <a:pt x="558126" y="6977889"/>
                  </a:lnTo>
                  <a:lnTo>
                    <a:pt x="557243" y="6976367"/>
                  </a:lnTo>
                  <a:lnTo>
                    <a:pt x="558772" y="6975484"/>
                  </a:lnTo>
                  <a:close/>
                </a:path>
                <a:path w="6791959" h="7073265">
                  <a:moveTo>
                    <a:pt x="55394" y="6397986"/>
                  </a:moveTo>
                  <a:lnTo>
                    <a:pt x="58925" y="6404093"/>
                  </a:lnTo>
                  <a:lnTo>
                    <a:pt x="52812" y="6407623"/>
                  </a:lnTo>
                  <a:lnTo>
                    <a:pt x="49288" y="6401511"/>
                  </a:lnTo>
                  <a:lnTo>
                    <a:pt x="55394" y="6397986"/>
                  </a:lnTo>
                  <a:close/>
                </a:path>
                <a:path w="6791959" h="7073265">
                  <a:moveTo>
                    <a:pt x="130097" y="6528548"/>
                  </a:moveTo>
                  <a:lnTo>
                    <a:pt x="133034" y="6533636"/>
                  </a:lnTo>
                  <a:lnTo>
                    <a:pt x="127941" y="6536574"/>
                  </a:lnTo>
                  <a:lnTo>
                    <a:pt x="125003" y="6531486"/>
                  </a:lnTo>
                  <a:lnTo>
                    <a:pt x="130097" y="6528548"/>
                  </a:lnTo>
                  <a:close/>
                </a:path>
                <a:path w="6791959" h="7073265">
                  <a:moveTo>
                    <a:pt x="204798" y="6659110"/>
                  </a:moveTo>
                  <a:lnTo>
                    <a:pt x="207150" y="6663185"/>
                  </a:lnTo>
                  <a:lnTo>
                    <a:pt x="203080" y="6665531"/>
                  </a:lnTo>
                  <a:lnTo>
                    <a:pt x="200729" y="6661461"/>
                  </a:lnTo>
                  <a:lnTo>
                    <a:pt x="204798" y="6659110"/>
                  </a:lnTo>
                  <a:close/>
                </a:path>
                <a:path w="6791959" h="7073265">
                  <a:moveTo>
                    <a:pt x="279500" y="6789672"/>
                  </a:moveTo>
                  <a:lnTo>
                    <a:pt x="281265" y="6792734"/>
                  </a:lnTo>
                  <a:lnTo>
                    <a:pt x="278215" y="6794493"/>
                  </a:lnTo>
                  <a:lnTo>
                    <a:pt x="276449" y="6791437"/>
                  </a:lnTo>
                  <a:lnTo>
                    <a:pt x="279500" y="6789672"/>
                  </a:lnTo>
                  <a:close/>
                </a:path>
                <a:path w="6791959" h="7073265">
                  <a:moveTo>
                    <a:pt x="354201" y="6920240"/>
                  </a:moveTo>
                  <a:lnTo>
                    <a:pt x="355381" y="6922272"/>
                  </a:lnTo>
                  <a:lnTo>
                    <a:pt x="353343" y="6923450"/>
                  </a:lnTo>
                  <a:lnTo>
                    <a:pt x="352170" y="6921413"/>
                  </a:lnTo>
                  <a:lnTo>
                    <a:pt x="354201" y="6920240"/>
                  </a:lnTo>
                  <a:close/>
                </a:path>
                <a:path w="6791959" h="7073265">
                  <a:moveTo>
                    <a:pt x="429016" y="7050405"/>
                  </a:moveTo>
                  <a:lnTo>
                    <a:pt x="429893" y="7051927"/>
                  </a:lnTo>
                  <a:lnTo>
                    <a:pt x="428370" y="7052804"/>
                  </a:lnTo>
                  <a:lnTo>
                    <a:pt x="427487" y="7051282"/>
                  </a:lnTo>
                  <a:lnTo>
                    <a:pt x="429016" y="7050405"/>
                  </a:lnTo>
                  <a:close/>
                </a:path>
                <a:path w="6791959" h="7073265">
                  <a:moveTo>
                    <a:pt x="0" y="6605815"/>
                  </a:moveTo>
                  <a:lnTo>
                    <a:pt x="1270" y="6608018"/>
                  </a:lnTo>
                  <a:lnTo>
                    <a:pt x="0" y="6608018"/>
                  </a:lnTo>
                  <a:lnTo>
                    <a:pt x="0" y="6605815"/>
                  </a:lnTo>
                  <a:close/>
                </a:path>
                <a:path w="6791959" h="7073265">
                  <a:moveTo>
                    <a:pt x="74823" y="6734836"/>
                  </a:moveTo>
                  <a:lnTo>
                    <a:pt x="76588" y="6737887"/>
                  </a:lnTo>
                  <a:lnTo>
                    <a:pt x="73532" y="6739652"/>
                  </a:lnTo>
                  <a:lnTo>
                    <a:pt x="71772" y="6736596"/>
                  </a:lnTo>
                  <a:lnTo>
                    <a:pt x="74823" y="6734836"/>
                  </a:lnTo>
                  <a:close/>
                </a:path>
                <a:path w="6791959" h="7073265">
                  <a:moveTo>
                    <a:pt x="149738" y="6864593"/>
                  </a:moveTo>
                  <a:lnTo>
                    <a:pt x="151503" y="6867649"/>
                  </a:lnTo>
                  <a:lnTo>
                    <a:pt x="148452" y="6869414"/>
                  </a:lnTo>
                  <a:lnTo>
                    <a:pt x="146687" y="6866352"/>
                  </a:lnTo>
                  <a:lnTo>
                    <a:pt x="149738" y="6864593"/>
                  </a:lnTo>
                  <a:close/>
                </a:path>
                <a:path w="6791959" h="7073265">
                  <a:moveTo>
                    <a:pt x="224445" y="6995155"/>
                  </a:moveTo>
                  <a:lnTo>
                    <a:pt x="225618" y="6997192"/>
                  </a:lnTo>
                  <a:lnTo>
                    <a:pt x="223580" y="6998365"/>
                  </a:lnTo>
                  <a:lnTo>
                    <a:pt x="222407" y="6996333"/>
                  </a:lnTo>
                  <a:lnTo>
                    <a:pt x="224445" y="6995155"/>
                  </a:lnTo>
                  <a:close/>
                </a:path>
                <a:path w="6791959" h="7073265">
                  <a:moveTo>
                    <a:pt x="19661" y="6940710"/>
                  </a:moveTo>
                  <a:lnTo>
                    <a:pt x="20544" y="6942244"/>
                  </a:lnTo>
                  <a:lnTo>
                    <a:pt x="19016" y="6943127"/>
                  </a:lnTo>
                  <a:lnTo>
                    <a:pt x="18133" y="6941593"/>
                  </a:lnTo>
                  <a:lnTo>
                    <a:pt x="19661" y="6940710"/>
                  </a:lnTo>
                  <a:close/>
                </a:path>
                <a:path w="6791959" h="7073265">
                  <a:moveTo>
                    <a:pt x="94576" y="7070473"/>
                  </a:moveTo>
                  <a:lnTo>
                    <a:pt x="95459" y="7072001"/>
                  </a:lnTo>
                  <a:lnTo>
                    <a:pt x="93931" y="7072883"/>
                  </a:lnTo>
                  <a:lnTo>
                    <a:pt x="93048" y="7071355"/>
                  </a:lnTo>
                  <a:lnTo>
                    <a:pt x="94576" y="7070473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8961" rIns="0" bIns="0" rtlCol="0">
            <a:spAutoFit/>
          </a:bodyPr>
          <a:lstStyle/>
          <a:p>
            <a:pPr marL="969010">
              <a:lnSpc>
                <a:spcPct val="100000"/>
              </a:lnSpc>
              <a:spcBef>
                <a:spcPts val="115"/>
              </a:spcBef>
            </a:pP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PROBLEM</a:t>
            </a:r>
            <a:r>
              <a:rPr sz="5450" b="1" spc="-3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80" dirty="0">
                <a:solidFill>
                  <a:srgbClr val="4574A6"/>
                </a:solidFill>
                <a:latin typeface="Tahoma"/>
                <a:cs typeface="Tahoma"/>
              </a:rPr>
              <a:t>STATEMENT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54279" y="0"/>
            <a:ext cx="10833735" cy="10287000"/>
            <a:chOff x="7454279" y="0"/>
            <a:chExt cx="10833735" cy="10287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4279" y="364297"/>
              <a:ext cx="10833720" cy="99227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14235" y="0"/>
              <a:ext cx="9773763" cy="10286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56890" y="922765"/>
              <a:ext cx="2465747" cy="5312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40435" y="851965"/>
              <a:ext cx="2701234" cy="560422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89778" y="3724877"/>
              <a:ext cx="2465746" cy="5312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3322" y="3654077"/>
              <a:ext cx="2701234" cy="560422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485705" y="3188992"/>
              <a:ext cx="6802755" cy="7098030"/>
            </a:xfrm>
            <a:custGeom>
              <a:avLst/>
              <a:gdLst/>
              <a:ahLst/>
              <a:cxnLst/>
              <a:rect l="l" t="t" r="r" b="b"/>
              <a:pathLst>
                <a:path w="6802755" h="70980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2755" h="70980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2755" h="70980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2755" h="70980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2755" h="70980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02755" h="70980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2755" h="70980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2755" h="70980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2755" h="70980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2755" h="70980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2755" h="70980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2755" h="70980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2755" h="70980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2755" h="70980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2755" h="70980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2755" h="70980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02755" h="70980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2755" h="70980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2755" h="70980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2755" h="70980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2755" h="70980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2755" h="70980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2755" h="70980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2755" h="70980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2755" h="70980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2755" h="70980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2755" h="70980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2755" h="70980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2755" h="70980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2755" h="70980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2755" h="70980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2755" h="70980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2755" h="70980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2755" h="70980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2755" h="70980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2755" h="70980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2755" h="70980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2755" h="70980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2755" h="70980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2755" h="70980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2755" h="70980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2755" h="70980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2755" h="70980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2755" h="70980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2755" h="70980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2755" h="70980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2755" h="70980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2755" h="70980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2755" h="70980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2755" h="70980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2755" h="70980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2755" h="70980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2755" h="70980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2755" h="70980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2755" h="70980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2755" h="70980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2755" h="70980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2755" h="70980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2755" h="70980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2755" h="70980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2755" h="70980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2755" h="70980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2755" h="70980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2755" h="70980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2755" h="70980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2755" h="70980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2755" h="70980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2755" h="70980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2755" h="70980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2755" h="70980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2755" h="70980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2755" h="70980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2755" h="70980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2755" h="70980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02755" h="70980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2755" h="70980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2755" h="70980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2755" h="70980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2755" h="70980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2755" h="70980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2755" h="70980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2755" h="70980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2755" h="70980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2755" h="70980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2755" h="70980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2755" h="70980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2755" h="70980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2755" h="70980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2755" h="70980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2755" h="70980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2755" h="70980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2755" h="70980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2755" h="70980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2755" h="70980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2755" h="70980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2755" h="70980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2755" h="70980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2755" h="70980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2755" h="70980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2755" h="70980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2755" h="70980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2755" h="70980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2755" h="70980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2755" h="70980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2755" h="70980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2755" h="70980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2755" h="70980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02755" h="70980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2755" h="70980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2755" h="70980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2755" h="70980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2755" h="70980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2755" h="70980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2755" h="70980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2755" h="70980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2755" h="70980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2755" h="70980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2755" h="70980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2755" h="70980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2755" h="70980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2755" h="70980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2755" h="70980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2755" h="70980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2755" h="70980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2755" h="70980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2755" h="70980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2755" h="70980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2755" h="70980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2755" h="70980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2755" h="70980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2755" h="70980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2755" h="70980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2755" h="70980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2755" h="70980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2755" h="70980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2755" h="70980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2755" h="70980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2755" h="70980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2755" h="70980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2755" h="70980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2755" h="70980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2755" h="70980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2755" h="70980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2755" h="70980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2755" h="70980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2755" h="70980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2755" h="70980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2755" h="70980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2755" h="70980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2755" h="70980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2755" h="70980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2755" h="70980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2755" h="70980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2755" h="70980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2755" h="70980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2755" h="70980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2755" h="70980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2755" h="70980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2755" h="70980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2755" h="70980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2755" h="70980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2755" h="70980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2755" h="70980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2755" h="70980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2755" h="70980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2755" h="70980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2755" h="7098030">
                  <a:moveTo>
                    <a:pt x="2501315" y="7098006"/>
                  </a:moveTo>
                  <a:lnTo>
                    <a:pt x="2478924" y="7098006"/>
                  </a:lnTo>
                  <a:lnTo>
                    <a:pt x="2478456" y="7097195"/>
                  </a:lnTo>
                  <a:lnTo>
                    <a:pt x="2495248" y="7087499"/>
                  </a:lnTo>
                  <a:lnTo>
                    <a:pt x="2501315" y="7098006"/>
                  </a:lnTo>
                  <a:close/>
                </a:path>
                <a:path w="6802755" h="70980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2755" h="70980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2755" h="70980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2755" h="70980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2755" h="70980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2755" h="70980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2755" h="70980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2755" h="70980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2755" h="70980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2755" h="70980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2755" h="70980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2755" h="70980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2755" h="70980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2755" h="70980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2755" h="70980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2755" h="70980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2755" h="70980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2755" h="70980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2755" h="70980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2755" h="70980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2755" h="70980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2755" h="70980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2755" h="70980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2755" h="70980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2755" h="70980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2755" h="70980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2755" h="70980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2755" h="70980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2755" h="70980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2755" h="70980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2755" h="70980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2755" h="70980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2755" h="70980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2755" h="70980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2755" h="70980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2755" h="70980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2755" h="70980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2755" h="70980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2755" h="70980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2755" h="70980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2755" h="70980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2755" h="70980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2755" h="70980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2755" h="70980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2755" h="70980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2755" h="70980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2755" h="7098030">
                  <a:moveTo>
                    <a:pt x="2823725" y="7098006"/>
                  </a:moveTo>
                  <a:lnTo>
                    <a:pt x="2820207" y="7098006"/>
                  </a:ln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3725" y="7098006"/>
                  </a:lnTo>
                  <a:close/>
                </a:path>
                <a:path w="6802755" h="70980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2755" h="70980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2755" h="70980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2755" h="70980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2755" h="70980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2755" h="70980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2755" h="70980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2755" h="70980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2755" h="70980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2755" h="70980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2755" h="70980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2755" h="70980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2755" h="70980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2755" h="70980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2755" h="70980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2755" h="70980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2755" h="70980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2755" h="70980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2755" h="70980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2755" h="70980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2755" h="70980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2755" h="70980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2755" h="70980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2755" h="70980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2755" h="70980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2755" h="70980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2755" h="70980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2755" h="70980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2755" h="70980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2755" h="70980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2755" h="70980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2755" h="70980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2755" h="70980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2755" h="70980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2755" h="70980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2755" h="70980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2755" h="70980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2755" h="70980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2755" h="70980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2755" h="70980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2755" h="70980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2755" h="70980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2755" h="70980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2755" h="70980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2755" h="70980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2755" h="70980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2755" h="70980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2755" h="70980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2755" h="70980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2755" h="70980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2755" h="70980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02755" h="70980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2755" h="70980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2755" h="70980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2755" h="70980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2755" h="70980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2755" h="70980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2755" h="70980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2755" h="70980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2755" h="70980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2755" h="70980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2755" h="70980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2755" h="70980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2755" h="70980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2755" h="70980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2755" h="70980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2755" h="70980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2755" h="70980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2755" h="70980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2755" h="70980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2755" h="70980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2755" h="70980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2755" h="70980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2755" h="70980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2755" h="70980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2755" h="70980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2755" h="70980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2755" h="70980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2755" h="70980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2755" h="70980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2755" h="70980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2755" h="70980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2755" h="70980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2755" h="70980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2755" h="70980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2755" h="70980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2755" h="70980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2755" h="70980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2755" h="70980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2755" h="70980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2755" h="70980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2755" h="70980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2755" h="70980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2755" h="70980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2755" h="70980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2755" h="70980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2755" h="70980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2755" h="70980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2755" h="70980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2755" h="70980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2755" h="70980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2755" h="70980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2755" h="70980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2755" h="70980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2755" h="70980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2755" h="70980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02755" h="70980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2755" h="70980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2755" h="70980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2755" h="70980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2755" h="70980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2755" h="70980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2755" h="70980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2755" h="70980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2755" h="70980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2755" h="70980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2755" h="70980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2755" h="70980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2755" h="70980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2755" h="70980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2755" h="70980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2755" h="70980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2755" h="70980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2755" h="70980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2755" h="70980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2755" h="70980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2755" h="70980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2755" h="70980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2755" h="70980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2755" h="70980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2755" h="70980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2755" h="70980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2755" h="70980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2755" h="70980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2755" h="7098030">
                  <a:moveTo>
                    <a:pt x="3721221" y="7098006"/>
                  </a:moveTo>
                  <a:lnTo>
                    <a:pt x="3681193" y="7098006"/>
                  </a:lnTo>
                  <a:lnTo>
                    <a:pt x="3676007" y="7089021"/>
                  </a:lnTo>
                  <a:lnTo>
                    <a:pt x="3706031" y="7071690"/>
                  </a:lnTo>
                  <a:lnTo>
                    <a:pt x="3721221" y="7098006"/>
                  </a:lnTo>
                  <a:close/>
                </a:path>
                <a:path w="6802755" h="70980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2755" h="70980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2755" h="70980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2755" h="70980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2755" h="70980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2755" h="70980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2755" h="70980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2755" h="70980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2755" h="70980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2755" h="70980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2755" h="70980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2755" h="70980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2755" h="70980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2755" h="70980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2755" h="70980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2755" h="70980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2755" h="70980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2755" h="70980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2755" h="70980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2755" h="70980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2755" h="70980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2755" h="70980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2755" h="70980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2755" h="70980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2755" h="70980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2755" h="70980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2755" h="70980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2755" h="70980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2755" h="70980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2755" h="70980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2755" h="70980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2755" h="70980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2755" h="70980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2755" h="70980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2755" h="70980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2755" h="70980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2755" h="70980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2755" h="70980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2755" h="70980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2755" h="70980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2755" h="70980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2755" h="70980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2755" h="70980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2755" h="70980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2755" h="70980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2755" h="70980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2755" h="70980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2755" h="70980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2755" h="70980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2755" h="70980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2755" h="70980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2755" h="70980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2755" h="70980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2755" h="70980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2755" h="70980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2755" h="70980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2755" h="70980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2755" h="70980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2755" h="70980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2755" h="70980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2755" h="70980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2755" h="7098030">
                  <a:moveTo>
                    <a:pt x="4042379" y="7098006"/>
                  </a:moveTo>
                  <a:lnTo>
                    <a:pt x="4019749" y="7098006"/>
                  </a:ln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42379" y="7098006"/>
                  </a:lnTo>
                  <a:close/>
                </a:path>
                <a:path w="6802755" h="70980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2755" h="70980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2755" h="70980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2755" h="70980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2755" h="70980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2755" h="70980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2755" h="70980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2755" h="70980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2755" h="70980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2755" h="70980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2755" h="70980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2755" h="70980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2755" h="70980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2755" h="70980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2755" h="70980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2755" h="70980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2755" h="70980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2755" h="70980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2755" h="70980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2755" h="70980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2755" h="70980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2755" h="70980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2755" h="70980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2755" h="70980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2755" h="70980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2755" h="70980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2755" h="70980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2755" h="70980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2755" h="70980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2755" h="70980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2755" h="70980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2755" h="70980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2755" h="70980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2755" h="70980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2755" h="70980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2755" h="70980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2755" h="70980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2755" h="70980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2755" h="70980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2755" h="70980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2755" h="70980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2755" h="70980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2755" h="70980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2755" h="70980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2755" h="70980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2755" h="70980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2755" h="70980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2755" h="70980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2755" h="70980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2755" h="70980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2755" h="70980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2755" h="70980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2755" h="70980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2755" h="70980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2755" h="70980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2755" h="70980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2755" h="70980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2755" h="70980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2755" h="70980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2755" h="70980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2755" h="70980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2755" h="70980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2755" h="70980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2755" h="70980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2755" h="70980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2755" h="70980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02755" h="70980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2755" h="70980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2755" h="70980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2755" h="70980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2755" h="70980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2755" h="70980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2755" h="70980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2755" h="70980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2755" h="70980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2755" h="70980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2755" h="70980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2755" h="70980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2755" h="70980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2755" h="70980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2755" h="70980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2755" h="70980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2755" h="70980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2755" h="70980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2755" h="70980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2755" h="70980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2755" h="70980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2755" h="70980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2755" h="70980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2755" h="70980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2755" h="70980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2755" h="70980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2755" h="70980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2755" h="70980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2755" h="70980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2755" h="70980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2755" h="70980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2755" h="70980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2755" h="70980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2755" h="70980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2755" h="7098030">
                  <a:moveTo>
                    <a:pt x="4589003" y="7098006"/>
                  </a:moveTo>
                  <a:lnTo>
                    <a:pt x="4554762" y="7098006"/>
                  </a:lnTo>
                  <a:lnTo>
                    <a:pt x="4580442" y="7083176"/>
                  </a:lnTo>
                  <a:lnTo>
                    <a:pt x="4589003" y="7098006"/>
                  </a:lnTo>
                  <a:close/>
                </a:path>
                <a:path w="6802755" h="70980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2755" h="70980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2755" h="70980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2755" h="70980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2755" h="70980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2755" h="70980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2755" h="70980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2755" h="70980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2755" h="70980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2755" h="70980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2755" h="70980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2755" h="70980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2755" h="70980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2755" h="70980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2755" h="70980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2755" h="70980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2755" h="70980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2755" h="70980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2755" h="70980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2755" h="70980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2755" h="70980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2755" h="70980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2755" h="70980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2755" h="70980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2755" h="70980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2755" h="70980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2755" h="70980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2755" h="70980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2755" h="70980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2755" h="70980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2755" h="70980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2755" h="70980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2755" h="70980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2755" h="70980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2755" h="70980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2755" h="70980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02755" h="70980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2755" h="70980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2755" h="70980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2755" h="70980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2755" h="70980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2755" h="70980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2755" h="70980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2755" h="70980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2755" h="70980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2755" h="70980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2755" h="70980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2755" h="70980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2755" h="70980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2755" h="70980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2755" h="70980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2755" h="70980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2755" h="70980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2755" h="70980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2755" h="70980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2755" h="70980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2755" h="70980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2755" h="70980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2755" h="70980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2755" h="70980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2755" h="70980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2755" h="70980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2755" h="70980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2755" h="70980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2755" h="70980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2755" h="70980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2755" h="70980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2755" h="70980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2755" h="70980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2755" h="70980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2755" h="70980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2755" h="7098030">
                  <a:moveTo>
                    <a:pt x="4944193" y="7098006"/>
                  </a:moveTo>
                  <a:lnTo>
                    <a:pt x="4880408" y="7098006"/>
                  </a:lnTo>
                  <a:lnTo>
                    <a:pt x="4869944" y="7079881"/>
                  </a:lnTo>
                  <a:lnTo>
                    <a:pt x="4917784" y="7052262"/>
                  </a:lnTo>
                  <a:lnTo>
                    <a:pt x="4944193" y="7098006"/>
                  </a:lnTo>
                  <a:close/>
                </a:path>
                <a:path w="6802755" h="70980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2755" h="70980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2755" h="70980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2755" h="70980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2755" h="70980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2755" h="70980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2755" h="70980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2755" h="70980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2755" h="70980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2755" h="70980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2755" h="70980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2755" h="70980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2755" h="70980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2755" h="70980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2755" h="70980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2755" h="70980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2755" h="70980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2755" h="70980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2755" h="70980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2755" h="70980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2755" h="70980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2755" h="70980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2755" h="70980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2755" h="70980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2755" h="70980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2755" h="70980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2755" h="70980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2755" h="70980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2755" h="70980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2755" h="70980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2755" h="70980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2755" h="70980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2755" h="70980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2755" h="70980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2755" h="70980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2755" h="70980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2755" h="70980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2755" h="70980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02755" h="70980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2755" h="70980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2755" h="70980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2755" h="70980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2755" h="70980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2755" h="70980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2755" h="70980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2755" h="70980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2755" h="70980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2755" h="70980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2755" h="70980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2755" h="70980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2755" h="70980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2755" h="70980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2755" h="70980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2755" h="70980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2755" h="70980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2755" h="70980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2755" h="70980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2755" h="70980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2755" h="70980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2755" h="70980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2755" h="70980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2755" h="70980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2755" h="70980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2755" h="70980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2755" h="70980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2755" h="70980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2755" h="70980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2755" h="70980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2755" h="70980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2755" h="70980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2755" h="70980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2755" h="70980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2755" h="70980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2755" h="70980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2755" h="70980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2755" h="7098030">
                  <a:moveTo>
                    <a:pt x="5263966" y="7098006"/>
                  </a:moveTo>
                  <a:lnTo>
                    <a:pt x="5217616" y="709800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63966" y="7098006"/>
                  </a:lnTo>
                  <a:close/>
                </a:path>
                <a:path w="6802755" h="70980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2755" h="70980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2755" h="70980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2755" h="70980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2755" h="70980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2755" h="70980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2755" h="70980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2755" h="70980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2755" h="70980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2755" h="70980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2755" h="70980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2755" h="70980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2755" h="70980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2755" h="70980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2755" h="70980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2755" h="70980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2755" h="70980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2755" h="70980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2755" h="70980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2755" h="70980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2755" h="70980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2755" h="70980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2755" h="70980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2755" h="70980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2755" h="70980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2755" h="70980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2755" h="70980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2755" h="70980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2755" h="70980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2755" h="70980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2755" h="70980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2755" h="70980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2755" h="70980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2755" h="70980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2755" h="70980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2755" h="70980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2755" h="70980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2755" h="70980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2755" h="70980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2755" h="70980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2755" h="70980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2755" h="70980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2755" h="70980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2755" h="70980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2755" h="70980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2755" h="70980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2755" h="70980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2755" h="70980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2755" h="70980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2755" h="70980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2755" h="70980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2755" h="70980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2755" h="70980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2755" h="70980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2755" h="70980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2755" h="70980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2755" h="70980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2755" h="70980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2755" h="70980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2755" h="70980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2755" h="70980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2755" h="70980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2755" h="70980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2755" h="70980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2755" h="70980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2755" h="70980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2755" h="70980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2755" h="70980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2755" h="70980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2755" h="70980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2755" h="70980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2755" h="70980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2755" h="70980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2755" h="70980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2755" h="70980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2755" h="70980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2755" h="70980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2755" h="7098030">
                  <a:moveTo>
                    <a:pt x="5578317" y="7098006"/>
                  </a:moveTo>
                  <a:lnTo>
                    <a:pt x="5555165" y="709800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78317" y="7098006"/>
                  </a:lnTo>
                  <a:close/>
                </a:path>
                <a:path w="6802755" h="70980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2755" h="70980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2755" h="70980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2755" h="70980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2755" h="70980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2755" h="70980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2755" h="70980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2755" h="70980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2755" h="70980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2755" h="70980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2755" h="70980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2755" h="70980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2755" h="70980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2755" h="70980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2755" h="70980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2755" h="70980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2755" h="70980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2755" h="70980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2755" h="70980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2755" h="70980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2755" h="70980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2755" h="70980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2755" h="70980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2755" h="70980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2755" h="70980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2755" h="70980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2755" h="70980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2755" h="70980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2755" h="70980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2755" h="70980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2755" h="70980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2755" h="70980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2755" h="70980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2755" h="70980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2755" h="70980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2755" h="70980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2755" h="70980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2755" h="70980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2755" h="70980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2755" h="70980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2755" h="7098030">
                  <a:moveTo>
                    <a:pt x="5810947" y="7098006"/>
                  </a:moveTo>
                  <a:lnTo>
                    <a:pt x="5743776" y="7098006"/>
                  </a:lnTo>
                  <a:lnTo>
                    <a:pt x="5741486" y="7094041"/>
                  </a:lnTo>
                  <a:lnTo>
                    <a:pt x="5791867" y="7064952"/>
                  </a:lnTo>
                  <a:lnTo>
                    <a:pt x="5810947" y="7098006"/>
                  </a:lnTo>
                  <a:close/>
                </a:path>
                <a:path w="6802755" h="70980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2755" h="70980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2755" h="70980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2755" h="70980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2755" h="70980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2755" h="70980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2755" h="70980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2755" h="70980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2755" h="70980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2755" h="70980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2755" h="70980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2755" h="70980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2755" h="70980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2755" h="70980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2755" h="70980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2755" h="70980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2755" h="70980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2755" h="70980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2755" h="70980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2755" h="70980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2755" h="70980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2755" h="70980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2755" h="70980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2755" h="70980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2755" h="70980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2755" h="70980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2755" h="70980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2755" h="70980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2755" h="70980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2755" h="70980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2755" h="70980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2755" h="70980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2755" h="70980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2755" h="70980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2755" h="70980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2755" h="70980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2755" h="70980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2755" h="70980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2755" h="70980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2755" h="70980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2755" h="70980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2755" h="70980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2755" h="70980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2755" h="70980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2755" h="70980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2755" h="70980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2755" h="70980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2755" h="70980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2755" h="70980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2755" h="70980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2755" h="70980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2755" h="70980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2755" h="70980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2755" h="70980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2755" h="70980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2755" h="70980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2755" h="70980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2755" h="70980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2755" h="70980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2755" h="70980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2755" h="70980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2755" h="70980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2755" h="70980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2755" h="70980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2755" h="70980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2755" h="70980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2755" h="7098030">
                  <a:moveTo>
                    <a:pt x="6802291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2291" y="1668865"/>
                  </a:lnTo>
                  <a:close/>
                </a:path>
                <a:path w="6802755" h="70980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2755" h="70980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2755" h="70980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2755" h="70980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2755" h="70980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2755" h="70980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2755" h="70980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2755" h="70980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2755" h="70980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2755" h="70980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2755" h="70980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2755" h="70980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2755" h="70980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2755" h="70980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2755" h="70980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2755" h="70980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2755" h="70980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2755" h="70980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2755" h="70980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2755" h="70980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2755" h="70980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2755" h="70980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2755" h="70980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2755" h="70980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2755" h="70980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2755" h="70980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2755" h="70980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2755" h="70980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2755" h="70980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2755" h="70980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2755" h="70980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2755" h="70980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2755" h="70980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2755" h="70980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2755" h="70980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2755" h="70980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2755" h="70980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2755" h="70980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2755" h="70980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2755" h="70980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2755" h="70980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2755" h="70980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2755" h="70980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2755" h="70980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2755" h="70980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2755" h="70980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2755" h="70980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2755" h="70980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2755" h="70980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2755" h="70980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2755" h="70980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2755" h="70980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2755" h="70980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2755" h="70980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2755" h="70980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2755" h="70980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2755" h="70980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2755" h="70980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2755" h="70980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2755" h="70980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2755" h="70980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2755" h="70980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2755" h="70980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2755" h="70980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2755" h="70980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2755" h="70980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2755" h="70980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2755" h="70980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2755" h="70980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2755" h="70980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2755" h="70980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2755" h="70980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2755" h="70980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2755" h="70980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2755" h="70980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2755" h="70980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2755" h="70980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2755" h="70980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2755" h="70980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2755" h="70980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2755" h="70980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2755" h="70980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2755" h="70980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2755" h="70980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2755" h="70980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2755" h="70980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2755" h="70980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2755" h="70980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2755" h="70980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2755" h="70980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2755" h="70980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2755" h="70980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2755" h="70980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2755" h="70980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2755" h="70980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2755" h="70980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2755" h="70980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2755" h="70980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2755" h="70980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2755" h="70980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2755" h="70980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2755" h="70980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2755" h="70980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2755" h="70980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2755" h="70980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2755" h="70980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2755" h="70980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2755" h="70980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2755" h="70980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2755" h="70980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2755" h="70980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2755" h="70980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2755" h="70980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2755" h="70980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2755" h="70980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2755" h="70980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2755" h="70980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2755" h="70980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2755" h="70980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2755" h="70980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2755" h="70980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2755" h="70980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2755" h="70980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2755" h="70980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2755" h="70980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2755" h="70980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2755" h="70980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2755" h="70980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2755" h="70980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2755" h="70980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2755" h="70980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2755" h="70980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2755" h="70980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2755" h="70980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2755" h="70980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2755" h="70980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2755" h="70980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2755" h="70980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2755" h="70980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2755" h="70980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2755" h="70980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2755" h="70980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2755" h="70980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2755" h="70980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2755" h="70980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2755" h="70980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2755" h="70980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2755" h="70980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2755" h="70980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2755" h="70980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2755" h="70980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2755" h="70980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2755" h="70980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2755" h="70980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2755" h="70980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2755" h="70980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2755" h="70980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2755" h="70980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2755" h="70980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2755" h="7098030">
                  <a:moveTo>
                    <a:pt x="6802291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2291" y="2862665"/>
                  </a:lnTo>
                  <a:lnTo>
                    <a:pt x="6802291" y="2888065"/>
                  </a:lnTo>
                  <a:close/>
                </a:path>
                <a:path w="6802755" h="70980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2755" h="70980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2755" h="70980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2755" h="70980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2755" h="70980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2755" h="70980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2755" h="70980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2755" h="70980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2755" h="70980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2755" h="70980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2755" h="70980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2755" h="70980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2755" h="70980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2755" h="70980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2755" h="70980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2755" h="70980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2755" h="70980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2755" h="70980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2755" h="70980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2755" h="70980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2755" h="70980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2755" h="70980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2755" h="70980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2755" h="70980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2755" h="70980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2755" h="70980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2755" h="70980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2755" h="70980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2755" h="70980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2755" h="70980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2755" h="70980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2755" h="70980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2755" h="70980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2755" h="70980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2755" h="70980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2755" h="70980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2755" h="70980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2755" h="70980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2755" h="70980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2755" h="70980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2755" h="70980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2755" h="70980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2755" h="70980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2755" h="70980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2755" h="70980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2755" h="70980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2755" h="70980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2755" h="70980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2755" h="70980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2755" h="70980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2755" h="70980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2755" h="70980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2755" h="70980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2755" h="70980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2755" h="70980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2755" h="70980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2755" h="70980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2755" h="70980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2755" h="70980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2755" h="70980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2755" h="70980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2755" h="70980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2755" h="70980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2755" h="70980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2755" h="70980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2755" h="70980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2755" h="70980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2755" h="70980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2755" h="70980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2755" h="70980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2755" h="70980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2755" h="70980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2755" h="70980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2755" h="70980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2755" h="70980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2755" h="70980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2755" h="70980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2755" h="70980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2755" h="70980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2755" h="70980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2755" h="70980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2755" h="70980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2755" h="70980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2755" h="70980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2755" h="70980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2755" h="70980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2755" h="70980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2755" h="70980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2755" h="70980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2755" h="70980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2755" h="70980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2755" h="70980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2755" h="70980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2755" h="70980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2755" h="70980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2755" h="70980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2755" h="70980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2755" h="70980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2755" h="70980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2755" h="70980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2755" h="70980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2755" h="70980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2755" h="70980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2755" h="70980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2755" h="70980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2755" h="70980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2755" h="70980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2755" h="70980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2755" h="70980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2755" h="70980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2755" h="70980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2755" h="70980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2755" h="70980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2755" h="70980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2755" h="7098030">
                  <a:moveTo>
                    <a:pt x="6802291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2291" y="3738965"/>
                  </a:lnTo>
                  <a:lnTo>
                    <a:pt x="6802291" y="3764365"/>
                  </a:lnTo>
                  <a:close/>
                </a:path>
                <a:path w="6802755" h="70980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2755" h="70980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2755" h="70980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2755" h="70980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2755" h="70980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2755" h="70980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2755" h="70980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2755" h="70980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2755" h="70980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2755" h="70980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2755" h="70980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2755" h="70980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2755" h="70980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2755" h="70980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2755" h="70980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2755" h="70980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2755" h="70980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2755" h="70980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2755" h="70980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2755" h="70980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2755" h="70980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2755" h="70980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2755" h="70980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2755" h="70980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2755" h="70980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2755" h="70980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2755" h="70980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2755" h="70980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2755" h="70980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2755" h="70980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2755" h="70980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2755" h="70980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2755" h="70980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2755" h="70980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2755" h="70980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2755" h="70980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2755" h="70980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2755" h="70980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2755" h="70980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2755" h="70980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2755" h="70980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2755" h="70980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2755" h="70980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2755" h="7098030">
                  <a:moveTo>
                    <a:pt x="6802291" y="4094565"/>
                  </a:moveTo>
                  <a:lnTo>
                    <a:pt x="6790458" y="4081865"/>
                  </a:lnTo>
                  <a:lnTo>
                    <a:pt x="6802291" y="4069165"/>
                  </a:lnTo>
                  <a:lnTo>
                    <a:pt x="6802291" y="4094565"/>
                  </a:lnTo>
                  <a:close/>
                </a:path>
                <a:path w="6802755" h="70980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2755" h="70980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2755" h="70980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2755" h="70980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2755" h="70980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2755" h="70980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2755" h="70980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2755" h="70980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2755" h="70980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2755" h="70980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2755" h="70980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2755" h="70980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2755" h="70980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2755" h="70980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2755" h="70980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2755" h="70980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2755" h="70980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2755" h="70980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2755" h="70980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2755" h="70980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2755" h="70980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2755" h="70980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2755" h="70980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2755" h="70980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2755" h="70980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2755" h="70980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2755" h="70980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2755" h="70980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2755" h="70980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2755" h="70980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2755" h="70980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2755" h="70980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2755" h="70980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2755" h="70980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2755" h="70980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2755" h="70980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2755" h="70980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2755" h="70980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2755" h="70980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2755" h="70980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2755" h="70980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2755" h="70980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2755" h="70980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2755" h="70980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2755" h="70980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2755" h="70980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2755" h="70980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2755" h="70980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2755" h="70980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2755" h="70980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2755" h="70980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2755" h="70980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2755" h="70980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2755" h="70980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2755" h="70980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2755" h="70980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2755" h="70980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2755" h="70980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2755" h="70980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2291" y="4615265"/>
                  </a:lnTo>
                  <a:lnTo>
                    <a:pt x="6802291" y="4640665"/>
                  </a:lnTo>
                  <a:lnTo>
                    <a:pt x="6764613" y="4653365"/>
                  </a:lnTo>
                  <a:close/>
                </a:path>
                <a:path w="6802755" h="70980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2755" h="70980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2755" h="70980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2755" h="70980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2755" h="70980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2755" h="70980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2755" h="70980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2755" h="70980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2755" h="70980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2755" h="70980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2755" h="70980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2755" h="70980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2755" h="70980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2755" h="70980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2755" h="70980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2755" h="70980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2755" h="70980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2755" h="70980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2755" h="70980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2755" h="70980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2755" h="70980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2755" h="70980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2755" h="70980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2755" h="70980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2755" h="70980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2755" h="70980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2755" h="70980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2755" h="70980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2755" h="70980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2755" h="70980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2755" h="70980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2755" h="70980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2755" h="70980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2755" h="70980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2755" h="70980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02291" y="4932765"/>
                  </a:lnTo>
                  <a:lnTo>
                    <a:pt x="6802291" y="4970865"/>
                  </a:lnTo>
                  <a:lnTo>
                    <a:pt x="6785873" y="4983565"/>
                  </a:lnTo>
                  <a:close/>
                </a:path>
                <a:path w="6802755" h="70980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2755" h="70980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2755" h="70980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2755" h="70980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2755" h="70980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2755" h="70980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2755" h="70980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2755" h="70980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2755" h="70980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2755" h="70980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2755" h="70980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2755" h="70980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2755" h="70980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2755" h="70980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2755" h="70980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2755" h="70980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2755" h="70980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2755" h="70980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2755" h="70980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2755" h="70980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2755" h="70980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2755" h="70980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2755" h="70980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2755" h="70980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2755" h="70980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2755" h="70980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2755" h="70980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2755" h="70980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2755" h="70980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2755" h="70980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2755" h="70980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2755" h="70980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2755" h="7098030">
                  <a:moveTo>
                    <a:pt x="6802291" y="5301065"/>
                  </a:moveTo>
                  <a:lnTo>
                    <a:pt x="6790625" y="5288365"/>
                  </a:lnTo>
                  <a:lnTo>
                    <a:pt x="6802291" y="5275665"/>
                  </a:lnTo>
                  <a:lnTo>
                    <a:pt x="6802291" y="5301065"/>
                  </a:lnTo>
                  <a:close/>
                </a:path>
                <a:path w="6802755" h="70980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2755" h="70980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2755" h="70980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2755" h="70980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2755" h="70980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2755" h="70980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2755" h="70980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2755" h="70980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2755" h="70980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2755" h="70980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2755" h="70980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2755" h="70980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2755" h="70980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2755" h="70980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2291" y="5504265"/>
                  </a:lnTo>
                  <a:lnTo>
                    <a:pt x="6802291" y="5516965"/>
                  </a:lnTo>
                  <a:lnTo>
                    <a:pt x="6745941" y="5542365"/>
                  </a:lnTo>
                  <a:close/>
                </a:path>
                <a:path w="6802755" h="70980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2755" h="70980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2755" h="70980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2755" h="70980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2755" h="70980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2755" h="70980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2755" h="70980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2755" h="70980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2755" h="70980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2755" h="70980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2755" h="70980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2755" h="70980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2755" h="70980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2755" h="70980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2755" h="70980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2755" h="70980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2755" h="70980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2755" h="70980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2755" h="70980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2755" h="70980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2755" h="70980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2755" h="70980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2755" h="70980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2755" h="70980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2755" h="70980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2755" h="70980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2755" h="70980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2755" h="70980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2291" y="5809065"/>
                  </a:lnTo>
                  <a:lnTo>
                    <a:pt x="6802291" y="5859865"/>
                  </a:lnTo>
                  <a:lnTo>
                    <a:pt x="6767308" y="5872565"/>
                  </a:lnTo>
                  <a:close/>
                </a:path>
                <a:path w="6802755" h="70980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2755" h="70980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2755" h="70980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2755" h="70980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2755" h="70980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2755" h="70980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2755" h="70980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2755" h="70980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2755" h="70980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2755" h="70980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2755" h="70980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2755" h="70980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2755" h="70980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2755" h="70980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2755" h="70980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2755" h="70980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2755" h="70980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2755" h="70980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2755" h="70980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2755" h="70980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2755" h="70980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2755" h="70980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2755" h="70980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2755" h="70980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2291" y="6126565"/>
                  </a:lnTo>
                  <a:lnTo>
                    <a:pt x="6802291" y="6190065"/>
                  </a:lnTo>
                  <a:lnTo>
                    <a:pt x="6789427" y="6202765"/>
                  </a:lnTo>
                  <a:close/>
                </a:path>
                <a:path w="6802755" h="70980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2755" h="70980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2755" h="70980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2755" h="70980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2755" h="70980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2755" h="70980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2755" h="70980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2755" h="70980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2755" h="70980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2755" h="70980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2755" h="70980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2291" y="6380565"/>
                  </a:lnTo>
                  <a:lnTo>
                    <a:pt x="6802291" y="6393265"/>
                  </a:lnTo>
                  <a:lnTo>
                    <a:pt x="6727171" y="6431365"/>
                  </a:lnTo>
                  <a:close/>
                </a:path>
                <a:path w="6802755" h="70980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2755" h="70980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2755" h="70980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2755" h="70980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2755" h="70980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2755" h="70980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2755" h="70980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2755" h="70980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2755" h="70980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2755" h="70980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2755" h="7098030">
                  <a:moveTo>
                    <a:pt x="6802291" y="6507565"/>
                  </a:moveTo>
                  <a:lnTo>
                    <a:pt x="6791998" y="6494865"/>
                  </a:lnTo>
                  <a:lnTo>
                    <a:pt x="6802291" y="6482165"/>
                  </a:lnTo>
                  <a:lnTo>
                    <a:pt x="6802291" y="6507565"/>
                  </a:lnTo>
                  <a:close/>
                </a:path>
                <a:path w="6802755" h="70980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2755" h="70980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2755" h="70980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2755" h="70980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2755" h="70980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2755" h="70980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2755" h="70980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2755" h="70980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2755" h="70980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2755" h="70980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2291" y="6685365"/>
                  </a:lnTo>
                  <a:lnTo>
                    <a:pt x="6802291" y="6736165"/>
                  </a:lnTo>
                  <a:lnTo>
                    <a:pt x="6748318" y="6761565"/>
                  </a:lnTo>
                  <a:close/>
                </a:path>
                <a:path w="6802755" h="70980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2755" h="70980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2755" h="70980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2755" h="70980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2755" h="70980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2755" h="70980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2755" h="70980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2755" h="70980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2755" h="70980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2755" h="70980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2755" h="70980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2755" h="70980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02755" h="70980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02755" h="70980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02755" h="7098030">
                  <a:moveTo>
                    <a:pt x="6490236" y="7091765"/>
                  </a:moveTo>
                  <a:lnTo>
                    <a:pt x="6412755" y="70917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90236" y="7091765"/>
                  </a:lnTo>
                  <a:close/>
                </a:path>
                <a:path w="6802755" h="70980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02291" y="7002865"/>
                  </a:lnTo>
                  <a:lnTo>
                    <a:pt x="6802291" y="7066365"/>
                  </a:lnTo>
                  <a:lnTo>
                    <a:pt x="6771514" y="7091765"/>
                  </a:lnTo>
                  <a:close/>
                </a:path>
                <a:path w="6802755" h="7098030">
                  <a:moveTo>
                    <a:pt x="6168849" y="7091765"/>
                  </a:moveTo>
                  <a:lnTo>
                    <a:pt x="6077936" y="7091765"/>
                  </a:lnTo>
                  <a:lnTo>
                    <a:pt x="6061879" y="7066365"/>
                  </a:lnTo>
                  <a:lnTo>
                    <a:pt x="6130065" y="7028265"/>
                  </a:lnTo>
                  <a:lnTo>
                    <a:pt x="6168849" y="7091765"/>
                  </a:lnTo>
                  <a:close/>
                </a:path>
                <a:path w="6802755" h="7098030">
                  <a:moveTo>
                    <a:pt x="6676348" y="7091765"/>
                  </a:moveTo>
                  <a:lnTo>
                    <a:pt x="6633023" y="7091765"/>
                  </a:lnTo>
                  <a:lnTo>
                    <a:pt x="6665515" y="7079065"/>
                  </a:lnTo>
                  <a:lnTo>
                    <a:pt x="6676348" y="7091765"/>
                  </a:lnTo>
                  <a:close/>
                </a:path>
                <a:path w="6802755" h="70980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2755" h="70980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2755" h="70980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2755" h="70980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2755" h="70980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2755" h="70980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2755" h="70980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2755" h="70980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2755" h="70980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2755" h="70980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2755" h="70980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2755" h="70980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2755" h="70980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2755" h="70980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2755" h="70980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2755" h="70980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2755" h="70980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2755" h="70980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2755" h="70980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2755" h="70980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2755" h="70980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2755" h="70980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2755" h="70980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2755" h="70980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2755" h="70980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2755" h="70980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2755" h="70980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2755" h="70980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2755" h="70980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2755" h="70980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2755" h="70980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2755" h="70980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2755" h="70980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2755" h="70980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2755" h="70980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2755" h="70980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2755" h="70980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2755" h="70980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2755" h="70980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2755" h="70980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2755" h="70980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2755" h="70980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2755" h="70980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2755" h="70980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2755" h="70980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2755" h="70980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2755" h="70980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2755" h="70980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2755" h="70980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2755" h="70980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2755" h="70980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2755" h="70980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2755" h="70980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2755" h="70980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2755" h="70980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2755" h="70980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2755" h="70980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2755" h="70980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2755" h="70980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2755" h="70980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2755" h="70980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2755" h="70980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2755" h="70980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2755" h="70980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2755" h="70980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2755" h="70980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2755" h="70980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2755" h="70980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2755" h="70980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2755" h="70980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2755" h="70980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2755" h="70980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2755" h="70980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2755" h="70980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2755" h="70980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2755" h="70980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2755" h="70980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2755" h="70980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2755" h="70980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2755" h="70980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2755" h="70980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2755" h="70980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2755" h="70980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2755" h="70980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2755" h="70980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2755" h="70980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2755" h="70980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2755" h="70980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2755" h="70980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2755" h="70980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2755" h="70980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2755" h="70980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2755" h="70980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2755" h="70980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2755" h="70980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2755" h="70980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2755" h="70980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2755" h="70980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2755" h="70980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2755" h="70980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2755" h="70980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2755" h="70980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2755" h="70980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2755" h="70980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2755" h="70980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2755" h="70980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2755" h="70980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2755" h="70980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2755" h="70980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2755" h="70980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2755" h="70980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2755" h="70980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2755" h="70980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2755" h="70980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2755" h="70980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2755" h="70980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2755" h="70980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2755" h="70980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2755" h="70980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2755" h="70980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2755" h="70980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2755" h="70980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2755" h="70980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2755" h="70980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2755" h="70980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2755" h="70980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2755" h="70980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2755" h="70980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2755" h="70980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2755" h="70980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2755" h="70980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2755" h="70980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2755" h="70980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2755" h="70980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2755" h="70980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2755" h="70980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2755" h="70980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2755" h="70980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2755" h="70980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2755" h="70980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2755" h="70980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2755" h="70980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2755" h="70980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2755" h="70980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2755" h="70980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2755" h="70980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2755" h="70980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2755" h="70980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2755" h="70980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2755" h="70980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2755" h="70980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2755" h="70980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2755" h="70980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2755" h="70980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2755" h="70980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2755" h="70980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2755" h="70980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2755" h="70980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2755" h="70980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2755" h="70980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2755" h="70980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2755" h="70980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2755" h="70980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2755" h="70980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2755" h="70980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2755" h="70980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2755" h="70980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2755" h="70980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2755" h="70980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2755" h="70980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2755" h="70980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2755" h="70980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2755" h="70980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2755" h="70980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2755" h="70980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2755" h="70980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2755" h="70980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2755" h="70980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2755" h="70980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2755" h="70980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2755" h="70980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2755" h="70980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2755" h="70980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2755" h="70980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2755" h="70980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2755" h="70980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2755" h="70980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2755" h="70980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2755" h="70980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2755" h="70980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2755" h="70980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2755" h="70980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2755" h="70980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2755" h="70980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2755" h="70980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2755" h="70980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2755" h="70980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2755" h="70980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2755" h="70980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2755" h="70980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2755" h="70980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2755" h="70980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2755" h="70980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2755" h="70980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2755" h="70980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2755" h="70980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2755" h="70980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2755" h="70980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2755" h="70980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2755" h="70980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2755" h="70980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2755" h="70980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2755" h="70980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2755" h="70980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2755" h="70980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2755" h="70980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2755" h="70980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2755" h="70980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2755" h="70980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2755" h="70980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66824" y="4825352"/>
            <a:ext cx="95250" cy="2095500"/>
            <a:chOff x="1266824" y="4825352"/>
            <a:chExt cx="95250" cy="20955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24" y="4825352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24" y="5225402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24" y="6025502"/>
              <a:ext cx="95250" cy="95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24" y="6425552"/>
              <a:ext cx="95250" cy="952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24" y="6825602"/>
              <a:ext cx="95250" cy="952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503263" y="4603273"/>
            <a:ext cx="7846695" cy="282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Difficulty</a:t>
            </a:r>
            <a:r>
              <a:rPr sz="2250" b="1" spc="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4574A6"/>
                </a:solidFill>
                <a:latin typeface="Tahoma"/>
                <a:cs typeface="Tahoma"/>
              </a:rPr>
              <a:t>on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patient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visits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70" dirty="0">
                <a:solidFill>
                  <a:srgbClr val="4574A6"/>
                </a:solidFill>
                <a:latin typeface="Tahoma"/>
                <a:cs typeface="Tahoma"/>
              </a:rPr>
              <a:t>from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start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55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finish </a:t>
            </a:r>
            <a:r>
              <a:rPr sz="2250" b="1" spc="45" dirty="0">
                <a:solidFill>
                  <a:srgbClr val="4574A6"/>
                </a:solidFill>
                <a:latin typeface="Tahoma"/>
                <a:cs typeface="Tahoma"/>
              </a:rPr>
              <a:t>Hospitals</a:t>
            </a:r>
            <a:r>
              <a:rPr sz="22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65" dirty="0">
                <a:solidFill>
                  <a:srgbClr val="4574A6"/>
                </a:solidFill>
                <a:latin typeface="Tahoma"/>
                <a:cs typeface="Tahoma"/>
              </a:rPr>
              <a:t>use</a:t>
            </a:r>
            <a:r>
              <a:rPr sz="22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partial</a:t>
            </a:r>
            <a:r>
              <a:rPr sz="22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systems</a:t>
            </a:r>
            <a:r>
              <a:rPr sz="2250" b="1" spc="2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2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80" dirty="0">
                <a:solidFill>
                  <a:srgbClr val="4574A6"/>
                </a:solidFill>
                <a:latin typeface="Tahoma"/>
                <a:cs typeface="Tahoma"/>
              </a:rPr>
              <a:t>manual</a:t>
            </a:r>
            <a:r>
              <a:rPr sz="22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50" dirty="0">
                <a:solidFill>
                  <a:srgbClr val="4574A6"/>
                </a:solidFill>
                <a:latin typeface="Tahoma"/>
                <a:cs typeface="Tahoma"/>
              </a:rPr>
              <a:t>processes </a:t>
            </a:r>
            <a:r>
              <a:rPr sz="2250" b="1" spc="35" dirty="0">
                <a:solidFill>
                  <a:srgbClr val="4574A6"/>
                </a:solidFill>
                <a:latin typeface="Tahoma"/>
                <a:cs typeface="Tahoma"/>
              </a:rPr>
              <a:t>together.</a:t>
            </a:r>
            <a:endParaRPr sz="2250">
              <a:latin typeface="Tahoma"/>
              <a:cs typeface="Tahoma"/>
            </a:endParaRPr>
          </a:p>
          <a:p>
            <a:pPr marL="12700" marR="619760">
              <a:lnSpc>
                <a:spcPct val="116700"/>
              </a:lnSpc>
            </a:pP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Patient</a:t>
            </a:r>
            <a:r>
              <a:rPr sz="225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is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80" dirty="0">
                <a:solidFill>
                  <a:srgbClr val="4574A6"/>
                </a:solidFill>
                <a:latin typeface="Tahoma"/>
                <a:cs typeface="Tahoma"/>
              </a:rPr>
              <a:t>fragmented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65" dirty="0">
                <a:solidFill>
                  <a:srgbClr val="4574A6"/>
                </a:solidFill>
                <a:latin typeface="Tahoma"/>
                <a:cs typeface="Tahoma"/>
              </a:rPr>
              <a:t>hard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55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 retrieve. </a:t>
            </a: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Billing</a:t>
            </a:r>
            <a:r>
              <a:rPr sz="22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is</a:t>
            </a:r>
            <a:r>
              <a:rPr sz="22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50" dirty="0">
                <a:solidFill>
                  <a:srgbClr val="4574A6"/>
                </a:solidFill>
                <a:latin typeface="Tahoma"/>
                <a:cs typeface="Tahoma"/>
              </a:rPr>
              <a:t>manual,</a:t>
            </a:r>
            <a:r>
              <a:rPr sz="22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slow,</a:t>
            </a:r>
            <a:r>
              <a:rPr sz="22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2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-10" dirty="0">
                <a:solidFill>
                  <a:srgbClr val="4574A6"/>
                </a:solidFill>
                <a:latin typeface="Tahoma"/>
                <a:cs typeface="Tahoma"/>
              </a:rPr>
              <a:t>error-prone.</a:t>
            </a:r>
            <a:endParaRPr sz="2250">
              <a:latin typeface="Tahoma"/>
              <a:cs typeface="Tahoma"/>
            </a:endParaRPr>
          </a:p>
          <a:p>
            <a:pPr marL="12700" marR="197485">
              <a:lnSpc>
                <a:spcPct val="116700"/>
              </a:lnSpc>
            </a:pP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Reporting</a:t>
            </a:r>
            <a:r>
              <a:rPr sz="2250" b="1" spc="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45" dirty="0">
                <a:solidFill>
                  <a:srgbClr val="4574A6"/>
                </a:solidFill>
                <a:latin typeface="Tahoma"/>
                <a:cs typeface="Tahoma"/>
              </a:rPr>
              <a:t>decision-</a:t>
            </a:r>
            <a:r>
              <a:rPr sz="2250" b="1" spc="105" dirty="0">
                <a:solidFill>
                  <a:srgbClr val="4574A6"/>
                </a:solidFill>
                <a:latin typeface="Tahoma"/>
                <a:cs typeface="Tahoma"/>
              </a:rPr>
              <a:t>making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are</a:t>
            </a:r>
            <a:r>
              <a:rPr sz="225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4574A6"/>
                </a:solidFill>
                <a:latin typeface="Tahoma"/>
                <a:cs typeface="Tahoma"/>
              </a:rPr>
              <a:t>difficult</a:t>
            </a:r>
            <a:r>
              <a:rPr sz="2250" b="1" spc="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100" dirty="0">
                <a:solidFill>
                  <a:srgbClr val="4574A6"/>
                </a:solidFill>
                <a:latin typeface="Tahoma"/>
                <a:cs typeface="Tahoma"/>
              </a:rPr>
              <a:t>due</a:t>
            </a:r>
            <a:r>
              <a:rPr sz="225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30" dirty="0">
                <a:solidFill>
                  <a:srgbClr val="4574A6"/>
                </a:solidFill>
                <a:latin typeface="Tahoma"/>
                <a:cs typeface="Tahoma"/>
              </a:rPr>
              <a:t>to </a:t>
            </a:r>
            <a:r>
              <a:rPr sz="2250" b="1" spc="60" dirty="0">
                <a:solidFill>
                  <a:srgbClr val="4574A6"/>
                </a:solidFill>
                <a:latin typeface="Tahoma"/>
                <a:cs typeface="Tahoma"/>
              </a:rPr>
              <a:t>inconsistent</a:t>
            </a:r>
            <a:r>
              <a:rPr sz="2250" b="1" spc="-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4574A6"/>
                </a:solidFill>
                <a:latin typeface="Tahoma"/>
                <a:cs typeface="Tahoma"/>
              </a:rPr>
              <a:t>data.</a:t>
            </a:r>
            <a:endParaRPr sz="2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150" spc="-190" dirty="0"/>
              <a:t>General</a:t>
            </a:r>
            <a:r>
              <a:rPr sz="6150" spc="-715" dirty="0"/>
              <a:t> </a:t>
            </a:r>
            <a:r>
              <a:rPr sz="6150" spc="-335" dirty="0"/>
              <a:t>Objective</a:t>
            </a:r>
            <a:endParaRPr sz="6150"/>
          </a:p>
        </p:txBody>
      </p:sp>
      <p:sp>
        <p:nvSpPr>
          <p:cNvPr id="3" name="object 3"/>
          <p:cNvSpPr txBox="1"/>
          <p:nvPr/>
        </p:nvSpPr>
        <p:spPr>
          <a:xfrm>
            <a:off x="2906973" y="4261306"/>
            <a:ext cx="1381950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b="1" i="1" spc="-1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105" dirty="0">
                <a:solidFill>
                  <a:srgbClr val="FFFFFF"/>
                </a:solidFill>
                <a:latin typeface="Verdana"/>
                <a:cs typeface="Verdana"/>
              </a:rPr>
              <a:t>GENERAL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130" dirty="0">
                <a:solidFill>
                  <a:srgbClr val="FFFFFF"/>
                </a:solidFill>
                <a:latin typeface="Verdana"/>
                <a:cs typeface="Verdana"/>
              </a:rPr>
              <a:t>OBJECTIVE</a:t>
            </a:r>
            <a:r>
              <a:rPr sz="2700" b="1" i="1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2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28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8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700" b="1" i="1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41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13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b="1" i="1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200" dirty="0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700" b="1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70" dirty="0">
                <a:solidFill>
                  <a:srgbClr val="FFFFFF"/>
                </a:solidFill>
                <a:latin typeface="Verdana"/>
                <a:cs typeface="Verdana"/>
              </a:rPr>
              <a:t>DEVELOP</a:t>
            </a:r>
            <a:r>
              <a:rPr sz="2700" b="1" i="1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25" dirty="0">
                <a:solidFill>
                  <a:srgbClr val="FFFFFF"/>
                </a:solidFill>
                <a:latin typeface="Verdana"/>
                <a:cs typeface="Verdana"/>
              </a:rPr>
              <a:t>AN </a:t>
            </a:r>
            <a:r>
              <a:rPr sz="2700" b="1" i="1" spc="-170" dirty="0">
                <a:solidFill>
                  <a:srgbClr val="FFFFFF"/>
                </a:solidFill>
                <a:latin typeface="Verdana"/>
                <a:cs typeface="Verdana"/>
              </a:rPr>
              <a:t>INTEGRATED</a:t>
            </a:r>
            <a:r>
              <a:rPr sz="2700" b="1" i="1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190" dirty="0">
                <a:solidFill>
                  <a:srgbClr val="FFFFFF"/>
                </a:solidFill>
                <a:latin typeface="Verdana"/>
                <a:cs typeface="Verdana"/>
              </a:rPr>
              <a:t>HOSPITAL</a:t>
            </a:r>
            <a:r>
              <a:rPr sz="2700" b="1" i="1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90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sz="2700" b="1" i="1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i="1" spc="-10" dirty="0">
                <a:solidFill>
                  <a:srgbClr val="FFFFFF"/>
                </a:solidFill>
                <a:latin typeface="Verdana"/>
                <a:cs typeface="Verdana"/>
              </a:rPr>
              <a:t>SYSTEM.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8187" y="2068017"/>
            <a:ext cx="7782559" cy="1216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800" spc="-254" dirty="0"/>
              <a:t>Specific</a:t>
            </a:r>
            <a:r>
              <a:rPr sz="7800" spc="-944" dirty="0"/>
              <a:t> </a:t>
            </a:r>
            <a:r>
              <a:rPr sz="7800" spc="-340" dirty="0"/>
              <a:t>Objectives</a:t>
            </a:r>
            <a:endParaRPr sz="7800"/>
          </a:p>
        </p:txBody>
      </p:sp>
      <p:grpSp>
        <p:nvGrpSpPr>
          <p:cNvPr id="4" name="object 4"/>
          <p:cNvGrpSpPr/>
          <p:nvPr/>
        </p:nvGrpSpPr>
        <p:grpSpPr>
          <a:xfrm>
            <a:off x="2306451" y="3956568"/>
            <a:ext cx="114300" cy="2324100"/>
            <a:chOff x="2306451" y="3956568"/>
            <a:chExt cx="114300" cy="23241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6451" y="3956568"/>
              <a:ext cx="114299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6451" y="4509018"/>
              <a:ext cx="114299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6451" y="5061468"/>
              <a:ext cx="114299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6451" y="5613918"/>
              <a:ext cx="114299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6451" y="6166368"/>
              <a:ext cx="114299" cy="1142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585008" y="3636344"/>
            <a:ext cx="14504035" cy="278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Gather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requirements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hospital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7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12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research.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Implement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visit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35" dirty="0">
                <a:solidFill>
                  <a:srgbClr val="FFFFFF"/>
                </a:solidFill>
                <a:latin typeface="Trebuchet MS"/>
                <a:cs typeface="Trebuchet MS"/>
              </a:rPr>
              <a:t>lifecycle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(create,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update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35" dirty="0">
                <a:solidFill>
                  <a:srgbClr val="FFFFFF"/>
                </a:solidFill>
                <a:latin typeface="Trebuchet MS"/>
                <a:cs typeface="Trebuchet MS"/>
              </a:rPr>
              <a:t>status,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close).</a:t>
            </a:r>
            <a:endParaRPr sz="2900">
              <a:latin typeface="Trebuchet MS"/>
              <a:cs typeface="Trebuchet MS"/>
            </a:endParaRPr>
          </a:p>
          <a:p>
            <a:pPr marL="12700" marR="241935">
              <a:lnSpc>
                <a:spcPct val="125000"/>
              </a:lnSpc>
            </a:pP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billing</a:t>
            </a:r>
            <a:r>
              <a:rPr sz="29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payment</a:t>
            </a:r>
            <a:r>
              <a:rPr sz="29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90" dirty="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7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accurate</a:t>
            </a:r>
            <a:r>
              <a:rPr sz="29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bill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generation. 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Integrate</a:t>
            </a:r>
            <a:r>
              <a:rPr sz="29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laboratory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60" dirty="0">
                <a:solidFill>
                  <a:srgbClr val="FFFFFF"/>
                </a:solidFill>
                <a:latin typeface="Trebuchet MS"/>
                <a:cs typeface="Trebuchet MS"/>
              </a:rPr>
              <a:t>module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requests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result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45" dirty="0">
                <a:solidFill>
                  <a:srgbClr val="FFFFFF"/>
                </a:solidFill>
                <a:latin typeface="Trebuchet MS"/>
                <a:cs typeface="Trebuchet MS"/>
              </a:rPr>
              <a:t>processing.</a:t>
            </a:r>
            <a:endParaRPr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Integrate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clinical,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diagnostic,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pharmacy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workflows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unified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system.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3702973"/>
            <a:ext cx="5209540" cy="5555615"/>
          </a:xfrm>
          <a:custGeom>
            <a:avLst/>
            <a:gdLst/>
            <a:ahLst/>
            <a:cxnLst/>
            <a:rect l="l" t="t" r="r" b="b"/>
            <a:pathLst>
              <a:path w="5209540" h="5555615">
                <a:moveTo>
                  <a:pt x="4847423" y="5555326"/>
                </a:moveTo>
                <a:lnTo>
                  <a:pt x="361949" y="5555326"/>
                </a:lnTo>
                <a:lnTo>
                  <a:pt x="312835" y="5552022"/>
                </a:lnTo>
                <a:lnTo>
                  <a:pt x="265729" y="5542397"/>
                </a:lnTo>
                <a:lnTo>
                  <a:pt x="221062" y="5526882"/>
                </a:lnTo>
                <a:lnTo>
                  <a:pt x="179266" y="5505909"/>
                </a:lnTo>
                <a:lnTo>
                  <a:pt x="140773" y="5479909"/>
                </a:lnTo>
                <a:lnTo>
                  <a:pt x="106012" y="5449313"/>
                </a:lnTo>
                <a:lnTo>
                  <a:pt x="75416" y="5414553"/>
                </a:lnTo>
                <a:lnTo>
                  <a:pt x="49416" y="5376059"/>
                </a:lnTo>
                <a:lnTo>
                  <a:pt x="28443" y="5334263"/>
                </a:lnTo>
                <a:lnTo>
                  <a:pt x="12929" y="5289597"/>
                </a:lnTo>
                <a:lnTo>
                  <a:pt x="3304" y="5242490"/>
                </a:lnTo>
                <a:lnTo>
                  <a:pt x="0" y="5193376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4847423" y="0"/>
                </a:lnTo>
                <a:lnTo>
                  <a:pt x="4896538" y="3304"/>
                </a:lnTo>
                <a:lnTo>
                  <a:pt x="4943644" y="12929"/>
                </a:lnTo>
                <a:lnTo>
                  <a:pt x="4988310" y="28443"/>
                </a:lnTo>
                <a:lnTo>
                  <a:pt x="5030106" y="49416"/>
                </a:lnTo>
                <a:lnTo>
                  <a:pt x="5068600" y="75416"/>
                </a:lnTo>
                <a:lnTo>
                  <a:pt x="5103360" y="106012"/>
                </a:lnTo>
                <a:lnTo>
                  <a:pt x="5133956" y="140773"/>
                </a:lnTo>
                <a:lnTo>
                  <a:pt x="5159956" y="179266"/>
                </a:lnTo>
                <a:lnTo>
                  <a:pt x="5180929" y="221062"/>
                </a:lnTo>
                <a:lnTo>
                  <a:pt x="5196444" y="265729"/>
                </a:lnTo>
                <a:lnTo>
                  <a:pt x="5206069" y="312835"/>
                </a:lnTo>
                <a:lnTo>
                  <a:pt x="5209373" y="361949"/>
                </a:lnTo>
                <a:lnTo>
                  <a:pt x="5209373" y="5193376"/>
                </a:lnTo>
                <a:lnTo>
                  <a:pt x="5206069" y="5242490"/>
                </a:lnTo>
                <a:lnTo>
                  <a:pt x="5196444" y="5289597"/>
                </a:lnTo>
                <a:lnTo>
                  <a:pt x="5180929" y="5334263"/>
                </a:lnTo>
                <a:lnTo>
                  <a:pt x="5159956" y="5376059"/>
                </a:lnTo>
                <a:lnTo>
                  <a:pt x="5133956" y="5414553"/>
                </a:lnTo>
                <a:lnTo>
                  <a:pt x="5103360" y="5449313"/>
                </a:lnTo>
                <a:lnTo>
                  <a:pt x="5068600" y="5479909"/>
                </a:lnTo>
                <a:lnTo>
                  <a:pt x="5030106" y="5505909"/>
                </a:lnTo>
                <a:lnTo>
                  <a:pt x="4988310" y="5526882"/>
                </a:lnTo>
                <a:lnTo>
                  <a:pt x="4943644" y="5542397"/>
                </a:lnTo>
                <a:lnTo>
                  <a:pt x="4896538" y="5552022"/>
                </a:lnTo>
                <a:lnTo>
                  <a:pt x="4847423" y="5555326"/>
                </a:lnTo>
                <a:close/>
              </a:path>
            </a:pathLst>
          </a:custGeom>
          <a:solidFill>
            <a:srgbClr val="154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18676" y="3702973"/>
            <a:ext cx="5209540" cy="5555615"/>
          </a:xfrm>
          <a:custGeom>
            <a:avLst/>
            <a:gdLst/>
            <a:ahLst/>
            <a:cxnLst/>
            <a:rect l="l" t="t" r="r" b="b"/>
            <a:pathLst>
              <a:path w="5209540" h="5555615">
                <a:moveTo>
                  <a:pt x="4847423" y="5555326"/>
                </a:moveTo>
                <a:lnTo>
                  <a:pt x="361949" y="5555326"/>
                </a:lnTo>
                <a:lnTo>
                  <a:pt x="312835" y="5552022"/>
                </a:lnTo>
                <a:lnTo>
                  <a:pt x="265729" y="5542397"/>
                </a:lnTo>
                <a:lnTo>
                  <a:pt x="221062" y="5526882"/>
                </a:lnTo>
                <a:lnTo>
                  <a:pt x="179266" y="5505909"/>
                </a:lnTo>
                <a:lnTo>
                  <a:pt x="140773" y="5479909"/>
                </a:lnTo>
                <a:lnTo>
                  <a:pt x="106012" y="5449313"/>
                </a:lnTo>
                <a:lnTo>
                  <a:pt x="75416" y="5414553"/>
                </a:lnTo>
                <a:lnTo>
                  <a:pt x="49416" y="5376059"/>
                </a:lnTo>
                <a:lnTo>
                  <a:pt x="28443" y="5334263"/>
                </a:lnTo>
                <a:lnTo>
                  <a:pt x="12929" y="5289597"/>
                </a:lnTo>
                <a:lnTo>
                  <a:pt x="3304" y="5242490"/>
                </a:lnTo>
                <a:lnTo>
                  <a:pt x="0" y="5193376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4847423" y="0"/>
                </a:lnTo>
                <a:lnTo>
                  <a:pt x="4896538" y="3304"/>
                </a:lnTo>
                <a:lnTo>
                  <a:pt x="4943644" y="12929"/>
                </a:lnTo>
                <a:lnTo>
                  <a:pt x="4988310" y="28443"/>
                </a:lnTo>
                <a:lnTo>
                  <a:pt x="5030106" y="49416"/>
                </a:lnTo>
                <a:lnTo>
                  <a:pt x="5068600" y="75416"/>
                </a:lnTo>
                <a:lnTo>
                  <a:pt x="5103360" y="106012"/>
                </a:lnTo>
                <a:lnTo>
                  <a:pt x="5133956" y="140773"/>
                </a:lnTo>
                <a:lnTo>
                  <a:pt x="5159956" y="179266"/>
                </a:lnTo>
                <a:lnTo>
                  <a:pt x="5180929" y="221062"/>
                </a:lnTo>
                <a:lnTo>
                  <a:pt x="5196444" y="265729"/>
                </a:lnTo>
                <a:lnTo>
                  <a:pt x="5206069" y="312835"/>
                </a:lnTo>
                <a:lnTo>
                  <a:pt x="5209373" y="361949"/>
                </a:lnTo>
                <a:lnTo>
                  <a:pt x="5209373" y="5193376"/>
                </a:lnTo>
                <a:lnTo>
                  <a:pt x="5206069" y="5242490"/>
                </a:lnTo>
                <a:lnTo>
                  <a:pt x="5196444" y="5289597"/>
                </a:lnTo>
                <a:lnTo>
                  <a:pt x="5180929" y="5334263"/>
                </a:lnTo>
                <a:lnTo>
                  <a:pt x="5159956" y="5376059"/>
                </a:lnTo>
                <a:lnTo>
                  <a:pt x="5133956" y="5414553"/>
                </a:lnTo>
                <a:lnTo>
                  <a:pt x="5103360" y="5449313"/>
                </a:lnTo>
                <a:lnTo>
                  <a:pt x="5068600" y="5479909"/>
                </a:lnTo>
                <a:lnTo>
                  <a:pt x="5030106" y="5505909"/>
                </a:lnTo>
                <a:lnTo>
                  <a:pt x="4988310" y="5526882"/>
                </a:lnTo>
                <a:lnTo>
                  <a:pt x="4943644" y="5542397"/>
                </a:lnTo>
                <a:lnTo>
                  <a:pt x="4896538" y="5552022"/>
                </a:lnTo>
                <a:lnTo>
                  <a:pt x="4847423" y="5555326"/>
                </a:lnTo>
                <a:close/>
              </a:path>
            </a:pathLst>
          </a:custGeom>
          <a:solidFill>
            <a:srgbClr val="154069">
              <a:alpha val="9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49926" y="3702973"/>
            <a:ext cx="5209540" cy="5555615"/>
          </a:xfrm>
          <a:custGeom>
            <a:avLst/>
            <a:gdLst/>
            <a:ahLst/>
            <a:cxnLst/>
            <a:rect l="l" t="t" r="r" b="b"/>
            <a:pathLst>
              <a:path w="5209540" h="5555615">
                <a:moveTo>
                  <a:pt x="4847423" y="5555326"/>
                </a:moveTo>
                <a:lnTo>
                  <a:pt x="361949" y="5555326"/>
                </a:lnTo>
                <a:lnTo>
                  <a:pt x="312835" y="5552022"/>
                </a:lnTo>
                <a:lnTo>
                  <a:pt x="265729" y="5542397"/>
                </a:lnTo>
                <a:lnTo>
                  <a:pt x="221062" y="5526882"/>
                </a:lnTo>
                <a:lnTo>
                  <a:pt x="179266" y="5505909"/>
                </a:lnTo>
                <a:lnTo>
                  <a:pt x="140773" y="5479909"/>
                </a:lnTo>
                <a:lnTo>
                  <a:pt x="106012" y="5449313"/>
                </a:lnTo>
                <a:lnTo>
                  <a:pt x="75416" y="5414553"/>
                </a:lnTo>
                <a:lnTo>
                  <a:pt x="49416" y="5376059"/>
                </a:lnTo>
                <a:lnTo>
                  <a:pt x="28443" y="5334263"/>
                </a:lnTo>
                <a:lnTo>
                  <a:pt x="12929" y="5289597"/>
                </a:lnTo>
                <a:lnTo>
                  <a:pt x="3304" y="5242490"/>
                </a:lnTo>
                <a:lnTo>
                  <a:pt x="0" y="5193376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4847423" y="0"/>
                </a:lnTo>
                <a:lnTo>
                  <a:pt x="4896538" y="3304"/>
                </a:lnTo>
                <a:lnTo>
                  <a:pt x="4943644" y="12929"/>
                </a:lnTo>
                <a:lnTo>
                  <a:pt x="4988310" y="28443"/>
                </a:lnTo>
                <a:lnTo>
                  <a:pt x="5030106" y="49416"/>
                </a:lnTo>
                <a:lnTo>
                  <a:pt x="5068600" y="75416"/>
                </a:lnTo>
                <a:lnTo>
                  <a:pt x="5103360" y="106012"/>
                </a:lnTo>
                <a:lnTo>
                  <a:pt x="5133956" y="140773"/>
                </a:lnTo>
                <a:lnTo>
                  <a:pt x="5159956" y="179266"/>
                </a:lnTo>
                <a:lnTo>
                  <a:pt x="5180929" y="221062"/>
                </a:lnTo>
                <a:lnTo>
                  <a:pt x="5196444" y="265729"/>
                </a:lnTo>
                <a:lnTo>
                  <a:pt x="5206069" y="312835"/>
                </a:lnTo>
                <a:lnTo>
                  <a:pt x="5209373" y="361949"/>
                </a:lnTo>
                <a:lnTo>
                  <a:pt x="5209373" y="5193376"/>
                </a:lnTo>
                <a:lnTo>
                  <a:pt x="5206069" y="5242490"/>
                </a:lnTo>
                <a:lnTo>
                  <a:pt x="5196444" y="5289597"/>
                </a:lnTo>
                <a:lnTo>
                  <a:pt x="5180929" y="5334263"/>
                </a:lnTo>
                <a:lnTo>
                  <a:pt x="5159956" y="5376059"/>
                </a:lnTo>
                <a:lnTo>
                  <a:pt x="5133956" y="5414553"/>
                </a:lnTo>
                <a:lnTo>
                  <a:pt x="5103360" y="5449313"/>
                </a:lnTo>
                <a:lnTo>
                  <a:pt x="5068600" y="5479909"/>
                </a:lnTo>
                <a:lnTo>
                  <a:pt x="5030106" y="5505909"/>
                </a:lnTo>
                <a:lnTo>
                  <a:pt x="4988310" y="5526882"/>
                </a:lnTo>
                <a:lnTo>
                  <a:pt x="4943644" y="5542397"/>
                </a:lnTo>
                <a:lnTo>
                  <a:pt x="4896538" y="5552022"/>
                </a:lnTo>
                <a:lnTo>
                  <a:pt x="4847423" y="5555326"/>
                </a:lnTo>
                <a:close/>
              </a:path>
            </a:pathLst>
          </a:custGeom>
          <a:solidFill>
            <a:srgbClr val="154069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53443" y="4196365"/>
            <a:ext cx="715645" cy="715645"/>
          </a:xfrm>
          <a:custGeom>
            <a:avLst/>
            <a:gdLst/>
            <a:ahLst/>
            <a:cxnLst/>
            <a:rect l="l" t="t" r="r" b="b"/>
            <a:pathLst>
              <a:path w="715644" h="715645">
                <a:moveTo>
                  <a:pt x="629526" y="715251"/>
                </a:moveTo>
                <a:lnTo>
                  <a:pt x="85725" y="715251"/>
                </a:lnTo>
                <a:lnTo>
                  <a:pt x="52356" y="708514"/>
                </a:lnTo>
                <a:lnTo>
                  <a:pt x="25108" y="690143"/>
                </a:lnTo>
                <a:lnTo>
                  <a:pt x="6736" y="662894"/>
                </a:lnTo>
                <a:lnTo>
                  <a:pt x="0" y="629526"/>
                </a:lnTo>
                <a:lnTo>
                  <a:pt x="0" y="85725"/>
                </a:lnTo>
                <a:lnTo>
                  <a:pt x="6736" y="52357"/>
                </a:lnTo>
                <a:lnTo>
                  <a:pt x="25108" y="25108"/>
                </a:lnTo>
                <a:lnTo>
                  <a:pt x="52356" y="6736"/>
                </a:lnTo>
                <a:lnTo>
                  <a:pt x="85725" y="0"/>
                </a:lnTo>
                <a:lnTo>
                  <a:pt x="629526" y="0"/>
                </a:lnTo>
                <a:lnTo>
                  <a:pt x="662894" y="6736"/>
                </a:lnTo>
                <a:lnTo>
                  <a:pt x="690143" y="25108"/>
                </a:lnTo>
                <a:lnTo>
                  <a:pt x="708514" y="52357"/>
                </a:lnTo>
                <a:lnTo>
                  <a:pt x="715251" y="85725"/>
                </a:lnTo>
                <a:lnTo>
                  <a:pt x="715251" y="629526"/>
                </a:lnTo>
                <a:lnTo>
                  <a:pt x="708514" y="662894"/>
                </a:lnTo>
                <a:lnTo>
                  <a:pt x="690143" y="690143"/>
                </a:lnTo>
                <a:lnTo>
                  <a:pt x="662894" y="708514"/>
                </a:lnTo>
                <a:lnTo>
                  <a:pt x="629526" y="715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00640" y="4196365"/>
            <a:ext cx="715645" cy="715645"/>
          </a:xfrm>
          <a:custGeom>
            <a:avLst/>
            <a:gdLst/>
            <a:ahLst/>
            <a:cxnLst/>
            <a:rect l="l" t="t" r="r" b="b"/>
            <a:pathLst>
              <a:path w="715645" h="715645">
                <a:moveTo>
                  <a:pt x="629526" y="715251"/>
                </a:moveTo>
                <a:lnTo>
                  <a:pt x="85725" y="715251"/>
                </a:lnTo>
                <a:lnTo>
                  <a:pt x="52357" y="708514"/>
                </a:lnTo>
                <a:lnTo>
                  <a:pt x="25108" y="690143"/>
                </a:lnTo>
                <a:lnTo>
                  <a:pt x="6736" y="662894"/>
                </a:lnTo>
                <a:lnTo>
                  <a:pt x="0" y="629526"/>
                </a:lnTo>
                <a:lnTo>
                  <a:pt x="0" y="85725"/>
                </a:lnTo>
                <a:lnTo>
                  <a:pt x="6736" y="52357"/>
                </a:lnTo>
                <a:lnTo>
                  <a:pt x="25108" y="25108"/>
                </a:lnTo>
                <a:lnTo>
                  <a:pt x="52357" y="6736"/>
                </a:lnTo>
                <a:lnTo>
                  <a:pt x="85725" y="0"/>
                </a:lnTo>
                <a:lnTo>
                  <a:pt x="629526" y="0"/>
                </a:lnTo>
                <a:lnTo>
                  <a:pt x="662894" y="6736"/>
                </a:lnTo>
                <a:lnTo>
                  <a:pt x="690143" y="25108"/>
                </a:lnTo>
                <a:lnTo>
                  <a:pt x="708514" y="52357"/>
                </a:lnTo>
                <a:lnTo>
                  <a:pt x="715251" y="85725"/>
                </a:lnTo>
                <a:lnTo>
                  <a:pt x="715251" y="629526"/>
                </a:lnTo>
                <a:lnTo>
                  <a:pt x="708514" y="662894"/>
                </a:lnTo>
                <a:lnTo>
                  <a:pt x="690143" y="690143"/>
                </a:lnTo>
                <a:lnTo>
                  <a:pt x="662894" y="708514"/>
                </a:lnTo>
                <a:lnTo>
                  <a:pt x="629526" y="715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447837" y="4196365"/>
            <a:ext cx="715645" cy="715645"/>
          </a:xfrm>
          <a:custGeom>
            <a:avLst/>
            <a:gdLst/>
            <a:ahLst/>
            <a:cxnLst/>
            <a:rect l="l" t="t" r="r" b="b"/>
            <a:pathLst>
              <a:path w="715644" h="715645">
                <a:moveTo>
                  <a:pt x="629526" y="715251"/>
                </a:moveTo>
                <a:lnTo>
                  <a:pt x="85725" y="715251"/>
                </a:lnTo>
                <a:lnTo>
                  <a:pt x="52356" y="708514"/>
                </a:lnTo>
                <a:lnTo>
                  <a:pt x="25108" y="690143"/>
                </a:lnTo>
                <a:lnTo>
                  <a:pt x="6736" y="662894"/>
                </a:lnTo>
                <a:lnTo>
                  <a:pt x="0" y="629526"/>
                </a:lnTo>
                <a:lnTo>
                  <a:pt x="0" y="85725"/>
                </a:lnTo>
                <a:lnTo>
                  <a:pt x="6736" y="52357"/>
                </a:lnTo>
                <a:lnTo>
                  <a:pt x="25108" y="25108"/>
                </a:lnTo>
                <a:lnTo>
                  <a:pt x="52356" y="6736"/>
                </a:lnTo>
                <a:lnTo>
                  <a:pt x="85725" y="0"/>
                </a:lnTo>
                <a:lnTo>
                  <a:pt x="629526" y="0"/>
                </a:lnTo>
                <a:lnTo>
                  <a:pt x="662894" y="6736"/>
                </a:lnTo>
                <a:lnTo>
                  <a:pt x="690143" y="25108"/>
                </a:lnTo>
                <a:lnTo>
                  <a:pt x="708514" y="52357"/>
                </a:lnTo>
                <a:lnTo>
                  <a:pt x="715251" y="85725"/>
                </a:lnTo>
                <a:lnTo>
                  <a:pt x="715251" y="629526"/>
                </a:lnTo>
                <a:lnTo>
                  <a:pt x="708514" y="662894"/>
                </a:lnTo>
                <a:lnTo>
                  <a:pt x="690143" y="690143"/>
                </a:lnTo>
                <a:lnTo>
                  <a:pt x="662894" y="708514"/>
                </a:lnTo>
                <a:lnTo>
                  <a:pt x="629526" y="715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51146"/>
            <a:ext cx="6228080" cy="140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0" spc="-185" dirty="0">
                <a:solidFill>
                  <a:srgbClr val="000000"/>
                </a:solidFill>
              </a:rPr>
              <a:t>Methodology</a:t>
            </a:r>
            <a:endParaRPr sz="9000"/>
          </a:p>
        </p:txBody>
      </p:sp>
      <p:sp>
        <p:nvSpPr>
          <p:cNvPr id="9" name="object 9"/>
          <p:cNvSpPr txBox="1"/>
          <p:nvPr/>
        </p:nvSpPr>
        <p:spPr>
          <a:xfrm>
            <a:off x="1340743" y="5362865"/>
            <a:ext cx="4669790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000" spc="-105" dirty="0">
                <a:solidFill>
                  <a:srgbClr val="FFFFFF"/>
                </a:solidFill>
                <a:latin typeface="Arial Black"/>
                <a:cs typeface="Arial Black"/>
              </a:rPr>
              <a:t>Requirement</a:t>
            </a:r>
            <a:r>
              <a:rPr sz="3000" spc="-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gathering </a:t>
            </a:r>
            <a:r>
              <a:rPr sz="3000" spc="-50" dirty="0">
                <a:solidFill>
                  <a:srgbClr val="FFFFFF"/>
                </a:solidFill>
                <a:latin typeface="Arial Black"/>
                <a:cs typeface="Arial Black"/>
              </a:rPr>
              <a:t>through</a:t>
            </a:r>
            <a:r>
              <a:rPr sz="30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30" dirty="0">
                <a:solidFill>
                  <a:srgbClr val="FFFFFF"/>
                </a:solidFill>
                <a:latin typeface="Arial Black"/>
                <a:cs typeface="Arial Black"/>
              </a:rPr>
              <a:t>interviews</a:t>
            </a:r>
            <a:r>
              <a:rPr sz="30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Arial Black"/>
                <a:cs typeface="Arial Black"/>
              </a:rPr>
              <a:t>with </a:t>
            </a:r>
            <a:r>
              <a:rPr sz="3000" spc="-90" dirty="0">
                <a:solidFill>
                  <a:srgbClr val="FFFFFF"/>
                </a:solidFill>
                <a:latin typeface="Arial Black"/>
                <a:cs typeface="Arial Black"/>
              </a:rPr>
              <a:t>hospital</a:t>
            </a:r>
            <a:r>
              <a:rPr sz="3000" spc="-3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system administrators</a:t>
            </a:r>
            <a:endParaRPr sz="3000">
              <a:latin typeface="Arial Black"/>
              <a:cs typeface="Arial Blac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3001" y="5623386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3001" y="6671136"/>
            <a:ext cx="133349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52188" y="5362865"/>
            <a:ext cx="4194810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000" spc="-100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30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Arial Black"/>
                <a:cs typeface="Arial Black"/>
              </a:rPr>
              <a:t>using</a:t>
            </a:r>
            <a:r>
              <a:rPr sz="3000" spc="-3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Arial Black"/>
                <a:cs typeface="Arial Black"/>
              </a:rPr>
              <a:t>object </a:t>
            </a:r>
            <a:r>
              <a:rPr sz="3000" spc="-100" dirty="0">
                <a:solidFill>
                  <a:srgbClr val="FFFFFF"/>
                </a:solidFill>
                <a:latin typeface="Arial Black"/>
                <a:cs typeface="Arial Black"/>
              </a:rPr>
              <a:t>oriented</a:t>
            </a:r>
            <a:r>
              <a:rPr sz="300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approach </a:t>
            </a:r>
            <a:r>
              <a:rPr sz="3000" spc="-114" dirty="0">
                <a:solidFill>
                  <a:srgbClr val="FFFFFF"/>
                </a:solidFill>
                <a:latin typeface="Arial Black"/>
                <a:cs typeface="Arial Black"/>
              </a:rPr>
              <a:t>System</a:t>
            </a:r>
            <a:r>
              <a:rPr sz="300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Arial Black"/>
                <a:cs typeface="Arial Black"/>
              </a:rPr>
              <a:t>design</a:t>
            </a:r>
            <a:r>
              <a:rPr sz="300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using </a:t>
            </a:r>
            <a:r>
              <a:rPr sz="3000" spc="-370" dirty="0">
                <a:solidFill>
                  <a:srgbClr val="FFFFFF"/>
                </a:solidFill>
                <a:latin typeface="Arial Black"/>
                <a:cs typeface="Arial Black"/>
              </a:rPr>
              <a:t>UML</a:t>
            </a:r>
            <a:r>
              <a:rPr sz="3000" spc="-3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diagrams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02735" y="5362865"/>
            <a:ext cx="4304665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Web</a:t>
            </a:r>
            <a:r>
              <a:rPr sz="3000" spc="-3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sz="3000" spc="-3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Black"/>
                <a:cs typeface="Arial Black"/>
              </a:rPr>
              <a:t>system </a:t>
            </a:r>
            <a:r>
              <a:rPr sz="3000" spc="-70" dirty="0">
                <a:solidFill>
                  <a:srgbClr val="FFFFFF"/>
                </a:solidFill>
                <a:latin typeface="Arial Black"/>
                <a:cs typeface="Arial Black"/>
              </a:rPr>
              <a:t>using</a:t>
            </a:r>
            <a:r>
              <a:rPr sz="300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125" dirty="0">
                <a:solidFill>
                  <a:srgbClr val="FFFFFF"/>
                </a:solidFill>
                <a:latin typeface="Arial Black"/>
                <a:cs typeface="Arial Black"/>
              </a:rPr>
              <a:t>role</a:t>
            </a:r>
            <a:r>
              <a:rPr sz="300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 Black"/>
                <a:cs typeface="Arial Black"/>
              </a:rPr>
              <a:t>based </a:t>
            </a:r>
            <a:r>
              <a:rPr sz="3000" spc="-70" dirty="0">
                <a:solidFill>
                  <a:srgbClr val="FFFFFF"/>
                </a:solidFill>
                <a:latin typeface="Arial Black"/>
                <a:cs typeface="Arial Black"/>
              </a:rPr>
              <a:t>modules</a:t>
            </a:r>
            <a:r>
              <a:rPr sz="3000" spc="-3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 Black"/>
                <a:cs typeface="Arial Black"/>
              </a:rPr>
              <a:t>and </a:t>
            </a:r>
            <a:r>
              <a:rPr sz="3000" spc="-110" dirty="0">
                <a:solidFill>
                  <a:srgbClr val="FFFFFF"/>
                </a:solidFill>
                <a:latin typeface="Arial Black"/>
                <a:cs typeface="Arial Black"/>
              </a:rPr>
              <a:t>centralized</a:t>
            </a:r>
            <a:r>
              <a:rPr sz="3000" spc="-3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Arial Black"/>
                <a:cs typeface="Arial Black"/>
              </a:rPr>
              <a:t>database.</a:t>
            </a:r>
            <a:endParaRPr sz="3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5" y="0"/>
            <a:ext cx="6723380" cy="7035800"/>
            <a:chOff x="-115" y="0"/>
            <a:chExt cx="6723380" cy="7035800"/>
          </a:xfrm>
        </p:grpSpPr>
        <p:sp>
          <p:nvSpPr>
            <p:cNvPr id="3" name="object 3"/>
            <p:cNvSpPr/>
            <p:nvPr/>
          </p:nvSpPr>
          <p:spPr>
            <a:xfrm>
              <a:off x="-115" y="0"/>
              <a:ext cx="6723380" cy="7035800"/>
            </a:xfrm>
            <a:custGeom>
              <a:avLst/>
              <a:gdLst/>
              <a:ahLst/>
              <a:cxnLst/>
              <a:rect l="l" t="t" r="r" b="b"/>
              <a:pathLst>
                <a:path w="6723380" h="7035800">
                  <a:moveTo>
                    <a:pt x="6721542" y="53484"/>
                  </a:moveTo>
                  <a:lnTo>
                    <a:pt x="6722900" y="53484"/>
                  </a:lnTo>
                  <a:lnTo>
                    <a:pt x="6723147" y="53910"/>
                  </a:lnTo>
                  <a:lnTo>
                    <a:pt x="6721787" y="53910"/>
                  </a:lnTo>
                  <a:lnTo>
                    <a:pt x="6721542" y="53484"/>
                  </a:lnTo>
                  <a:close/>
                </a:path>
                <a:path w="6723380" h="7035800">
                  <a:moveTo>
                    <a:pt x="6593017" y="127013"/>
                  </a:moveTo>
                  <a:lnTo>
                    <a:pt x="6594190" y="129044"/>
                  </a:lnTo>
                  <a:lnTo>
                    <a:pt x="6592153" y="130223"/>
                  </a:lnTo>
                  <a:lnTo>
                    <a:pt x="6590980" y="128191"/>
                  </a:lnTo>
                  <a:lnTo>
                    <a:pt x="6593017" y="127013"/>
                  </a:lnTo>
                  <a:close/>
                </a:path>
                <a:path w="6723380" h="7035800">
                  <a:moveTo>
                    <a:pt x="6666700" y="258167"/>
                  </a:moveTo>
                  <a:lnTo>
                    <a:pt x="6668060" y="258167"/>
                  </a:lnTo>
                  <a:lnTo>
                    <a:pt x="6668305" y="258593"/>
                  </a:lnTo>
                  <a:lnTo>
                    <a:pt x="6666947" y="258593"/>
                  </a:lnTo>
                  <a:lnTo>
                    <a:pt x="6666700" y="258167"/>
                  </a:lnTo>
                  <a:close/>
                </a:path>
                <a:path w="6723380" h="7035800">
                  <a:moveTo>
                    <a:pt x="6388553" y="71365"/>
                  </a:moveTo>
                  <a:lnTo>
                    <a:pt x="6390318" y="74416"/>
                  </a:lnTo>
                  <a:lnTo>
                    <a:pt x="6387262" y="76181"/>
                  </a:lnTo>
                  <a:lnTo>
                    <a:pt x="6385497" y="73131"/>
                  </a:lnTo>
                  <a:lnTo>
                    <a:pt x="6388553" y="71365"/>
                  </a:lnTo>
                  <a:close/>
                </a:path>
                <a:path w="6723380" h="7035800">
                  <a:moveTo>
                    <a:pt x="6463362" y="201525"/>
                  </a:moveTo>
                  <a:lnTo>
                    <a:pt x="6464830" y="204071"/>
                  </a:lnTo>
                  <a:lnTo>
                    <a:pt x="6462283" y="205541"/>
                  </a:lnTo>
                  <a:lnTo>
                    <a:pt x="6460815" y="202994"/>
                  </a:lnTo>
                  <a:lnTo>
                    <a:pt x="6463362" y="201525"/>
                  </a:lnTo>
                  <a:close/>
                </a:path>
                <a:path w="6723380" h="7035800">
                  <a:moveTo>
                    <a:pt x="6538169" y="331690"/>
                  </a:moveTo>
                  <a:lnTo>
                    <a:pt x="6539343" y="333721"/>
                  </a:lnTo>
                  <a:lnTo>
                    <a:pt x="6537305" y="334900"/>
                  </a:lnTo>
                  <a:lnTo>
                    <a:pt x="6536132" y="332862"/>
                  </a:lnTo>
                  <a:lnTo>
                    <a:pt x="6538169" y="331690"/>
                  </a:lnTo>
                  <a:close/>
                </a:path>
                <a:path w="6723380" h="7035800">
                  <a:moveTo>
                    <a:pt x="6612984" y="461849"/>
                  </a:moveTo>
                  <a:lnTo>
                    <a:pt x="6613861" y="463371"/>
                  </a:lnTo>
                  <a:lnTo>
                    <a:pt x="6612332" y="464254"/>
                  </a:lnTo>
                  <a:lnTo>
                    <a:pt x="6611456" y="462731"/>
                  </a:lnTo>
                  <a:lnTo>
                    <a:pt x="6612984" y="461849"/>
                  </a:lnTo>
                  <a:close/>
                </a:path>
                <a:path w="6723380" h="7035800">
                  <a:moveTo>
                    <a:pt x="6184202" y="15315"/>
                  </a:moveTo>
                  <a:lnTo>
                    <a:pt x="6186844" y="19899"/>
                  </a:lnTo>
                  <a:lnTo>
                    <a:pt x="6182265" y="22541"/>
                  </a:lnTo>
                  <a:lnTo>
                    <a:pt x="6179617" y="17962"/>
                  </a:lnTo>
                  <a:lnTo>
                    <a:pt x="6184202" y="15315"/>
                  </a:lnTo>
                  <a:close/>
                </a:path>
                <a:path w="6723380" h="7035800">
                  <a:moveTo>
                    <a:pt x="6259004" y="145474"/>
                  </a:moveTo>
                  <a:lnTo>
                    <a:pt x="6261356" y="149549"/>
                  </a:lnTo>
                  <a:lnTo>
                    <a:pt x="6257287" y="151900"/>
                  </a:lnTo>
                  <a:lnTo>
                    <a:pt x="6254935" y="147825"/>
                  </a:lnTo>
                  <a:lnTo>
                    <a:pt x="6259004" y="145474"/>
                  </a:lnTo>
                  <a:close/>
                </a:path>
                <a:path w="6723380" h="7035800">
                  <a:moveTo>
                    <a:pt x="6333812" y="275645"/>
                  </a:moveTo>
                  <a:lnTo>
                    <a:pt x="6335868" y="279205"/>
                  </a:lnTo>
                  <a:lnTo>
                    <a:pt x="6332308" y="281260"/>
                  </a:lnTo>
                  <a:lnTo>
                    <a:pt x="6330253" y="277700"/>
                  </a:lnTo>
                  <a:lnTo>
                    <a:pt x="6333812" y="275645"/>
                  </a:lnTo>
                  <a:close/>
                </a:path>
                <a:path w="6723380" h="7035800">
                  <a:moveTo>
                    <a:pt x="6408626" y="405798"/>
                  </a:moveTo>
                  <a:lnTo>
                    <a:pt x="6410386" y="408855"/>
                  </a:lnTo>
                  <a:lnTo>
                    <a:pt x="6407335" y="410614"/>
                  </a:lnTo>
                  <a:lnTo>
                    <a:pt x="6405576" y="407563"/>
                  </a:lnTo>
                  <a:lnTo>
                    <a:pt x="6408626" y="405798"/>
                  </a:lnTo>
                  <a:close/>
                </a:path>
                <a:path w="6723380" h="7035800">
                  <a:moveTo>
                    <a:pt x="6483328" y="536360"/>
                  </a:moveTo>
                  <a:lnTo>
                    <a:pt x="6484507" y="538398"/>
                  </a:lnTo>
                  <a:lnTo>
                    <a:pt x="6482469" y="539577"/>
                  </a:lnTo>
                  <a:lnTo>
                    <a:pt x="6481291" y="537539"/>
                  </a:lnTo>
                  <a:lnTo>
                    <a:pt x="6483328" y="536360"/>
                  </a:lnTo>
                  <a:close/>
                </a:path>
                <a:path w="6723380" h="7035800">
                  <a:moveTo>
                    <a:pt x="6558136" y="666525"/>
                  </a:moveTo>
                  <a:lnTo>
                    <a:pt x="6559019" y="668053"/>
                  </a:lnTo>
                  <a:lnTo>
                    <a:pt x="6557491" y="668936"/>
                  </a:lnTo>
                  <a:lnTo>
                    <a:pt x="6556608" y="667408"/>
                  </a:lnTo>
                  <a:lnTo>
                    <a:pt x="6558136" y="666525"/>
                  </a:lnTo>
                  <a:close/>
                </a:path>
                <a:path w="6723380" h="7035800">
                  <a:moveTo>
                    <a:pt x="6054653" y="89430"/>
                  </a:moveTo>
                  <a:lnTo>
                    <a:pt x="6057881" y="95027"/>
                  </a:lnTo>
                  <a:lnTo>
                    <a:pt x="6052290" y="98261"/>
                  </a:lnTo>
                  <a:lnTo>
                    <a:pt x="6049056" y="92664"/>
                  </a:lnTo>
                  <a:lnTo>
                    <a:pt x="6054653" y="89430"/>
                  </a:lnTo>
                  <a:close/>
                </a:path>
                <a:path w="6723380" h="7035800">
                  <a:moveTo>
                    <a:pt x="6129461" y="219595"/>
                  </a:moveTo>
                  <a:lnTo>
                    <a:pt x="6132399" y="224683"/>
                  </a:lnTo>
                  <a:lnTo>
                    <a:pt x="6127311" y="227621"/>
                  </a:lnTo>
                  <a:lnTo>
                    <a:pt x="6124373" y="222533"/>
                  </a:lnTo>
                  <a:lnTo>
                    <a:pt x="6129461" y="219595"/>
                  </a:lnTo>
                  <a:close/>
                </a:path>
                <a:path w="6723380" h="7035800">
                  <a:moveTo>
                    <a:pt x="6204163" y="350157"/>
                  </a:moveTo>
                  <a:lnTo>
                    <a:pt x="6206514" y="354226"/>
                  </a:lnTo>
                  <a:lnTo>
                    <a:pt x="6202445" y="356577"/>
                  </a:lnTo>
                  <a:lnTo>
                    <a:pt x="6200094" y="352502"/>
                  </a:lnTo>
                  <a:lnTo>
                    <a:pt x="6204163" y="350157"/>
                  </a:lnTo>
                  <a:close/>
                </a:path>
                <a:path w="6723380" h="7035800">
                  <a:moveTo>
                    <a:pt x="6278977" y="480316"/>
                  </a:moveTo>
                  <a:lnTo>
                    <a:pt x="6281032" y="483876"/>
                  </a:lnTo>
                  <a:lnTo>
                    <a:pt x="6277467" y="485937"/>
                  </a:lnTo>
                  <a:lnTo>
                    <a:pt x="6275411" y="482378"/>
                  </a:lnTo>
                  <a:lnTo>
                    <a:pt x="6278977" y="480316"/>
                  </a:lnTo>
                  <a:close/>
                </a:path>
                <a:path w="6723380" h="7035800">
                  <a:moveTo>
                    <a:pt x="6353785" y="610482"/>
                  </a:moveTo>
                  <a:lnTo>
                    <a:pt x="6355544" y="613532"/>
                  </a:lnTo>
                  <a:lnTo>
                    <a:pt x="6352494" y="615297"/>
                  </a:lnTo>
                  <a:lnTo>
                    <a:pt x="6350729" y="612241"/>
                  </a:lnTo>
                  <a:lnTo>
                    <a:pt x="6353785" y="610482"/>
                  </a:lnTo>
                  <a:close/>
                </a:path>
                <a:path w="6723380" h="7035800">
                  <a:moveTo>
                    <a:pt x="6428587" y="740640"/>
                  </a:moveTo>
                  <a:lnTo>
                    <a:pt x="6430056" y="743187"/>
                  </a:lnTo>
                  <a:lnTo>
                    <a:pt x="6427515" y="744656"/>
                  </a:lnTo>
                  <a:lnTo>
                    <a:pt x="6426046" y="742109"/>
                  </a:lnTo>
                  <a:lnTo>
                    <a:pt x="6428587" y="740640"/>
                  </a:lnTo>
                  <a:close/>
                </a:path>
                <a:path w="6723380" h="7035800">
                  <a:moveTo>
                    <a:pt x="6503295" y="871202"/>
                  </a:moveTo>
                  <a:lnTo>
                    <a:pt x="6504177" y="872730"/>
                  </a:lnTo>
                  <a:lnTo>
                    <a:pt x="6502649" y="873613"/>
                  </a:lnTo>
                  <a:lnTo>
                    <a:pt x="6501767" y="872085"/>
                  </a:lnTo>
                  <a:lnTo>
                    <a:pt x="6503295" y="871202"/>
                  </a:lnTo>
                  <a:close/>
                </a:path>
                <a:path w="6723380" h="7035800">
                  <a:moveTo>
                    <a:pt x="6577084" y="1001954"/>
                  </a:moveTo>
                  <a:lnTo>
                    <a:pt x="6578449" y="1001954"/>
                  </a:lnTo>
                  <a:lnTo>
                    <a:pt x="6578695" y="1002380"/>
                  </a:lnTo>
                  <a:lnTo>
                    <a:pt x="6577330" y="1002380"/>
                  </a:lnTo>
                  <a:lnTo>
                    <a:pt x="6577084" y="1001954"/>
                  </a:lnTo>
                  <a:close/>
                </a:path>
                <a:path w="6723380" h="7035800">
                  <a:moveTo>
                    <a:pt x="5850408" y="32983"/>
                  </a:moveTo>
                  <a:lnTo>
                    <a:pt x="5854815" y="40618"/>
                  </a:lnTo>
                  <a:lnTo>
                    <a:pt x="5847180" y="45025"/>
                  </a:lnTo>
                  <a:lnTo>
                    <a:pt x="5842773" y="37390"/>
                  </a:lnTo>
                  <a:lnTo>
                    <a:pt x="5850408" y="32983"/>
                  </a:lnTo>
                  <a:close/>
                </a:path>
                <a:path w="6723380" h="7035800">
                  <a:moveTo>
                    <a:pt x="5925103" y="163551"/>
                  </a:moveTo>
                  <a:lnTo>
                    <a:pt x="5928924" y="170161"/>
                  </a:lnTo>
                  <a:lnTo>
                    <a:pt x="5922314" y="173982"/>
                  </a:lnTo>
                  <a:lnTo>
                    <a:pt x="5918493" y="167366"/>
                  </a:lnTo>
                  <a:lnTo>
                    <a:pt x="5925103" y="163551"/>
                  </a:lnTo>
                  <a:close/>
                </a:path>
                <a:path w="6723380" h="7035800">
                  <a:moveTo>
                    <a:pt x="5999918" y="293704"/>
                  </a:moveTo>
                  <a:lnTo>
                    <a:pt x="6003442" y="299811"/>
                  </a:lnTo>
                  <a:lnTo>
                    <a:pt x="5997330" y="303341"/>
                  </a:lnTo>
                  <a:lnTo>
                    <a:pt x="5993805" y="297235"/>
                  </a:lnTo>
                  <a:lnTo>
                    <a:pt x="5999918" y="293704"/>
                  </a:lnTo>
                  <a:close/>
                </a:path>
                <a:path w="6723380" h="7035800">
                  <a:moveTo>
                    <a:pt x="6074619" y="424273"/>
                  </a:moveTo>
                  <a:lnTo>
                    <a:pt x="6077557" y="429360"/>
                  </a:lnTo>
                  <a:lnTo>
                    <a:pt x="6072469" y="432298"/>
                  </a:lnTo>
                  <a:lnTo>
                    <a:pt x="6069532" y="427210"/>
                  </a:lnTo>
                  <a:lnTo>
                    <a:pt x="6074619" y="424273"/>
                  </a:lnTo>
                  <a:close/>
                </a:path>
                <a:path w="6723380" h="7035800">
                  <a:moveTo>
                    <a:pt x="6149427" y="554432"/>
                  </a:moveTo>
                  <a:lnTo>
                    <a:pt x="6152069" y="559011"/>
                  </a:lnTo>
                  <a:lnTo>
                    <a:pt x="6147491" y="561658"/>
                  </a:lnTo>
                  <a:lnTo>
                    <a:pt x="6144843" y="557073"/>
                  </a:lnTo>
                  <a:lnTo>
                    <a:pt x="6149427" y="554432"/>
                  </a:lnTo>
                  <a:close/>
                </a:path>
                <a:path w="6723380" h="7035800">
                  <a:moveTo>
                    <a:pt x="6224129" y="684994"/>
                  </a:moveTo>
                  <a:lnTo>
                    <a:pt x="6226190" y="688559"/>
                  </a:lnTo>
                  <a:lnTo>
                    <a:pt x="6222625" y="690614"/>
                  </a:lnTo>
                  <a:lnTo>
                    <a:pt x="6220563" y="687049"/>
                  </a:lnTo>
                  <a:lnTo>
                    <a:pt x="6224129" y="684994"/>
                  </a:lnTo>
                  <a:close/>
                </a:path>
                <a:path w="6723380" h="7035800">
                  <a:moveTo>
                    <a:pt x="6298937" y="815159"/>
                  </a:moveTo>
                  <a:lnTo>
                    <a:pt x="6300702" y="818209"/>
                  </a:lnTo>
                  <a:lnTo>
                    <a:pt x="6297652" y="819975"/>
                  </a:lnTo>
                  <a:lnTo>
                    <a:pt x="6295887" y="816924"/>
                  </a:lnTo>
                  <a:lnTo>
                    <a:pt x="6298937" y="815159"/>
                  </a:lnTo>
                  <a:close/>
                </a:path>
                <a:path w="6723380" h="7035800">
                  <a:moveTo>
                    <a:pt x="6373751" y="945318"/>
                  </a:moveTo>
                  <a:lnTo>
                    <a:pt x="6375220" y="947859"/>
                  </a:lnTo>
                  <a:lnTo>
                    <a:pt x="6372674" y="949328"/>
                  </a:lnTo>
                  <a:lnTo>
                    <a:pt x="6371205" y="946787"/>
                  </a:lnTo>
                  <a:lnTo>
                    <a:pt x="6373751" y="945318"/>
                  </a:lnTo>
                  <a:close/>
                </a:path>
                <a:path w="6723380" h="7035800">
                  <a:moveTo>
                    <a:pt x="6448447" y="1075880"/>
                  </a:moveTo>
                  <a:lnTo>
                    <a:pt x="6449330" y="1077414"/>
                  </a:lnTo>
                  <a:lnTo>
                    <a:pt x="6447807" y="1078290"/>
                  </a:lnTo>
                  <a:lnTo>
                    <a:pt x="6446925" y="1076762"/>
                  </a:lnTo>
                  <a:lnTo>
                    <a:pt x="6448447" y="1075880"/>
                  </a:lnTo>
                  <a:close/>
                </a:path>
                <a:path w="6723380" h="7035800">
                  <a:moveTo>
                    <a:pt x="6522237" y="1206632"/>
                  </a:moveTo>
                  <a:lnTo>
                    <a:pt x="6523601" y="1206632"/>
                  </a:lnTo>
                  <a:lnTo>
                    <a:pt x="6523848" y="1207064"/>
                  </a:lnTo>
                  <a:lnTo>
                    <a:pt x="6522488" y="1207064"/>
                  </a:lnTo>
                  <a:lnTo>
                    <a:pt x="6522237" y="1206632"/>
                  </a:lnTo>
                  <a:close/>
                </a:path>
                <a:path w="6723380" h="7035800">
                  <a:moveTo>
                    <a:pt x="5720752" y="107502"/>
                  </a:moveTo>
                  <a:lnTo>
                    <a:pt x="5725449" y="115640"/>
                  </a:lnTo>
                  <a:lnTo>
                    <a:pt x="5717311" y="120343"/>
                  </a:lnTo>
                  <a:lnTo>
                    <a:pt x="5712608" y="112199"/>
                  </a:lnTo>
                  <a:lnTo>
                    <a:pt x="5720752" y="107502"/>
                  </a:lnTo>
                  <a:close/>
                </a:path>
                <a:path w="6723380" h="7035800">
                  <a:moveTo>
                    <a:pt x="5795560" y="237660"/>
                  </a:moveTo>
                  <a:lnTo>
                    <a:pt x="5799967" y="245289"/>
                  </a:lnTo>
                  <a:lnTo>
                    <a:pt x="5792332" y="249696"/>
                  </a:lnTo>
                  <a:lnTo>
                    <a:pt x="5787925" y="242067"/>
                  </a:lnTo>
                  <a:lnTo>
                    <a:pt x="5795560" y="237660"/>
                  </a:lnTo>
                  <a:close/>
                </a:path>
                <a:path w="6723380" h="7035800">
                  <a:moveTo>
                    <a:pt x="5870368" y="367825"/>
                  </a:moveTo>
                  <a:lnTo>
                    <a:pt x="5874485" y="374951"/>
                  </a:lnTo>
                  <a:lnTo>
                    <a:pt x="5867360" y="379062"/>
                  </a:lnTo>
                  <a:lnTo>
                    <a:pt x="5863243" y="371936"/>
                  </a:lnTo>
                  <a:lnTo>
                    <a:pt x="5870368" y="367825"/>
                  </a:lnTo>
                  <a:close/>
                </a:path>
                <a:path w="6723380" h="7035800">
                  <a:moveTo>
                    <a:pt x="5945076" y="498387"/>
                  </a:moveTo>
                  <a:lnTo>
                    <a:pt x="5948600" y="504488"/>
                  </a:lnTo>
                  <a:lnTo>
                    <a:pt x="5942493" y="508012"/>
                  </a:lnTo>
                  <a:lnTo>
                    <a:pt x="5938969" y="501911"/>
                  </a:lnTo>
                  <a:lnTo>
                    <a:pt x="5945076" y="498387"/>
                  </a:lnTo>
                  <a:close/>
                </a:path>
                <a:path w="6723380" h="7035800">
                  <a:moveTo>
                    <a:pt x="6019778" y="628949"/>
                  </a:moveTo>
                  <a:lnTo>
                    <a:pt x="6022715" y="634037"/>
                  </a:lnTo>
                  <a:lnTo>
                    <a:pt x="6017628" y="636975"/>
                  </a:lnTo>
                  <a:lnTo>
                    <a:pt x="6014690" y="631887"/>
                  </a:lnTo>
                  <a:lnTo>
                    <a:pt x="6019778" y="628949"/>
                  </a:lnTo>
                  <a:close/>
                </a:path>
                <a:path w="6723380" h="7035800">
                  <a:moveTo>
                    <a:pt x="6094580" y="759108"/>
                  </a:moveTo>
                  <a:lnTo>
                    <a:pt x="6097228" y="763693"/>
                  </a:lnTo>
                  <a:lnTo>
                    <a:pt x="6092649" y="766334"/>
                  </a:lnTo>
                  <a:lnTo>
                    <a:pt x="6090001" y="761756"/>
                  </a:lnTo>
                  <a:lnTo>
                    <a:pt x="6094580" y="759108"/>
                  </a:lnTo>
                  <a:close/>
                </a:path>
                <a:path w="6723380" h="7035800">
                  <a:moveTo>
                    <a:pt x="6169394" y="889267"/>
                  </a:moveTo>
                  <a:lnTo>
                    <a:pt x="6171746" y="893342"/>
                  </a:lnTo>
                  <a:lnTo>
                    <a:pt x="6167671" y="895694"/>
                  </a:lnTo>
                  <a:lnTo>
                    <a:pt x="6165319" y="891619"/>
                  </a:lnTo>
                  <a:lnTo>
                    <a:pt x="6169394" y="889267"/>
                  </a:lnTo>
                  <a:close/>
                </a:path>
                <a:path w="6723380" h="7035800">
                  <a:moveTo>
                    <a:pt x="6244090" y="1019835"/>
                  </a:moveTo>
                  <a:lnTo>
                    <a:pt x="6245855" y="1022892"/>
                  </a:lnTo>
                  <a:lnTo>
                    <a:pt x="6242804" y="1024651"/>
                  </a:lnTo>
                  <a:lnTo>
                    <a:pt x="6241039" y="1021595"/>
                  </a:lnTo>
                  <a:lnTo>
                    <a:pt x="6244090" y="1019835"/>
                  </a:lnTo>
                  <a:close/>
                </a:path>
                <a:path w="6723380" h="7035800">
                  <a:moveTo>
                    <a:pt x="6318910" y="1149995"/>
                  </a:moveTo>
                  <a:lnTo>
                    <a:pt x="6320379" y="1152541"/>
                  </a:lnTo>
                  <a:lnTo>
                    <a:pt x="6317832" y="1154011"/>
                  </a:lnTo>
                  <a:lnTo>
                    <a:pt x="6316363" y="1151464"/>
                  </a:lnTo>
                  <a:lnTo>
                    <a:pt x="6318910" y="1149995"/>
                  </a:lnTo>
                  <a:close/>
                </a:path>
                <a:path w="6723380" h="7035800">
                  <a:moveTo>
                    <a:pt x="6393611" y="1280556"/>
                  </a:moveTo>
                  <a:lnTo>
                    <a:pt x="6394488" y="1282079"/>
                  </a:lnTo>
                  <a:lnTo>
                    <a:pt x="6392960" y="1282962"/>
                  </a:lnTo>
                  <a:lnTo>
                    <a:pt x="6392083" y="1281439"/>
                  </a:lnTo>
                  <a:lnTo>
                    <a:pt x="6393611" y="1280556"/>
                  </a:lnTo>
                  <a:close/>
                </a:path>
                <a:path w="6723380" h="7035800">
                  <a:moveTo>
                    <a:pt x="6467401" y="1411308"/>
                  </a:moveTo>
                  <a:lnTo>
                    <a:pt x="6468755" y="1411308"/>
                  </a:lnTo>
                  <a:lnTo>
                    <a:pt x="6469006" y="1411740"/>
                  </a:lnTo>
                  <a:lnTo>
                    <a:pt x="6467652" y="1411740"/>
                  </a:lnTo>
                  <a:lnTo>
                    <a:pt x="6467401" y="1411308"/>
                  </a:lnTo>
                  <a:close/>
                </a:path>
                <a:path w="6723380" h="7035800">
                  <a:moveTo>
                    <a:pt x="5516507" y="51048"/>
                  </a:moveTo>
                  <a:lnTo>
                    <a:pt x="5522383" y="61230"/>
                  </a:lnTo>
                  <a:lnTo>
                    <a:pt x="5512201" y="67106"/>
                  </a:lnTo>
                  <a:lnTo>
                    <a:pt x="5506325" y="56924"/>
                  </a:lnTo>
                  <a:lnTo>
                    <a:pt x="5516507" y="51048"/>
                  </a:lnTo>
                  <a:close/>
                </a:path>
                <a:path w="6723380" h="7035800">
                  <a:moveTo>
                    <a:pt x="5591209" y="181616"/>
                  </a:moveTo>
                  <a:lnTo>
                    <a:pt x="5596498" y="190773"/>
                  </a:lnTo>
                  <a:lnTo>
                    <a:pt x="5587335" y="196062"/>
                  </a:lnTo>
                  <a:lnTo>
                    <a:pt x="5582046" y="186905"/>
                  </a:lnTo>
                  <a:lnTo>
                    <a:pt x="5591209" y="181616"/>
                  </a:lnTo>
                  <a:close/>
                </a:path>
                <a:path w="6723380" h="7035800">
                  <a:moveTo>
                    <a:pt x="5666011" y="311776"/>
                  </a:moveTo>
                  <a:lnTo>
                    <a:pt x="5671010" y="320429"/>
                  </a:lnTo>
                  <a:lnTo>
                    <a:pt x="5662362" y="325422"/>
                  </a:lnTo>
                  <a:lnTo>
                    <a:pt x="5657363" y="316768"/>
                  </a:lnTo>
                  <a:lnTo>
                    <a:pt x="5666011" y="311776"/>
                  </a:lnTo>
                  <a:close/>
                </a:path>
                <a:path w="6723380" h="7035800">
                  <a:moveTo>
                    <a:pt x="5740719" y="442337"/>
                  </a:moveTo>
                  <a:lnTo>
                    <a:pt x="5745125" y="449972"/>
                  </a:lnTo>
                  <a:lnTo>
                    <a:pt x="5737490" y="454379"/>
                  </a:lnTo>
                  <a:lnTo>
                    <a:pt x="5733084" y="446744"/>
                  </a:lnTo>
                  <a:lnTo>
                    <a:pt x="5740719" y="442337"/>
                  </a:lnTo>
                  <a:close/>
                </a:path>
                <a:path w="6723380" h="7035800">
                  <a:moveTo>
                    <a:pt x="5815527" y="572502"/>
                  </a:moveTo>
                  <a:lnTo>
                    <a:pt x="5819637" y="579622"/>
                  </a:lnTo>
                  <a:lnTo>
                    <a:pt x="5812518" y="583732"/>
                  </a:lnTo>
                  <a:lnTo>
                    <a:pt x="5808407" y="576613"/>
                  </a:lnTo>
                  <a:lnTo>
                    <a:pt x="5815527" y="572502"/>
                  </a:lnTo>
                  <a:close/>
                </a:path>
                <a:path w="6723380" h="7035800">
                  <a:moveTo>
                    <a:pt x="5890228" y="703064"/>
                  </a:moveTo>
                  <a:lnTo>
                    <a:pt x="5893753" y="709170"/>
                  </a:lnTo>
                  <a:lnTo>
                    <a:pt x="5887652" y="712695"/>
                  </a:lnTo>
                  <a:lnTo>
                    <a:pt x="5884128" y="706588"/>
                  </a:lnTo>
                  <a:lnTo>
                    <a:pt x="5890228" y="703064"/>
                  </a:lnTo>
                  <a:close/>
                </a:path>
                <a:path w="6723380" h="7035800">
                  <a:moveTo>
                    <a:pt x="5964930" y="833626"/>
                  </a:moveTo>
                  <a:lnTo>
                    <a:pt x="5967868" y="838714"/>
                  </a:lnTo>
                  <a:lnTo>
                    <a:pt x="5962780" y="841652"/>
                  </a:lnTo>
                  <a:lnTo>
                    <a:pt x="5959842" y="836564"/>
                  </a:lnTo>
                  <a:lnTo>
                    <a:pt x="5964930" y="833626"/>
                  </a:lnTo>
                  <a:close/>
                </a:path>
                <a:path w="6723380" h="7035800">
                  <a:moveTo>
                    <a:pt x="6039738" y="963791"/>
                  </a:moveTo>
                  <a:lnTo>
                    <a:pt x="6042386" y="968370"/>
                  </a:lnTo>
                  <a:lnTo>
                    <a:pt x="6037807" y="971011"/>
                  </a:lnTo>
                  <a:lnTo>
                    <a:pt x="6035166" y="966433"/>
                  </a:lnTo>
                  <a:lnTo>
                    <a:pt x="6039738" y="963791"/>
                  </a:lnTo>
                  <a:close/>
                </a:path>
                <a:path w="6723380" h="7035800">
                  <a:moveTo>
                    <a:pt x="6114552" y="1093944"/>
                  </a:moveTo>
                  <a:lnTo>
                    <a:pt x="6116904" y="1098019"/>
                  </a:lnTo>
                  <a:lnTo>
                    <a:pt x="6112829" y="1100371"/>
                  </a:lnTo>
                  <a:lnTo>
                    <a:pt x="6110477" y="1096296"/>
                  </a:lnTo>
                  <a:lnTo>
                    <a:pt x="6114552" y="1093944"/>
                  </a:lnTo>
                  <a:close/>
                </a:path>
                <a:path w="6723380" h="7035800">
                  <a:moveTo>
                    <a:pt x="6189254" y="1224506"/>
                  </a:moveTo>
                  <a:lnTo>
                    <a:pt x="6191013" y="1227562"/>
                  </a:lnTo>
                  <a:lnTo>
                    <a:pt x="6187957" y="1229328"/>
                  </a:lnTo>
                  <a:lnTo>
                    <a:pt x="6186198" y="1226271"/>
                  </a:lnTo>
                  <a:lnTo>
                    <a:pt x="6189254" y="1224506"/>
                  </a:lnTo>
                  <a:close/>
                </a:path>
                <a:path w="6723380" h="7035800">
                  <a:moveTo>
                    <a:pt x="6264062" y="1354677"/>
                  </a:moveTo>
                  <a:lnTo>
                    <a:pt x="6265531" y="1357218"/>
                  </a:lnTo>
                  <a:lnTo>
                    <a:pt x="6262990" y="1358687"/>
                  </a:lnTo>
                  <a:lnTo>
                    <a:pt x="6261521" y="1356146"/>
                  </a:lnTo>
                  <a:lnTo>
                    <a:pt x="6264062" y="1354677"/>
                  </a:lnTo>
                  <a:close/>
                </a:path>
                <a:path w="6723380" h="7035800">
                  <a:moveTo>
                    <a:pt x="6338764" y="1485239"/>
                  </a:moveTo>
                  <a:lnTo>
                    <a:pt x="6339646" y="1486761"/>
                  </a:lnTo>
                  <a:lnTo>
                    <a:pt x="6338118" y="1487644"/>
                  </a:lnTo>
                  <a:lnTo>
                    <a:pt x="6337236" y="1486121"/>
                  </a:lnTo>
                  <a:lnTo>
                    <a:pt x="6338764" y="1485239"/>
                  </a:lnTo>
                  <a:close/>
                </a:path>
                <a:path w="6723380" h="7035800">
                  <a:moveTo>
                    <a:pt x="6412559" y="1615984"/>
                  </a:moveTo>
                  <a:lnTo>
                    <a:pt x="6413912" y="1615984"/>
                  </a:lnTo>
                  <a:lnTo>
                    <a:pt x="6414158" y="1616411"/>
                  </a:lnTo>
                  <a:lnTo>
                    <a:pt x="6412806" y="1616411"/>
                  </a:lnTo>
                  <a:lnTo>
                    <a:pt x="6412559" y="1615984"/>
                  </a:lnTo>
                  <a:close/>
                </a:path>
                <a:path w="6723380" h="7035800">
                  <a:moveTo>
                    <a:pt x="5302909" y="0"/>
                  </a:moveTo>
                  <a:lnTo>
                    <a:pt x="5315375" y="0"/>
                  </a:lnTo>
                  <a:lnTo>
                    <a:pt x="5319311" y="6814"/>
                  </a:lnTo>
                  <a:lnTo>
                    <a:pt x="5307097" y="13868"/>
                  </a:lnTo>
                  <a:lnTo>
                    <a:pt x="5300043" y="1655"/>
                  </a:lnTo>
                  <a:lnTo>
                    <a:pt x="5302909" y="0"/>
                  </a:lnTo>
                  <a:close/>
                </a:path>
                <a:path w="6723380" h="7035800">
                  <a:moveTo>
                    <a:pt x="5387065" y="124760"/>
                  </a:moveTo>
                  <a:lnTo>
                    <a:pt x="5393823" y="136469"/>
                  </a:lnTo>
                  <a:lnTo>
                    <a:pt x="5382119" y="143228"/>
                  </a:lnTo>
                  <a:lnTo>
                    <a:pt x="5375361" y="131518"/>
                  </a:lnTo>
                  <a:lnTo>
                    <a:pt x="5387065" y="124760"/>
                  </a:lnTo>
                  <a:close/>
                </a:path>
                <a:path w="6723380" h="7035800">
                  <a:moveTo>
                    <a:pt x="5461659" y="255730"/>
                  </a:moveTo>
                  <a:lnTo>
                    <a:pt x="5467535" y="265906"/>
                  </a:lnTo>
                  <a:lnTo>
                    <a:pt x="5457359" y="271782"/>
                  </a:lnTo>
                  <a:lnTo>
                    <a:pt x="5451484" y="261606"/>
                  </a:lnTo>
                  <a:lnTo>
                    <a:pt x="5461659" y="255730"/>
                  </a:lnTo>
                  <a:close/>
                </a:path>
                <a:path w="6723380" h="7035800">
                  <a:moveTo>
                    <a:pt x="5536361" y="386292"/>
                  </a:moveTo>
                  <a:lnTo>
                    <a:pt x="5541651" y="395449"/>
                  </a:lnTo>
                  <a:lnTo>
                    <a:pt x="5532487" y="400738"/>
                  </a:lnTo>
                  <a:lnTo>
                    <a:pt x="5527204" y="391581"/>
                  </a:lnTo>
                  <a:lnTo>
                    <a:pt x="5536361" y="386292"/>
                  </a:lnTo>
                  <a:close/>
                </a:path>
                <a:path w="6723380" h="7035800">
                  <a:moveTo>
                    <a:pt x="5611175" y="516451"/>
                  </a:moveTo>
                  <a:lnTo>
                    <a:pt x="5616169" y="525099"/>
                  </a:lnTo>
                  <a:lnTo>
                    <a:pt x="5607515" y="530092"/>
                  </a:lnTo>
                  <a:lnTo>
                    <a:pt x="5602522" y="521444"/>
                  </a:lnTo>
                  <a:lnTo>
                    <a:pt x="5611175" y="516451"/>
                  </a:lnTo>
                  <a:close/>
                </a:path>
                <a:path w="6723380" h="7035800">
                  <a:moveTo>
                    <a:pt x="5685983" y="646611"/>
                  </a:moveTo>
                  <a:lnTo>
                    <a:pt x="5690686" y="654755"/>
                  </a:lnTo>
                  <a:lnTo>
                    <a:pt x="5682542" y="659458"/>
                  </a:lnTo>
                  <a:lnTo>
                    <a:pt x="5677839" y="651308"/>
                  </a:lnTo>
                  <a:lnTo>
                    <a:pt x="5685983" y="646611"/>
                  </a:lnTo>
                  <a:close/>
                </a:path>
                <a:path w="6723380" h="7035800">
                  <a:moveTo>
                    <a:pt x="5760685" y="777173"/>
                  </a:moveTo>
                  <a:lnTo>
                    <a:pt x="5764796" y="784298"/>
                  </a:lnTo>
                  <a:lnTo>
                    <a:pt x="5757676" y="788409"/>
                  </a:lnTo>
                  <a:lnTo>
                    <a:pt x="5753559" y="781290"/>
                  </a:lnTo>
                  <a:lnTo>
                    <a:pt x="5760685" y="777173"/>
                  </a:lnTo>
                  <a:close/>
                </a:path>
                <a:path w="6723380" h="7035800">
                  <a:moveTo>
                    <a:pt x="5835493" y="907337"/>
                  </a:moveTo>
                  <a:lnTo>
                    <a:pt x="5839314" y="913953"/>
                  </a:lnTo>
                  <a:lnTo>
                    <a:pt x="5832692" y="917774"/>
                  </a:lnTo>
                  <a:lnTo>
                    <a:pt x="5828877" y="911158"/>
                  </a:lnTo>
                  <a:lnTo>
                    <a:pt x="5835493" y="907337"/>
                  </a:lnTo>
                  <a:close/>
                </a:path>
                <a:path w="6723380" h="7035800">
                  <a:moveTo>
                    <a:pt x="5910195" y="1037899"/>
                  </a:moveTo>
                  <a:lnTo>
                    <a:pt x="5913429" y="1043496"/>
                  </a:lnTo>
                  <a:lnTo>
                    <a:pt x="5907831" y="1046730"/>
                  </a:lnTo>
                  <a:lnTo>
                    <a:pt x="5904603" y="1041133"/>
                  </a:lnTo>
                  <a:lnTo>
                    <a:pt x="5910195" y="1037899"/>
                  </a:lnTo>
                  <a:close/>
                </a:path>
                <a:path w="6723380" h="7035800">
                  <a:moveTo>
                    <a:pt x="5984902" y="1168461"/>
                  </a:moveTo>
                  <a:lnTo>
                    <a:pt x="5987544" y="1173040"/>
                  </a:lnTo>
                  <a:lnTo>
                    <a:pt x="5982959" y="1175681"/>
                  </a:lnTo>
                  <a:lnTo>
                    <a:pt x="5980318" y="1171109"/>
                  </a:lnTo>
                  <a:lnTo>
                    <a:pt x="5984902" y="1168461"/>
                  </a:lnTo>
                  <a:close/>
                </a:path>
                <a:path w="6723380" h="7035800">
                  <a:moveTo>
                    <a:pt x="6059705" y="1298626"/>
                  </a:moveTo>
                  <a:lnTo>
                    <a:pt x="6062056" y="1302695"/>
                  </a:lnTo>
                  <a:lnTo>
                    <a:pt x="6057987" y="1305046"/>
                  </a:lnTo>
                  <a:lnTo>
                    <a:pt x="6055635" y="1300977"/>
                  </a:lnTo>
                  <a:lnTo>
                    <a:pt x="6059705" y="1298626"/>
                  </a:lnTo>
                  <a:close/>
                </a:path>
                <a:path w="6723380" h="7035800">
                  <a:moveTo>
                    <a:pt x="6134412" y="1429188"/>
                  </a:moveTo>
                  <a:lnTo>
                    <a:pt x="6136171" y="1432238"/>
                  </a:lnTo>
                  <a:lnTo>
                    <a:pt x="6133121" y="1434004"/>
                  </a:lnTo>
                  <a:lnTo>
                    <a:pt x="6131356" y="1430947"/>
                  </a:lnTo>
                  <a:lnTo>
                    <a:pt x="6134412" y="1429188"/>
                  </a:lnTo>
                  <a:close/>
                </a:path>
                <a:path w="6723380" h="7035800">
                  <a:moveTo>
                    <a:pt x="6209214" y="1559347"/>
                  </a:moveTo>
                  <a:lnTo>
                    <a:pt x="6210683" y="1561894"/>
                  </a:lnTo>
                  <a:lnTo>
                    <a:pt x="6208142" y="1563363"/>
                  </a:lnTo>
                  <a:lnTo>
                    <a:pt x="6206673" y="1560816"/>
                  </a:lnTo>
                  <a:lnTo>
                    <a:pt x="6209214" y="1559347"/>
                  </a:lnTo>
                  <a:close/>
                </a:path>
                <a:path w="6723380" h="7035800">
                  <a:moveTo>
                    <a:pt x="6283922" y="1689909"/>
                  </a:moveTo>
                  <a:lnTo>
                    <a:pt x="6284805" y="1691437"/>
                  </a:lnTo>
                  <a:lnTo>
                    <a:pt x="6283276" y="1692319"/>
                  </a:lnTo>
                  <a:lnTo>
                    <a:pt x="6282394" y="1690791"/>
                  </a:lnTo>
                  <a:lnTo>
                    <a:pt x="6283922" y="1689909"/>
                  </a:lnTo>
                  <a:close/>
                </a:path>
                <a:path w="6723380" h="7035800">
                  <a:moveTo>
                    <a:pt x="5182820" y="68312"/>
                  </a:moveTo>
                  <a:lnTo>
                    <a:pt x="5190751" y="82048"/>
                  </a:lnTo>
                  <a:lnTo>
                    <a:pt x="5177009" y="89985"/>
                  </a:lnTo>
                  <a:lnTo>
                    <a:pt x="5169078" y="76249"/>
                  </a:lnTo>
                  <a:lnTo>
                    <a:pt x="5182820" y="68312"/>
                  </a:lnTo>
                  <a:close/>
                </a:path>
                <a:path w="6723380" h="7035800">
                  <a:moveTo>
                    <a:pt x="5257627" y="198471"/>
                  </a:moveTo>
                  <a:lnTo>
                    <a:pt x="5265268" y="211709"/>
                  </a:lnTo>
                  <a:lnTo>
                    <a:pt x="5252036" y="219343"/>
                  </a:lnTo>
                  <a:lnTo>
                    <a:pt x="5244396" y="206111"/>
                  </a:lnTo>
                  <a:lnTo>
                    <a:pt x="5257627" y="198471"/>
                  </a:lnTo>
                  <a:close/>
                </a:path>
                <a:path w="6723380" h="7035800">
                  <a:moveTo>
                    <a:pt x="5332329" y="329039"/>
                  </a:moveTo>
                  <a:lnTo>
                    <a:pt x="5339384" y="341253"/>
                  </a:lnTo>
                  <a:lnTo>
                    <a:pt x="5327170" y="348301"/>
                  </a:lnTo>
                  <a:lnTo>
                    <a:pt x="5320116" y="336088"/>
                  </a:lnTo>
                  <a:lnTo>
                    <a:pt x="5332329" y="329039"/>
                  </a:lnTo>
                  <a:close/>
                </a:path>
                <a:path w="6723380" h="7035800">
                  <a:moveTo>
                    <a:pt x="5406924" y="460004"/>
                  </a:moveTo>
                  <a:lnTo>
                    <a:pt x="5413096" y="470689"/>
                  </a:lnTo>
                  <a:lnTo>
                    <a:pt x="5402411" y="476855"/>
                  </a:lnTo>
                  <a:lnTo>
                    <a:pt x="5396239" y="466170"/>
                  </a:lnTo>
                  <a:lnTo>
                    <a:pt x="5406924" y="460004"/>
                  </a:lnTo>
                  <a:close/>
                </a:path>
                <a:path w="6723380" h="7035800">
                  <a:moveTo>
                    <a:pt x="5481626" y="590566"/>
                  </a:moveTo>
                  <a:lnTo>
                    <a:pt x="5487212" y="600233"/>
                  </a:lnTo>
                  <a:lnTo>
                    <a:pt x="5477539" y="605818"/>
                  </a:lnTo>
                  <a:lnTo>
                    <a:pt x="5471960" y="596145"/>
                  </a:lnTo>
                  <a:lnTo>
                    <a:pt x="5481626" y="590566"/>
                  </a:lnTo>
                  <a:close/>
                </a:path>
                <a:path w="6723380" h="7035800">
                  <a:moveTo>
                    <a:pt x="5556334" y="721128"/>
                  </a:moveTo>
                  <a:lnTo>
                    <a:pt x="5561327" y="729775"/>
                  </a:lnTo>
                  <a:lnTo>
                    <a:pt x="5552673" y="734774"/>
                  </a:lnTo>
                  <a:lnTo>
                    <a:pt x="5547680" y="726127"/>
                  </a:lnTo>
                  <a:lnTo>
                    <a:pt x="5556334" y="721128"/>
                  </a:lnTo>
                  <a:close/>
                </a:path>
                <a:path w="6723380" h="7035800">
                  <a:moveTo>
                    <a:pt x="5631135" y="851287"/>
                  </a:moveTo>
                  <a:lnTo>
                    <a:pt x="5635839" y="859431"/>
                  </a:lnTo>
                  <a:lnTo>
                    <a:pt x="5627694" y="864128"/>
                  </a:lnTo>
                  <a:lnTo>
                    <a:pt x="5622997" y="855989"/>
                  </a:lnTo>
                  <a:lnTo>
                    <a:pt x="5631135" y="851287"/>
                  </a:lnTo>
                  <a:close/>
                </a:path>
                <a:path w="6723380" h="7035800">
                  <a:moveTo>
                    <a:pt x="5705843" y="981849"/>
                  </a:moveTo>
                  <a:lnTo>
                    <a:pt x="5709954" y="988974"/>
                  </a:lnTo>
                  <a:lnTo>
                    <a:pt x="5702829" y="993091"/>
                  </a:lnTo>
                  <a:lnTo>
                    <a:pt x="5698718" y="985965"/>
                  </a:lnTo>
                  <a:lnTo>
                    <a:pt x="5705843" y="981849"/>
                  </a:lnTo>
                  <a:close/>
                </a:path>
                <a:path w="6723380" h="7035800">
                  <a:moveTo>
                    <a:pt x="5780646" y="1112014"/>
                  </a:moveTo>
                  <a:lnTo>
                    <a:pt x="5784466" y="1118630"/>
                  </a:lnTo>
                  <a:lnTo>
                    <a:pt x="5777856" y="1122444"/>
                  </a:lnTo>
                  <a:lnTo>
                    <a:pt x="5774035" y="1115828"/>
                  </a:lnTo>
                  <a:lnTo>
                    <a:pt x="5780646" y="1112014"/>
                  </a:lnTo>
                  <a:close/>
                </a:path>
                <a:path w="6723380" h="7035800">
                  <a:moveTo>
                    <a:pt x="5855353" y="1242575"/>
                  </a:moveTo>
                  <a:lnTo>
                    <a:pt x="5858587" y="1248173"/>
                  </a:lnTo>
                  <a:lnTo>
                    <a:pt x="5852990" y="1251407"/>
                  </a:lnTo>
                  <a:lnTo>
                    <a:pt x="5849756" y="1245804"/>
                  </a:lnTo>
                  <a:lnTo>
                    <a:pt x="5855353" y="1242575"/>
                  </a:lnTo>
                  <a:close/>
                </a:path>
                <a:path w="6723380" h="7035800">
                  <a:moveTo>
                    <a:pt x="5930055" y="1373137"/>
                  </a:moveTo>
                  <a:lnTo>
                    <a:pt x="5932696" y="1377716"/>
                  </a:lnTo>
                  <a:lnTo>
                    <a:pt x="5928118" y="1380363"/>
                  </a:lnTo>
                  <a:lnTo>
                    <a:pt x="5925470" y="1375779"/>
                  </a:lnTo>
                  <a:lnTo>
                    <a:pt x="5930055" y="1373137"/>
                  </a:lnTo>
                  <a:close/>
                </a:path>
                <a:path w="6723380" h="7035800">
                  <a:moveTo>
                    <a:pt x="6004863" y="1503302"/>
                  </a:moveTo>
                  <a:lnTo>
                    <a:pt x="6007214" y="1507371"/>
                  </a:lnTo>
                  <a:lnTo>
                    <a:pt x="6003145" y="1509717"/>
                  </a:lnTo>
                  <a:lnTo>
                    <a:pt x="6000794" y="1505648"/>
                  </a:lnTo>
                  <a:lnTo>
                    <a:pt x="6004863" y="1503302"/>
                  </a:lnTo>
                  <a:close/>
                </a:path>
                <a:path w="6723380" h="7035800">
                  <a:moveTo>
                    <a:pt x="6079565" y="1633864"/>
                  </a:moveTo>
                  <a:lnTo>
                    <a:pt x="6081330" y="1636915"/>
                  </a:lnTo>
                  <a:lnTo>
                    <a:pt x="6078279" y="1638680"/>
                  </a:lnTo>
                  <a:lnTo>
                    <a:pt x="6076514" y="1635629"/>
                  </a:lnTo>
                  <a:lnTo>
                    <a:pt x="6079565" y="1633864"/>
                  </a:lnTo>
                  <a:close/>
                </a:path>
                <a:path w="6723380" h="7035800">
                  <a:moveTo>
                    <a:pt x="6154379" y="1764023"/>
                  </a:moveTo>
                  <a:lnTo>
                    <a:pt x="6155848" y="1766564"/>
                  </a:lnTo>
                  <a:lnTo>
                    <a:pt x="6153301" y="1768033"/>
                  </a:lnTo>
                  <a:lnTo>
                    <a:pt x="6151832" y="1765492"/>
                  </a:lnTo>
                  <a:lnTo>
                    <a:pt x="6154379" y="1764023"/>
                  </a:lnTo>
                  <a:close/>
                </a:path>
                <a:path w="6723380" h="7035800">
                  <a:moveTo>
                    <a:pt x="6229074" y="1894585"/>
                  </a:moveTo>
                  <a:lnTo>
                    <a:pt x="6229957" y="1896119"/>
                  </a:lnTo>
                  <a:lnTo>
                    <a:pt x="6228435" y="1896996"/>
                  </a:lnTo>
                  <a:lnTo>
                    <a:pt x="6227552" y="1895468"/>
                  </a:lnTo>
                  <a:lnTo>
                    <a:pt x="6229074" y="1894585"/>
                  </a:lnTo>
                  <a:close/>
                </a:path>
                <a:path w="6723380" h="7035800">
                  <a:moveTo>
                    <a:pt x="4978682" y="11461"/>
                  </a:moveTo>
                  <a:lnTo>
                    <a:pt x="4988081" y="27750"/>
                  </a:lnTo>
                  <a:lnTo>
                    <a:pt x="4971799" y="37150"/>
                  </a:lnTo>
                  <a:lnTo>
                    <a:pt x="4962399" y="20861"/>
                  </a:lnTo>
                  <a:lnTo>
                    <a:pt x="4978682" y="11461"/>
                  </a:lnTo>
                  <a:close/>
                </a:path>
                <a:path w="6723380" h="7035800">
                  <a:moveTo>
                    <a:pt x="5053383" y="142023"/>
                  </a:moveTo>
                  <a:lnTo>
                    <a:pt x="5062197" y="157287"/>
                  </a:lnTo>
                  <a:lnTo>
                    <a:pt x="5046933" y="166100"/>
                  </a:lnTo>
                  <a:lnTo>
                    <a:pt x="5038119" y="150837"/>
                  </a:lnTo>
                  <a:lnTo>
                    <a:pt x="5053383" y="142023"/>
                  </a:lnTo>
                  <a:close/>
                </a:path>
                <a:path w="6723380" h="7035800">
                  <a:moveTo>
                    <a:pt x="5128085" y="272585"/>
                  </a:moveTo>
                  <a:lnTo>
                    <a:pt x="5136312" y="286836"/>
                  </a:lnTo>
                  <a:lnTo>
                    <a:pt x="5122061" y="295063"/>
                  </a:lnTo>
                  <a:lnTo>
                    <a:pt x="5113834" y="280812"/>
                  </a:lnTo>
                  <a:lnTo>
                    <a:pt x="5128085" y="272585"/>
                  </a:lnTo>
                  <a:close/>
                </a:path>
                <a:path w="6723380" h="7035800">
                  <a:moveTo>
                    <a:pt x="5202787" y="403154"/>
                  </a:moveTo>
                  <a:lnTo>
                    <a:pt x="5210421" y="416379"/>
                  </a:lnTo>
                  <a:lnTo>
                    <a:pt x="5197195" y="424020"/>
                  </a:lnTo>
                  <a:lnTo>
                    <a:pt x="5189555" y="410788"/>
                  </a:lnTo>
                  <a:lnTo>
                    <a:pt x="5202787" y="403154"/>
                  </a:lnTo>
                  <a:close/>
                </a:path>
                <a:path w="6723380" h="7035800">
                  <a:moveTo>
                    <a:pt x="5277488" y="533715"/>
                  </a:moveTo>
                  <a:lnTo>
                    <a:pt x="5284537" y="545928"/>
                  </a:lnTo>
                  <a:lnTo>
                    <a:pt x="5272323" y="552977"/>
                  </a:lnTo>
                  <a:lnTo>
                    <a:pt x="5265275" y="540764"/>
                  </a:lnTo>
                  <a:lnTo>
                    <a:pt x="5277488" y="533715"/>
                  </a:lnTo>
                  <a:close/>
                </a:path>
                <a:path w="6723380" h="7035800">
                  <a:moveTo>
                    <a:pt x="5352083" y="664680"/>
                  </a:moveTo>
                  <a:lnTo>
                    <a:pt x="5358249" y="675365"/>
                  </a:lnTo>
                  <a:lnTo>
                    <a:pt x="5347564" y="681537"/>
                  </a:lnTo>
                  <a:lnTo>
                    <a:pt x="5341398" y="670852"/>
                  </a:lnTo>
                  <a:lnTo>
                    <a:pt x="5352083" y="664680"/>
                  </a:lnTo>
                  <a:close/>
                </a:path>
                <a:path w="6723380" h="7035800">
                  <a:moveTo>
                    <a:pt x="5426785" y="795242"/>
                  </a:moveTo>
                  <a:lnTo>
                    <a:pt x="5432364" y="804908"/>
                  </a:lnTo>
                  <a:lnTo>
                    <a:pt x="5422698" y="810488"/>
                  </a:lnTo>
                  <a:lnTo>
                    <a:pt x="5417119" y="800828"/>
                  </a:lnTo>
                  <a:lnTo>
                    <a:pt x="5426785" y="795242"/>
                  </a:lnTo>
                  <a:close/>
                </a:path>
                <a:path w="6723380" h="7035800">
                  <a:moveTo>
                    <a:pt x="5501487" y="925803"/>
                  </a:moveTo>
                  <a:lnTo>
                    <a:pt x="5506480" y="934457"/>
                  </a:lnTo>
                  <a:lnTo>
                    <a:pt x="5497832" y="939450"/>
                  </a:lnTo>
                  <a:lnTo>
                    <a:pt x="5492839" y="930796"/>
                  </a:lnTo>
                  <a:lnTo>
                    <a:pt x="5501487" y="925803"/>
                  </a:lnTo>
                  <a:close/>
                </a:path>
                <a:path w="6723380" h="7035800">
                  <a:moveTo>
                    <a:pt x="5576295" y="1055969"/>
                  </a:moveTo>
                  <a:lnTo>
                    <a:pt x="5580992" y="1064107"/>
                  </a:lnTo>
                  <a:lnTo>
                    <a:pt x="5572853" y="1068810"/>
                  </a:lnTo>
                  <a:lnTo>
                    <a:pt x="5568156" y="1060666"/>
                  </a:lnTo>
                  <a:lnTo>
                    <a:pt x="5576295" y="1055969"/>
                  </a:lnTo>
                  <a:close/>
                </a:path>
                <a:path w="6723380" h="7035800">
                  <a:moveTo>
                    <a:pt x="5650996" y="1186530"/>
                  </a:moveTo>
                  <a:lnTo>
                    <a:pt x="5655113" y="1193656"/>
                  </a:lnTo>
                  <a:lnTo>
                    <a:pt x="5647988" y="1197767"/>
                  </a:lnTo>
                  <a:lnTo>
                    <a:pt x="5643871" y="1190641"/>
                  </a:lnTo>
                  <a:lnTo>
                    <a:pt x="5650996" y="1186530"/>
                  </a:lnTo>
                  <a:close/>
                </a:path>
                <a:path w="6723380" h="7035800">
                  <a:moveTo>
                    <a:pt x="5725810" y="1316689"/>
                  </a:moveTo>
                  <a:lnTo>
                    <a:pt x="5729631" y="1323305"/>
                  </a:lnTo>
                  <a:lnTo>
                    <a:pt x="5723015" y="1327126"/>
                  </a:lnTo>
                  <a:lnTo>
                    <a:pt x="5719194" y="1320510"/>
                  </a:lnTo>
                  <a:lnTo>
                    <a:pt x="5725810" y="1316689"/>
                  </a:lnTo>
                  <a:close/>
                </a:path>
                <a:path w="6723380" h="7035800">
                  <a:moveTo>
                    <a:pt x="5800405" y="1447654"/>
                  </a:moveTo>
                  <a:lnTo>
                    <a:pt x="5803343" y="1452742"/>
                  </a:lnTo>
                  <a:lnTo>
                    <a:pt x="5798255" y="1455680"/>
                  </a:lnTo>
                  <a:lnTo>
                    <a:pt x="5795318" y="1450592"/>
                  </a:lnTo>
                  <a:lnTo>
                    <a:pt x="5800405" y="1447654"/>
                  </a:lnTo>
                  <a:close/>
                </a:path>
                <a:path w="6723380" h="7035800">
                  <a:moveTo>
                    <a:pt x="5875208" y="1577814"/>
                  </a:moveTo>
                  <a:lnTo>
                    <a:pt x="5877856" y="1582398"/>
                  </a:lnTo>
                  <a:lnTo>
                    <a:pt x="5873277" y="1585040"/>
                  </a:lnTo>
                  <a:lnTo>
                    <a:pt x="5870629" y="1580461"/>
                  </a:lnTo>
                  <a:lnTo>
                    <a:pt x="5875208" y="1577814"/>
                  </a:lnTo>
                  <a:close/>
                </a:path>
                <a:path w="6723380" h="7035800">
                  <a:moveTo>
                    <a:pt x="5950028" y="1707979"/>
                  </a:moveTo>
                  <a:lnTo>
                    <a:pt x="5952373" y="1712048"/>
                  </a:lnTo>
                  <a:lnTo>
                    <a:pt x="5948298" y="1714399"/>
                  </a:lnTo>
                  <a:lnTo>
                    <a:pt x="5945953" y="1710330"/>
                  </a:lnTo>
                  <a:lnTo>
                    <a:pt x="5950028" y="1707979"/>
                  </a:lnTo>
                  <a:close/>
                </a:path>
                <a:path w="6723380" h="7035800">
                  <a:moveTo>
                    <a:pt x="6024722" y="1838540"/>
                  </a:moveTo>
                  <a:lnTo>
                    <a:pt x="6026483" y="1841597"/>
                  </a:lnTo>
                  <a:lnTo>
                    <a:pt x="6023432" y="1843356"/>
                  </a:lnTo>
                  <a:lnTo>
                    <a:pt x="6021673" y="1840305"/>
                  </a:lnTo>
                  <a:lnTo>
                    <a:pt x="6024722" y="1838540"/>
                  </a:lnTo>
                  <a:close/>
                </a:path>
                <a:path w="6723380" h="7035800">
                  <a:moveTo>
                    <a:pt x="6099424" y="1969102"/>
                  </a:moveTo>
                  <a:lnTo>
                    <a:pt x="6100598" y="1971134"/>
                  </a:lnTo>
                  <a:lnTo>
                    <a:pt x="6098560" y="1972312"/>
                  </a:lnTo>
                  <a:lnTo>
                    <a:pt x="6097388" y="1970275"/>
                  </a:lnTo>
                  <a:lnTo>
                    <a:pt x="6099424" y="1969102"/>
                  </a:lnTo>
                  <a:close/>
                </a:path>
                <a:path w="6723380" h="7035800">
                  <a:moveTo>
                    <a:pt x="6174239" y="2099261"/>
                  </a:moveTo>
                  <a:lnTo>
                    <a:pt x="6175116" y="2100784"/>
                  </a:lnTo>
                  <a:lnTo>
                    <a:pt x="6173588" y="2101666"/>
                  </a:lnTo>
                  <a:lnTo>
                    <a:pt x="6172711" y="2100144"/>
                  </a:lnTo>
                  <a:lnTo>
                    <a:pt x="6174239" y="2099261"/>
                  </a:lnTo>
                  <a:close/>
                </a:path>
                <a:path w="6723380" h="7035800">
                  <a:moveTo>
                    <a:pt x="4849239" y="85173"/>
                  </a:moveTo>
                  <a:lnTo>
                    <a:pt x="4859522" y="102984"/>
                  </a:lnTo>
                  <a:lnTo>
                    <a:pt x="4841711" y="113266"/>
                  </a:lnTo>
                  <a:lnTo>
                    <a:pt x="4831429" y="95455"/>
                  </a:lnTo>
                  <a:lnTo>
                    <a:pt x="4849239" y="85173"/>
                  </a:lnTo>
                  <a:close/>
                </a:path>
                <a:path w="6723380" h="7035800">
                  <a:moveTo>
                    <a:pt x="4923947" y="215735"/>
                  </a:moveTo>
                  <a:lnTo>
                    <a:pt x="4933643" y="232526"/>
                  </a:lnTo>
                  <a:lnTo>
                    <a:pt x="4916845" y="242222"/>
                  </a:lnTo>
                  <a:lnTo>
                    <a:pt x="4907149" y="225431"/>
                  </a:lnTo>
                  <a:lnTo>
                    <a:pt x="4923947" y="215735"/>
                  </a:lnTo>
                  <a:close/>
                </a:path>
                <a:path w="6723380" h="7035800">
                  <a:moveTo>
                    <a:pt x="4998542" y="346700"/>
                  </a:moveTo>
                  <a:lnTo>
                    <a:pt x="5007355" y="361969"/>
                  </a:lnTo>
                  <a:lnTo>
                    <a:pt x="4992086" y="370783"/>
                  </a:lnTo>
                  <a:lnTo>
                    <a:pt x="4983272" y="355513"/>
                  </a:lnTo>
                  <a:lnTo>
                    <a:pt x="4998542" y="346700"/>
                  </a:lnTo>
                  <a:close/>
                </a:path>
                <a:path w="6723380" h="7035800">
                  <a:moveTo>
                    <a:pt x="5073243" y="477268"/>
                  </a:moveTo>
                  <a:lnTo>
                    <a:pt x="5081471" y="491513"/>
                  </a:lnTo>
                  <a:lnTo>
                    <a:pt x="5067220" y="499740"/>
                  </a:lnTo>
                  <a:lnTo>
                    <a:pt x="5058992" y="485495"/>
                  </a:lnTo>
                  <a:lnTo>
                    <a:pt x="5073243" y="477268"/>
                  </a:lnTo>
                  <a:close/>
                </a:path>
                <a:path w="6723380" h="7035800">
                  <a:moveTo>
                    <a:pt x="5147945" y="607830"/>
                  </a:moveTo>
                  <a:lnTo>
                    <a:pt x="5155586" y="621056"/>
                  </a:lnTo>
                  <a:lnTo>
                    <a:pt x="5142348" y="628697"/>
                  </a:lnTo>
                  <a:lnTo>
                    <a:pt x="5134713" y="615470"/>
                  </a:lnTo>
                  <a:lnTo>
                    <a:pt x="5147945" y="607830"/>
                  </a:lnTo>
                  <a:close/>
                </a:path>
                <a:path w="6723380" h="7035800">
                  <a:moveTo>
                    <a:pt x="5222641" y="738391"/>
                  </a:moveTo>
                  <a:lnTo>
                    <a:pt x="5229695" y="750605"/>
                  </a:lnTo>
                  <a:lnTo>
                    <a:pt x="5217488" y="757653"/>
                  </a:lnTo>
                  <a:lnTo>
                    <a:pt x="5210433" y="745440"/>
                  </a:lnTo>
                  <a:lnTo>
                    <a:pt x="5222641" y="738391"/>
                  </a:lnTo>
                  <a:close/>
                </a:path>
                <a:path w="6723380" h="7035800">
                  <a:moveTo>
                    <a:pt x="5297348" y="868953"/>
                  </a:moveTo>
                  <a:lnTo>
                    <a:pt x="5303810" y="880148"/>
                  </a:lnTo>
                  <a:lnTo>
                    <a:pt x="5292616" y="886610"/>
                  </a:lnTo>
                  <a:lnTo>
                    <a:pt x="5286154" y="875415"/>
                  </a:lnTo>
                  <a:lnTo>
                    <a:pt x="5297348" y="868953"/>
                  </a:lnTo>
                  <a:close/>
                </a:path>
                <a:path w="6723380" h="7035800">
                  <a:moveTo>
                    <a:pt x="5371938" y="999918"/>
                  </a:moveTo>
                  <a:lnTo>
                    <a:pt x="5377523" y="1009585"/>
                  </a:lnTo>
                  <a:lnTo>
                    <a:pt x="5367857" y="1015164"/>
                  </a:lnTo>
                  <a:lnTo>
                    <a:pt x="5362277" y="1005498"/>
                  </a:lnTo>
                  <a:lnTo>
                    <a:pt x="5371938" y="999918"/>
                  </a:lnTo>
                  <a:close/>
                </a:path>
                <a:path w="6723380" h="7035800">
                  <a:moveTo>
                    <a:pt x="5446639" y="1130480"/>
                  </a:moveTo>
                  <a:lnTo>
                    <a:pt x="5451638" y="1139134"/>
                  </a:lnTo>
                  <a:lnTo>
                    <a:pt x="5442990" y="1144127"/>
                  </a:lnTo>
                  <a:lnTo>
                    <a:pt x="5437991" y="1135473"/>
                  </a:lnTo>
                  <a:lnTo>
                    <a:pt x="5446639" y="1130480"/>
                  </a:lnTo>
                  <a:close/>
                </a:path>
                <a:path w="6723380" h="7035800">
                  <a:moveTo>
                    <a:pt x="5521459" y="1260645"/>
                  </a:moveTo>
                  <a:lnTo>
                    <a:pt x="5526156" y="1268783"/>
                  </a:lnTo>
                  <a:lnTo>
                    <a:pt x="5518012" y="1273486"/>
                  </a:lnTo>
                  <a:lnTo>
                    <a:pt x="5513309" y="1265348"/>
                  </a:lnTo>
                  <a:lnTo>
                    <a:pt x="5521459" y="1260645"/>
                  </a:lnTo>
                  <a:close/>
                </a:path>
                <a:path w="6723380" h="7035800">
                  <a:moveTo>
                    <a:pt x="5596155" y="1391207"/>
                  </a:moveTo>
                  <a:lnTo>
                    <a:pt x="5600265" y="1398326"/>
                  </a:lnTo>
                  <a:lnTo>
                    <a:pt x="5593146" y="1402437"/>
                  </a:lnTo>
                  <a:lnTo>
                    <a:pt x="5589035" y="1395317"/>
                  </a:lnTo>
                  <a:lnTo>
                    <a:pt x="5596155" y="1391207"/>
                  </a:lnTo>
                  <a:close/>
                </a:path>
                <a:path w="6723380" h="7035800">
                  <a:moveTo>
                    <a:pt x="5670856" y="1521768"/>
                  </a:moveTo>
                  <a:lnTo>
                    <a:pt x="5674381" y="1527875"/>
                  </a:lnTo>
                  <a:lnTo>
                    <a:pt x="5668280" y="1531399"/>
                  </a:lnTo>
                  <a:lnTo>
                    <a:pt x="5664756" y="1525293"/>
                  </a:lnTo>
                  <a:lnTo>
                    <a:pt x="5670856" y="1521768"/>
                  </a:lnTo>
                  <a:close/>
                </a:path>
                <a:path w="6723380" h="7035800">
                  <a:moveTo>
                    <a:pt x="5745558" y="1652330"/>
                  </a:moveTo>
                  <a:lnTo>
                    <a:pt x="5748496" y="1657418"/>
                  </a:lnTo>
                  <a:lnTo>
                    <a:pt x="5743408" y="1660356"/>
                  </a:lnTo>
                  <a:lnTo>
                    <a:pt x="5740470" y="1655268"/>
                  </a:lnTo>
                  <a:lnTo>
                    <a:pt x="5745558" y="1652330"/>
                  </a:lnTo>
                  <a:close/>
                </a:path>
                <a:path w="6723380" h="7035800">
                  <a:moveTo>
                    <a:pt x="5820366" y="1782495"/>
                  </a:moveTo>
                  <a:lnTo>
                    <a:pt x="5823014" y="1787074"/>
                  </a:lnTo>
                  <a:lnTo>
                    <a:pt x="5818435" y="1789716"/>
                  </a:lnTo>
                  <a:lnTo>
                    <a:pt x="5815794" y="1785137"/>
                  </a:lnTo>
                  <a:lnTo>
                    <a:pt x="5820366" y="1782495"/>
                  </a:lnTo>
                  <a:close/>
                </a:path>
                <a:path w="6723380" h="7035800">
                  <a:moveTo>
                    <a:pt x="5895068" y="1913057"/>
                  </a:moveTo>
                  <a:lnTo>
                    <a:pt x="5897123" y="1916617"/>
                  </a:lnTo>
                  <a:lnTo>
                    <a:pt x="5893563" y="1918672"/>
                  </a:lnTo>
                  <a:lnTo>
                    <a:pt x="5891508" y="1915112"/>
                  </a:lnTo>
                  <a:lnTo>
                    <a:pt x="5895068" y="1913057"/>
                  </a:lnTo>
                  <a:close/>
                </a:path>
                <a:path w="6723380" h="7035800">
                  <a:moveTo>
                    <a:pt x="5969882" y="2043210"/>
                  </a:moveTo>
                  <a:lnTo>
                    <a:pt x="5971641" y="2046267"/>
                  </a:lnTo>
                  <a:lnTo>
                    <a:pt x="5968585" y="2048032"/>
                  </a:lnTo>
                  <a:lnTo>
                    <a:pt x="5966825" y="2044976"/>
                  </a:lnTo>
                  <a:lnTo>
                    <a:pt x="5969882" y="2043210"/>
                  </a:lnTo>
                  <a:close/>
                </a:path>
                <a:path w="6723380" h="7035800">
                  <a:moveTo>
                    <a:pt x="6044577" y="2173779"/>
                  </a:moveTo>
                  <a:lnTo>
                    <a:pt x="6045756" y="2175816"/>
                  </a:lnTo>
                  <a:lnTo>
                    <a:pt x="6043725" y="2176989"/>
                  </a:lnTo>
                  <a:lnTo>
                    <a:pt x="6042546" y="2174952"/>
                  </a:lnTo>
                  <a:lnTo>
                    <a:pt x="6044577" y="2173779"/>
                  </a:lnTo>
                  <a:close/>
                </a:path>
                <a:path w="6723380" h="7035800">
                  <a:moveTo>
                    <a:pt x="6119392" y="2303944"/>
                  </a:moveTo>
                  <a:lnTo>
                    <a:pt x="6120274" y="2305466"/>
                  </a:lnTo>
                  <a:lnTo>
                    <a:pt x="6118746" y="2306349"/>
                  </a:lnTo>
                  <a:lnTo>
                    <a:pt x="6117863" y="2304826"/>
                  </a:lnTo>
                  <a:lnTo>
                    <a:pt x="6119392" y="2303944"/>
                  </a:lnTo>
                  <a:close/>
                </a:path>
                <a:path w="6723380" h="7035800">
                  <a:moveTo>
                    <a:pt x="4645101" y="28328"/>
                  </a:moveTo>
                  <a:lnTo>
                    <a:pt x="4656852" y="48680"/>
                  </a:lnTo>
                  <a:lnTo>
                    <a:pt x="4636501" y="60431"/>
                  </a:lnTo>
                  <a:lnTo>
                    <a:pt x="4624750" y="40080"/>
                  </a:lnTo>
                  <a:lnTo>
                    <a:pt x="4645101" y="28328"/>
                  </a:lnTo>
                  <a:close/>
                </a:path>
                <a:path w="6723380" h="7035800">
                  <a:moveTo>
                    <a:pt x="4719702" y="159287"/>
                  </a:moveTo>
                  <a:lnTo>
                    <a:pt x="4730571" y="178116"/>
                  </a:lnTo>
                  <a:lnTo>
                    <a:pt x="4711742" y="188985"/>
                  </a:lnTo>
                  <a:lnTo>
                    <a:pt x="4700867" y="170155"/>
                  </a:lnTo>
                  <a:lnTo>
                    <a:pt x="4719702" y="159287"/>
                  </a:lnTo>
                  <a:close/>
                </a:path>
                <a:path w="6723380" h="7035800">
                  <a:moveTo>
                    <a:pt x="4794398" y="289849"/>
                  </a:moveTo>
                  <a:lnTo>
                    <a:pt x="4804680" y="307659"/>
                  </a:lnTo>
                  <a:lnTo>
                    <a:pt x="4786870" y="317942"/>
                  </a:lnTo>
                  <a:lnTo>
                    <a:pt x="4776587" y="300131"/>
                  </a:lnTo>
                  <a:lnTo>
                    <a:pt x="4794398" y="289849"/>
                  </a:lnTo>
                  <a:close/>
                </a:path>
                <a:path w="6723380" h="7035800">
                  <a:moveTo>
                    <a:pt x="4869099" y="420410"/>
                  </a:moveTo>
                  <a:lnTo>
                    <a:pt x="4878796" y="437208"/>
                  </a:lnTo>
                  <a:lnTo>
                    <a:pt x="4862004" y="446905"/>
                  </a:lnTo>
                  <a:lnTo>
                    <a:pt x="4852307" y="430107"/>
                  </a:lnTo>
                  <a:lnTo>
                    <a:pt x="4869099" y="420410"/>
                  </a:lnTo>
                  <a:close/>
                </a:path>
                <a:path w="6723380" h="7035800">
                  <a:moveTo>
                    <a:pt x="4943801" y="550972"/>
                  </a:moveTo>
                  <a:lnTo>
                    <a:pt x="4952911" y="566751"/>
                  </a:lnTo>
                  <a:lnTo>
                    <a:pt x="4937138" y="575855"/>
                  </a:lnTo>
                  <a:lnTo>
                    <a:pt x="4928028" y="560082"/>
                  </a:lnTo>
                  <a:lnTo>
                    <a:pt x="4943801" y="550972"/>
                  </a:lnTo>
                  <a:close/>
                </a:path>
                <a:path w="6723380" h="7035800">
                  <a:moveTo>
                    <a:pt x="5018396" y="681943"/>
                  </a:moveTo>
                  <a:lnTo>
                    <a:pt x="5026623" y="696188"/>
                  </a:lnTo>
                  <a:lnTo>
                    <a:pt x="5012372" y="704415"/>
                  </a:lnTo>
                  <a:lnTo>
                    <a:pt x="5004151" y="690170"/>
                  </a:lnTo>
                  <a:lnTo>
                    <a:pt x="5018396" y="681943"/>
                  </a:lnTo>
                  <a:close/>
                </a:path>
                <a:path w="6723380" h="7035800">
                  <a:moveTo>
                    <a:pt x="5093104" y="812505"/>
                  </a:moveTo>
                  <a:lnTo>
                    <a:pt x="5100738" y="825731"/>
                  </a:lnTo>
                  <a:lnTo>
                    <a:pt x="5087512" y="833372"/>
                  </a:lnTo>
                  <a:lnTo>
                    <a:pt x="5079872" y="820140"/>
                  </a:lnTo>
                  <a:lnTo>
                    <a:pt x="5093104" y="812505"/>
                  </a:lnTo>
                  <a:close/>
                </a:path>
                <a:path w="6723380" h="7035800">
                  <a:moveTo>
                    <a:pt x="5167805" y="943067"/>
                  </a:moveTo>
                  <a:lnTo>
                    <a:pt x="5174854" y="955274"/>
                  </a:lnTo>
                  <a:lnTo>
                    <a:pt x="5162640" y="962329"/>
                  </a:lnTo>
                  <a:lnTo>
                    <a:pt x="5155592" y="950121"/>
                  </a:lnTo>
                  <a:lnTo>
                    <a:pt x="5167805" y="943067"/>
                  </a:lnTo>
                  <a:close/>
                </a:path>
                <a:path w="6723380" h="7035800">
                  <a:moveTo>
                    <a:pt x="5242501" y="1073635"/>
                  </a:moveTo>
                  <a:lnTo>
                    <a:pt x="5248963" y="1084823"/>
                  </a:lnTo>
                  <a:lnTo>
                    <a:pt x="5237774" y="1091285"/>
                  </a:lnTo>
                  <a:lnTo>
                    <a:pt x="5231312" y="1080097"/>
                  </a:lnTo>
                  <a:lnTo>
                    <a:pt x="5242501" y="1073635"/>
                  </a:lnTo>
                  <a:close/>
                </a:path>
                <a:path w="6723380" h="7035800">
                  <a:moveTo>
                    <a:pt x="5317102" y="1204593"/>
                  </a:moveTo>
                  <a:lnTo>
                    <a:pt x="5322681" y="1214260"/>
                  </a:lnTo>
                  <a:lnTo>
                    <a:pt x="5313015" y="1219845"/>
                  </a:lnTo>
                  <a:lnTo>
                    <a:pt x="5307429" y="1210173"/>
                  </a:lnTo>
                  <a:lnTo>
                    <a:pt x="5317102" y="1204593"/>
                  </a:lnTo>
                  <a:close/>
                </a:path>
                <a:path w="6723380" h="7035800">
                  <a:moveTo>
                    <a:pt x="5391797" y="1335155"/>
                  </a:moveTo>
                  <a:lnTo>
                    <a:pt x="5396796" y="1343809"/>
                  </a:lnTo>
                  <a:lnTo>
                    <a:pt x="5388143" y="1348802"/>
                  </a:lnTo>
                  <a:lnTo>
                    <a:pt x="5383150" y="1340148"/>
                  </a:lnTo>
                  <a:lnTo>
                    <a:pt x="5391797" y="1335155"/>
                  </a:lnTo>
                  <a:close/>
                </a:path>
                <a:path w="6723380" h="7035800">
                  <a:moveTo>
                    <a:pt x="5466612" y="1465315"/>
                  </a:moveTo>
                  <a:lnTo>
                    <a:pt x="5471315" y="1473458"/>
                  </a:lnTo>
                  <a:lnTo>
                    <a:pt x="5463170" y="1478162"/>
                  </a:lnTo>
                  <a:lnTo>
                    <a:pt x="5458467" y="1470012"/>
                  </a:lnTo>
                  <a:lnTo>
                    <a:pt x="5466612" y="1465315"/>
                  </a:lnTo>
                  <a:close/>
                </a:path>
                <a:path w="6723380" h="7035800">
                  <a:moveTo>
                    <a:pt x="5541313" y="1595877"/>
                  </a:moveTo>
                  <a:lnTo>
                    <a:pt x="5545424" y="1603002"/>
                  </a:lnTo>
                  <a:lnTo>
                    <a:pt x="5538304" y="1607112"/>
                  </a:lnTo>
                  <a:lnTo>
                    <a:pt x="5534188" y="1599993"/>
                  </a:lnTo>
                  <a:lnTo>
                    <a:pt x="5541313" y="1595877"/>
                  </a:lnTo>
                  <a:close/>
                </a:path>
                <a:path w="6723380" h="7035800">
                  <a:moveTo>
                    <a:pt x="5616009" y="1726444"/>
                  </a:moveTo>
                  <a:lnTo>
                    <a:pt x="5619539" y="1732551"/>
                  </a:lnTo>
                  <a:lnTo>
                    <a:pt x="5613432" y="1736075"/>
                  </a:lnTo>
                  <a:lnTo>
                    <a:pt x="5609908" y="1729969"/>
                  </a:lnTo>
                  <a:lnTo>
                    <a:pt x="5616009" y="1726444"/>
                  </a:lnTo>
                  <a:close/>
                </a:path>
                <a:path w="6723380" h="7035800">
                  <a:moveTo>
                    <a:pt x="5690716" y="1857006"/>
                  </a:moveTo>
                  <a:lnTo>
                    <a:pt x="5693654" y="1862094"/>
                  </a:lnTo>
                  <a:lnTo>
                    <a:pt x="5688566" y="1865032"/>
                  </a:lnTo>
                  <a:lnTo>
                    <a:pt x="5685629" y="1859944"/>
                  </a:lnTo>
                  <a:lnTo>
                    <a:pt x="5690716" y="1857006"/>
                  </a:lnTo>
                  <a:close/>
                </a:path>
                <a:path w="6723380" h="7035800">
                  <a:moveTo>
                    <a:pt x="5765531" y="1987165"/>
                  </a:moveTo>
                  <a:lnTo>
                    <a:pt x="5768172" y="1991750"/>
                  </a:lnTo>
                  <a:lnTo>
                    <a:pt x="5763594" y="1994391"/>
                  </a:lnTo>
                  <a:lnTo>
                    <a:pt x="5760946" y="1989813"/>
                  </a:lnTo>
                  <a:lnTo>
                    <a:pt x="5765531" y="1987165"/>
                  </a:lnTo>
                  <a:close/>
                </a:path>
                <a:path w="6723380" h="7035800">
                  <a:moveTo>
                    <a:pt x="5840226" y="2117733"/>
                  </a:moveTo>
                  <a:lnTo>
                    <a:pt x="5842282" y="2121293"/>
                  </a:lnTo>
                  <a:lnTo>
                    <a:pt x="5838722" y="2123348"/>
                  </a:lnTo>
                  <a:lnTo>
                    <a:pt x="5836667" y="2119788"/>
                  </a:lnTo>
                  <a:lnTo>
                    <a:pt x="5840226" y="2117733"/>
                  </a:lnTo>
                  <a:close/>
                </a:path>
                <a:path w="6723380" h="7035800">
                  <a:moveTo>
                    <a:pt x="5914928" y="2248295"/>
                  </a:moveTo>
                  <a:lnTo>
                    <a:pt x="5916397" y="2250842"/>
                  </a:lnTo>
                  <a:lnTo>
                    <a:pt x="5913856" y="2252311"/>
                  </a:lnTo>
                  <a:lnTo>
                    <a:pt x="5912387" y="2249764"/>
                  </a:lnTo>
                  <a:lnTo>
                    <a:pt x="5914928" y="2248295"/>
                  </a:lnTo>
                  <a:close/>
                </a:path>
                <a:path w="6723380" h="7035800">
                  <a:moveTo>
                    <a:pt x="5989742" y="2378454"/>
                  </a:moveTo>
                  <a:lnTo>
                    <a:pt x="5990915" y="2380492"/>
                  </a:lnTo>
                  <a:lnTo>
                    <a:pt x="5988883" y="2381665"/>
                  </a:lnTo>
                  <a:lnTo>
                    <a:pt x="5987704" y="2379627"/>
                  </a:lnTo>
                  <a:lnTo>
                    <a:pt x="5989742" y="2378454"/>
                  </a:lnTo>
                  <a:close/>
                </a:path>
                <a:path w="6723380" h="7035800">
                  <a:moveTo>
                    <a:pt x="6063425" y="2509603"/>
                  </a:moveTo>
                  <a:lnTo>
                    <a:pt x="6064775" y="2509603"/>
                  </a:lnTo>
                  <a:lnTo>
                    <a:pt x="6065024" y="2510035"/>
                  </a:lnTo>
                  <a:lnTo>
                    <a:pt x="6063674" y="2510035"/>
                  </a:lnTo>
                  <a:lnTo>
                    <a:pt x="6063425" y="2509603"/>
                  </a:lnTo>
                  <a:close/>
                </a:path>
                <a:path w="6723380" h="7035800">
                  <a:moveTo>
                    <a:pt x="4427917" y="0"/>
                  </a:moveTo>
                  <a:lnTo>
                    <a:pt x="4442672" y="0"/>
                  </a:lnTo>
                  <a:lnTo>
                    <a:pt x="4431605" y="6388"/>
                  </a:lnTo>
                  <a:lnTo>
                    <a:pt x="4427917" y="0"/>
                  </a:lnTo>
                  <a:close/>
                </a:path>
                <a:path w="6723380" h="7035800">
                  <a:moveTo>
                    <a:pt x="4515663" y="102039"/>
                  </a:moveTo>
                  <a:lnTo>
                    <a:pt x="4528293" y="123913"/>
                  </a:lnTo>
                  <a:lnTo>
                    <a:pt x="4506419" y="136547"/>
                  </a:lnTo>
                  <a:lnTo>
                    <a:pt x="4493785" y="114667"/>
                  </a:lnTo>
                  <a:lnTo>
                    <a:pt x="4515663" y="102039"/>
                  </a:lnTo>
                  <a:close/>
                </a:path>
                <a:path w="6723380" h="7035800">
                  <a:moveTo>
                    <a:pt x="4590366" y="232601"/>
                  </a:moveTo>
                  <a:lnTo>
                    <a:pt x="4602414" y="253462"/>
                  </a:lnTo>
                  <a:lnTo>
                    <a:pt x="4581553" y="265503"/>
                  </a:lnTo>
                  <a:lnTo>
                    <a:pt x="4569505" y="244643"/>
                  </a:lnTo>
                  <a:lnTo>
                    <a:pt x="4590366" y="232601"/>
                  </a:lnTo>
                  <a:close/>
                </a:path>
                <a:path w="6723380" h="7035800">
                  <a:moveTo>
                    <a:pt x="4664961" y="363560"/>
                  </a:moveTo>
                  <a:lnTo>
                    <a:pt x="4676126" y="382899"/>
                  </a:lnTo>
                  <a:lnTo>
                    <a:pt x="4656793" y="394063"/>
                  </a:lnTo>
                  <a:lnTo>
                    <a:pt x="4645628" y="374724"/>
                  </a:lnTo>
                  <a:lnTo>
                    <a:pt x="4664961" y="363560"/>
                  </a:lnTo>
                  <a:close/>
                </a:path>
                <a:path w="6723380" h="7035800">
                  <a:moveTo>
                    <a:pt x="4739663" y="494121"/>
                  </a:moveTo>
                  <a:lnTo>
                    <a:pt x="4750241" y="512447"/>
                  </a:lnTo>
                  <a:lnTo>
                    <a:pt x="4731921" y="523020"/>
                  </a:lnTo>
                  <a:lnTo>
                    <a:pt x="4721343" y="504700"/>
                  </a:lnTo>
                  <a:lnTo>
                    <a:pt x="4739663" y="494121"/>
                  </a:lnTo>
                  <a:close/>
                </a:path>
                <a:path w="6723380" h="7035800">
                  <a:moveTo>
                    <a:pt x="4814365" y="624683"/>
                  </a:moveTo>
                  <a:lnTo>
                    <a:pt x="4824357" y="641990"/>
                  </a:lnTo>
                  <a:lnTo>
                    <a:pt x="4807056" y="651977"/>
                  </a:lnTo>
                  <a:lnTo>
                    <a:pt x="4797063" y="634675"/>
                  </a:lnTo>
                  <a:lnTo>
                    <a:pt x="4814365" y="624683"/>
                  </a:lnTo>
                  <a:close/>
                </a:path>
                <a:path w="6723380" h="7035800">
                  <a:moveTo>
                    <a:pt x="4888960" y="755654"/>
                  </a:moveTo>
                  <a:lnTo>
                    <a:pt x="4898069" y="771427"/>
                  </a:lnTo>
                  <a:lnTo>
                    <a:pt x="4882296" y="780531"/>
                  </a:lnTo>
                  <a:lnTo>
                    <a:pt x="4873187" y="764758"/>
                  </a:lnTo>
                  <a:lnTo>
                    <a:pt x="4888960" y="755654"/>
                  </a:lnTo>
                  <a:close/>
                </a:path>
                <a:path w="6723380" h="7035800">
                  <a:moveTo>
                    <a:pt x="4963662" y="886216"/>
                  </a:moveTo>
                  <a:lnTo>
                    <a:pt x="4972185" y="900970"/>
                  </a:lnTo>
                  <a:lnTo>
                    <a:pt x="4957424" y="909493"/>
                  </a:lnTo>
                  <a:lnTo>
                    <a:pt x="4948907" y="894733"/>
                  </a:lnTo>
                  <a:lnTo>
                    <a:pt x="4963662" y="886216"/>
                  </a:lnTo>
                  <a:close/>
                </a:path>
                <a:path w="6723380" h="7035800">
                  <a:moveTo>
                    <a:pt x="5038369" y="1016778"/>
                  </a:moveTo>
                  <a:lnTo>
                    <a:pt x="5046300" y="1030513"/>
                  </a:lnTo>
                  <a:lnTo>
                    <a:pt x="5032558" y="1038450"/>
                  </a:lnTo>
                  <a:lnTo>
                    <a:pt x="5024627" y="1024709"/>
                  </a:lnTo>
                  <a:lnTo>
                    <a:pt x="5038369" y="1016778"/>
                  </a:lnTo>
                  <a:close/>
                </a:path>
                <a:path w="6723380" h="7035800">
                  <a:moveTo>
                    <a:pt x="5112958" y="1147742"/>
                  </a:moveTo>
                  <a:lnTo>
                    <a:pt x="5120012" y="1159956"/>
                  </a:lnTo>
                  <a:lnTo>
                    <a:pt x="5107799" y="1167004"/>
                  </a:lnTo>
                  <a:lnTo>
                    <a:pt x="5100745" y="1154791"/>
                  </a:lnTo>
                  <a:lnTo>
                    <a:pt x="5112958" y="1147742"/>
                  </a:lnTo>
                  <a:close/>
                </a:path>
                <a:path w="6723380" h="7035800">
                  <a:moveTo>
                    <a:pt x="5187553" y="1278707"/>
                  </a:moveTo>
                  <a:lnTo>
                    <a:pt x="5193725" y="1289392"/>
                  </a:lnTo>
                  <a:lnTo>
                    <a:pt x="5183039" y="1295558"/>
                  </a:lnTo>
                  <a:lnTo>
                    <a:pt x="5176868" y="1284873"/>
                  </a:lnTo>
                  <a:lnTo>
                    <a:pt x="5187553" y="1278707"/>
                  </a:lnTo>
                  <a:close/>
                </a:path>
                <a:path w="6723380" h="7035800">
                  <a:moveTo>
                    <a:pt x="5262255" y="1409269"/>
                  </a:moveTo>
                  <a:lnTo>
                    <a:pt x="5267840" y="1418936"/>
                  </a:lnTo>
                  <a:lnTo>
                    <a:pt x="5258168" y="1424521"/>
                  </a:lnTo>
                  <a:lnTo>
                    <a:pt x="5252588" y="1414849"/>
                  </a:lnTo>
                  <a:lnTo>
                    <a:pt x="5262255" y="1409269"/>
                  </a:lnTo>
                  <a:close/>
                </a:path>
                <a:path w="6723380" h="7035800">
                  <a:moveTo>
                    <a:pt x="5336962" y="1539831"/>
                  </a:moveTo>
                  <a:lnTo>
                    <a:pt x="5341955" y="1548478"/>
                  </a:lnTo>
                  <a:lnTo>
                    <a:pt x="5333302" y="1553478"/>
                  </a:lnTo>
                  <a:lnTo>
                    <a:pt x="5328308" y="1544830"/>
                  </a:lnTo>
                  <a:lnTo>
                    <a:pt x="5336962" y="1539831"/>
                  </a:lnTo>
                  <a:close/>
                </a:path>
                <a:path w="6723380" h="7035800">
                  <a:moveTo>
                    <a:pt x="5411664" y="1670393"/>
                  </a:moveTo>
                  <a:lnTo>
                    <a:pt x="5416070" y="1678027"/>
                  </a:lnTo>
                  <a:lnTo>
                    <a:pt x="5408430" y="1682434"/>
                  </a:lnTo>
                  <a:lnTo>
                    <a:pt x="5404023" y="1674805"/>
                  </a:lnTo>
                  <a:lnTo>
                    <a:pt x="5411664" y="1670393"/>
                  </a:lnTo>
                  <a:close/>
                </a:path>
                <a:path w="6723380" h="7035800">
                  <a:moveTo>
                    <a:pt x="5486472" y="1800552"/>
                  </a:moveTo>
                  <a:lnTo>
                    <a:pt x="5490582" y="1807677"/>
                  </a:lnTo>
                  <a:lnTo>
                    <a:pt x="5483457" y="1811794"/>
                  </a:lnTo>
                  <a:lnTo>
                    <a:pt x="5479346" y="1804668"/>
                  </a:lnTo>
                  <a:lnTo>
                    <a:pt x="5486472" y="1800552"/>
                  </a:lnTo>
                  <a:close/>
                </a:path>
                <a:path w="6723380" h="7035800">
                  <a:moveTo>
                    <a:pt x="5561173" y="1931120"/>
                  </a:moveTo>
                  <a:lnTo>
                    <a:pt x="5564698" y="1937226"/>
                  </a:lnTo>
                  <a:lnTo>
                    <a:pt x="5558591" y="1940751"/>
                  </a:lnTo>
                  <a:lnTo>
                    <a:pt x="5555061" y="1934644"/>
                  </a:lnTo>
                  <a:lnTo>
                    <a:pt x="5561173" y="1931120"/>
                  </a:lnTo>
                  <a:close/>
                </a:path>
                <a:path w="6723380" h="7035800">
                  <a:moveTo>
                    <a:pt x="5635869" y="2061682"/>
                  </a:moveTo>
                  <a:lnTo>
                    <a:pt x="5638807" y="2066770"/>
                  </a:lnTo>
                  <a:lnTo>
                    <a:pt x="5633719" y="2069707"/>
                  </a:lnTo>
                  <a:lnTo>
                    <a:pt x="5630781" y="2064620"/>
                  </a:lnTo>
                  <a:lnTo>
                    <a:pt x="5635869" y="2061682"/>
                  </a:lnTo>
                  <a:close/>
                </a:path>
                <a:path w="6723380" h="7035800">
                  <a:moveTo>
                    <a:pt x="5710577" y="2192244"/>
                  </a:moveTo>
                  <a:lnTo>
                    <a:pt x="5712928" y="2196319"/>
                  </a:lnTo>
                  <a:lnTo>
                    <a:pt x="5708859" y="2198664"/>
                  </a:lnTo>
                  <a:lnTo>
                    <a:pt x="5706507" y="2194595"/>
                  </a:lnTo>
                  <a:lnTo>
                    <a:pt x="5710577" y="2192244"/>
                  </a:lnTo>
                  <a:close/>
                </a:path>
                <a:path w="6723380" h="7035800">
                  <a:moveTo>
                    <a:pt x="5785385" y="2322403"/>
                  </a:moveTo>
                  <a:lnTo>
                    <a:pt x="5787446" y="2325968"/>
                  </a:lnTo>
                  <a:lnTo>
                    <a:pt x="5783880" y="2328023"/>
                  </a:lnTo>
                  <a:lnTo>
                    <a:pt x="5781819" y="2324458"/>
                  </a:lnTo>
                  <a:lnTo>
                    <a:pt x="5785385" y="2322403"/>
                  </a:lnTo>
                  <a:close/>
                </a:path>
                <a:path w="6723380" h="7035800">
                  <a:moveTo>
                    <a:pt x="5860080" y="2452971"/>
                  </a:moveTo>
                  <a:lnTo>
                    <a:pt x="5861549" y="2455512"/>
                  </a:lnTo>
                  <a:lnTo>
                    <a:pt x="5859008" y="2456981"/>
                  </a:lnTo>
                  <a:lnTo>
                    <a:pt x="5857539" y="2454440"/>
                  </a:lnTo>
                  <a:lnTo>
                    <a:pt x="5860080" y="2452971"/>
                  </a:lnTo>
                  <a:close/>
                </a:path>
                <a:path w="6723380" h="7035800">
                  <a:moveTo>
                    <a:pt x="5934788" y="2583533"/>
                  </a:moveTo>
                  <a:lnTo>
                    <a:pt x="5935670" y="2585061"/>
                  </a:lnTo>
                  <a:lnTo>
                    <a:pt x="5934148" y="2585938"/>
                  </a:lnTo>
                  <a:lnTo>
                    <a:pt x="5933266" y="2584410"/>
                  </a:lnTo>
                  <a:lnTo>
                    <a:pt x="5934788" y="2583533"/>
                  </a:lnTo>
                  <a:close/>
                </a:path>
                <a:path w="6723380" h="7035800">
                  <a:moveTo>
                    <a:pt x="4311526" y="45182"/>
                  </a:moveTo>
                  <a:lnTo>
                    <a:pt x="4325629" y="69609"/>
                  </a:lnTo>
                  <a:lnTo>
                    <a:pt x="4301202" y="83712"/>
                  </a:lnTo>
                  <a:lnTo>
                    <a:pt x="4287099" y="59285"/>
                  </a:lnTo>
                  <a:lnTo>
                    <a:pt x="4311526" y="45182"/>
                  </a:lnTo>
                  <a:close/>
                </a:path>
                <a:path w="6723380" h="7035800">
                  <a:moveTo>
                    <a:pt x="4386121" y="176147"/>
                  </a:moveTo>
                  <a:lnTo>
                    <a:pt x="4399341" y="199046"/>
                  </a:lnTo>
                  <a:lnTo>
                    <a:pt x="4376443" y="212266"/>
                  </a:lnTo>
                  <a:lnTo>
                    <a:pt x="4363223" y="189368"/>
                  </a:lnTo>
                  <a:lnTo>
                    <a:pt x="4386121" y="176147"/>
                  </a:lnTo>
                  <a:close/>
                </a:path>
                <a:path w="6723380" h="7035800">
                  <a:moveTo>
                    <a:pt x="4460823" y="306716"/>
                  </a:moveTo>
                  <a:lnTo>
                    <a:pt x="4473457" y="328589"/>
                  </a:lnTo>
                  <a:lnTo>
                    <a:pt x="4451571" y="341223"/>
                  </a:lnTo>
                  <a:lnTo>
                    <a:pt x="4438943" y="319349"/>
                  </a:lnTo>
                  <a:lnTo>
                    <a:pt x="4460823" y="306716"/>
                  </a:lnTo>
                  <a:close/>
                </a:path>
                <a:path w="6723380" h="7035800">
                  <a:moveTo>
                    <a:pt x="4535518" y="437272"/>
                  </a:moveTo>
                  <a:lnTo>
                    <a:pt x="4547566" y="458139"/>
                  </a:lnTo>
                  <a:lnTo>
                    <a:pt x="4526705" y="470186"/>
                  </a:lnTo>
                  <a:lnTo>
                    <a:pt x="4514657" y="449319"/>
                  </a:lnTo>
                  <a:lnTo>
                    <a:pt x="4535518" y="437272"/>
                  </a:lnTo>
                  <a:close/>
                </a:path>
                <a:path w="6723380" h="7035800">
                  <a:moveTo>
                    <a:pt x="4610120" y="568236"/>
                  </a:moveTo>
                  <a:lnTo>
                    <a:pt x="4621285" y="587575"/>
                  </a:lnTo>
                  <a:lnTo>
                    <a:pt x="4601946" y="598740"/>
                  </a:lnTo>
                  <a:lnTo>
                    <a:pt x="4590781" y="579401"/>
                  </a:lnTo>
                  <a:lnTo>
                    <a:pt x="4610120" y="568236"/>
                  </a:lnTo>
                  <a:close/>
                </a:path>
                <a:path w="6723380" h="7035800">
                  <a:moveTo>
                    <a:pt x="4684821" y="698805"/>
                  </a:moveTo>
                  <a:lnTo>
                    <a:pt x="4695394" y="717119"/>
                  </a:lnTo>
                  <a:lnTo>
                    <a:pt x="4677080" y="727697"/>
                  </a:lnTo>
                  <a:lnTo>
                    <a:pt x="4666501" y="709378"/>
                  </a:lnTo>
                  <a:lnTo>
                    <a:pt x="4684821" y="698805"/>
                  </a:lnTo>
                  <a:close/>
                </a:path>
                <a:path w="6723380" h="7035800">
                  <a:moveTo>
                    <a:pt x="4759523" y="829366"/>
                  </a:moveTo>
                  <a:lnTo>
                    <a:pt x="4769509" y="846668"/>
                  </a:lnTo>
                  <a:lnTo>
                    <a:pt x="4752208" y="856654"/>
                  </a:lnTo>
                  <a:lnTo>
                    <a:pt x="4742222" y="839353"/>
                  </a:lnTo>
                  <a:lnTo>
                    <a:pt x="4759523" y="829366"/>
                  </a:lnTo>
                  <a:close/>
                </a:path>
                <a:path w="6723380" h="7035800">
                  <a:moveTo>
                    <a:pt x="4834118" y="960331"/>
                  </a:moveTo>
                  <a:lnTo>
                    <a:pt x="4843222" y="976104"/>
                  </a:lnTo>
                  <a:lnTo>
                    <a:pt x="4827449" y="985214"/>
                  </a:lnTo>
                  <a:lnTo>
                    <a:pt x="4818345" y="969441"/>
                  </a:lnTo>
                  <a:lnTo>
                    <a:pt x="4834118" y="960331"/>
                  </a:lnTo>
                  <a:close/>
                </a:path>
                <a:path w="6723380" h="7035800">
                  <a:moveTo>
                    <a:pt x="4908820" y="1090893"/>
                  </a:moveTo>
                  <a:lnTo>
                    <a:pt x="4917337" y="1105648"/>
                  </a:lnTo>
                  <a:lnTo>
                    <a:pt x="4902582" y="1114165"/>
                  </a:lnTo>
                  <a:lnTo>
                    <a:pt x="4894065" y="1099416"/>
                  </a:lnTo>
                  <a:lnTo>
                    <a:pt x="4908820" y="1090893"/>
                  </a:lnTo>
                  <a:close/>
                </a:path>
                <a:path w="6723380" h="7035800">
                  <a:moveTo>
                    <a:pt x="4983414" y="1221859"/>
                  </a:moveTo>
                  <a:lnTo>
                    <a:pt x="4991049" y="1235084"/>
                  </a:lnTo>
                  <a:lnTo>
                    <a:pt x="4977823" y="1242725"/>
                  </a:lnTo>
                  <a:lnTo>
                    <a:pt x="4970182" y="1229493"/>
                  </a:lnTo>
                  <a:lnTo>
                    <a:pt x="4983414" y="1221859"/>
                  </a:lnTo>
                  <a:close/>
                </a:path>
                <a:path w="6723380" h="7035800">
                  <a:moveTo>
                    <a:pt x="5058116" y="1352420"/>
                  </a:moveTo>
                  <a:lnTo>
                    <a:pt x="5065164" y="1364633"/>
                  </a:lnTo>
                  <a:lnTo>
                    <a:pt x="5052951" y="1371682"/>
                  </a:lnTo>
                  <a:lnTo>
                    <a:pt x="5045903" y="1359468"/>
                  </a:lnTo>
                  <a:lnTo>
                    <a:pt x="5058116" y="1352420"/>
                  </a:lnTo>
                  <a:close/>
                </a:path>
                <a:path w="6723380" h="7035800">
                  <a:moveTo>
                    <a:pt x="5132711" y="1483385"/>
                  </a:moveTo>
                  <a:lnTo>
                    <a:pt x="5138877" y="1494070"/>
                  </a:lnTo>
                  <a:lnTo>
                    <a:pt x="5128192" y="1500242"/>
                  </a:lnTo>
                  <a:lnTo>
                    <a:pt x="5122026" y="1489557"/>
                  </a:lnTo>
                  <a:lnTo>
                    <a:pt x="5132711" y="1483385"/>
                  </a:lnTo>
                  <a:close/>
                </a:path>
                <a:path w="6723380" h="7035800">
                  <a:moveTo>
                    <a:pt x="5207413" y="1613947"/>
                  </a:moveTo>
                  <a:lnTo>
                    <a:pt x="5212992" y="1623613"/>
                  </a:lnTo>
                  <a:lnTo>
                    <a:pt x="5203326" y="1629193"/>
                  </a:lnTo>
                  <a:lnTo>
                    <a:pt x="5197746" y="1619532"/>
                  </a:lnTo>
                  <a:lnTo>
                    <a:pt x="5207413" y="1613947"/>
                  </a:lnTo>
                  <a:close/>
                </a:path>
                <a:path w="6723380" h="7035800">
                  <a:moveTo>
                    <a:pt x="5282114" y="1744508"/>
                  </a:moveTo>
                  <a:lnTo>
                    <a:pt x="5287108" y="1753162"/>
                  </a:lnTo>
                  <a:lnTo>
                    <a:pt x="5278454" y="1758155"/>
                  </a:lnTo>
                  <a:lnTo>
                    <a:pt x="5273461" y="1749508"/>
                  </a:lnTo>
                  <a:lnTo>
                    <a:pt x="5282114" y="1744508"/>
                  </a:lnTo>
                  <a:close/>
                </a:path>
                <a:path w="6723380" h="7035800">
                  <a:moveTo>
                    <a:pt x="5356822" y="1875070"/>
                  </a:moveTo>
                  <a:lnTo>
                    <a:pt x="5361229" y="1882705"/>
                  </a:lnTo>
                  <a:lnTo>
                    <a:pt x="5353594" y="1887112"/>
                  </a:lnTo>
                  <a:lnTo>
                    <a:pt x="5349187" y="1879477"/>
                  </a:lnTo>
                  <a:lnTo>
                    <a:pt x="5356822" y="1875070"/>
                  </a:lnTo>
                  <a:close/>
                </a:path>
                <a:path w="6723380" h="7035800">
                  <a:moveTo>
                    <a:pt x="5431624" y="2005235"/>
                  </a:moveTo>
                  <a:lnTo>
                    <a:pt x="5435741" y="2012361"/>
                  </a:lnTo>
                  <a:lnTo>
                    <a:pt x="5428616" y="2016472"/>
                  </a:lnTo>
                  <a:lnTo>
                    <a:pt x="5424499" y="2009346"/>
                  </a:lnTo>
                  <a:lnTo>
                    <a:pt x="5431624" y="2005235"/>
                  </a:lnTo>
                  <a:close/>
                </a:path>
                <a:path w="6723380" h="7035800">
                  <a:moveTo>
                    <a:pt x="5506219" y="2136194"/>
                  </a:moveTo>
                  <a:lnTo>
                    <a:pt x="5509453" y="2141797"/>
                  </a:lnTo>
                  <a:lnTo>
                    <a:pt x="5503856" y="2145025"/>
                  </a:lnTo>
                  <a:lnTo>
                    <a:pt x="5500622" y="2139428"/>
                  </a:lnTo>
                  <a:lnTo>
                    <a:pt x="5506219" y="2136194"/>
                  </a:lnTo>
                  <a:close/>
                </a:path>
                <a:path w="6723380" h="7035800">
                  <a:moveTo>
                    <a:pt x="5580921" y="2266755"/>
                  </a:moveTo>
                  <a:lnTo>
                    <a:pt x="5583563" y="2271340"/>
                  </a:lnTo>
                  <a:lnTo>
                    <a:pt x="5578984" y="2273982"/>
                  </a:lnTo>
                  <a:lnTo>
                    <a:pt x="5576342" y="2269403"/>
                  </a:lnTo>
                  <a:lnTo>
                    <a:pt x="5580921" y="2266755"/>
                  </a:lnTo>
                  <a:close/>
                </a:path>
                <a:path w="6723380" h="7035800">
                  <a:moveTo>
                    <a:pt x="5655735" y="2396920"/>
                  </a:moveTo>
                  <a:lnTo>
                    <a:pt x="5658087" y="2400990"/>
                  </a:lnTo>
                  <a:lnTo>
                    <a:pt x="5654012" y="2403341"/>
                  </a:lnTo>
                  <a:lnTo>
                    <a:pt x="5651660" y="2399272"/>
                  </a:lnTo>
                  <a:lnTo>
                    <a:pt x="5655735" y="2396920"/>
                  </a:lnTo>
                  <a:close/>
                </a:path>
                <a:path w="6723380" h="7035800">
                  <a:moveTo>
                    <a:pt x="5730431" y="2527489"/>
                  </a:moveTo>
                  <a:lnTo>
                    <a:pt x="5732196" y="2530539"/>
                  </a:lnTo>
                  <a:lnTo>
                    <a:pt x="5729145" y="2532298"/>
                  </a:lnTo>
                  <a:lnTo>
                    <a:pt x="5727380" y="2529248"/>
                  </a:lnTo>
                  <a:lnTo>
                    <a:pt x="5730431" y="2527489"/>
                  </a:lnTo>
                  <a:close/>
                </a:path>
                <a:path w="6723380" h="7035800">
                  <a:moveTo>
                    <a:pt x="5805137" y="2658050"/>
                  </a:moveTo>
                  <a:lnTo>
                    <a:pt x="5806311" y="2660082"/>
                  </a:lnTo>
                  <a:lnTo>
                    <a:pt x="5804273" y="2661261"/>
                  </a:lnTo>
                  <a:lnTo>
                    <a:pt x="5803101" y="2659223"/>
                  </a:lnTo>
                  <a:lnTo>
                    <a:pt x="5805137" y="2658050"/>
                  </a:lnTo>
                  <a:close/>
                </a:path>
                <a:path w="6723380" h="7035800">
                  <a:moveTo>
                    <a:pt x="5879946" y="2788204"/>
                  </a:moveTo>
                  <a:lnTo>
                    <a:pt x="5880829" y="2789738"/>
                  </a:lnTo>
                  <a:lnTo>
                    <a:pt x="5879301" y="2790620"/>
                  </a:lnTo>
                  <a:lnTo>
                    <a:pt x="5878418" y="2789087"/>
                  </a:lnTo>
                  <a:lnTo>
                    <a:pt x="5879946" y="2788204"/>
                  </a:lnTo>
                  <a:close/>
                </a:path>
                <a:path w="6723380" h="7035800">
                  <a:moveTo>
                    <a:pt x="4087179" y="0"/>
                  </a:moveTo>
                  <a:lnTo>
                    <a:pt x="4114123" y="0"/>
                  </a:lnTo>
                  <a:lnTo>
                    <a:pt x="4122960" y="15306"/>
                  </a:lnTo>
                  <a:lnTo>
                    <a:pt x="4095986" y="30878"/>
                  </a:lnTo>
                  <a:lnTo>
                    <a:pt x="4080414" y="3904"/>
                  </a:lnTo>
                  <a:lnTo>
                    <a:pt x="4087179" y="0"/>
                  </a:lnTo>
                  <a:close/>
                </a:path>
                <a:path w="6723380" h="7035800">
                  <a:moveTo>
                    <a:pt x="4182196" y="118498"/>
                  </a:moveTo>
                  <a:lnTo>
                    <a:pt x="4197472" y="144956"/>
                  </a:lnTo>
                  <a:lnTo>
                    <a:pt x="4171014" y="160231"/>
                  </a:lnTo>
                  <a:lnTo>
                    <a:pt x="4155738" y="133773"/>
                  </a:lnTo>
                  <a:lnTo>
                    <a:pt x="4182196" y="118498"/>
                  </a:lnTo>
                  <a:close/>
                </a:path>
                <a:path w="6723380" h="7035800">
                  <a:moveTo>
                    <a:pt x="4256785" y="249463"/>
                  </a:moveTo>
                  <a:lnTo>
                    <a:pt x="4271184" y="274393"/>
                  </a:lnTo>
                  <a:lnTo>
                    <a:pt x="4246248" y="288791"/>
                  </a:lnTo>
                  <a:lnTo>
                    <a:pt x="4231855" y="263855"/>
                  </a:lnTo>
                  <a:lnTo>
                    <a:pt x="4256785" y="249463"/>
                  </a:lnTo>
                  <a:close/>
                </a:path>
                <a:path w="6723380" h="7035800">
                  <a:moveTo>
                    <a:pt x="4331386" y="380421"/>
                  </a:moveTo>
                  <a:lnTo>
                    <a:pt x="4344903" y="403829"/>
                  </a:lnTo>
                  <a:lnTo>
                    <a:pt x="4321489" y="417345"/>
                  </a:lnTo>
                  <a:lnTo>
                    <a:pt x="4307978" y="393938"/>
                  </a:lnTo>
                  <a:lnTo>
                    <a:pt x="4331386" y="380421"/>
                  </a:lnTo>
                  <a:close/>
                </a:path>
                <a:path w="6723380" h="7035800">
                  <a:moveTo>
                    <a:pt x="4405981" y="511386"/>
                  </a:moveTo>
                  <a:lnTo>
                    <a:pt x="4418615" y="533266"/>
                  </a:lnTo>
                  <a:lnTo>
                    <a:pt x="4396730" y="545900"/>
                  </a:lnTo>
                  <a:lnTo>
                    <a:pt x="4384096" y="524020"/>
                  </a:lnTo>
                  <a:lnTo>
                    <a:pt x="4405981" y="511386"/>
                  </a:lnTo>
                  <a:close/>
                </a:path>
                <a:path w="6723380" h="7035800">
                  <a:moveTo>
                    <a:pt x="4480683" y="641948"/>
                  </a:moveTo>
                  <a:lnTo>
                    <a:pt x="4492730" y="662815"/>
                  </a:lnTo>
                  <a:lnTo>
                    <a:pt x="4471864" y="674862"/>
                  </a:lnTo>
                  <a:lnTo>
                    <a:pt x="4459816" y="653995"/>
                  </a:lnTo>
                  <a:lnTo>
                    <a:pt x="4480683" y="641948"/>
                  </a:lnTo>
                  <a:close/>
                </a:path>
                <a:path w="6723380" h="7035800">
                  <a:moveTo>
                    <a:pt x="4555278" y="772913"/>
                  </a:moveTo>
                  <a:lnTo>
                    <a:pt x="4566443" y="792252"/>
                  </a:lnTo>
                  <a:lnTo>
                    <a:pt x="4547104" y="803417"/>
                  </a:lnTo>
                  <a:lnTo>
                    <a:pt x="4535939" y="784078"/>
                  </a:lnTo>
                  <a:lnTo>
                    <a:pt x="4555278" y="772913"/>
                  </a:lnTo>
                  <a:close/>
                </a:path>
                <a:path w="6723380" h="7035800">
                  <a:moveTo>
                    <a:pt x="4629980" y="903481"/>
                  </a:moveTo>
                  <a:lnTo>
                    <a:pt x="4640558" y="921795"/>
                  </a:lnTo>
                  <a:lnTo>
                    <a:pt x="4622232" y="932374"/>
                  </a:lnTo>
                  <a:lnTo>
                    <a:pt x="4611660" y="914060"/>
                  </a:lnTo>
                  <a:lnTo>
                    <a:pt x="4629980" y="903481"/>
                  </a:lnTo>
                  <a:close/>
                </a:path>
                <a:path w="6723380" h="7035800">
                  <a:moveTo>
                    <a:pt x="4704681" y="1034043"/>
                  </a:moveTo>
                  <a:lnTo>
                    <a:pt x="4714668" y="1051344"/>
                  </a:lnTo>
                  <a:lnTo>
                    <a:pt x="4697366" y="1061336"/>
                  </a:lnTo>
                  <a:lnTo>
                    <a:pt x="4687374" y="1044035"/>
                  </a:lnTo>
                  <a:lnTo>
                    <a:pt x="4704681" y="1034043"/>
                  </a:lnTo>
                  <a:close/>
                </a:path>
                <a:path w="6723380" h="7035800">
                  <a:moveTo>
                    <a:pt x="4779276" y="1165001"/>
                  </a:moveTo>
                  <a:lnTo>
                    <a:pt x="4788386" y="1180780"/>
                  </a:lnTo>
                  <a:lnTo>
                    <a:pt x="4772607" y="1189890"/>
                  </a:lnTo>
                  <a:lnTo>
                    <a:pt x="4763497" y="1174111"/>
                  </a:lnTo>
                  <a:lnTo>
                    <a:pt x="4779276" y="1165001"/>
                  </a:lnTo>
                  <a:close/>
                </a:path>
                <a:path w="6723380" h="7035800">
                  <a:moveTo>
                    <a:pt x="4853871" y="1295972"/>
                  </a:moveTo>
                  <a:lnTo>
                    <a:pt x="4862098" y="1310217"/>
                  </a:lnTo>
                  <a:lnTo>
                    <a:pt x="4847848" y="1318444"/>
                  </a:lnTo>
                  <a:lnTo>
                    <a:pt x="4839620" y="1304199"/>
                  </a:lnTo>
                  <a:lnTo>
                    <a:pt x="4853871" y="1295972"/>
                  </a:lnTo>
                  <a:close/>
                </a:path>
                <a:path w="6723380" h="7035800">
                  <a:moveTo>
                    <a:pt x="4928573" y="1426534"/>
                  </a:moveTo>
                  <a:lnTo>
                    <a:pt x="4936214" y="1439760"/>
                  </a:lnTo>
                  <a:lnTo>
                    <a:pt x="4922976" y="1447401"/>
                  </a:lnTo>
                  <a:lnTo>
                    <a:pt x="4915341" y="1434175"/>
                  </a:lnTo>
                  <a:lnTo>
                    <a:pt x="4928573" y="1426534"/>
                  </a:lnTo>
                  <a:close/>
                </a:path>
                <a:path w="6723380" h="7035800">
                  <a:moveTo>
                    <a:pt x="5003269" y="1557096"/>
                  </a:moveTo>
                  <a:lnTo>
                    <a:pt x="5010323" y="1569309"/>
                  </a:lnTo>
                  <a:lnTo>
                    <a:pt x="4998116" y="1576358"/>
                  </a:lnTo>
                  <a:lnTo>
                    <a:pt x="4991061" y="1564144"/>
                  </a:lnTo>
                  <a:lnTo>
                    <a:pt x="5003269" y="1557096"/>
                  </a:lnTo>
                  <a:close/>
                </a:path>
                <a:path w="6723380" h="7035800">
                  <a:moveTo>
                    <a:pt x="5077870" y="1688054"/>
                  </a:moveTo>
                  <a:lnTo>
                    <a:pt x="5084041" y="1698745"/>
                  </a:lnTo>
                  <a:lnTo>
                    <a:pt x="5073350" y="1704917"/>
                  </a:lnTo>
                  <a:lnTo>
                    <a:pt x="5067179" y="1694226"/>
                  </a:lnTo>
                  <a:lnTo>
                    <a:pt x="5077870" y="1688054"/>
                  </a:lnTo>
                  <a:close/>
                </a:path>
                <a:path w="6723380" h="7035800">
                  <a:moveTo>
                    <a:pt x="5152465" y="1819025"/>
                  </a:moveTo>
                  <a:lnTo>
                    <a:pt x="5157754" y="1828182"/>
                  </a:lnTo>
                  <a:lnTo>
                    <a:pt x="5148591" y="1833471"/>
                  </a:lnTo>
                  <a:lnTo>
                    <a:pt x="5143301" y="1824314"/>
                  </a:lnTo>
                  <a:lnTo>
                    <a:pt x="5152465" y="1819025"/>
                  </a:lnTo>
                  <a:close/>
                </a:path>
                <a:path w="6723380" h="7035800">
                  <a:moveTo>
                    <a:pt x="5227166" y="1949587"/>
                  </a:moveTo>
                  <a:lnTo>
                    <a:pt x="5231869" y="1957725"/>
                  </a:lnTo>
                  <a:lnTo>
                    <a:pt x="5223719" y="1962428"/>
                  </a:lnTo>
                  <a:lnTo>
                    <a:pt x="5219022" y="1954290"/>
                  </a:lnTo>
                  <a:lnTo>
                    <a:pt x="5227166" y="1949587"/>
                  </a:lnTo>
                  <a:close/>
                </a:path>
                <a:path w="6723380" h="7035800">
                  <a:moveTo>
                    <a:pt x="5301974" y="2079746"/>
                  </a:moveTo>
                  <a:lnTo>
                    <a:pt x="5306381" y="2087381"/>
                  </a:lnTo>
                  <a:lnTo>
                    <a:pt x="5298746" y="2091788"/>
                  </a:lnTo>
                  <a:lnTo>
                    <a:pt x="5294339" y="2084153"/>
                  </a:lnTo>
                  <a:lnTo>
                    <a:pt x="5301974" y="2079746"/>
                  </a:lnTo>
                  <a:close/>
                </a:path>
                <a:path w="6723380" h="7035800">
                  <a:moveTo>
                    <a:pt x="5376676" y="2210308"/>
                  </a:moveTo>
                  <a:lnTo>
                    <a:pt x="5380496" y="2216924"/>
                  </a:lnTo>
                  <a:lnTo>
                    <a:pt x="5373880" y="2220744"/>
                  </a:lnTo>
                  <a:lnTo>
                    <a:pt x="5370060" y="2214128"/>
                  </a:lnTo>
                  <a:lnTo>
                    <a:pt x="5376676" y="2210308"/>
                  </a:lnTo>
                  <a:close/>
                </a:path>
                <a:path w="6723380" h="7035800">
                  <a:moveTo>
                    <a:pt x="5451378" y="2340869"/>
                  </a:moveTo>
                  <a:lnTo>
                    <a:pt x="5454612" y="2346467"/>
                  </a:lnTo>
                  <a:lnTo>
                    <a:pt x="5449008" y="2349701"/>
                  </a:lnTo>
                  <a:lnTo>
                    <a:pt x="5445780" y="2344103"/>
                  </a:lnTo>
                  <a:lnTo>
                    <a:pt x="5451378" y="2340869"/>
                  </a:lnTo>
                  <a:close/>
                </a:path>
                <a:path w="6723380" h="7035800">
                  <a:moveTo>
                    <a:pt x="5526079" y="2471438"/>
                  </a:moveTo>
                  <a:lnTo>
                    <a:pt x="5528721" y="2476016"/>
                  </a:lnTo>
                  <a:lnTo>
                    <a:pt x="5524148" y="2478658"/>
                  </a:lnTo>
                  <a:lnTo>
                    <a:pt x="5521501" y="2474079"/>
                  </a:lnTo>
                  <a:lnTo>
                    <a:pt x="5526079" y="2471438"/>
                  </a:lnTo>
                  <a:close/>
                </a:path>
                <a:path w="6723380" h="7035800">
                  <a:moveTo>
                    <a:pt x="5600781" y="2601999"/>
                  </a:moveTo>
                  <a:lnTo>
                    <a:pt x="5602836" y="2605565"/>
                  </a:lnTo>
                  <a:lnTo>
                    <a:pt x="5599277" y="2607620"/>
                  </a:lnTo>
                  <a:lnTo>
                    <a:pt x="5597221" y="2604055"/>
                  </a:lnTo>
                  <a:lnTo>
                    <a:pt x="5600781" y="2601999"/>
                  </a:lnTo>
                  <a:close/>
                </a:path>
                <a:path w="6723380" h="7035800">
                  <a:moveTo>
                    <a:pt x="5675595" y="2732159"/>
                  </a:moveTo>
                  <a:lnTo>
                    <a:pt x="5677354" y="2735215"/>
                  </a:lnTo>
                  <a:lnTo>
                    <a:pt x="5674298" y="2736980"/>
                  </a:lnTo>
                  <a:lnTo>
                    <a:pt x="5672539" y="2733924"/>
                  </a:lnTo>
                  <a:lnTo>
                    <a:pt x="5675595" y="2732159"/>
                  </a:lnTo>
                  <a:close/>
                </a:path>
                <a:path w="6723380" h="7035800">
                  <a:moveTo>
                    <a:pt x="5750291" y="2862727"/>
                  </a:moveTo>
                  <a:lnTo>
                    <a:pt x="5751464" y="2864758"/>
                  </a:lnTo>
                  <a:lnTo>
                    <a:pt x="5749432" y="2865931"/>
                  </a:lnTo>
                  <a:lnTo>
                    <a:pt x="5748259" y="2863900"/>
                  </a:lnTo>
                  <a:lnTo>
                    <a:pt x="5750291" y="2862727"/>
                  </a:lnTo>
                  <a:close/>
                </a:path>
                <a:path w="6723380" h="7035800">
                  <a:moveTo>
                    <a:pt x="5823979" y="2993875"/>
                  </a:moveTo>
                  <a:lnTo>
                    <a:pt x="5825336" y="2993875"/>
                  </a:lnTo>
                  <a:lnTo>
                    <a:pt x="5825585" y="2994307"/>
                  </a:lnTo>
                  <a:lnTo>
                    <a:pt x="5824228" y="2994307"/>
                  </a:lnTo>
                  <a:lnTo>
                    <a:pt x="5823979" y="2993875"/>
                  </a:lnTo>
                  <a:close/>
                </a:path>
                <a:path w="6723380" h="7035800">
                  <a:moveTo>
                    <a:pt x="3977946" y="62044"/>
                  </a:moveTo>
                  <a:lnTo>
                    <a:pt x="3994400" y="90546"/>
                  </a:lnTo>
                  <a:lnTo>
                    <a:pt x="3965910" y="106994"/>
                  </a:lnTo>
                  <a:lnTo>
                    <a:pt x="3949456" y="78492"/>
                  </a:lnTo>
                  <a:lnTo>
                    <a:pt x="3977946" y="62044"/>
                  </a:lnTo>
                  <a:close/>
                </a:path>
                <a:path w="6723380" h="7035800">
                  <a:moveTo>
                    <a:pt x="4052652" y="192606"/>
                  </a:moveTo>
                  <a:lnTo>
                    <a:pt x="4068515" y="220083"/>
                  </a:lnTo>
                  <a:lnTo>
                    <a:pt x="4041038" y="235951"/>
                  </a:lnTo>
                  <a:lnTo>
                    <a:pt x="4025170" y="208467"/>
                  </a:lnTo>
                  <a:lnTo>
                    <a:pt x="4052652" y="192606"/>
                  </a:lnTo>
                  <a:close/>
                </a:path>
                <a:path w="6723380" h="7035800">
                  <a:moveTo>
                    <a:pt x="4127349" y="323174"/>
                  </a:moveTo>
                  <a:lnTo>
                    <a:pt x="4142631" y="349632"/>
                  </a:lnTo>
                  <a:lnTo>
                    <a:pt x="4116172" y="364908"/>
                  </a:lnTo>
                  <a:lnTo>
                    <a:pt x="4100891" y="338450"/>
                  </a:lnTo>
                  <a:lnTo>
                    <a:pt x="4127349" y="323174"/>
                  </a:lnTo>
                  <a:close/>
                </a:path>
                <a:path w="6723380" h="7035800">
                  <a:moveTo>
                    <a:pt x="4202051" y="453736"/>
                  </a:moveTo>
                  <a:lnTo>
                    <a:pt x="4216740" y="479175"/>
                  </a:lnTo>
                  <a:lnTo>
                    <a:pt x="4191300" y="493864"/>
                  </a:lnTo>
                  <a:lnTo>
                    <a:pt x="4176611" y="468425"/>
                  </a:lnTo>
                  <a:lnTo>
                    <a:pt x="4202051" y="453736"/>
                  </a:lnTo>
                  <a:close/>
                </a:path>
                <a:path w="6723380" h="7035800">
                  <a:moveTo>
                    <a:pt x="4276539" y="585097"/>
                  </a:moveTo>
                  <a:lnTo>
                    <a:pt x="4290055" y="608511"/>
                  </a:lnTo>
                  <a:lnTo>
                    <a:pt x="4266654" y="622022"/>
                  </a:lnTo>
                  <a:lnTo>
                    <a:pt x="4253137" y="598608"/>
                  </a:lnTo>
                  <a:lnTo>
                    <a:pt x="4276539" y="585097"/>
                  </a:lnTo>
                  <a:close/>
                </a:path>
                <a:path w="6723380" h="7035800">
                  <a:moveTo>
                    <a:pt x="4351134" y="716062"/>
                  </a:moveTo>
                  <a:lnTo>
                    <a:pt x="4363768" y="737948"/>
                  </a:lnTo>
                  <a:lnTo>
                    <a:pt x="4341888" y="750582"/>
                  </a:lnTo>
                  <a:lnTo>
                    <a:pt x="4329254" y="728696"/>
                  </a:lnTo>
                  <a:lnTo>
                    <a:pt x="4351134" y="716062"/>
                  </a:lnTo>
                  <a:close/>
                </a:path>
                <a:path w="6723380" h="7035800">
                  <a:moveTo>
                    <a:pt x="4425842" y="846625"/>
                  </a:moveTo>
                  <a:lnTo>
                    <a:pt x="4437883" y="867491"/>
                  </a:lnTo>
                  <a:lnTo>
                    <a:pt x="4417022" y="879533"/>
                  </a:lnTo>
                  <a:lnTo>
                    <a:pt x="4404975" y="858672"/>
                  </a:lnTo>
                  <a:lnTo>
                    <a:pt x="4425842" y="846625"/>
                  </a:lnTo>
                  <a:close/>
                </a:path>
                <a:path w="6723380" h="7035800">
                  <a:moveTo>
                    <a:pt x="4500431" y="977595"/>
                  </a:moveTo>
                  <a:lnTo>
                    <a:pt x="4511596" y="996928"/>
                  </a:lnTo>
                  <a:lnTo>
                    <a:pt x="4492257" y="1008092"/>
                  </a:lnTo>
                  <a:lnTo>
                    <a:pt x="4481098" y="988760"/>
                  </a:lnTo>
                  <a:lnTo>
                    <a:pt x="4500431" y="977595"/>
                  </a:lnTo>
                  <a:close/>
                </a:path>
                <a:path w="6723380" h="7035800">
                  <a:moveTo>
                    <a:pt x="4575138" y="1108157"/>
                  </a:moveTo>
                  <a:lnTo>
                    <a:pt x="4585711" y="1126471"/>
                  </a:lnTo>
                  <a:lnTo>
                    <a:pt x="4567397" y="1137050"/>
                  </a:lnTo>
                  <a:lnTo>
                    <a:pt x="4556818" y="1118730"/>
                  </a:lnTo>
                  <a:lnTo>
                    <a:pt x="4575138" y="1108157"/>
                  </a:lnTo>
                  <a:close/>
                </a:path>
                <a:path w="6723380" h="7035800">
                  <a:moveTo>
                    <a:pt x="4649727" y="1239115"/>
                  </a:moveTo>
                  <a:lnTo>
                    <a:pt x="4659423" y="1255913"/>
                  </a:lnTo>
                  <a:lnTo>
                    <a:pt x="4642632" y="1265609"/>
                  </a:lnTo>
                  <a:lnTo>
                    <a:pt x="4632935" y="1248811"/>
                  </a:lnTo>
                  <a:lnTo>
                    <a:pt x="4649727" y="1239115"/>
                  </a:lnTo>
                  <a:close/>
                </a:path>
                <a:path w="6723380" h="7035800">
                  <a:moveTo>
                    <a:pt x="4724322" y="1370086"/>
                  </a:moveTo>
                  <a:lnTo>
                    <a:pt x="4733136" y="1385349"/>
                  </a:lnTo>
                  <a:lnTo>
                    <a:pt x="4717872" y="1394163"/>
                  </a:lnTo>
                  <a:lnTo>
                    <a:pt x="4709059" y="1378899"/>
                  </a:lnTo>
                  <a:lnTo>
                    <a:pt x="4724322" y="1370086"/>
                  </a:lnTo>
                  <a:close/>
                </a:path>
                <a:path w="6723380" h="7035800">
                  <a:moveTo>
                    <a:pt x="4799024" y="1500648"/>
                  </a:moveTo>
                  <a:lnTo>
                    <a:pt x="4807251" y="1514893"/>
                  </a:lnTo>
                  <a:lnTo>
                    <a:pt x="4793000" y="1523120"/>
                  </a:lnTo>
                  <a:lnTo>
                    <a:pt x="4784779" y="1508875"/>
                  </a:lnTo>
                  <a:lnTo>
                    <a:pt x="4799024" y="1500648"/>
                  </a:lnTo>
                  <a:close/>
                </a:path>
                <a:path w="6723380" h="7035800">
                  <a:moveTo>
                    <a:pt x="4873731" y="1631210"/>
                  </a:moveTo>
                  <a:lnTo>
                    <a:pt x="4881366" y="1644436"/>
                  </a:lnTo>
                  <a:lnTo>
                    <a:pt x="4868140" y="1652077"/>
                  </a:lnTo>
                  <a:lnTo>
                    <a:pt x="4860499" y="1638845"/>
                  </a:lnTo>
                  <a:lnTo>
                    <a:pt x="4873731" y="1631210"/>
                  </a:lnTo>
                  <a:close/>
                </a:path>
                <a:path w="6723380" h="7035800">
                  <a:moveTo>
                    <a:pt x="4948321" y="1762168"/>
                  </a:moveTo>
                  <a:lnTo>
                    <a:pt x="4955079" y="1773878"/>
                  </a:lnTo>
                  <a:lnTo>
                    <a:pt x="4943375" y="1780636"/>
                  </a:lnTo>
                  <a:lnTo>
                    <a:pt x="4936617" y="1768926"/>
                  </a:lnTo>
                  <a:lnTo>
                    <a:pt x="4948321" y="1762168"/>
                  </a:lnTo>
                  <a:close/>
                </a:path>
                <a:path w="6723380" h="7035800">
                  <a:moveTo>
                    <a:pt x="5022916" y="1893139"/>
                  </a:moveTo>
                  <a:lnTo>
                    <a:pt x="5028791" y="1903315"/>
                  </a:lnTo>
                  <a:lnTo>
                    <a:pt x="5018615" y="1909190"/>
                  </a:lnTo>
                  <a:lnTo>
                    <a:pt x="5012740" y="1899015"/>
                  </a:lnTo>
                  <a:lnTo>
                    <a:pt x="5022916" y="1893139"/>
                  </a:lnTo>
                  <a:close/>
                </a:path>
                <a:path w="6723380" h="7035800">
                  <a:moveTo>
                    <a:pt x="5097617" y="2023701"/>
                  </a:moveTo>
                  <a:lnTo>
                    <a:pt x="5102907" y="2032858"/>
                  </a:lnTo>
                  <a:lnTo>
                    <a:pt x="5093744" y="2038147"/>
                  </a:lnTo>
                  <a:lnTo>
                    <a:pt x="5088460" y="2028990"/>
                  </a:lnTo>
                  <a:lnTo>
                    <a:pt x="5097617" y="2023701"/>
                  </a:lnTo>
                  <a:close/>
                </a:path>
                <a:path w="6723380" h="7035800">
                  <a:moveTo>
                    <a:pt x="5172325" y="2154263"/>
                  </a:moveTo>
                  <a:lnTo>
                    <a:pt x="5177022" y="2162401"/>
                  </a:lnTo>
                  <a:lnTo>
                    <a:pt x="5168883" y="2167104"/>
                  </a:lnTo>
                  <a:lnTo>
                    <a:pt x="5164180" y="2158966"/>
                  </a:lnTo>
                  <a:lnTo>
                    <a:pt x="5172325" y="2154263"/>
                  </a:lnTo>
                  <a:close/>
                </a:path>
                <a:path w="6723380" h="7035800">
                  <a:moveTo>
                    <a:pt x="5247026" y="2284824"/>
                  </a:moveTo>
                  <a:lnTo>
                    <a:pt x="5251137" y="2291950"/>
                  </a:lnTo>
                  <a:lnTo>
                    <a:pt x="5244017" y="2296066"/>
                  </a:lnTo>
                  <a:lnTo>
                    <a:pt x="5239901" y="2288941"/>
                  </a:lnTo>
                  <a:lnTo>
                    <a:pt x="5247026" y="2284824"/>
                  </a:lnTo>
                  <a:close/>
                </a:path>
                <a:path w="6723380" h="7035800">
                  <a:moveTo>
                    <a:pt x="5321722" y="2415392"/>
                  </a:moveTo>
                  <a:lnTo>
                    <a:pt x="5325246" y="2421493"/>
                  </a:lnTo>
                  <a:lnTo>
                    <a:pt x="5319146" y="2425017"/>
                  </a:lnTo>
                  <a:lnTo>
                    <a:pt x="5315621" y="2418917"/>
                  </a:lnTo>
                  <a:lnTo>
                    <a:pt x="5321722" y="2415392"/>
                  </a:lnTo>
                  <a:close/>
                </a:path>
                <a:path w="6723380" h="7035800">
                  <a:moveTo>
                    <a:pt x="5396429" y="2545954"/>
                  </a:moveTo>
                  <a:lnTo>
                    <a:pt x="5399367" y="2551042"/>
                  </a:lnTo>
                  <a:lnTo>
                    <a:pt x="5394273" y="2553980"/>
                  </a:lnTo>
                  <a:lnTo>
                    <a:pt x="5391336" y="2548892"/>
                  </a:lnTo>
                  <a:lnTo>
                    <a:pt x="5396429" y="2545954"/>
                  </a:lnTo>
                  <a:close/>
                </a:path>
                <a:path w="6723380" h="7035800">
                  <a:moveTo>
                    <a:pt x="5471131" y="2676516"/>
                  </a:moveTo>
                  <a:lnTo>
                    <a:pt x="5473477" y="2680585"/>
                  </a:lnTo>
                  <a:lnTo>
                    <a:pt x="5469407" y="2682936"/>
                  </a:lnTo>
                  <a:lnTo>
                    <a:pt x="5467056" y="2678867"/>
                  </a:lnTo>
                  <a:lnTo>
                    <a:pt x="5471131" y="2676516"/>
                  </a:lnTo>
                  <a:close/>
                </a:path>
                <a:path w="6723380" h="7035800">
                  <a:moveTo>
                    <a:pt x="5545939" y="2806675"/>
                  </a:moveTo>
                  <a:lnTo>
                    <a:pt x="5547995" y="2810235"/>
                  </a:lnTo>
                  <a:lnTo>
                    <a:pt x="5544435" y="2812290"/>
                  </a:lnTo>
                  <a:lnTo>
                    <a:pt x="5542380" y="2808730"/>
                  </a:lnTo>
                  <a:lnTo>
                    <a:pt x="5545939" y="2806675"/>
                  </a:lnTo>
                  <a:close/>
                </a:path>
                <a:path w="6723380" h="7035800">
                  <a:moveTo>
                    <a:pt x="5620641" y="2937237"/>
                  </a:moveTo>
                  <a:lnTo>
                    <a:pt x="5622110" y="2939784"/>
                  </a:lnTo>
                  <a:lnTo>
                    <a:pt x="5619563" y="2941253"/>
                  </a:lnTo>
                  <a:lnTo>
                    <a:pt x="5618094" y="2938706"/>
                  </a:lnTo>
                  <a:lnTo>
                    <a:pt x="5620641" y="2937237"/>
                  </a:lnTo>
                  <a:close/>
                </a:path>
                <a:path w="6723380" h="7035800">
                  <a:moveTo>
                    <a:pt x="5695343" y="3067799"/>
                  </a:moveTo>
                  <a:lnTo>
                    <a:pt x="5696225" y="3069327"/>
                  </a:lnTo>
                  <a:lnTo>
                    <a:pt x="5694697" y="3070210"/>
                  </a:lnTo>
                  <a:lnTo>
                    <a:pt x="5693814" y="3068681"/>
                  </a:lnTo>
                  <a:lnTo>
                    <a:pt x="5695343" y="3067799"/>
                  </a:lnTo>
                  <a:close/>
                </a:path>
                <a:path w="6723380" h="7035800">
                  <a:moveTo>
                    <a:pt x="3774021" y="4393"/>
                  </a:moveTo>
                  <a:lnTo>
                    <a:pt x="3792531" y="36449"/>
                  </a:lnTo>
                  <a:lnTo>
                    <a:pt x="3760475" y="54958"/>
                  </a:lnTo>
                  <a:lnTo>
                    <a:pt x="3741965" y="22897"/>
                  </a:lnTo>
                  <a:lnTo>
                    <a:pt x="3774021" y="4393"/>
                  </a:lnTo>
                  <a:close/>
                </a:path>
                <a:path w="6723380" h="7035800">
                  <a:moveTo>
                    <a:pt x="3848622" y="135352"/>
                  </a:moveTo>
                  <a:lnTo>
                    <a:pt x="3866249" y="165885"/>
                  </a:lnTo>
                  <a:lnTo>
                    <a:pt x="3835710" y="183518"/>
                  </a:lnTo>
                  <a:lnTo>
                    <a:pt x="3818083" y="152984"/>
                  </a:lnTo>
                  <a:lnTo>
                    <a:pt x="3848622" y="135352"/>
                  </a:lnTo>
                  <a:close/>
                </a:path>
                <a:path w="6723380" h="7035800">
                  <a:moveTo>
                    <a:pt x="3923217" y="266323"/>
                  </a:moveTo>
                  <a:lnTo>
                    <a:pt x="3939962" y="295322"/>
                  </a:lnTo>
                  <a:lnTo>
                    <a:pt x="3910950" y="312072"/>
                  </a:lnTo>
                  <a:lnTo>
                    <a:pt x="3894206" y="283067"/>
                  </a:lnTo>
                  <a:lnTo>
                    <a:pt x="3923217" y="266323"/>
                  </a:lnTo>
                  <a:close/>
                </a:path>
                <a:path w="6723380" h="7035800">
                  <a:moveTo>
                    <a:pt x="3997919" y="396884"/>
                  </a:moveTo>
                  <a:lnTo>
                    <a:pt x="4014077" y="424871"/>
                  </a:lnTo>
                  <a:lnTo>
                    <a:pt x="3986085" y="441029"/>
                  </a:lnTo>
                  <a:lnTo>
                    <a:pt x="3969927" y="413042"/>
                  </a:lnTo>
                  <a:lnTo>
                    <a:pt x="3997919" y="396884"/>
                  </a:lnTo>
                  <a:close/>
                </a:path>
                <a:path w="6723380" h="7035800">
                  <a:moveTo>
                    <a:pt x="4072615" y="527446"/>
                  </a:moveTo>
                  <a:lnTo>
                    <a:pt x="4088186" y="554414"/>
                  </a:lnTo>
                  <a:lnTo>
                    <a:pt x="4061219" y="569986"/>
                  </a:lnTo>
                  <a:lnTo>
                    <a:pt x="4045653" y="543018"/>
                  </a:lnTo>
                  <a:lnTo>
                    <a:pt x="4072615" y="527446"/>
                  </a:lnTo>
                  <a:close/>
                </a:path>
                <a:path w="6723380" h="7035800">
                  <a:moveTo>
                    <a:pt x="4147210" y="658411"/>
                  </a:moveTo>
                  <a:lnTo>
                    <a:pt x="4161899" y="683851"/>
                  </a:lnTo>
                  <a:lnTo>
                    <a:pt x="4136453" y="698540"/>
                  </a:lnTo>
                  <a:lnTo>
                    <a:pt x="4121764" y="673100"/>
                  </a:lnTo>
                  <a:lnTo>
                    <a:pt x="4147210" y="658411"/>
                  </a:lnTo>
                  <a:close/>
                </a:path>
                <a:path w="6723380" h="7035800">
                  <a:moveTo>
                    <a:pt x="4221698" y="789773"/>
                  </a:moveTo>
                  <a:lnTo>
                    <a:pt x="4235214" y="813187"/>
                  </a:lnTo>
                  <a:lnTo>
                    <a:pt x="4211806" y="826697"/>
                  </a:lnTo>
                  <a:lnTo>
                    <a:pt x="4198290" y="803289"/>
                  </a:lnTo>
                  <a:lnTo>
                    <a:pt x="4221698" y="789773"/>
                  </a:lnTo>
                  <a:close/>
                </a:path>
                <a:path w="6723380" h="7035800">
                  <a:moveTo>
                    <a:pt x="4296293" y="920743"/>
                  </a:moveTo>
                  <a:lnTo>
                    <a:pt x="4308927" y="942623"/>
                  </a:lnTo>
                  <a:lnTo>
                    <a:pt x="4287047" y="955257"/>
                  </a:lnTo>
                  <a:lnTo>
                    <a:pt x="4274413" y="933372"/>
                  </a:lnTo>
                  <a:lnTo>
                    <a:pt x="4296293" y="920743"/>
                  </a:lnTo>
                  <a:close/>
                </a:path>
                <a:path w="6723380" h="7035800">
                  <a:moveTo>
                    <a:pt x="4370995" y="1051305"/>
                  </a:moveTo>
                  <a:lnTo>
                    <a:pt x="4383042" y="1072166"/>
                  </a:lnTo>
                  <a:lnTo>
                    <a:pt x="4362181" y="1084208"/>
                  </a:lnTo>
                  <a:lnTo>
                    <a:pt x="4350133" y="1063347"/>
                  </a:lnTo>
                  <a:lnTo>
                    <a:pt x="4370995" y="1051305"/>
                  </a:lnTo>
                  <a:close/>
                </a:path>
                <a:path w="6723380" h="7035800">
                  <a:moveTo>
                    <a:pt x="4445590" y="1182264"/>
                  </a:moveTo>
                  <a:lnTo>
                    <a:pt x="4456755" y="1201603"/>
                  </a:lnTo>
                  <a:lnTo>
                    <a:pt x="4437422" y="1212768"/>
                  </a:lnTo>
                  <a:lnTo>
                    <a:pt x="4426257" y="1193429"/>
                  </a:lnTo>
                  <a:lnTo>
                    <a:pt x="4445590" y="1182264"/>
                  </a:lnTo>
                  <a:close/>
                </a:path>
                <a:path w="6723380" h="7035800">
                  <a:moveTo>
                    <a:pt x="4520291" y="1312826"/>
                  </a:moveTo>
                  <a:lnTo>
                    <a:pt x="4530870" y="1331152"/>
                  </a:lnTo>
                  <a:lnTo>
                    <a:pt x="4512550" y="1341724"/>
                  </a:lnTo>
                  <a:lnTo>
                    <a:pt x="4501971" y="1323404"/>
                  </a:lnTo>
                  <a:lnTo>
                    <a:pt x="4520291" y="1312826"/>
                  </a:lnTo>
                  <a:close/>
                </a:path>
                <a:path w="6723380" h="7035800">
                  <a:moveTo>
                    <a:pt x="4594885" y="1443796"/>
                  </a:moveTo>
                  <a:lnTo>
                    <a:pt x="4604582" y="1460588"/>
                  </a:lnTo>
                  <a:lnTo>
                    <a:pt x="4587790" y="1470284"/>
                  </a:lnTo>
                  <a:lnTo>
                    <a:pt x="4578094" y="1453486"/>
                  </a:lnTo>
                  <a:lnTo>
                    <a:pt x="4594885" y="1443796"/>
                  </a:lnTo>
                  <a:close/>
                </a:path>
                <a:path w="6723380" h="7035800">
                  <a:moveTo>
                    <a:pt x="4669475" y="1574755"/>
                  </a:moveTo>
                  <a:lnTo>
                    <a:pt x="4678295" y="1590025"/>
                  </a:lnTo>
                  <a:lnTo>
                    <a:pt x="4663031" y="1598838"/>
                  </a:lnTo>
                  <a:lnTo>
                    <a:pt x="4654212" y="1583568"/>
                  </a:lnTo>
                  <a:lnTo>
                    <a:pt x="4669475" y="1574755"/>
                  </a:lnTo>
                  <a:close/>
                </a:path>
                <a:path w="6723380" h="7035800">
                  <a:moveTo>
                    <a:pt x="4744183" y="1705317"/>
                  </a:moveTo>
                  <a:lnTo>
                    <a:pt x="4752410" y="1719567"/>
                  </a:lnTo>
                  <a:lnTo>
                    <a:pt x="4738165" y="1727794"/>
                  </a:lnTo>
                  <a:lnTo>
                    <a:pt x="4729938" y="1713544"/>
                  </a:lnTo>
                  <a:lnTo>
                    <a:pt x="4744183" y="1705317"/>
                  </a:lnTo>
                  <a:close/>
                </a:path>
                <a:path w="6723380" h="7035800">
                  <a:moveTo>
                    <a:pt x="4818778" y="1836287"/>
                  </a:moveTo>
                  <a:lnTo>
                    <a:pt x="4826122" y="1849004"/>
                  </a:lnTo>
                  <a:lnTo>
                    <a:pt x="4813400" y="1856349"/>
                  </a:lnTo>
                  <a:lnTo>
                    <a:pt x="4806055" y="1843632"/>
                  </a:lnTo>
                  <a:lnTo>
                    <a:pt x="4818778" y="1836287"/>
                  </a:lnTo>
                  <a:close/>
                </a:path>
                <a:path w="6723380" h="7035800">
                  <a:moveTo>
                    <a:pt x="4893372" y="1967252"/>
                  </a:moveTo>
                  <a:lnTo>
                    <a:pt x="4899835" y="1978441"/>
                  </a:lnTo>
                  <a:lnTo>
                    <a:pt x="4888640" y="1984909"/>
                  </a:lnTo>
                  <a:lnTo>
                    <a:pt x="4882178" y="1973714"/>
                  </a:lnTo>
                  <a:lnTo>
                    <a:pt x="4893372" y="1967252"/>
                  </a:lnTo>
                  <a:close/>
                </a:path>
                <a:path w="6723380" h="7035800">
                  <a:moveTo>
                    <a:pt x="4967968" y="2098211"/>
                  </a:moveTo>
                  <a:lnTo>
                    <a:pt x="4973547" y="2107883"/>
                  </a:lnTo>
                  <a:lnTo>
                    <a:pt x="4963881" y="2113463"/>
                  </a:lnTo>
                  <a:lnTo>
                    <a:pt x="4958295" y="2103796"/>
                  </a:lnTo>
                  <a:lnTo>
                    <a:pt x="4967968" y="2098211"/>
                  </a:lnTo>
                  <a:close/>
                </a:path>
                <a:path w="6723380" h="7035800">
                  <a:moveTo>
                    <a:pt x="5042669" y="2228773"/>
                  </a:moveTo>
                  <a:lnTo>
                    <a:pt x="5047668" y="2237427"/>
                  </a:lnTo>
                  <a:lnTo>
                    <a:pt x="5039015" y="2242426"/>
                  </a:lnTo>
                  <a:lnTo>
                    <a:pt x="5034016" y="2233772"/>
                  </a:lnTo>
                  <a:lnTo>
                    <a:pt x="5042669" y="2228773"/>
                  </a:lnTo>
                  <a:close/>
                </a:path>
                <a:path w="6723380" h="7035800">
                  <a:moveTo>
                    <a:pt x="5117371" y="2359341"/>
                  </a:moveTo>
                  <a:lnTo>
                    <a:pt x="5121778" y="2366970"/>
                  </a:lnTo>
                  <a:lnTo>
                    <a:pt x="5114143" y="2371377"/>
                  </a:lnTo>
                  <a:lnTo>
                    <a:pt x="5109736" y="2363748"/>
                  </a:lnTo>
                  <a:lnTo>
                    <a:pt x="5117371" y="2359341"/>
                  </a:lnTo>
                  <a:close/>
                </a:path>
                <a:path w="6723380" h="7035800">
                  <a:moveTo>
                    <a:pt x="5192178" y="2489500"/>
                  </a:moveTo>
                  <a:lnTo>
                    <a:pt x="5196296" y="2496619"/>
                  </a:lnTo>
                  <a:lnTo>
                    <a:pt x="5189170" y="2500736"/>
                  </a:lnTo>
                  <a:lnTo>
                    <a:pt x="5185054" y="2493610"/>
                  </a:lnTo>
                  <a:lnTo>
                    <a:pt x="5192178" y="2489500"/>
                  </a:lnTo>
                  <a:close/>
                </a:path>
                <a:path w="6723380" h="7035800">
                  <a:moveTo>
                    <a:pt x="5266774" y="2620465"/>
                  </a:moveTo>
                  <a:lnTo>
                    <a:pt x="5270008" y="2626062"/>
                  </a:lnTo>
                  <a:lnTo>
                    <a:pt x="5264411" y="2629291"/>
                  </a:lnTo>
                  <a:lnTo>
                    <a:pt x="5261177" y="2623693"/>
                  </a:lnTo>
                  <a:lnTo>
                    <a:pt x="5266774" y="2620465"/>
                  </a:lnTo>
                  <a:close/>
                </a:path>
                <a:path w="6723380" h="7035800">
                  <a:moveTo>
                    <a:pt x="5341476" y="2751027"/>
                  </a:moveTo>
                  <a:lnTo>
                    <a:pt x="5344123" y="2755606"/>
                  </a:lnTo>
                  <a:lnTo>
                    <a:pt x="5339539" y="2758253"/>
                  </a:lnTo>
                  <a:lnTo>
                    <a:pt x="5336897" y="2753674"/>
                  </a:lnTo>
                  <a:lnTo>
                    <a:pt x="5341476" y="2751027"/>
                  </a:lnTo>
                  <a:close/>
                </a:path>
                <a:path w="6723380" h="7035800">
                  <a:moveTo>
                    <a:pt x="5416284" y="2881186"/>
                  </a:moveTo>
                  <a:lnTo>
                    <a:pt x="5418635" y="2885261"/>
                  </a:lnTo>
                  <a:lnTo>
                    <a:pt x="5414566" y="2887607"/>
                  </a:lnTo>
                  <a:lnTo>
                    <a:pt x="5412215" y="2883537"/>
                  </a:lnTo>
                  <a:lnTo>
                    <a:pt x="5416284" y="2881186"/>
                  </a:lnTo>
                  <a:close/>
                </a:path>
                <a:path w="6723380" h="7035800">
                  <a:moveTo>
                    <a:pt x="5490984" y="3011748"/>
                  </a:moveTo>
                  <a:lnTo>
                    <a:pt x="5492751" y="3014810"/>
                  </a:lnTo>
                  <a:lnTo>
                    <a:pt x="5489700" y="3016569"/>
                  </a:lnTo>
                  <a:lnTo>
                    <a:pt x="5487935" y="3013513"/>
                  </a:lnTo>
                  <a:lnTo>
                    <a:pt x="5490984" y="3011748"/>
                  </a:lnTo>
                  <a:close/>
                </a:path>
                <a:path w="6723380" h="7035800">
                  <a:moveTo>
                    <a:pt x="5565693" y="3142310"/>
                  </a:moveTo>
                  <a:lnTo>
                    <a:pt x="5566866" y="3144347"/>
                  </a:lnTo>
                  <a:lnTo>
                    <a:pt x="5564828" y="3145526"/>
                  </a:lnTo>
                  <a:lnTo>
                    <a:pt x="5563656" y="3143488"/>
                  </a:lnTo>
                  <a:lnTo>
                    <a:pt x="5565693" y="3142310"/>
                  </a:lnTo>
                  <a:close/>
                </a:path>
                <a:path w="6723380" h="7035800">
                  <a:moveTo>
                    <a:pt x="5640501" y="3272480"/>
                  </a:moveTo>
                  <a:lnTo>
                    <a:pt x="5641378" y="3274003"/>
                  </a:lnTo>
                  <a:lnTo>
                    <a:pt x="5639856" y="3274880"/>
                  </a:lnTo>
                  <a:lnTo>
                    <a:pt x="5638979" y="3273357"/>
                  </a:lnTo>
                  <a:lnTo>
                    <a:pt x="5640501" y="3272480"/>
                  </a:lnTo>
                  <a:close/>
                </a:path>
                <a:path w="6723380" h="7035800">
                  <a:moveTo>
                    <a:pt x="3644584" y="78104"/>
                  </a:moveTo>
                  <a:lnTo>
                    <a:pt x="3663977" y="111688"/>
                  </a:lnTo>
                  <a:lnTo>
                    <a:pt x="3630393" y="131080"/>
                  </a:lnTo>
                  <a:lnTo>
                    <a:pt x="3611001" y="97496"/>
                  </a:lnTo>
                  <a:lnTo>
                    <a:pt x="3644584" y="78104"/>
                  </a:lnTo>
                  <a:close/>
                </a:path>
                <a:path w="6723380" h="7035800">
                  <a:moveTo>
                    <a:pt x="3719286" y="208666"/>
                  </a:moveTo>
                  <a:lnTo>
                    <a:pt x="3738092" y="241237"/>
                  </a:lnTo>
                  <a:lnTo>
                    <a:pt x="3705527" y="260037"/>
                  </a:lnTo>
                  <a:lnTo>
                    <a:pt x="3686721" y="227471"/>
                  </a:lnTo>
                  <a:lnTo>
                    <a:pt x="3719286" y="208666"/>
                  </a:lnTo>
                  <a:close/>
                </a:path>
                <a:path w="6723380" h="7035800">
                  <a:moveTo>
                    <a:pt x="3793881" y="339631"/>
                  </a:moveTo>
                  <a:lnTo>
                    <a:pt x="3811804" y="370674"/>
                  </a:lnTo>
                  <a:lnTo>
                    <a:pt x="3780767" y="388597"/>
                  </a:lnTo>
                  <a:lnTo>
                    <a:pt x="3762844" y="357548"/>
                  </a:lnTo>
                  <a:lnTo>
                    <a:pt x="3793881" y="339631"/>
                  </a:lnTo>
                  <a:close/>
                </a:path>
                <a:path w="6723380" h="7035800">
                  <a:moveTo>
                    <a:pt x="3868370" y="470992"/>
                  </a:moveTo>
                  <a:lnTo>
                    <a:pt x="3885114" y="500004"/>
                  </a:lnTo>
                  <a:lnTo>
                    <a:pt x="3856109" y="516748"/>
                  </a:lnTo>
                  <a:lnTo>
                    <a:pt x="3839365" y="487743"/>
                  </a:lnTo>
                  <a:lnTo>
                    <a:pt x="3868370" y="470992"/>
                  </a:lnTo>
                  <a:close/>
                </a:path>
                <a:path w="6723380" h="7035800">
                  <a:moveTo>
                    <a:pt x="3943071" y="601554"/>
                  </a:moveTo>
                  <a:lnTo>
                    <a:pt x="3959229" y="629541"/>
                  </a:lnTo>
                  <a:lnTo>
                    <a:pt x="3931243" y="645699"/>
                  </a:lnTo>
                  <a:lnTo>
                    <a:pt x="3915085" y="617712"/>
                  </a:lnTo>
                  <a:lnTo>
                    <a:pt x="3943071" y="601554"/>
                  </a:lnTo>
                  <a:close/>
                </a:path>
                <a:path w="6723380" h="7035800">
                  <a:moveTo>
                    <a:pt x="4017773" y="732116"/>
                  </a:moveTo>
                  <a:lnTo>
                    <a:pt x="4033345" y="759090"/>
                  </a:lnTo>
                  <a:lnTo>
                    <a:pt x="4006377" y="774661"/>
                  </a:lnTo>
                  <a:lnTo>
                    <a:pt x="3990805" y="747688"/>
                  </a:lnTo>
                  <a:lnTo>
                    <a:pt x="4017773" y="732116"/>
                  </a:lnTo>
                  <a:close/>
                </a:path>
                <a:path w="6723380" h="7035800">
                  <a:moveTo>
                    <a:pt x="4092368" y="863087"/>
                  </a:moveTo>
                  <a:lnTo>
                    <a:pt x="4107057" y="888526"/>
                  </a:lnTo>
                  <a:lnTo>
                    <a:pt x="4081617" y="903215"/>
                  </a:lnTo>
                  <a:lnTo>
                    <a:pt x="4066928" y="877776"/>
                  </a:lnTo>
                  <a:lnTo>
                    <a:pt x="4092368" y="863087"/>
                  </a:lnTo>
                  <a:close/>
                </a:path>
                <a:path w="6723380" h="7035800">
                  <a:moveTo>
                    <a:pt x="4166856" y="994455"/>
                  </a:moveTo>
                  <a:lnTo>
                    <a:pt x="4180367" y="1017856"/>
                  </a:lnTo>
                  <a:lnTo>
                    <a:pt x="4156959" y="1031373"/>
                  </a:lnTo>
                  <a:lnTo>
                    <a:pt x="4143448" y="1007965"/>
                  </a:lnTo>
                  <a:lnTo>
                    <a:pt x="4166856" y="994455"/>
                  </a:lnTo>
                  <a:close/>
                </a:path>
                <a:path w="6723380" h="7035800">
                  <a:moveTo>
                    <a:pt x="4241451" y="1125419"/>
                  </a:moveTo>
                  <a:lnTo>
                    <a:pt x="4254085" y="1147293"/>
                  </a:lnTo>
                  <a:lnTo>
                    <a:pt x="4232199" y="1159927"/>
                  </a:lnTo>
                  <a:lnTo>
                    <a:pt x="4219571" y="1138053"/>
                  </a:lnTo>
                  <a:lnTo>
                    <a:pt x="4241451" y="1125419"/>
                  </a:lnTo>
                  <a:close/>
                </a:path>
                <a:path w="6723380" h="7035800">
                  <a:moveTo>
                    <a:pt x="4316153" y="1255981"/>
                  </a:moveTo>
                  <a:lnTo>
                    <a:pt x="4328194" y="1276842"/>
                  </a:lnTo>
                  <a:lnTo>
                    <a:pt x="4307333" y="1288889"/>
                  </a:lnTo>
                  <a:lnTo>
                    <a:pt x="4295292" y="1268028"/>
                  </a:lnTo>
                  <a:lnTo>
                    <a:pt x="4316153" y="1255981"/>
                  </a:lnTo>
                  <a:close/>
                </a:path>
                <a:path w="6723380" h="7035800">
                  <a:moveTo>
                    <a:pt x="4390748" y="1386940"/>
                  </a:moveTo>
                  <a:lnTo>
                    <a:pt x="4401913" y="1406279"/>
                  </a:lnTo>
                  <a:lnTo>
                    <a:pt x="4382574" y="1417443"/>
                  </a:lnTo>
                  <a:lnTo>
                    <a:pt x="4371409" y="1398104"/>
                  </a:lnTo>
                  <a:lnTo>
                    <a:pt x="4390748" y="1386940"/>
                  </a:lnTo>
                  <a:close/>
                </a:path>
                <a:path w="6723380" h="7035800">
                  <a:moveTo>
                    <a:pt x="4465343" y="1517910"/>
                  </a:moveTo>
                  <a:lnTo>
                    <a:pt x="4475625" y="1535715"/>
                  </a:lnTo>
                  <a:lnTo>
                    <a:pt x="4457814" y="1545997"/>
                  </a:lnTo>
                  <a:lnTo>
                    <a:pt x="4447532" y="1528193"/>
                  </a:lnTo>
                  <a:lnTo>
                    <a:pt x="4465343" y="1517910"/>
                  </a:lnTo>
                  <a:close/>
                </a:path>
                <a:path w="6723380" h="7035800">
                  <a:moveTo>
                    <a:pt x="4539938" y="1648869"/>
                  </a:moveTo>
                  <a:lnTo>
                    <a:pt x="4549338" y="1665157"/>
                  </a:lnTo>
                  <a:lnTo>
                    <a:pt x="4533049" y="1674557"/>
                  </a:lnTo>
                  <a:lnTo>
                    <a:pt x="4523649" y="1658275"/>
                  </a:lnTo>
                  <a:lnTo>
                    <a:pt x="4539938" y="1648869"/>
                  </a:lnTo>
                  <a:close/>
                </a:path>
                <a:path w="6723380" h="7035800">
                  <a:moveTo>
                    <a:pt x="4614532" y="1779834"/>
                  </a:moveTo>
                  <a:lnTo>
                    <a:pt x="4623050" y="1794594"/>
                  </a:lnTo>
                  <a:lnTo>
                    <a:pt x="4608295" y="1803111"/>
                  </a:lnTo>
                  <a:lnTo>
                    <a:pt x="4599772" y="1788357"/>
                  </a:lnTo>
                  <a:lnTo>
                    <a:pt x="4614532" y="1779834"/>
                  </a:lnTo>
                  <a:close/>
                </a:path>
                <a:path w="6723380" h="7035800">
                  <a:moveTo>
                    <a:pt x="4689234" y="1910402"/>
                  </a:moveTo>
                  <a:lnTo>
                    <a:pt x="4697165" y="1924138"/>
                  </a:lnTo>
                  <a:lnTo>
                    <a:pt x="4683424" y="1932069"/>
                  </a:lnTo>
                  <a:lnTo>
                    <a:pt x="4675493" y="1918333"/>
                  </a:lnTo>
                  <a:lnTo>
                    <a:pt x="4689234" y="1910402"/>
                  </a:lnTo>
                  <a:close/>
                </a:path>
                <a:path w="6723380" h="7035800">
                  <a:moveTo>
                    <a:pt x="4763936" y="2040964"/>
                  </a:moveTo>
                  <a:lnTo>
                    <a:pt x="4771280" y="2053680"/>
                  </a:lnTo>
                  <a:lnTo>
                    <a:pt x="4758558" y="2061025"/>
                  </a:lnTo>
                  <a:lnTo>
                    <a:pt x="4751213" y="2048309"/>
                  </a:lnTo>
                  <a:lnTo>
                    <a:pt x="4763936" y="2040964"/>
                  </a:lnTo>
                  <a:close/>
                </a:path>
                <a:path w="6723380" h="7035800">
                  <a:moveTo>
                    <a:pt x="4838418" y="2172326"/>
                  </a:moveTo>
                  <a:lnTo>
                    <a:pt x="4844590" y="2183011"/>
                  </a:lnTo>
                  <a:lnTo>
                    <a:pt x="4833905" y="2189182"/>
                  </a:lnTo>
                  <a:lnTo>
                    <a:pt x="4827733" y="2178497"/>
                  </a:lnTo>
                  <a:lnTo>
                    <a:pt x="4838418" y="2172326"/>
                  </a:lnTo>
                  <a:close/>
                </a:path>
                <a:path w="6723380" h="7035800">
                  <a:moveTo>
                    <a:pt x="4913126" y="2302887"/>
                  </a:moveTo>
                  <a:lnTo>
                    <a:pt x="4918705" y="2312560"/>
                  </a:lnTo>
                  <a:lnTo>
                    <a:pt x="4909039" y="2318139"/>
                  </a:lnTo>
                  <a:lnTo>
                    <a:pt x="4903453" y="2308473"/>
                  </a:lnTo>
                  <a:lnTo>
                    <a:pt x="4913126" y="2302887"/>
                  </a:lnTo>
                  <a:close/>
                </a:path>
                <a:path w="6723380" h="7035800">
                  <a:moveTo>
                    <a:pt x="4987828" y="2433455"/>
                  </a:moveTo>
                  <a:lnTo>
                    <a:pt x="4992821" y="2442103"/>
                  </a:lnTo>
                  <a:lnTo>
                    <a:pt x="4984167" y="2447096"/>
                  </a:lnTo>
                  <a:lnTo>
                    <a:pt x="4979174" y="2438448"/>
                  </a:lnTo>
                  <a:lnTo>
                    <a:pt x="4987828" y="2433455"/>
                  </a:lnTo>
                  <a:close/>
                </a:path>
                <a:path w="6723380" h="7035800">
                  <a:moveTo>
                    <a:pt x="5062529" y="2564017"/>
                  </a:moveTo>
                  <a:lnTo>
                    <a:pt x="5066936" y="2571646"/>
                  </a:lnTo>
                  <a:lnTo>
                    <a:pt x="5059301" y="2576053"/>
                  </a:lnTo>
                  <a:lnTo>
                    <a:pt x="5054894" y="2568424"/>
                  </a:lnTo>
                  <a:lnTo>
                    <a:pt x="5062529" y="2564017"/>
                  </a:lnTo>
                  <a:close/>
                </a:path>
                <a:path w="6723380" h="7035800">
                  <a:moveTo>
                    <a:pt x="5137225" y="2694579"/>
                  </a:moveTo>
                  <a:lnTo>
                    <a:pt x="5141045" y="2701195"/>
                  </a:lnTo>
                  <a:lnTo>
                    <a:pt x="5134435" y="2705010"/>
                  </a:lnTo>
                  <a:lnTo>
                    <a:pt x="5130615" y="2698400"/>
                  </a:lnTo>
                  <a:lnTo>
                    <a:pt x="5137225" y="2694579"/>
                  </a:lnTo>
                  <a:close/>
                </a:path>
                <a:path w="6723380" h="7035800">
                  <a:moveTo>
                    <a:pt x="5211826" y="2825538"/>
                  </a:moveTo>
                  <a:lnTo>
                    <a:pt x="5214764" y="2830625"/>
                  </a:lnTo>
                  <a:lnTo>
                    <a:pt x="5209676" y="2833563"/>
                  </a:lnTo>
                  <a:lnTo>
                    <a:pt x="5206738" y="2828475"/>
                  </a:lnTo>
                  <a:lnTo>
                    <a:pt x="5211826" y="2825538"/>
                  </a:lnTo>
                  <a:close/>
                </a:path>
                <a:path w="6723380" h="7035800">
                  <a:moveTo>
                    <a:pt x="5286634" y="2955703"/>
                  </a:moveTo>
                  <a:lnTo>
                    <a:pt x="5289276" y="2960287"/>
                  </a:lnTo>
                  <a:lnTo>
                    <a:pt x="5284697" y="2962929"/>
                  </a:lnTo>
                  <a:lnTo>
                    <a:pt x="5282055" y="2958350"/>
                  </a:lnTo>
                  <a:lnTo>
                    <a:pt x="5286634" y="2955703"/>
                  </a:lnTo>
                  <a:close/>
                </a:path>
                <a:path w="6723380" h="7035800">
                  <a:moveTo>
                    <a:pt x="5361336" y="3086264"/>
                  </a:moveTo>
                  <a:lnTo>
                    <a:pt x="5363391" y="3089824"/>
                  </a:lnTo>
                  <a:lnTo>
                    <a:pt x="5359825" y="3091885"/>
                  </a:lnTo>
                  <a:lnTo>
                    <a:pt x="5357770" y="3088326"/>
                  </a:lnTo>
                  <a:lnTo>
                    <a:pt x="5361336" y="3086264"/>
                  </a:lnTo>
                  <a:close/>
                </a:path>
                <a:path w="6723380" h="7035800">
                  <a:moveTo>
                    <a:pt x="5436037" y="3216833"/>
                  </a:moveTo>
                  <a:lnTo>
                    <a:pt x="5437506" y="3219374"/>
                  </a:lnTo>
                  <a:lnTo>
                    <a:pt x="5434965" y="3220843"/>
                  </a:lnTo>
                  <a:lnTo>
                    <a:pt x="5433496" y="3218302"/>
                  </a:lnTo>
                  <a:lnTo>
                    <a:pt x="5436037" y="3216833"/>
                  </a:lnTo>
                  <a:close/>
                </a:path>
                <a:path w="6723380" h="7035800">
                  <a:moveTo>
                    <a:pt x="5510845" y="3346992"/>
                  </a:moveTo>
                  <a:lnTo>
                    <a:pt x="5512024" y="3349029"/>
                  </a:lnTo>
                  <a:lnTo>
                    <a:pt x="5509987" y="3350203"/>
                  </a:lnTo>
                  <a:lnTo>
                    <a:pt x="5508808" y="3348165"/>
                  </a:lnTo>
                  <a:lnTo>
                    <a:pt x="5510845" y="3346992"/>
                  </a:lnTo>
                  <a:close/>
                </a:path>
                <a:path w="6723380" h="7035800">
                  <a:moveTo>
                    <a:pt x="3440666" y="20454"/>
                  </a:moveTo>
                  <a:lnTo>
                    <a:pt x="3462107" y="57592"/>
                  </a:lnTo>
                  <a:lnTo>
                    <a:pt x="3424958" y="79039"/>
                  </a:lnTo>
                  <a:lnTo>
                    <a:pt x="3403517" y="41902"/>
                  </a:lnTo>
                  <a:lnTo>
                    <a:pt x="3440666" y="20454"/>
                  </a:lnTo>
                  <a:close/>
                </a:path>
                <a:path w="6723380" h="7035800">
                  <a:moveTo>
                    <a:pt x="3515255" y="151413"/>
                  </a:moveTo>
                  <a:lnTo>
                    <a:pt x="3535819" y="187034"/>
                  </a:lnTo>
                  <a:lnTo>
                    <a:pt x="3500204" y="207599"/>
                  </a:lnTo>
                  <a:lnTo>
                    <a:pt x="3479639" y="171977"/>
                  </a:lnTo>
                  <a:lnTo>
                    <a:pt x="3515255" y="151413"/>
                  </a:lnTo>
                  <a:close/>
                </a:path>
                <a:path w="6723380" h="7035800">
                  <a:moveTo>
                    <a:pt x="3589850" y="282378"/>
                  </a:moveTo>
                  <a:lnTo>
                    <a:pt x="3609533" y="316471"/>
                  </a:lnTo>
                  <a:lnTo>
                    <a:pt x="3575445" y="336153"/>
                  </a:lnTo>
                  <a:lnTo>
                    <a:pt x="3555763" y="302060"/>
                  </a:lnTo>
                  <a:lnTo>
                    <a:pt x="3589850" y="282378"/>
                  </a:lnTo>
                  <a:close/>
                </a:path>
                <a:path w="6723380" h="7035800">
                  <a:moveTo>
                    <a:pt x="3664445" y="413343"/>
                  </a:moveTo>
                  <a:lnTo>
                    <a:pt x="3683245" y="445908"/>
                  </a:lnTo>
                  <a:lnTo>
                    <a:pt x="3650680" y="464714"/>
                  </a:lnTo>
                  <a:lnTo>
                    <a:pt x="3631874" y="432143"/>
                  </a:lnTo>
                  <a:lnTo>
                    <a:pt x="3664445" y="413343"/>
                  </a:lnTo>
                  <a:close/>
                </a:path>
                <a:path w="6723380" h="7035800">
                  <a:moveTo>
                    <a:pt x="3739040" y="544308"/>
                  </a:moveTo>
                  <a:lnTo>
                    <a:pt x="3756963" y="575345"/>
                  </a:lnTo>
                  <a:lnTo>
                    <a:pt x="3725921" y="593268"/>
                  </a:lnTo>
                  <a:lnTo>
                    <a:pt x="3707998" y="562231"/>
                  </a:lnTo>
                  <a:lnTo>
                    <a:pt x="3739040" y="544308"/>
                  </a:lnTo>
                  <a:close/>
                </a:path>
                <a:path w="6723380" h="7035800">
                  <a:moveTo>
                    <a:pt x="3813528" y="675675"/>
                  </a:moveTo>
                  <a:lnTo>
                    <a:pt x="3830273" y="704680"/>
                  </a:lnTo>
                  <a:lnTo>
                    <a:pt x="3801274" y="721424"/>
                  </a:lnTo>
                  <a:lnTo>
                    <a:pt x="3784523" y="692419"/>
                  </a:lnTo>
                  <a:lnTo>
                    <a:pt x="3813528" y="675675"/>
                  </a:lnTo>
                  <a:close/>
                </a:path>
                <a:path w="6723380" h="7035800">
                  <a:moveTo>
                    <a:pt x="3888230" y="806237"/>
                  </a:moveTo>
                  <a:lnTo>
                    <a:pt x="3904389" y="834223"/>
                  </a:lnTo>
                  <a:lnTo>
                    <a:pt x="3876402" y="850382"/>
                  </a:lnTo>
                  <a:lnTo>
                    <a:pt x="3860244" y="822395"/>
                  </a:lnTo>
                  <a:lnTo>
                    <a:pt x="3888230" y="806237"/>
                  </a:lnTo>
                  <a:close/>
                </a:path>
                <a:path w="6723380" h="7035800">
                  <a:moveTo>
                    <a:pt x="3962825" y="937202"/>
                  </a:moveTo>
                  <a:lnTo>
                    <a:pt x="3978101" y="963660"/>
                  </a:lnTo>
                  <a:lnTo>
                    <a:pt x="3951642" y="978936"/>
                  </a:lnTo>
                  <a:lnTo>
                    <a:pt x="3936367" y="952477"/>
                  </a:lnTo>
                  <a:lnTo>
                    <a:pt x="3962825" y="937202"/>
                  </a:lnTo>
                  <a:close/>
                </a:path>
                <a:path w="6723380" h="7035800">
                  <a:moveTo>
                    <a:pt x="4037414" y="1068167"/>
                  </a:moveTo>
                  <a:lnTo>
                    <a:pt x="4051813" y="1093097"/>
                  </a:lnTo>
                  <a:lnTo>
                    <a:pt x="4026877" y="1107496"/>
                  </a:lnTo>
                  <a:lnTo>
                    <a:pt x="4012484" y="1082560"/>
                  </a:lnTo>
                  <a:lnTo>
                    <a:pt x="4037414" y="1068167"/>
                  </a:lnTo>
                  <a:close/>
                </a:path>
                <a:path w="6723380" h="7035800">
                  <a:moveTo>
                    <a:pt x="4111903" y="1199529"/>
                  </a:moveTo>
                  <a:lnTo>
                    <a:pt x="4125129" y="1222433"/>
                  </a:lnTo>
                  <a:lnTo>
                    <a:pt x="4102230" y="1235653"/>
                  </a:lnTo>
                  <a:lnTo>
                    <a:pt x="4089004" y="1212749"/>
                  </a:lnTo>
                  <a:lnTo>
                    <a:pt x="4111903" y="1199529"/>
                  </a:lnTo>
                  <a:close/>
                </a:path>
                <a:path w="6723380" h="7035800">
                  <a:moveTo>
                    <a:pt x="4186610" y="1330090"/>
                  </a:moveTo>
                  <a:lnTo>
                    <a:pt x="4199244" y="1351970"/>
                  </a:lnTo>
                  <a:lnTo>
                    <a:pt x="4177358" y="1364604"/>
                  </a:lnTo>
                  <a:lnTo>
                    <a:pt x="4164724" y="1342724"/>
                  </a:lnTo>
                  <a:lnTo>
                    <a:pt x="4186610" y="1330090"/>
                  </a:lnTo>
                  <a:close/>
                </a:path>
                <a:path w="6723380" h="7035800">
                  <a:moveTo>
                    <a:pt x="4261205" y="1461055"/>
                  </a:moveTo>
                  <a:lnTo>
                    <a:pt x="4272956" y="1481413"/>
                  </a:lnTo>
                  <a:lnTo>
                    <a:pt x="4252599" y="1493164"/>
                  </a:lnTo>
                  <a:lnTo>
                    <a:pt x="4240847" y="1472807"/>
                  </a:lnTo>
                  <a:lnTo>
                    <a:pt x="4261205" y="1461055"/>
                  </a:lnTo>
                  <a:close/>
                </a:path>
                <a:path w="6723380" h="7035800">
                  <a:moveTo>
                    <a:pt x="4335794" y="1592020"/>
                  </a:moveTo>
                  <a:lnTo>
                    <a:pt x="4346669" y="1610850"/>
                  </a:lnTo>
                  <a:lnTo>
                    <a:pt x="4327840" y="1621718"/>
                  </a:lnTo>
                  <a:lnTo>
                    <a:pt x="4316971" y="1602889"/>
                  </a:lnTo>
                  <a:lnTo>
                    <a:pt x="4335794" y="1592020"/>
                  </a:lnTo>
                  <a:close/>
                </a:path>
                <a:path w="6723380" h="7035800">
                  <a:moveTo>
                    <a:pt x="4410496" y="1722582"/>
                  </a:moveTo>
                  <a:lnTo>
                    <a:pt x="4420784" y="1740399"/>
                  </a:lnTo>
                  <a:lnTo>
                    <a:pt x="4402974" y="1750681"/>
                  </a:lnTo>
                  <a:lnTo>
                    <a:pt x="4392685" y="1732865"/>
                  </a:lnTo>
                  <a:lnTo>
                    <a:pt x="4410496" y="1722582"/>
                  </a:lnTo>
                  <a:close/>
                </a:path>
                <a:path w="6723380" h="7035800">
                  <a:moveTo>
                    <a:pt x="4484990" y="1853950"/>
                  </a:moveTo>
                  <a:lnTo>
                    <a:pt x="4494094" y="1869723"/>
                  </a:lnTo>
                  <a:lnTo>
                    <a:pt x="4478315" y="1878832"/>
                  </a:lnTo>
                  <a:lnTo>
                    <a:pt x="4469211" y="1863059"/>
                  </a:lnTo>
                  <a:lnTo>
                    <a:pt x="4484990" y="1853950"/>
                  </a:lnTo>
                  <a:close/>
                </a:path>
                <a:path w="6723380" h="7035800">
                  <a:moveTo>
                    <a:pt x="4559686" y="1984518"/>
                  </a:moveTo>
                  <a:lnTo>
                    <a:pt x="4568203" y="1999266"/>
                  </a:lnTo>
                  <a:lnTo>
                    <a:pt x="4553449" y="2007789"/>
                  </a:lnTo>
                  <a:lnTo>
                    <a:pt x="4544931" y="1993035"/>
                  </a:lnTo>
                  <a:lnTo>
                    <a:pt x="4559686" y="1984518"/>
                  </a:lnTo>
                  <a:close/>
                </a:path>
                <a:path w="6723380" h="7035800">
                  <a:moveTo>
                    <a:pt x="4634287" y="2115476"/>
                  </a:moveTo>
                  <a:lnTo>
                    <a:pt x="4641922" y="2128703"/>
                  </a:lnTo>
                  <a:lnTo>
                    <a:pt x="4628690" y="2136344"/>
                  </a:lnTo>
                  <a:lnTo>
                    <a:pt x="4621049" y="2123117"/>
                  </a:lnTo>
                  <a:lnTo>
                    <a:pt x="4634287" y="2115476"/>
                  </a:lnTo>
                  <a:close/>
                </a:path>
                <a:path w="6723380" h="7035800">
                  <a:moveTo>
                    <a:pt x="4708983" y="2246038"/>
                  </a:moveTo>
                  <a:lnTo>
                    <a:pt x="4716031" y="2258251"/>
                  </a:lnTo>
                  <a:lnTo>
                    <a:pt x="4703817" y="2265306"/>
                  </a:lnTo>
                  <a:lnTo>
                    <a:pt x="4696769" y="2253093"/>
                  </a:lnTo>
                  <a:lnTo>
                    <a:pt x="4708983" y="2246038"/>
                  </a:lnTo>
                  <a:close/>
                </a:path>
                <a:path w="6723380" h="7035800">
                  <a:moveTo>
                    <a:pt x="4783471" y="2377406"/>
                  </a:moveTo>
                  <a:lnTo>
                    <a:pt x="4789346" y="2387581"/>
                  </a:lnTo>
                  <a:lnTo>
                    <a:pt x="4779170" y="2393457"/>
                  </a:lnTo>
                  <a:lnTo>
                    <a:pt x="4773295" y="2383281"/>
                  </a:lnTo>
                  <a:lnTo>
                    <a:pt x="4783471" y="2377406"/>
                  </a:lnTo>
                  <a:close/>
                </a:path>
                <a:path w="6723380" h="7035800">
                  <a:moveTo>
                    <a:pt x="4858172" y="2507967"/>
                  </a:moveTo>
                  <a:lnTo>
                    <a:pt x="4863462" y="2517124"/>
                  </a:lnTo>
                  <a:lnTo>
                    <a:pt x="4854305" y="2522413"/>
                  </a:lnTo>
                  <a:lnTo>
                    <a:pt x="4849015" y="2513257"/>
                  </a:lnTo>
                  <a:lnTo>
                    <a:pt x="4858172" y="2507967"/>
                  </a:lnTo>
                  <a:close/>
                </a:path>
                <a:path w="6723380" h="7035800">
                  <a:moveTo>
                    <a:pt x="4932874" y="2638529"/>
                  </a:moveTo>
                  <a:lnTo>
                    <a:pt x="4937577" y="2646673"/>
                  </a:lnTo>
                  <a:lnTo>
                    <a:pt x="4929433" y="2651377"/>
                  </a:lnTo>
                  <a:lnTo>
                    <a:pt x="4924730" y="2643232"/>
                  </a:lnTo>
                  <a:lnTo>
                    <a:pt x="4932874" y="2638529"/>
                  </a:lnTo>
                  <a:close/>
                </a:path>
                <a:path w="6723380" h="7035800">
                  <a:moveTo>
                    <a:pt x="5007576" y="2769091"/>
                  </a:moveTo>
                  <a:lnTo>
                    <a:pt x="5011686" y="2776217"/>
                  </a:lnTo>
                  <a:lnTo>
                    <a:pt x="5004561" y="2780333"/>
                  </a:lnTo>
                  <a:lnTo>
                    <a:pt x="5000450" y="2773208"/>
                  </a:lnTo>
                  <a:lnTo>
                    <a:pt x="5007576" y="2769091"/>
                  </a:lnTo>
                  <a:close/>
                </a:path>
                <a:path w="6723380" h="7035800">
                  <a:moveTo>
                    <a:pt x="5082277" y="2899659"/>
                  </a:moveTo>
                  <a:lnTo>
                    <a:pt x="5085808" y="2905766"/>
                  </a:lnTo>
                  <a:lnTo>
                    <a:pt x="5079701" y="2909290"/>
                  </a:lnTo>
                  <a:lnTo>
                    <a:pt x="5076177" y="2903183"/>
                  </a:lnTo>
                  <a:lnTo>
                    <a:pt x="5082277" y="2899659"/>
                  </a:lnTo>
                  <a:close/>
                </a:path>
                <a:path w="6723380" h="7035800">
                  <a:moveTo>
                    <a:pt x="5156979" y="3030221"/>
                  </a:moveTo>
                  <a:lnTo>
                    <a:pt x="5159917" y="3035309"/>
                  </a:lnTo>
                  <a:lnTo>
                    <a:pt x="5154829" y="3038247"/>
                  </a:lnTo>
                  <a:lnTo>
                    <a:pt x="5151891" y="3033159"/>
                  </a:lnTo>
                  <a:lnTo>
                    <a:pt x="5156979" y="3030221"/>
                  </a:lnTo>
                  <a:close/>
                </a:path>
                <a:path w="6723380" h="7035800">
                  <a:moveTo>
                    <a:pt x="5231687" y="3160783"/>
                  </a:moveTo>
                  <a:lnTo>
                    <a:pt x="5234038" y="3164852"/>
                  </a:lnTo>
                  <a:lnTo>
                    <a:pt x="5229963" y="3167203"/>
                  </a:lnTo>
                  <a:lnTo>
                    <a:pt x="5227612" y="3163134"/>
                  </a:lnTo>
                  <a:lnTo>
                    <a:pt x="5231687" y="3160783"/>
                  </a:lnTo>
                  <a:close/>
                </a:path>
                <a:path w="6723380" h="7035800">
                  <a:moveTo>
                    <a:pt x="5306381" y="3291344"/>
                  </a:moveTo>
                  <a:lnTo>
                    <a:pt x="5308147" y="3294401"/>
                  </a:lnTo>
                  <a:lnTo>
                    <a:pt x="5305091" y="3296160"/>
                  </a:lnTo>
                  <a:lnTo>
                    <a:pt x="5303332" y="3293109"/>
                  </a:lnTo>
                  <a:lnTo>
                    <a:pt x="5306381" y="3291344"/>
                  </a:lnTo>
                  <a:close/>
                </a:path>
                <a:path w="6723380" h="7035800">
                  <a:moveTo>
                    <a:pt x="5381084" y="3421906"/>
                  </a:moveTo>
                  <a:lnTo>
                    <a:pt x="5382263" y="3423944"/>
                  </a:lnTo>
                  <a:lnTo>
                    <a:pt x="5380225" y="3425123"/>
                  </a:lnTo>
                  <a:lnTo>
                    <a:pt x="5379052" y="3423085"/>
                  </a:lnTo>
                  <a:lnTo>
                    <a:pt x="5381084" y="3421906"/>
                  </a:lnTo>
                  <a:close/>
                </a:path>
                <a:path w="6723380" h="7035800">
                  <a:moveTo>
                    <a:pt x="5455898" y="3552065"/>
                  </a:moveTo>
                  <a:lnTo>
                    <a:pt x="5456781" y="3553594"/>
                  </a:lnTo>
                  <a:lnTo>
                    <a:pt x="5455253" y="3554476"/>
                  </a:lnTo>
                  <a:lnTo>
                    <a:pt x="5454370" y="3552948"/>
                  </a:lnTo>
                  <a:lnTo>
                    <a:pt x="5455898" y="3552065"/>
                  </a:lnTo>
                  <a:close/>
                </a:path>
                <a:path w="6723380" h="7035800">
                  <a:moveTo>
                    <a:pt x="3205292" y="0"/>
                  </a:moveTo>
                  <a:lnTo>
                    <a:pt x="3256863" y="0"/>
                  </a:lnTo>
                  <a:lnTo>
                    <a:pt x="3258639" y="3075"/>
                  </a:lnTo>
                  <a:lnTo>
                    <a:pt x="3219962" y="25406"/>
                  </a:lnTo>
                  <a:lnTo>
                    <a:pt x="3205292" y="0"/>
                  </a:lnTo>
                  <a:close/>
                </a:path>
                <a:path w="6723380" h="7035800">
                  <a:moveTo>
                    <a:pt x="3311224" y="94160"/>
                  </a:moveTo>
                  <a:lnTo>
                    <a:pt x="3333554" y="132832"/>
                  </a:lnTo>
                  <a:lnTo>
                    <a:pt x="3294877" y="155162"/>
                  </a:lnTo>
                  <a:lnTo>
                    <a:pt x="3272553" y="116490"/>
                  </a:lnTo>
                  <a:lnTo>
                    <a:pt x="3311224" y="94160"/>
                  </a:lnTo>
                  <a:close/>
                </a:path>
                <a:path w="6723380" h="7035800">
                  <a:moveTo>
                    <a:pt x="3385820" y="225125"/>
                  </a:moveTo>
                  <a:lnTo>
                    <a:pt x="3407267" y="262275"/>
                  </a:lnTo>
                  <a:lnTo>
                    <a:pt x="3370118" y="283722"/>
                  </a:lnTo>
                  <a:lnTo>
                    <a:pt x="3348670" y="246573"/>
                  </a:lnTo>
                  <a:lnTo>
                    <a:pt x="3385820" y="225125"/>
                  </a:lnTo>
                  <a:close/>
                </a:path>
                <a:path w="6723380" h="7035800">
                  <a:moveTo>
                    <a:pt x="3460521" y="355687"/>
                  </a:moveTo>
                  <a:lnTo>
                    <a:pt x="3481382" y="391818"/>
                  </a:lnTo>
                  <a:lnTo>
                    <a:pt x="3445252" y="412679"/>
                  </a:lnTo>
                  <a:lnTo>
                    <a:pt x="3424391" y="376548"/>
                  </a:lnTo>
                  <a:lnTo>
                    <a:pt x="3460521" y="355687"/>
                  </a:lnTo>
                  <a:close/>
                </a:path>
                <a:path w="6723380" h="7035800">
                  <a:moveTo>
                    <a:pt x="3535010" y="487060"/>
                  </a:moveTo>
                  <a:lnTo>
                    <a:pt x="3554692" y="521148"/>
                  </a:lnTo>
                  <a:lnTo>
                    <a:pt x="3520599" y="540830"/>
                  </a:lnTo>
                  <a:lnTo>
                    <a:pt x="3500917" y="506743"/>
                  </a:lnTo>
                  <a:lnTo>
                    <a:pt x="3535010" y="487060"/>
                  </a:lnTo>
                  <a:close/>
                </a:path>
                <a:path w="6723380" h="7035800">
                  <a:moveTo>
                    <a:pt x="3609605" y="618019"/>
                  </a:moveTo>
                  <a:lnTo>
                    <a:pt x="3628410" y="650584"/>
                  </a:lnTo>
                  <a:lnTo>
                    <a:pt x="3595839" y="669390"/>
                  </a:lnTo>
                  <a:lnTo>
                    <a:pt x="3577040" y="636819"/>
                  </a:lnTo>
                  <a:lnTo>
                    <a:pt x="3609605" y="618019"/>
                  </a:lnTo>
                  <a:close/>
                </a:path>
                <a:path w="6723380" h="7035800">
                  <a:moveTo>
                    <a:pt x="3684200" y="748984"/>
                  </a:moveTo>
                  <a:lnTo>
                    <a:pt x="3702123" y="780021"/>
                  </a:lnTo>
                  <a:lnTo>
                    <a:pt x="3671074" y="797944"/>
                  </a:lnTo>
                  <a:lnTo>
                    <a:pt x="3653157" y="766907"/>
                  </a:lnTo>
                  <a:lnTo>
                    <a:pt x="3684200" y="748984"/>
                  </a:lnTo>
                  <a:close/>
                </a:path>
                <a:path w="6723380" h="7035800">
                  <a:moveTo>
                    <a:pt x="3758683" y="880352"/>
                  </a:moveTo>
                  <a:lnTo>
                    <a:pt x="3775427" y="909357"/>
                  </a:lnTo>
                  <a:lnTo>
                    <a:pt x="3746427" y="926101"/>
                  </a:lnTo>
                  <a:lnTo>
                    <a:pt x="3729683" y="897096"/>
                  </a:lnTo>
                  <a:lnTo>
                    <a:pt x="3758683" y="880352"/>
                  </a:lnTo>
                  <a:close/>
                </a:path>
                <a:path w="6723380" h="7035800">
                  <a:moveTo>
                    <a:pt x="3833390" y="1010913"/>
                  </a:moveTo>
                  <a:lnTo>
                    <a:pt x="3849548" y="1038900"/>
                  </a:lnTo>
                  <a:lnTo>
                    <a:pt x="3821562" y="1055058"/>
                  </a:lnTo>
                  <a:lnTo>
                    <a:pt x="3805404" y="1027072"/>
                  </a:lnTo>
                  <a:lnTo>
                    <a:pt x="3833390" y="1010913"/>
                  </a:lnTo>
                  <a:close/>
                </a:path>
                <a:path w="6723380" h="7035800">
                  <a:moveTo>
                    <a:pt x="3907979" y="1141878"/>
                  </a:moveTo>
                  <a:lnTo>
                    <a:pt x="3923260" y="1168336"/>
                  </a:lnTo>
                  <a:lnTo>
                    <a:pt x="3896802" y="1183612"/>
                  </a:lnTo>
                  <a:lnTo>
                    <a:pt x="3881521" y="1157154"/>
                  </a:lnTo>
                  <a:lnTo>
                    <a:pt x="3907979" y="1141878"/>
                  </a:lnTo>
                  <a:close/>
                </a:path>
                <a:path w="6723380" h="7035800">
                  <a:moveTo>
                    <a:pt x="3982580" y="1272837"/>
                  </a:moveTo>
                  <a:lnTo>
                    <a:pt x="3996973" y="1297773"/>
                  </a:lnTo>
                  <a:lnTo>
                    <a:pt x="3972043" y="1312171"/>
                  </a:lnTo>
                  <a:lnTo>
                    <a:pt x="3957644" y="1287236"/>
                  </a:lnTo>
                  <a:lnTo>
                    <a:pt x="3982580" y="1272837"/>
                  </a:lnTo>
                  <a:close/>
                </a:path>
                <a:path w="6723380" h="7035800">
                  <a:moveTo>
                    <a:pt x="4057062" y="1404204"/>
                  </a:moveTo>
                  <a:lnTo>
                    <a:pt x="4070283" y="1427103"/>
                  </a:lnTo>
                  <a:lnTo>
                    <a:pt x="4047384" y="1440323"/>
                  </a:lnTo>
                  <a:lnTo>
                    <a:pt x="4034164" y="1417425"/>
                  </a:lnTo>
                  <a:lnTo>
                    <a:pt x="4057062" y="1404204"/>
                  </a:lnTo>
                  <a:close/>
                </a:path>
                <a:path w="6723380" h="7035800">
                  <a:moveTo>
                    <a:pt x="4131657" y="1535175"/>
                  </a:moveTo>
                  <a:lnTo>
                    <a:pt x="4143995" y="1556546"/>
                  </a:lnTo>
                  <a:lnTo>
                    <a:pt x="4122625" y="1568883"/>
                  </a:lnTo>
                  <a:lnTo>
                    <a:pt x="4110287" y="1547513"/>
                  </a:lnTo>
                  <a:lnTo>
                    <a:pt x="4131657" y="1535175"/>
                  </a:lnTo>
                  <a:close/>
                </a:path>
                <a:path w="6723380" h="7035800">
                  <a:moveTo>
                    <a:pt x="4206253" y="1666134"/>
                  </a:moveTo>
                  <a:lnTo>
                    <a:pt x="4217713" y="1685976"/>
                  </a:lnTo>
                  <a:lnTo>
                    <a:pt x="4197865" y="1697437"/>
                  </a:lnTo>
                  <a:lnTo>
                    <a:pt x="4186410" y="1677589"/>
                  </a:lnTo>
                  <a:lnTo>
                    <a:pt x="4206253" y="1666134"/>
                  </a:lnTo>
                  <a:close/>
                </a:path>
                <a:path w="6723380" h="7035800">
                  <a:moveTo>
                    <a:pt x="4280847" y="1797099"/>
                  </a:moveTo>
                  <a:lnTo>
                    <a:pt x="4291426" y="1815418"/>
                  </a:lnTo>
                  <a:lnTo>
                    <a:pt x="4273100" y="1825997"/>
                  </a:lnTo>
                  <a:lnTo>
                    <a:pt x="4262527" y="1807677"/>
                  </a:lnTo>
                  <a:lnTo>
                    <a:pt x="4280847" y="1797099"/>
                  </a:lnTo>
                  <a:close/>
                </a:path>
                <a:path w="6723380" h="7035800">
                  <a:moveTo>
                    <a:pt x="4355555" y="1927660"/>
                  </a:moveTo>
                  <a:lnTo>
                    <a:pt x="4365541" y="1944962"/>
                  </a:lnTo>
                  <a:lnTo>
                    <a:pt x="4348240" y="1954954"/>
                  </a:lnTo>
                  <a:lnTo>
                    <a:pt x="4338247" y="1937653"/>
                  </a:lnTo>
                  <a:lnTo>
                    <a:pt x="4355555" y="1927660"/>
                  </a:lnTo>
                  <a:close/>
                </a:path>
                <a:path w="6723380" h="7035800">
                  <a:moveTo>
                    <a:pt x="4430037" y="2059028"/>
                  </a:moveTo>
                  <a:lnTo>
                    <a:pt x="4438851" y="2074291"/>
                  </a:lnTo>
                  <a:lnTo>
                    <a:pt x="4423581" y="2083105"/>
                  </a:lnTo>
                  <a:lnTo>
                    <a:pt x="4414768" y="2067841"/>
                  </a:lnTo>
                  <a:lnTo>
                    <a:pt x="4430037" y="2059028"/>
                  </a:lnTo>
                  <a:close/>
                </a:path>
                <a:path w="6723380" h="7035800">
                  <a:moveTo>
                    <a:pt x="4504739" y="2189590"/>
                  </a:moveTo>
                  <a:lnTo>
                    <a:pt x="4512966" y="2203840"/>
                  </a:lnTo>
                  <a:lnTo>
                    <a:pt x="4498715" y="2212067"/>
                  </a:lnTo>
                  <a:lnTo>
                    <a:pt x="4490488" y="2197817"/>
                  </a:lnTo>
                  <a:lnTo>
                    <a:pt x="4504739" y="2189590"/>
                  </a:lnTo>
                  <a:close/>
                </a:path>
                <a:path w="6723380" h="7035800">
                  <a:moveTo>
                    <a:pt x="4579334" y="2320555"/>
                  </a:moveTo>
                  <a:lnTo>
                    <a:pt x="4586678" y="2333278"/>
                  </a:lnTo>
                  <a:lnTo>
                    <a:pt x="4573956" y="2340623"/>
                  </a:lnTo>
                  <a:lnTo>
                    <a:pt x="4566611" y="2327899"/>
                  </a:lnTo>
                  <a:lnTo>
                    <a:pt x="4579334" y="2320555"/>
                  </a:lnTo>
                  <a:close/>
                </a:path>
                <a:path w="6723380" h="7035800">
                  <a:moveTo>
                    <a:pt x="4653923" y="2451520"/>
                  </a:moveTo>
                  <a:lnTo>
                    <a:pt x="4660391" y="2462714"/>
                  </a:lnTo>
                  <a:lnTo>
                    <a:pt x="4649196" y="2469177"/>
                  </a:lnTo>
                  <a:lnTo>
                    <a:pt x="4642734" y="2457982"/>
                  </a:lnTo>
                  <a:lnTo>
                    <a:pt x="4653923" y="2451520"/>
                  </a:lnTo>
                  <a:close/>
                </a:path>
                <a:path w="6723380" h="7035800">
                  <a:moveTo>
                    <a:pt x="4728524" y="2582485"/>
                  </a:moveTo>
                  <a:lnTo>
                    <a:pt x="4734110" y="2592151"/>
                  </a:lnTo>
                  <a:lnTo>
                    <a:pt x="4724437" y="2597736"/>
                  </a:lnTo>
                  <a:lnTo>
                    <a:pt x="4718858" y="2588064"/>
                  </a:lnTo>
                  <a:lnTo>
                    <a:pt x="4728524" y="2582485"/>
                  </a:lnTo>
                  <a:close/>
                </a:path>
                <a:path w="6723380" h="7035800">
                  <a:moveTo>
                    <a:pt x="4803226" y="2713046"/>
                  </a:moveTo>
                  <a:lnTo>
                    <a:pt x="4808219" y="2721700"/>
                  </a:lnTo>
                  <a:lnTo>
                    <a:pt x="4799565" y="2726693"/>
                  </a:lnTo>
                  <a:lnTo>
                    <a:pt x="4794572" y="2718039"/>
                  </a:lnTo>
                  <a:lnTo>
                    <a:pt x="4803226" y="2713046"/>
                  </a:lnTo>
                  <a:close/>
                </a:path>
                <a:path w="6723380" h="7035800">
                  <a:moveTo>
                    <a:pt x="4877927" y="2843608"/>
                  </a:moveTo>
                  <a:lnTo>
                    <a:pt x="4882334" y="2851243"/>
                  </a:lnTo>
                  <a:lnTo>
                    <a:pt x="4874699" y="2855650"/>
                  </a:lnTo>
                  <a:lnTo>
                    <a:pt x="4870292" y="2848015"/>
                  </a:lnTo>
                  <a:lnTo>
                    <a:pt x="4877927" y="2843608"/>
                  </a:lnTo>
                  <a:close/>
                </a:path>
                <a:path w="6723380" h="7035800">
                  <a:moveTo>
                    <a:pt x="4952629" y="2974176"/>
                  </a:moveTo>
                  <a:lnTo>
                    <a:pt x="4956449" y="2980787"/>
                  </a:lnTo>
                  <a:lnTo>
                    <a:pt x="4949827" y="2984607"/>
                  </a:lnTo>
                  <a:lnTo>
                    <a:pt x="4946013" y="2977997"/>
                  </a:lnTo>
                  <a:lnTo>
                    <a:pt x="4952629" y="2974176"/>
                  </a:lnTo>
                  <a:close/>
                </a:path>
                <a:path w="6723380" h="7035800">
                  <a:moveTo>
                    <a:pt x="5027330" y="3104738"/>
                  </a:moveTo>
                  <a:lnTo>
                    <a:pt x="5030565" y="3110330"/>
                  </a:lnTo>
                  <a:lnTo>
                    <a:pt x="5024967" y="3113564"/>
                  </a:lnTo>
                  <a:lnTo>
                    <a:pt x="5021739" y="3107966"/>
                  </a:lnTo>
                  <a:lnTo>
                    <a:pt x="5027330" y="3104738"/>
                  </a:lnTo>
                  <a:close/>
                </a:path>
                <a:path w="6723380" h="7035800">
                  <a:moveTo>
                    <a:pt x="5102037" y="3235300"/>
                  </a:moveTo>
                  <a:lnTo>
                    <a:pt x="5104680" y="3239872"/>
                  </a:lnTo>
                  <a:lnTo>
                    <a:pt x="5100095" y="3242520"/>
                  </a:lnTo>
                  <a:lnTo>
                    <a:pt x="5097454" y="3237941"/>
                  </a:lnTo>
                  <a:lnTo>
                    <a:pt x="5102037" y="3235300"/>
                  </a:lnTo>
                  <a:close/>
                </a:path>
                <a:path w="6723380" h="7035800">
                  <a:moveTo>
                    <a:pt x="5176734" y="3365856"/>
                  </a:moveTo>
                  <a:lnTo>
                    <a:pt x="5178789" y="3369421"/>
                  </a:lnTo>
                  <a:lnTo>
                    <a:pt x="5175230" y="3371476"/>
                  </a:lnTo>
                  <a:lnTo>
                    <a:pt x="5173174" y="3367911"/>
                  </a:lnTo>
                  <a:lnTo>
                    <a:pt x="5176734" y="3365856"/>
                  </a:lnTo>
                  <a:close/>
                </a:path>
                <a:path w="6723380" h="7035800">
                  <a:moveTo>
                    <a:pt x="5251435" y="3496424"/>
                  </a:moveTo>
                  <a:lnTo>
                    <a:pt x="5252904" y="3498965"/>
                  </a:lnTo>
                  <a:lnTo>
                    <a:pt x="5250358" y="3500434"/>
                  </a:lnTo>
                  <a:lnTo>
                    <a:pt x="5248889" y="3497893"/>
                  </a:lnTo>
                  <a:lnTo>
                    <a:pt x="5251435" y="3496424"/>
                  </a:lnTo>
                  <a:close/>
                </a:path>
                <a:path w="6723380" h="7035800">
                  <a:moveTo>
                    <a:pt x="5326249" y="3626584"/>
                  </a:moveTo>
                  <a:lnTo>
                    <a:pt x="5327422" y="3628621"/>
                  </a:lnTo>
                  <a:lnTo>
                    <a:pt x="5325391" y="3629794"/>
                  </a:lnTo>
                  <a:lnTo>
                    <a:pt x="5324212" y="3627763"/>
                  </a:lnTo>
                  <a:lnTo>
                    <a:pt x="5326249" y="3626584"/>
                  </a:lnTo>
                  <a:close/>
                </a:path>
                <a:path w="6723380" h="7035800">
                  <a:moveTo>
                    <a:pt x="3107194" y="36908"/>
                  </a:moveTo>
                  <a:lnTo>
                    <a:pt x="3131289" y="78636"/>
                  </a:lnTo>
                  <a:lnTo>
                    <a:pt x="3089561" y="102731"/>
                  </a:lnTo>
                  <a:lnTo>
                    <a:pt x="3065466" y="61003"/>
                  </a:lnTo>
                  <a:lnTo>
                    <a:pt x="3107194" y="36908"/>
                  </a:lnTo>
                  <a:close/>
                </a:path>
                <a:path w="6723380" h="7035800">
                  <a:moveTo>
                    <a:pt x="3181789" y="167873"/>
                  </a:moveTo>
                  <a:lnTo>
                    <a:pt x="3205002" y="208073"/>
                  </a:lnTo>
                  <a:lnTo>
                    <a:pt x="3164802" y="231286"/>
                  </a:lnTo>
                  <a:lnTo>
                    <a:pt x="3141589" y="191086"/>
                  </a:lnTo>
                  <a:lnTo>
                    <a:pt x="3181789" y="167873"/>
                  </a:lnTo>
                  <a:close/>
                </a:path>
                <a:path w="6723380" h="7035800">
                  <a:moveTo>
                    <a:pt x="3256385" y="298844"/>
                  </a:moveTo>
                  <a:lnTo>
                    <a:pt x="3278715" y="337515"/>
                  </a:lnTo>
                  <a:lnTo>
                    <a:pt x="3240043" y="359840"/>
                  </a:lnTo>
                  <a:lnTo>
                    <a:pt x="3217713" y="321168"/>
                  </a:lnTo>
                  <a:lnTo>
                    <a:pt x="3256385" y="298844"/>
                  </a:lnTo>
                  <a:close/>
                </a:path>
                <a:path w="6723380" h="7035800">
                  <a:moveTo>
                    <a:pt x="3330980" y="429802"/>
                  </a:moveTo>
                  <a:lnTo>
                    <a:pt x="3352427" y="466952"/>
                  </a:lnTo>
                  <a:lnTo>
                    <a:pt x="3315278" y="488399"/>
                  </a:lnTo>
                  <a:lnTo>
                    <a:pt x="3293831" y="451250"/>
                  </a:lnTo>
                  <a:lnTo>
                    <a:pt x="3330980" y="429802"/>
                  </a:lnTo>
                  <a:close/>
                </a:path>
                <a:path w="6723380" h="7035800">
                  <a:moveTo>
                    <a:pt x="3405682" y="560364"/>
                  </a:moveTo>
                  <a:lnTo>
                    <a:pt x="3426542" y="596501"/>
                  </a:lnTo>
                  <a:lnTo>
                    <a:pt x="3390412" y="617356"/>
                  </a:lnTo>
                  <a:lnTo>
                    <a:pt x="3369551" y="581225"/>
                  </a:lnTo>
                  <a:lnTo>
                    <a:pt x="3405682" y="560364"/>
                  </a:lnTo>
                  <a:close/>
                </a:path>
                <a:path w="6723380" h="7035800">
                  <a:moveTo>
                    <a:pt x="3480169" y="691732"/>
                  </a:moveTo>
                  <a:lnTo>
                    <a:pt x="3499852" y="725824"/>
                  </a:lnTo>
                  <a:lnTo>
                    <a:pt x="3465760" y="745513"/>
                  </a:lnTo>
                  <a:lnTo>
                    <a:pt x="3446071" y="711414"/>
                  </a:lnTo>
                  <a:lnTo>
                    <a:pt x="3480169" y="691732"/>
                  </a:lnTo>
                  <a:close/>
                </a:path>
                <a:path w="6723380" h="7035800">
                  <a:moveTo>
                    <a:pt x="3554765" y="822697"/>
                  </a:moveTo>
                  <a:lnTo>
                    <a:pt x="3573565" y="855268"/>
                  </a:lnTo>
                  <a:lnTo>
                    <a:pt x="3541000" y="874068"/>
                  </a:lnTo>
                  <a:lnTo>
                    <a:pt x="3522194" y="841502"/>
                  </a:lnTo>
                  <a:lnTo>
                    <a:pt x="3554765" y="822697"/>
                  </a:lnTo>
                  <a:close/>
                </a:path>
                <a:path w="6723380" h="7035800">
                  <a:moveTo>
                    <a:pt x="3629247" y="954064"/>
                  </a:moveTo>
                  <a:lnTo>
                    <a:pt x="3646874" y="984597"/>
                  </a:lnTo>
                  <a:lnTo>
                    <a:pt x="3616341" y="1002224"/>
                  </a:lnTo>
                  <a:lnTo>
                    <a:pt x="3598714" y="971691"/>
                  </a:lnTo>
                  <a:lnTo>
                    <a:pt x="3629247" y="954064"/>
                  </a:lnTo>
                  <a:close/>
                </a:path>
                <a:path w="6723380" h="7035800">
                  <a:moveTo>
                    <a:pt x="3703849" y="1085030"/>
                  </a:moveTo>
                  <a:lnTo>
                    <a:pt x="3720593" y="1114028"/>
                  </a:lnTo>
                  <a:lnTo>
                    <a:pt x="3691581" y="1130779"/>
                  </a:lnTo>
                  <a:lnTo>
                    <a:pt x="3674837" y="1101774"/>
                  </a:lnTo>
                  <a:lnTo>
                    <a:pt x="3703849" y="1085030"/>
                  </a:lnTo>
                  <a:close/>
                </a:path>
                <a:path w="6723380" h="7035800">
                  <a:moveTo>
                    <a:pt x="3778437" y="1215988"/>
                  </a:moveTo>
                  <a:lnTo>
                    <a:pt x="3794305" y="1243471"/>
                  </a:lnTo>
                  <a:lnTo>
                    <a:pt x="3766822" y="1259333"/>
                  </a:lnTo>
                  <a:lnTo>
                    <a:pt x="3750960" y="1231856"/>
                  </a:lnTo>
                  <a:lnTo>
                    <a:pt x="3778437" y="1215988"/>
                  </a:lnTo>
                  <a:close/>
                </a:path>
                <a:path w="6723380" h="7035800">
                  <a:moveTo>
                    <a:pt x="3853033" y="1346958"/>
                  </a:moveTo>
                  <a:lnTo>
                    <a:pt x="3868018" y="1372907"/>
                  </a:lnTo>
                  <a:lnTo>
                    <a:pt x="3842069" y="1387886"/>
                  </a:lnTo>
                  <a:lnTo>
                    <a:pt x="3827084" y="1361938"/>
                  </a:lnTo>
                  <a:lnTo>
                    <a:pt x="3853033" y="1346958"/>
                  </a:lnTo>
                  <a:close/>
                </a:path>
                <a:path w="6723380" h="7035800">
                  <a:moveTo>
                    <a:pt x="3927628" y="1477917"/>
                  </a:moveTo>
                  <a:lnTo>
                    <a:pt x="3941730" y="1502344"/>
                  </a:lnTo>
                  <a:lnTo>
                    <a:pt x="3917304" y="1516446"/>
                  </a:lnTo>
                  <a:lnTo>
                    <a:pt x="3903201" y="1492019"/>
                  </a:lnTo>
                  <a:lnTo>
                    <a:pt x="3927628" y="1477917"/>
                  </a:lnTo>
                  <a:close/>
                </a:path>
                <a:path w="6723380" h="7035800">
                  <a:moveTo>
                    <a:pt x="4002116" y="1609284"/>
                  </a:moveTo>
                  <a:lnTo>
                    <a:pt x="4015040" y="1631674"/>
                  </a:lnTo>
                  <a:lnTo>
                    <a:pt x="3992651" y="1644598"/>
                  </a:lnTo>
                  <a:lnTo>
                    <a:pt x="3979727" y="1622215"/>
                  </a:lnTo>
                  <a:lnTo>
                    <a:pt x="4002116" y="1609284"/>
                  </a:lnTo>
                  <a:close/>
                </a:path>
                <a:path w="6723380" h="7035800">
                  <a:moveTo>
                    <a:pt x="4076818" y="1739846"/>
                  </a:moveTo>
                  <a:lnTo>
                    <a:pt x="4089156" y="1761217"/>
                  </a:lnTo>
                  <a:lnTo>
                    <a:pt x="4067785" y="1773560"/>
                  </a:lnTo>
                  <a:lnTo>
                    <a:pt x="4055442" y="1752184"/>
                  </a:lnTo>
                  <a:lnTo>
                    <a:pt x="4076818" y="1739846"/>
                  </a:lnTo>
                  <a:close/>
                </a:path>
                <a:path w="6723380" h="7035800">
                  <a:moveTo>
                    <a:pt x="4151306" y="1871214"/>
                  </a:moveTo>
                  <a:lnTo>
                    <a:pt x="4162465" y="1890546"/>
                  </a:lnTo>
                  <a:lnTo>
                    <a:pt x="4143132" y="1901711"/>
                  </a:lnTo>
                  <a:lnTo>
                    <a:pt x="4131973" y="1882378"/>
                  </a:lnTo>
                  <a:lnTo>
                    <a:pt x="4151306" y="1871214"/>
                  </a:lnTo>
                  <a:close/>
                </a:path>
                <a:path w="6723380" h="7035800">
                  <a:moveTo>
                    <a:pt x="4225895" y="2002179"/>
                  </a:moveTo>
                  <a:lnTo>
                    <a:pt x="4236178" y="2019990"/>
                  </a:lnTo>
                  <a:lnTo>
                    <a:pt x="4218367" y="2030272"/>
                  </a:lnTo>
                  <a:lnTo>
                    <a:pt x="4208085" y="2012461"/>
                  </a:lnTo>
                  <a:lnTo>
                    <a:pt x="4225895" y="2002179"/>
                  </a:lnTo>
                  <a:close/>
                </a:path>
                <a:path w="6723380" h="7035800">
                  <a:moveTo>
                    <a:pt x="4300596" y="2132740"/>
                  </a:moveTo>
                  <a:lnTo>
                    <a:pt x="4310293" y="2149532"/>
                  </a:lnTo>
                  <a:lnTo>
                    <a:pt x="4293507" y="2159228"/>
                  </a:lnTo>
                  <a:lnTo>
                    <a:pt x="4283811" y="2142430"/>
                  </a:lnTo>
                  <a:lnTo>
                    <a:pt x="4300596" y="2132740"/>
                  </a:lnTo>
                  <a:close/>
                </a:path>
                <a:path w="6723380" h="7035800">
                  <a:moveTo>
                    <a:pt x="4375085" y="2264102"/>
                  </a:moveTo>
                  <a:lnTo>
                    <a:pt x="4383609" y="2278862"/>
                  </a:lnTo>
                  <a:lnTo>
                    <a:pt x="4368848" y="2287380"/>
                  </a:lnTo>
                  <a:lnTo>
                    <a:pt x="4360331" y="2272625"/>
                  </a:lnTo>
                  <a:lnTo>
                    <a:pt x="4375085" y="2264102"/>
                  </a:lnTo>
                  <a:close/>
                </a:path>
                <a:path w="6723380" h="7035800">
                  <a:moveTo>
                    <a:pt x="4449793" y="2394664"/>
                  </a:moveTo>
                  <a:lnTo>
                    <a:pt x="4457724" y="2408406"/>
                  </a:lnTo>
                  <a:lnTo>
                    <a:pt x="4443982" y="2416343"/>
                  </a:lnTo>
                  <a:lnTo>
                    <a:pt x="4436051" y="2402601"/>
                  </a:lnTo>
                  <a:lnTo>
                    <a:pt x="4449793" y="2394664"/>
                  </a:lnTo>
                  <a:close/>
                </a:path>
                <a:path w="6723380" h="7035800">
                  <a:moveTo>
                    <a:pt x="4524388" y="2525635"/>
                  </a:moveTo>
                  <a:lnTo>
                    <a:pt x="4531436" y="2537848"/>
                  </a:lnTo>
                  <a:lnTo>
                    <a:pt x="4519223" y="2544897"/>
                  </a:lnTo>
                  <a:lnTo>
                    <a:pt x="4512174" y="2532683"/>
                  </a:lnTo>
                  <a:lnTo>
                    <a:pt x="4524388" y="2525635"/>
                  </a:lnTo>
                  <a:close/>
                </a:path>
                <a:path w="6723380" h="7035800">
                  <a:moveTo>
                    <a:pt x="4598977" y="2656593"/>
                  </a:moveTo>
                  <a:lnTo>
                    <a:pt x="4605149" y="2667284"/>
                  </a:lnTo>
                  <a:lnTo>
                    <a:pt x="4594463" y="2673456"/>
                  </a:lnTo>
                  <a:lnTo>
                    <a:pt x="4588292" y="2662765"/>
                  </a:lnTo>
                  <a:lnTo>
                    <a:pt x="4598977" y="2656593"/>
                  </a:lnTo>
                  <a:close/>
                </a:path>
                <a:path w="6723380" h="7035800">
                  <a:moveTo>
                    <a:pt x="4673572" y="2787564"/>
                  </a:moveTo>
                  <a:lnTo>
                    <a:pt x="4678861" y="2796721"/>
                  </a:lnTo>
                  <a:lnTo>
                    <a:pt x="4669704" y="2802010"/>
                  </a:lnTo>
                  <a:lnTo>
                    <a:pt x="4664415" y="2792847"/>
                  </a:lnTo>
                  <a:lnTo>
                    <a:pt x="4673572" y="2787564"/>
                  </a:lnTo>
                  <a:close/>
                </a:path>
                <a:path w="6723380" h="7035800">
                  <a:moveTo>
                    <a:pt x="4748273" y="2918126"/>
                  </a:moveTo>
                  <a:lnTo>
                    <a:pt x="4752976" y="2926264"/>
                  </a:lnTo>
                  <a:lnTo>
                    <a:pt x="4744832" y="2930967"/>
                  </a:lnTo>
                  <a:lnTo>
                    <a:pt x="4740135" y="2922823"/>
                  </a:lnTo>
                  <a:lnTo>
                    <a:pt x="4748273" y="2918126"/>
                  </a:lnTo>
                  <a:close/>
                </a:path>
                <a:path w="6723380" h="7035800">
                  <a:moveTo>
                    <a:pt x="4822981" y="3048688"/>
                  </a:moveTo>
                  <a:lnTo>
                    <a:pt x="4827091" y="3055813"/>
                  </a:lnTo>
                  <a:lnTo>
                    <a:pt x="4819966" y="3059924"/>
                  </a:lnTo>
                  <a:lnTo>
                    <a:pt x="4815856" y="3052799"/>
                  </a:lnTo>
                  <a:lnTo>
                    <a:pt x="4822981" y="3048688"/>
                  </a:lnTo>
                  <a:close/>
                </a:path>
                <a:path w="6723380" h="7035800">
                  <a:moveTo>
                    <a:pt x="4897683" y="3179249"/>
                  </a:moveTo>
                  <a:lnTo>
                    <a:pt x="4901207" y="3185350"/>
                  </a:lnTo>
                  <a:lnTo>
                    <a:pt x="4895094" y="3188880"/>
                  </a:lnTo>
                  <a:lnTo>
                    <a:pt x="4891570" y="3182774"/>
                  </a:lnTo>
                  <a:lnTo>
                    <a:pt x="4897683" y="3179249"/>
                  </a:lnTo>
                  <a:close/>
                </a:path>
                <a:path w="6723380" h="7035800">
                  <a:moveTo>
                    <a:pt x="4972378" y="3309811"/>
                  </a:moveTo>
                  <a:lnTo>
                    <a:pt x="4975316" y="3314905"/>
                  </a:lnTo>
                  <a:lnTo>
                    <a:pt x="4970228" y="3317843"/>
                  </a:lnTo>
                  <a:lnTo>
                    <a:pt x="4967290" y="3312749"/>
                  </a:lnTo>
                  <a:lnTo>
                    <a:pt x="4972378" y="3309811"/>
                  </a:lnTo>
                  <a:close/>
                </a:path>
                <a:path w="6723380" h="7035800">
                  <a:moveTo>
                    <a:pt x="5047080" y="3440379"/>
                  </a:moveTo>
                  <a:lnTo>
                    <a:pt x="5049431" y="3444449"/>
                  </a:lnTo>
                  <a:lnTo>
                    <a:pt x="5045368" y="3446800"/>
                  </a:lnTo>
                  <a:lnTo>
                    <a:pt x="5043017" y="3442725"/>
                  </a:lnTo>
                  <a:lnTo>
                    <a:pt x="5047080" y="3440379"/>
                  </a:lnTo>
                  <a:close/>
                </a:path>
                <a:path w="6723380" h="7035800">
                  <a:moveTo>
                    <a:pt x="5121788" y="3570941"/>
                  </a:moveTo>
                  <a:lnTo>
                    <a:pt x="5123547" y="3573992"/>
                  </a:lnTo>
                  <a:lnTo>
                    <a:pt x="5120496" y="3575751"/>
                  </a:lnTo>
                  <a:lnTo>
                    <a:pt x="5118731" y="3572700"/>
                  </a:lnTo>
                  <a:lnTo>
                    <a:pt x="5121788" y="3570941"/>
                  </a:lnTo>
                  <a:close/>
                </a:path>
                <a:path w="6723380" h="7035800">
                  <a:moveTo>
                    <a:pt x="5196488" y="3701503"/>
                  </a:moveTo>
                  <a:lnTo>
                    <a:pt x="5197668" y="3703534"/>
                  </a:lnTo>
                  <a:lnTo>
                    <a:pt x="5195630" y="3704713"/>
                  </a:lnTo>
                  <a:lnTo>
                    <a:pt x="5194451" y="3702675"/>
                  </a:lnTo>
                  <a:lnTo>
                    <a:pt x="5196488" y="3701503"/>
                  </a:lnTo>
                  <a:close/>
                </a:path>
                <a:path w="6723380" h="7035800">
                  <a:moveTo>
                    <a:pt x="5271297" y="3831662"/>
                  </a:moveTo>
                  <a:lnTo>
                    <a:pt x="5272180" y="3833190"/>
                  </a:lnTo>
                  <a:lnTo>
                    <a:pt x="5270658" y="3834073"/>
                  </a:lnTo>
                  <a:lnTo>
                    <a:pt x="5269775" y="3832539"/>
                  </a:lnTo>
                  <a:lnTo>
                    <a:pt x="5271297" y="3831662"/>
                  </a:lnTo>
                  <a:close/>
                </a:path>
                <a:path w="6723380" h="7035800">
                  <a:moveTo>
                    <a:pt x="2867350" y="0"/>
                  </a:moveTo>
                  <a:lnTo>
                    <a:pt x="2915243" y="0"/>
                  </a:lnTo>
                  <a:lnTo>
                    <a:pt x="2929420" y="24551"/>
                  </a:lnTo>
                  <a:lnTo>
                    <a:pt x="2884133" y="50695"/>
                  </a:lnTo>
                  <a:lnTo>
                    <a:pt x="2857982" y="5408"/>
                  </a:lnTo>
                  <a:lnTo>
                    <a:pt x="2867350" y="0"/>
                  </a:lnTo>
                  <a:close/>
                </a:path>
                <a:path w="6723380" h="7035800">
                  <a:moveTo>
                    <a:pt x="2977865" y="110222"/>
                  </a:moveTo>
                  <a:lnTo>
                    <a:pt x="3003133" y="153987"/>
                  </a:lnTo>
                  <a:lnTo>
                    <a:pt x="2959373" y="179255"/>
                  </a:lnTo>
                  <a:lnTo>
                    <a:pt x="2934105" y="135490"/>
                  </a:lnTo>
                  <a:lnTo>
                    <a:pt x="2977865" y="110222"/>
                  </a:lnTo>
                  <a:close/>
                </a:path>
                <a:path w="6723380" h="7035800">
                  <a:moveTo>
                    <a:pt x="3052466" y="241187"/>
                  </a:moveTo>
                  <a:lnTo>
                    <a:pt x="3076845" y="283418"/>
                  </a:lnTo>
                  <a:lnTo>
                    <a:pt x="3034608" y="307804"/>
                  </a:lnTo>
                  <a:lnTo>
                    <a:pt x="3010229" y="265572"/>
                  </a:lnTo>
                  <a:lnTo>
                    <a:pt x="3052466" y="241187"/>
                  </a:lnTo>
                  <a:close/>
                </a:path>
                <a:path w="6723380" h="7035800">
                  <a:moveTo>
                    <a:pt x="3126948" y="372555"/>
                  </a:moveTo>
                  <a:lnTo>
                    <a:pt x="3150155" y="412754"/>
                  </a:lnTo>
                  <a:lnTo>
                    <a:pt x="3109955" y="435961"/>
                  </a:lnTo>
                  <a:lnTo>
                    <a:pt x="3086749" y="395761"/>
                  </a:lnTo>
                  <a:lnTo>
                    <a:pt x="3126948" y="372555"/>
                  </a:lnTo>
                  <a:close/>
                </a:path>
                <a:path w="6723380" h="7035800">
                  <a:moveTo>
                    <a:pt x="3201537" y="503513"/>
                  </a:moveTo>
                  <a:lnTo>
                    <a:pt x="3223867" y="542191"/>
                  </a:lnTo>
                  <a:lnTo>
                    <a:pt x="3185196" y="564521"/>
                  </a:lnTo>
                  <a:lnTo>
                    <a:pt x="3162866" y="525843"/>
                  </a:lnTo>
                  <a:lnTo>
                    <a:pt x="3201537" y="503513"/>
                  </a:lnTo>
                  <a:close/>
                </a:path>
                <a:path w="6723380" h="7035800">
                  <a:moveTo>
                    <a:pt x="3276138" y="634478"/>
                  </a:moveTo>
                  <a:lnTo>
                    <a:pt x="3297586" y="671627"/>
                  </a:lnTo>
                  <a:lnTo>
                    <a:pt x="3260436" y="693075"/>
                  </a:lnTo>
                  <a:lnTo>
                    <a:pt x="3238989" y="655925"/>
                  </a:lnTo>
                  <a:lnTo>
                    <a:pt x="3276138" y="634478"/>
                  </a:lnTo>
                  <a:close/>
                </a:path>
                <a:path w="6723380" h="7035800">
                  <a:moveTo>
                    <a:pt x="3350734" y="765449"/>
                  </a:moveTo>
                  <a:lnTo>
                    <a:pt x="3371298" y="801064"/>
                  </a:lnTo>
                  <a:lnTo>
                    <a:pt x="3335671" y="821635"/>
                  </a:lnTo>
                  <a:lnTo>
                    <a:pt x="3315106" y="786014"/>
                  </a:lnTo>
                  <a:lnTo>
                    <a:pt x="3350734" y="765449"/>
                  </a:lnTo>
                  <a:close/>
                </a:path>
                <a:path w="6723380" h="7035800">
                  <a:moveTo>
                    <a:pt x="3425216" y="896811"/>
                  </a:moveTo>
                  <a:lnTo>
                    <a:pt x="3444608" y="930394"/>
                  </a:lnTo>
                  <a:lnTo>
                    <a:pt x="3411024" y="949787"/>
                  </a:lnTo>
                  <a:lnTo>
                    <a:pt x="3391632" y="916203"/>
                  </a:lnTo>
                  <a:lnTo>
                    <a:pt x="3425216" y="896811"/>
                  </a:lnTo>
                  <a:close/>
                </a:path>
                <a:path w="6723380" h="7035800">
                  <a:moveTo>
                    <a:pt x="3499811" y="1027776"/>
                  </a:moveTo>
                  <a:lnTo>
                    <a:pt x="3518321" y="1059837"/>
                  </a:lnTo>
                  <a:lnTo>
                    <a:pt x="3486265" y="1078341"/>
                  </a:lnTo>
                  <a:lnTo>
                    <a:pt x="3467756" y="1046279"/>
                  </a:lnTo>
                  <a:lnTo>
                    <a:pt x="3499811" y="1027776"/>
                  </a:lnTo>
                  <a:close/>
                </a:path>
                <a:path w="6723380" h="7035800">
                  <a:moveTo>
                    <a:pt x="3574407" y="1158740"/>
                  </a:moveTo>
                  <a:lnTo>
                    <a:pt x="3592033" y="1189268"/>
                  </a:lnTo>
                  <a:lnTo>
                    <a:pt x="3561506" y="1206895"/>
                  </a:lnTo>
                  <a:lnTo>
                    <a:pt x="3543879" y="1176367"/>
                  </a:lnTo>
                  <a:lnTo>
                    <a:pt x="3574407" y="1158740"/>
                  </a:lnTo>
                  <a:close/>
                </a:path>
                <a:path w="6723380" h="7035800">
                  <a:moveTo>
                    <a:pt x="3648895" y="1290108"/>
                  </a:moveTo>
                  <a:lnTo>
                    <a:pt x="3665343" y="1318598"/>
                  </a:lnTo>
                  <a:lnTo>
                    <a:pt x="3636847" y="1335052"/>
                  </a:lnTo>
                  <a:lnTo>
                    <a:pt x="3620399" y="1306556"/>
                  </a:lnTo>
                  <a:lnTo>
                    <a:pt x="3648895" y="1290108"/>
                  </a:lnTo>
                  <a:close/>
                </a:path>
                <a:path w="6723380" h="7035800">
                  <a:moveTo>
                    <a:pt x="3723597" y="1420670"/>
                  </a:moveTo>
                  <a:lnTo>
                    <a:pt x="3739459" y="1448147"/>
                  </a:lnTo>
                  <a:lnTo>
                    <a:pt x="3711982" y="1464009"/>
                  </a:lnTo>
                  <a:lnTo>
                    <a:pt x="3696120" y="1436532"/>
                  </a:lnTo>
                  <a:lnTo>
                    <a:pt x="3723597" y="1420670"/>
                  </a:lnTo>
                  <a:close/>
                </a:path>
                <a:path w="6723380" h="7035800">
                  <a:moveTo>
                    <a:pt x="3798085" y="1552031"/>
                  </a:moveTo>
                  <a:lnTo>
                    <a:pt x="3812774" y="1577477"/>
                  </a:lnTo>
                  <a:lnTo>
                    <a:pt x="3787328" y="1592166"/>
                  </a:lnTo>
                  <a:lnTo>
                    <a:pt x="3772639" y="1566721"/>
                  </a:lnTo>
                  <a:lnTo>
                    <a:pt x="3798085" y="1552031"/>
                  </a:lnTo>
                  <a:close/>
                </a:path>
                <a:path w="6723380" h="7035800">
                  <a:moveTo>
                    <a:pt x="3872567" y="1683399"/>
                  </a:moveTo>
                  <a:lnTo>
                    <a:pt x="3886084" y="1706807"/>
                  </a:lnTo>
                  <a:lnTo>
                    <a:pt x="3862676" y="1720323"/>
                  </a:lnTo>
                  <a:lnTo>
                    <a:pt x="3849160" y="1696909"/>
                  </a:lnTo>
                  <a:lnTo>
                    <a:pt x="3872567" y="1683399"/>
                  </a:lnTo>
                  <a:close/>
                </a:path>
                <a:path w="6723380" h="7035800">
                  <a:moveTo>
                    <a:pt x="3947162" y="1814364"/>
                  </a:moveTo>
                  <a:lnTo>
                    <a:pt x="3959796" y="1836250"/>
                  </a:lnTo>
                  <a:lnTo>
                    <a:pt x="3937916" y="1848878"/>
                  </a:lnTo>
                  <a:lnTo>
                    <a:pt x="3925282" y="1826998"/>
                  </a:lnTo>
                  <a:lnTo>
                    <a:pt x="3947162" y="1814364"/>
                  </a:lnTo>
                  <a:close/>
                </a:path>
                <a:path w="6723380" h="7035800">
                  <a:moveTo>
                    <a:pt x="4021864" y="1944926"/>
                  </a:moveTo>
                  <a:lnTo>
                    <a:pt x="4033912" y="1965787"/>
                  </a:lnTo>
                  <a:lnTo>
                    <a:pt x="4013050" y="1977834"/>
                  </a:lnTo>
                  <a:lnTo>
                    <a:pt x="4001003" y="1956973"/>
                  </a:lnTo>
                  <a:lnTo>
                    <a:pt x="4021864" y="1944926"/>
                  </a:lnTo>
                  <a:close/>
                </a:path>
                <a:path w="6723380" h="7035800">
                  <a:moveTo>
                    <a:pt x="4096352" y="2076293"/>
                  </a:moveTo>
                  <a:lnTo>
                    <a:pt x="4107227" y="2095123"/>
                  </a:lnTo>
                  <a:lnTo>
                    <a:pt x="4088398" y="2105991"/>
                  </a:lnTo>
                  <a:lnTo>
                    <a:pt x="4077523" y="2087162"/>
                  </a:lnTo>
                  <a:lnTo>
                    <a:pt x="4096352" y="2076293"/>
                  </a:lnTo>
                  <a:close/>
                </a:path>
                <a:path w="6723380" h="7035800">
                  <a:moveTo>
                    <a:pt x="4171060" y="2206855"/>
                  </a:moveTo>
                  <a:lnTo>
                    <a:pt x="4181342" y="2224666"/>
                  </a:lnTo>
                  <a:lnTo>
                    <a:pt x="4163532" y="2234949"/>
                  </a:lnTo>
                  <a:lnTo>
                    <a:pt x="4153249" y="2217138"/>
                  </a:lnTo>
                  <a:lnTo>
                    <a:pt x="4171060" y="2206855"/>
                  </a:lnTo>
                  <a:close/>
                </a:path>
                <a:path w="6723380" h="7035800">
                  <a:moveTo>
                    <a:pt x="4245542" y="2338223"/>
                  </a:moveTo>
                  <a:lnTo>
                    <a:pt x="4254646" y="2353996"/>
                  </a:lnTo>
                  <a:lnTo>
                    <a:pt x="4238873" y="2363099"/>
                  </a:lnTo>
                  <a:lnTo>
                    <a:pt x="4229769" y="2347326"/>
                  </a:lnTo>
                  <a:lnTo>
                    <a:pt x="4245542" y="2338223"/>
                  </a:lnTo>
                  <a:close/>
                </a:path>
                <a:path w="6723380" h="7035800">
                  <a:moveTo>
                    <a:pt x="4320137" y="2469188"/>
                  </a:moveTo>
                  <a:lnTo>
                    <a:pt x="4328358" y="2483432"/>
                  </a:lnTo>
                  <a:lnTo>
                    <a:pt x="4314114" y="2491654"/>
                  </a:lnTo>
                  <a:lnTo>
                    <a:pt x="4305892" y="2477409"/>
                  </a:lnTo>
                  <a:lnTo>
                    <a:pt x="4320137" y="2469188"/>
                  </a:lnTo>
                  <a:close/>
                </a:path>
                <a:path w="6723380" h="7035800">
                  <a:moveTo>
                    <a:pt x="4394839" y="2599750"/>
                  </a:moveTo>
                  <a:lnTo>
                    <a:pt x="4402480" y="2612976"/>
                  </a:lnTo>
                  <a:lnTo>
                    <a:pt x="4389248" y="2620617"/>
                  </a:lnTo>
                  <a:lnTo>
                    <a:pt x="4381613" y="2607385"/>
                  </a:lnTo>
                  <a:lnTo>
                    <a:pt x="4394839" y="2599750"/>
                  </a:lnTo>
                  <a:close/>
                </a:path>
                <a:path w="6723380" h="7035800">
                  <a:moveTo>
                    <a:pt x="4469428" y="2730708"/>
                  </a:moveTo>
                  <a:lnTo>
                    <a:pt x="4476186" y="2742418"/>
                  </a:lnTo>
                  <a:lnTo>
                    <a:pt x="4464488" y="2749170"/>
                  </a:lnTo>
                  <a:lnTo>
                    <a:pt x="4457730" y="2737466"/>
                  </a:lnTo>
                  <a:lnTo>
                    <a:pt x="4469428" y="2730708"/>
                  </a:lnTo>
                  <a:close/>
                </a:path>
                <a:path w="6723380" h="7035800">
                  <a:moveTo>
                    <a:pt x="4544029" y="2861673"/>
                  </a:moveTo>
                  <a:lnTo>
                    <a:pt x="4549905" y="2871855"/>
                  </a:lnTo>
                  <a:lnTo>
                    <a:pt x="4539729" y="2877730"/>
                  </a:lnTo>
                  <a:lnTo>
                    <a:pt x="4533853" y="2867548"/>
                  </a:lnTo>
                  <a:lnTo>
                    <a:pt x="4544029" y="2861673"/>
                  </a:lnTo>
                  <a:close/>
                </a:path>
                <a:path w="6723380" h="7035800">
                  <a:moveTo>
                    <a:pt x="4618624" y="2992638"/>
                  </a:moveTo>
                  <a:lnTo>
                    <a:pt x="4623617" y="3001292"/>
                  </a:lnTo>
                  <a:lnTo>
                    <a:pt x="4614964" y="3006285"/>
                  </a:lnTo>
                  <a:lnTo>
                    <a:pt x="4609971" y="2997631"/>
                  </a:lnTo>
                  <a:lnTo>
                    <a:pt x="4618624" y="2992638"/>
                  </a:lnTo>
                  <a:close/>
                </a:path>
                <a:path w="6723380" h="7035800">
                  <a:moveTo>
                    <a:pt x="4693326" y="3123200"/>
                  </a:moveTo>
                  <a:lnTo>
                    <a:pt x="4697732" y="3130834"/>
                  </a:lnTo>
                  <a:lnTo>
                    <a:pt x="4690098" y="3135241"/>
                  </a:lnTo>
                  <a:lnTo>
                    <a:pt x="4685691" y="3127607"/>
                  </a:lnTo>
                  <a:lnTo>
                    <a:pt x="4693326" y="3123200"/>
                  </a:lnTo>
                  <a:close/>
                </a:path>
                <a:path w="6723380" h="7035800">
                  <a:moveTo>
                    <a:pt x="4768134" y="3253365"/>
                  </a:moveTo>
                  <a:lnTo>
                    <a:pt x="4772250" y="3260490"/>
                  </a:lnTo>
                  <a:lnTo>
                    <a:pt x="4765125" y="3264607"/>
                  </a:lnTo>
                  <a:lnTo>
                    <a:pt x="4761009" y="3257481"/>
                  </a:lnTo>
                  <a:lnTo>
                    <a:pt x="4768134" y="3253365"/>
                  </a:lnTo>
                  <a:close/>
                </a:path>
                <a:path w="6723380" h="7035800">
                  <a:moveTo>
                    <a:pt x="4842729" y="3384329"/>
                  </a:moveTo>
                  <a:lnTo>
                    <a:pt x="4845963" y="3389927"/>
                  </a:lnTo>
                  <a:lnTo>
                    <a:pt x="4840365" y="3393161"/>
                  </a:lnTo>
                  <a:lnTo>
                    <a:pt x="4837131" y="3387558"/>
                  </a:lnTo>
                  <a:lnTo>
                    <a:pt x="4842729" y="3384329"/>
                  </a:lnTo>
                  <a:close/>
                </a:path>
                <a:path w="6723380" h="7035800">
                  <a:moveTo>
                    <a:pt x="4917431" y="3514891"/>
                  </a:moveTo>
                  <a:lnTo>
                    <a:pt x="4920072" y="3519470"/>
                  </a:lnTo>
                  <a:lnTo>
                    <a:pt x="4915494" y="3522118"/>
                  </a:lnTo>
                  <a:lnTo>
                    <a:pt x="4912852" y="3517533"/>
                  </a:lnTo>
                  <a:lnTo>
                    <a:pt x="4917431" y="3514891"/>
                  </a:lnTo>
                  <a:close/>
                </a:path>
                <a:path w="6723380" h="7035800">
                  <a:moveTo>
                    <a:pt x="4992132" y="3645453"/>
                  </a:moveTo>
                  <a:lnTo>
                    <a:pt x="4994193" y="3649019"/>
                  </a:lnTo>
                  <a:lnTo>
                    <a:pt x="4990628" y="3651074"/>
                  </a:lnTo>
                  <a:lnTo>
                    <a:pt x="4988567" y="3647508"/>
                  </a:lnTo>
                  <a:lnTo>
                    <a:pt x="4992132" y="3645453"/>
                  </a:lnTo>
                  <a:close/>
                </a:path>
                <a:path w="6723380" h="7035800">
                  <a:moveTo>
                    <a:pt x="5066834" y="3776015"/>
                  </a:moveTo>
                  <a:lnTo>
                    <a:pt x="5068303" y="3778556"/>
                  </a:lnTo>
                  <a:lnTo>
                    <a:pt x="5065762" y="3780025"/>
                  </a:lnTo>
                  <a:lnTo>
                    <a:pt x="5064293" y="3777484"/>
                  </a:lnTo>
                  <a:lnTo>
                    <a:pt x="5066834" y="3776015"/>
                  </a:lnTo>
                  <a:close/>
                </a:path>
                <a:path w="6723380" h="7035800">
                  <a:moveTo>
                    <a:pt x="5141536" y="3906577"/>
                  </a:moveTo>
                  <a:lnTo>
                    <a:pt x="5142418" y="3908111"/>
                  </a:lnTo>
                  <a:lnTo>
                    <a:pt x="5140896" y="3908988"/>
                  </a:lnTo>
                  <a:lnTo>
                    <a:pt x="5140013" y="3907459"/>
                  </a:lnTo>
                  <a:lnTo>
                    <a:pt x="5141536" y="3906577"/>
                  </a:lnTo>
                  <a:close/>
                </a:path>
                <a:path w="6723380" h="7035800">
                  <a:moveTo>
                    <a:pt x="2774048" y="52164"/>
                  </a:moveTo>
                  <a:lnTo>
                    <a:pt x="2801667" y="100004"/>
                  </a:lnTo>
                  <a:lnTo>
                    <a:pt x="2753832" y="127618"/>
                  </a:lnTo>
                  <a:lnTo>
                    <a:pt x="2726213" y="79783"/>
                  </a:lnTo>
                  <a:lnTo>
                    <a:pt x="2774048" y="52164"/>
                  </a:lnTo>
                  <a:close/>
                </a:path>
                <a:path w="6723380" h="7035800">
                  <a:moveTo>
                    <a:pt x="2848536" y="183537"/>
                  </a:moveTo>
                  <a:lnTo>
                    <a:pt x="2874976" y="229335"/>
                  </a:lnTo>
                  <a:lnTo>
                    <a:pt x="2829179" y="255775"/>
                  </a:lnTo>
                  <a:lnTo>
                    <a:pt x="2802739" y="209978"/>
                  </a:lnTo>
                  <a:lnTo>
                    <a:pt x="2848536" y="183537"/>
                  </a:lnTo>
                  <a:close/>
                </a:path>
                <a:path w="6723380" h="7035800">
                  <a:moveTo>
                    <a:pt x="2923024" y="314899"/>
                  </a:moveTo>
                  <a:lnTo>
                    <a:pt x="2948292" y="358659"/>
                  </a:lnTo>
                  <a:lnTo>
                    <a:pt x="2904527" y="383926"/>
                  </a:lnTo>
                  <a:lnTo>
                    <a:pt x="2879259" y="340167"/>
                  </a:lnTo>
                  <a:lnTo>
                    <a:pt x="2923024" y="314899"/>
                  </a:lnTo>
                  <a:close/>
                </a:path>
                <a:path w="6723380" h="7035800">
                  <a:moveTo>
                    <a:pt x="2997619" y="445858"/>
                  </a:moveTo>
                  <a:lnTo>
                    <a:pt x="3022004" y="488095"/>
                  </a:lnTo>
                  <a:lnTo>
                    <a:pt x="2979767" y="512480"/>
                  </a:lnTo>
                  <a:lnTo>
                    <a:pt x="2955382" y="470243"/>
                  </a:lnTo>
                  <a:lnTo>
                    <a:pt x="2997619" y="445858"/>
                  </a:lnTo>
                  <a:close/>
                </a:path>
                <a:path w="6723380" h="7035800">
                  <a:moveTo>
                    <a:pt x="3072102" y="577231"/>
                  </a:moveTo>
                  <a:lnTo>
                    <a:pt x="3095314" y="617431"/>
                  </a:lnTo>
                  <a:lnTo>
                    <a:pt x="3055115" y="640643"/>
                  </a:lnTo>
                  <a:lnTo>
                    <a:pt x="3031902" y="600444"/>
                  </a:lnTo>
                  <a:lnTo>
                    <a:pt x="3072102" y="577231"/>
                  </a:lnTo>
                  <a:close/>
                </a:path>
                <a:path w="6723380" h="7035800">
                  <a:moveTo>
                    <a:pt x="3146703" y="708190"/>
                  </a:moveTo>
                  <a:lnTo>
                    <a:pt x="3169033" y="746867"/>
                  </a:lnTo>
                  <a:lnTo>
                    <a:pt x="3130355" y="769197"/>
                  </a:lnTo>
                  <a:lnTo>
                    <a:pt x="3108025" y="730520"/>
                  </a:lnTo>
                  <a:lnTo>
                    <a:pt x="3146703" y="708190"/>
                  </a:lnTo>
                  <a:close/>
                </a:path>
                <a:path w="6723380" h="7035800">
                  <a:moveTo>
                    <a:pt x="3221298" y="839160"/>
                  </a:moveTo>
                  <a:lnTo>
                    <a:pt x="3242745" y="876304"/>
                  </a:lnTo>
                  <a:lnTo>
                    <a:pt x="3205596" y="897751"/>
                  </a:lnTo>
                  <a:lnTo>
                    <a:pt x="3184149" y="860608"/>
                  </a:lnTo>
                  <a:lnTo>
                    <a:pt x="3221298" y="839160"/>
                  </a:lnTo>
                  <a:close/>
                </a:path>
                <a:path w="6723380" h="7035800">
                  <a:moveTo>
                    <a:pt x="3295888" y="970119"/>
                  </a:moveTo>
                  <a:lnTo>
                    <a:pt x="3316458" y="1005746"/>
                  </a:lnTo>
                  <a:lnTo>
                    <a:pt x="3280837" y="1026311"/>
                  </a:lnTo>
                  <a:lnTo>
                    <a:pt x="3260272" y="990684"/>
                  </a:lnTo>
                  <a:lnTo>
                    <a:pt x="3295888" y="970119"/>
                  </a:lnTo>
                  <a:close/>
                </a:path>
                <a:path w="6723380" h="7035800">
                  <a:moveTo>
                    <a:pt x="3370375" y="1101481"/>
                  </a:moveTo>
                  <a:lnTo>
                    <a:pt x="3389767" y="1135070"/>
                  </a:lnTo>
                  <a:lnTo>
                    <a:pt x="3356178" y="1154462"/>
                  </a:lnTo>
                  <a:lnTo>
                    <a:pt x="3336786" y="1120873"/>
                  </a:lnTo>
                  <a:lnTo>
                    <a:pt x="3370375" y="1101481"/>
                  </a:lnTo>
                  <a:close/>
                </a:path>
                <a:path w="6723380" h="7035800">
                  <a:moveTo>
                    <a:pt x="3444970" y="1232451"/>
                  </a:moveTo>
                  <a:lnTo>
                    <a:pt x="3463480" y="1264507"/>
                  </a:lnTo>
                  <a:lnTo>
                    <a:pt x="3431424" y="1283016"/>
                  </a:lnTo>
                  <a:lnTo>
                    <a:pt x="3412915" y="1250961"/>
                  </a:lnTo>
                  <a:lnTo>
                    <a:pt x="3444970" y="1232451"/>
                  </a:lnTo>
                  <a:close/>
                </a:path>
                <a:path w="6723380" h="7035800">
                  <a:moveTo>
                    <a:pt x="3519451" y="1363819"/>
                  </a:moveTo>
                  <a:lnTo>
                    <a:pt x="3536789" y="1393837"/>
                  </a:lnTo>
                  <a:lnTo>
                    <a:pt x="3506765" y="1411173"/>
                  </a:lnTo>
                  <a:lnTo>
                    <a:pt x="3489434" y="1381149"/>
                  </a:lnTo>
                  <a:lnTo>
                    <a:pt x="3519451" y="1363819"/>
                  </a:lnTo>
                  <a:close/>
                </a:path>
                <a:path w="6723380" h="7035800">
                  <a:moveTo>
                    <a:pt x="3593941" y="1495181"/>
                  </a:moveTo>
                  <a:lnTo>
                    <a:pt x="3610105" y="1523173"/>
                  </a:lnTo>
                  <a:lnTo>
                    <a:pt x="3582119" y="1539331"/>
                  </a:lnTo>
                  <a:lnTo>
                    <a:pt x="3565955" y="1511339"/>
                  </a:lnTo>
                  <a:lnTo>
                    <a:pt x="3593941" y="1495181"/>
                  </a:lnTo>
                  <a:close/>
                </a:path>
                <a:path w="6723380" h="7035800">
                  <a:moveTo>
                    <a:pt x="3668649" y="1625742"/>
                  </a:moveTo>
                  <a:lnTo>
                    <a:pt x="3684220" y="1652716"/>
                  </a:lnTo>
                  <a:lnTo>
                    <a:pt x="3657247" y="1668288"/>
                  </a:lnTo>
                  <a:lnTo>
                    <a:pt x="3641675" y="1641314"/>
                  </a:lnTo>
                  <a:lnTo>
                    <a:pt x="3668649" y="1625742"/>
                  </a:lnTo>
                  <a:close/>
                </a:path>
                <a:path w="6723380" h="7035800">
                  <a:moveTo>
                    <a:pt x="3743131" y="1757116"/>
                  </a:moveTo>
                  <a:lnTo>
                    <a:pt x="3757524" y="1782046"/>
                  </a:lnTo>
                  <a:lnTo>
                    <a:pt x="3732594" y="1796439"/>
                  </a:lnTo>
                  <a:lnTo>
                    <a:pt x="3718201" y="1771509"/>
                  </a:lnTo>
                  <a:lnTo>
                    <a:pt x="3743131" y="1757116"/>
                  </a:lnTo>
                  <a:close/>
                </a:path>
                <a:path w="6723380" h="7035800">
                  <a:moveTo>
                    <a:pt x="3817619" y="1888477"/>
                  </a:moveTo>
                  <a:lnTo>
                    <a:pt x="3830840" y="1911376"/>
                  </a:lnTo>
                  <a:lnTo>
                    <a:pt x="3807941" y="1924597"/>
                  </a:lnTo>
                  <a:lnTo>
                    <a:pt x="3794721" y="1901698"/>
                  </a:lnTo>
                  <a:lnTo>
                    <a:pt x="3817619" y="1888477"/>
                  </a:lnTo>
                  <a:close/>
                </a:path>
                <a:path w="6723380" h="7035800">
                  <a:moveTo>
                    <a:pt x="3892214" y="2019436"/>
                  </a:moveTo>
                  <a:lnTo>
                    <a:pt x="3904552" y="2040812"/>
                  </a:lnTo>
                  <a:lnTo>
                    <a:pt x="3883182" y="2053150"/>
                  </a:lnTo>
                  <a:lnTo>
                    <a:pt x="3870844" y="2031774"/>
                  </a:lnTo>
                  <a:lnTo>
                    <a:pt x="3892214" y="2019436"/>
                  </a:lnTo>
                  <a:close/>
                </a:path>
                <a:path w="6723380" h="7035800">
                  <a:moveTo>
                    <a:pt x="3966809" y="2150407"/>
                  </a:moveTo>
                  <a:lnTo>
                    <a:pt x="3978265" y="2170255"/>
                  </a:lnTo>
                  <a:lnTo>
                    <a:pt x="3958422" y="2181710"/>
                  </a:lnTo>
                  <a:lnTo>
                    <a:pt x="3946961" y="2161862"/>
                  </a:lnTo>
                  <a:lnTo>
                    <a:pt x="3966809" y="2150407"/>
                  </a:lnTo>
                  <a:close/>
                </a:path>
                <a:path w="6723380" h="7035800">
                  <a:moveTo>
                    <a:pt x="4041399" y="2281365"/>
                  </a:moveTo>
                  <a:lnTo>
                    <a:pt x="4051977" y="2299692"/>
                  </a:lnTo>
                  <a:lnTo>
                    <a:pt x="4033663" y="2310264"/>
                  </a:lnTo>
                  <a:lnTo>
                    <a:pt x="4023085" y="2291944"/>
                  </a:lnTo>
                  <a:lnTo>
                    <a:pt x="4041399" y="2281365"/>
                  </a:lnTo>
                  <a:close/>
                </a:path>
                <a:path w="6723380" h="7035800">
                  <a:moveTo>
                    <a:pt x="4116000" y="2412330"/>
                  </a:moveTo>
                  <a:lnTo>
                    <a:pt x="4125696" y="2429128"/>
                  </a:lnTo>
                  <a:lnTo>
                    <a:pt x="4108904" y="2438824"/>
                  </a:lnTo>
                  <a:lnTo>
                    <a:pt x="4099208" y="2422026"/>
                  </a:lnTo>
                  <a:lnTo>
                    <a:pt x="4116000" y="2412330"/>
                  </a:lnTo>
                  <a:close/>
                </a:path>
                <a:path w="6723380" h="7035800">
                  <a:moveTo>
                    <a:pt x="4190595" y="2543301"/>
                  </a:moveTo>
                  <a:lnTo>
                    <a:pt x="4199408" y="2558564"/>
                  </a:lnTo>
                  <a:lnTo>
                    <a:pt x="4184144" y="2567378"/>
                  </a:lnTo>
                  <a:lnTo>
                    <a:pt x="4175331" y="2552114"/>
                  </a:lnTo>
                  <a:lnTo>
                    <a:pt x="4190595" y="2543301"/>
                  </a:lnTo>
                  <a:close/>
                </a:path>
                <a:path w="6723380" h="7035800">
                  <a:moveTo>
                    <a:pt x="4265184" y="2674260"/>
                  </a:moveTo>
                  <a:lnTo>
                    <a:pt x="4273121" y="2688001"/>
                  </a:lnTo>
                  <a:lnTo>
                    <a:pt x="4259385" y="2695932"/>
                  </a:lnTo>
                  <a:lnTo>
                    <a:pt x="4251448" y="2682190"/>
                  </a:lnTo>
                  <a:lnTo>
                    <a:pt x="4265184" y="2674260"/>
                  </a:lnTo>
                  <a:close/>
                </a:path>
                <a:path w="6723380" h="7035800">
                  <a:moveTo>
                    <a:pt x="4339891" y="2804821"/>
                  </a:moveTo>
                  <a:lnTo>
                    <a:pt x="4347236" y="2817544"/>
                  </a:lnTo>
                  <a:lnTo>
                    <a:pt x="4334513" y="2824889"/>
                  </a:lnTo>
                  <a:lnTo>
                    <a:pt x="4327169" y="2812166"/>
                  </a:lnTo>
                  <a:lnTo>
                    <a:pt x="4339891" y="2804821"/>
                  </a:lnTo>
                  <a:close/>
                </a:path>
                <a:path w="6723380" h="7035800">
                  <a:moveTo>
                    <a:pt x="4414374" y="2936189"/>
                  </a:moveTo>
                  <a:lnTo>
                    <a:pt x="4420545" y="2946880"/>
                  </a:lnTo>
                  <a:lnTo>
                    <a:pt x="4409860" y="2953046"/>
                  </a:lnTo>
                  <a:lnTo>
                    <a:pt x="4403689" y="2942361"/>
                  </a:lnTo>
                  <a:lnTo>
                    <a:pt x="4414374" y="2936189"/>
                  </a:lnTo>
                  <a:close/>
                </a:path>
                <a:path w="6723380" h="7035800">
                  <a:moveTo>
                    <a:pt x="4488975" y="3067154"/>
                  </a:moveTo>
                  <a:lnTo>
                    <a:pt x="4494258" y="3076311"/>
                  </a:lnTo>
                  <a:lnTo>
                    <a:pt x="4485095" y="3081600"/>
                  </a:lnTo>
                  <a:lnTo>
                    <a:pt x="4479812" y="3072443"/>
                  </a:lnTo>
                  <a:lnTo>
                    <a:pt x="4488975" y="3067154"/>
                  </a:lnTo>
                  <a:close/>
                </a:path>
                <a:path w="6723380" h="7035800">
                  <a:moveTo>
                    <a:pt x="4563670" y="3197722"/>
                  </a:moveTo>
                  <a:lnTo>
                    <a:pt x="4568373" y="3205860"/>
                  </a:lnTo>
                  <a:lnTo>
                    <a:pt x="4560229" y="3210557"/>
                  </a:lnTo>
                  <a:lnTo>
                    <a:pt x="4555532" y="3202419"/>
                  </a:lnTo>
                  <a:lnTo>
                    <a:pt x="4563670" y="3197722"/>
                  </a:lnTo>
                  <a:close/>
                </a:path>
                <a:path w="6723380" h="7035800">
                  <a:moveTo>
                    <a:pt x="4638372" y="3328284"/>
                  </a:moveTo>
                  <a:lnTo>
                    <a:pt x="4642489" y="3335409"/>
                  </a:lnTo>
                  <a:lnTo>
                    <a:pt x="4635363" y="3339520"/>
                  </a:lnTo>
                  <a:lnTo>
                    <a:pt x="4631247" y="3332395"/>
                  </a:lnTo>
                  <a:lnTo>
                    <a:pt x="4638372" y="3328284"/>
                  </a:lnTo>
                  <a:close/>
                </a:path>
                <a:path w="6723380" h="7035800">
                  <a:moveTo>
                    <a:pt x="4713080" y="3458846"/>
                  </a:moveTo>
                  <a:lnTo>
                    <a:pt x="4716604" y="3464946"/>
                  </a:lnTo>
                  <a:lnTo>
                    <a:pt x="4710497" y="3468471"/>
                  </a:lnTo>
                  <a:lnTo>
                    <a:pt x="4706973" y="3462370"/>
                  </a:lnTo>
                  <a:lnTo>
                    <a:pt x="4713080" y="3458846"/>
                  </a:lnTo>
                  <a:close/>
                </a:path>
                <a:path w="6723380" h="7035800">
                  <a:moveTo>
                    <a:pt x="4787781" y="3589407"/>
                  </a:moveTo>
                  <a:lnTo>
                    <a:pt x="4790719" y="3594495"/>
                  </a:lnTo>
                  <a:lnTo>
                    <a:pt x="4785631" y="3597433"/>
                  </a:lnTo>
                  <a:lnTo>
                    <a:pt x="4782693" y="3592345"/>
                  </a:lnTo>
                  <a:lnTo>
                    <a:pt x="4787781" y="3589407"/>
                  </a:lnTo>
                  <a:close/>
                </a:path>
                <a:path w="6723380" h="7035800">
                  <a:moveTo>
                    <a:pt x="4862483" y="3719969"/>
                  </a:moveTo>
                  <a:lnTo>
                    <a:pt x="4864834" y="3724038"/>
                  </a:lnTo>
                  <a:lnTo>
                    <a:pt x="4860759" y="3726390"/>
                  </a:lnTo>
                  <a:lnTo>
                    <a:pt x="4858414" y="3722320"/>
                  </a:lnTo>
                  <a:lnTo>
                    <a:pt x="4862483" y="3719969"/>
                  </a:lnTo>
                  <a:close/>
                </a:path>
                <a:path w="6723380" h="7035800">
                  <a:moveTo>
                    <a:pt x="4937184" y="3850531"/>
                  </a:moveTo>
                  <a:lnTo>
                    <a:pt x="4938944" y="3853587"/>
                  </a:lnTo>
                  <a:lnTo>
                    <a:pt x="4935894" y="3855346"/>
                  </a:lnTo>
                  <a:lnTo>
                    <a:pt x="4934128" y="3852296"/>
                  </a:lnTo>
                  <a:lnTo>
                    <a:pt x="4937184" y="3850531"/>
                  </a:lnTo>
                  <a:close/>
                </a:path>
                <a:path w="6723380" h="7035800">
                  <a:moveTo>
                    <a:pt x="5011886" y="3981099"/>
                  </a:moveTo>
                  <a:lnTo>
                    <a:pt x="5013059" y="3983124"/>
                  </a:lnTo>
                  <a:lnTo>
                    <a:pt x="5011021" y="3984303"/>
                  </a:lnTo>
                  <a:lnTo>
                    <a:pt x="5009849" y="3982272"/>
                  </a:lnTo>
                  <a:lnTo>
                    <a:pt x="5011886" y="3981099"/>
                  </a:lnTo>
                  <a:close/>
                </a:path>
                <a:path w="6723380" h="7035800">
                  <a:moveTo>
                    <a:pt x="5085575" y="4112247"/>
                  </a:moveTo>
                  <a:lnTo>
                    <a:pt x="5086928" y="4112247"/>
                  </a:lnTo>
                  <a:lnTo>
                    <a:pt x="5087174" y="4112674"/>
                  </a:lnTo>
                  <a:lnTo>
                    <a:pt x="5085822" y="4112674"/>
                  </a:lnTo>
                  <a:lnTo>
                    <a:pt x="5085575" y="4112247"/>
                  </a:lnTo>
                  <a:close/>
                </a:path>
                <a:path w="6723380" h="7035800">
                  <a:moveTo>
                    <a:pt x="2560626" y="0"/>
                  </a:moveTo>
                  <a:lnTo>
                    <a:pt x="2573296" y="0"/>
                  </a:lnTo>
                  <a:lnTo>
                    <a:pt x="2599797" y="45907"/>
                  </a:lnTo>
                  <a:lnTo>
                    <a:pt x="2548403" y="75581"/>
                  </a:lnTo>
                  <a:lnTo>
                    <a:pt x="2518729" y="24187"/>
                  </a:lnTo>
                  <a:lnTo>
                    <a:pt x="2560626" y="0"/>
                  </a:lnTo>
                  <a:close/>
                </a:path>
                <a:path w="6723380" h="7035800">
                  <a:moveTo>
                    <a:pt x="2644718" y="125478"/>
                  </a:moveTo>
                  <a:lnTo>
                    <a:pt x="2673510" y="175345"/>
                  </a:lnTo>
                  <a:lnTo>
                    <a:pt x="2623644" y="204137"/>
                  </a:lnTo>
                  <a:lnTo>
                    <a:pt x="2594851" y="154270"/>
                  </a:lnTo>
                  <a:lnTo>
                    <a:pt x="2644718" y="125478"/>
                  </a:lnTo>
                  <a:close/>
                </a:path>
                <a:path w="6723380" h="7035800">
                  <a:moveTo>
                    <a:pt x="2719206" y="256840"/>
                  </a:moveTo>
                  <a:lnTo>
                    <a:pt x="2746825" y="304674"/>
                  </a:lnTo>
                  <a:lnTo>
                    <a:pt x="2698991" y="332288"/>
                  </a:lnTo>
                  <a:lnTo>
                    <a:pt x="2671377" y="284459"/>
                  </a:lnTo>
                  <a:lnTo>
                    <a:pt x="2719206" y="256840"/>
                  </a:lnTo>
                  <a:close/>
                </a:path>
                <a:path w="6723380" h="7035800">
                  <a:moveTo>
                    <a:pt x="2793689" y="388207"/>
                  </a:moveTo>
                  <a:lnTo>
                    <a:pt x="2820135" y="434010"/>
                  </a:lnTo>
                  <a:lnTo>
                    <a:pt x="2774338" y="460451"/>
                  </a:lnTo>
                  <a:lnTo>
                    <a:pt x="2747898" y="414648"/>
                  </a:lnTo>
                  <a:lnTo>
                    <a:pt x="2793689" y="388207"/>
                  </a:lnTo>
                  <a:close/>
                </a:path>
                <a:path w="6723380" h="7035800">
                  <a:moveTo>
                    <a:pt x="2868183" y="519575"/>
                  </a:moveTo>
                  <a:lnTo>
                    <a:pt x="2893445" y="563334"/>
                  </a:lnTo>
                  <a:lnTo>
                    <a:pt x="2849685" y="588602"/>
                  </a:lnTo>
                  <a:lnTo>
                    <a:pt x="2824417" y="544843"/>
                  </a:lnTo>
                  <a:lnTo>
                    <a:pt x="2868183" y="519575"/>
                  </a:lnTo>
                  <a:close/>
                </a:path>
                <a:path w="6723380" h="7035800">
                  <a:moveTo>
                    <a:pt x="2942665" y="650942"/>
                  </a:moveTo>
                  <a:lnTo>
                    <a:pt x="2966754" y="692665"/>
                  </a:lnTo>
                  <a:lnTo>
                    <a:pt x="2925032" y="716754"/>
                  </a:lnTo>
                  <a:lnTo>
                    <a:pt x="2900943" y="675031"/>
                  </a:lnTo>
                  <a:lnTo>
                    <a:pt x="2942665" y="650942"/>
                  </a:lnTo>
                  <a:close/>
                </a:path>
                <a:path w="6723380" h="7035800">
                  <a:moveTo>
                    <a:pt x="3017260" y="781901"/>
                  </a:moveTo>
                  <a:lnTo>
                    <a:pt x="3040473" y="822101"/>
                  </a:lnTo>
                  <a:lnTo>
                    <a:pt x="3000273" y="845314"/>
                  </a:lnTo>
                  <a:lnTo>
                    <a:pt x="2977060" y="805114"/>
                  </a:lnTo>
                  <a:lnTo>
                    <a:pt x="3017260" y="781901"/>
                  </a:lnTo>
                  <a:close/>
                </a:path>
                <a:path w="6723380" h="7035800">
                  <a:moveTo>
                    <a:pt x="3091855" y="912872"/>
                  </a:moveTo>
                  <a:lnTo>
                    <a:pt x="3114186" y="951538"/>
                  </a:lnTo>
                  <a:lnTo>
                    <a:pt x="3075508" y="973868"/>
                  </a:lnTo>
                  <a:lnTo>
                    <a:pt x="3053184" y="935202"/>
                  </a:lnTo>
                  <a:lnTo>
                    <a:pt x="3091855" y="912872"/>
                  </a:lnTo>
                  <a:close/>
                </a:path>
                <a:path w="6723380" h="7035800">
                  <a:moveTo>
                    <a:pt x="3166344" y="1044233"/>
                  </a:moveTo>
                  <a:lnTo>
                    <a:pt x="3187495" y="1080874"/>
                  </a:lnTo>
                  <a:lnTo>
                    <a:pt x="3150861" y="1102025"/>
                  </a:lnTo>
                  <a:lnTo>
                    <a:pt x="3129704" y="1065385"/>
                  </a:lnTo>
                  <a:lnTo>
                    <a:pt x="3166344" y="1044233"/>
                  </a:lnTo>
                  <a:close/>
                </a:path>
                <a:path w="6723380" h="7035800">
                  <a:moveTo>
                    <a:pt x="3240939" y="1175198"/>
                  </a:moveTo>
                  <a:lnTo>
                    <a:pt x="3261214" y="1210310"/>
                  </a:lnTo>
                  <a:lnTo>
                    <a:pt x="3226102" y="1230585"/>
                  </a:lnTo>
                  <a:lnTo>
                    <a:pt x="3205827" y="1195473"/>
                  </a:lnTo>
                  <a:lnTo>
                    <a:pt x="3240939" y="1175198"/>
                  </a:lnTo>
                  <a:close/>
                </a:path>
                <a:path w="6723380" h="7035800">
                  <a:moveTo>
                    <a:pt x="3315427" y="1306566"/>
                  </a:moveTo>
                  <a:lnTo>
                    <a:pt x="3334523" y="1339640"/>
                  </a:lnTo>
                  <a:lnTo>
                    <a:pt x="3301443" y="1358736"/>
                  </a:lnTo>
                  <a:lnTo>
                    <a:pt x="3282347" y="1325662"/>
                  </a:lnTo>
                  <a:lnTo>
                    <a:pt x="3315427" y="1306566"/>
                  </a:lnTo>
                  <a:close/>
                </a:path>
                <a:path w="6723380" h="7035800">
                  <a:moveTo>
                    <a:pt x="3390016" y="1437531"/>
                  </a:moveTo>
                  <a:lnTo>
                    <a:pt x="3408235" y="1469077"/>
                  </a:lnTo>
                  <a:lnTo>
                    <a:pt x="3376683" y="1487290"/>
                  </a:lnTo>
                  <a:lnTo>
                    <a:pt x="3358470" y="1455744"/>
                  </a:lnTo>
                  <a:lnTo>
                    <a:pt x="3390016" y="1437531"/>
                  </a:lnTo>
                  <a:close/>
                </a:path>
                <a:path w="6723380" h="7035800">
                  <a:moveTo>
                    <a:pt x="3464397" y="1569295"/>
                  </a:moveTo>
                  <a:lnTo>
                    <a:pt x="3481142" y="1598307"/>
                  </a:lnTo>
                  <a:lnTo>
                    <a:pt x="3452143" y="1615051"/>
                  </a:lnTo>
                  <a:lnTo>
                    <a:pt x="3435392" y="1586039"/>
                  </a:lnTo>
                  <a:lnTo>
                    <a:pt x="3464397" y="1569295"/>
                  </a:lnTo>
                  <a:close/>
                </a:path>
                <a:path w="6723380" h="7035800">
                  <a:moveTo>
                    <a:pt x="3539000" y="1700260"/>
                  </a:moveTo>
                  <a:lnTo>
                    <a:pt x="3554861" y="1727737"/>
                  </a:lnTo>
                  <a:lnTo>
                    <a:pt x="3527384" y="1743605"/>
                  </a:lnTo>
                  <a:lnTo>
                    <a:pt x="3511516" y="1716128"/>
                  </a:lnTo>
                  <a:lnTo>
                    <a:pt x="3539000" y="1700260"/>
                  </a:lnTo>
                  <a:close/>
                </a:path>
                <a:path w="6723380" h="7035800">
                  <a:moveTo>
                    <a:pt x="3613695" y="1830828"/>
                  </a:moveTo>
                  <a:lnTo>
                    <a:pt x="3628970" y="1857286"/>
                  </a:lnTo>
                  <a:lnTo>
                    <a:pt x="3602512" y="1872562"/>
                  </a:lnTo>
                  <a:lnTo>
                    <a:pt x="3587237" y="1846104"/>
                  </a:lnTo>
                  <a:lnTo>
                    <a:pt x="3613695" y="1830828"/>
                  </a:lnTo>
                  <a:close/>
                </a:path>
                <a:path w="6723380" h="7035800">
                  <a:moveTo>
                    <a:pt x="3688183" y="1962190"/>
                  </a:moveTo>
                  <a:lnTo>
                    <a:pt x="3702286" y="1986617"/>
                  </a:lnTo>
                  <a:lnTo>
                    <a:pt x="3677859" y="2000719"/>
                  </a:lnTo>
                  <a:lnTo>
                    <a:pt x="3663756" y="1976293"/>
                  </a:lnTo>
                  <a:lnTo>
                    <a:pt x="3688183" y="1962190"/>
                  </a:lnTo>
                  <a:close/>
                </a:path>
                <a:path w="6723380" h="7035800">
                  <a:moveTo>
                    <a:pt x="3762671" y="2093552"/>
                  </a:moveTo>
                  <a:lnTo>
                    <a:pt x="3775601" y="2115941"/>
                  </a:lnTo>
                  <a:lnTo>
                    <a:pt x="3753207" y="2128871"/>
                  </a:lnTo>
                  <a:lnTo>
                    <a:pt x="3740282" y="2106482"/>
                  </a:lnTo>
                  <a:lnTo>
                    <a:pt x="3762671" y="2093552"/>
                  </a:lnTo>
                  <a:close/>
                </a:path>
                <a:path w="6723380" h="7035800">
                  <a:moveTo>
                    <a:pt x="3837267" y="2224522"/>
                  </a:moveTo>
                  <a:lnTo>
                    <a:pt x="3849314" y="2245383"/>
                  </a:lnTo>
                  <a:lnTo>
                    <a:pt x="3828447" y="2257431"/>
                  </a:lnTo>
                  <a:lnTo>
                    <a:pt x="3816399" y="2236570"/>
                  </a:lnTo>
                  <a:lnTo>
                    <a:pt x="3837267" y="2224522"/>
                  </a:lnTo>
                  <a:close/>
                </a:path>
                <a:path w="6723380" h="7035800">
                  <a:moveTo>
                    <a:pt x="3911855" y="2355481"/>
                  </a:moveTo>
                  <a:lnTo>
                    <a:pt x="3923020" y="2374820"/>
                  </a:lnTo>
                  <a:lnTo>
                    <a:pt x="3903688" y="2385985"/>
                  </a:lnTo>
                  <a:lnTo>
                    <a:pt x="3892523" y="2366646"/>
                  </a:lnTo>
                  <a:lnTo>
                    <a:pt x="3911855" y="2355481"/>
                  </a:lnTo>
                  <a:close/>
                </a:path>
                <a:path w="6723380" h="7035800">
                  <a:moveTo>
                    <a:pt x="3986450" y="2486452"/>
                  </a:moveTo>
                  <a:lnTo>
                    <a:pt x="3996733" y="2504256"/>
                  </a:lnTo>
                  <a:lnTo>
                    <a:pt x="3978928" y="2514539"/>
                  </a:lnTo>
                  <a:lnTo>
                    <a:pt x="3968646" y="2496734"/>
                  </a:lnTo>
                  <a:lnTo>
                    <a:pt x="3986450" y="2486452"/>
                  </a:lnTo>
                  <a:close/>
                </a:path>
                <a:path w="6723380" h="7035800">
                  <a:moveTo>
                    <a:pt x="4061046" y="2617410"/>
                  </a:moveTo>
                  <a:lnTo>
                    <a:pt x="4070445" y="2633699"/>
                  </a:lnTo>
                  <a:lnTo>
                    <a:pt x="4054169" y="2643099"/>
                  </a:lnTo>
                  <a:lnTo>
                    <a:pt x="4044763" y="2626810"/>
                  </a:lnTo>
                  <a:lnTo>
                    <a:pt x="4061046" y="2617410"/>
                  </a:lnTo>
                  <a:close/>
                </a:path>
                <a:path w="6723380" h="7035800">
                  <a:moveTo>
                    <a:pt x="4135646" y="2748375"/>
                  </a:moveTo>
                  <a:lnTo>
                    <a:pt x="4144164" y="2763130"/>
                  </a:lnTo>
                  <a:lnTo>
                    <a:pt x="4129409" y="2771653"/>
                  </a:lnTo>
                  <a:lnTo>
                    <a:pt x="4120886" y="2756893"/>
                  </a:lnTo>
                  <a:lnTo>
                    <a:pt x="4135646" y="2748375"/>
                  </a:lnTo>
                  <a:close/>
                </a:path>
                <a:path w="6723380" h="7035800">
                  <a:moveTo>
                    <a:pt x="4210236" y="2879334"/>
                  </a:moveTo>
                  <a:lnTo>
                    <a:pt x="4217876" y="2892572"/>
                  </a:lnTo>
                  <a:lnTo>
                    <a:pt x="4204644" y="2900213"/>
                  </a:lnTo>
                  <a:lnTo>
                    <a:pt x="4197004" y="2886975"/>
                  </a:lnTo>
                  <a:lnTo>
                    <a:pt x="4210236" y="2879334"/>
                  </a:lnTo>
                  <a:close/>
                </a:path>
                <a:path w="6723380" h="7035800">
                  <a:moveTo>
                    <a:pt x="4284831" y="3010305"/>
                  </a:moveTo>
                  <a:lnTo>
                    <a:pt x="4291589" y="3022008"/>
                  </a:lnTo>
                  <a:lnTo>
                    <a:pt x="4279885" y="3028767"/>
                  </a:lnTo>
                  <a:lnTo>
                    <a:pt x="4273127" y="3017063"/>
                  </a:lnTo>
                  <a:lnTo>
                    <a:pt x="4284831" y="3010305"/>
                  </a:lnTo>
                  <a:close/>
                </a:path>
                <a:path w="6723380" h="7035800">
                  <a:moveTo>
                    <a:pt x="4359425" y="3141270"/>
                  </a:moveTo>
                  <a:lnTo>
                    <a:pt x="4365301" y="3151445"/>
                  </a:lnTo>
                  <a:lnTo>
                    <a:pt x="4355125" y="3157321"/>
                  </a:lnTo>
                  <a:lnTo>
                    <a:pt x="4349250" y="3147145"/>
                  </a:lnTo>
                  <a:lnTo>
                    <a:pt x="4359425" y="3141270"/>
                  </a:lnTo>
                  <a:close/>
                </a:path>
                <a:path w="6723380" h="7035800">
                  <a:moveTo>
                    <a:pt x="4434020" y="3272234"/>
                  </a:moveTo>
                  <a:lnTo>
                    <a:pt x="4439014" y="3280888"/>
                  </a:lnTo>
                  <a:lnTo>
                    <a:pt x="4430366" y="3285881"/>
                  </a:lnTo>
                  <a:lnTo>
                    <a:pt x="4425367" y="3277227"/>
                  </a:lnTo>
                  <a:lnTo>
                    <a:pt x="4434020" y="3272234"/>
                  </a:lnTo>
                  <a:close/>
                </a:path>
                <a:path w="6723380" h="7035800">
                  <a:moveTo>
                    <a:pt x="4508722" y="3402796"/>
                  </a:moveTo>
                  <a:lnTo>
                    <a:pt x="4513129" y="3410425"/>
                  </a:lnTo>
                  <a:lnTo>
                    <a:pt x="4505494" y="3414832"/>
                  </a:lnTo>
                  <a:lnTo>
                    <a:pt x="4501087" y="3407203"/>
                  </a:lnTo>
                  <a:lnTo>
                    <a:pt x="4508722" y="3402796"/>
                  </a:lnTo>
                  <a:close/>
                </a:path>
                <a:path w="6723380" h="7035800">
                  <a:moveTo>
                    <a:pt x="4583424" y="3533358"/>
                  </a:moveTo>
                  <a:lnTo>
                    <a:pt x="4587244" y="3539974"/>
                  </a:lnTo>
                  <a:lnTo>
                    <a:pt x="4580628" y="3543795"/>
                  </a:lnTo>
                  <a:lnTo>
                    <a:pt x="4576808" y="3537179"/>
                  </a:lnTo>
                  <a:lnTo>
                    <a:pt x="4583424" y="3533358"/>
                  </a:lnTo>
                  <a:close/>
                </a:path>
                <a:path w="6723380" h="7035800">
                  <a:moveTo>
                    <a:pt x="4658125" y="3663920"/>
                  </a:moveTo>
                  <a:lnTo>
                    <a:pt x="4661359" y="3669517"/>
                  </a:lnTo>
                  <a:lnTo>
                    <a:pt x="4655756" y="3672751"/>
                  </a:lnTo>
                  <a:lnTo>
                    <a:pt x="4652528" y="3667154"/>
                  </a:lnTo>
                  <a:lnTo>
                    <a:pt x="4658125" y="3663920"/>
                  </a:lnTo>
                  <a:close/>
                </a:path>
                <a:path w="6723380" h="7035800">
                  <a:moveTo>
                    <a:pt x="4732827" y="3794488"/>
                  </a:moveTo>
                  <a:lnTo>
                    <a:pt x="4735469" y="3799067"/>
                  </a:lnTo>
                  <a:lnTo>
                    <a:pt x="4730896" y="3801708"/>
                  </a:lnTo>
                  <a:lnTo>
                    <a:pt x="4728248" y="3797130"/>
                  </a:lnTo>
                  <a:lnTo>
                    <a:pt x="4732827" y="3794488"/>
                  </a:lnTo>
                  <a:close/>
                </a:path>
                <a:path w="6723380" h="7035800">
                  <a:moveTo>
                    <a:pt x="4807529" y="3925050"/>
                  </a:moveTo>
                  <a:lnTo>
                    <a:pt x="4809584" y="3928609"/>
                  </a:lnTo>
                  <a:lnTo>
                    <a:pt x="4806025" y="3930665"/>
                  </a:lnTo>
                  <a:lnTo>
                    <a:pt x="4803969" y="3927105"/>
                  </a:lnTo>
                  <a:lnTo>
                    <a:pt x="4807529" y="3925050"/>
                  </a:lnTo>
                  <a:close/>
                </a:path>
                <a:path w="6723380" h="7035800">
                  <a:moveTo>
                    <a:pt x="4882231" y="4055612"/>
                  </a:moveTo>
                  <a:lnTo>
                    <a:pt x="4883699" y="4058153"/>
                  </a:lnTo>
                  <a:lnTo>
                    <a:pt x="4881158" y="4059622"/>
                  </a:lnTo>
                  <a:lnTo>
                    <a:pt x="4879689" y="4057081"/>
                  </a:lnTo>
                  <a:lnTo>
                    <a:pt x="4882231" y="4055612"/>
                  </a:lnTo>
                  <a:close/>
                </a:path>
                <a:path w="6723380" h="7035800">
                  <a:moveTo>
                    <a:pt x="4956938" y="4186174"/>
                  </a:moveTo>
                  <a:lnTo>
                    <a:pt x="4957821" y="4187702"/>
                  </a:lnTo>
                  <a:lnTo>
                    <a:pt x="4956287" y="4188585"/>
                  </a:lnTo>
                  <a:lnTo>
                    <a:pt x="4955404" y="4187057"/>
                  </a:lnTo>
                  <a:lnTo>
                    <a:pt x="4956938" y="4186174"/>
                  </a:lnTo>
                  <a:close/>
                </a:path>
                <a:path w="6723380" h="7035800">
                  <a:moveTo>
                    <a:pt x="2332090" y="0"/>
                  </a:moveTo>
                  <a:lnTo>
                    <a:pt x="2379063" y="0"/>
                  </a:lnTo>
                  <a:lnTo>
                    <a:pt x="2343833" y="20339"/>
                  </a:lnTo>
                  <a:lnTo>
                    <a:pt x="2332090" y="0"/>
                  </a:lnTo>
                  <a:close/>
                </a:path>
                <a:path w="6723380" h="7035800">
                  <a:moveTo>
                    <a:pt x="2440793" y="67831"/>
                  </a:moveTo>
                  <a:lnTo>
                    <a:pt x="2471641" y="121257"/>
                  </a:lnTo>
                  <a:lnTo>
                    <a:pt x="2418209" y="152104"/>
                  </a:lnTo>
                  <a:lnTo>
                    <a:pt x="2387362" y="98678"/>
                  </a:lnTo>
                  <a:lnTo>
                    <a:pt x="2440793" y="67831"/>
                  </a:lnTo>
                  <a:close/>
                </a:path>
                <a:path w="6723380" h="7035800">
                  <a:moveTo>
                    <a:pt x="2515282" y="199192"/>
                  </a:moveTo>
                  <a:lnTo>
                    <a:pt x="2544956" y="250593"/>
                  </a:lnTo>
                  <a:lnTo>
                    <a:pt x="2493562" y="280261"/>
                  </a:lnTo>
                  <a:lnTo>
                    <a:pt x="2463888" y="228861"/>
                  </a:lnTo>
                  <a:lnTo>
                    <a:pt x="2515282" y="199192"/>
                  </a:lnTo>
                  <a:close/>
                </a:path>
                <a:path w="6723380" h="7035800">
                  <a:moveTo>
                    <a:pt x="2589877" y="330157"/>
                  </a:moveTo>
                  <a:lnTo>
                    <a:pt x="2618669" y="380030"/>
                  </a:lnTo>
                  <a:lnTo>
                    <a:pt x="2568797" y="408822"/>
                  </a:lnTo>
                  <a:lnTo>
                    <a:pt x="2540005" y="358949"/>
                  </a:lnTo>
                  <a:lnTo>
                    <a:pt x="2589877" y="330157"/>
                  </a:lnTo>
                  <a:close/>
                </a:path>
                <a:path w="6723380" h="7035800">
                  <a:moveTo>
                    <a:pt x="2664365" y="461525"/>
                  </a:moveTo>
                  <a:lnTo>
                    <a:pt x="2691979" y="509354"/>
                  </a:lnTo>
                  <a:lnTo>
                    <a:pt x="2644150" y="536973"/>
                  </a:lnTo>
                  <a:lnTo>
                    <a:pt x="2616531" y="489138"/>
                  </a:lnTo>
                  <a:lnTo>
                    <a:pt x="2664365" y="461525"/>
                  </a:lnTo>
                  <a:close/>
                </a:path>
                <a:path w="6723380" h="7035800">
                  <a:moveTo>
                    <a:pt x="2738848" y="592887"/>
                  </a:moveTo>
                  <a:lnTo>
                    <a:pt x="2765288" y="638684"/>
                  </a:lnTo>
                  <a:lnTo>
                    <a:pt x="2719491" y="665124"/>
                  </a:lnTo>
                  <a:lnTo>
                    <a:pt x="2693050" y="619327"/>
                  </a:lnTo>
                  <a:lnTo>
                    <a:pt x="2738848" y="592887"/>
                  </a:lnTo>
                  <a:close/>
                </a:path>
                <a:path w="6723380" h="7035800">
                  <a:moveTo>
                    <a:pt x="2813229" y="724657"/>
                  </a:moveTo>
                  <a:lnTo>
                    <a:pt x="2838201" y="767907"/>
                  </a:lnTo>
                  <a:lnTo>
                    <a:pt x="2794951" y="792878"/>
                  </a:lnTo>
                  <a:lnTo>
                    <a:pt x="2769979" y="749628"/>
                  </a:lnTo>
                  <a:lnTo>
                    <a:pt x="2813229" y="724657"/>
                  </a:lnTo>
                  <a:close/>
                </a:path>
                <a:path w="6723380" h="7035800">
                  <a:moveTo>
                    <a:pt x="2887830" y="855622"/>
                  </a:moveTo>
                  <a:lnTo>
                    <a:pt x="2911919" y="897344"/>
                  </a:lnTo>
                  <a:lnTo>
                    <a:pt x="2870191" y="921439"/>
                  </a:lnTo>
                  <a:lnTo>
                    <a:pt x="2846102" y="879711"/>
                  </a:lnTo>
                  <a:lnTo>
                    <a:pt x="2887830" y="855622"/>
                  </a:lnTo>
                  <a:close/>
                </a:path>
                <a:path w="6723380" h="7035800">
                  <a:moveTo>
                    <a:pt x="2962313" y="986989"/>
                  </a:moveTo>
                  <a:lnTo>
                    <a:pt x="2985229" y="1026679"/>
                  </a:lnTo>
                  <a:lnTo>
                    <a:pt x="2945539" y="1049596"/>
                  </a:lnTo>
                  <a:lnTo>
                    <a:pt x="2922623" y="1009906"/>
                  </a:lnTo>
                  <a:lnTo>
                    <a:pt x="2962313" y="986989"/>
                  </a:lnTo>
                  <a:close/>
                </a:path>
                <a:path w="6723380" h="7035800">
                  <a:moveTo>
                    <a:pt x="3036902" y="1117948"/>
                  </a:moveTo>
                  <a:lnTo>
                    <a:pt x="3058941" y="1156116"/>
                  </a:lnTo>
                  <a:lnTo>
                    <a:pt x="3020779" y="1178150"/>
                  </a:lnTo>
                  <a:lnTo>
                    <a:pt x="2998740" y="1139982"/>
                  </a:lnTo>
                  <a:lnTo>
                    <a:pt x="3036902" y="1117948"/>
                  </a:lnTo>
                  <a:close/>
                </a:path>
                <a:path w="6723380" h="7035800">
                  <a:moveTo>
                    <a:pt x="3111390" y="1249315"/>
                  </a:moveTo>
                  <a:lnTo>
                    <a:pt x="3132251" y="1285446"/>
                  </a:lnTo>
                  <a:lnTo>
                    <a:pt x="3096126" y="1306301"/>
                  </a:lnTo>
                  <a:lnTo>
                    <a:pt x="3075265" y="1270170"/>
                  </a:lnTo>
                  <a:lnTo>
                    <a:pt x="3111390" y="1249315"/>
                  </a:lnTo>
                  <a:close/>
                </a:path>
                <a:path w="6723380" h="7035800">
                  <a:moveTo>
                    <a:pt x="3185884" y="1380683"/>
                  </a:moveTo>
                  <a:lnTo>
                    <a:pt x="3205567" y="1414770"/>
                  </a:lnTo>
                  <a:lnTo>
                    <a:pt x="3171467" y="1434458"/>
                  </a:lnTo>
                  <a:lnTo>
                    <a:pt x="3151785" y="1400365"/>
                  </a:lnTo>
                  <a:lnTo>
                    <a:pt x="3185884" y="1380683"/>
                  </a:lnTo>
                  <a:close/>
                </a:path>
                <a:path w="6723380" h="7035800">
                  <a:moveTo>
                    <a:pt x="3260473" y="1511641"/>
                  </a:moveTo>
                  <a:lnTo>
                    <a:pt x="3279279" y="1544212"/>
                  </a:lnTo>
                  <a:lnTo>
                    <a:pt x="3246708" y="1563012"/>
                  </a:lnTo>
                  <a:lnTo>
                    <a:pt x="3227908" y="1530447"/>
                  </a:lnTo>
                  <a:lnTo>
                    <a:pt x="3260473" y="1511641"/>
                  </a:lnTo>
                  <a:close/>
                </a:path>
                <a:path w="6723380" h="7035800">
                  <a:moveTo>
                    <a:pt x="3334955" y="1643009"/>
                  </a:moveTo>
                  <a:lnTo>
                    <a:pt x="3352588" y="1673548"/>
                  </a:lnTo>
                  <a:lnTo>
                    <a:pt x="3322055" y="1691175"/>
                  </a:lnTo>
                  <a:lnTo>
                    <a:pt x="3304428" y="1660636"/>
                  </a:lnTo>
                  <a:lnTo>
                    <a:pt x="3334955" y="1643009"/>
                  </a:lnTo>
                  <a:close/>
                </a:path>
                <a:path w="6723380" h="7035800">
                  <a:moveTo>
                    <a:pt x="3409449" y="1774376"/>
                  </a:moveTo>
                  <a:lnTo>
                    <a:pt x="3425897" y="1802872"/>
                  </a:lnTo>
                  <a:lnTo>
                    <a:pt x="3397408" y="1819327"/>
                  </a:lnTo>
                  <a:lnTo>
                    <a:pt x="3380953" y="1790831"/>
                  </a:lnTo>
                  <a:lnTo>
                    <a:pt x="3409449" y="1774376"/>
                  </a:lnTo>
                  <a:close/>
                </a:path>
                <a:path w="6723380" h="7035800">
                  <a:moveTo>
                    <a:pt x="3484151" y="1904938"/>
                  </a:moveTo>
                  <a:lnTo>
                    <a:pt x="3500013" y="1932415"/>
                  </a:lnTo>
                  <a:lnTo>
                    <a:pt x="3472536" y="1948277"/>
                  </a:lnTo>
                  <a:lnTo>
                    <a:pt x="3456674" y="1920806"/>
                  </a:lnTo>
                  <a:lnTo>
                    <a:pt x="3484151" y="1904938"/>
                  </a:lnTo>
                  <a:close/>
                </a:path>
                <a:path w="6723380" h="7035800">
                  <a:moveTo>
                    <a:pt x="3558634" y="2036306"/>
                  </a:moveTo>
                  <a:lnTo>
                    <a:pt x="3573323" y="2061751"/>
                  </a:lnTo>
                  <a:lnTo>
                    <a:pt x="3547883" y="2076440"/>
                  </a:lnTo>
                  <a:lnTo>
                    <a:pt x="3533194" y="2050995"/>
                  </a:lnTo>
                  <a:lnTo>
                    <a:pt x="3558634" y="2036306"/>
                  </a:lnTo>
                  <a:close/>
                </a:path>
                <a:path w="6723380" h="7035800">
                  <a:moveTo>
                    <a:pt x="3633122" y="2167674"/>
                  </a:moveTo>
                  <a:lnTo>
                    <a:pt x="3646638" y="2191075"/>
                  </a:lnTo>
                  <a:lnTo>
                    <a:pt x="3623231" y="2204592"/>
                  </a:lnTo>
                  <a:lnTo>
                    <a:pt x="3609721" y="2181184"/>
                  </a:lnTo>
                  <a:lnTo>
                    <a:pt x="3633122" y="2167674"/>
                  </a:lnTo>
                  <a:close/>
                </a:path>
                <a:path w="6723380" h="7035800">
                  <a:moveTo>
                    <a:pt x="3707717" y="2298632"/>
                  </a:moveTo>
                  <a:lnTo>
                    <a:pt x="3720351" y="2320518"/>
                  </a:lnTo>
                  <a:lnTo>
                    <a:pt x="3698465" y="2333152"/>
                  </a:lnTo>
                  <a:lnTo>
                    <a:pt x="3685831" y="2311266"/>
                  </a:lnTo>
                  <a:lnTo>
                    <a:pt x="3707717" y="2298632"/>
                  </a:lnTo>
                  <a:close/>
                </a:path>
                <a:path w="6723380" h="7035800">
                  <a:moveTo>
                    <a:pt x="3782312" y="2429597"/>
                  </a:moveTo>
                  <a:lnTo>
                    <a:pt x="3794064" y="2449954"/>
                  </a:lnTo>
                  <a:lnTo>
                    <a:pt x="3773706" y="2461706"/>
                  </a:lnTo>
                  <a:lnTo>
                    <a:pt x="3761955" y="2441348"/>
                  </a:lnTo>
                  <a:lnTo>
                    <a:pt x="3782312" y="2429597"/>
                  </a:lnTo>
                  <a:close/>
                </a:path>
                <a:path w="6723380" h="7035800">
                  <a:moveTo>
                    <a:pt x="3856800" y="2560965"/>
                  </a:moveTo>
                  <a:lnTo>
                    <a:pt x="3867373" y="2579278"/>
                  </a:lnTo>
                  <a:lnTo>
                    <a:pt x="3849059" y="2589857"/>
                  </a:lnTo>
                  <a:lnTo>
                    <a:pt x="3838480" y="2571537"/>
                  </a:lnTo>
                  <a:lnTo>
                    <a:pt x="3856800" y="2560965"/>
                  </a:lnTo>
                  <a:close/>
                </a:path>
                <a:path w="6723380" h="7035800">
                  <a:moveTo>
                    <a:pt x="3931396" y="2691929"/>
                  </a:moveTo>
                  <a:lnTo>
                    <a:pt x="3941086" y="2708721"/>
                  </a:lnTo>
                  <a:lnTo>
                    <a:pt x="3924294" y="2718417"/>
                  </a:lnTo>
                  <a:lnTo>
                    <a:pt x="3914598" y="2701625"/>
                  </a:lnTo>
                  <a:lnTo>
                    <a:pt x="3931396" y="2691929"/>
                  </a:lnTo>
                  <a:close/>
                </a:path>
                <a:path w="6723380" h="7035800">
                  <a:moveTo>
                    <a:pt x="4005985" y="2822894"/>
                  </a:moveTo>
                  <a:lnTo>
                    <a:pt x="4014798" y="2838158"/>
                  </a:lnTo>
                  <a:lnTo>
                    <a:pt x="3999535" y="2846971"/>
                  </a:lnTo>
                  <a:lnTo>
                    <a:pt x="3990721" y="2831708"/>
                  </a:lnTo>
                  <a:lnTo>
                    <a:pt x="4005985" y="2822894"/>
                  </a:lnTo>
                  <a:close/>
                </a:path>
                <a:path w="6723380" h="7035800">
                  <a:moveTo>
                    <a:pt x="4080586" y="2953859"/>
                  </a:moveTo>
                  <a:lnTo>
                    <a:pt x="4088517" y="2967595"/>
                  </a:lnTo>
                  <a:lnTo>
                    <a:pt x="4074775" y="2975526"/>
                  </a:lnTo>
                  <a:lnTo>
                    <a:pt x="4066844" y="2961790"/>
                  </a:lnTo>
                  <a:lnTo>
                    <a:pt x="4080586" y="2953859"/>
                  </a:lnTo>
                  <a:close/>
                </a:path>
                <a:path w="6723380" h="7035800">
                  <a:moveTo>
                    <a:pt x="4155288" y="3084421"/>
                  </a:moveTo>
                  <a:lnTo>
                    <a:pt x="4162632" y="3097144"/>
                  </a:lnTo>
                  <a:lnTo>
                    <a:pt x="4149909" y="3104489"/>
                  </a:lnTo>
                  <a:lnTo>
                    <a:pt x="4142565" y="3091766"/>
                  </a:lnTo>
                  <a:lnTo>
                    <a:pt x="4155288" y="3084421"/>
                  </a:lnTo>
                  <a:close/>
                </a:path>
                <a:path w="6723380" h="7035800">
                  <a:moveTo>
                    <a:pt x="4229776" y="3215783"/>
                  </a:moveTo>
                  <a:lnTo>
                    <a:pt x="4235942" y="3226468"/>
                  </a:lnTo>
                  <a:lnTo>
                    <a:pt x="4225257" y="3232640"/>
                  </a:lnTo>
                  <a:lnTo>
                    <a:pt x="4219091" y="3221954"/>
                  </a:lnTo>
                  <a:lnTo>
                    <a:pt x="4229776" y="3215783"/>
                  </a:lnTo>
                  <a:close/>
                </a:path>
                <a:path w="6723380" h="7035800">
                  <a:moveTo>
                    <a:pt x="4304371" y="3346753"/>
                  </a:moveTo>
                  <a:lnTo>
                    <a:pt x="4309654" y="3355910"/>
                  </a:lnTo>
                  <a:lnTo>
                    <a:pt x="4300491" y="3361200"/>
                  </a:lnTo>
                  <a:lnTo>
                    <a:pt x="4295208" y="3352042"/>
                  </a:lnTo>
                  <a:lnTo>
                    <a:pt x="4304371" y="3346753"/>
                  </a:lnTo>
                  <a:close/>
                </a:path>
                <a:path w="6723380" h="7035800">
                  <a:moveTo>
                    <a:pt x="4379073" y="3477316"/>
                  </a:moveTo>
                  <a:lnTo>
                    <a:pt x="4383770" y="3485454"/>
                  </a:lnTo>
                  <a:lnTo>
                    <a:pt x="4375631" y="3490157"/>
                  </a:lnTo>
                  <a:lnTo>
                    <a:pt x="4370928" y="3482013"/>
                  </a:lnTo>
                  <a:lnTo>
                    <a:pt x="4379073" y="3477316"/>
                  </a:lnTo>
                  <a:close/>
                </a:path>
                <a:path w="6723380" h="7035800">
                  <a:moveTo>
                    <a:pt x="4453773" y="3607877"/>
                  </a:moveTo>
                  <a:lnTo>
                    <a:pt x="4457885" y="3614996"/>
                  </a:lnTo>
                  <a:lnTo>
                    <a:pt x="4450759" y="3619113"/>
                  </a:lnTo>
                  <a:lnTo>
                    <a:pt x="4446649" y="3611987"/>
                  </a:lnTo>
                  <a:lnTo>
                    <a:pt x="4453773" y="3607877"/>
                  </a:lnTo>
                  <a:close/>
                </a:path>
                <a:path w="6723380" h="7035800">
                  <a:moveTo>
                    <a:pt x="4528476" y="3738434"/>
                  </a:moveTo>
                  <a:lnTo>
                    <a:pt x="4532000" y="3744546"/>
                  </a:lnTo>
                  <a:lnTo>
                    <a:pt x="4525894" y="3748070"/>
                  </a:lnTo>
                  <a:lnTo>
                    <a:pt x="4522363" y="3741964"/>
                  </a:lnTo>
                  <a:lnTo>
                    <a:pt x="4528476" y="3738434"/>
                  </a:lnTo>
                  <a:close/>
                </a:path>
                <a:path w="6723380" h="7035800">
                  <a:moveTo>
                    <a:pt x="4603071" y="3869404"/>
                  </a:moveTo>
                  <a:lnTo>
                    <a:pt x="4605713" y="3873982"/>
                  </a:lnTo>
                  <a:lnTo>
                    <a:pt x="4601134" y="3876624"/>
                  </a:lnTo>
                  <a:lnTo>
                    <a:pt x="4598486" y="3872045"/>
                  </a:lnTo>
                  <a:lnTo>
                    <a:pt x="4603071" y="3869404"/>
                  </a:lnTo>
                  <a:close/>
                </a:path>
                <a:path w="6723380" h="7035800">
                  <a:moveTo>
                    <a:pt x="4677873" y="3999563"/>
                  </a:moveTo>
                  <a:lnTo>
                    <a:pt x="4680225" y="4003632"/>
                  </a:lnTo>
                  <a:lnTo>
                    <a:pt x="4676156" y="4005984"/>
                  </a:lnTo>
                  <a:lnTo>
                    <a:pt x="4673804" y="4001914"/>
                  </a:lnTo>
                  <a:lnTo>
                    <a:pt x="4677873" y="3999563"/>
                  </a:lnTo>
                  <a:close/>
                </a:path>
                <a:path w="6723380" h="7035800">
                  <a:moveTo>
                    <a:pt x="4752581" y="4130125"/>
                  </a:moveTo>
                  <a:lnTo>
                    <a:pt x="4754346" y="4133181"/>
                  </a:lnTo>
                  <a:lnTo>
                    <a:pt x="4751289" y="4134946"/>
                  </a:lnTo>
                  <a:lnTo>
                    <a:pt x="4749524" y="4131884"/>
                  </a:lnTo>
                  <a:lnTo>
                    <a:pt x="4752581" y="4130125"/>
                  </a:lnTo>
                  <a:close/>
                </a:path>
                <a:path w="6723380" h="7035800">
                  <a:moveTo>
                    <a:pt x="4827282" y="4260687"/>
                  </a:moveTo>
                  <a:lnTo>
                    <a:pt x="4828461" y="4262725"/>
                  </a:lnTo>
                  <a:lnTo>
                    <a:pt x="4826424" y="4263897"/>
                  </a:lnTo>
                  <a:lnTo>
                    <a:pt x="4825245" y="4261866"/>
                  </a:lnTo>
                  <a:lnTo>
                    <a:pt x="4827282" y="4260687"/>
                  </a:lnTo>
                  <a:close/>
                </a:path>
                <a:path w="6723380" h="7035800">
                  <a:moveTo>
                    <a:pt x="4900965" y="4391841"/>
                  </a:moveTo>
                  <a:lnTo>
                    <a:pt x="4902319" y="4391841"/>
                  </a:lnTo>
                  <a:lnTo>
                    <a:pt x="4902570" y="4392274"/>
                  </a:lnTo>
                  <a:lnTo>
                    <a:pt x="4901214" y="4392274"/>
                  </a:lnTo>
                  <a:lnTo>
                    <a:pt x="4900965" y="4391841"/>
                  </a:lnTo>
                  <a:close/>
                </a:path>
                <a:path w="6723380" h="7035800">
                  <a:moveTo>
                    <a:pt x="2236867" y="10176"/>
                  </a:moveTo>
                  <a:lnTo>
                    <a:pt x="2269777" y="67168"/>
                  </a:lnTo>
                  <a:lnTo>
                    <a:pt x="2212785" y="100076"/>
                  </a:lnTo>
                  <a:lnTo>
                    <a:pt x="2179877" y="43078"/>
                  </a:lnTo>
                  <a:lnTo>
                    <a:pt x="2236867" y="10176"/>
                  </a:lnTo>
                  <a:close/>
                </a:path>
                <a:path w="6723380" h="7035800">
                  <a:moveTo>
                    <a:pt x="2311357" y="141544"/>
                  </a:moveTo>
                  <a:lnTo>
                    <a:pt x="2343087" y="196498"/>
                  </a:lnTo>
                  <a:lnTo>
                    <a:pt x="2288132" y="228228"/>
                  </a:lnTo>
                  <a:lnTo>
                    <a:pt x="2256402" y="173268"/>
                  </a:lnTo>
                  <a:lnTo>
                    <a:pt x="2311357" y="141544"/>
                  </a:lnTo>
                  <a:close/>
                </a:path>
                <a:path w="6723380" h="7035800">
                  <a:moveTo>
                    <a:pt x="2385952" y="272502"/>
                  </a:moveTo>
                  <a:lnTo>
                    <a:pt x="2416799" y="325934"/>
                  </a:lnTo>
                  <a:lnTo>
                    <a:pt x="2363367" y="356782"/>
                  </a:lnTo>
                  <a:lnTo>
                    <a:pt x="2332520" y="303355"/>
                  </a:lnTo>
                  <a:lnTo>
                    <a:pt x="2385952" y="272502"/>
                  </a:lnTo>
                  <a:close/>
                </a:path>
                <a:path w="6723380" h="7035800">
                  <a:moveTo>
                    <a:pt x="2460440" y="403870"/>
                  </a:moveTo>
                  <a:lnTo>
                    <a:pt x="2490114" y="455270"/>
                  </a:lnTo>
                  <a:lnTo>
                    <a:pt x="2438720" y="484939"/>
                  </a:lnTo>
                  <a:lnTo>
                    <a:pt x="2409046" y="433545"/>
                  </a:lnTo>
                  <a:lnTo>
                    <a:pt x="2460440" y="403870"/>
                  </a:lnTo>
                  <a:close/>
                </a:path>
                <a:path w="6723380" h="7035800">
                  <a:moveTo>
                    <a:pt x="2534928" y="535237"/>
                  </a:moveTo>
                  <a:lnTo>
                    <a:pt x="2563424" y="584594"/>
                  </a:lnTo>
                  <a:lnTo>
                    <a:pt x="2514062" y="613096"/>
                  </a:lnTo>
                  <a:lnTo>
                    <a:pt x="2485566" y="563733"/>
                  </a:lnTo>
                  <a:lnTo>
                    <a:pt x="2534928" y="535237"/>
                  </a:lnTo>
                  <a:close/>
                </a:path>
                <a:path w="6723380" h="7035800">
                  <a:moveTo>
                    <a:pt x="2609411" y="666599"/>
                  </a:moveTo>
                  <a:lnTo>
                    <a:pt x="2636734" y="713925"/>
                  </a:lnTo>
                  <a:lnTo>
                    <a:pt x="2589415" y="741248"/>
                  </a:lnTo>
                  <a:lnTo>
                    <a:pt x="2562092" y="693922"/>
                  </a:lnTo>
                  <a:lnTo>
                    <a:pt x="2609411" y="666599"/>
                  </a:lnTo>
                  <a:close/>
                </a:path>
                <a:path w="6723380" h="7035800">
                  <a:moveTo>
                    <a:pt x="2683899" y="797972"/>
                  </a:moveTo>
                  <a:lnTo>
                    <a:pt x="2710050" y="843260"/>
                  </a:lnTo>
                  <a:lnTo>
                    <a:pt x="2664762" y="869404"/>
                  </a:lnTo>
                  <a:lnTo>
                    <a:pt x="2638611" y="824117"/>
                  </a:lnTo>
                  <a:lnTo>
                    <a:pt x="2683899" y="797972"/>
                  </a:lnTo>
                  <a:close/>
                </a:path>
                <a:path w="6723380" h="7035800">
                  <a:moveTo>
                    <a:pt x="2758386" y="929334"/>
                  </a:moveTo>
                  <a:lnTo>
                    <a:pt x="2783359" y="972584"/>
                  </a:lnTo>
                  <a:lnTo>
                    <a:pt x="2740103" y="997562"/>
                  </a:lnTo>
                  <a:lnTo>
                    <a:pt x="2715131" y="954305"/>
                  </a:lnTo>
                  <a:lnTo>
                    <a:pt x="2758386" y="929334"/>
                  </a:lnTo>
                  <a:close/>
                </a:path>
                <a:path w="6723380" h="7035800">
                  <a:moveTo>
                    <a:pt x="2832876" y="1060702"/>
                  </a:moveTo>
                  <a:lnTo>
                    <a:pt x="2856668" y="1101914"/>
                  </a:lnTo>
                  <a:lnTo>
                    <a:pt x="2815450" y="1125713"/>
                  </a:lnTo>
                  <a:lnTo>
                    <a:pt x="2791657" y="1084495"/>
                  </a:lnTo>
                  <a:lnTo>
                    <a:pt x="2832876" y="1060702"/>
                  </a:lnTo>
                  <a:close/>
                </a:path>
                <a:path w="6723380" h="7035800">
                  <a:moveTo>
                    <a:pt x="2907364" y="1192063"/>
                  </a:moveTo>
                  <a:lnTo>
                    <a:pt x="2929984" y="1231251"/>
                  </a:lnTo>
                  <a:lnTo>
                    <a:pt x="2890797" y="1253871"/>
                  </a:lnTo>
                  <a:lnTo>
                    <a:pt x="2868177" y="1214690"/>
                  </a:lnTo>
                  <a:lnTo>
                    <a:pt x="2907364" y="1192063"/>
                  </a:lnTo>
                  <a:close/>
                </a:path>
                <a:path w="6723380" h="7035800">
                  <a:moveTo>
                    <a:pt x="2981959" y="1323028"/>
                  </a:moveTo>
                  <a:lnTo>
                    <a:pt x="3003697" y="1360687"/>
                  </a:lnTo>
                  <a:lnTo>
                    <a:pt x="2966044" y="1382425"/>
                  </a:lnTo>
                  <a:lnTo>
                    <a:pt x="2944300" y="1344772"/>
                  </a:lnTo>
                  <a:lnTo>
                    <a:pt x="2981959" y="1323028"/>
                  </a:lnTo>
                  <a:close/>
                </a:path>
                <a:path w="6723380" h="7035800">
                  <a:moveTo>
                    <a:pt x="3056447" y="1454397"/>
                  </a:moveTo>
                  <a:lnTo>
                    <a:pt x="3077012" y="1490011"/>
                  </a:lnTo>
                  <a:lnTo>
                    <a:pt x="3041385" y="1510582"/>
                  </a:lnTo>
                  <a:lnTo>
                    <a:pt x="3020820" y="1474961"/>
                  </a:lnTo>
                  <a:lnTo>
                    <a:pt x="3056447" y="1454397"/>
                  </a:lnTo>
                  <a:close/>
                </a:path>
                <a:path w="6723380" h="7035800">
                  <a:moveTo>
                    <a:pt x="3130930" y="1585763"/>
                  </a:moveTo>
                  <a:lnTo>
                    <a:pt x="3150316" y="1619342"/>
                  </a:lnTo>
                  <a:lnTo>
                    <a:pt x="3116732" y="1638734"/>
                  </a:lnTo>
                  <a:lnTo>
                    <a:pt x="3097346" y="1605150"/>
                  </a:lnTo>
                  <a:lnTo>
                    <a:pt x="3130930" y="1585763"/>
                  </a:lnTo>
                  <a:close/>
                </a:path>
                <a:path w="6723380" h="7035800">
                  <a:moveTo>
                    <a:pt x="3205525" y="1716728"/>
                  </a:moveTo>
                  <a:lnTo>
                    <a:pt x="3224029" y="1748784"/>
                  </a:lnTo>
                  <a:lnTo>
                    <a:pt x="3191973" y="1767288"/>
                  </a:lnTo>
                  <a:lnTo>
                    <a:pt x="3173469" y="1735232"/>
                  </a:lnTo>
                  <a:lnTo>
                    <a:pt x="3205525" y="1716728"/>
                  </a:lnTo>
                  <a:close/>
                </a:path>
                <a:path w="6723380" h="7035800">
                  <a:moveTo>
                    <a:pt x="3279901" y="1848493"/>
                  </a:moveTo>
                  <a:lnTo>
                    <a:pt x="3296941" y="1878007"/>
                  </a:lnTo>
                  <a:lnTo>
                    <a:pt x="3267433" y="1895042"/>
                  </a:lnTo>
                  <a:lnTo>
                    <a:pt x="3250392" y="1865527"/>
                  </a:lnTo>
                  <a:lnTo>
                    <a:pt x="3279901" y="1848493"/>
                  </a:lnTo>
                  <a:close/>
                </a:path>
                <a:path w="6723380" h="7035800">
                  <a:moveTo>
                    <a:pt x="3354502" y="1979458"/>
                  </a:moveTo>
                  <a:lnTo>
                    <a:pt x="3370660" y="2007444"/>
                  </a:lnTo>
                  <a:lnTo>
                    <a:pt x="3342668" y="2023602"/>
                  </a:lnTo>
                  <a:lnTo>
                    <a:pt x="3326510" y="1995616"/>
                  </a:lnTo>
                  <a:lnTo>
                    <a:pt x="3354502" y="1979458"/>
                  </a:lnTo>
                  <a:close/>
                </a:path>
                <a:path w="6723380" h="7035800">
                  <a:moveTo>
                    <a:pt x="3429091" y="2110416"/>
                  </a:moveTo>
                  <a:lnTo>
                    <a:pt x="3444372" y="2136880"/>
                  </a:lnTo>
                  <a:lnTo>
                    <a:pt x="3417908" y="2152156"/>
                  </a:lnTo>
                  <a:lnTo>
                    <a:pt x="3402627" y="2125698"/>
                  </a:lnTo>
                  <a:lnTo>
                    <a:pt x="3429091" y="2110416"/>
                  </a:lnTo>
                  <a:close/>
                </a:path>
                <a:path w="6723380" h="7035800">
                  <a:moveTo>
                    <a:pt x="3503579" y="2241790"/>
                  </a:moveTo>
                  <a:lnTo>
                    <a:pt x="3517676" y="2266211"/>
                  </a:lnTo>
                  <a:lnTo>
                    <a:pt x="3493255" y="2280307"/>
                  </a:lnTo>
                  <a:lnTo>
                    <a:pt x="3479158" y="2255886"/>
                  </a:lnTo>
                  <a:lnTo>
                    <a:pt x="3503579" y="2241790"/>
                  </a:lnTo>
                  <a:close/>
                </a:path>
                <a:path w="6723380" h="7035800">
                  <a:moveTo>
                    <a:pt x="3578067" y="2373151"/>
                  </a:moveTo>
                  <a:lnTo>
                    <a:pt x="3590992" y="2395540"/>
                  </a:lnTo>
                  <a:lnTo>
                    <a:pt x="3568603" y="2408470"/>
                  </a:lnTo>
                  <a:lnTo>
                    <a:pt x="3555678" y="2386081"/>
                  </a:lnTo>
                  <a:lnTo>
                    <a:pt x="3578067" y="2373151"/>
                  </a:lnTo>
                  <a:close/>
                </a:path>
                <a:path w="6723380" h="7035800">
                  <a:moveTo>
                    <a:pt x="3652656" y="2504116"/>
                  </a:moveTo>
                  <a:lnTo>
                    <a:pt x="3664704" y="2524983"/>
                  </a:lnTo>
                  <a:lnTo>
                    <a:pt x="3643843" y="2537025"/>
                  </a:lnTo>
                  <a:lnTo>
                    <a:pt x="3631795" y="2516158"/>
                  </a:lnTo>
                  <a:lnTo>
                    <a:pt x="3652656" y="2504116"/>
                  </a:lnTo>
                  <a:close/>
                </a:path>
                <a:path w="6723380" h="7035800">
                  <a:moveTo>
                    <a:pt x="3727252" y="2635082"/>
                  </a:moveTo>
                  <a:lnTo>
                    <a:pt x="3738416" y="2654420"/>
                  </a:lnTo>
                  <a:lnTo>
                    <a:pt x="3719084" y="2665579"/>
                  </a:lnTo>
                  <a:lnTo>
                    <a:pt x="3707919" y="2646247"/>
                  </a:lnTo>
                  <a:lnTo>
                    <a:pt x="3727252" y="2635082"/>
                  </a:lnTo>
                  <a:close/>
                </a:path>
                <a:path w="6723380" h="7035800">
                  <a:moveTo>
                    <a:pt x="3801853" y="2766046"/>
                  </a:moveTo>
                  <a:lnTo>
                    <a:pt x="3812135" y="2783857"/>
                  </a:lnTo>
                  <a:lnTo>
                    <a:pt x="3794319" y="2794140"/>
                  </a:lnTo>
                  <a:lnTo>
                    <a:pt x="3784036" y="2776329"/>
                  </a:lnTo>
                  <a:lnTo>
                    <a:pt x="3801853" y="2766046"/>
                  </a:lnTo>
                  <a:close/>
                </a:path>
                <a:path w="6723380" h="7035800">
                  <a:moveTo>
                    <a:pt x="3876448" y="2897005"/>
                  </a:moveTo>
                  <a:lnTo>
                    <a:pt x="3885848" y="2913293"/>
                  </a:lnTo>
                  <a:lnTo>
                    <a:pt x="3869559" y="2922699"/>
                  </a:lnTo>
                  <a:lnTo>
                    <a:pt x="3860159" y="2906410"/>
                  </a:lnTo>
                  <a:lnTo>
                    <a:pt x="3876448" y="2897005"/>
                  </a:lnTo>
                  <a:close/>
                </a:path>
                <a:path w="6723380" h="7035800">
                  <a:moveTo>
                    <a:pt x="3950930" y="3028372"/>
                  </a:moveTo>
                  <a:lnTo>
                    <a:pt x="3959157" y="3042623"/>
                  </a:lnTo>
                  <a:lnTo>
                    <a:pt x="3944912" y="3050850"/>
                  </a:lnTo>
                  <a:lnTo>
                    <a:pt x="3936685" y="3036599"/>
                  </a:lnTo>
                  <a:lnTo>
                    <a:pt x="3950930" y="3028372"/>
                  </a:lnTo>
                  <a:close/>
                </a:path>
                <a:path w="6723380" h="7035800">
                  <a:moveTo>
                    <a:pt x="4025631" y="3158934"/>
                  </a:moveTo>
                  <a:lnTo>
                    <a:pt x="4033273" y="3172172"/>
                  </a:lnTo>
                  <a:lnTo>
                    <a:pt x="4020046" y="3179806"/>
                  </a:lnTo>
                  <a:lnTo>
                    <a:pt x="4012406" y="3166574"/>
                  </a:lnTo>
                  <a:lnTo>
                    <a:pt x="4025631" y="3158934"/>
                  </a:lnTo>
                  <a:close/>
                </a:path>
                <a:path w="6723380" h="7035800">
                  <a:moveTo>
                    <a:pt x="4100227" y="3289905"/>
                  </a:moveTo>
                  <a:lnTo>
                    <a:pt x="4106979" y="3301603"/>
                  </a:lnTo>
                  <a:lnTo>
                    <a:pt x="4095281" y="3308361"/>
                  </a:lnTo>
                  <a:lnTo>
                    <a:pt x="4088529" y="3296657"/>
                  </a:lnTo>
                  <a:lnTo>
                    <a:pt x="4100227" y="3289905"/>
                  </a:lnTo>
                  <a:close/>
                </a:path>
                <a:path w="6723380" h="7035800">
                  <a:moveTo>
                    <a:pt x="4174715" y="3421267"/>
                  </a:moveTo>
                  <a:lnTo>
                    <a:pt x="4180295" y="3430933"/>
                  </a:lnTo>
                  <a:lnTo>
                    <a:pt x="4170628" y="3436518"/>
                  </a:lnTo>
                  <a:lnTo>
                    <a:pt x="4165049" y="3426852"/>
                  </a:lnTo>
                  <a:lnTo>
                    <a:pt x="4174715" y="3421267"/>
                  </a:lnTo>
                  <a:close/>
                </a:path>
                <a:path w="6723380" h="7035800">
                  <a:moveTo>
                    <a:pt x="4249417" y="3551828"/>
                  </a:moveTo>
                  <a:lnTo>
                    <a:pt x="4254410" y="3560476"/>
                  </a:lnTo>
                  <a:lnTo>
                    <a:pt x="4245757" y="3565475"/>
                  </a:lnTo>
                  <a:lnTo>
                    <a:pt x="4240763" y="3556828"/>
                  </a:lnTo>
                  <a:lnTo>
                    <a:pt x="4249417" y="3551828"/>
                  </a:lnTo>
                  <a:close/>
                </a:path>
                <a:path w="6723380" h="7035800">
                  <a:moveTo>
                    <a:pt x="4324124" y="3682390"/>
                  </a:moveTo>
                  <a:lnTo>
                    <a:pt x="4328531" y="3690025"/>
                  </a:lnTo>
                  <a:lnTo>
                    <a:pt x="4320896" y="3694432"/>
                  </a:lnTo>
                  <a:lnTo>
                    <a:pt x="4316489" y="3686797"/>
                  </a:lnTo>
                  <a:lnTo>
                    <a:pt x="4324124" y="3682390"/>
                  </a:lnTo>
                  <a:close/>
                </a:path>
                <a:path w="6723380" h="7035800">
                  <a:moveTo>
                    <a:pt x="4398820" y="3812958"/>
                  </a:moveTo>
                  <a:lnTo>
                    <a:pt x="4402640" y="3819574"/>
                  </a:lnTo>
                  <a:lnTo>
                    <a:pt x="4396030" y="3823389"/>
                  </a:lnTo>
                  <a:lnTo>
                    <a:pt x="4392210" y="3816773"/>
                  </a:lnTo>
                  <a:lnTo>
                    <a:pt x="4398820" y="3812958"/>
                  </a:lnTo>
                  <a:close/>
                </a:path>
                <a:path w="6723380" h="7035800">
                  <a:moveTo>
                    <a:pt x="4473415" y="3943917"/>
                  </a:moveTo>
                  <a:lnTo>
                    <a:pt x="4476353" y="3949005"/>
                  </a:lnTo>
                  <a:lnTo>
                    <a:pt x="4471265" y="3951942"/>
                  </a:lnTo>
                  <a:lnTo>
                    <a:pt x="4468327" y="3946855"/>
                  </a:lnTo>
                  <a:lnTo>
                    <a:pt x="4473415" y="3943917"/>
                  </a:lnTo>
                  <a:close/>
                </a:path>
                <a:path w="6723380" h="7035800">
                  <a:moveTo>
                    <a:pt x="4548116" y="4074479"/>
                  </a:moveTo>
                  <a:lnTo>
                    <a:pt x="4550468" y="4078554"/>
                  </a:lnTo>
                  <a:lnTo>
                    <a:pt x="4546399" y="4080899"/>
                  </a:lnTo>
                  <a:lnTo>
                    <a:pt x="4544047" y="4076830"/>
                  </a:lnTo>
                  <a:lnTo>
                    <a:pt x="4548116" y="4074479"/>
                  </a:lnTo>
                  <a:close/>
                </a:path>
                <a:path w="6723380" h="7035800">
                  <a:moveTo>
                    <a:pt x="4622818" y="4205041"/>
                  </a:moveTo>
                  <a:lnTo>
                    <a:pt x="4624583" y="4208103"/>
                  </a:lnTo>
                  <a:lnTo>
                    <a:pt x="4621533" y="4209862"/>
                  </a:lnTo>
                  <a:lnTo>
                    <a:pt x="4619768" y="4206806"/>
                  </a:lnTo>
                  <a:lnTo>
                    <a:pt x="4622818" y="4205041"/>
                  </a:lnTo>
                  <a:close/>
                </a:path>
                <a:path w="6723380" h="7035800">
                  <a:moveTo>
                    <a:pt x="4697632" y="4335206"/>
                  </a:moveTo>
                  <a:lnTo>
                    <a:pt x="4699101" y="4337753"/>
                  </a:lnTo>
                  <a:lnTo>
                    <a:pt x="4696555" y="4339222"/>
                  </a:lnTo>
                  <a:lnTo>
                    <a:pt x="4695086" y="4336675"/>
                  </a:lnTo>
                  <a:lnTo>
                    <a:pt x="4697632" y="4335206"/>
                  </a:lnTo>
                  <a:close/>
                </a:path>
                <a:path w="6723380" h="7035800">
                  <a:moveTo>
                    <a:pt x="4772328" y="4465774"/>
                  </a:moveTo>
                  <a:lnTo>
                    <a:pt x="4773211" y="4467296"/>
                  </a:lnTo>
                  <a:lnTo>
                    <a:pt x="4771689" y="4468173"/>
                  </a:lnTo>
                  <a:lnTo>
                    <a:pt x="4770806" y="4466650"/>
                  </a:lnTo>
                  <a:lnTo>
                    <a:pt x="4772328" y="4465774"/>
                  </a:lnTo>
                  <a:close/>
                </a:path>
                <a:path w="6723380" h="7035800">
                  <a:moveTo>
                    <a:pt x="1979958" y="0"/>
                  </a:moveTo>
                  <a:lnTo>
                    <a:pt x="2060021" y="0"/>
                  </a:lnTo>
                  <a:lnTo>
                    <a:pt x="2067511" y="12972"/>
                  </a:lnTo>
                  <a:lnTo>
                    <a:pt x="2007463" y="47640"/>
                  </a:lnTo>
                  <a:lnTo>
                    <a:pt x="1979958" y="0"/>
                  </a:lnTo>
                  <a:close/>
                </a:path>
                <a:path w="6723380" h="7035800">
                  <a:moveTo>
                    <a:pt x="2107544" y="83486"/>
                  </a:moveTo>
                  <a:lnTo>
                    <a:pt x="2141620" y="142515"/>
                  </a:lnTo>
                  <a:lnTo>
                    <a:pt x="2082591" y="176597"/>
                  </a:lnTo>
                  <a:lnTo>
                    <a:pt x="2048515" y="117568"/>
                  </a:lnTo>
                  <a:lnTo>
                    <a:pt x="2107544" y="83486"/>
                  </a:lnTo>
                  <a:close/>
                </a:path>
                <a:path w="6723380" h="7035800">
                  <a:moveTo>
                    <a:pt x="2182026" y="214854"/>
                  </a:moveTo>
                  <a:lnTo>
                    <a:pt x="2214935" y="271852"/>
                  </a:lnTo>
                  <a:lnTo>
                    <a:pt x="2157937" y="304754"/>
                  </a:lnTo>
                  <a:lnTo>
                    <a:pt x="2125035" y="247763"/>
                  </a:lnTo>
                  <a:lnTo>
                    <a:pt x="2182026" y="214854"/>
                  </a:lnTo>
                  <a:close/>
                </a:path>
                <a:path w="6723380" h="7035800">
                  <a:moveTo>
                    <a:pt x="2256515" y="346215"/>
                  </a:moveTo>
                  <a:lnTo>
                    <a:pt x="2288245" y="401176"/>
                  </a:lnTo>
                  <a:lnTo>
                    <a:pt x="2233291" y="432906"/>
                  </a:lnTo>
                  <a:lnTo>
                    <a:pt x="2201561" y="377946"/>
                  </a:lnTo>
                  <a:lnTo>
                    <a:pt x="2256515" y="346215"/>
                  </a:lnTo>
                  <a:close/>
                </a:path>
                <a:path w="6723380" h="7035800">
                  <a:moveTo>
                    <a:pt x="2331110" y="477186"/>
                  </a:moveTo>
                  <a:lnTo>
                    <a:pt x="2361958" y="530612"/>
                  </a:lnTo>
                  <a:lnTo>
                    <a:pt x="2308532" y="561460"/>
                  </a:lnTo>
                  <a:lnTo>
                    <a:pt x="2277684" y="508034"/>
                  </a:lnTo>
                  <a:lnTo>
                    <a:pt x="2331110" y="477186"/>
                  </a:lnTo>
                  <a:close/>
                </a:path>
                <a:path w="6723380" h="7035800">
                  <a:moveTo>
                    <a:pt x="2405598" y="608548"/>
                  </a:moveTo>
                  <a:lnTo>
                    <a:pt x="2435273" y="659942"/>
                  </a:lnTo>
                  <a:lnTo>
                    <a:pt x="2383872" y="689616"/>
                  </a:lnTo>
                  <a:lnTo>
                    <a:pt x="2354204" y="638222"/>
                  </a:lnTo>
                  <a:lnTo>
                    <a:pt x="2405598" y="608548"/>
                  </a:lnTo>
                  <a:close/>
                </a:path>
                <a:path w="6723380" h="7035800">
                  <a:moveTo>
                    <a:pt x="2480081" y="739915"/>
                  </a:moveTo>
                  <a:lnTo>
                    <a:pt x="2508583" y="789278"/>
                  </a:lnTo>
                  <a:lnTo>
                    <a:pt x="2459220" y="817774"/>
                  </a:lnTo>
                  <a:lnTo>
                    <a:pt x="2430724" y="768411"/>
                  </a:lnTo>
                  <a:lnTo>
                    <a:pt x="2480081" y="739915"/>
                  </a:lnTo>
                  <a:close/>
                </a:path>
                <a:path w="6723380" h="7035800">
                  <a:moveTo>
                    <a:pt x="2554463" y="871686"/>
                  </a:moveTo>
                  <a:lnTo>
                    <a:pt x="2581490" y="918496"/>
                  </a:lnTo>
                  <a:lnTo>
                    <a:pt x="2534674" y="945523"/>
                  </a:lnTo>
                  <a:lnTo>
                    <a:pt x="2507647" y="898712"/>
                  </a:lnTo>
                  <a:lnTo>
                    <a:pt x="2554463" y="871686"/>
                  </a:lnTo>
                  <a:close/>
                </a:path>
                <a:path w="6723380" h="7035800">
                  <a:moveTo>
                    <a:pt x="2628951" y="1003047"/>
                  </a:moveTo>
                  <a:lnTo>
                    <a:pt x="2654806" y="1047825"/>
                  </a:lnTo>
                  <a:lnTo>
                    <a:pt x="2610027" y="1073680"/>
                  </a:lnTo>
                  <a:lnTo>
                    <a:pt x="2584173" y="1028902"/>
                  </a:lnTo>
                  <a:lnTo>
                    <a:pt x="2628951" y="1003047"/>
                  </a:lnTo>
                  <a:close/>
                </a:path>
                <a:path w="6723380" h="7035800">
                  <a:moveTo>
                    <a:pt x="2703434" y="1134415"/>
                  </a:moveTo>
                  <a:lnTo>
                    <a:pt x="2728115" y="1177156"/>
                  </a:lnTo>
                  <a:lnTo>
                    <a:pt x="2685368" y="1201837"/>
                  </a:lnTo>
                  <a:lnTo>
                    <a:pt x="2660693" y="1159090"/>
                  </a:lnTo>
                  <a:lnTo>
                    <a:pt x="2703434" y="1134415"/>
                  </a:lnTo>
                  <a:close/>
                </a:path>
                <a:path w="6723380" h="7035800">
                  <a:moveTo>
                    <a:pt x="2777815" y="1266179"/>
                  </a:moveTo>
                  <a:lnTo>
                    <a:pt x="2801022" y="1306379"/>
                  </a:lnTo>
                  <a:lnTo>
                    <a:pt x="2760822" y="1329592"/>
                  </a:lnTo>
                  <a:lnTo>
                    <a:pt x="2737616" y="1289392"/>
                  </a:lnTo>
                  <a:lnTo>
                    <a:pt x="2777815" y="1266179"/>
                  </a:lnTo>
                  <a:close/>
                </a:path>
                <a:path w="6723380" h="7035800">
                  <a:moveTo>
                    <a:pt x="2852404" y="1397144"/>
                  </a:moveTo>
                  <a:lnTo>
                    <a:pt x="2874734" y="1435822"/>
                  </a:lnTo>
                  <a:lnTo>
                    <a:pt x="2836063" y="1458146"/>
                  </a:lnTo>
                  <a:lnTo>
                    <a:pt x="2813733" y="1419468"/>
                  </a:lnTo>
                  <a:lnTo>
                    <a:pt x="2852404" y="1397144"/>
                  </a:lnTo>
                  <a:close/>
                </a:path>
                <a:path w="6723380" h="7035800">
                  <a:moveTo>
                    <a:pt x="2926898" y="1528512"/>
                  </a:moveTo>
                  <a:lnTo>
                    <a:pt x="2948050" y="1565146"/>
                  </a:lnTo>
                  <a:lnTo>
                    <a:pt x="2911409" y="1586303"/>
                  </a:lnTo>
                  <a:lnTo>
                    <a:pt x="2890258" y="1549669"/>
                  </a:lnTo>
                  <a:lnTo>
                    <a:pt x="2926898" y="1528512"/>
                  </a:lnTo>
                  <a:close/>
                </a:path>
                <a:path w="6723380" h="7035800">
                  <a:moveTo>
                    <a:pt x="3001487" y="1659477"/>
                  </a:moveTo>
                  <a:lnTo>
                    <a:pt x="3021762" y="1694582"/>
                  </a:lnTo>
                  <a:lnTo>
                    <a:pt x="2986650" y="1714857"/>
                  </a:lnTo>
                  <a:lnTo>
                    <a:pt x="2966375" y="1679745"/>
                  </a:lnTo>
                  <a:lnTo>
                    <a:pt x="3001487" y="1659477"/>
                  </a:lnTo>
                  <a:close/>
                </a:path>
                <a:path w="6723380" h="7035800">
                  <a:moveTo>
                    <a:pt x="3075975" y="1790838"/>
                  </a:moveTo>
                  <a:lnTo>
                    <a:pt x="3095077" y="1823918"/>
                  </a:lnTo>
                  <a:lnTo>
                    <a:pt x="3062003" y="1843014"/>
                  </a:lnTo>
                  <a:lnTo>
                    <a:pt x="3042901" y="1809934"/>
                  </a:lnTo>
                  <a:lnTo>
                    <a:pt x="3075975" y="1790838"/>
                  </a:lnTo>
                  <a:close/>
                </a:path>
                <a:path w="6723380" h="7035800">
                  <a:moveTo>
                    <a:pt x="3150464" y="1922212"/>
                  </a:moveTo>
                  <a:lnTo>
                    <a:pt x="3168387" y="1953249"/>
                  </a:lnTo>
                  <a:lnTo>
                    <a:pt x="3137344" y="1971166"/>
                  </a:lnTo>
                  <a:lnTo>
                    <a:pt x="3119427" y="1940129"/>
                  </a:lnTo>
                  <a:lnTo>
                    <a:pt x="3150464" y="1922212"/>
                  </a:lnTo>
                  <a:close/>
                </a:path>
                <a:path w="6723380" h="7035800">
                  <a:moveTo>
                    <a:pt x="3224952" y="2053574"/>
                  </a:moveTo>
                  <a:lnTo>
                    <a:pt x="3241696" y="2082573"/>
                  </a:lnTo>
                  <a:lnTo>
                    <a:pt x="3212691" y="2099323"/>
                  </a:lnTo>
                  <a:lnTo>
                    <a:pt x="3195947" y="2070318"/>
                  </a:lnTo>
                  <a:lnTo>
                    <a:pt x="3224952" y="2053574"/>
                  </a:lnTo>
                  <a:close/>
                </a:path>
                <a:path w="6723380" h="7035800">
                  <a:moveTo>
                    <a:pt x="3299548" y="2184533"/>
                  </a:moveTo>
                  <a:lnTo>
                    <a:pt x="3315409" y="2212015"/>
                  </a:lnTo>
                  <a:lnTo>
                    <a:pt x="3287932" y="2227877"/>
                  </a:lnTo>
                  <a:lnTo>
                    <a:pt x="3272065" y="2200400"/>
                  </a:lnTo>
                  <a:lnTo>
                    <a:pt x="3299548" y="2184533"/>
                  </a:lnTo>
                  <a:close/>
                </a:path>
                <a:path w="6723380" h="7035800">
                  <a:moveTo>
                    <a:pt x="3374035" y="2315899"/>
                  </a:moveTo>
                  <a:lnTo>
                    <a:pt x="3388724" y="2341345"/>
                  </a:lnTo>
                  <a:lnTo>
                    <a:pt x="3363285" y="2356034"/>
                  </a:lnTo>
                  <a:lnTo>
                    <a:pt x="3348590" y="2330589"/>
                  </a:lnTo>
                  <a:lnTo>
                    <a:pt x="3374035" y="2315899"/>
                  </a:lnTo>
                  <a:close/>
                </a:path>
                <a:path w="6723380" h="7035800">
                  <a:moveTo>
                    <a:pt x="3448518" y="2447267"/>
                  </a:moveTo>
                  <a:lnTo>
                    <a:pt x="3462034" y="2470675"/>
                  </a:lnTo>
                  <a:lnTo>
                    <a:pt x="3438627" y="2484191"/>
                  </a:lnTo>
                  <a:lnTo>
                    <a:pt x="3425117" y="2460784"/>
                  </a:lnTo>
                  <a:lnTo>
                    <a:pt x="3448518" y="2447267"/>
                  </a:lnTo>
                  <a:close/>
                </a:path>
                <a:path w="6723380" h="7035800">
                  <a:moveTo>
                    <a:pt x="3523119" y="2578226"/>
                  </a:moveTo>
                  <a:lnTo>
                    <a:pt x="3535753" y="2600111"/>
                  </a:lnTo>
                  <a:lnTo>
                    <a:pt x="3513867" y="2612745"/>
                  </a:lnTo>
                  <a:lnTo>
                    <a:pt x="3501233" y="2590860"/>
                  </a:lnTo>
                  <a:lnTo>
                    <a:pt x="3523119" y="2578226"/>
                  </a:lnTo>
                  <a:close/>
                </a:path>
                <a:path w="6723380" h="7035800">
                  <a:moveTo>
                    <a:pt x="3597601" y="2709593"/>
                  </a:moveTo>
                  <a:lnTo>
                    <a:pt x="3609056" y="2729441"/>
                  </a:lnTo>
                  <a:lnTo>
                    <a:pt x="3589214" y="2740896"/>
                  </a:lnTo>
                  <a:lnTo>
                    <a:pt x="3577753" y="2721054"/>
                  </a:lnTo>
                  <a:lnTo>
                    <a:pt x="3597601" y="2709593"/>
                  </a:lnTo>
                  <a:close/>
                </a:path>
                <a:path w="6723380" h="7035800">
                  <a:moveTo>
                    <a:pt x="3672196" y="2840564"/>
                  </a:moveTo>
                  <a:lnTo>
                    <a:pt x="3682769" y="2858878"/>
                  </a:lnTo>
                  <a:lnTo>
                    <a:pt x="3664455" y="2869457"/>
                  </a:lnTo>
                  <a:lnTo>
                    <a:pt x="3653876" y="2851137"/>
                  </a:lnTo>
                  <a:lnTo>
                    <a:pt x="3672196" y="2840564"/>
                  </a:lnTo>
                  <a:close/>
                </a:path>
                <a:path w="6723380" h="7035800">
                  <a:moveTo>
                    <a:pt x="3746792" y="2971522"/>
                  </a:moveTo>
                  <a:lnTo>
                    <a:pt x="3756488" y="2988314"/>
                  </a:lnTo>
                  <a:lnTo>
                    <a:pt x="3739696" y="2998010"/>
                  </a:lnTo>
                  <a:lnTo>
                    <a:pt x="3730000" y="2981219"/>
                  </a:lnTo>
                  <a:lnTo>
                    <a:pt x="3746792" y="2971522"/>
                  </a:lnTo>
                  <a:close/>
                </a:path>
                <a:path w="6723380" h="7035800">
                  <a:moveTo>
                    <a:pt x="3821387" y="3102487"/>
                  </a:moveTo>
                  <a:lnTo>
                    <a:pt x="3830201" y="3117751"/>
                  </a:lnTo>
                  <a:lnTo>
                    <a:pt x="3814937" y="3126564"/>
                  </a:lnTo>
                  <a:lnTo>
                    <a:pt x="3806124" y="3111301"/>
                  </a:lnTo>
                  <a:lnTo>
                    <a:pt x="3821387" y="3102487"/>
                  </a:lnTo>
                  <a:close/>
                </a:path>
                <a:path w="6723380" h="7035800">
                  <a:moveTo>
                    <a:pt x="3895982" y="3233452"/>
                  </a:moveTo>
                  <a:lnTo>
                    <a:pt x="3903913" y="3247194"/>
                  </a:lnTo>
                  <a:lnTo>
                    <a:pt x="3890177" y="3255125"/>
                  </a:lnTo>
                  <a:lnTo>
                    <a:pt x="3882247" y="3241383"/>
                  </a:lnTo>
                  <a:lnTo>
                    <a:pt x="3895982" y="3233452"/>
                  </a:lnTo>
                  <a:close/>
                </a:path>
                <a:path w="6723380" h="7035800">
                  <a:moveTo>
                    <a:pt x="3970572" y="3364417"/>
                  </a:moveTo>
                  <a:lnTo>
                    <a:pt x="3977626" y="3376631"/>
                  </a:lnTo>
                  <a:lnTo>
                    <a:pt x="3965413" y="3383679"/>
                  </a:lnTo>
                  <a:lnTo>
                    <a:pt x="3958358" y="3371466"/>
                  </a:lnTo>
                  <a:lnTo>
                    <a:pt x="3970572" y="3364417"/>
                  </a:lnTo>
                  <a:close/>
                </a:path>
                <a:path w="6723380" h="7035800">
                  <a:moveTo>
                    <a:pt x="4045060" y="3495779"/>
                  </a:moveTo>
                  <a:lnTo>
                    <a:pt x="4050935" y="3505955"/>
                  </a:lnTo>
                  <a:lnTo>
                    <a:pt x="4040759" y="3511830"/>
                  </a:lnTo>
                  <a:lnTo>
                    <a:pt x="4034884" y="3501655"/>
                  </a:lnTo>
                  <a:lnTo>
                    <a:pt x="4045060" y="3495779"/>
                  </a:lnTo>
                  <a:close/>
                </a:path>
                <a:path w="6723380" h="7035800">
                  <a:moveTo>
                    <a:pt x="4119767" y="3626341"/>
                  </a:moveTo>
                  <a:lnTo>
                    <a:pt x="4125057" y="3635504"/>
                  </a:lnTo>
                  <a:lnTo>
                    <a:pt x="4115894" y="3640793"/>
                  </a:lnTo>
                  <a:lnTo>
                    <a:pt x="4110604" y="3631630"/>
                  </a:lnTo>
                  <a:lnTo>
                    <a:pt x="4119767" y="3626341"/>
                  </a:lnTo>
                  <a:close/>
                </a:path>
                <a:path w="6723380" h="7035800">
                  <a:moveTo>
                    <a:pt x="4194463" y="3756910"/>
                  </a:moveTo>
                  <a:lnTo>
                    <a:pt x="4199166" y="3765053"/>
                  </a:lnTo>
                  <a:lnTo>
                    <a:pt x="4191027" y="3769756"/>
                  </a:lnTo>
                  <a:lnTo>
                    <a:pt x="4186324" y="3761606"/>
                  </a:lnTo>
                  <a:lnTo>
                    <a:pt x="4194463" y="3756910"/>
                  </a:lnTo>
                  <a:close/>
                </a:path>
                <a:path w="6723380" h="7035800">
                  <a:moveTo>
                    <a:pt x="4269164" y="3887471"/>
                  </a:moveTo>
                  <a:lnTo>
                    <a:pt x="4273281" y="3894596"/>
                  </a:lnTo>
                  <a:lnTo>
                    <a:pt x="4266156" y="3898707"/>
                  </a:lnTo>
                  <a:lnTo>
                    <a:pt x="4262039" y="3891582"/>
                  </a:lnTo>
                  <a:lnTo>
                    <a:pt x="4269164" y="3887471"/>
                  </a:lnTo>
                  <a:close/>
                </a:path>
                <a:path w="6723380" h="7035800">
                  <a:moveTo>
                    <a:pt x="4343759" y="4018435"/>
                  </a:moveTo>
                  <a:lnTo>
                    <a:pt x="4346993" y="4024033"/>
                  </a:lnTo>
                  <a:lnTo>
                    <a:pt x="4341396" y="4027267"/>
                  </a:lnTo>
                  <a:lnTo>
                    <a:pt x="4338162" y="4021669"/>
                  </a:lnTo>
                  <a:lnTo>
                    <a:pt x="4343759" y="4018435"/>
                  </a:lnTo>
                  <a:close/>
                </a:path>
                <a:path w="6723380" h="7035800">
                  <a:moveTo>
                    <a:pt x="4418467" y="4148997"/>
                  </a:moveTo>
                  <a:lnTo>
                    <a:pt x="4421109" y="4153582"/>
                  </a:lnTo>
                  <a:lnTo>
                    <a:pt x="4416530" y="4156224"/>
                  </a:lnTo>
                  <a:lnTo>
                    <a:pt x="4413882" y="4151645"/>
                  </a:lnTo>
                  <a:lnTo>
                    <a:pt x="4418467" y="4148997"/>
                  </a:lnTo>
                  <a:close/>
                </a:path>
                <a:path w="6723380" h="7035800">
                  <a:moveTo>
                    <a:pt x="4493169" y="4279560"/>
                  </a:moveTo>
                  <a:lnTo>
                    <a:pt x="4495224" y="4283125"/>
                  </a:lnTo>
                  <a:lnTo>
                    <a:pt x="4491664" y="4285181"/>
                  </a:lnTo>
                  <a:lnTo>
                    <a:pt x="4489609" y="4281615"/>
                  </a:lnTo>
                  <a:lnTo>
                    <a:pt x="4493169" y="4279560"/>
                  </a:lnTo>
                  <a:close/>
                </a:path>
                <a:path w="6723380" h="7035800">
                  <a:moveTo>
                    <a:pt x="4567870" y="4410127"/>
                  </a:moveTo>
                  <a:lnTo>
                    <a:pt x="4569339" y="4412668"/>
                  </a:lnTo>
                  <a:lnTo>
                    <a:pt x="4566798" y="4414137"/>
                  </a:lnTo>
                  <a:lnTo>
                    <a:pt x="4565329" y="4411596"/>
                  </a:lnTo>
                  <a:lnTo>
                    <a:pt x="4567870" y="4410127"/>
                  </a:lnTo>
                  <a:close/>
                </a:path>
                <a:path w="6723380" h="7035800">
                  <a:moveTo>
                    <a:pt x="4642572" y="4540689"/>
                  </a:moveTo>
                  <a:lnTo>
                    <a:pt x="4643455" y="4542212"/>
                  </a:lnTo>
                  <a:lnTo>
                    <a:pt x="4641926" y="4543094"/>
                  </a:lnTo>
                  <a:lnTo>
                    <a:pt x="4641044" y="4541572"/>
                  </a:lnTo>
                  <a:lnTo>
                    <a:pt x="4642572" y="4540689"/>
                  </a:lnTo>
                  <a:close/>
                </a:path>
                <a:path w="6723380" h="7035800">
                  <a:moveTo>
                    <a:pt x="1903726" y="25436"/>
                  </a:moveTo>
                  <a:lnTo>
                    <a:pt x="1940153" y="88534"/>
                  </a:lnTo>
                  <a:lnTo>
                    <a:pt x="1877054" y="124967"/>
                  </a:lnTo>
                  <a:lnTo>
                    <a:pt x="1840622" y="61868"/>
                  </a:lnTo>
                  <a:lnTo>
                    <a:pt x="1903726" y="25436"/>
                  </a:lnTo>
                  <a:close/>
                </a:path>
                <a:path w="6723380" h="7035800">
                  <a:moveTo>
                    <a:pt x="1978209" y="156797"/>
                  </a:moveTo>
                  <a:lnTo>
                    <a:pt x="2013469" y="217864"/>
                  </a:lnTo>
                  <a:lnTo>
                    <a:pt x="1952402" y="253118"/>
                  </a:lnTo>
                  <a:lnTo>
                    <a:pt x="1917148" y="192051"/>
                  </a:lnTo>
                  <a:lnTo>
                    <a:pt x="1978209" y="156797"/>
                  </a:lnTo>
                  <a:close/>
                </a:path>
                <a:path w="6723380" h="7035800">
                  <a:moveTo>
                    <a:pt x="2052590" y="288567"/>
                  </a:moveTo>
                  <a:lnTo>
                    <a:pt x="2086375" y="347087"/>
                  </a:lnTo>
                  <a:lnTo>
                    <a:pt x="2027856" y="380872"/>
                  </a:lnTo>
                  <a:lnTo>
                    <a:pt x="1994071" y="322353"/>
                  </a:lnTo>
                  <a:lnTo>
                    <a:pt x="2052590" y="288567"/>
                  </a:lnTo>
                  <a:close/>
                </a:path>
                <a:path w="6723380" h="7035800">
                  <a:moveTo>
                    <a:pt x="2127078" y="419929"/>
                  </a:moveTo>
                  <a:lnTo>
                    <a:pt x="2159691" y="476417"/>
                  </a:lnTo>
                  <a:lnTo>
                    <a:pt x="2103202" y="509030"/>
                  </a:lnTo>
                  <a:lnTo>
                    <a:pt x="2070590" y="452541"/>
                  </a:lnTo>
                  <a:lnTo>
                    <a:pt x="2127078" y="419929"/>
                  </a:lnTo>
                  <a:close/>
                </a:path>
                <a:path w="6723380" h="7035800">
                  <a:moveTo>
                    <a:pt x="2201674" y="550900"/>
                  </a:moveTo>
                  <a:lnTo>
                    <a:pt x="2233404" y="605854"/>
                  </a:lnTo>
                  <a:lnTo>
                    <a:pt x="2178444" y="637584"/>
                  </a:lnTo>
                  <a:lnTo>
                    <a:pt x="2146714" y="582630"/>
                  </a:lnTo>
                  <a:lnTo>
                    <a:pt x="2201674" y="550900"/>
                  </a:lnTo>
                  <a:close/>
                </a:path>
                <a:path w="6723380" h="7035800">
                  <a:moveTo>
                    <a:pt x="2276162" y="682262"/>
                  </a:moveTo>
                  <a:lnTo>
                    <a:pt x="2306713" y="735184"/>
                  </a:lnTo>
                  <a:lnTo>
                    <a:pt x="2253791" y="765741"/>
                  </a:lnTo>
                  <a:lnTo>
                    <a:pt x="2223234" y="712819"/>
                  </a:lnTo>
                  <a:lnTo>
                    <a:pt x="2276162" y="682262"/>
                  </a:lnTo>
                  <a:close/>
                </a:path>
                <a:path w="6723380" h="7035800">
                  <a:moveTo>
                    <a:pt x="2350644" y="813629"/>
                  </a:moveTo>
                  <a:lnTo>
                    <a:pt x="2380022" y="864514"/>
                  </a:lnTo>
                  <a:lnTo>
                    <a:pt x="2329137" y="893892"/>
                  </a:lnTo>
                  <a:lnTo>
                    <a:pt x="2299759" y="843007"/>
                  </a:lnTo>
                  <a:lnTo>
                    <a:pt x="2350644" y="813629"/>
                  </a:lnTo>
                  <a:close/>
                </a:path>
                <a:path w="6723380" h="7035800">
                  <a:moveTo>
                    <a:pt x="2425026" y="945399"/>
                  </a:moveTo>
                  <a:lnTo>
                    <a:pt x="2452936" y="993738"/>
                  </a:lnTo>
                  <a:lnTo>
                    <a:pt x="2404592" y="1021647"/>
                  </a:lnTo>
                  <a:lnTo>
                    <a:pt x="2376682" y="973309"/>
                  </a:lnTo>
                  <a:lnTo>
                    <a:pt x="2425026" y="945399"/>
                  </a:lnTo>
                  <a:close/>
                </a:path>
                <a:path w="6723380" h="7035800">
                  <a:moveTo>
                    <a:pt x="2499514" y="1076761"/>
                  </a:moveTo>
                  <a:lnTo>
                    <a:pt x="2526251" y="1123067"/>
                  </a:lnTo>
                  <a:lnTo>
                    <a:pt x="2479938" y="1149804"/>
                  </a:lnTo>
                  <a:lnTo>
                    <a:pt x="2453202" y="1103498"/>
                  </a:lnTo>
                  <a:lnTo>
                    <a:pt x="2499514" y="1076761"/>
                  </a:lnTo>
                  <a:close/>
                </a:path>
                <a:path w="6723380" h="7035800">
                  <a:moveTo>
                    <a:pt x="2573890" y="1208525"/>
                  </a:moveTo>
                  <a:lnTo>
                    <a:pt x="2599158" y="1252291"/>
                  </a:lnTo>
                  <a:lnTo>
                    <a:pt x="2555393" y="1277559"/>
                  </a:lnTo>
                  <a:lnTo>
                    <a:pt x="2530131" y="1233793"/>
                  </a:lnTo>
                  <a:lnTo>
                    <a:pt x="2573890" y="1208525"/>
                  </a:lnTo>
                  <a:close/>
                </a:path>
                <a:path w="6723380" h="7035800">
                  <a:moveTo>
                    <a:pt x="2648379" y="1339893"/>
                  </a:moveTo>
                  <a:lnTo>
                    <a:pt x="2672468" y="1381621"/>
                  </a:lnTo>
                  <a:lnTo>
                    <a:pt x="2630745" y="1405710"/>
                  </a:lnTo>
                  <a:lnTo>
                    <a:pt x="2606651" y="1363982"/>
                  </a:lnTo>
                  <a:lnTo>
                    <a:pt x="2648379" y="1339893"/>
                  </a:lnTo>
                  <a:close/>
                </a:path>
                <a:path w="6723380" h="7035800">
                  <a:moveTo>
                    <a:pt x="2722867" y="1471260"/>
                  </a:moveTo>
                  <a:lnTo>
                    <a:pt x="2745784" y="1510951"/>
                  </a:lnTo>
                  <a:lnTo>
                    <a:pt x="2706087" y="1533867"/>
                  </a:lnTo>
                  <a:lnTo>
                    <a:pt x="2683171" y="1494177"/>
                  </a:lnTo>
                  <a:lnTo>
                    <a:pt x="2722867" y="1471260"/>
                  </a:lnTo>
                  <a:close/>
                </a:path>
                <a:path w="6723380" h="7035800">
                  <a:moveTo>
                    <a:pt x="2797355" y="1602622"/>
                  </a:moveTo>
                  <a:lnTo>
                    <a:pt x="2819093" y="1640275"/>
                  </a:lnTo>
                  <a:lnTo>
                    <a:pt x="2781434" y="1662019"/>
                  </a:lnTo>
                  <a:lnTo>
                    <a:pt x="2759690" y="1624366"/>
                  </a:lnTo>
                  <a:lnTo>
                    <a:pt x="2797355" y="1602622"/>
                  </a:lnTo>
                  <a:close/>
                </a:path>
                <a:path w="6723380" h="7035800">
                  <a:moveTo>
                    <a:pt x="2871950" y="1733587"/>
                  </a:moveTo>
                  <a:lnTo>
                    <a:pt x="2892805" y="1769718"/>
                  </a:lnTo>
                  <a:lnTo>
                    <a:pt x="2856675" y="1790579"/>
                  </a:lnTo>
                  <a:lnTo>
                    <a:pt x="2835814" y="1754448"/>
                  </a:lnTo>
                  <a:lnTo>
                    <a:pt x="2871950" y="1733587"/>
                  </a:lnTo>
                  <a:close/>
                </a:path>
                <a:path w="6723380" h="7035800">
                  <a:moveTo>
                    <a:pt x="2946326" y="1865357"/>
                  </a:moveTo>
                  <a:lnTo>
                    <a:pt x="2965719" y="1898941"/>
                  </a:lnTo>
                  <a:lnTo>
                    <a:pt x="2932129" y="1918333"/>
                  </a:lnTo>
                  <a:lnTo>
                    <a:pt x="2912743" y="1884749"/>
                  </a:lnTo>
                  <a:lnTo>
                    <a:pt x="2946326" y="1865357"/>
                  </a:lnTo>
                  <a:close/>
                </a:path>
                <a:path w="6723380" h="7035800">
                  <a:moveTo>
                    <a:pt x="3020922" y="1996316"/>
                  </a:moveTo>
                  <a:lnTo>
                    <a:pt x="3039431" y="2028377"/>
                  </a:lnTo>
                  <a:lnTo>
                    <a:pt x="3007370" y="2046887"/>
                  </a:lnTo>
                  <a:lnTo>
                    <a:pt x="2988860" y="2014825"/>
                  </a:lnTo>
                  <a:lnTo>
                    <a:pt x="3020922" y="1996316"/>
                  </a:lnTo>
                  <a:close/>
                </a:path>
                <a:path w="6723380" h="7035800">
                  <a:moveTo>
                    <a:pt x="3095404" y="2127683"/>
                  </a:moveTo>
                  <a:lnTo>
                    <a:pt x="3112735" y="2157708"/>
                  </a:lnTo>
                  <a:lnTo>
                    <a:pt x="3082723" y="2175038"/>
                  </a:lnTo>
                  <a:lnTo>
                    <a:pt x="3065386" y="2145014"/>
                  </a:lnTo>
                  <a:lnTo>
                    <a:pt x="3095404" y="2127683"/>
                  </a:lnTo>
                  <a:close/>
                </a:path>
                <a:path w="6723380" h="7035800">
                  <a:moveTo>
                    <a:pt x="3169898" y="2259051"/>
                  </a:moveTo>
                  <a:lnTo>
                    <a:pt x="3186056" y="2287037"/>
                  </a:lnTo>
                  <a:lnTo>
                    <a:pt x="3158064" y="2303196"/>
                  </a:lnTo>
                  <a:lnTo>
                    <a:pt x="3141906" y="2275209"/>
                  </a:lnTo>
                  <a:lnTo>
                    <a:pt x="3169898" y="2259051"/>
                  </a:lnTo>
                  <a:close/>
                </a:path>
                <a:path w="6723380" h="7035800">
                  <a:moveTo>
                    <a:pt x="3244487" y="2390016"/>
                  </a:moveTo>
                  <a:lnTo>
                    <a:pt x="3259763" y="2416480"/>
                  </a:lnTo>
                  <a:lnTo>
                    <a:pt x="3233310" y="2431755"/>
                  </a:lnTo>
                  <a:lnTo>
                    <a:pt x="3218029" y="2405291"/>
                  </a:lnTo>
                  <a:lnTo>
                    <a:pt x="3244487" y="2390016"/>
                  </a:lnTo>
                  <a:close/>
                </a:path>
                <a:path w="6723380" h="7035800">
                  <a:moveTo>
                    <a:pt x="3318975" y="2521378"/>
                  </a:moveTo>
                  <a:lnTo>
                    <a:pt x="3333078" y="2545804"/>
                  </a:lnTo>
                  <a:lnTo>
                    <a:pt x="3308651" y="2559907"/>
                  </a:lnTo>
                  <a:lnTo>
                    <a:pt x="3294548" y="2535480"/>
                  </a:lnTo>
                  <a:lnTo>
                    <a:pt x="3318975" y="2521378"/>
                  </a:lnTo>
                  <a:close/>
                </a:path>
                <a:path w="6723380" h="7035800">
                  <a:moveTo>
                    <a:pt x="3393464" y="2652751"/>
                  </a:moveTo>
                  <a:lnTo>
                    <a:pt x="3406388" y="2675140"/>
                  </a:lnTo>
                  <a:lnTo>
                    <a:pt x="3384005" y="2688064"/>
                  </a:lnTo>
                  <a:lnTo>
                    <a:pt x="3371074" y="2665675"/>
                  </a:lnTo>
                  <a:lnTo>
                    <a:pt x="3393464" y="2652751"/>
                  </a:lnTo>
                  <a:close/>
                </a:path>
                <a:path w="6723380" h="7035800">
                  <a:moveTo>
                    <a:pt x="3468059" y="2783709"/>
                  </a:moveTo>
                  <a:lnTo>
                    <a:pt x="3480100" y="2804570"/>
                  </a:lnTo>
                  <a:lnTo>
                    <a:pt x="3459240" y="2816618"/>
                  </a:lnTo>
                  <a:lnTo>
                    <a:pt x="3447192" y="2795757"/>
                  </a:lnTo>
                  <a:lnTo>
                    <a:pt x="3468059" y="2783709"/>
                  </a:lnTo>
                  <a:close/>
                </a:path>
                <a:path w="6723380" h="7035800">
                  <a:moveTo>
                    <a:pt x="3542542" y="2915077"/>
                  </a:moveTo>
                  <a:lnTo>
                    <a:pt x="3553416" y="2933906"/>
                  </a:lnTo>
                  <a:lnTo>
                    <a:pt x="3534587" y="2944775"/>
                  </a:lnTo>
                  <a:lnTo>
                    <a:pt x="3523718" y="2925946"/>
                  </a:lnTo>
                  <a:lnTo>
                    <a:pt x="3542542" y="2915077"/>
                  </a:lnTo>
                  <a:close/>
                </a:path>
                <a:path w="6723380" h="7035800">
                  <a:moveTo>
                    <a:pt x="3617243" y="3045639"/>
                  </a:moveTo>
                  <a:lnTo>
                    <a:pt x="3627526" y="3063450"/>
                  </a:lnTo>
                  <a:lnTo>
                    <a:pt x="3609721" y="3073732"/>
                  </a:lnTo>
                  <a:lnTo>
                    <a:pt x="3599438" y="3055921"/>
                  </a:lnTo>
                  <a:lnTo>
                    <a:pt x="3617243" y="3045639"/>
                  </a:lnTo>
                  <a:close/>
                </a:path>
                <a:path w="6723380" h="7035800">
                  <a:moveTo>
                    <a:pt x="3691731" y="3177000"/>
                  </a:moveTo>
                  <a:lnTo>
                    <a:pt x="3700841" y="3192779"/>
                  </a:lnTo>
                  <a:lnTo>
                    <a:pt x="3685068" y="3201889"/>
                  </a:lnTo>
                  <a:lnTo>
                    <a:pt x="3675958" y="3186110"/>
                  </a:lnTo>
                  <a:lnTo>
                    <a:pt x="3691731" y="3177000"/>
                  </a:lnTo>
                  <a:close/>
                </a:path>
                <a:path w="6723380" h="7035800">
                  <a:moveTo>
                    <a:pt x="3766326" y="3307971"/>
                  </a:moveTo>
                  <a:lnTo>
                    <a:pt x="3774553" y="3322216"/>
                  </a:lnTo>
                  <a:lnTo>
                    <a:pt x="3760308" y="3330443"/>
                  </a:lnTo>
                  <a:lnTo>
                    <a:pt x="3752082" y="3316198"/>
                  </a:lnTo>
                  <a:lnTo>
                    <a:pt x="3766326" y="3307971"/>
                  </a:lnTo>
                  <a:close/>
                </a:path>
                <a:path w="6723380" h="7035800">
                  <a:moveTo>
                    <a:pt x="3840922" y="3438936"/>
                  </a:moveTo>
                  <a:lnTo>
                    <a:pt x="3848266" y="3451659"/>
                  </a:lnTo>
                  <a:lnTo>
                    <a:pt x="3835550" y="3459004"/>
                  </a:lnTo>
                  <a:lnTo>
                    <a:pt x="3828205" y="3446281"/>
                  </a:lnTo>
                  <a:lnTo>
                    <a:pt x="3840922" y="3438936"/>
                  </a:lnTo>
                  <a:close/>
                </a:path>
                <a:path w="6723380" h="7035800">
                  <a:moveTo>
                    <a:pt x="3915517" y="3569895"/>
                  </a:moveTo>
                  <a:lnTo>
                    <a:pt x="3921979" y="3581095"/>
                  </a:lnTo>
                  <a:lnTo>
                    <a:pt x="3910791" y="3587557"/>
                  </a:lnTo>
                  <a:lnTo>
                    <a:pt x="3904323" y="3576357"/>
                  </a:lnTo>
                  <a:lnTo>
                    <a:pt x="3915517" y="3569895"/>
                  </a:lnTo>
                  <a:close/>
                </a:path>
                <a:path w="6723380" h="7035800">
                  <a:moveTo>
                    <a:pt x="3990005" y="3701262"/>
                  </a:moveTo>
                  <a:lnTo>
                    <a:pt x="3995295" y="3710425"/>
                  </a:lnTo>
                  <a:lnTo>
                    <a:pt x="3986131" y="3715714"/>
                  </a:lnTo>
                  <a:lnTo>
                    <a:pt x="3980842" y="3706551"/>
                  </a:lnTo>
                  <a:lnTo>
                    <a:pt x="3990005" y="3701262"/>
                  </a:lnTo>
                  <a:close/>
                </a:path>
                <a:path w="6723380" h="7035800">
                  <a:moveTo>
                    <a:pt x="4064707" y="3831824"/>
                  </a:moveTo>
                  <a:lnTo>
                    <a:pt x="4069410" y="3839968"/>
                  </a:lnTo>
                  <a:lnTo>
                    <a:pt x="4061265" y="3844671"/>
                  </a:lnTo>
                  <a:lnTo>
                    <a:pt x="4056563" y="3836527"/>
                  </a:lnTo>
                  <a:lnTo>
                    <a:pt x="4064707" y="3831824"/>
                  </a:lnTo>
                  <a:close/>
                </a:path>
                <a:path w="6723380" h="7035800">
                  <a:moveTo>
                    <a:pt x="4139408" y="3962386"/>
                  </a:moveTo>
                  <a:lnTo>
                    <a:pt x="4143519" y="3969511"/>
                  </a:lnTo>
                  <a:lnTo>
                    <a:pt x="4136399" y="3973622"/>
                  </a:lnTo>
                  <a:lnTo>
                    <a:pt x="4132283" y="3966497"/>
                  </a:lnTo>
                  <a:lnTo>
                    <a:pt x="4139408" y="3962386"/>
                  </a:lnTo>
                  <a:close/>
                </a:path>
                <a:path w="6723380" h="7035800">
                  <a:moveTo>
                    <a:pt x="4214110" y="4092954"/>
                  </a:moveTo>
                  <a:lnTo>
                    <a:pt x="4217634" y="4099061"/>
                  </a:lnTo>
                  <a:lnTo>
                    <a:pt x="4211534" y="4102585"/>
                  </a:lnTo>
                  <a:lnTo>
                    <a:pt x="4208004" y="4096478"/>
                  </a:lnTo>
                  <a:lnTo>
                    <a:pt x="4214110" y="4092954"/>
                  </a:lnTo>
                  <a:close/>
                </a:path>
                <a:path w="6723380" h="7035800">
                  <a:moveTo>
                    <a:pt x="4288812" y="4223516"/>
                  </a:moveTo>
                  <a:lnTo>
                    <a:pt x="4291750" y="4228604"/>
                  </a:lnTo>
                  <a:lnTo>
                    <a:pt x="4286662" y="4231542"/>
                  </a:lnTo>
                  <a:lnTo>
                    <a:pt x="4283724" y="4226454"/>
                  </a:lnTo>
                  <a:lnTo>
                    <a:pt x="4288812" y="4223516"/>
                  </a:lnTo>
                  <a:close/>
                </a:path>
                <a:path w="6723380" h="7035800">
                  <a:moveTo>
                    <a:pt x="4363514" y="4354078"/>
                  </a:moveTo>
                  <a:lnTo>
                    <a:pt x="4365865" y="4358147"/>
                  </a:lnTo>
                  <a:lnTo>
                    <a:pt x="4361796" y="4360499"/>
                  </a:lnTo>
                  <a:lnTo>
                    <a:pt x="4359444" y="4356430"/>
                  </a:lnTo>
                  <a:lnTo>
                    <a:pt x="4363514" y="4354078"/>
                  </a:lnTo>
                  <a:close/>
                </a:path>
                <a:path w="6723380" h="7035800">
                  <a:moveTo>
                    <a:pt x="4438221" y="4484640"/>
                  </a:moveTo>
                  <a:lnTo>
                    <a:pt x="4439980" y="4487691"/>
                  </a:lnTo>
                  <a:lnTo>
                    <a:pt x="4436924" y="4489456"/>
                  </a:lnTo>
                  <a:lnTo>
                    <a:pt x="4435159" y="4486405"/>
                  </a:lnTo>
                  <a:lnTo>
                    <a:pt x="4438221" y="4484640"/>
                  </a:lnTo>
                  <a:close/>
                </a:path>
                <a:path w="6723380" h="7035800">
                  <a:moveTo>
                    <a:pt x="4512917" y="4615202"/>
                  </a:moveTo>
                  <a:lnTo>
                    <a:pt x="4514089" y="4617240"/>
                  </a:lnTo>
                  <a:lnTo>
                    <a:pt x="4512064" y="4618413"/>
                  </a:lnTo>
                  <a:lnTo>
                    <a:pt x="4510885" y="4616375"/>
                  </a:lnTo>
                  <a:lnTo>
                    <a:pt x="4512917" y="4615202"/>
                  </a:lnTo>
                  <a:close/>
                </a:path>
                <a:path w="6723380" h="7035800">
                  <a:moveTo>
                    <a:pt x="4586605" y="4746351"/>
                  </a:moveTo>
                  <a:lnTo>
                    <a:pt x="4587956" y="4746351"/>
                  </a:lnTo>
                  <a:lnTo>
                    <a:pt x="4588205" y="4746783"/>
                  </a:lnTo>
                  <a:lnTo>
                    <a:pt x="4586854" y="4746783"/>
                  </a:lnTo>
                  <a:lnTo>
                    <a:pt x="4586605" y="4746351"/>
                  </a:lnTo>
                  <a:close/>
                </a:path>
                <a:path w="6723380" h="7035800">
                  <a:moveTo>
                    <a:pt x="1642823" y="0"/>
                  </a:moveTo>
                  <a:lnTo>
                    <a:pt x="1719078" y="0"/>
                  </a:lnTo>
                  <a:lnTo>
                    <a:pt x="1739089" y="34659"/>
                  </a:lnTo>
                  <a:lnTo>
                    <a:pt x="1671407" y="73733"/>
                  </a:lnTo>
                  <a:lnTo>
                    <a:pt x="1632332" y="6056"/>
                  </a:lnTo>
                  <a:lnTo>
                    <a:pt x="1642823" y="0"/>
                  </a:lnTo>
                  <a:close/>
                </a:path>
                <a:path w="6723380" h="7035800">
                  <a:moveTo>
                    <a:pt x="1774397" y="98752"/>
                  </a:moveTo>
                  <a:lnTo>
                    <a:pt x="1812002" y="163882"/>
                  </a:lnTo>
                  <a:lnTo>
                    <a:pt x="1746867" y="201488"/>
                  </a:lnTo>
                  <a:lnTo>
                    <a:pt x="1709261" y="136358"/>
                  </a:lnTo>
                  <a:lnTo>
                    <a:pt x="1774397" y="98752"/>
                  </a:lnTo>
                  <a:close/>
                </a:path>
                <a:path w="6723380" h="7035800">
                  <a:moveTo>
                    <a:pt x="1848885" y="230114"/>
                  </a:moveTo>
                  <a:lnTo>
                    <a:pt x="1885312" y="293212"/>
                  </a:lnTo>
                  <a:lnTo>
                    <a:pt x="1822213" y="329639"/>
                  </a:lnTo>
                  <a:lnTo>
                    <a:pt x="1785787" y="266540"/>
                  </a:lnTo>
                  <a:lnTo>
                    <a:pt x="1848885" y="230114"/>
                  </a:lnTo>
                  <a:close/>
                </a:path>
                <a:path w="6723380" h="7035800">
                  <a:moveTo>
                    <a:pt x="1923262" y="361884"/>
                  </a:moveTo>
                  <a:lnTo>
                    <a:pt x="1958225" y="422435"/>
                  </a:lnTo>
                  <a:lnTo>
                    <a:pt x="1897668" y="457399"/>
                  </a:lnTo>
                  <a:lnTo>
                    <a:pt x="1862710" y="396842"/>
                  </a:lnTo>
                  <a:lnTo>
                    <a:pt x="1923262" y="361884"/>
                  </a:lnTo>
                  <a:close/>
                </a:path>
                <a:path w="6723380" h="7035800">
                  <a:moveTo>
                    <a:pt x="1997743" y="493246"/>
                  </a:moveTo>
                  <a:lnTo>
                    <a:pt x="2031529" y="551765"/>
                  </a:lnTo>
                  <a:lnTo>
                    <a:pt x="1973015" y="585550"/>
                  </a:lnTo>
                  <a:lnTo>
                    <a:pt x="1939230" y="527031"/>
                  </a:lnTo>
                  <a:lnTo>
                    <a:pt x="1997743" y="493246"/>
                  </a:lnTo>
                  <a:close/>
                </a:path>
                <a:path w="6723380" h="7035800">
                  <a:moveTo>
                    <a:pt x="2072232" y="624613"/>
                  </a:moveTo>
                  <a:lnTo>
                    <a:pt x="2104844" y="681096"/>
                  </a:lnTo>
                  <a:lnTo>
                    <a:pt x="2048361" y="713708"/>
                  </a:lnTo>
                  <a:lnTo>
                    <a:pt x="2015749" y="657225"/>
                  </a:lnTo>
                  <a:lnTo>
                    <a:pt x="2072232" y="624613"/>
                  </a:lnTo>
                  <a:close/>
                </a:path>
                <a:path w="6723380" h="7035800">
                  <a:moveTo>
                    <a:pt x="2146726" y="755975"/>
                  </a:moveTo>
                  <a:lnTo>
                    <a:pt x="2178160" y="810425"/>
                  </a:lnTo>
                  <a:lnTo>
                    <a:pt x="2123709" y="841859"/>
                  </a:lnTo>
                  <a:lnTo>
                    <a:pt x="2092275" y="787414"/>
                  </a:lnTo>
                  <a:lnTo>
                    <a:pt x="2146726" y="755975"/>
                  </a:lnTo>
                  <a:close/>
                </a:path>
                <a:path w="6723380" h="7035800">
                  <a:moveTo>
                    <a:pt x="2221208" y="887342"/>
                  </a:moveTo>
                  <a:lnTo>
                    <a:pt x="2251469" y="939756"/>
                  </a:lnTo>
                  <a:lnTo>
                    <a:pt x="2199056" y="970016"/>
                  </a:lnTo>
                  <a:lnTo>
                    <a:pt x="2168795" y="917603"/>
                  </a:lnTo>
                  <a:lnTo>
                    <a:pt x="2221208" y="887342"/>
                  </a:lnTo>
                  <a:close/>
                </a:path>
                <a:path w="6723380" h="7035800">
                  <a:moveTo>
                    <a:pt x="2295584" y="1019107"/>
                  </a:moveTo>
                  <a:lnTo>
                    <a:pt x="2324376" y="1068979"/>
                  </a:lnTo>
                  <a:lnTo>
                    <a:pt x="2274510" y="1097771"/>
                  </a:lnTo>
                  <a:lnTo>
                    <a:pt x="2245718" y="1047899"/>
                  </a:lnTo>
                  <a:lnTo>
                    <a:pt x="2295584" y="1019107"/>
                  </a:lnTo>
                  <a:close/>
                </a:path>
                <a:path w="6723380" h="7035800">
                  <a:moveTo>
                    <a:pt x="2370072" y="1150474"/>
                  </a:moveTo>
                  <a:lnTo>
                    <a:pt x="2397692" y="1198303"/>
                  </a:lnTo>
                  <a:lnTo>
                    <a:pt x="2349857" y="1225922"/>
                  </a:lnTo>
                  <a:lnTo>
                    <a:pt x="2322244" y="1178088"/>
                  </a:lnTo>
                  <a:lnTo>
                    <a:pt x="2370072" y="1150474"/>
                  </a:lnTo>
                  <a:close/>
                </a:path>
                <a:path w="6723380" h="7035800">
                  <a:moveTo>
                    <a:pt x="2444453" y="1282239"/>
                  </a:moveTo>
                  <a:lnTo>
                    <a:pt x="2470605" y="1327532"/>
                  </a:lnTo>
                  <a:lnTo>
                    <a:pt x="2425317" y="1353676"/>
                  </a:lnTo>
                  <a:lnTo>
                    <a:pt x="2399167" y="1308389"/>
                  </a:lnTo>
                  <a:lnTo>
                    <a:pt x="2444453" y="1282239"/>
                  </a:lnTo>
                  <a:close/>
                </a:path>
                <a:path w="6723380" h="7035800">
                  <a:moveTo>
                    <a:pt x="2518836" y="1414009"/>
                  </a:moveTo>
                  <a:lnTo>
                    <a:pt x="2543512" y="1456755"/>
                  </a:lnTo>
                  <a:lnTo>
                    <a:pt x="2500771" y="1481431"/>
                  </a:lnTo>
                  <a:lnTo>
                    <a:pt x="2476089" y="1438690"/>
                  </a:lnTo>
                  <a:lnTo>
                    <a:pt x="2518836" y="1414009"/>
                  </a:lnTo>
                  <a:close/>
                </a:path>
                <a:path w="6723380" h="7035800">
                  <a:moveTo>
                    <a:pt x="2593319" y="1545376"/>
                  </a:moveTo>
                  <a:lnTo>
                    <a:pt x="2616821" y="1586086"/>
                  </a:lnTo>
                  <a:lnTo>
                    <a:pt x="2576112" y="1609588"/>
                  </a:lnTo>
                  <a:lnTo>
                    <a:pt x="2552609" y="1568879"/>
                  </a:lnTo>
                  <a:lnTo>
                    <a:pt x="2593319" y="1545376"/>
                  </a:lnTo>
                  <a:close/>
                </a:path>
                <a:path w="6723380" h="7035800">
                  <a:moveTo>
                    <a:pt x="2667807" y="1676738"/>
                  </a:moveTo>
                  <a:lnTo>
                    <a:pt x="2690137" y="1715415"/>
                  </a:lnTo>
                  <a:lnTo>
                    <a:pt x="2651465" y="1737745"/>
                  </a:lnTo>
                  <a:lnTo>
                    <a:pt x="2629135" y="1699068"/>
                  </a:lnTo>
                  <a:lnTo>
                    <a:pt x="2667807" y="1676738"/>
                  </a:lnTo>
                  <a:close/>
                </a:path>
                <a:path w="6723380" h="7035800">
                  <a:moveTo>
                    <a:pt x="2742402" y="1807709"/>
                  </a:moveTo>
                  <a:lnTo>
                    <a:pt x="2763849" y="1844852"/>
                  </a:lnTo>
                  <a:lnTo>
                    <a:pt x="2726700" y="1866299"/>
                  </a:lnTo>
                  <a:lnTo>
                    <a:pt x="2705253" y="1829156"/>
                  </a:lnTo>
                  <a:lnTo>
                    <a:pt x="2742402" y="1807709"/>
                  </a:lnTo>
                  <a:close/>
                </a:path>
                <a:path w="6723380" h="7035800">
                  <a:moveTo>
                    <a:pt x="2816890" y="1939070"/>
                  </a:moveTo>
                  <a:lnTo>
                    <a:pt x="2837165" y="1974182"/>
                  </a:lnTo>
                  <a:lnTo>
                    <a:pt x="2802053" y="1994451"/>
                  </a:lnTo>
                  <a:lnTo>
                    <a:pt x="2781778" y="1959339"/>
                  </a:lnTo>
                  <a:lnTo>
                    <a:pt x="2816890" y="1939070"/>
                  </a:lnTo>
                  <a:close/>
                </a:path>
                <a:path w="6723380" h="7035800">
                  <a:moveTo>
                    <a:pt x="2891373" y="2070438"/>
                  </a:moveTo>
                  <a:lnTo>
                    <a:pt x="2910469" y="2103512"/>
                  </a:lnTo>
                  <a:lnTo>
                    <a:pt x="2877395" y="2122608"/>
                  </a:lnTo>
                  <a:lnTo>
                    <a:pt x="2858298" y="2089534"/>
                  </a:lnTo>
                  <a:lnTo>
                    <a:pt x="2891373" y="2070438"/>
                  </a:lnTo>
                  <a:close/>
                </a:path>
                <a:path w="6723380" h="7035800">
                  <a:moveTo>
                    <a:pt x="2965861" y="2201800"/>
                  </a:moveTo>
                  <a:lnTo>
                    <a:pt x="2983784" y="2232843"/>
                  </a:lnTo>
                  <a:lnTo>
                    <a:pt x="2952747" y="2250766"/>
                  </a:lnTo>
                  <a:lnTo>
                    <a:pt x="2934824" y="2219723"/>
                  </a:lnTo>
                  <a:lnTo>
                    <a:pt x="2965861" y="2201800"/>
                  </a:lnTo>
                  <a:close/>
                </a:path>
                <a:path w="6723380" h="7035800">
                  <a:moveTo>
                    <a:pt x="3040243" y="2333570"/>
                  </a:moveTo>
                  <a:lnTo>
                    <a:pt x="3056691" y="2362059"/>
                  </a:lnTo>
                  <a:lnTo>
                    <a:pt x="3028201" y="2378514"/>
                  </a:lnTo>
                  <a:lnTo>
                    <a:pt x="3011747" y="2350018"/>
                  </a:lnTo>
                  <a:lnTo>
                    <a:pt x="3040243" y="2333570"/>
                  </a:lnTo>
                  <a:close/>
                </a:path>
                <a:path w="6723380" h="7035800">
                  <a:moveTo>
                    <a:pt x="3114943" y="2464132"/>
                  </a:moveTo>
                  <a:lnTo>
                    <a:pt x="3130812" y="2491608"/>
                  </a:lnTo>
                  <a:lnTo>
                    <a:pt x="3103329" y="2507476"/>
                  </a:lnTo>
                  <a:lnTo>
                    <a:pt x="3087467" y="2479993"/>
                  </a:lnTo>
                  <a:lnTo>
                    <a:pt x="3114943" y="2464132"/>
                  </a:lnTo>
                  <a:close/>
                </a:path>
                <a:path w="6723380" h="7035800">
                  <a:moveTo>
                    <a:pt x="3189427" y="2595499"/>
                  </a:moveTo>
                  <a:lnTo>
                    <a:pt x="3204116" y="2620939"/>
                  </a:lnTo>
                  <a:lnTo>
                    <a:pt x="3178676" y="2635628"/>
                  </a:lnTo>
                  <a:lnTo>
                    <a:pt x="3163987" y="2610188"/>
                  </a:lnTo>
                  <a:lnTo>
                    <a:pt x="3189427" y="2595499"/>
                  </a:lnTo>
                  <a:close/>
                </a:path>
                <a:path w="6723380" h="7035800">
                  <a:moveTo>
                    <a:pt x="3263809" y="2727263"/>
                  </a:moveTo>
                  <a:lnTo>
                    <a:pt x="3277029" y="2750162"/>
                  </a:lnTo>
                  <a:lnTo>
                    <a:pt x="3254130" y="2763383"/>
                  </a:lnTo>
                  <a:lnTo>
                    <a:pt x="3240910" y="2740484"/>
                  </a:lnTo>
                  <a:lnTo>
                    <a:pt x="3263809" y="2727263"/>
                  </a:lnTo>
                  <a:close/>
                </a:path>
                <a:path w="6723380" h="7035800">
                  <a:moveTo>
                    <a:pt x="3338404" y="2858234"/>
                  </a:moveTo>
                  <a:lnTo>
                    <a:pt x="3350742" y="2879599"/>
                  </a:lnTo>
                  <a:lnTo>
                    <a:pt x="3329371" y="2891937"/>
                  </a:lnTo>
                  <a:lnTo>
                    <a:pt x="3317033" y="2870572"/>
                  </a:lnTo>
                  <a:lnTo>
                    <a:pt x="3338404" y="2858234"/>
                  </a:lnTo>
                  <a:close/>
                </a:path>
                <a:path w="6723380" h="7035800">
                  <a:moveTo>
                    <a:pt x="3412999" y="2989193"/>
                  </a:moveTo>
                  <a:lnTo>
                    <a:pt x="3424460" y="3009035"/>
                  </a:lnTo>
                  <a:lnTo>
                    <a:pt x="3404612" y="3020496"/>
                  </a:lnTo>
                  <a:lnTo>
                    <a:pt x="3393157" y="3000648"/>
                  </a:lnTo>
                  <a:lnTo>
                    <a:pt x="3412999" y="2989193"/>
                  </a:lnTo>
                  <a:close/>
                </a:path>
                <a:path w="6723380" h="7035800">
                  <a:moveTo>
                    <a:pt x="3487595" y="3120158"/>
                  </a:moveTo>
                  <a:lnTo>
                    <a:pt x="3498173" y="3138478"/>
                  </a:lnTo>
                  <a:lnTo>
                    <a:pt x="3479853" y="3149050"/>
                  </a:lnTo>
                  <a:lnTo>
                    <a:pt x="3469281" y="3130730"/>
                  </a:lnTo>
                  <a:lnTo>
                    <a:pt x="3487595" y="3120158"/>
                  </a:lnTo>
                  <a:close/>
                </a:path>
                <a:path w="6723380" h="7035800">
                  <a:moveTo>
                    <a:pt x="3562083" y="3251525"/>
                  </a:moveTo>
                  <a:lnTo>
                    <a:pt x="3571483" y="3267808"/>
                  </a:lnTo>
                  <a:lnTo>
                    <a:pt x="3555200" y="3277208"/>
                  </a:lnTo>
                  <a:lnTo>
                    <a:pt x="3545800" y="3260925"/>
                  </a:lnTo>
                  <a:lnTo>
                    <a:pt x="3562083" y="3251525"/>
                  </a:lnTo>
                  <a:close/>
                </a:path>
                <a:path w="6723380" h="7035800">
                  <a:moveTo>
                    <a:pt x="3636678" y="3382484"/>
                  </a:moveTo>
                  <a:lnTo>
                    <a:pt x="3645195" y="3397238"/>
                  </a:lnTo>
                  <a:lnTo>
                    <a:pt x="3630441" y="3405761"/>
                  </a:lnTo>
                  <a:lnTo>
                    <a:pt x="3621918" y="3391001"/>
                  </a:lnTo>
                  <a:lnTo>
                    <a:pt x="3636678" y="3382484"/>
                  </a:lnTo>
                  <a:close/>
                </a:path>
                <a:path w="6723380" h="7035800">
                  <a:moveTo>
                    <a:pt x="3711272" y="3513449"/>
                  </a:moveTo>
                  <a:lnTo>
                    <a:pt x="3718908" y="3526681"/>
                  </a:lnTo>
                  <a:lnTo>
                    <a:pt x="3705682" y="3534315"/>
                  </a:lnTo>
                  <a:lnTo>
                    <a:pt x="3698041" y="3521089"/>
                  </a:lnTo>
                  <a:lnTo>
                    <a:pt x="3711272" y="3513449"/>
                  </a:lnTo>
                  <a:close/>
                </a:path>
                <a:path w="6723380" h="7035800">
                  <a:moveTo>
                    <a:pt x="3785868" y="3644419"/>
                  </a:moveTo>
                  <a:lnTo>
                    <a:pt x="3792621" y="3656117"/>
                  </a:lnTo>
                  <a:lnTo>
                    <a:pt x="3780917" y="3662876"/>
                  </a:lnTo>
                  <a:lnTo>
                    <a:pt x="3774165" y="3651178"/>
                  </a:lnTo>
                  <a:lnTo>
                    <a:pt x="3785868" y="3644419"/>
                  </a:lnTo>
                  <a:close/>
                </a:path>
                <a:path w="6723380" h="7035800">
                  <a:moveTo>
                    <a:pt x="3860357" y="3775781"/>
                  </a:moveTo>
                  <a:lnTo>
                    <a:pt x="3865936" y="3785448"/>
                  </a:lnTo>
                  <a:lnTo>
                    <a:pt x="3856270" y="3791033"/>
                  </a:lnTo>
                  <a:lnTo>
                    <a:pt x="3850684" y="3781361"/>
                  </a:lnTo>
                  <a:lnTo>
                    <a:pt x="3860357" y="3775781"/>
                  </a:lnTo>
                  <a:close/>
                </a:path>
                <a:path w="6723380" h="7035800">
                  <a:moveTo>
                    <a:pt x="3935053" y="3906343"/>
                  </a:moveTo>
                  <a:lnTo>
                    <a:pt x="3940045" y="3914997"/>
                  </a:lnTo>
                  <a:lnTo>
                    <a:pt x="3931398" y="3919990"/>
                  </a:lnTo>
                  <a:lnTo>
                    <a:pt x="3926405" y="3911336"/>
                  </a:lnTo>
                  <a:lnTo>
                    <a:pt x="3935053" y="3906343"/>
                  </a:lnTo>
                  <a:close/>
                </a:path>
                <a:path w="6723380" h="7035800">
                  <a:moveTo>
                    <a:pt x="4009754" y="4036911"/>
                  </a:moveTo>
                  <a:lnTo>
                    <a:pt x="4014161" y="4044540"/>
                  </a:lnTo>
                  <a:lnTo>
                    <a:pt x="4006532" y="4048946"/>
                  </a:lnTo>
                  <a:lnTo>
                    <a:pt x="4002125" y="4041318"/>
                  </a:lnTo>
                  <a:lnTo>
                    <a:pt x="4009754" y="4036911"/>
                  </a:lnTo>
                  <a:close/>
                </a:path>
                <a:path w="6723380" h="7035800">
                  <a:moveTo>
                    <a:pt x="4084462" y="4167473"/>
                  </a:moveTo>
                  <a:lnTo>
                    <a:pt x="4088276" y="4174083"/>
                  </a:lnTo>
                  <a:lnTo>
                    <a:pt x="4081660" y="4177904"/>
                  </a:lnTo>
                  <a:lnTo>
                    <a:pt x="4077846" y="4171293"/>
                  </a:lnTo>
                  <a:lnTo>
                    <a:pt x="4084462" y="4167473"/>
                  </a:lnTo>
                  <a:close/>
                </a:path>
                <a:path w="6723380" h="7035800">
                  <a:moveTo>
                    <a:pt x="4159051" y="4298432"/>
                  </a:moveTo>
                  <a:lnTo>
                    <a:pt x="4161989" y="4303520"/>
                  </a:lnTo>
                  <a:lnTo>
                    <a:pt x="4156901" y="4306457"/>
                  </a:lnTo>
                  <a:lnTo>
                    <a:pt x="4153963" y="4301370"/>
                  </a:lnTo>
                  <a:lnTo>
                    <a:pt x="4159051" y="4298432"/>
                  </a:lnTo>
                  <a:close/>
                </a:path>
                <a:path w="6723380" h="7035800">
                  <a:moveTo>
                    <a:pt x="4233753" y="4428994"/>
                  </a:moveTo>
                  <a:lnTo>
                    <a:pt x="4236104" y="4433069"/>
                  </a:lnTo>
                  <a:lnTo>
                    <a:pt x="4232035" y="4435420"/>
                  </a:lnTo>
                  <a:lnTo>
                    <a:pt x="4229683" y="4431345"/>
                  </a:lnTo>
                  <a:lnTo>
                    <a:pt x="4233753" y="4428994"/>
                  </a:lnTo>
                  <a:close/>
                </a:path>
                <a:path w="6723380" h="7035800">
                  <a:moveTo>
                    <a:pt x="4308460" y="4559556"/>
                  </a:moveTo>
                  <a:lnTo>
                    <a:pt x="4310219" y="4562612"/>
                  </a:lnTo>
                  <a:lnTo>
                    <a:pt x="4307169" y="4564372"/>
                  </a:lnTo>
                  <a:lnTo>
                    <a:pt x="4305404" y="4561321"/>
                  </a:lnTo>
                  <a:lnTo>
                    <a:pt x="4308460" y="4559556"/>
                  </a:lnTo>
                  <a:close/>
                </a:path>
                <a:path w="6723380" h="7035800">
                  <a:moveTo>
                    <a:pt x="4383161" y="4690118"/>
                  </a:moveTo>
                  <a:lnTo>
                    <a:pt x="4384334" y="4692156"/>
                  </a:lnTo>
                  <a:lnTo>
                    <a:pt x="4382303" y="4693334"/>
                  </a:lnTo>
                  <a:lnTo>
                    <a:pt x="4381124" y="4691297"/>
                  </a:lnTo>
                  <a:lnTo>
                    <a:pt x="4383161" y="4690118"/>
                  </a:lnTo>
                  <a:close/>
                </a:path>
                <a:path w="6723380" h="7035800">
                  <a:moveTo>
                    <a:pt x="4457970" y="4820283"/>
                  </a:moveTo>
                  <a:lnTo>
                    <a:pt x="4458852" y="4821811"/>
                  </a:lnTo>
                  <a:lnTo>
                    <a:pt x="4457324" y="4822694"/>
                  </a:lnTo>
                  <a:lnTo>
                    <a:pt x="4456442" y="4821166"/>
                  </a:lnTo>
                  <a:lnTo>
                    <a:pt x="4457970" y="4820283"/>
                  </a:lnTo>
                  <a:close/>
                </a:path>
                <a:path w="6723380" h="7035800">
                  <a:moveTo>
                    <a:pt x="1460234" y="0"/>
                  </a:moveTo>
                  <a:lnTo>
                    <a:pt x="1491811" y="0"/>
                  </a:lnTo>
                  <a:lnTo>
                    <a:pt x="1468129" y="13674"/>
                  </a:lnTo>
                  <a:lnTo>
                    <a:pt x="1460234" y="0"/>
                  </a:lnTo>
                  <a:close/>
                </a:path>
                <a:path w="6723380" h="7035800">
                  <a:moveTo>
                    <a:pt x="1570474" y="41098"/>
                  </a:moveTo>
                  <a:lnTo>
                    <a:pt x="1610134" y="109794"/>
                  </a:lnTo>
                  <a:lnTo>
                    <a:pt x="1541433" y="149454"/>
                  </a:lnTo>
                  <a:lnTo>
                    <a:pt x="1501772" y="80758"/>
                  </a:lnTo>
                  <a:lnTo>
                    <a:pt x="1570474" y="41098"/>
                  </a:lnTo>
                  <a:close/>
                </a:path>
                <a:path w="6723380" h="7035800">
                  <a:moveTo>
                    <a:pt x="1645169" y="171659"/>
                  </a:moveTo>
                  <a:lnTo>
                    <a:pt x="1684244" y="239342"/>
                  </a:lnTo>
                  <a:lnTo>
                    <a:pt x="1616567" y="278416"/>
                  </a:lnTo>
                  <a:lnTo>
                    <a:pt x="1577493" y="210734"/>
                  </a:lnTo>
                  <a:lnTo>
                    <a:pt x="1645169" y="171659"/>
                  </a:lnTo>
                  <a:close/>
                </a:path>
                <a:path w="6723380" h="7035800">
                  <a:moveTo>
                    <a:pt x="1719551" y="303429"/>
                  </a:moveTo>
                  <a:lnTo>
                    <a:pt x="1757157" y="368559"/>
                  </a:lnTo>
                  <a:lnTo>
                    <a:pt x="1692021" y="406165"/>
                  </a:lnTo>
                  <a:lnTo>
                    <a:pt x="1654416" y="341035"/>
                  </a:lnTo>
                  <a:lnTo>
                    <a:pt x="1719551" y="303429"/>
                  </a:lnTo>
                  <a:close/>
                </a:path>
                <a:path w="6723380" h="7035800">
                  <a:moveTo>
                    <a:pt x="1793927" y="435194"/>
                  </a:moveTo>
                  <a:lnTo>
                    <a:pt x="1830064" y="497783"/>
                  </a:lnTo>
                  <a:lnTo>
                    <a:pt x="1767475" y="533919"/>
                  </a:lnTo>
                  <a:lnTo>
                    <a:pt x="1731338" y="471330"/>
                  </a:lnTo>
                  <a:lnTo>
                    <a:pt x="1793927" y="435194"/>
                  </a:lnTo>
                  <a:close/>
                </a:path>
                <a:path w="6723380" h="7035800">
                  <a:moveTo>
                    <a:pt x="1868309" y="566958"/>
                  </a:moveTo>
                  <a:lnTo>
                    <a:pt x="1902977" y="627006"/>
                  </a:lnTo>
                  <a:lnTo>
                    <a:pt x="1842929" y="661674"/>
                  </a:lnTo>
                  <a:lnTo>
                    <a:pt x="1808261" y="601626"/>
                  </a:lnTo>
                  <a:lnTo>
                    <a:pt x="1868309" y="566958"/>
                  </a:lnTo>
                  <a:close/>
                </a:path>
                <a:path w="6723380" h="7035800">
                  <a:moveTo>
                    <a:pt x="1942797" y="698326"/>
                  </a:moveTo>
                  <a:lnTo>
                    <a:pt x="1976292" y="756336"/>
                  </a:lnTo>
                  <a:lnTo>
                    <a:pt x="1918281" y="789825"/>
                  </a:lnTo>
                  <a:lnTo>
                    <a:pt x="1884787" y="731815"/>
                  </a:lnTo>
                  <a:lnTo>
                    <a:pt x="1942797" y="698326"/>
                  </a:lnTo>
                  <a:close/>
                </a:path>
                <a:path w="6723380" h="7035800">
                  <a:moveTo>
                    <a:pt x="2017284" y="829687"/>
                  </a:moveTo>
                  <a:lnTo>
                    <a:pt x="2049608" y="885666"/>
                  </a:lnTo>
                  <a:lnTo>
                    <a:pt x="1993629" y="917982"/>
                  </a:lnTo>
                  <a:lnTo>
                    <a:pt x="1961307" y="862009"/>
                  </a:lnTo>
                  <a:lnTo>
                    <a:pt x="2017284" y="829687"/>
                  </a:lnTo>
                  <a:close/>
                </a:path>
                <a:path w="6723380" h="7035800">
                  <a:moveTo>
                    <a:pt x="2091667" y="961458"/>
                  </a:moveTo>
                  <a:lnTo>
                    <a:pt x="2122515" y="1014884"/>
                  </a:lnTo>
                  <a:lnTo>
                    <a:pt x="2069083" y="1045737"/>
                  </a:lnTo>
                  <a:lnTo>
                    <a:pt x="2038235" y="992305"/>
                  </a:lnTo>
                  <a:lnTo>
                    <a:pt x="2091667" y="961458"/>
                  </a:lnTo>
                  <a:close/>
                </a:path>
                <a:path w="6723380" h="7035800">
                  <a:moveTo>
                    <a:pt x="2166150" y="1092819"/>
                  </a:moveTo>
                  <a:lnTo>
                    <a:pt x="2195824" y="1144220"/>
                  </a:lnTo>
                  <a:lnTo>
                    <a:pt x="2144430" y="1173894"/>
                  </a:lnTo>
                  <a:lnTo>
                    <a:pt x="2114756" y="1122494"/>
                  </a:lnTo>
                  <a:lnTo>
                    <a:pt x="2166150" y="1092819"/>
                  </a:lnTo>
                  <a:close/>
                </a:path>
                <a:path w="6723380" h="7035800">
                  <a:moveTo>
                    <a:pt x="2240644" y="1224193"/>
                  </a:moveTo>
                  <a:lnTo>
                    <a:pt x="2269140" y="1273549"/>
                  </a:lnTo>
                  <a:lnTo>
                    <a:pt x="2219777" y="1302046"/>
                  </a:lnTo>
                  <a:lnTo>
                    <a:pt x="2191281" y="1252689"/>
                  </a:lnTo>
                  <a:lnTo>
                    <a:pt x="2240644" y="1224193"/>
                  </a:lnTo>
                  <a:close/>
                </a:path>
                <a:path w="6723380" h="7035800">
                  <a:moveTo>
                    <a:pt x="2315020" y="1355951"/>
                  </a:moveTo>
                  <a:lnTo>
                    <a:pt x="2342047" y="1402773"/>
                  </a:lnTo>
                  <a:lnTo>
                    <a:pt x="2295231" y="1429800"/>
                  </a:lnTo>
                  <a:lnTo>
                    <a:pt x="2268204" y="1382984"/>
                  </a:lnTo>
                  <a:lnTo>
                    <a:pt x="2315020" y="1355951"/>
                  </a:lnTo>
                  <a:close/>
                </a:path>
                <a:path w="6723380" h="7035800">
                  <a:moveTo>
                    <a:pt x="2389402" y="1487721"/>
                  </a:moveTo>
                  <a:lnTo>
                    <a:pt x="2414960" y="1531996"/>
                  </a:lnTo>
                  <a:lnTo>
                    <a:pt x="2370685" y="1557554"/>
                  </a:lnTo>
                  <a:lnTo>
                    <a:pt x="2345127" y="1513285"/>
                  </a:lnTo>
                  <a:lnTo>
                    <a:pt x="2389402" y="1487721"/>
                  </a:lnTo>
                  <a:close/>
                </a:path>
                <a:path w="6723380" h="7035800">
                  <a:moveTo>
                    <a:pt x="2463884" y="1619089"/>
                  </a:moveTo>
                  <a:lnTo>
                    <a:pt x="2488269" y="1661326"/>
                  </a:lnTo>
                  <a:lnTo>
                    <a:pt x="2446038" y="1685705"/>
                  </a:lnTo>
                  <a:lnTo>
                    <a:pt x="2421653" y="1643468"/>
                  </a:lnTo>
                  <a:lnTo>
                    <a:pt x="2463884" y="1619089"/>
                  </a:lnTo>
                  <a:close/>
                </a:path>
                <a:path w="6723380" h="7035800">
                  <a:moveTo>
                    <a:pt x="2538259" y="1750853"/>
                  </a:moveTo>
                  <a:lnTo>
                    <a:pt x="2561177" y="1790549"/>
                  </a:lnTo>
                  <a:lnTo>
                    <a:pt x="2521492" y="1813459"/>
                  </a:lnTo>
                  <a:lnTo>
                    <a:pt x="2498576" y="1773769"/>
                  </a:lnTo>
                  <a:lnTo>
                    <a:pt x="2538259" y="1750853"/>
                  </a:lnTo>
                  <a:close/>
                </a:path>
                <a:path w="6723380" h="7035800">
                  <a:moveTo>
                    <a:pt x="2612861" y="1881819"/>
                  </a:moveTo>
                  <a:lnTo>
                    <a:pt x="2634895" y="1919986"/>
                  </a:lnTo>
                  <a:lnTo>
                    <a:pt x="2596727" y="1942020"/>
                  </a:lnTo>
                  <a:lnTo>
                    <a:pt x="2574693" y="1903858"/>
                  </a:lnTo>
                  <a:lnTo>
                    <a:pt x="2612861" y="1881819"/>
                  </a:lnTo>
                  <a:close/>
                </a:path>
                <a:path w="6723380" h="7035800">
                  <a:moveTo>
                    <a:pt x="2687344" y="2013186"/>
                  </a:moveTo>
                  <a:lnTo>
                    <a:pt x="2708204" y="2049316"/>
                  </a:lnTo>
                  <a:lnTo>
                    <a:pt x="2672080" y="2070171"/>
                  </a:lnTo>
                  <a:lnTo>
                    <a:pt x="2651219" y="2034046"/>
                  </a:lnTo>
                  <a:lnTo>
                    <a:pt x="2687344" y="2013186"/>
                  </a:lnTo>
                  <a:close/>
                </a:path>
                <a:path w="6723380" h="7035800">
                  <a:moveTo>
                    <a:pt x="2761725" y="2144956"/>
                  </a:moveTo>
                  <a:lnTo>
                    <a:pt x="2781118" y="2178540"/>
                  </a:lnTo>
                  <a:lnTo>
                    <a:pt x="2747534" y="2197926"/>
                  </a:lnTo>
                  <a:lnTo>
                    <a:pt x="2728142" y="2164342"/>
                  </a:lnTo>
                  <a:lnTo>
                    <a:pt x="2761725" y="2144956"/>
                  </a:lnTo>
                  <a:close/>
                </a:path>
                <a:path w="6723380" h="7035800">
                  <a:moveTo>
                    <a:pt x="2836321" y="2275914"/>
                  </a:moveTo>
                  <a:lnTo>
                    <a:pt x="2854830" y="2307976"/>
                  </a:lnTo>
                  <a:lnTo>
                    <a:pt x="2822775" y="2326479"/>
                  </a:lnTo>
                  <a:lnTo>
                    <a:pt x="2804265" y="2294424"/>
                  </a:lnTo>
                  <a:lnTo>
                    <a:pt x="2836321" y="2275914"/>
                  </a:lnTo>
                  <a:close/>
                </a:path>
                <a:path w="6723380" h="7035800">
                  <a:moveTo>
                    <a:pt x="2910697" y="2407684"/>
                  </a:moveTo>
                  <a:lnTo>
                    <a:pt x="2927737" y="2437199"/>
                  </a:lnTo>
                  <a:lnTo>
                    <a:pt x="2898228" y="2454239"/>
                  </a:lnTo>
                  <a:lnTo>
                    <a:pt x="2881188" y="2424719"/>
                  </a:lnTo>
                  <a:lnTo>
                    <a:pt x="2910697" y="2407684"/>
                  </a:lnTo>
                  <a:close/>
                </a:path>
                <a:path w="6723380" h="7035800">
                  <a:moveTo>
                    <a:pt x="2985298" y="2538643"/>
                  </a:moveTo>
                  <a:lnTo>
                    <a:pt x="3001456" y="2566635"/>
                  </a:lnTo>
                  <a:lnTo>
                    <a:pt x="2973464" y="2582793"/>
                  </a:lnTo>
                  <a:lnTo>
                    <a:pt x="2957306" y="2554801"/>
                  </a:lnTo>
                  <a:lnTo>
                    <a:pt x="2985298" y="2538643"/>
                  </a:lnTo>
                  <a:close/>
                </a:path>
                <a:path w="6723380" h="7035800">
                  <a:moveTo>
                    <a:pt x="3059780" y="2670016"/>
                  </a:moveTo>
                  <a:lnTo>
                    <a:pt x="3074765" y="2695965"/>
                  </a:lnTo>
                  <a:lnTo>
                    <a:pt x="3048817" y="2710944"/>
                  </a:lnTo>
                  <a:lnTo>
                    <a:pt x="3033832" y="2684996"/>
                  </a:lnTo>
                  <a:lnTo>
                    <a:pt x="3059780" y="2670016"/>
                  </a:lnTo>
                  <a:close/>
                </a:path>
                <a:path w="6723380" h="7035800">
                  <a:moveTo>
                    <a:pt x="3134268" y="2801379"/>
                  </a:moveTo>
                  <a:lnTo>
                    <a:pt x="3148075" y="2825289"/>
                  </a:lnTo>
                  <a:lnTo>
                    <a:pt x="3124158" y="2839102"/>
                  </a:lnTo>
                  <a:lnTo>
                    <a:pt x="3110351" y="2815185"/>
                  </a:lnTo>
                  <a:lnTo>
                    <a:pt x="3134268" y="2801379"/>
                  </a:lnTo>
                  <a:close/>
                </a:path>
                <a:path w="6723380" h="7035800">
                  <a:moveTo>
                    <a:pt x="3208757" y="2932746"/>
                  </a:moveTo>
                  <a:lnTo>
                    <a:pt x="3221391" y="2954626"/>
                  </a:lnTo>
                  <a:lnTo>
                    <a:pt x="3199511" y="2967259"/>
                  </a:lnTo>
                  <a:lnTo>
                    <a:pt x="3186877" y="2945374"/>
                  </a:lnTo>
                  <a:lnTo>
                    <a:pt x="3208757" y="2932746"/>
                  </a:lnTo>
                  <a:close/>
                </a:path>
                <a:path w="6723380" h="7035800">
                  <a:moveTo>
                    <a:pt x="3283352" y="3063710"/>
                  </a:moveTo>
                  <a:lnTo>
                    <a:pt x="3295103" y="3084062"/>
                  </a:lnTo>
                  <a:lnTo>
                    <a:pt x="3274746" y="3095819"/>
                  </a:lnTo>
                  <a:lnTo>
                    <a:pt x="3262994" y="3075462"/>
                  </a:lnTo>
                  <a:lnTo>
                    <a:pt x="3283352" y="3063710"/>
                  </a:lnTo>
                  <a:close/>
                </a:path>
                <a:path w="6723380" h="7035800">
                  <a:moveTo>
                    <a:pt x="3357947" y="3194669"/>
                  </a:moveTo>
                  <a:lnTo>
                    <a:pt x="3368816" y="3213498"/>
                  </a:lnTo>
                  <a:lnTo>
                    <a:pt x="3349986" y="3224373"/>
                  </a:lnTo>
                  <a:lnTo>
                    <a:pt x="3339118" y="3205544"/>
                  </a:lnTo>
                  <a:lnTo>
                    <a:pt x="3357947" y="3194669"/>
                  </a:lnTo>
                  <a:close/>
                </a:path>
                <a:path w="6723380" h="7035800">
                  <a:moveTo>
                    <a:pt x="3432542" y="3325640"/>
                  </a:moveTo>
                  <a:lnTo>
                    <a:pt x="3442529" y="3342941"/>
                  </a:lnTo>
                  <a:lnTo>
                    <a:pt x="3425228" y="3352927"/>
                  </a:lnTo>
                  <a:lnTo>
                    <a:pt x="3415241" y="3335626"/>
                  </a:lnTo>
                  <a:lnTo>
                    <a:pt x="3432542" y="3325640"/>
                  </a:lnTo>
                  <a:close/>
                </a:path>
                <a:path w="6723380" h="7035800">
                  <a:moveTo>
                    <a:pt x="3507030" y="3457002"/>
                  </a:moveTo>
                  <a:lnTo>
                    <a:pt x="3515844" y="3472265"/>
                  </a:lnTo>
                  <a:lnTo>
                    <a:pt x="3500574" y="3481084"/>
                  </a:lnTo>
                  <a:lnTo>
                    <a:pt x="3491761" y="3465814"/>
                  </a:lnTo>
                  <a:lnTo>
                    <a:pt x="3507030" y="3457002"/>
                  </a:lnTo>
                  <a:close/>
                </a:path>
                <a:path w="6723380" h="7035800">
                  <a:moveTo>
                    <a:pt x="3581620" y="3587960"/>
                  </a:moveTo>
                  <a:lnTo>
                    <a:pt x="3589557" y="3601702"/>
                  </a:lnTo>
                  <a:lnTo>
                    <a:pt x="3575815" y="3609639"/>
                  </a:lnTo>
                  <a:lnTo>
                    <a:pt x="3567878" y="3595897"/>
                  </a:lnTo>
                  <a:lnTo>
                    <a:pt x="3581620" y="3587960"/>
                  </a:lnTo>
                  <a:close/>
                </a:path>
                <a:path w="6723380" h="7035800">
                  <a:moveTo>
                    <a:pt x="3656215" y="3718931"/>
                  </a:moveTo>
                  <a:lnTo>
                    <a:pt x="3663269" y="3731144"/>
                  </a:lnTo>
                  <a:lnTo>
                    <a:pt x="3651056" y="3738193"/>
                  </a:lnTo>
                  <a:lnTo>
                    <a:pt x="3644001" y="3725979"/>
                  </a:lnTo>
                  <a:lnTo>
                    <a:pt x="3656215" y="3718931"/>
                  </a:lnTo>
                  <a:close/>
                </a:path>
                <a:path w="6723380" h="7035800">
                  <a:moveTo>
                    <a:pt x="3730697" y="3850298"/>
                  </a:moveTo>
                  <a:lnTo>
                    <a:pt x="3736573" y="3860474"/>
                  </a:lnTo>
                  <a:lnTo>
                    <a:pt x="3726397" y="3866350"/>
                  </a:lnTo>
                  <a:lnTo>
                    <a:pt x="3720522" y="3856174"/>
                  </a:lnTo>
                  <a:lnTo>
                    <a:pt x="3730697" y="3850298"/>
                  </a:lnTo>
                  <a:close/>
                </a:path>
                <a:path w="6723380" h="7035800">
                  <a:moveTo>
                    <a:pt x="3805405" y="3980860"/>
                  </a:moveTo>
                  <a:lnTo>
                    <a:pt x="3810694" y="3990017"/>
                  </a:lnTo>
                  <a:lnTo>
                    <a:pt x="3801537" y="3995307"/>
                  </a:lnTo>
                  <a:lnTo>
                    <a:pt x="3796248" y="3986144"/>
                  </a:lnTo>
                  <a:lnTo>
                    <a:pt x="3805405" y="3980860"/>
                  </a:lnTo>
                  <a:close/>
                </a:path>
                <a:path w="6723380" h="7035800">
                  <a:moveTo>
                    <a:pt x="3880106" y="4111422"/>
                  </a:moveTo>
                  <a:lnTo>
                    <a:pt x="3884803" y="4119561"/>
                  </a:lnTo>
                  <a:lnTo>
                    <a:pt x="3876665" y="4124264"/>
                  </a:lnTo>
                  <a:lnTo>
                    <a:pt x="3871968" y="4116120"/>
                  </a:lnTo>
                  <a:lnTo>
                    <a:pt x="3880106" y="4111422"/>
                  </a:lnTo>
                  <a:close/>
                </a:path>
                <a:path w="6723380" h="7035800">
                  <a:moveTo>
                    <a:pt x="3954808" y="4241985"/>
                  </a:moveTo>
                  <a:lnTo>
                    <a:pt x="3958925" y="4249110"/>
                  </a:lnTo>
                  <a:lnTo>
                    <a:pt x="3951799" y="4253220"/>
                  </a:lnTo>
                  <a:lnTo>
                    <a:pt x="3947682" y="4246095"/>
                  </a:lnTo>
                  <a:lnTo>
                    <a:pt x="3954808" y="4241985"/>
                  </a:lnTo>
                  <a:close/>
                </a:path>
                <a:path w="6723380" h="7035800">
                  <a:moveTo>
                    <a:pt x="4029403" y="4372949"/>
                  </a:moveTo>
                  <a:lnTo>
                    <a:pt x="4032637" y="4378547"/>
                  </a:lnTo>
                  <a:lnTo>
                    <a:pt x="4027040" y="4381781"/>
                  </a:lnTo>
                  <a:lnTo>
                    <a:pt x="4023806" y="4376183"/>
                  </a:lnTo>
                  <a:lnTo>
                    <a:pt x="4029403" y="4372949"/>
                  </a:lnTo>
                  <a:close/>
                </a:path>
                <a:path w="6723380" h="7035800">
                  <a:moveTo>
                    <a:pt x="4104104" y="4503511"/>
                  </a:moveTo>
                  <a:lnTo>
                    <a:pt x="4106746" y="4508090"/>
                  </a:lnTo>
                  <a:lnTo>
                    <a:pt x="4102168" y="4510731"/>
                  </a:lnTo>
                  <a:lnTo>
                    <a:pt x="4099526" y="4506159"/>
                  </a:lnTo>
                  <a:lnTo>
                    <a:pt x="4104104" y="4503511"/>
                  </a:lnTo>
                  <a:close/>
                </a:path>
                <a:path w="6723380" h="7035800">
                  <a:moveTo>
                    <a:pt x="4178812" y="4634073"/>
                  </a:moveTo>
                  <a:lnTo>
                    <a:pt x="4180868" y="4637633"/>
                  </a:lnTo>
                  <a:lnTo>
                    <a:pt x="4177302" y="4639694"/>
                  </a:lnTo>
                  <a:lnTo>
                    <a:pt x="4175246" y="4636135"/>
                  </a:lnTo>
                  <a:lnTo>
                    <a:pt x="4178812" y="4634073"/>
                  </a:lnTo>
                  <a:close/>
                </a:path>
                <a:path w="6723380" h="7035800">
                  <a:moveTo>
                    <a:pt x="4253508" y="4764641"/>
                  </a:moveTo>
                  <a:lnTo>
                    <a:pt x="4254977" y="4767182"/>
                  </a:lnTo>
                  <a:lnTo>
                    <a:pt x="4252436" y="4768651"/>
                  </a:lnTo>
                  <a:lnTo>
                    <a:pt x="4250967" y="4766110"/>
                  </a:lnTo>
                  <a:lnTo>
                    <a:pt x="4253508" y="4764641"/>
                  </a:lnTo>
                  <a:close/>
                </a:path>
                <a:path w="6723380" h="7035800">
                  <a:moveTo>
                    <a:pt x="4328209" y="4895197"/>
                  </a:moveTo>
                  <a:lnTo>
                    <a:pt x="4329092" y="4896725"/>
                  </a:lnTo>
                  <a:lnTo>
                    <a:pt x="4327570" y="4897608"/>
                  </a:lnTo>
                  <a:lnTo>
                    <a:pt x="4326687" y="4896080"/>
                  </a:lnTo>
                  <a:lnTo>
                    <a:pt x="4328209" y="4895197"/>
                  </a:lnTo>
                  <a:close/>
                </a:path>
                <a:path w="6723380" h="7035800">
                  <a:moveTo>
                    <a:pt x="1337280" y="0"/>
                  </a:moveTo>
                  <a:lnTo>
                    <a:pt x="1376448" y="0"/>
                  </a:lnTo>
                  <a:lnTo>
                    <a:pt x="1408668" y="55810"/>
                  </a:lnTo>
                  <a:lnTo>
                    <a:pt x="1335904" y="97822"/>
                  </a:lnTo>
                  <a:lnTo>
                    <a:pt x="1293892" y="25051"/>
                  </a:lnTo>
                  <a:lnTo>
                    <a:pt x="1337280" y="0"/>
                  </a:lnTo>
                  <a:close/>
                </a:path>
                <a:path w="6723380" h="7035800">
                  <a:moveTo>
                    <a:pt x="1441139" y="114406"/>
                  </a:moveTo>
                  <a:lnTo>
                    <a:pt x="1481978" y="185140"/>
                  </a:lnTo>
                  <a:lnTo>
                    <a:pt x="1411251" y="225979"/>
                  </a:lnTo>
                  <a:lnTo>
                    <a:pt x="1370411" y="155240"/>
                  </a:lnTo>
                  <a:lnTo>
                    <a:pt x="1441139" y="114406"/>
                  </a:lnTo>
                  <a:close/>
                </a:path>
                <a:path w="6723380" h="7035800">
                  <a:moveTo>
                    <a:pt x="1515633" y="245774"/>
                  </a:moveTo>
                  <a:lnTo>
                    <a:pt x="1555293" y="314470"/>
                  </a:lnTo>
                  <a:lnTo>
                    <a:pt x="1486597" y="354131"/>
                  </a:lnTo>
                  <a:lnTo>
                    <a:pt x="1446937" y="285435"/>
                  </a:lnTo>
                  <a:lnTo>
                    <a:pt x="1515633" y="245774"/>
                  </a:lnTo>
                  <a:close/>
                </a:path>
                <a:path w="6723380" h="7035800">
                  <a:moveTo>
                    <a:pt x="1590121" y="377136"/>
                  </a:moveTo>
                  <a:lnTo>
                    <a:pt x="1628603" y="443794"/>
                  </a:lnTo>
                  <a:lnTo>
                    <a:pt x="1561939" y="482282"/>
                  </a:lnTo>
                  <a:lnTo>
                    <a:pt x="1523457" y="415624"/>
                  </a:lnTo>
                  <a:lnTo>
                    <a:pt x="1590121" y="377136"/>
                  </a:lnTo>
                  <a:close/>
                </a:path>
                <a:path w="6723380" h="7035800">
                  <a:moveTo>
                    <a:pt x="1664603" y="508503"/>
                  </a:moveTo>
                  <a:lnTo>
                    <a:pt x="1701913" y="573130"/>
                  </a:lnTo>
                  <a:lnTo>
                    <a:pt x="1637286" y="610445"/>
                  </a:lnTo>
                  <a:lnTo>
                    <a:pt x="1599977" y="545818"/>
                  </a:lnTo>
                  <a:lnTo>
                    <a:pt x="1664603" y="508503"/>
                  </a:lnTo>
                  <a:close/>
                </a:path>
                <a:path w="6723380" h="7035800">
                  <a:moveTo>
                    <a:pt x="1738985" y="640273"/>
                  </a:moveTo>
                  <a:lnTo>
                    <a:pt x="1774825" y="702353"/>
                  </a:lnTo>
                  <a:lnTo>
                    <a:pt x="1712740" y="738193"/>
                  </a:lnTo>
                  <a:lnTo>
                    <a:pt x="1676899" y="676114"/>
                  </a:lnTo>
                  <a:lnTo>
                    <a:pt x="1738985" y="640273"/>
                  </a:lnTo>
                  <a:close/>
                </a:path>
                <a:path w="6723380" h="7035800">
                  <a:moveTo>
                    <a:pt x="1813361" y="772038"/>
                  </a:moveTo>
                  <a:lnTo>
                    <a:pt x="1847733" y="831576"/>
                  </a:lnTo>
                  <a:lnTo>
                    <a:pt x="1788194" y="865948"/>
                  </a:lnTo>
                  <a:lnTo>
                    <a:pt x="1753823" y="806409"/>
                  </a:lnTo>
                  <a:lnTo>
                    <a:pt x="1813361" y="772038"/>
                  </a:lnTo>
                  <a:close/>
                </a:path>
                <a:path w="6723380" h="7035800">
                  <a:moveTo>
                    <a:pt x="1887743" y="903803"/>
                  </a:moveTo>
                  <a:lnTo>
                    <a:pt x="1920645" y="960800"/>
                  </a:lnTo>
                  <a:lnTo>
                    <a:pt x="1863654" y="993702"/>
                  </a:lnTo>
                  <a:lnTo>
                    <a:pt x="1830746" y="936711"/>
                  </a:lnTo>
                  <a:lnTo>
                    <a:pt x="1887743" y="903803"/>
                  </a:lnTo>
                  <a:close/>
                </a:path>
                <a:path w="6723380" h="7035800">
                  <a:moveTo>
                    <a:pt x="1962231" y="1035170"/>
                  </a:moveTo>
                  <a:lnTo>
                    <a:pt x="1993961" y="1090124"/>
                  </a:lnTo>
                  <a:lnTo>
                    <a:pt x="1939001" y="1121854"/>
                  </a:lnTo>
                  <a:lnTo>
                    <a:pt x="1907271" y="1066900"/>
                  </a:lnTo>
                  <a:lnTo>
                    <a:pt x="1962231" y="1035170"/>
                  </a:lnTo>
                  <a:close/>
                </a:path>
                <a:path w="6723380" h="7035800">
                  <a:moveTo>
                    <a:pt x="2036714" y="1166537"/>
                  </a:moveTo>
                  <a:lnTo>
                    <a:pt x="2067271" y="1219459"/>
                  </a:lnTo>
                  <a:lnTo>
                    <a:pt x="2014348" y="1250016"/>
                  </a:lnTo>
                  <a:lnTo>
                    <a:pt x="1983797" y="1197094"/>
                  </a:lnTo>
                  <a:lnTo>
                    <a:pt x="2036714" y="1166537"/>
                  </a:lnTo>
                  <a:close/>
                </a:path>
                <a:path w="6723380" h="7035800">
                  <a:moveTo>
                    <a:pt x="2111095" y="1298301"/>
                  </a:moveTo>
                  <a:lnTo>
                    <a:pt x="2140177" y="1348677"/>
                  </a:lnTo>
                  <a:lnTo>
                    <a:pt x="2089802" y="1377765"/>
                  </a:lnTo>
                  <a:lnTo>
                    <a:pt x="2060714" y="1327390"/>
                  </a:lnTo>
                  <a:lnTo>
                    <a:pt x="2111095" y="1298301"/>
                  </a:lnTo>
                  <a:close/>
                </a:path>
                <a:path w="6723380" h="7035800">
                  <a:moveTo>
                    <a:pt x="2185584" y="1429663"/>
                  </a:moveTo>
                  <a:lnTo>
                    <a:pt x="2213493" y="1478013"/>
                  </a:lnTo>
                  <a:lnTo>
                    <a:pt x="2165155" y="1505922"/>
                  </a:lnTo>
                  <a:lnTo>
                    <a:pt x="2137240" y="1457573"/>
                  </a:lnTo>
                  <a:lnTo>
                    <a:pt x="2185584" y="1429663"/>
                  </a:lnTo>
                  <a:close/>
                </a:path>
                <a:path w="6723380" h="7035800">
                  <a:moveTo>
                    <a:pt x="2259853" y="1561836"/>
                  </a:moveTo>
                  <a:lnTo>
                    <a:pt x="2285997" y="1607124"/>
                  </a:lnTo>
                  <a:lnTo>
                    <a:pt x="2240709" y="1633275"/>
                  </a:lnTo>
                  <a:lnTo>
                    <a:pt x="2214565" y="1587987"/>
                  </a:lnTo>
                  <a:lnTo>
                    <a:pt x="2259853" y="1561836"/>
                  </a:lnTo>
                  <a:close/>
                </a:path>
                <a:path w="6723380" h="7035800">
                  <a:moveTo>
                    <a:pt x="2334341" y="1693204"/>
                  </a:moveTo>
                  <a:lnTo>
                    <a:pt x="2359313" y="1736454"/>
                  </a:lnTo>
                  <a:lnTo>
                    <a:pt x="2316063" y="1761426"/>
                  </a:lnTo>
                  <a:lnTo>
                    <a:pt x="2291091" y="1718176"/>
                  </a:lnTo>
                  <a:lnTo>
                    <a:pt x="2334341" y="1693204"/>
                  </a:lnTo>
                  <a:close/>
                </a:path>
                <a:path w="6723380" h="7035800">
                  <a:moveTo>
                    <a:pt x="2408723" y="1824968"/>
                  </a:moveTo>
                  <a:lnTo>
                    <a:pt x="2432225" y="1865678"/>
                  </a:lnTo>
                  <a:lnTo>
                    <a:pt x="2391516" y="1889180"/>
                  </a:lnTo>
                  <a:lnTo>
                    <a:pt x="2368013" y="1848471"/>
                  </a:lnTo>
                  <a:lnTo>
                    <a:pt x="2408723" y="1824968"/>
                  </a:lnTo>
                  <a:close/>
                </a:path>
                <a:path w="6723380" h="7035800">
                  <a:moveTo>
                    <a:pt x="2483205" y="1956336"/>
                  </a:moveTo>
                  <a:lnTo>
                    <a:pt x="2505529" y="1995007"/>
                  </a:lnTo>
                  <a:lnTo>
                    <a:pt x="2466858" y="2017332"/>
                  </a:lnTo>
                  <a:lnTo>
                    <a:pt x="2444534" y="1978666"/>
                  </a:lnTo>
                  <a:lnTo>
                    <a:pt x="2483205" y="1956336"/>
                  </a:lnTo>
                  <a:close/>
                </a:path>
                <a:path w="6723380" h="7035800">
                  <a:moveTo>
                    <a:pt x="2557806" y="2087301"/>
                  </a:moveTo>
                  <a:lnTo>
                    <a:pt x="2579248" y="2124444"/>
                  </a:lnTo>
                  <a:lnTo>
                    <a:pt x="2542099" y="2145892"/>
                  </a:lnTo>
                  <a:lnTo>
                    <a:pt x="2520657" y="2108748"/>
                  </a:lnTo>
                  <a:lnTo>
                    <a:pt x="2557806" y="2087301"/>
                  </a:lnTo>
                  <a:close/>
                </a:path>
                <a:path w="6723380" h="7035800">
                  <a:moveTo>
                    <a:pt x="2632182" y="2219065"/>
                  </a:moveTo>
                  <a:lnTo>
                    <a:pt x="2652161" y="2253667"/>
                  </a:lnTo>
                  <a:lnTo>
                    <a:pt x="2617559" y="2273646"/>
                  </a:lnTo>
                  <a:lnTo>
                    <a:pt x="2597580" y="2239044"/>
                  </a:lnTo>
                  <a:lnTo>
                    <a:pt x="2632182" y="2219065"/>
                  </a:lnTo>
                  <a:close/>
                </a:path>
                <a:path w="6723380" h="7035800">
                  <a:moveTo>
                    <a:pt x="2706665" y="2350427"/>
                  </a:moveTo>
                  <a:lnTo>
                    <a:pt x="2725470" y="2382998"/>
                  </a:lnTo>
                  <a:lnTo>
                    <a:pt x="2692899" y="2401798"/>
                  </a:lnTo>
                  <a:lnTo>
                    <a:pt x="2674099" y="2369232"/>
                  </a:lnTo>
                  <a:lnTo>
                    <a:pt x="2706665" y="2350427"/>
                  </a:lnTo>
                  <a:close/>
                </a:path>
                <a:path w="6723380" h="7035800">
                  <a:moveTo>
                    <a:pt x="2781159" y="2481800"/>
                  </a:moveTo>
                  <a:lnTo>
                    <a:pt x="2798786" y="2512328"/>
                  </a:lnTo>
                  <a:lnTo>
                    <a:pt x="2768252" y="2529954"/>
                  </a:lnTo>
                  <a:lnTo>
                    <a:pt x="2750625" y="2499427"/>
                  </a:lnTo>
                  <a:lnTo>
                    <a:pt x="2781159" y="2481800"/>
                  </a:lnTo>
                  <a:close/>
                </a:path>
                <a:path w="6723380" h="7035800">
                  <a:moveTo>
                    <a:pt x="2855641" y="2613162"/>
                  </a:moveTo>
                  <a:lnTo>
                    <a:pt x="2872089" y="2641658"/>
                  </a:lnTo>
                  <a:lnTo>
                    <a:pt x="2843600" y="2658112"/>
                  </a:lnTo>
                  <a:lnTo>
                    <a:pt x="2827145" y="2629616"/>
                  </a:lnTo>
                  <a:lnTo>
                    <a:pt x="2855641" y="2613162"/>
                  </a:lnTo>
                  <a:close/>
                </a:path>
                <a:path w="6723380" h="7035800">
                  <a:moveTo>
                    <a:pt x="2930236" y="2744120"/>
                  </a:moveTo>
                  <a:lnTo>
                    <a:pt x="2945808" y="2771094"/>
                  </a:lnTo>
                  <a:lnTo>
                    <a:pt x="2918840" y="2786666"/>
                  </a:lnTo>
                  <a:lnTo>
                    <a:pt x="2903269" y="2759692"/>
                  </a:lnTo>
                  <a:lnTo>
                    <a:pt x="2930236" y="2744120"/>
                  </a:lnTo>
                  <a:close/>
                </a:path>
                <a:path w="6723380" h="7035800">
                  <a:moveTo>
                    <a:pt x="3004725" y="2875494"/>
                  </a:moveTo>
                  <a:lnTo>
                    <a:pt x="3019118" y="2900430"/>
                  </a:lnTo>
                  <a:lnTo>
                    <a:pt x="2994188" y="2914822"/>
                  </a:lnTo>
                  <a:lnTo>
                    <a:pt x="2979789" y="2889892"/>
                  </a:lnTo>
                  <a:lnTo>
                    <a:pt x="3004725" y="2875494"/>
                  </a:lnTo>
                  <a:close/>
                </a:path>
                <a:path w="6723380" h="7035800">
                  <a:moveTo>
                    <a:pt x="3079101" y="3007258"/>
                  </a:moveTo>
                  <a:lnTo>
                    <a:pt x="3092025" y="3029647"/>
                  </a:lnTo>
                  <a:lnTo>
                    <a:pt x="3069636" y="3042577"/>
                  </a:lnTo>
                  <a:lnTo>
                    <a:pt x="3056712" y="3020182"/>
                  </a:lnTo>
                  <a:lnTo>
                    <a:pt x="3079101" y="3007258"/>
                  </a:lnTo>
                  <a:close/>
                </a:path>
                <a:path w="6723380" h="7035800">
                  <a:moveTo>
                    <a:pt x="3153696" y="3138223"/>
                  </a:moveTo>
                  <a:lnTo>
                    <a:pt x="3165738" y="3159084"/>
                  </a:lnTo>
                  <a:lnTo>
                    <a:pt x="3144877" y="3171131"/>
                  </a:lnTo>
                  <a:lnTo>
                    <a:pt x="3132835" y="3150270"/>
                  </a:lnTo>
                  <a:lnTo>
                    <a:pt x="3153696" y="3138223"/>
                  </a:lnTo>
                  <a:close/>
                </a:path>
                <a:path w="6723380" h="7035800">
                  <a:moveTo>
                    <a:pt x="3228291" y="3269182"/>
                  </a:moveTo>
                  <a:lnTo>
                    <a:pt x="3239456" y="3288521"/>
                  </a:lnTo>
                  <a:lnTo>
                    <a:pt x="3220117" y="3299685"/>
                  </a:lnTo>
                  <a:lnTo>
                    <a:pt x="3208952" y="3280346"/>
                  </a:lnTo>
                  <a:lnTo>
                    <a:pt x="3228291" y="3269182"/>
                  </a:lnTo>
                  <a:close/>
                </a:path>
                <a:path w="6723380" h="7035800">
                  <a:moveTo>
                    <a:pt x="3302886" y="3400152"/>
                  </a:moveTo>
                  <a:lnTo>
                    <a:pt x="3313169" y="3417963"/>
                  </a:lnTo>
                  <a:lnTo>
                    <a:pt x="3295358" y="3428246"/>
                  </a:lnTo>
                  <a:lnTo>
                    <a:pt x="3285076" y="3410435"/>
                  </a:lnTo>
                  <a:lnTo>
                    <a:pt x="3302886" y="3400152"/>
                  </a:lnTo>
                  <a:close/>
                </a:path>
                <a:path w="6723380" h="7035800">
                  <a:moveTo>
                    <a:pt x="3377369" y="3531520"/>
                  </a:moveTo>
                  <a:lnTo>
                    <a:pt x="3386478" y="3547293"/>
                  </a:lnTo>
                  <a:lnTo>
                    <a:pt x="3370705" y="3556402"/>
                  </a:lnTo>
                  <a:lnTo>
                    <a:pt x="3361596" y="3540624"/>
                  </a:lnTo>
                  <a:lnTo>
                    <a:pt x="3377369" y="3531520"/>
                  </a:lnTo>
                  <a:close/>
                </a:path>
                <a:path w="6723380" h="7035800">
                  <a:moveTo>
                    <a:pt x="3451970" y="3662478"/>
                  </a:moveTo>
                  <a:lnTo>
                    <a:pt x="3460197" y="3676723"/>
                  </a:lnTo>
                  <a:lnTo>
                    <a:pt x="3445946" y="3684950"/>
                  </a:lnTo>
                  <a:lnTo>
                    <a:pt x="3437719" y="3670705"/>
                  </a:lnTo>
                  <a:lnTo>
                    <a:pt x="3451970" y="3662478"/>
                  </a:lnTo>
                  <a:close/>
                </a:path>
                <a:path w="6723380" h="7035800">
                  <a:moveTo>
                    <a:pt x="3526565" y="3793443"/>
                  </a:moveTo>
                  <a:lnTo>
                    <a:pt x="3533910" y="3806166"/>
                  </a:lnTo>
                  <a:lnTo>
                    <a:pt x="3521187" y="3813511"/>
                  </a:lnTo>
                  <a:lnTo>
                    <a:pt x="3513842" y="3800788"/>
                  </a:lnTo>
                  <a:lnTo>
                    <a:pt x="3526565" y="3793443"/>
                  </a:lnTo>
                  <a:close/>
                </a:path>
                <a:path w="6723380" h="7035800">
                  <a:moveTo>
                    <a:pt x="3601160" y="3924409"/>
                  </a:moveTo>
                  <a:lnTo>
                    <a:pt x="3607623" y="3935603"/>
                  </a:lnTo>
                  <a:lnTo>
                    <a:pt x="3596422" y="3942065"/>
                  </a:lnTo>
                  <a:lnTo>
                    <a:pt x="3589960" y="3930877"/>
                  </a:lnTo>
                  <a:lnTo>
                    <a:pt x="3601160" y="3924409"/>
                  </a:lnTo>
                  <a:close/>
                </a:path>
                <a:path w="6723380" h="7035800">
                  <a:moveTo>
                    <a:pt x="3675649" y="4055776"/>
                  </a:moveTo>
                  <a:lnTo>
                    <a:pt x="3680938" y="4064933"/>
                  </a:lnTo>
                  <a:lnTo>
                    <a:pt x="3671775" y="4070222"/>
                  </a:lnTo>
                  <a:lnTo>
                    <a:pt x="3666486" y="4061065"/>
                  </a:lnTo>
                  <a:lnTo>
                    <a:pt x="3675649" y="4055776"/>
                  </a:lnTo>
                  <a:close/>
                </a:path>
                <a:path w="6723380" h="7035800">
                  <a:moveTo>
                    <a:pt x="3750345" y="4186338"/>
                  </a:moveTo>
                  <a:lnTo>
                    <a:pt x="3755048" y="4194482"/>
                  </a:lnTo>
                  <a:lnTo>
                    <a:pt x="3746904" y="4199179"/>
                  </a:lnTo>
                  <a:lnTo>
                    <a:pt x="3742207" y="4191041"/>
                  </a:lnTo>
                  <a:lnTo>
                    <a:pt x="3750345" y="4186338"/>
                  </a:lnTo>
                  <a:close/>
                </a:path>
                <a:path w="6723380" h="7035800">
                  <a:moveTo>
                    <a:pt x="3825046" y="4316900"/>
                  </a:moveTo>
                  <a:lnTo>
                    <a:pt x="3829163" y="4324025"/>
                  </a:lnTo>
                  <a:lnTo>
                    <a:pt x="3822037" y="4328142"/>
                  </a:lnTo>
                  <a:lnTo>
                    <a:pt x="3817921" y="4321017"/>
                  </a:lnTo>
                  <a:lnTo>
                    <a:pt x="3825046" y="4316900"/>
                  </a:lnTo>
                  <a:close/>
                </a:path>
                <a:path w="6723380" h="7035800">
                  <a:moveTo>
                    <a:pt x="3899754" y="4447462"/>
                  </a:moveTo>
                  <a:lnTo>
                    <a:pt x="3903278" y="4453569"/>
                  </a:lnTo>
                  <a:lnTo>
                    <a:pt x="3897165" y="4457093"/>
                  </a:lnTo>
                  <a:lnTo>
                    <a:pt x="3893641" y="4450992"/>
                  </a:lnTo>
                  <a:lnTo>
                    <a:pt x="3899754" y="4447462"/>
                  </a:lnTo>
                  <a:close/>
                </a:path>
                <a:path w="6723380" h="7035800">
                  <a:moveTo>
                    <a:pt x="3974349" y="4578433"/>
                  </a:moveTo>
                  <a:lnTo>
                    <a:pt x="3976990" y="4583006"/>
                  </a:lnTo>
                  <a:lnTo>
                    <a:pt x="3972406" y="4585653"/>
                  </a:lnTo>
                  <a:lnTo>
                    <a:pt x="3969764" y="4581075"/>
                  </a:lnTo>
                  <a:lnTo>
                    <a:pt x="3974349" y="4578433"/>
                  </a:lnTo>
                  <a:close/>
                </a:path>
                <a:path w="6723380" h="7035800">
                  <a:moveTo>
                    <a:pt x="4049050" y="4708995"/>
                  </a:moveTo>
                  <a:lnTo>
                    <a:pt x="4051106" y="4712554"/>
                  </a:lnTo>
                  <a:lnTo>
                    <a:pt x="4047540" y="4714610"/>
                  </a:lnTo>
                  <a:lnTo>
                    <a:pt x="4045485" y="4711050"/>
                  </a:lnTo>
                  <a:lnTo>
                    <a:pt x="4049050" y="4708995"/>
                  </a:lnTo>
                  <a:close/>
                </a:path>
                <a:path w="6723380" h="7035800">
                  <a:moveTo>
                    <a:pt x="4123752" y="4839557"/>
                  </a:moveTo>
                  <a:lnTo>
                    <a:pt x="4125221" y="4842098"/>
                  </a:lnTo>
                  <a:lnTo>
                    <a:pt x="4122680" y="4843567"/>
                  </a:lnTo>
                  <a:lnTo>
                    <a:pt x="4121211" y="4841026"/>
                  </a:lnTo>
                  <a:lnTo>
                    <a:pt x="4123752" y="4839557"/>
                  </a:lnTo>
                  <a:close/>
                </a:path>
                <a:path w="6723380" h="7035800">
                  <a:moveTo>
                    <a:pt x="4198454" y="4970113"/>
                  </a:moveTo>
                  <a:lnTo>
                    <a:pt x="4199336" y="4971641"/>
                  </a:lnTo>
                  <a:lnTo>
                    <a:pt x="4197808" y="4972524"/>
                  </a:lnTo>
                  <a:lnTo>
                    <a:pt x="4196925" y="4970996"/>
                  </a:lnTo>
                  <a:lnTo>
                    <a:pt x="4198454" y="4970113"/>
                  </a:lnTo>
                  <a:close/>
                </a:path>
                <a:path w="6723380" h="7035800">
                  <a:moveTo>
                    <a:pt x="1105734" y="0"/>
                  </a:moveTo>
                  <a:lnTo>
                    <a:pt x="1204109" y="0"/>
                  </a:lnTo>
                  <a:lnTo>
                    <a:pt x="1204792" y="1183"/>
                  </a:lnTo>
                  <a:lnTo>
                    <a:pt x="1131014" y="43781"/>
                  </a:lnTo>
                  <a:lnTo>
                    <a:pt x="1105734" y="0"/>
                  </a:lnTo>
                  <a:close/>
                </a:path>
                <a:path w="6723380" h="7035800">
                  <a:moveTo>
                    <a:pt x="1237434" y="55953"/>
                  </a:moveTo>
                  <a:lnTo>
                    <a:pt x="1280915" y="131265"/>
                  </a:lnTo>
                  <a:lnTo>
                    <a:pt x="1205603" y="174746"/>
                  </a:lnTo>
                  <a:lnTo>
                    <a:pt x="1162122" y="99434"/>
                  </a:lnTo>
                  <a:lnTo>
                    <a:pt x="1237434" y="55953"/>
                  </a:lnTo>
                  <a:close/>
                </a:path>
                <a:path w="6723380" h="7035800">
                  <a:moveTo>
                    <a:pt x="1311816" y="187718"/>
                  </a:moveTo>
                  <a:lnTo>
                    <a:pt x="1353828" y="260488"/>
                  </a:lnTo>
                  <a:lnTo>
                    <a:pt x="1281057" y="302501"/>
                  </a:lnTo>
                  <a:lnTo>
                    <a:pt x="1239045" y="229730"/>
                  </a:lnTo>
                  <a:lnTo>
                    <a:pt x="1311816" y="187718"/>
                  </a:lnTo>
                  <a:close/>
                </a:path>
                <a:path w="6723380" h="7035800">
                  <a:moveTo>
                    <a:pt x="1386192" y="319488"/>
                  </a:moveTo>
                  <a:lnTo>
                    <a:pt x="1426735" y="389711"/>
                  </a:lnTo>
                  <a:lnTo>
                    <a:pt x="1356518" y="430255"/>
                  </a:lnTo>
                  <a:lnTo>
                    <a:pt x="1315974" y="360031"/>
                  </a:lnTo>
                  <a:lnTo>
                    <a:pt x="1386192" y="319488"/>
                  </a:lnTo>
                  <a:close/>
                </a:path>
                <a:path w="6723380" h="7035800">
                  <a:moveTo>
                    <a:pt x="1460680" y="450849"/>
                  </a:moveTo>
                  <a:lnTo>
                    <a:pt x="1500050" y="519042"/>
                  </a:lnTo>
                  <a:lnTo>
                    <a:pt x="1431858" y="558412"/>
                  </a:lnTo>
                  <a:lnTo>
                    <a:pt x="1392494" y="490220"/>
                  </a:lnTo>
                  <a:lnTo>
                    <a:pt x="1460680" y="450849"/>
                  </a:lnTo>
                  <a:close/>
                </a:path>
                <a:path w="6723380" h="7035800">
                  <a:moveTo>
                    <a:pt x="1535168" y="582217"/>
                  </a:moveTo>
                  <a:lnTo>
                    <a:pt x="1573360" y="648372"/>
                  </a:lnTo>
                  <a:lnTo>
                    <a:pt x="1507205" y="686564"/>
                  </a:lnTo>
                  <a:lnTo>
                    <a:pt x="1469013" y="620409"/>
                  </a:lnTo>
                  <a:lnTo>
                    <a:pt x="1535168" y="582217"/>
                  </a:lnTo>
                  <a:close/>
                </a:path>
                <a:path w="6723380" h="7035800">
                  <a:moveTo>
                    <a:pt x="1609544" y="713987"/>
                  </a:moveTo>
                  <a:lnTo>
                    <a:pt x="1646267" y="777595"/>
                  </a:lnTo>
                  <a:lnTo>
                    <a:pt x="1582665" y="814318"/>
                  </a:lnTo>
                  <a:lnTo>
                    <a:pt x="1545943" y="750710"/>
                  </a:lnTo>
                  <a:lnTo>
                    <a:pt x="1609544" y="713987"/>
                  </a:lnTo>
                  <a:close/>
                </a:path>
                <a:path w="6723380" h="7035800">
                  <a:moveTo>
                    <a:pt x="1683926" y="845751"/>
                  </a:moveTo>
                  <a:lnTo>
                    <a:pt x="1719180" y="906818"/>
                  </a:lnTo>
                  <a:lnTo>
                    <a:pt x="1658119" y="942072"/>
                  </a:lnTo>
                  <a:lnTo>
                    <a:pt x="1622865" y="881005"/>
                  </a:lnTo>
                  <a:lnTo>
                    <a:pt x="1683926" y="845751"/>
                  </a:lnTo>
                  <a:close/>
                </a:path>
                <a:path w="6723380" h="7035800">
                  <a:moveTo>
                    <a:pt x="1758302" y="977516"/>
                  </a:moveTo>
                  <a:lnTo>
                    <a:pt x="1792093" y="1036041"/>
                  </a:lnTo>
                  <a:lnTo>
                    <a:pt x="1733573" y="1069826"/>
                  </a:lnTo>
                  <a:lnTo>
                    <a:pt x="1699788" y="1011301"/>
                  </a:lnTo>
                  <a:lnTo>
                    <a:pt x="1758302" y="977516"/>
                  </a:lnTo>
                  <a:close/>
                </a:path>
                <a:path w="6723380" h="7035800">
                  <a:moveTo>
                    <a:pt x="1832684" y="1109286"/>
                  </a:moveTo>
                  <a:lnTo>
                    <a:pt x="1865000" y="1165259"/>
                  </a:lnTo>
                  <a:lnTo>
                    <a:pt x="1809027" y="1197575"/>
                  </a:lnTo>
                  <a:lnTo>
                    <a:pt x="1776711" y="1141602"/>
                  </a:lnTo>
                  <a:lnTo>
                    <a:pt x="1832684" y="1109286"/>
                  </a:lnTo>
                  <a:close/>
                </a:path>
                <a:path w="6723380" h="7035800">
                  <a:moveTo>
                    <a:pt x="1907172" y="1240648"/>
                  </a:moveTo>
                  <a:lnTo>
                    <a:pt x="1938316" y="1294589"/>
                  </a:lnTo>
                  <a:lnTo>
                    <a:pt x="1884374" y="1325733"/>
                  </a:lnTo>
                  <a:lnTo>
                    <a:pt x="1853231" y="1271791"/>
                  </a:lnTo>
                  <a:lnTo>
                    <a:pt x="1907172" y="1240648"/>
                  </a:lnTo>
                  <a:close/>
                </a:path>
                <a:path w="6723380" h="7035800">
                  <a:moveTo>
                    <a:pt x="1981554" y="1372418"/>
                  </a:moveTo>
                  <a:lnTo>
                    <a:pt x="2011228" y="1423812"/>
                  </a:lnTo>
                  <a:lnTo>
                    <a:pt x="1959828" y="1453486"/>
                  </a:lnTo>
                  <a:lnTo>
                    <a:pt x="1930154" y="1402092"/>
                  </a:lnTo>
                  <a:lnTo>
                    <a:pt x="1981554" y="1372418"/>
                  </a:lnTo>
                  <a:close/>
                </a:path>
                <a:path w="6723380" h="7035800">
                  <a:moveTo>
                    <a:pt x="2056036" y="1503785"/>
                  </a:moveTo>
                  <a:lnTo>
                    <a:pt x="2084532" y="1553142"/>
                  </a:lnTo>
                  <a:lnTo>
                    <a:pt x="2035181" y="1581638"/>
                  </a:lnTo>
                  <a:lnTo>
                    <a:pt x="2006680" y="1532281"/>
                  </a:lnTo>
                  <a:lnTo>
                    <a:pt x="2056036" y="1503785"/>
                  </a:lnTo>
                  <a:close/>
                </a:path>
                <a:path w="6723380" h="7035800">
                  <a:moveTo>
                    <a:pt x="2130418" y="1635550"/>
                  </a:moveTo>
                  <a:lnTo>
                    <a:pt x="2157445" y="1682365"/>
                  </a:lnTo>
                  <a:lnTo>
                    <a:pt x="2110635" y="1709392"/>
                  </a:lnTo>
                  <a:lnTo>
                    <a:pt x="2083602" y="1662576"/>
                  </a:lnTo>
                  <a:lnTo>
                    <a:pt x="2130418" y="1635550"/>
                  </a:lnTo>
                  <a:close/>
                </a:path>
                <a:path w="6723380" h="7035800">
                  <a:moveTo>
                    <a:pt x="2204794" y="1767320"/>
                  </a:moveTo>
                  <a:lnTo>
                    <a:pt x="2230352" y="1811589"/>
                  </a:lnTo>
                  <a:lnTo>
                    <a:pt x="2186089" y="1837147"/>
                  </a:lnTo>
                  <a:lnTo>
                    <a:pt x="2160531" y="1792878"/>
                  </a:lnTo>
                  <a:lnTo>
                    <a:pt x="2204794" y="1767320"/>
                  </a:lnTo>
                  <a:close/>
                </a:path>
                <a:path w="6723380" h="7035800">
                  <a:moveTo>
                    <a:pt x="2279176" y="1899084"/>
                  </a:moveTo>
                  <a:lnTo>
                    <a:pt x="2303265" y="1940812"/>
                  </a:lnTo>
                  <a:lnTo>
                    <a:pt x="2261543" y="1964901"/>
                  </a:lnTo>
                  <a:lnTo>
                    <a:pt x="2237454" y="1923173"/>
                  </a:lnTo>
                  <a:lnTo>
                    <a:pt x="2279176" y="1899084"/>
                  </a:lnTo>
                  <a:close/>
                </a:path>
                <a:path w="6723380" h="7035800">
                  <a:moveTo>
                    <a:pt x="2353664" y="2030452"/>
                  </a:moveTo>
                  <a:lnTo>
                    <a:pt x="2376581" y="2070142"/>
                  </a:lnTo>
                  <a:lnTo>
                    <a:pt x="2336891" y="2093058"/>
                  </a:lnTo>
                  <a:lnTo>
                    <a:pt x="2313974" y="2053368"/>
                  </a:lnTo>
                  <a:lnTo>
                    <a:pt x="2353664" y="2030452"/>
                  </a:lnTo>
                  <a:close/>
                </a:path>
                <a:path w="6723380" h="7035800">
                  <a:moveTo>
                    <a:pt x="2428147" y="2161819"/>
                  </a:moveTo>
                  <a:lnTo>
                    <a:pt x="2449890" y="2199472"/>
                  </a:lnTo>
                  <a:lnTo>
                    <a:pt x="2412231" y="2221216"/>
                  </a:lnTo>
                  <a:lnTo>
                    <a:pt x="2390494" y="2183557"/>
                  </a:lnTo>
                  <a:lnTo>
                    <a:pt x="2428147" y="2161819"/>
                  </a:lnTo>
                  <a:close/>
                </a:path>
                <a:path w="6723380" h="7035800">
                  <a:moveTo>
                    <a:pt x="2502635" y="2293181"/>
                  </a:moveTo>
                  <a:lnTo>
                    <a:pt x="2523200" y="2328802"/>
                  </a:lnTo>
                  <a:lnTo>
                    <a:pt x="2487584" y="2349366"/>
                  </a:lnTo>
                  <a:lnTo>
                    <a:pt x="2467020" y="2313745"/>
                  </a:lnTo>
                  <a:lnTo>
                    <a:pt x="2502635" y="2293181"/>
                  </a:lnTo>
                  <a:close/>
                </a:path>
                <a:path w="6723380" h="7035800">
                  <a:moveTo>
                    <a:pt x="2577123" y="2424542"/>
                  </a:moveTo>
                  <a:lnTo>
                    <a:pt x="2596515" y="2458132"/>
                  </a:lnTo>
                  <a:lnTo>
                    <a:pt x="2562932" y="2477524"/>
                  </a:lnTo>
                  <a:lnTo>
                    <a:pt x="2543539" y="2443935"/>
                  </a:lnTo>
                  <a:lnTo>
                    <a:pt x="2577123" y="2424542"/>
                  </a:lnTo>
                  <a:close/>
                </a:path>
                <a:path w="6723380" h="7035800">
                  <a:moveTo>
                    <a:pt x="2651612" y="2555910"/>
                  </a:moveTo>
                  <a:lnTo>
                    <a:pt x="2669825" y="2587462"/>
                  </a:lnTo>
                  <a:lnTo>
                    <a:pt x="2638279" y="2605675"/>
                  </a:lnTo>
                  <a:lnTo>
                    <a:pt x="2620060" y="2574123"/>
                  </a:lnTo>
                  <a:lnTo>
                    <a:pt x="2651612" y="2555910"/>
                  </a:lnTo>
                  <a:close/>
                </a:path>
                <a:path w="6723380" h="7035800">
                  <a:moveTo>
                    <a:pt x="2725988" y="2687680"/>
                  </a:moveTo>
                  <a:lnTo>
                    <a:pt x="2742738" y="2716685"/>
                  </a:lnTo>
                  <a:lnTo>
                    <a:pt x="2713733" y="2733429"/>
                  </a:lnTo>
                  <a:lnTo>
                    <a:pt x="2696989" y="2704424"/>
                  </a:lnTo>
                  <a:lnTo>
                    <a:pt x="2725988" y="2687680"/>
                  </a:lnTo>
                  <a:close/>
                </a:path>
                <a:path w="6723380" h="7035800">
                  <a:moveTo>
                    <a:pt x="2800582" y="2818645"/>
                  </a:moveTo>
                  <a:lnTo>
                    <a:pt x="2816451" y="2846122"/>
                  </a:lnTo>
                  <a:lnTo>
                    <a:pt x="2788967" y="2861990"/>
                  </a:lnTo>
                  <a:lnTo>
                    <a:pt x="2773105" y="2834513"/>
                  </a:lnTo>
                  <a:lnTo>
                    <a:pt x="2800582" y="2818645"/>
                  </a:lnTo>
                  <a:close/>
                </a:path>
                <a:path w="6723380" h="7035800">
                  <a:moveTo>
                    <a:pt x="2875071" y="2950007"/>
                  </a:moveTo>
                  <a:lnTo>
                    <a:pt x="2889760" y="2975452"/>
                  </a:lnTo>
                  <a:lnTo>
                    <a:pt x="2864320" y="2990141"/>
                  </a:lnTo>
                  <a:lnTo>
                    <a:pt x="2849631" y="2964696"/>
                  </a:lnTo>
                  <a:lnTo>
                    <a:pt x="2875071" y="2950007"/>
                  </a:lnTo>
                  <a:close/>
                </a:path>
                <a:path w="6723380" h="7035800">
                  <a:moveTo>
                    <a:pt x="2949559" y="3081374"/>
                  </a:moveTo>
                  <a:lnTo>
                    <a:pt x="2963076" y="3104776"/>
                  </a:lnTo>
                  <a:lnTo>
                    <a:pt x="2939662" y="3118293"/>
                  </a:lnTo>
                  <a:lnTo>
                    <a:pt x="2926152" y="3094891"/>
                  </a:lnTo>
                  <a:lnTo>
                    <a:pt x="2949559" y="3081374"/>
                  </a:lnTo>
                  <a:close/>
                </a:path>
                <a:path w="6723380" h="7035800">
                  <a:moveTo>
                    <a:pt x="3024042" y="3212742"/>
                  </a:moveTo>
                  <a:lnTo>
                    <a:pt x="3036385" y="3234112"/>
                  </a:lnTo>
                  <a:lnTo>
                    <a:pt x="3015015" y="3246450"/>
                  </a:lnTo>
                  <a:lnTo>
                    <a:pt x="3002677" y="3225080"/>
                  </a:lnTo>
                  <a:lnTo>
                    <a:pt x="3024042" y="3212742"/>
                  </a:lnTo>
                  <a:close/>
                </a:path>
                <a:path w="6723380" h="7035800">
                  <a:moveTo>
                    <a:pt x="3098637" y="3343707"/>
                  </a:moveTo>
                  <a:lnTo>
                    <a:pt x="3110098" y="3363555"/>
                  </a:lnTo>
                  <a:lnTo>
                    <a:pt x="3090250" y="3375010"/>
                  </a:lnTo>
                  <a:lnTo>
                    <a:pt x="3078795" y="3355162"/>
                  </a:lnTo>
                  <a:lnTo>
                    <a:pt x="3098637" y="3343707"/>
                  </a:lnTo>
                  <a:close/>
                </a:path>
                <a:path w="6723380" h="7035800">
                  <a:moveTo>
                    <a:pt x="3173238" y="3474665"/>
                  </a:moveTo>
                  <a:lnTo>
                    <a:pt x="3183817" y="3492985"/>
                  </a:lnTo>
                  <a:lnTo>
                    <a:pt x="3165491" y="3503564"/>
                  </a:lnTo>
                  <a:lnTo>
                    <a:pt x="3154912" y="3485244"/>
                  </a:lnTo>
                  <a:lnTo>
                    <a:pt x="3173238" y="3474665"/>
                  </a:lnTo>
                  <a:close/>
                </a:path>
                <a:path w="6723380" h="7035800">
                  <a:moveTo>
                    <a:pt x="3247720" y="3606039"/>
                  </a:moveTo>
                  <a:lnTo>
                    <a:pt x="3257120" y="3622316"/>
                  </a:lnTo>
                  <a:lnTo>
                    <a:pt x="3240844" y="3631716"/>
                  </a:lnTo>
                  <a:lnTo>
                    <a:pt x="3231444" y="3615439"/>
                  </a:lnTo>
                  <a:lnTo>
                    <a:pt x="3247720" y="3606039"/>
                  </a:lnTo>
                  <a:close/>
                </a:path>
                <a:path w="6723380" h="7035800">
                  <a:moveTo>
                    <a:pt x="3322316" y="3736997"/>
                  </a:moveTo>
                  <a:lnTo>
                    <a:pt x="3330833" y="3751758"/>
                  </a:lnTo>
                  <a:lnTo>
                    <a:pt x="3316079" y="3760275"/>
                  </a:lnTo>
                  <a:lnTo>
                    <a:pt x="3307555" y="3745520"/>
                  </a:lnTo>
                  <a:lnTo>
                    <a:pt x="3322316" y="3736997"/>
                  </a:lnTo>
                  <a:close/>
                </a:path>
                <a:path w="6723380" h="7035800">
                  <a:moveTo>
                    <a:pt x="3396916" y="3867962"/>
                  </a:moveTo>
                  <a:lnTo>
                    <a:pt x="3404551" y="3881188"/>
                  </a:lnTo>
                  <a:lnTo>
                    <a:pt x="3391319" y="3888829"/>
                  </a:lnTo>
                  <a:lnTo>
                    <a:pt x="3383678" y="3875603"/>
                  </a:lnTo>
                  <a:lnTo>
                    <a:pt x="3396916" y="3867962"/>
                  </a:lnTo>
                  <a:close/>
                </a:path>
                <a:path w="6723380" h="7035800">
                  <a:moveTo>
                    <a:pt x="3471506" y="3998927"/>
                  </a:moveTo>
                  <a:lnTo>
                    <a:pt x="3478264" y="4010631"/>
                  </a:lnTo>
                  <a:lnTo>
                    <a:pt x="3466560" y="4017389"/>
                  </a:lnTo>
                  <a:lnTo>
                    <a:pt x="3459802" y="4005685"/>
                  </a:lnTo>
                  <a:lnTo>
                    <a:pt x="3471506" y="3998927"/>
                  </a:lnTo>
                  <a:close/>
                </a:path>
                <a:path w="6723380" h="7035800">
                  <a:moveTo>
                    <a:pt x="3545994" y="4130294"/>
                  </a:moveTo>
                  <a:lnTo>
                    <a:pt x="3551573" y="4139961"/>
                  </a:lnTo>
                  <a:lnTo>
                    <a:pt x="3541907" y="4145540"/>
                  </a:lnTo>
                  <a:lnTo>
                    <a:pt x="3536327" y="4135874"/>
                  </a:lnTo>
                  <a:lnTo>
                    <a:pt x="3545994" y="4130294"/>
                  </a:lnTo>
                  <a:close/>
                </a:path>
                <a:path w="6723380" h="7035800">
                  <a:moveTo>
                    <a:pt x="3620696" y="4260850"/>
                  </a:moveTo>
                  <a:lnTo>
                    <a:pt x="3625688" y="4269504"/>
                  </a:lnTo>
                  <a:lnTo>
                    <a:pt x="3617041" y="4274497"/>
                  </a:lnTo>
                  <a:lnTo>
                    <a:pt x="3612042" y="4265844"/>
                  </a:lnTo>
                  <a:lnTo>
                    <a:pt x="3620696" y="4260850"/>
                  </a:lnTo>
                  <a:close/>
                </a:path>
                <a:path w="6723380" h="7035800">
                  <a:moveTo>
                    <a:pt x="3695397" y="4391412"/>
                  </a:moveTo>
                  <a:lnTo>
                    <a:pt x="3699804" y="4399047"/>
                  </a:lnTo>
                  <a:lnTo>
                    <a:pt x="3692170" y="4403454"/>
                  </a:lnTo>
                  <a:lnTo>
                    <a:pt x="3687763" y="4395819"/>
                  </a:lnTo>
                  <a:lnTo>
                    <a:pt x="3695397" y="4391412"/>
                  </a:lnTo>
                  <a:close/>
                </a:path>
                <a:path w="6723380" h="7035800">
                  <a:moveTo>
                    <a:pt x="3769992" y="4522383"/>
                  </a:moveTo>
                  <a:lnTo>
                    <a:pt x="3773517" y="4528484"/>
                  </a:lnTo>
                  <a:lnTo>
                    <a:pt x="3767410" y="4532008"/>
                  </a:lnTo>
                  <a:lnTo>
                    <a:pt x="3763886" y="4525908"/>
                  </a:lnTo>
                  <a:lnTo>
                    <a:pt x="3769992" y="4522383"/>
                  </a:lnTo>
                  <a:close/>
                </a:path>
                <a:path w="6723380" h="7035800">
                  <a:moveTo>
                    <a:pt x="3844694" y="4652945"/>
                  </a:moveTo>
                  <a:lnTo>
                    <a:pt x="3847632" y="4658033"/>
                  </a:lnTo>
                  <a:lnTo>
                    <a:pt x="3842544" y="4660971"/>
                  </a:lnTo>
                  <a:lnTo>
                    <a:pt x="3839606" y="4655883"/>
                  </a:lnTo>
                  <a:lnTo>
                    <a:pt x="3844694" y="4652945"/>
                  </a:lnTo>
                  <a:close/>
                </a:path>
                <a:path w="6723380" h="7035800">
                  <a:moveTo>
                    <a:pt x="3919396" y="4783507"/>
                  </a:moveTo>
                  <a:lnTo>
                    <a:pt x="3921747" y="4787582"/>
                  </a:lnTo>
                  <a:lnTo>
                    <a:pt x="3917678" y="4789934"/>
                  </a:lnTo>
                  <a:lnTo>
                    <a:pt x="3915327" y="4785859"/>
                  </a:lnTo>
                  <a:lnTo>
                    <a:pt x="3919396" y="4783507"/>
                  </a:lnTo>
                  <a:close/>
                </a:path>
                <a:path w="6723380" h="7035800">
                  <a:moveTo>
                    <a:pt x="3994103" y="4914069"/>
                  </a:moveTo>
                  <a:lnTo>
                    <a:pt x="3995863" y="4917120"/>
                  </a:lnTo>
                  <a:lnTo>
                    <a:pt x="3992806" y="4918885"/>
                  </a:lnTo>
                  <a:lnTo>
                    <a:pt x="3991041" y="4915835"/>
                  </a:lnTo>
                  <a:lnTo>
                    <a:pt x="3994103" y="4914069"/>
                  </a:lnTo>
                  <a:close/>
                </a:path>
                <a:path w="6723380" h="7035800">
                  <a:moveTo>
                    <a:pt x="4068799" y="5044637"/>
                  </a:moveTo>
                  <a:lnTo>
                    <a:pt x="4069972" y="5046675"/>
                  </a:lnTo>
                  <a:lnTo>
                    <a:pt x="4067946" y="5047848"/>
                  </a:lnTo>
                  <a:lnTo>
                    <a:pt x="4066767" y="5045810"/>
                  </a:lnTo>
                  <a:lnTo>
                    <a:pt x="4068799" y="5044637"/>
                  </a:lnTo>
                  <a:close/>
                </a:path>
                <a:path w="6723380" h="7035800">
                  <a:moveTo>
                    <a:pt x="4142488" y="5175786"/>
                  </a:moveTo>
                  <a:lnTo>
                    <a:pt x="4143840" y="5175786"/>
                  </a:lnTo>
                  <a:lnTo>
                    <a:pt x="4144087" y="5176212"/>
                  </a:lnTo>
                  <a:lnTo>
                    <a:pt x="4142735" y="5176212"/>
                  </a:lnTo>
                  <a:lnTo>
                    <a:pt x="4142488" y="5175786"/>
                  </a:lnTo>
                  <a:close/>
                </a:path>
                <a:path w="6723380" h="7035800">
                  <a:moveTo>
                    <a:pt x="1029398" y="0"/>
                  </a:moveTo>
                  <a:lnTo>
                    <a:pt x="1035173" y="0"/>
                  </a:lnTo>
                  <a:lnTo>
                    <a:pt x="1079852" y="77389"/>
                  </a:lnTo>
                  <a:lnTo>
                    <a:pt x="999962" y="123518"/>
                  </a:lnTo>
                  <a:lnTo>
                    <a:pt x="953833" y="43622"/>
                  </a:lnTo>
                  <a:lnTo>
                    <a:pt x="1029398" y="0"/>
                  </a:lnTo>
                  <a:close/>
                </a:path>
                <a:path w="6723380" h="7035800">
                  <a:moveTo>
                    <a:pt x="1108106" y="129263"/>
                  </a:moveTo>
                  <a:lnTo>
                    <a:pt x="1152765" y="206612"/>
                  </a:lnTo>
                  <a:lnTo>
                    <a:pt x="1075416" y="251272"/>
                  </a:lnTo>
                  <a:lnTo>
                    <a:pt x="1030763" y="173923"/>
                  </a:lnTo>
                  <a:lnTo>
                    <a:pt x="1108106" y="129263"/>
                  </a:lnTo>
                  <a:close/>
                </a:path>
                <a:path w="6723380" h="7035800">
                  <a:moveTo>
                    <a:pt x="1182487" y="261033"/>
                  </a:moveTo>
                  <a:lnTo>
                    <a:pt x="1225672" y="335830"/>
                  </a:lnTo>
                  <a:lnTo>
                    <a:pt x="1150870" y="379021"/>
                  </a:lnTo>
                  <a:lnTo>
                    <a:pt x="1107685" y="304224"/>
                  </a:lnTo>
                  <a:lnTo>
                    <a:pt x="1182487" y="261033"/>
                  </a:lnTo>
                  <a:close/>
                </a:path>
                <a:path w="6723380" h="7035800">
                  <a:moveTo>
                    <a:pt x="1256756" y="393200"/>
                  </a:moveTo>
                  <a:lnTo>
                    <a:pt x="1298182" y="464952"/>
                  </a:lnTo>
                  <a:lnTo>
                    <a:pt x="1226431" y="506378"/>
                  </a:lnTo>
                  <a:lnTo>
                    <a:pt x="1185004" y="434626"/>
                  </a:lnTo>
                  <a:lnTo>
                    <a:pt x="1256756" y="393200"/>
                  </a:lnTo>
                  <a:close/>
                </a:path>
                <a:path w="6723380" h="7035800">
                  <a:moveTo>
                    <a:pt x="1331244" y="524562"/>
                  </a:moveTo>
                  <a:lnTo>
                    <a:pt x="1371498" y="594282"/>
                  </a:lnTo>
                  <a:lnTo>
                    <a:pt x="1301783" y="634530"/>
                  </a:lnTo>
                  <a:lnTo>
                    <a:pt x="1261530" y="564815"/>
                  </a:lnTo>
                  <a:lnTo>
                    <a:pt x="1331244" y="524562"/>
                  </a:lnTo>
                  <a:close/>
                </a:path>
                <a:path w="6723380" h="7035800">
                  <a:moveTo>
                    <a:pt x="1405727" y="655930"/>
                  </a:moveTo>
                  <a:lnTo>
                    <a:pt x="1444801" y="723612"/>
                  </a:lnTo>
                  <a:lnTo>
                    <a:pt x="1377124" y="762686"/>
                  </a:lnTo>
                  <a:lnTo>
                    <a:pt x="1338050" y="695004"/>
                  </a:lnTo>
                  <a:lnTo>
                    <a:pt x="1405727" y="655930"/>
                  </a:lnTo>
                  <a:close/>
                </a:path>
                <a:path w="6723380" h="7035800">
                  <a:moveTo>
                    <a:pt x="1480109" y="787700"/>
                  </a:moveTo>
                  <a:lnTo>
                    <a:pt x="1517714" y="852835"/>
                  </a:lnTo>
                  <a:lnTo>
                    <a:pt x="1452579" y="890441"/>
                  </a:lnTo>
                  <a:lnTo>
                    <a:pt x="1414973" y="825305"/>
                  </a:lnTo>
                  <a:lnTo>
                    <a:pt x="1480109" y="787700"/>
                  </a:lnTo>
                  <a:close/>
                </a:path>
                <a:path w="6723380" h="7035800">
                  <a:moveTo>
                    <a:pt x="1554491" y="919464"/>
                  </a:moveTo>
                  <a:lnTo>
                    <a:pt x="1590627" y="982059"/>
                  </a:lnTo>
                  <a:lnTo>
                    <a:pt x="1528038" y="1018195"/>
                  </a:lnTo>
                  <a:lnTo>
                    <a:pt x="1491902" y="955600"/>
                  </a:lnTo>
                  <a:lnTo>
                    <a:pt x="1554491" y="919464"/>
                  </a:lnTo>
                  <a:close/>
                </a:path>
                <a:path w="6723380" h="7035800">
                  <a:moveTo>
                    <a:pt x="1628867" y="1051234"/>
                  </a:moveTo>
                  <a:lnTo>
                    <a:pt x="1663534" y="1111282"/>
                  </a:lnTo>
                  <a:lnTo>
                    <a:pt x="1603492" y="1145950"/>
                  </a:lnTo>
                  <a:lnTo>
                    <a:pt x="1568824" y="1085902"/>
                  </a:lnTo>
                  <a:lnTo>
                    <a:pt x="1628867" y="1051234"/>
                  </a:lnTo>
                  <a:close/>
                </a:path>
                <a:path w="6723380" h="7035800">
                  <a:moveTo>
                    <a:pt x="1703248" y="1182998"/>
                  </a:moveTo>
                  <a:lnTo>
                    <a:pt x="1736447" y="1240499"/>
                  </a:lnTo>
                  <a:lnTo>
                    <a:pt x="1678946" y="1273698"/>
                  </a:lnTo>
                  <a:lnTo>
                    <a:pt x="1645747" y="1216197"/>
                  </a:lnTo>
                  <a:lnTo>
                    <a:pt x="1703248" y="1182998"/>
                  </a:lnTo>
                  <a:close/>
                </a:path>
                <a:path w="6723380" h="7035800">
                  <a:moveTo>
                    <a:pt x="1777624" y="1314763"/>
                  </a:moveTo>
                  <a:lnTo>
                    <a:pt x="1809354" y="1369723"/>
                  </a:lnTo>
                  <a:lnTo>
                    <a:pt x="1754400" y="1401453"/>
                  </a:lnTo>
                  <a:lnTo>
                    <a:pt x="1722670" y="1346493"/>
                  </a:lnTo>
                  <a:lnTo>
                    <a:pt x="1777624" y="1314763"/>
                  </a:lnTo>
                  <a:close/>
                </a:path>
                <a:path w="6723380" h="7035800">
                  <a:moveTo>
                    <a:pt x="1852113" y="1446130"/>
                  </a:moveTo>
                  <a:lnTo>
                    <a:pt x="1882670" y="1499053"/>
                  </a:lnTo>
                  <a:lnTo>
                    <a:pt x="1829747" y="1529604"/>
                  </a:lnTo>
                  <a:lnTo>
                    <a:pt x="1799196" y="1476681"/>
                  </a:lnTo>
                  <a:lnTo>
                    <a:pt x="1852113" y="1446130"/>
                  </a:lnTo>
                  <a:close/>
                </a:path>
                <a:path w="6723380" h="7035800">
                  <a:moveTo>
                    <a:pt x="1926494" y="1577895"/>
                  </a:moveTo>
                  <a:lnTo>
                    <a:pt x="1955583" y="1628276"/>
                  </a:lnTo>
                  <a:lnTo>
                    <a:pt x="1905201" y="1657358"/>
                  </a:lnTo>
                  <a:lnTo>
                    <a:pt x="1876119" y="1606982"/>
                  </a:lnTo>
                  <a:lnTo>
                    <a:pt x="1926494" y="1577895"/>
                  </a:lnTo>
                  <a:close/>
                </a:path>
                <a:path w="6723380" h="7035800">
                  <a:moveTo>
                    <a:pt x="2000876" y="1709665"/>
                  </a:moveTo>
                  <a:lnTo>
                    <a:pt x="2028490" y="1757499"/>
                  </a:lnTo>
                  <a:lnTo>
                    <a:pt x="1980661" y="1785113"/>
                  </a:lnTo>
                  <a:lnTo>
                    <a:pt x="1953042" y="1737278"/>
                  </a:lnTo>
                  <a:lnTo>
                    <a:pt x="2000876" y="1709665"/>
                  </a:lnTo>
                  <a:close/>
                </a:path>
                <a:path w="6723380" h="7035800">
                  <a:moveTo>
                    <a:pt x="2075258" y="1841435"/>
                  </a:moveTo>
                  <a:lnTo>
                    <a:pt x="2101402" y="1886722"/>
                  </a:lnTo>
                  <a:lnTo>
                    <a:pt x="2056115" y="1912867"/>
                  </a:lnTo>
                  <a:lnTo>
                    <a:pt x="2029970" y="1867579"/>
                  </a:lnTo>
                  <a:lnTo>
                    <a:pt x="2075258" y="1841435"/>
                  </a:lnTo>
                  <a:close/>
                </a:path>
                <a:path w="6723380" h="7035800">
                  <a:moveTo>
                    <a:pt x="2149634" y="1973193"/>
                  </a:moveTo>
                  <a:lnTo>
                    <a:pt x="2174310" y="2015940"/>
                  </a:lnTo>
                  <a:lnTo>
                    <a:pt x="2131569" y="2040616"/>
                  </a:lnTo>
                  <a:lnTo>
                    <a:pt x="2106887" y="1997875"/>
                  </a:lnTo>
                  <a:lnTo>
                    <a:pt x="2149634" y="1973193"/>
                  </a:lnTo>
                  <a:close/>
                </a:path>
                <a:path w="6723380" h="7035800">
                  <a:moveTo>
                    <a:pt x="2224016" y="2104964"/>
                  </a:moveTo>
                  <a:lnTo>
                    <a:pt x="2247222" y="2145163"/>
                  </a:lnTo>
                  <a:lnTo>
                    <a:pt x="2207022" y="2168376"/>
                  </a:lnTo>
                  <a:lnTo>
                    <a:pt x="2183816" y="2128170"/>
                  </a:lnTo>
                  <a:lnTo>
                    <a:pt x="2224016" y="2104964"/>
                  </a:lnTo>
                  <a:close/>
                </a:path>
                <a:path w="6723380" h="7035800">
                  <a:moveTo>
                    <a:pt x="2298498" y="2236331"/>
                  </a:moveTo>
                  <a:lnTo>
                    <a:pt x="2320532" y="2274499"/>
                  </a:lnTo>
                  <a:lnTo>
                    <a:pt x="2282370" y="2296533"/>
                  </a:lnTo>
                  <a:lnTo>
                    <a:pt x="2260336" y="2258365"/>
                  </a:lnTo>
                  <a:lnTo>
                    <a:pt x="2298498" y="2236331"/>
                  </a:lnTo>
                  <a:close/>
                </a:path>
                <a:path w="6723380" h="7035800">
                  <a:moveTo>
                    <a:pt x="2373094" y="2367296"/>
                  </a:moveTo>
                  <a:lnTo>
                    <a:pt x="2394245" y="2403936"/>
                  </a:lnTo>
                  <a:lnTo>
                    <a:pt x="2357611" y="2425087"/>
                  </a:lnTo>
                  <a:lnTo>
                    <a:pt x="2336460" y="2388447"/>
                  </a:lnTo>
                  <a:lnTo>
                    <a:pt x="2373094" y="2367296"/>
                  </a:lnTo>
                  <a:close/>
                </a:path>
                <a:path w="6723380" h="7035800">
                  <a:moveTo>
                    <a:pt x="2447470" y="2499066"/>
                  </a:moveTo>
                  <a:lnTo>
                    <a:pt x="2467152" y="2533153"/>
                  </a:lnTo>
                  <a:lnTo>
                    <a:pt x="2433065" y="2552836"/>
                  </a:lnTo>
                  <a:lnTo>
                    <a:pt x="2413382" y="2518749"/>
                  </a:lnTo>
                  <a:lnTo>
                    <a:pt x="2447470" y="2499066"/>
                  </a:lnTo>
                  <a:close/>
                </a:path>
                <a:path w="6723380" h="7035800">
                  <a:moveTo>
                    <a:pt x="2521958" y="2630428"/>
                  </a:moveTo>
                  <a:lnTo>
                    <a:pt x="2540467" y="2662489"/>
                  </a:lnTo>
                  <a:lnTo>
                    <a:pt x="2508412" y="2680999"/>
                  </a:lnTo>
                  <a:lnTo>
                    <a:pt x="2489902" y="2648937"/>
                  </a:lnTo>
                  <a:lnTo>
                    <a:pt x="2521958" y="2630428"/>
                  </a:lnTo>
                  <a:close/>
                </a:path>
                <a:path w="6723380" h="7035800">
                  <a:moveTo>
                    <a:pt x="2596340" y="2762198"/>
                  </a:moveTo>
                  <a:lnTo>
                    <a:pt x="2613380" y="2791707"/>
                  </a:lnTo>
                  <a:lnTo>
                    <a:pt x="2583865" y="2808747"/>
                  </a:lnTo>
                  <a:lnTo>
                    <a:pt x="2566825" y="2779238"/>
                  </a:lnTo>
                  <a:lnTo>
                    <a:pt x="2596340" y="2762198"/>
                  </a:lnTo>
                  <a:close/>
                </a:path>
                <a:path w="6723380" h="7035800">
                  <a:moveTo>
                    <a:pt x="2670935" y="2893156"/>
                  </a:moveTo>
                  <a:lnTo>
                    <a:pt x="2687093" y="2921143"/>
                  </a:lnTo>
                  <a:lnTo>
                    <a:pt x="2659107" y="2937301"/>
                  </a:lnTo>
                  <a:lnTo>
                    <a:pt x="2642948" y="2909315"/>
                  </a:lnTo>
                  <a:lnTo>
                    <a:pt x="2670935" y="2893156"/>
                  </a:lnTo>
                  <a:close/>
                </a:path>
                <a:path w="6723380" h="7035800">
                  <a:moveTo>
                    <a:pt x="2745423" y="3024524"/>
                  </a:moveTo>
                  <a:lnTo>
                    <a:pt x="2760408" y="3050479"/>
                  </a:lnTo>
                  <a:lnTo>
                    <a:pt x="2734453" y="3065464"/>
                  </a:lnTo>
                  <a:lnTo>
                    <a:pt x="2719468" y="3039509"/>
                  </a:lnTo>
                  <a:lnTo>
                    <a:pt x="2745423" y="3024524"/>
                  </a:lnTo>
                  <a:close/>
                </a:path>
                <a:path w="6723380" h="7035800">
                  <a:moveTo>
                    <a:pt x="2819906" y="3155892"/>
                  </a:moveTo>
                  <a:lnTo>
                    <a:pt x="2833712" y="3179809"/>
                  </a:lnTo>
                  <a:lnTo>
                    <a:pt x="2809801" y="3193615"/>
                  </a:lnTo>
                  <a:lnTo>
                    <a:pt x="2795994" y="3169698"/>
                  </a:lnTo>
                  <a:lnTo>
                    <a:pt x="2819906" y="3155892"/>
                  </a:lnTo>
                  <a:close/>
                </a:path>
                <a:path w="6723380" h="7035800">
                  <a:moveTo>
                    <a:pt x="2894394" y="3287259"/>
                  </a:moveTo>
                  <a:lnTo>
                    <a:pt x="2907028" y="3309133"/>
                  </a:lnTo>
                  <a:lnTo>
                    <a:pt x="2885142" y="3321767"/>
                  </a:lnTo>
                  <a:lnTo>
                    <a:pt x="2872514" y="3299893"/>
                  </a:lnTo>
                  <a:lnTo>
                    <a:pt x="2894394" y="3287259"/>
                  </a:lnTo>
                  <a:close/>
                </a:path>
                <a:path w="6723380" h="7035800">
                  <a:moveTo>
                    <a:pt x="2968989" y="3418218"/>
                  </a:moveTo>
                  <a:lnTo>
                    <a:pt x="2980740" y="3438569"/>
                  </a:lnTo>
                  <a:lnTo>
                    <a:pt x="2960383" y="3450321"/>
                  </a:lnTo>
                  <a:lnTo>
                    <a:pt x="2948631" y="3429969"/>
                  </a:lnTo>
                  <a:lnTo>
                    <a:pt x="2968989" y="3418218"/>
                  </a:lnTo>
                  <a:close/>
                </a:path>
                <a:path w="6723380" h="7035800">
                  <a:moveTo>
                    <a:pt x="3043477" y="3549579"/>
                  </a:moveTo>
                  <a:lnTo>
                    <a:pt x="3054056" y="3567906"/>
                  </a:lnTo>
                  <a:lnTo>
                    <a:pt x="3035736" y="3578478"/>
                  </a:lnTo>
                  <a:lnTo>
                    <a:pt x="3025157" y="3560158"/>
                  </a:lnTo>
                  <a:lnTo>
                    <a:pt x="3043477" y="3549579"/>
                  </a:lnTo>
                  <a:close/>
                </a:path>
                <a:path w="6723380" h="7035800">
                  <a:moveTo>
                    <a:pt x="3118073" y="3680550"/>
                  </a:moveTo>
                  <a:lnTo>
                    <a:pt x="3127769" y="3697342"/>
                  </a:lnTo>
                  <a:lnTo>
                    <a:pt x="3110971" y="3707038"/>
                  </a:lnTo>
                  <a:lnTo>
                    <a:pt x="3101275" y="3690246"/>
                  </a:lnTo>
                  <a:lnTo>
                    <a:pt x="3118073" y="3680550"/>
                  </a:lnTo>
                  <a:close/>
                </a:path>
                <a:path w="6723380" h="7035800">
                  <a:moveTo>
                    <a:pt x="3192668" y="3811515"/>
                  </a:moveTo>
                  <a:lnTo>
                    <a:pt x="3201481" y="3826778"/>
                  </a:lnTo>
                  <a:lnTo>
                    <a:pt x="3186211" y="3835592"/>
                  </a:lnTo>
                  <a:lnTo>
                    <a:pt x="3177398" y="3820328"/>
                  </a:lnTo>
                  <a:lnTo>
                    <a:pt x="3192668" y="3811515"/>
                  </a:lnTo>
                  <a:close/>
                </a:path>
                <a:path w="6723380" h="7035800">
                  <a:moveTo>
                    <a:pt x="3267257" y="3942480"/>
                  </a:moveTo>
                  <a:lnTo>
                    <a:pt x="3275194" y="3956222"/>
                  </a:lnTo>
                  <a:lnTo>
                    <a:pt x="3261458" y="3964153"/>
                  </a:lnTo>
                  <a:lnTo>
                    <a:pt x="3253521" y="3950411"/>
                  </a:lnTo>
                  <a:lnTo>
                    <a:pt x="3267257" y="3942480"/>
                  </a:lnTo>
                  <a:close/>
                </a:path>
                <a:path w="6723380" h="7035800">
                  <a:moveTo>
                    <a:pt x="3341745" y="4073841"/>
                  </a:moveTo>
                  <a:lnTo>
                    <a:pt x="3348503" y="4085545"/>
                  </a:lnTo>
                  <a:lnTo>
                    <a:pt x="3336799" y="4092304"/>
                  </a:lnTo>
                  <a:lnTo>
                    <a:pt x="3330041" y="4080600"/>
                  </a:lnTo>
                  <a:lnTo>
                    <a:pt x="3341745" y="4073841"/>
                  </a:lnTo>
                  <a:close/>
                </a:path>
                <a:path w="6723380" h="7035800">
                  <a:moveTo>
                    <a:pt x="3416340" y="4204806"/>
                  </a:moveTo>
                  <a:lnTo>
                    <a:pt x="3422216" y="4214988"/>
                  </a:lnTo>
                  <a:lnTo>
                    <a:pt x="3412040" y="4220863"/>
                  </a:lnTo>
                  <a:lnTo>
                    <a:pt x="3406165" y="4210682"/>
                  </a:lnTo>
                  <a:lnTo>
                    <a:pt x="3416340" y="4204806"/>
                  </a:lnTo>
                  <a:close/>
                </a:path>
                <a:path w="6723380" h="7035800">
                  <a:moveTo>
                    <a:pt x="3490935" y="4335771"/>
                  </a:moveTo>
                  <a:lnTo>
                    <a:pt x="3495928" y="4344424"/>
                  </a:lnTo>
                  <a:lnTo>
                    <a:pt x="3487281" y="4349418"/>
                  </a:lnTo>
                  <a:lnTo>
                    <a:pt x="3482288" y="4340764"/>
                  </a:lnTo>
                  <a:lnTo>
                    <a:pt x="3490935" y="4335771"/>
                  </a:lnTo>
                  <a:close/>
                </a:path>
                <a:path w="6723380" h="7035800">
                  <a:moveTo>
                    <a:pt x="3565637" y="4466333"/>
                  </a:moveTo>
                  <a:lnTo>
                    <a:pt x="3570044" y="4473968"/>
                  </a:lnTo>
                  <a:lnTo>
                    <a:pt x="3562410" y="4478374"/>
                  </a:lnTo>
                  <a:lnTo>
                    <a:pt x="3558003" y="4470740"/>
                  </a:lnTo>
                  <a:lnTo>
                    <a:pt x="3565637" y="4466333"/>
                  </a:lnTo>
                  <a:close/>
                </a:path>
                <a:path w="6723380" h="7035800">
                  <a:moveTo>
                    <a:pt x="3640339" y="4596895"/>
                  </a:moveTo>
                  <a:lnTo>
                    <a:pt x="3644159" y="4603511"/>
                  </a:lnTo>
                  <a:lnTo>
                    <a:pt x="3637543" y="4607331"/>
                  </a:lnTo>
                  <a:lnTo>
                    <a:pt x="3633723" y="4600715"/>
                  </a:lnTo>
                  <a:lnTo>
                    <a:pt x="3640339" y="4596895"/>
                  </a:lnTo>
                  <a:close/>
                </a:path>
                <a:path w="6723380" h="7035800">
                  <a:moveTo>
                    <a:pt x="3714934" y="4727860"/>
                  </a:moveTo>
                  <a:lnTo>
                    <a:pt x="3717872" y="4732953"/>
                  </a:lnTo>
                  <a:lnTo>
                    <a:pt x="3712784" y="4735891"/>
                  </a:lnTo>
                  <a:lnTo>
                    <a:pt x="3709846" y="4730797"/>
                  </a:lnTo>
                  <a:lnTo>
                    <a:pt x="3714934" y="4727860"/>
                  </a:lnTo>
                  <a:close/>
                </a:path>
                <a:path w="6723380" h="7035800">
                  <a:moveTo>
                    <a:pt x="3789636" y="4858427"/>
                  </a:moveTo>
                  <a:lnTo>
                    <a:pt x="3791987" y="4862497"/>
                  </a:lnTo>
                  <a:lnTo>
                    <a:pt x="3787918" y="4864848"/>
                  </a:lnTo>
                  <a:lnTo>
                    <a:pt x="3785567" y="4860779"/>
                  </a:lnTo>
                  <a:lnTo>
                    <a:pt x="3789636" y="4858427"/>
                  </a:lnTo>
                  <a:close/>
                </a:path>
                <a:path w="6723380" h="7035800">
                  <a:moveTo>
                    <a:pt x="3864343" y="4988990"/>
                  </a:moveTo>
                  <a:lnTo>
                    <a:pt x="3866102" y="4992040"/>
                  </a:lnTo>
                  <a:lnTo>
                    <a:pt x="3863052" y="4993799"/>
                  </a:lnTo>
                  <a:lnTo>
                    <a:pt x="3861286" y="4990749"/>
                  </a:lnTo>
                  <a:lnTo>
                    <a:pt x="3864343" y="4988990"/>
                  </a:lnTo>
                  <a:close/>
                </a:path>
                <a:path w="6723380" h="7035800">
                  <a:moveTo>
                    <a:pt x="3939045" y="5119552"/>
                  </a:moveTo>
                  <a:lnTo>
                    <a:pt x="3940218" y="5121589"/>
                  </a:lnTo>
                  <a:lnTo>
                    <a:pt x="3938186" y="5122762"/>
                  </a:lnTo>
                  <a:lnTo>
                    <a:pt x="3937008" y="5120724"/>
                  </a:lnTo>
                  <a:lnTo>
                    <a:pt x="3939045" y="5119552"/>
                  </a:lnTo>
                  <a:close/>
                </a:path>
                <a:path w="6723380" h="7035800">
                  <a:moveTo>
                    <a:pt x="4012728" y="5250700"/>
                  </a:moveTo>
                  <a:lnTo>
                    <a:pt x="4014078" y="5250700"/>
                  </a:lnTo>
                  <a:lnTo>
                    <a:pt x="4014327" y="5251133"/>
                  </a:lnTo>
                  <a:lnTo>
                    <a:pt x="4012977" y="5251133"/>
                  </a:lnTo>
                  <a:lnTo>
                    <a:pt x="4012728" y="5250700"/>
                  </a:lnTo>
                  <a:close/>
                </a:path>
                <a:path w="6723380" h="7035800">
                  <a:moveTo>
                    <a:pt x="2281298" y="5557065"/>
                  </a:moveTo>
                  <a:lnTo>
                    <a:pt x="2287914" y="5557065"/>
                  </a:lnTo>
                  <a:lnTo>
                    <a:pt x="2291735" y="5569765"/>
                  </a:lnTo>
                  <a:lnTo>
                    <a:pt x="2285119" y="5569765"/>
                  </a:lnTo>
                  <a:lnTo>
                    <a:pt x="2281298" y="5557065"/>
                  </a:lnTo>
                  <a:close/>
                </a:path>
                <a:path w="6723380" h="7035800">
                  <a:moveTo>
                    <a:pt x="1080792" y="5557065"/>
                  </a:moveTo>
                  <a:lnTo>
                    <a:pt x="1086964" y="5569765"/>
                  </a:lnTo>
                  <a:lnTo>
                    <a:pt x="1070107" y="5569765"/>
                  </a:lnTo>
                  <a:lnTo>
                    <a:pt x="1080792" y="5557065"/>
                  </a:lnTo>
                  <a:close/>
                </a:path>
                <a:path w="6723380" h="7035800">
                  <a:moveTo>
                    <a:pt x="194145" y="5544365"/>
                  </a:moveTo>
                  <a:lnTo>
                    <a:pt x="207893" y="5544365"/>
                  </a:lnTo>
                  <a:lnTo>
                    <a:pt x="215823" y="5557065"/>
                  </a:lnTo>
                  <a:lnTo>
                    <a:pt x="202082" y="5569765"/>
                  </a:lnTo>
                  <a:lnTo>
                    <a:pt x="194145" y="5544365"/>
                  </a:lnTo>
                  <a:close/>
                </a:path>
                <a:path w="6723380" h="7035800">
                  <a:moveTo>
                    <a:pt x="1405338" y="5544365"/>
                  </a:moveTo>
                  <a:lnTo>
                    <a:pt x="1420590" y="5544365"/>
                  </a:lnTo>
                  <a:lnTo>
                    <a:pt x="1410923" y="5557065"/>
                  </a:lnTo>
                  <a:lnTo>
                    <a:pt x="1405338" y="5544365"/>
                  </a:lnTo>
                  <a:close/>
                </a:path>
                <a:path w="6723380" h="7035800">
                  <a:moveTo>
                    <a:pt x="542217" y="5518965"/>
                  </a:moveTo>
                  <a:lnTo>
                    <a:pt x="549858" y="5531665"/>
                  </a:lnTo>
                  <a:lnTo>
                    <a:pt x="536626" y="5544365"/>
                  </a:lnTo>
                  <a:lnTo>
                    <a:pt x="528985" y="5531665"/>
                  </a:lnTo>
                  <a:lnTo>
                    <a:pt x="542217" y="5518965"/>
                  </a:lnTo>
                  <a:close/>
                </a:path>
                <a:path w="6723380" h="7035800">
                  <a:moveTo>
                    <a:pt x="1749235" y="5518965"/>
                  </a:moveTo>
                  <a:lnTo>
                    <a:pt x="1754228" y="5531665"/>
                  </a:lnTo>
                  <a:lnTo>
                    <a:pt x="1740581" y="5531665"/>
                  </a:lnTo>
                  <a:lnTo>
                    <a:pt x="1749235" y="5518965"/>
                  </a:lnTo>
                  <a:close/>
                </a:path>
                <a:path w="6723380" h="7035800">
                  <a:moveTo>
                    <a:pt x="2075817" y="5506265"/>
                  </a:moveTo>
                  <a:lnTo>
                    <a:pt x="2087858" y="5506265"/>
                  </a:lnTo>
                  <a:lnTo>
                    <a:pt x="2080224" y="5518965"/>
                  </a:lnTo>
                  <a:lnTo>
                    <a:pt x="2075817" y="5506265"/>
                  </a:lnTo>
                  <a:close/>
                </a:path>
                <a:path w="6723380" h="7035800">
                  <a:moveTo>
                    <a:pt x="864223" y="5506265"/>
                  </a:moveTo>
                  <a:lnTo>
                    <a:pt x="876436" y="5506265"/>
                  </a:lnTo>
                  <a:lnTo>
                    <a:pt x="883491" y="5518965"/>
                  </a:lnTo>
                  <a:lnTo>
                    <a:pt x="871277" y="5518965"/>
                  </a:lnTo>
                  <a:lnTo>
                    <a:pt x="864223" y="5506265"/>
                  </a:lnTo>
                  <a:close/>
                </a:path>
                <a:path w="6723380" h="7035800">
                  <a:moveTo>
                    <a:pt x="1210660" y="5480865"/>
                  </a:moveTo>
                  <a:lnTo>
                    <a:pt x="1217123" y="5493565"/>
                  </a:lnTo>
                  <a:lnTo>
                    <a:pt x="1205928" y="5506265"/>
                  </a:lnTo>
                  <a:lnTo>
                    <a:pt x="1199466" y="5493565"/>
                  </a:lnTo>
                  <a:lnTo>
                    <a:pt x="1210660" y="5480865"/>
                  </a:lnTo>
                  <a:close/>
                </a:path>
                <a:path w="6723380" h="7035800">
                  <a:moveTo>
                    <a:pt x="3322" y="5480865"/>
                  </a:moveTo>
                  <a:lnTo>
                    <a:pt x="11549" y="5506265"/>
                  </a:lnTo>
                  <a:lnTo>
                    <a:pt x="114" y="5506265"/>
                  </a:lnTo>
                  <a:lnTo>
                    <a:pt x="114" y="5493565"/>
                  </a:lnTo>
                  <a:lnTo>
                    <a:pt x="3322" y="5480865"/>
                  </a:lnTo>
                  <a:close/>
                </a:path>
                <a:path w="6723380" h="7035800">
                  <a:moveTo>
                    <a:pt x="2411060" y="5480865"/>
                  </a:moveTo>
                  <a:lnTo>
                    <a:pt x="2417670" y="5480865"/>
                  </a:lnTo>
                  <a:lnTo>
                    <a:pt x="2421490" y="5493565"/>
                  </a:lnTo>
                  <a:lnTo>
                    <a:pt x="2414880" y="5493565"/>
                  </a:lnTo>
                  <a:lnTo>
                    <a:pt x="2411060" y="5480865"/>
                  </a:lnTo>
                  <a:close/>
                </a:path>
                <a:path w="6723380" h="7035800">
                  <a:moveTo>
                    <a:pt x="337754" y="5468165"/>
                  </a:moveTo>
                  <a:lnTo>
                    <a:pt x="345981" y="5480865"/>
                  </a:lnTo>
                  <a:lnTo>
                    <a:pt x="331731" y="5493565"/>
                  </a:lnTo>
                  <a:lnTo>
                    <a:pt x="323504" y="5480865"/>
                  </a:lnTo>
                  <a:lnTo>
                    <a:pt x="337754" y="5468165"/>
                  </a:lnTo>
                  <a:close/>
                </a:path>
                <a:path w="6723380" h="7035800">
                  <a:moveTo>
                    <a:pt x="1535100" y="5468165"/>
                  </a:moveTo>
                  <a:lnTo>
                    <a:pt x="1544772" y="5468165"/>
                  </a:lnTo>
                  <a:lnTo>
                    <a:pt x="1550352" y="5480865"/>
                  </a:lnTo>
                  <a:lnTo>
                    <a:pt x="1540685" y="5480865"/>
                  </a:lnTo>
                  <a:lnTo>
                    <a:pt x="1535100" y="5468165"/>
                  </a:lnTo>
                  <a:close/>
                </a:path>
                <a:path w="6723380" h="7035800">
                  <a:moveTo>
                    <a:pt x="671979" y="5442765"/>
                  </a:moveTo>
                  <a:lnTo>
                    <a:pt x="679619" y="5455465"/>
                  </a:lnTo>
                  <a:lnTo>
                    <a:pt x="666381" y="5468165"/>
                  </a:lnTo>
                  <a:lnTo>
                    <a:pt x="658747" y="5455465"/>
                  </a:lnTo>
                  <a:lnTo>
                    <a:pt x="671979" y="5442765"/>
                  </a:lnTo>
                  <a:close/>
                </a:path>
                <a:path w="6723380" h="7035800">
                  <a:moveTo>
                    <a:pt x="1878990" y="5442765"/>
                  </a:moveTo>
                  <a:lnTo>
                    <a:pt x="1883983" y="5455465"/>
                  </a:lnTo>
                  <a:lnTo>
                    <a:pt x="1870342" y="5455465"/>
                  </a:lnTo>
                  <a:lnTo>
                    <a:pt x="1878990" y="5442765"/>
                  </a:lnTo>
                  <a:close/>
                </a:path>
                <a:path w="6723380" h="7035800">
                  <a:moveTo>
                    <a:pt x="2205578" y="5430065"/>
                  </a:moveTo>
                  <a:lnTo>
                    <a:pt x="2217620" y="5430065"/>
                  </a:lnTo>
                  <a:lnTo>
                    <a:pt x="2209985" y="5442765"/>
                  </a:lnTo>
                  <a:lnTo>
                    <a:pt x="2205578" y="5430065"/>
                  </a:lnTo>
                  <a:close/>
                </a:path>
                <a:path w="6723380" h="7035800">
                  <a:moveTo>
                    <a:pt x="993581" y="5430065"/>
                  </a:moveTo>
                  <a:lnTo>
                    <a:pt x="1006304" y="5430065"/>
                  </a:lnTo>
                  <a:lnTo>
                    <a:pt x="1013649" y="5442765"/>
                  </a:lnTo>
                  <a:lnTo>
                    <a:pt x="1000926" y="5442765"/>
                  </a:lnTo>
                  <a:lnTo>
                    <a:pt x="993581" y="5430065"/>
                  </a:lnTo>
                  <a:close/>
                </a:path>
                <a:path w="6723380" h="7035800">
                  <a:moveTo>
                    <a:pt x="1340415" y="5404665"/>
                  </a:moveTo>
                  <a:lnTo>
                    <a:pt x="1346877" y="5417365"/>
                  </a:lnTo>
                  <a:lnTo>
                    <a:pt x="1335689" y="5430065"/>
                  </a:lnTo>
                  <a:lnTo>
                    <a:pt x="1329227" y="5417365"/>
                  </a:lnTo>
                  <a:lnTo>
                    <a:pt x="1340415" y="5404665"/>
                  </a:lnTo>
                  <a:close/>
                </a:path>
                <a:path w="6723380" h="7035800">
                  <a:moveTo>
                    <a:pt x="118034" y="5417365"/>
                  </a:moveTo>
                  <a:lnTo>
                    <a:pt x="133297" y="5417365"/>
                  </a:lnTo>
                  <a:lnTo>
                    <a:pt x="142111" y="5430065"/>
                  </a:lnTo>
                  <a:lnTo>
                    <a:pt x="126847" y="5430065"/>
                  </a:lnTo>
                  <a:lnTo>
                    <a:pt x="118034" y="5417365"/>
                  </a:lnTo>
                  <a:close/>
                </a:path>
                <a:path w="6723380" h="7035800">
                  <a:moveTo>
                    <a:pt x="2547430" y="5404665"/>
                  </a:moveTo>
                  <a:lnTo>
                    <a:pt x="2551251" y="5417365"/>
                  </a:lnTo>
                  <a:lnTo>
                    <a:pt x="2540814" y="5417365"/>
                  </a:lnTo>
                  <a:lnTo>
                    <a:pt x="2547430" y="5404665"/>
                  </a:lnTo>
                  <a:close/>
                </a:path>
                <a:path w="6723380" h="7035800">
                  <a:moveTo>
                    <a:pt x="467622" y="5391965"/>
                  </a:moveTo>
                  <a:lnTo>
                    <a:pt x="476145" y="5404665"/>
                  </a:lnTo>
                  <a:lnTo>
                    <a:pt x="461385" y="5417365"/>
                  </a:lnTo>
                  <a:lnTo>
                    <a:pt x="452868" y="5404665"/>
                  </a:lnTo>
                  <a:lnTo>
                    <a:pt x="467622" y="5391965"/>
                  </a:lnTo>
                  <a:close/>
                </a:path>
                <a:path w="6723380" h="7035800">
                  <a:moveTo>
                    <a:pt x="1664458" y="5391965"/>
                  </a:moveTo>
                  <a:lnTo>
                    <a:pt x="1674640" y="5391965"/>
                  </a:lnTo>
                  <a:lnTo>
                    <a:pt x="1680515" y="5404665"/>
                  </a:lnTo>
                  <a:lnTo>
                    <a:pt x="1670333" y="5404665"/>
                  </a:lnTo>
                  <a:lnTo>
                    <a:pt x="1664458" y="5391965"/>
                  </a:lnTo>
                  <a:close/>
                </a:path>
                <a:path w="6723380" h="7035800">
                  <a:moveTo>
                    <a:pt x="801847" y="5366565"/>
                  </a:moveTo>
                  <a:lnTo>
                    <a:pt x="809778" y="5391965"/>
                  </a:lnTo>
                  <a:lnTo>
                    <a:pt x="796037" y="5391965"/>
                  </a:lnTo>
                  <a:lnTo>
                    <a:pt x="788099" y="5379265"/>
                  </a:lnTo>
                  <a:lnTo>
                    <a:pt x="801847" y="5366565"/>
                  </a:lnTo>
                  <a:close/>
                </a:path>
                <a:path w="6723380" h="7035800">
                  <a:moveTo>
                    <a:pt x="2008750" y="5366565"/>
                  </a:moveTo>
                  <a:lnTo>
                    <a:pt x="2013743" y="5379265"/>
                  </a:lnTo>
                  <a:lnTo>
                    <a:pt x="2000102" y="5379265"/>
                  </a:lnTo>
                  <a:lnTo>
                    <a:pt x="2008750" y="5366565"/>
                  </a:lnTo>
                  <a:close/>
                </a:path>
                <a:path w="6723380" h="7035800">
                  <a:moveTo>
                    <a:pt x="1136065" y="5353865"/>
                  </a:moveTo>
                  <a:lnTo>
                    <a:pt x="1143410" y="5366565"/>
                  </a:lnTo>
                  <a:lnTo>
                    <a:pt x="1130687" y="5379265"/>
                  </a:lnTo>
                  <a:lnTo>
                    <a:pt x="1123342" y="5366565"/>
                  </a:lnTo>
                  <a:lnTo>
                    <a:pt x="1136065" y="5353865"/>
                  </a:lnTo>
                  <a:close/>
                </a:path>
                <a:path w="6723380" h="7035800">
                  <a:moveTo>
                    <a:pt x="2335333" y="5353865"/>
                  </a:moveTo>
                  <a:lnTo>
                    <a:pt x="2347381" y="5353865"/>
                  </a:lnTo>
                  <a:lnTo>
                    <a:pt x="2339740" y="5366565"/>
                  </a:lnTo>
                  <a:lnTo>
                    <a:pt x="2335333" y="5353865"/>
                  </a:lnTo>
                  <a:close/>
                </a:path>
                <a:path w="6723380" h="7035800">
                  <a:moveTo>
                    <a:pt x="247386" y="5341165"/>
                  </a:moveTo>
                  <a:lnTo>
                    <a:pt x="263159" y="5341165"/>
                  </a:lnTo>
                  <a:lnTo>
                    <a:pt x="272269" y="5353865"/>
                  </a:lnTo>
                  <a:lnTo>
                    <a:pt x="256496" y="5366565"/>
                  </a:lnTo>
                  <a:lnTo>
                    <a:pt x="247386" y="5341165"/>
                  </a:lnTo>
                  <a:close/>
                </a:path>
                <a:path w="6723380" h="7035800">
                  <a:moveTo>
                    <a:pt x="1470290" y="5328465"/>
                  </a:moveTo>
                  <a:lnTo>
                    <a:pt x="1477048" y="5341165"/>
                  </a:lnTo>
                  <a:lnTo>
                    <a:pt x="1465339" y="5353865"/>
                  </a:lnTo>
                  <a:lnTo>
                    <a:pt x="1458580" y="5341165"/>
                  </a:lnTo>
                  <a:lnTo>
                    <a:pt x="1470290" y="5328465"/>
                  </a:lnTo>
                  <a:close/>
                </a:path>
                <a:path w="6723380" h="7035800">
                  <a:moveTo>
                    <a:pt x="2677191" y="5328465"/>
                  </a:moveTo>
                  <a:lnTo>
                    <a:pt x="2681012" y="5341165"/>
                  </a:lnTo>
                  <a:lnTo>
                    <a:pt x="2670575" y="5341165"/>
                  </a:lnTo>
                  <a:lnTo>
                    <a:pt x="2677191" y="5328465"/>
                  </a:lnTo>
                  <a:close/>
                </a:path>
                <a:path w="6723380" h="7035800">
                  <a:moveTo>
                    <a:pt x="597377" y="5315765"/>
                  </a:moveTo>
                  <a:lnTo>
                    <a:pt x="605900" y="5328465"/>
                  </a:lnTo>
                  <a:lnTo>
                    <a:pt x="591140" y="5341165"/>
                  </a:lnTo>
                  <a:lnTo>
                    <a:pt x="582623" y="5328465"/>
                  </a:lnTo>
                  <a:lnTo>
                    <a:pt x="597377" y="5315765"/>
                  </a:lnTo>
                  <a:close/>
                </a:path>
                <a:path w="6723380" h="7035800">
                  <a:moveTo>
                    <a:pt x="1794219" y="5315765"/>
                  </a:moveTo>
                  <a:lnTo>
                    <a:pt x="1804394" y="5315765"/>
                  </a:lnTo>
                  <a:lnTo>
                    <a:pt x="1810270" y="5328465"/>
                  </a:lnTo>
                  <a:lnTo>
                    <a:pt x="1800094" y="5328465"/>
                  </a:lnTo>
                  <a:lnTo>
                    <a:pt x="1794219" y="5315765"/>
                  </a:lnTo>
                  <a:close/>
                </a:path>
                <a:path w="6723380" h="7035800">
                  <a:moveTo>
                    <a:pt x="2138511" y="5290365"/>
                  </a:moveTo>
                  <a:lnTo>
                    <a:pt x="2143504" y="5303065"/>
                  </a:lnTo>
                  <a:lnTo>
                    <a:pt x="2134856" y="5315765"/>
                  </a:lnTo>
                  <a:lnTo>
                    <a:pt x="2129857" y="5303065"/>
                  </a:lnTo>
                  <a:lnTo>
                    <a:pt x="2138511" y="5290365"/>
                  </a:lnTo>
                  <a:close/>
                </a:path>
                <a:path w="6723380" h="7035800">
                  <a:moveTo>
                    <a:pt x="917464" y="5303065"/>
                  </a:moveTo>
                  <a:lnTo>
                    <a:pt x="931709" y="5303065"/>
                  </a:lnTo>
                  <a:lnTo>
                    <a:pt x="939936" y="5315765"/>
                  </a:lnTo>
                  <a:lnTo>
                    <a:pt x="925691" y="5315765"/>
                  </a:lnTo>
                  <a:lnTo>
                    <a:pt x="917464" y="5303065"/>
                  </a:lnTo>
                  <a:close/>
                </a:path>
                <a:path w="6723380" h="7035800">
                  <a:moveTo>
                    <a:pt x="1265933" y="5277665"/>
                  </a:moveTo>
                  <a:lnTo>
                    <a:pt x="1273574" y="5290365"/>
                  </a:lnTo>
                  <a:lnTo>
                    <a:pt x="1260336" y="5303065"/>
                  </a:lnTo>
                  <a:lnTo>
                    <a:pt x="1252701" y="5290365"/>
                  </a:lnTo>
                  <a:lnTo>
                    <a:pt x="1265933" y="5277665"/>
                  </a:lnTo>
                  <a:close/>
                </a:path>
                <a:path w="6723380" h="7035800">
                  <a:moveTo>
                    <a:pt x="58696" y="5277665"/>
                  </a:moveTo>
                  <a:lnTo>
                    <a:pt x="68392" y="5303065"/>
                  </a:lnTo>
                  <a:lnTo>
                    <a:pt x="51607" y="5303065"/>
                  </a:lnTo>
                  <a:lnTo>
                    <a:pt x="41910" y="5290365"/>
                  </a:lnTo>
                  <a:lnTo>
                    <a:pt x="58696" y="5277665"/>
                  </a:lnTo>
                  <a:close/>
                </a:path>
                <a:path w="6723380" h="7035800">
                  <a:moveTo>
                    <a:pt x="2465094" y="5277665"/>
                  </a:moveTo>
                  <a:lnTo>
                    <a:pt x="2472729" y="5277665"/>
                  </a:lnTo>
                  <a:lnTo>
                    <a:pt x="2477136" y="5290365"/>
                  </a:lnTo>
                  <a:lnTo>
                    <a:pt x="2469501" y="5290365"/>
                  </a:lnTo>
                  <a:lnTo>
                    <a:pt x="2465094" y="5277665"/>
                  </a:lnTo>
                  <a:close/>
                </a:path>
                <a:path w="6723380" h="7035800">
                  <a:moveTo>
                    <a:pt x="376744" y="5264965"/>
                  </a:moveTo>
                  <a:lnTo>
                    <a:pt x="393027" y="5264965"/>
                  </a:lnTo>
                  <a:lnTo>
                    <a:pt x="402427" y="5277665"/>
                  </a:lnTo>
                  <a:lnTo>
                    <a:pt x="386144" y="5290365"/>
                  </a:lnTo>
                  <a:lnTo>
                    <a:pt x="376744" y="5264965"/>
                  </a:lnTo>
                  <a:close/>
                </a:path>
                <a:path w="6723380" h="7035800">
                  <a:moveTo>
                    <a:pt x="1588340" y="5264965"/>
                  </a:moveTo>
                  <a:lnTo>
                    <a:pt x="1606803" y="5264965"/>
                  </a:lnTo>
                  <a:lnTo>
                    <a:pt x="1595099" y="5277665"/>
                  </a:lnTo>
                  <a:lnTo>
                    <a:pt x="1588340" y="5264965"/>
                  </a:lnTo>
                  <a:close/>
                </a:path>
                <a:path w="6723380" h="7035800">
                  <a:moveTo>
                    <a:pt x="2806952" y="5252265"/>
                  </a:moveTo>
                  <a:lnTo>
                    <a:pt x="2810772" y="5264965"/>
                  </a:lnTo>
                  <a:lnTo>
                    <a:pt x="2800330" y="5264965"/>
                  </a:lnTo>
                  <a:lnTo>
                    <a:pt x="2806952" y="5252265"/>
                  </a:lnTo>
                  <a:close/>
                </a:path>
                <a:path w="6723380" h="7035800">
                  <a:moveTo>
                    <a:pt x="727252" y="5239565"/>
                  </a:moveTo>
                  <a:lnTo>
                    <a:pt x="736066" y="5252265"/>
                  </a:lnTo>
                  <a:lnTo>
                    <a:pt x="720802" y="5264965"/>
                  </a:lnTo>
                  <a:lnTo>
                    <a:pt x="711989" y="5252265"/>
                  </a:lnTo>
                  <a:lnTo>
                    <a:pt x="727252" y="5239565"/>
                  </a:lnTo>
                  <a:close/>
                </a:path>
                <a:path w="6723380" h="7035800">
                  <a:moveTo>
                    <a:pt x="1923979" y="5239565"/>
                  </a:moveTo>
                  <a:lnTo>
                    <a:pt x="1934154" y="5239565"/>
                  </a:lnTo>
                  <a:lnTo>
                    <a:pt x="1940030" y="5252265"/>
                  </a:lnTo>
                  <a:lnTo>
                    <a:pt x="1929854" y="5252265"/>
                  </a:lnTo>
                  <a:lnTo>
                    <a:pt x="1923979" y="5239565"/>
                  </a:lnTo>
                  <a:close/>
                </a:path>
                <a:path w="6723380" h="7035800">
                  <a:moveTo>
                    <a:pt x="2259613" y="5226865"/>
                  </a:moveTo>
                  <a:lnTo>
                    <a:pt x="2273266" y="5226865"/>
                  </a:lnTo>
                  <a:lnTo>
                    <a:pt x="2264612" y="5239565"/>
                  </a:lnTo>
                  <a:lnTo>
                    <a:pt x="2259613" y="5226865"/>
                  </a:lnTo>
                  <a:close/>
                </a:path>
                <a:path w="6723380" h="7035800">
                  <a:moveTo>
                    <a:pt x="1047219" y="5226865"/>
                  </a:moveTo>
                  <a:lnTo>
                    <a:pt x="1061470" y="5226865"/>
                  </a:lnTo>
                  <a:lnTo>
                    <a:pt x="1069697" y="5239565"/>
                  </a:lnTo>
                  <a:lnTo>
                    <a:pt x="1055446" y="5239565"/>
                  </a:lnTo>
                  <a:lnTo>
                    <a:pt x="1047219" y="5226865"/>
                  </a:lnTo>
                  <a:close/>
                </a:path>
                <a:path w="6723380" h="7035800">
                  <a:moveTo>
                    <a:pt x="1395689" y="5201465"/>
                  </a:moveTo>
                  <a:lnTo>
                    <a:pt x="1403330" y="5214165"/>
                  </a:lnTo>
                  <a:lnTo>
                    <a:pt x="1390098" y="5226865"/>
                  </a:lnTo>
                  <a:lnTo>
                    <a:pt x="1382463" y="5214165"/>
                  </a:lnTo>
                  <a:lnTo>
                    <a:pt x="1395689" y="5201465"/>
                  </a:lnTo>
                  <a:close/>
                </a:path>
                <a:path w="6723380" h="7035800">
                  <a:moveTo>
                    <a:pt x="188671" y="5201465"/>
                  </a:moveTo>
                  <a:lnTo>
                    <a:pt x="198954" y="5226865"/>
                  </a:lnTo>
                  <a:lnTo>
                    <a:pt x="181143" y="5226865"/>
                  </a:lnTo>
                  <a:lnTo>
                    <a:pt x="170860" y="5214165"/>
                  </a:lnTo>
                  <a:lnTo>
                    <a:pt x="188671" y="5201465"/>
                  </a:lnTo>
                  <a:close/>
                </a:path>
                <a:path w="6723380" h="7035800">
                  <a:moveTo>
                    <a:pt x="2594855" y="5201465"/>
                  </a:moveTo>
                  <a:lnTo>
                    <a:pt x="2602484" y="5201465"/>
                  </a:lnTo>
                  <a:lnTo>
                    <a:pt x="2606891" y="5214165"/>
                  </a:lnTo>
                  <a:lnTo>
                    <a:pt x="2599262" y="5214165"/>
                  </a:lnTo>
                  <a:lnTo>
                    <a:pt x="2594855" y="5201465"/>
                  </a:lnTo>
                  <a:close/>
                </a:path>
                <a:path w="6723380" h="7035800">
                  <a:moveTo>
                    <a:pt x="506103" y="5188765"/>
                  </a:moveTo>
                  <a:lnTo>
                    <a:pt x="522894" y="5188765"/>
                  </a:lnTo>
                  <a:lnTo>
                    <a:pt x="532591" y="5201465"/>
                  </a:lnTo>
                  <a:lnTo>
                    <a:pt x="515799" y="5214165"/>
                  </a:lnTo>
                  <a:lnTo>
                    <a:pt x="506103" y="5188765"/>
                  </a:lnTo>
                  <a:close/>
                </a:path>
                <a:path w="6723380" h="7035800">
                  <a:moveTo>
                    <a:pt x="1717699" y="5188765"/>
                  </a:moveTo>
                  <a:lnTo>
                    <a:pt x="1729912" y="5188765"/>
                  </a:lnTo>
                  <a:lnTo>
                    <a:pt x="1736961" y="5201465"/>
                  </a:lnTo>
                  <a:lnTo>
                    <a:pt x="1724747" y="5201465"/>
                  </a:lnTo>
                  <a:lnTo>
                    <a:pt x="1717699" y="5188765"/>
                  </a:lnTo>
                  <a:close/>
                </a:path>
                <a:path w="6723380" h="7035800">
                  <a:moveTo>
                    <a:pt x="857113" y="5163365"/>
                  </a:moveTo>
                  <a:lnTo>
                    <a:pt x="866223" y="5176065"/>
                  </a:lnTo>
                  <a:lnTo>
                    <a:pt x="850450" y="5188765"/>
                  </a:lnTo>
                  <a:lnTo>
                    <a:pt x="841340" y="5176065"/>
                  </a:lnTo>
                  <a:lnTo>
                    <a:pt x="857113" y="5163365"/>
                  </a:lnTo>
                  <a:close/>
                </a:path>
                <a:path w="6723380" h="7035800">
                  <a:moveTo>
                    <a:pt x="2063916" y="5163365"/>
                  </a:moveTo>
                  <a:lnTo>
                    <a:pt x="2069791" y="5176065"/>
                  </a:lnTo>
                  <a:lnTo>
                    <a:pt x="2053740" y="5176065"/>
                  </a:lnTo>
                  <a:lnTo>
                    <a:pt x="2063916" y="5163365"/>
                  </a:lnTo>
                  <a:close/>
                </a:path>
                <a:path w="6723380" h="7035800">
                  <a:moveTo>
                    <a:pt x="1176577" y="5150665"/>
                  </a:moveTo>
                  <a:lnTo>
                    <a:pt x="1191332" y="5150665"/>
                  </a:lnTo>
                  <a:lnTo>
                    <a:pt x="1199855" y="5163365"/>
                  </a:lnTo>
                  <a:lnTo>
                    <a:pt x="1185095" y="5176065"/>
                  </a:lnTo>
                  <a:lnTo>
                    <a:pt x="1176577" y="5150665"/>
                  </a:lnTo>
                  <a:close/>
                </a:path>
                <a:path w="6723380" h="7035800">
                  <a:moveTo>
                    <a:pt x="2389373" y="5150665"/>
                  </a:moveTo>
                  <a:lnTo>
                    <a:pt x="2403026" y="5150665"/>
                  </a:lnTo>
                  <a:lnTo>
                    <a:pt x="2394373" y="5163365"/>
                  </a:lnTo>
                  <a:lnTo>
                    <a:pt x="2389373" y="5150665"/>
                  </a:lnTo>
                  <a:close/>
                </a:path>
                <a:path w="6723380" h="7035800">
                  <a:moveTo>
                    <a:pt x="318432" y="5125265"/>
                  </a:moveTo>
                  <a:lnTo>
                    <a:pt x="328714" y="5150665"/>
                  </a:lnTo>
                  <a:lnTo>
                    <a:pt x="310903" y="5163365"/>
                  </a:lnTo>
                  <a:lnTo>
                    <a:pt x="300621" y="5137965"/>
                  </a:lnTo>
                  <a:lnTo>
                    <a:pt x="318432" y="5125265"/>
                  </a:lnTo>
                  <a:close/>
                </a:path>
                <a:path w="6723380" h="7035800">
                  <a:moveTo>
                    <a:pt x="1525556" y="5125265"/>
                  </a:moveTo>
                  <a:lnTo>
                    <a:pt x="1533487" y="5137965"/>
                  </a:lnTo>
                  <a:lnTo>
                    <a:pt x="1519745" y="5150665"/>
                  </a:lnTo>
                  <a:lnTo>
                    <a:pt x="1511814" y="5137965"/>
                  </a:lnTo>
                  <a:lnTo>
                    <a:pt x="1525556" y="5125265"/>
                  </a:lnTo>
                  <a:close/>
                </a:path>
                <a:path w="6723380" h="7035800">
                  <a:moveTo>
                    <a:pt x="2724616" y="5125265"/>
                  </a:moveTo>
                  <a:lnTo>
                    <a:pt x="2732244" y="5125265"/>
                  </a:lnTo>
                  <a:lnTo>
                    <a:pt x="2736651" y="5137965"/>
                  </a:lnTo>
                  <a:lnTo>
                    <a:pt x="2729022" y="5137965"/>
                  </a:lnTo>
                  <a:lnTo>
                    <a:pt x="2724616" y="5125265"/>
                  </a:lnTo>
                  <a:close/>
                </a:path>
                <a:path w="6723380" h="7035800">
                  <a:moveTo>
                    <a:pt x="652764" y="5112565"/>
                  </a:moveTo>
                  <a:lnTo>
                    <a:pt x="662750" y="5125265"/>
                  </a:lnTo>
                  <a:lnTo>
                    <a:pt x="645449" y="5137965"/>
                  </a:lnTo>
                  <a:lnTo>
                    <a:pt x="635457" y="5125265"/>
                  </a:lnTo>
                  <a:lnTo>
                    <a:pt x="652764" y="5112565"/>
                  </a:lnTo>
                  <a:close/>
                </a:path>
                <a:path w="6723380" h="7035800">
                  <a:moveTo>
                    <a:pt x="1847459" y="5112565"/>
                  </a:moveTo>
                  <a:lnTo>
                    <a:pt x="1859666" y="5112565"/>
                  </a:lnTo>
                  <a:lnTo>
                    <a:pt x="1866715" y="5125265"/>
                  </a:lnTo>
                  <a:lnTo>
                    <a:pt x="1854507" y="5125265"/>
                  </a:lnTo>
                  <a:lnTo>
                    <a:pt x="1847459" y="5112565"/>
                  </a:lnTo>
                  <a:close/>
                </a:path>
                <a:path w="6723380" h="7035800">
                  <a:moveTo>
                    <a:pt x="986982" y="5087165"/>
                  </a:moveTo>
                  <a:lnTo>
                    <a:pt x="996382" y="5112565"/>
                  </a:lnTo>
                  <a:lnTo>
                    <a:pt x="980099" y="5112565"/>
                  </a:lnTo>
                  <a:lnTo>
                    <a:pt x="970699" y="5099865"/>
                  </a:lnTo>
                  <a:lnTo>
                    <a:pt x="986982" y="5087165"/>
                  </a:lnTo>
                  <a:close/>
                </a:path>
                <a:path w="6723380" h="7035800">
                  <a:moveTo>
                    <a:pt x="2193678" y="5087165"/>
                  </a:moveTo>
                  <a:lnTo>
                    <a:pt x="2199553" y="5099865"/>
                  </a:lnTo>
                  <a:lnTo>
                    <a:pt x="2183496" y="5099865"/>
                  </a:lnTo>
                  <a:lnTo>
                    <a:pt x="2193678" y="5087165"/>
                  </a:lnTo>
                  <a:close/>
                </a:path>
                <a:path w="6723380" h="7035800">
                  <a:moveTo>
                    <a:pt x="1306339" y="5074465"/>
                  </a:moveTo>
                  <a:lnTo>
                    <a:pt x="1321094" y="5074465"/>
                  </a:lnTo>
                  <a:lnTo>
                    <a:pt x="1329617" y="5087165"/>
                  </a:lnTo>
                  <a:lnTo>
                    <a:pt x="1314857" y="5099865"/>
                  </a:lnTo>
                  <a:lnTo>
                    <a:pt x="1306339" y="5074465"/>
                  </a:lnTo>
                  <a:close/>
                </a:path>
                <a:path w="6723380" h="7035800">
                  <a:moveTo>
                    <a:pt x="113975" y="5074465"/>
                  </a:moveTo>
                  <a:lnTo>
                    <a:pt x="124844" y="5087165"/>
                  </a:lnTo>
                  <a:lnTo>
                    <a:pt x="106014" y="5099865"/>
                  </a:lnTo>
                  <a:lnTo>
                    <a:pt x="95146" y="5087165"/>
                  </a:lnTo>
                  <a:lnTo>
                    <a:pt x="113975" y="5074465"/>
                  </a:lnTo>
                  <a:close/>
                </a:path>
                <a:path w="6723380" h="7035800">
                  <a:moveTo>
                    <a:pt x="2519135" y="5074465"/>
                  </a:moveTo>
                  <a:lnTo>
                    <a:pt x="2532781" y="5074465"/>
                  </a:lnTo>
                  <a:lnTo>
                    <a:pt x="2524134" y="5087165"/>
                  </a:lnTo>
                  <a:lnTo>
                    <a:pt x="2519135" y="5074465"/>
                  </a:lnTo>
                  <a:close/>
                </a:path>
                <a:path w="6723380" h="7035800">
                  <a:moveTo>
                    <a:pt x="448299" y="5049065"/>
                  </a:moveTo>
                  <a:lnTo>
                    <a:pt x="458878" y="5074465"/>
                  </a:lnTo>
                  <a:lnTo>
                    <a:pt x="440558" y="5087165"/>
                  </a:lnTo>
                  <a:lnTo>
                    <a:pt x="429979" y="5061765"/>
                  </a:lnTo>
                  <a:lnTo>
                    <a:pt x="448299" y="5049065"/>
                  </a:lnTo>
                  <a:close/>
                </a:path>
                <a:path w="6723380" h="7035800">
                  <a:moveTo>
                    <a:pt x="1655311" y="5049065"/>
                  </a:moveTo>
                  <a:lnTo>
                    <a:pt x="1663242" y="5061765"/>
                  </a:lnTo>
                  <a:lnTo>
                    <a:pt x="1649506" y="5074465"/>
                  </a:lnTo>
                  <a:lnTo>
                    <a:pt x="1641575" y="5061765"/>
                  </a:lnTo>
                  <a:lnTo>
                    <a:pt x="1655311" y="5049065"/>
                  </a:lnTo>
                  <a:close/>
                </a:path>
                <a:path w="6723380" h="7035800">
                  <a:moveTo>
                    <a:pt x="2862006" y="5049065"/>
                  </a:moveTo>
                  <a:lnTo>
                    <a:pt x="2866413" y="5061765"/>
                  </a:lnTo>
                  <a:lnTo>
                    <a:pt x="2854371" y="5061765"/>
                  </a:lnTo>
                  <a:lnTo>
                    <a:pt x="2862006" y="5049065"/>
                  </a:lnTo>
                  <a:close/>
                </a:path>
                <a:path w="6723380" h="7035800">
                  <a:moveTo>
                    <a:pt x="782625" y="5036365"/>
                  </a:moveTo>
                  <a:lnTo>
                    <a:pt x="792908" y="5049065"/>
                  </a:lnTo>
                  <a:lnTo>
                    <a:pt x="775097" y="5061765"/>
                  </a:lnTo>
                  <a:lnTo>
                    <a:pt x="764814" y="5049065"/>
                  </a:lnTo>
                  <a:lnTo>
                    <a:pt x="782625" y="5036365"/>
                  </a:lnTo>
                  <a:close/>
                </a:path>
                <a:path w="6723380" h="7035800">
                  <a:moveTo>
                    <a:pt x="1977214" y="5036365"/>
                  </a:moveTo>
                  <a:lnTo>
                    <a:pt x="1989427" y="5036365"/>
                  </a:lnTo>
                  <a:lnTo>
                    <a:pt x="1996476" y="5049065"/>
                  </a:lnTo>
                  <a:lnTo>
                    <a:pt x="1984263" y="5049065"/>
                  </a:lnTo>
                  <a:lnTo>
                    <a:pt x="1977214" y="5036365"/>
                  </a:lnTo>
                  <a:close/>
                </a:path>
                <a:path w="6723380" h="7035800">
                  <a:moveTo>
                    <a:pt x="2323432" y="5010965"/>
                  </a:moveTo>
                  <a:lnTo>
                    <a:pt x="2329307" y="5023665"/>
                  </a:lnTo>
                  <a:lnTo>
                    <a:pt x="2319132" y="5036365"/>
                  </a:lnTo>
                  <a:lnTo>
                    <a:pt x="2313256" y="5023665"/>
                  </a:lnTo>
                  <a:lnTo>
                    <a:pt x="2323432" y="5010965"/>
                  </a:lnTo>
                  <a:close/>
                </a:path>
                <a:path w="6723380" h="7035800">
                  <a:moveTo>
                    <a:pt x="1116737" y="5010965"/>
                  </a:moveTo>
                  <a:lnTo>
                    <a:pt x="1126142" y="5036365"/>
                  </a:lnTo>
                  <a:lnTo>
                    <a:pt x="1109860" y="5036365"/>
                  </a:lnTo>
                  <a:lnTo>
                    <a:pt x="1100460" y="5023665"/>
                  </a:lnTo>
                  <a:lnTo>
                    <a:pt x="1116737" y="5010965"/>
                  </a:lnTo>
                  <a:close/>
                </a:path>
                <a:path w="6723380" h="7035800">
                  <a:moveTo>
                    <a:pt x="1450854" y="4998265"/>
                  </a:moveTo>
                  <a:lnTo>
                    <a:pt x="1459377" y="5010965"/>
                  </a:lnTo>
                  <a:lnTo>
                    <a:pt x="1444617" y="5023665"/>
                  </a:lnTo>
                  <a:lnTo>
                    <a:pt x="1436100" y="5010965"/>
                  </a:lnTo>
                  <a:lnTo>
                    <a:pt x="1450854" y="4998265"/>
                  </a:lnTo>
                  <a:close/>
                </a:path>
                <a:path w="6723380" h="7035800">
                  <a:moveTo>
                    <a:pt x="243949" y="4998265"/>
                  </a:moveTo>
                  <a:lnTo>
                    <a:pt x="255404" y="5023665"/>
                  </a:lnTo>
                  <a:lnTo>
                    <a:pt x="235562" y="5023665"/>
                  </a:lnTo>
                  <a:lnTo>
                    <a:pt x="224101" y="5010965"/>
                  </a:lnTo>
                  <a:lnTo>
                    <a:pt x="243949" y="4998265"/>
                  </a:lnTo>
                  <a:close/>
                </a:path>
                <a:path w="6723380" h="7035800">
                  <a:moveTo>
                    <a:pt x="2648895" y="4998265"/>
                  </a:moveTo>
                  <a:lnTo>
                    <a:pt x="2657543" y="4998265"/>
                  </a:lnTo>
                  <a:lnTo>
                    <a:pt x="2662542" y="5010965"/>
                  </a:lnTo>
                  <a:lnTo>
                    <a:pt x="2653888" y="5010965"/>
                  </a:lnTo>
                  <a:lnTo>
                    <a:pt x="2648895" y="4998265"/>
                  </a:lnTo>
                  <a:close/>
                </a:path>
                <a:path w="6723380" h="7035800">
                  <a:moveTo>
                    <a:pt x="578169" y="4972865"/>
                  </a:moveTo>
                  <a:lnTo>
                    <a:pt x="589037" y="4998265"/>
                  </a:lnTo>
                  <a:lnTo>
                    <a:pt x="570208" y="5010965"/>
                  </a:lnTo>
                  <a:lnTo>
                    <a:pt x="559339" y="4985565"/>
                  </a:lnTo>
                  <a:lnTo>
                    <a:pt x="578169" y="4972865"/>
                  </a:lnTo>
                  <a:close/>
                </a:path>
                <a:path w="6723380" h="7035800">
                  <a:moveTo>
                    <a:pt x="1785071" y="4972865"/>
                  </a:moveTo>
                  <a:lnTo>
                    <a:pt x="1793002" y="4985565"/>
                  </a:lnTo>
                  <a:lnTo>
                    <a:pt x="1779266" y="4998265"/>
                  </a:lnTo>
                  <a:lnTo>
                    <a:pt x="1771335" y="4985565"/>
                  </a:lnTo>
                  <a:lnTo>
                    <a:pt x="1785071" y="4972865"/>
                  </a:lnTo>
                  <a:close/>
                </a:path>
                <a:path w="6723380" h="7035800">
                  <a:moveTo>
                    <a:pt x="912386" y="4960165"/>
                  </a:moveTo>
                  <a:lnTo>
                    <a:pt x="922669" y="4972865"/>
                  </a:lnTo>
                  <a:lnTo>
                    <a:pt x="904858" y="4985565"/>
                  </a:lnTo>
                  <a:lnTo>
                    <a:pt x="894576" y="4972865"/>
                  </a:lnTo>
                  <a:lnTo>
                    <a:pt x="912386" y="4960165"/>
                  </a:lnTo>
                  <a:close/>
                </a:path>
                <a:path w="6723380" h="7035800">
                  <a:moveTo>
                    <a:pt x="2106976" y="4960165"/>
                  </a:moveTo>
                  <a:lnTo>
                    <a:pt x="2119189" y="4960165"/>
                  </a:lnTo>
                  <a:lnTo>
                    <a:pt x="2126238" y="4972865"/>
                  </a:lnTo>
                  <a:lnTo>
                    <a:pt x="2114025" y="4972865"/>
                  </a:lnTo>
                  <a:lnTo>
                    <a:pt x="2106976" y="4960165"/>
                  </a:lnTo>
                  <a:close/>
                </a:path>
                <a:path w="6723380" h="7035800">
                  <a:moveTo>
                    <a:pt x="1246611" y="4934765"/>
                  </a:moveTo>
                  <a:lnTo>
                    <a:pt x="1256307" y="4960165"/>
                  </a:lnTo>
                  <a:lnTo>
                    <a:pt x="1239509" y="4972865"/>
                  </a:lnTo>
                  <a:lnTo>
                    <a:pt x="1229819" y="4947465"/>
                  </a:lnTo>
                  <a:lnTo>
                    <a:pt x="1246611" y="4934765"/>
                  </a:lnTo>
                  <a:close/>
                </a:path>
                <a:path w="6723380" h="7035800">
                  <a:moveTo>
                    <a:pt x="39487" y="4947465"/>
                  </a:moveTo>
                  <a:lnTo>
                    <a:pt x="51528" y="4960165"/>
                  </a:lnTo>
                  <a:lnTo>
                    <a:pt x="30668" y="4972865"/>
                  </a:lnTo>
                  <a:lnTo>
                    <a:pt x="18626" y="4960165"/>
                  </a:lnTo>
                  <a:lnTo>
                    <a:pt x="39487" y="4947465"/>
                  </a:lnTo>
                  <a:close/>
                </a:path>
                <a:path w="6723380" h="7035800">
                  <a:moveTo>
                    <a:pt x="2453193" y="4934765"/>
                  </a:moveTo>
                  <a:lnTo>
                    <a:pt x="2459069" y="4947465"/>
                  </a:lnTo>
                  <a:lnTo>
                    <a:pt x="2448893" y="4960165"/>
                  </a:lnTo>
                  <a:lnTo>
                    <a:pt x="2443017" y="4947465"/>
                  </a:lnTo>
                  <a:lnTo>
                    <a:pt x="2453193" y="4934765"/>
                  </a:lnTo>
                  <a:close/>
                </a:path>
                <a:path w="6723380" h="7035800">
                  <a:moveTo>
                    <a:pt x="373811" y="4922065"/>
                  </a:moveTo>
                  <a:lnTo>
                    <a:pt x="385562" y="4947465"/>
                  </a:lnTo>
                  <a:lnTo>
                    <a:pt x="365210" y="4960165"/>
                  </a:lnTo>
                  <a:lnTo>
                    <a:pt x="353459" y="4934765"/>
                  </a:lnTo>
                  <a:lnTo>
                    <a:pt x="373811" y="4922065"/>
                  </a:lnTo>
                  <a:close/>
                </a:path>
                <a:path w="6723380" h="7035800">
                  <a:moveTo>
                    <a:pt x="1580716" y="4922065"/>
                  </a:moveTo>
                  <a:lnTo>
                    <a:pt x="1589529" y="4934765"/>
                  </a:lnTo>
                  <a:lnTo>
                    <a:pt x="1574266" y="4947465"/>
                  </a:lnTo>
                  <a:lnTo>
                    <a:pt x="1565452" y="4934765"/>
                  </a:lnTo>
                  <a:lnTo>
                    <a:pt x="1580716" y="4922065"/>
                  </a:lnTo>
                  <a:close/>
                </a:path>
                <a:path w="6723380" h="7035800">
                  <a:moveTo>
                    <a:pt x="2778650" y="4922065"/>
                  </a:moveTo>
                  <a:lnTo>
                    <a:pt x="2787304" y="4922065"/>
                  </a:lnTo>
                  <a:lnTo>
                    <a:pt x="2792297" y="4934765"/>
                  </a:lnTo>
                  <a:lnTo>
                    <a:pt x="2783643" y="4934765"/>
                  </a:lnTo>
                  <a:lnTo>
                    <a:pt x="2778650" y="4922065"/>
                  </a:lnTo>
                  <a:close/>
                </a:path>
                <a:path w="6723380" h="7035800">
                  <a:moveTo>
                    <a:pt x="688697" y="4909365"/>
                  </a:moveTo>
                  <a:lnTo>
                    <a:pt x="708030" y="4909365"/>
                  </a:lnTo>
                  <a:lnTo>
                    <a:pt x="719195" y="4922065"/>
                  </a:lnTo>
                  <a:lnTo>
                    <a:pt x="699862" y="4934765"/>
                  </a:lnTo>
                  <a:lnTo>
                    <a:pt x="688697" y="4909365"/>
                  </a:lnTo>
                  <a:close/>
                </a:path>
                <a:path w="6723380" h="7035800">
                  <a:moveTo>
                    <a:pt x="1914832" y="4896665"/>
                  </a:moveTo>
                  <a:lnTo>
                    <a:pt x="1922763" y="4922065"/>
                  </a:lnTo>
                  <a:lnTo>
                    <a:pt x="1909027" y="4922065"/>
                  </a:lnTo>
                  <a:lnTo>
                    <a:pt x="1901096" y="4909365"/>
                  </a:lnTo>
                  <a:lnTo>
                    <a:pt x="1914832" y="4896665"/>
                  </a:lnTo>
                  <a:close/>
                </a:path>
                <a:path w="6723380" h="7035800">
                  <a:moveTo>
                    <a:pt x="2248949" y="4883965"/>
                  </a:moveTo>
                  <a:lnTo>
                    <a:pt x="2255998" y="4896665"/>
                  </a:lnTo>
                  <a:lnTo>
                    <a:pt x="2243785" y="4909365"/>
                  </a:lnTo>
                  <a:lnTo>
                    <a:pt x="2236736" y="4896665"/>
                  </a:lnTo>
                  <a:lnTo>
                    <a:pt x="2248949" y="4883965"/>
                  </a:lnTo>
                  <a:close/>
                </a:path>
                <a:path w="6723380" h="7035800">
                  <a:moveTo>
                    <a:pt x="1042254" y="4883965"/>
                  </a:moveTo>
                  <a:lnTo>
                    <a:pt x="1052833" y="4896665"/>
                  </a:lnTo>
                  <a:lnTo>
                    <a:pt x="1034513" y="4909365"/>
                  </a:lnTo>
                  <a:lnTo>
                    <a:pt x="1023934" y="4896665"/>
                  </a:lnTo>
                  <a:lnTo>
                    <a:pt x="1042254" y="4883965"/>
                  </a:lnTo>
                  <a:close/>
                </a:path>
                <a:path w="6723380" h="7035800">
                  <a:moveTo>
                    <a:pt x="1359580" y="4871265"/>
                  </a:moveTo>
                  <a:lnTo>
                    <a:pt x="1376366" y="4871265"/>
                  </a:lnTo>
                  <a:lnTo>
                    <a:pt x="1386062" y="4883965"/>
                  </a:lnTo>
                  <a:lnTo>
                    <a:pt x="1369271" y="4896665"/>
                  </a:lnTo>
                  <a:lnTo>
                    <a:pt x="1359580" y="4871265"/>
                  </a:lnTo>
                  <a:close/>
                </a:path>
                <a:path w="6723380" h="7035800">
                  <a:moveTo>
                    <a:pt x="169348" y="4871265"/>
                  </a:moveTo>
                  <a:lnTo>
                    <a:pt x="181692" y="4883965"/>
                  </a:lnTo>
                  <a:lnTo>
                    <a:pt x="160321" y="4896665"/>
                  </a:lnTo>
                  <a:lnTo>
                    <a:pt x="147978" y="4883965"/>
                  </a:lnTo>
                  <a:lnTo>
                    <a:pt x="169348" y="4871265"/>
                  </a:lnTo>
                  <a:close/>
                </a:path>
                <a:path w="6723380" h="7035800">
                  <a:moveTo>
                    <a:pt x="2572772" y="4871265"/>
                  </a:moveTo>
                  <a:lnTo>
                    <a:pt x="2588829" y="4871265"/>
                  </a:lnTo>
                  <a:lnTo>
                    <a:pt x="2578647" y="4883965"/>
                  </a:lnTo>
                  <a:lnTo>
                    <a:pt x="2572772" y="4871265"/>
                  </a:lnTo>
                  <a:close/>
                </a:path>
                <a:path w="6723380" h="7035800">
                  <a:moveTo>
                    <a:pt x="503680" y="4845865"/>
                  </a:moveTo>
                  <a:lnTo>
                    <a:pt x="515728" y="4871265"/>
                  </a:lnTo>
                  <a:lnTo>
                    <a:pt x="494861" y="4883965"/>
                  </a:lnTo>
                  <a:lnTo>
                    <a:pt x="482819" y="4858565"/>
                  </a:lnTo>
                  <a:lnTo>
                    <a:pt x="503680" y="4845865"/>
                  </a:lnTo>
                  <a:close/>
                </a:path>
                <a:path w="6723380" h="7035800">
                  <a:moveTo>
                    <a:pt x="1710476" y="4845865"/>
                  </a:moveTo>
                  <a:lnTo>
                    <a:pt x="1719289" y="4858565"/>
                  </a:lnTo>
                  <a:lnTo>
                    <a:pt x="1704026" y="4871265"/>
                  </a:lnTo>
                  <a:lnTo>
                    <a:pt x="1695212" y="4858565"/>
                  </a:lnTo>
                  <a:lnTo>
                    <a:pt x="1710476" y="4845865"/>
                  </a:lnTo>
                  <a:close/>
                </a:path>
                <a:path w="6723380" h="7035800">
                  <a:moveTo>
                    <a:pt x="837791" y="4833165"/>
                  </a:moveTo>
                  <a:lnTo>
                    <a:pt x="848956" y="4845865"/>
                  </a:lnTo>
                  <a:lnTo>
                    <a:pt x="829617" y="4858565"/>
                  </a:lnTo>
                  <a:lnTo>
                    <a:pt x="818452" y="4845865"/>
                  </a:lnTo>
                  <a:lnTo>
                    <a:pt x="837791" y="4833165"/>
                  </a:lnTo>
                  <a:close/>
                </a:path>
                <a:path w="6723380" h="7035800">
                  <a:moveTo>
                    <a:pt x="2030852" y="4833165"/>
                  </a:moveTo>
                  <a:lnTo>
                    <a:pt x="2044594" y="4833165"/>
                  </a:lnTo>
                  <a:lnTo>
                    <a:pt x="2052525" y="4845865"/>
                  </a:lnTo>
                  <a:lnTo>
                    <a:pt x="2038783" y="4845865"/>
                  </a:lnTo>
                  <a:lnTo>
                    <a:pt x="2030852" y="4833165"/>
                  </a:lnTo>
                  <a:close/>
                </a:path>
                <a:path w="6723380" h="7035800">
                  <a:moveTo>
                    <a:pt x="2378705" y="4807765"/>
                  </a:moveTo>
                  <a:lnTo>
                    <a:pt x="2385754" y="4820465"/>
                  </a:lnTo>
                  <a:lnTo>
                    <a:pt x="2373546" y="4833165"/>
                  </a:lnTo>
                  <a:lnTo>
                    <a:pt x="2366497" y="4820465"/>
                  </a:lnTo>
                  <a:lnTo>
                    <a:pt x="2378705" y="4807765"/>
                  </a:lnTo>
                  <a:close/>
                </a:path>
                <a:path w="6723380" h="7035800">
                  <a:moveTo>
                    <a:pt x="1172010" y="4807765"/>
                  </a:moveTo>
                  <a:lnTo>
                    <a:pt x="1182589" y="4833165"/>
                  </a:lnTo>
                  <a:lnTo>
                    <a:pt x="1164275" y="4833165"/>
                  </a:lnTo>
                  <a:lnTo>
                    <a:pt x="1153696" y="4820465"/>
                  </a:lnTo>
                  <a:lnTo>
                    <a:pt x="1172010" y="4807765"/>
                  </a:lnTo>
                  <a:close/>
                </a:path>
                <a:path w="6723380" h="7035800">
                  <a:moveTo>
                    <a:pt x="1488932" y="4795065"/>
                  </a:moveTo>
                  <a:lnTo>
                    <a:pt x="1506233" y="4795065"/>
                  </a:lnTo>
                  <a:lnTo>
                    <a:pt x="1516225" y="4807765"/>
                  </a:lnTo>
                  <a:lnTo>
                    <a:pt x="1498924" y="4820465"/>
                  </a:lnTo>
                  <a:lnTo>
                    <a:pt x="1488932" y="4795065"/>
                  </a:lnTo>
                  <a:close/>
                </a:path>
                <a:path w="6723380" h="7035800">
                  <a:moveTo>
                    <a:pt x="299222" y="4795065"/>
                  </a:moveTo>
                  <a:lnTo>
                    <a:pt x="311850" y="4807765"/>
                  </a:lnTo>
                  <a:lnTo>
                    <a:pt x="289970" y="4820465"/>
                  </a:lnTo>
                  <a:lnTo>
                    <a:pt x="277336" y="4807765"/>
                  </a:lnTo>
                  <a:lnTo>
                    <a:pt x="299222" y="4795065"/>
                  </a:lnTo>
                  <a:close/>
                </a:path>
                <a:path w="6723380" h="7035800">
                  <a:moveTo>
                    <a:pt x="2702533" y="4795065"/>
                  </a:moveTo>
                  <a:lnTo>
                    <a:pt x="2718584" y="4795065"/>
                  </a:lnTo>
                  <a:lnTo>
                    <a:pt x="2708409" y="4807765"/>
                  </a:lnTo>
                  <a:lnTo>
                    <a:pt x="2702533" y="4795065"/>
                  </a:lnTo>
                  <a:close/>
                </a:path>
                <a:path w="6723380" h="7035800">
                  <a:moveTo>
                    <a:pt x="633547" y="4769665"/>
                  </a:moveTo>
                  <a:lnTo>
                    <a:pt x="645891" y="4795065"/>
                  </a:lnTo>
                  <a:lnTo>
                    <a:pt x="624515" y="4807765"/>
                  </a:lnTo>
                  <a:lnTo>
                    <a:pt x="612171" y="4782365"/>
                  </a:lnTo>
                  <a:lnTo>
                    <a:pt x="633547" y="4769665"/>
                  </a:lnTo>
                  <a:close/>
                </a:path>
                <a:path w="6723380" h="7035800">
                  <a:moveTo>
                    <a:pt x="1840237" y="4769665"/>
                  </a:moveTo>
                  <a:lnTo>
                    <a:pt x="1849050" y="4782365"/>
                  </a:lnTo>
                  <a:lnTo>
                    <a:pt x="1833787" y="4795065"/>
                  </a:lnTo>
                  <a:lnTo>
                    <a:pt x="1824974" y="4782365"/>
                  </a:lnTo>
                  <a:lnTo>
                    <a:pt x="1840237" y="4769665"/>
                  </a:lnTo>
                  <a:close/>
                </a:path>
                <a:path w="6723380" h="7035800">
                  <a:moveTo>
                    <a:pt x="967659" y="4756965"/>
                  </a:moveTo>
                  <a:lnTo>
                    <a:pt x="979114" y="4769665"/>
                  </a:lnTo>
                  <a:lnTo>
                    <a:pt x="959272" y="4782365"/>
                  </a:lnTo>
                  <a:lnTo>
                    <a:pt x="947811" y="4769665"/>
                  </a:lnTo>
                  <a:lnTo>
                    <a:pt x="967659" y="4756965"/>
                  </a:lnTo>
                  <a:close/>
                </a:path>
                <a:path w="6723380" h="7035800">
                  <a:moveTo>
                    <a:pt x="2160613" y="4756965"/>
                  </a:moveTo>
                  <a:lnTo>
                    <a:pt x="2174354" y="4756965"/>
                  </a:lnTo>
                  <a:lnTo>
                    <a:pt x="2182285" y="4769665"/>
                  </a:lnTo>
                  <a:lnTo>
                    <a:pt x="2168543" y="4769665"/>
                  </a:lnTo>
                  <a:lnTo>
                    <a:pt x="2160613" y="4756965"/>
                  </a:lnTo>
                  <a:close/>
                </a:path>
                <a:path w="6723380" h="7035800">
                  <a:moveTo>
                    <a:pt x="1301771" y="4731565"/>
                  </a:moveTo>
                  <a:lnTo>
                    <a:pt x="1312350" y="4756965"/>
                  </a:lnTo>
                  <a:lnTo>
                    <a:pt x="1294036" y="4769665"/>
                  </a:lnTo>
                  <a:lnTo>
                    <a:pt x="1283457" y="4744265"/>
                  </a:lnTo>
                  <a:lnTo>
                    <a:pt x="1301771" y="4731565"/>
                  </a:lnTo>
                  <a:close/>
                </a:path>
                <a:path w="6723380" h="7035800">
                  <a:moveTo>
                    <a:pt x="94759" y="4731565"/>
                  </a:moveTo>
                  <a:lnTo>
                    <a:pt x="107980" y="4756965"/>
                  </a:lnTo>
                  <a:lnTo>
                    <a:pt x="85081" y="4769665"/>
                  </a:lnTo>
                  <a:lnTo>
                    <a:pt x="71861" y="4744265"/>
                  </a:lnTo>
                  <a:lnTo>
                    <a:pt x="94759" y="4731565"/>
                  </a:lnTo>
                  <a:close/>
                </a:path>
                <a:path w="6723380" h="7035800">
                  <a:moveTo>
                    <a:pt x="2508466" y="4731565"/>
                  </a:moveTo>
                  <a:lnTo>
                    <a:pt x="2515514" y="4744265"/>
                  </a:lnTo>
                  <a:lnTo>
                    <a:pt x="2503301" y="4756965"/>
                  </a:lnTo>
                  <a:lnTo>
                    <a:pt x="2496252" y="4744265"/>
                  </a:lnTo>
                  <a:lnTo>
                    <a:pt x="2508466" y="4731565"/>
                  </a:lnTo>
                  <a:close/>
                </a:path>
                <a:path w="6723380" h="7035800">
                  <a:moveTo>
                    <a:pt x="429085" y="4718865"/>
                  </a:moveTo>
                  <a:lnTo>
                    <a:pt x="442015" y="4744265"/>
                  </a:lnTo>
                  <a:lnTo>
                    <a:pt x="419620" y="4756965"/>
                  </a:lnTo>
                  <a:lnTo>
                    <a:pt x="406696" y="4731565"/>
                  </a:lnTo>
                  <a:lnTo>
                    <a:pt x="429085" y="4718865"/>
                  </a:lnTo>
                  <a:close/>
                </a:path>
                <a:path w="6723380" h="7035800">
                  <a:moveTo>
                    <a:pt x="1635988" y="4718865"/>
                  </a:moveTo>
                  <a:lnTo>
                    <a:pt x="1645980" y="4731565"/>
                  </a:lnTo>
                  <a:lnTo>
                    <a:pt x="1628679" y="4744265"/>
                  </a:lnTo>
                  <a:lnTo>
                    <a:pt x="1618692" y="4731565"/>
                  </a:lnTo>
                  <a:lnTo>
                    <a:pt x="1635988" y="4718865"/>
                  </a:lnTo>
                  <a:close/>
                </a:path>
                <a:path w="6723380" h="7035800">
                  <a:moveTo>
                    <a:pt x="2832690" y="4718865"/>
                  </a:moveTo>
                  <a:lnTo>
                    <a:pt x="2842357" y="4718865"/>
                  </a:lnTo>
                  <a:lnTo>
                    <a:pt x="2847942" y="4731565"/>
                  </a:lnTo>
                  <a:lnTo>
                    <a:pt x="2838270" y="4731565"/>
                  </a:lnTo>
                  <a:lnTo>
                    <a:pt x="2832690" y="4718865"/>
                  </a:lnTo>
                  <a:close/>
                </a:path>
                <a:path w="6723380" h="7035800">
                  <a:moveTo>
                    <a:pt x="763303" y="4693465"/>
                  </a:moveTo>
                  <a:lnTo>
                    <a:pt x="775647" y="4718865"/>
                  </a:lnTo>
                  <a:lnTo>
                    <a:pt x="754276" y="4731565"/>
                  </a:lnTo>
                  <a:lnTo>
                    <a:pt x="741933" y="4706165"/>
                  </a:lnTo>
                  <a:lnTo>
                    <a:pt x="763303" y="4693465"/>
                  </a:lnTo>
                  <a:close/>
                </a:path>
                <a:path w="6723380" h="7035800">
                  <a:moveTo>
                    <a:pt x="1969999" y="4693465"/>
                  </a:moveTo>
                  <a:lnTo>
                    <a:pt x="1978812" y="4706165"/>
                  </a:lnTo>
                  <a:lnTo>
                    <a:pt x="1963542" y="4718865"/>
                  </a:lnTo>
                  <a:lnTo>
                    <a:pt x="1954729" y="4706165"/>
                  </a:lnTo>
                  <a:lnTo>
                    <a:pt x="1969999" y="4693465"/>
                  </a:lnTo>
                  <a:close/>
                </a:path>
                <a:path w="6723380" h="7035800">
                  <a:moveTo>
                    <a:pt x="1097528" y="4680765"/>
                  </a:moveTo>
                  <a:lnTo>
                    <a:pt x="1109279" y="4693465"/>
                  </a:lnTo>
                  <a:lnTo>
                    <a:pt x="1088927" y="4706165"/>
                  </a:lnTo>
                  <a:lnTo>
                    <a:pt x="1077176" y="4693465"/>
                  </a:lnTo>
                  <a:lnTo>
                    <a:pt x="1097528" y="4680765"/>
                  </a:lnTo>
                  <a:close/>
                </a:path>
                <a:path w="6723380" h="7035800">
                  <a:moveTo>
                    <a:pt x="2290374" y="4680765"/>
                  </a:moveTo>
                  <a:lnTo>
                    <a:pt x="2304110" y="4680765"/>
                  </a:lnTo>
                  <a:lnTo>
                    <a:pt x="2312040" y="4693465"/>
                  </a:lnTo>
                  <a:lnTo>
                    <a:pt x="2298305" y="4693465"/>
                  </a:lnTo>
                  <a:lnTo>
                    <a:pt x="2290374" y="4680765"/>
                  </a:lnTo>
                  <a:close/>
                </a:path>
                <a:path w="6723380" h="7035800">
                  <a:moveTo>
                    <a:pt x="1431638" y="4655365"/>
                  </a:moveTo>
                  <a:lnTo>
                    <a:pt x="1442507" y="4680765"/>
                  </a:lnTo>
                  <a:lnTo>
                    <a:pt x="1423683" y="4693465"/>
                  </a:lnTo>
                  <a:lnTo>
                    <a:pt x="1412814" y="4668065"/>
                  </a:lnTo>
                  <a:lnTo>
                    <a:pt x="1431638" y="4655365"/>
                  </a:lnTo>
                  <a:close/>
                </a:path>
                <a:path w="6723380" h="7035800">
                  <a:moveTo>
                    <a:pt x="224734" y="4655365"/>
                  </a:moveTo>
                  <a:lnTo>
                    <a:pt x="238540" y="4680765"/>
                  </a:lnTo>
                  <a:lnTo>
                    <a:pt x="214623" y="4693465"/>
                  </a:lnTo>
                  <a:lnTo>
                    <a:pt x="200817" y="4668065"/>
                  </a:lnTo>
                  <a:lnTo>
                    <a:pt x="224734" y="4655365"/>
                  </a:lnTo>
                  <a:close/>
                </a:path>
                <a:path w="6723380" h="7035800">
                  <a:moveTo>
                    <a:pt x="2638113" y="4655365"/>
                  </a:moveTo>
                  <a:lnTo>
                    <a:pt x="2644872" y="4668065"/>
                  </a:lnTo>
                  <a:lnTo>
                    <a:pt x="2633168" y="4680765"/>
                  </a:lnTo>
                  <a:lnTo>
                    <a:pt x="2626410" y="4668065"/>
                  </a:lnTo>
                  <a:lnTo>
                    <a:pt x="2638113" y="4655365"/>
                  </a:lnTo>
                  <a:close/>
                </a:path>
                <a:path w="6723380" h="7035800">
                  <a:moveTo>
                    <a:pt x="558952" y="4642665"/>
                  </a:moveTo>
                  <a:lnTo>
                    <a:pt x="572173" y="4668065"/>
                  </a:lnTo>
                  <a:lnTo>
                    <a:pt x="549274" y="4680765"/>
                  </a:lnTo>
                  <a:lnTo>
                    <a:pt x="536054" y="4655365"/>
                  </a:lnTo>
                  <a:lnTo>
                    <a:pt x="558952" y="4642665"/>
                  </a:lnTo>
                  <a:close/>
                </a:path>
                <a:path w="6723380" h="7035800">
                  <a:moveTo>
                    <a:pt x="1765749" y="4642665"/>
                  </a:moveTo>
                  <a:lnTo>
                    <a:pt x="1775741" y="4655365"/>
                  </a:lnTo>
                  <a:lnTo>
                    <a:pt x="1758434" y="4668065"/>
                  </a:lnTo>
                  <a:lnTo>
                    <a:pt x="1748448" y="4655365"/>
                  </a:lnTo>
                  <a:lnTo>
                    <a:pt x="1765749" y="4642665"/>
                  </a:lnTo>
                  <a:close/>
                </a:path>
                <a:path w="6723380" h="7035800">
                  <a:moveTo>
                    <a:pt x="893171" y="4617265"/>
                  </a:moveTo>
                  <a:lnTo>
                    <a:pt x="905805" y="4642665"/>
                  </a:lnTo>
                  <a:lnTo>
                    <a:pt x="883925" y="4655365"/>
                  </a:lnTo>
                  <a:lnTo>
                    <a:pt x="871291" y="4629965"/>
                  </a:lnTo>
                  <a:lnTo>
                    <a:pt x="893171" y="4617265"/>
                  </a:lnTo>
                  <a:close/>
                </a:path>
                <a:path w="6723380" h="7035800">
                  <a:moveTo>
                    <a:pt x="2099753" y="4617265"/>
                  </a:moveTo>
                  <a:lnTo>
                    <a:pt x="2108567" y="4642665"/>
                  </a:lnTo>
                  <a:lnTo>
                    <a:pt x="2093303" y="4642665"/>
                  </a:lnTo>
                  <a:lnTo>
                    <a:pt x="2084490" y="4629965"/>
                  </a:lnTo>
                  <a:lnTo>
                    <a:pt x="2099753" y="4617265"/>
                  </a:lnTo>
                  <a:close/>
                </a:path>
                <a:path w="6723380" h="7035800">
                  <a:moveTo>
                    <a:pt x="20277" y="4604565"/>
                  </a:moveTo>
                  <a:lnTo>
                    <a:pt x="34670" y="4629965"/>
                  </a:lnTo>
                  <a:lnTo>
                    <a:pt x="9734" y="4642665"/>
                  </a:lnTo>
                  <a:lnTo>
                    <a:pt x="114" y="4629965"/>
                  </a:lnTo>
                  <a:lnTo>
                    <a:pt x="114" y="4617265"/>
                  </a:lnTo>
                  <a:lnTo>
                    <a:pt x="20277" y="4604565"/>
                  </a:lnTo>
                  <a:close/>
                </a:path>
                <a:path w="6723380" h="7035800">
                  <a:moveTo>
                    <a:pt x="2433870" y="4604565"/>
                  </a:moveTo>
                  <a:lnTo>
                    <a:pt x="2441801" y="4617265"/>
                  </a:lnTo>
                  <a:lnTo>
                    <a:pt x="2428059" y="4629965"/>
                  </a:lnTo>
                  <a:lnTo>
                    <a:pt x="2420129" y="4617265"/>
                  </a:lnTo>
                  <a:lnTo>
                    <a:pt x="2433870" y="4604565"/>
                  </a:lnTo>
                  <a:close/>
                </a:path>
                <a:path w="6723380" h="7035800">
                  <a:moveTo>
                    <a:pt x="1227288" y="4604565"/>
                  </a:moveTo>
                  <a:lnTo>
                    <a:pt x="1239040" y="4617265"/>
                  </a:lnTo>
                  <a:lnTo>
                    <a:pt x="1218682" y="4629965"/>
                  </a:lnTo>
                  <a:lnTo>
                    <a:pt x="1206931" y="4617265"/>
                  </a:lnTo>
                  <a:lnTo>
                    <a:pt x="1227288" y="4604565"/>
                  </a:lnTo>
                  <a:close/>
                </a:path>
                <a:path w="6723380" h="7035800">
                  <a:moveTo>
                    <a:pt x="354603" y="4579165"/>
                  </a:moveTo>
                  <a:lnTo>
                    <a:pt x="368705" y="4604565"/>
                  </a:lnTo>
                  <a:lnTo>
                    <a:pt x="344278" y="4629965"/>
                  </a:lnTo>
                  <a:lnTo>
                    <a:pt x="330176" y="4604565"/>
                  </a:lnTo>
                  <a:lnTo>
                    <a:pt x="354603" y="4579165"/>
                  </a:lnTo>
                  <a:close/>
                </a:path>
                <a:path w="6723380" h="7035800">
                  <a:moveTo>
                    <a:pt x="1561399" y="4579165"/>
                  </a:moveTo>
                  <a:lnTo>
                    <a:pt x="1572267" y="4604565"/>
                  </a:lnTo>
                  <a:lnTo>
                    <a:pt x="1553438" y="4617265"/>
                  </a:lnTo>
                  <a:lnTo>
                    <a:pt x="1542569" y="4591865"/>
                  </a:lnTo>
                  <a:lnTo>
                    <a:pt x="1561399" y="4579165"/>
                  </a:lnTo>
                  <a:close/>
                </a:path>
                <a:path w="6723380" h="7035800">
                  <a:moveTo>
                    <a:pt x="2767869" y="4579165"/>
                  </a:moveTo>
                  <a:lnTo>
                    <a:pt x="2774627" y="4591865"/>
                  </a:lnTo>
                  <a:lnTo>
                    <a:pt x="2762929" y="4604565"/>
                  </a:lnTo>
                  <a:lnTo>
                    <a:pt x="2756171" y="4591865"/>
                  </a:lnTo>
                  <a:lnTo>
                    <a:pt x="2767869" y="4579165"/>
                  </a:lnTo>
                  <a:close/>
                </a:path>
                <a:path w="6723380" h="7035800">
                  <a:moveTo>
                    <a:pt x="688714" y="4566465"/>
                  </a:moveTo>
                  <a:lnTo>
                    <a:pt x="701935" y="4591865"/>
                  </a:lnTo>
                  <a:lnTo>
                    <a:pt x="679036" y="4604565"/>
                  </a:lnTo>
                  <a:lnTo>
                    <a:pt x="665815" y="4579165"/>
                  </a:lnTo>
                  <a:lnTo>
                    <a:pt x="688714" y="4566465"/>
                  </a:lnTo>
                  <a:close/>
                </a:path>
                <a:path w="6723380" h="7035800">
                  <a:moveTo>
                    <a:pt x="1895511" y="4566465"/>
                  </a:moveTo>
                  <a:lnTo>
                    <a:pt x="1905497" y="4579165"/>
                  </a:lnTo>
                  <a:lnTo>
                    <a:pt x="1888196" y="4591865"/>
                  </a:lnTo>
                  <a:lnTo>
                    <a:pt x="1878209" y="4579165"/>
                  </a:lnTo>
                  <a:lnTo>
                    <a:pt x="1895511" y="4566465"/>
                  </a:lnTo>
                  <a:close/>
                </a:path>
                <a:path w="6723380" h="7035800">
                  <a:moveTo>
                    <a:pt x="1022932" y="4541065"/>
                  </a:moveTo>
                  <a:lnTo>
                    <a:pt x="1035566" y="4566465"/>
                  </a:lnTo>
                  <a:lnTo>
                    <a:pt x="1013686" y="4579165"/>
                  </a:lnTo>
                  <a:lnTo>
                    <a:pt x="1001052" y="4553765"/>
                  </a:lnTo>
                  <a:lnTo>
                    <a:pt x="1022932" y="4541065"/>
                  </a:lnTo>
                  <a:close/>
                </a:path>
                <a:path w="6723380" h="7035800">
                  <a:moveTo>
                    <a:pt x="2229514" y="4541065"/>
                  </a:moveTo>
                  <a:lnTo>
                    <a:pt x="2238328" y="4566465"/>
                  </a:lnTo>
                  <a:lnTo>
                    <a:pt x="2223058" y="4566465"/>
                  </a:lnTo>
                  <a:lnTo>
                    <a:pt x="2214245" y="4553765"/>
                  </a:lnTo>
                  <a:lnTo>
                    <a:pt x="2229514" y="4541065"/>
                  </a:lnTo>
                  <a:close/>
                </a:path>
                <a:path w="6723380" h="7035800">
                  <a:moveTo>
                    <a:pt x="1357150" y="4528365"/>
                  </a:moveTo>
                  <a:lnTo>
                    <a:pt x="1369197" y="4553765"/>
                  </a:lnTo>
                  <a:lnTo>
                    <a:pt x="1348336" y="4566465"/>
                  </a:lnTo>
                  <a:lnTo>
                    <a:pt x="1336289" y="4541065"/>
                  </a:lnTo>
                  <a:lnTo>
                    <a:pt x="1357150" y="4528365"/>
                  </a:lnTo>
                  <a:close/>
                </a:path>
                <a:path w="6723380" h="7035800">
                  <a:moveTo>
                    <a:pt x="150246" y="4528365"/>
                  </a:moveTo>
                  <a:lnTo>
                    <a:pt x="165231" y="4553765"/>
                  </a:lnTo>
                  <a:lnTo>
                    <a:pt x="139276" y="4566465"/>
                  </a:lnTo>
                  <a:lnTo>
                    <a:pt x="124291" y="4541065"/>
                  </a:lnTo>
                  <a:lnTo>
                    <a:pt x="150246" y="4528365"/>
                  </a:lnTo>
                  <a:close/>
                </a:path>
                <a:path w="6723380" h="7035800">
                  <a:moveTo>
                    <a:pt x="2563625" y="4528365"/>
                  </a:moveTo>
                  <a:lnTo>
                    <a:pt x="2571556" y="4541065"/>
                  </a:lnTo>
                  <a:lnTo>
                    <a:pt x="2557814" y="4553765"/>
                  </a:lnTo>
                  <a:lnTo>
                    <a:pt x="2549884" y="4541065"/>
                  </a:lnTo>
                  <a:lnTo>
                    <a:pt x="2563625" y="4528365"/>
                  </a:lnTo>
                  <a:close/>
                </a:path>
                <a:path w="6723380" h="7035800">
                  <a:moveTo>
                    <a:pt x="484464" y="4515665"/>
                  </a:moveTo>
                  <a:lnTo>
                    <a:pt x="498863" y="4541065"/>
                  </a:lnTo>
                  <a:lnTo>
                    <a:pt x="473927" y="4553765"/>
                  </a:lnTo>
                  <a:lnTo>
                    <a:pt x="459528" y="4528365"/>
                  </a:lnTo>
                  <a:lnTo>
                    <a:pt x="484464" y="4515665"/>
                  </a:lnTo>
                  <a:close/>
                </a:path>
                <a:path w="6723380" h="7035800">
                  <a:moveTo>
                    <a:pt x="1672325" y="4515665"/>
                  </a:moveTo>
                  <a:lnTo>
                    <a:pt x="1691160" y="4515665"/>
                  </a:lnTo>
                  <a:lnTo>
                    <a:pt x="1702028" y="4528365"/>
                  </a:lnTo>
                  <a:lnTo>
                    <a:pt x="1683193" y="4541065"/>
                  </a:lnTo>
                  <a:lnTo>
                    <a:pt x="1672325" y="4515665"/>
                  </a:lnTo>
                  <a:close/>
                </a:path>
                <a:path w="6723380" h="7035800">
                  <a:moveTo>
                    <a:pt x="818582" y="4490265"/>
                  </a:moveTo>
                  <a:lnTo>
                    <a:pt x="832092" y="4515665"/>
                  </a:lnTo>
                  <a:lnTo>
                    <a:pt x="808684" y="4528365"/>
                  </a:lnTo>
                  <a:lnTo>
                    <a:pt x="795168" y="4502965"/>
                  </a:lnTo>
                  <a:lnTo>
                    <a:pt x="818582" y="4490265"/>
                  </a:lnTo>
                  <a:close/>
                </a:path>
                <a:path w="6723380" h="7035800">
                  <a:moveTo>
                    <a:pt x="2025271" y="4490265"/>
                  </a:moveTo>
                  <a:lnTo>
                    <a:pt x="2035257" y="4502965"/>
                  </a:lnTo>
                  <a:lnTo>
                    <a:pt x="2017956" y="4515665"/>
                  </a:lnTo>
                  <a:lnTo>
                    <a:pt x="2007969" y="4502965"/>
                  </a:lnTo>
                  <a:lnTo>
                    <a:pt x="2025271" y="4490265"/>
                  </a:lnTo>
                  <a:close/>
                </a:path>
                <a:path w="6723380" h="7035800">
                  <a:moveTo>
                    <a:pt x="1152687" y="4477565"/>
                  </a:moveTo>
                  <a:lnTo>
                    <a:pt x="1165321" y="4490265"/>
                  </a:lnTo>
                  <a:lnTo>
                    <a:pt x="1143448" y="4502965"/>
                  </a:lnTo>
                  <a:lnTo>
                    <a:pt x="1130814" y="4490265"/>
                  </a:lnTo>
                  <a:lnTo>
                    <a:pt x="1152687" y="4477565"/>
                  </a:lnTo>
                  <a:close/>
                </a:path>
                <a:path w="6723380" h="7035800">
                  <a:moveTo>
                    <a:pt x="2344005" y="4477565"/>
                  </a:moveTo>
                  <a:lnTo>
                    <a:pt x="2359275" y="4477565"/>
                  </a:lnTo>
                  <a:lnTo>
                    <a:pt x="2368088" y="4490265"/>
                  </a:lnTo>
                  <a:lnTo>
                    <a:pt x="2352819" y="4490265"/>
                  </a:lnTo>
                  <a:lnTo>
                    <a:pt x="2344005" y="4477565"/>
                  </a:lnTo>
                  <a:close/>
                </a:path>
                <a:path w="6723380" h="7035800">
                  <a:moveTo>
                    <a:pt x="1486910" y="4452165"/>
                  </a:moveTo>
                  <a:lnTo>
                    <a:pt x="1498958" y="4477565"/>
                  </a:lnTo>
                  <a:lnTo>
                    <a:pt x="1478091" y="4490265"/>
                  </a:lnTo>
                  <a:lnTo>
                    <a:pt x="1466043" y="4464865"/>
                  </a:lnTo>
                  <a:lnTo>
                    <a:pt x="1486910" y="4452165"/>
                  </a:lnTo>
                  <a:close/>
                </a:path>
                <a:path w="6723380" h="7035800">
                  <a:moveTo>
                    <a:pt x="280114" y="4452165"/>
                  </a:moveTo>
                  <a:lnTo>
                    <a:pt x="295390" y="4477565"/>
                  </a:lnTo>
                  <a:lnTo>
                    <a:pt x="268926" y="4490265"/>
                  </a:lnTo>
                  <a:lnTo>
                    <a:pt x="253650" y="4464865"/>
                  </a:lnTo>
                  <a:lnTo>
                    <a:pt x="280114" y="4452165"/>
                  </a:lnTo>
                  <a:close/>
                </a:path>
                <a:path w="6723380" h="7035800">
                  <a:moveTo>
                    <a:pt x="2693279" y="4452165"/>
                  </a:moveTo>
                  <a:lnTo>
                    <a:pt x="2700915" y="4464865"/>
                  </a:lnTo>
                  <a:lnTo>
                    <a:pt x="2687688" y="4477565"/>
                  </a:lnTo>
                  <a:lnTo>
                    <a:pt x="2680047" y="4464865"/>
                  </a:lnTo>
                  <a:lnTo>
                    <a:pt x="2693279" y="4452165"/>
                  </a:lnTo>
                  <a:close/>
                </a:path>
                <a:path w="6723380" h="7035800">
                  <a:moveTo>
                    <a:pt x="614332" y="4439465"/>
                  </a:moveTo>
                  <a:lnTo>
                    <a:pt x="629021" y="4464865"/>
                  </a:lnTo>
                  <a:lnTo>
                    <a:pt x="603582" y="4477565"/>
                  </a:lnTo>
                  <a:lnTo>
                    <a:pt x="588893" y="4452165"/>
                  </a:lnTo>
                  <a:lnTo>
                    <a:pt x="614332" y="4439465"/>
                  </a:lnTo>
                  <a:close/>
                </a:path>
                <a:path w="6723380" h="7035800">
                  <a:moveTo>
                    <a:pt x="1802086" y="4439465"/>
                  </a:moveTo>
                  <a:lnTo>
                    <a:pt x="1820915" y="4439465"/>
                  </a:lnTo>
                  <a:lnTo>
                    <a:pt x="1831784" y="4452165"/>
                  </a:lnTo>
                  <a:lnTo>
                    <a:pt x="1812954" y="4464865"/>
                  </a:lnTo>
                  <a:lnTo>
                    <a:pt x="1802086" y="4439465"/>
                  </a:lnTo>
                  <a:close/>
                </a:path>
                <a:path w="6723380" h="7035800">
                  <a:moveTo>
                    <a:pt x="948445" y="4414065"/>
                  </a:moveTo>
                  <a:lnTo>
                    <a:pt x="962257" y="4439465"/>
                  </a:lnTo>
                  <a:lnTo>
                    <a:pt x="938334" y="4452165"/>
                  </a:lnTo>
                  <a:lnTo>
                    <a:pt x="924528" y="4426765"/>
                  </a:lnTo>
                  <a:lnTo>
                    <a:pt x="948445" y="4414065"/>
                  </a:lnTo>
                  <a:close/>
                </a:path>
                <a:path w="6723380" h="7035800">
                  <a:moveTo>
                    <a:pt x="2155032" y="4414065"/>
                  </a:moveTo>
                  <a:lnTo>
                    <a:pt x="2165018" y="4426765"/>
                  </a:lnTo>
                  <a:lnTo>
                    <a:pt x="2147717" y="4439465"/>
                  </a:lnTo>
                  <a:lnTo>
                    <a:pt x="2137725" y="4426765"/>
                  </a:lnTo>
                  <a:lnTo>
                    <a:pt x="2155032" y="4414065"/>
                  </a:lnTo>
                  <a:close/>
                </a:path>
                <a:path w="6723380" h="7035800">
                  <a:moveTo>
                    <a:pt x="75757" y="4401365"/>
                  </a:moveTo>
                  <a:lnTo>
                    <a:pt x="91916" y="4426765"/>
                  </a:lnTo>
                  <a:lnTo>
                    <a:pt x="63929" y="4439465"/>
                  </a:lnTo>
                  <a:lnTo>
                    <a:pt x="47771" y="4414065"/>
                  </a:lnTo>
                  <a:lnTo>
                    <a:pt x="75757" y="4401365"/>
                  </a:lnTo>
                  <a:close/>
                </a:path>
                <a:path w="6723380" h="7035800">
                  <a:moveTo>
                    <a:pt x="2473766" y="4401365"/>
                  </a:moveTo>
                  <a:lnTo>
                    <a:pt x="2489030" y="4401365"/>
                  </a:lnTo>
                  <a:lnTo>
                    <a:pt x="2497843" y="4414065"/>
                  </a:lnTo>
                  <a:lnTo>
                    <a:pt x="2482580" y="4426765"/>
                  </a:lnTo>
                  <a:lnTo>
                    <a:pt x="2473766" y="4401365"/>
                  </a:lnTo>
                  <a:close/>
                </a:path>
                <a:path w="6723380" h="7035800">
                  <a:moveTo>
                    <a:pt x="1282561" y="4401365"/>
                  </a:moveTo>
                  <a:lnTo>
                    <a:pt x="1295485" y="4414065"/>
                  </a:lnTo>
                  <a:lnTo>
                    <a:pt x="1273096" y="4426765"/>
                  </a:lnTo>
                  <a:lnTo>
                    <a:pt x="1260172" y="4414065"/>
                  </a:lnTo>
                  <a:lnTo>
                    <a:pt x="1282561" y="4401365"/>
                  </a:lnTo>
                  <a:close/>
                </a:path>
                <a:path w="6723380" h="7035800">
                  <a:moveTo>
                    <a:pt x="409976" y="4375965"/>
                  </a:moveTo>
                  <a:lnTo>
                    <a:pt x="425548" y="4401365"/>
                  </a:lnTo>
                  <a:lnTo>
                    <a:pt x="398580" y="4426765"/>
                  </a:lnTo>
                  <a:lnTo>
                    <a:pt x="383008" y="4388665"/>
                  </a:lnTo>
                  <a:lnTo>
                    <a:pt x="409976" y="4375965"/>
                  </a:lnTo>
                  <a:close/>
                </a:path>
                <a:path w="6723380" h="7035800">
                  <a:moveTo>
                    <a:pt x="1616666" y="4375965"/>
                  </a:moveTo>
                  <a:lnTo>
                    <a:pt x="1628713" y="4401365"/>
                  </a:lnTo>
                  <a:lnTo>
                    <a:pt x="1607852" y="4414065"/>
                  </a:lnTo>
                  <a:lnTo>
                    <a:pt x="1595805" y="4388665"/>
                  </a:lnTo>
                  <a:lnTo>
                    <a:pt x="1616666" y="4375965"/>
                  </a:lnTo>
                  <a:close/>
                </a:path>
                <a:path w="6723380" h="7035800">
                  <a:moveTo>
                    <a:pt x="2823041" y="4375965"/>
                  </a:moveTo>
                  <a:lnTo>
                    <a:pt x="2830676" y="4388665"/>
                  </a:lnTo>
                  <a:lnTo>
                    <a:pt x="2817444" y="4401365"/>
                  </a:lnTo>
                  <a:lnTo>
                    <a:pt x="2809803" y="4388665"/>
                  </a:lnTo>
                  <a:lnTo>
                    <a:pt x="2823041" y="4375965"/>
                  </a:lnTo>
                  <a:close/>
                </a:path>
                <a:path w="6723380" h="7035800">
                  <a:moveTo>
                    <a:pt x="744200" y="4363265"/>
                  </a:moveTo>
                  <a:lnTo>
                    <a:pt x="759185" y="4388665"/>
                  </a:lnTo>
                  <a:lnTo>
                    <a:pt x="733230" y="4401365"/>
                  </a:lnTo>
                  <a:lnTo>
                    <a:pt x="718245" y="4375965"/>
                  </a:lnTo>
                  <a:lnTo>
                    <a:pt x="744200" y="4363265"/>
                  </a:lnTo>
                  <a:close/>
                </a:path>
                <a:path w="6723380" h="7035800">
                  <a:moveTo>
                    <a:pt x="1950675" y="4363265"/>
                  </a:moveTo>
                  <a:lnTo>
                    <a:pt x="1961544" y="4375965"/>
                  </a:lnTo>
                  <a:lnTo>
                    <a:pt x="1942715" y="4388665"/>
                  </a:lnTo>
                  <a:lnTo>
                    <a:pt x="1931846" y="4375965"/>
                  </a:lnTo>
                  <a:lnTo>
                    <a:pt x="1950675" y="4363265"/>
                  </a:lnTo>
                  <a:close/>
                </a:path>
                <a:path w="6723380" h="7035800">
                  <a:moveTo>
                    <a:pt x="1078311" y="4337865"/>
                  </a:moveTo>
                  <a:lnTo>
                    <a:pt x="1092408" y="4363265"/>
                  </a:lnTo>
                  <a:lnTo>
                    <a:pt x="1067987" y="4375965"/>
                  </a:lnTo>
                  <a:lnTo>
                    <a:pt x="1053890" y="4350565"/>
                  </a:lnTo>
                  <a:lnTo>
                    <a:pt x="1078311" y="4337865"/>
                  </a:lnTo>
                  <a:close/>
                </a:path>
                <a:path w="6723380" h="7035800">
                  <a:moveTo>
                    <a:pt x="2284787" y="4337865"/>
                  </a:moveTo>
                  <a:lnTo>
                    <a:pt x="2294773" y="4363265"/>
                  </a:lnTo>
                  <a:lnTo>
                    <a:pt x="2277472" y="4363265"/>
                  </a:lnTo>
                  <a:lnTo>
                    <a:pt x="2267480" y="4350565"/>
                  </a:lnTo>
                  <a:lnTo>
                    <a:pt x="2284787" y="4337865"/>
                  </a:lnTo>
                  <a:close/>
                </a:path>
                <a:path w="6723380" h="7035800">
                  <a:moveTo>
                    <a:pt x="1412315" y="4325165"/>
                  </a:moveTo>
                  <a:lnTo>
                    <a:pt x="1425239" y="4350565"/>
                  </a:lnTo>
                  <a:lnTo>
                    <a:pt x="1402856" y="4363265"/>
                  </a:lnTo>
                  <a:lnTo>
                    <a:pt x="1389926" y="4337865"/>
                  </a:lnTo>
                  <a:lnTo>
                    <a:pt x="1412315" y="4325165"/>
                  </a:lnTo>
                  <a:close/>
                </a:path>
                <a:path w="6723380" h="7035800">
                  <a:moveTo>
                    <a:pt x="205519" y="4325165"/>
                  </a:moveTo>
                  <a:lnTo>
                    <a:pt x="221677" y="4350565"/>
                  </a:lnTo>
                  <a:lnTo>
                    <a:pt x="193691" y="4363265"/>
                  </a:lnTo>
                  <a:lnTo>
                    <a:pt x="177533" y="4337865"/>
                  </a:lnTo>
                  <a:lnTo>
                    <a:pt x="205519" y="4325165"/>
                  </a:lnTo>
                  <a:close/>
                </a:path>
                <a:path w="6723380" h="7035800">
                  <a:moveTo>
                    <a:pt x="2603924" y="4325165"/>
                  </a:moveTo>
                  <a:lnTo>
                    <a:pt x="2618685" y="4325165"/>
                  </a:lnTo>
                  <a:lnTo>
                    <a:pt x="2627202" y="4337865"/>
                  </a:lnTo>
                  <a:lnTo>
                    <a:pt x="2612448" y="4350565"/>
                  </a:lnTo>
                  <a:lnTo>
                    <a:pt x="2603924" y="4325165"/>
                  </a:lnTo>
                  <a:close/>
                </a:path>
                <a:path w="6723380" h="7035800">
                  <a:moveTo>
                    <a:pt x="539850" y="4299765"/>
                  </a:moveTo>
                  <a:lnTo>
                    <a:pt x="555712" y="4325165"/>
                  </a:lnTo>
                  <a:lnTo>
                    <a:pt x="528235" y="4350565"/>
                  </a:lnTo>
                  <a:lnTo>
                    <a:pt x="512373" y="4325165"/>
                  </a:lnTo>
                  <a:lnTo>
                    <a:pt x="539850" y="4299765"/>
                  </a:lnTo>
                  <a:close/>
                </a:path>
                <a:path w="6723380" h="7035800">
                  <a:moveTo>
                    <a:pt x="1746427" y="4299765"/>
                  </a:moveTo>
                  <a:lnTo>
                    <a:pt x="1758474" y="4325165"/>
                  </a:lnTo>
                  <a:lnTo>
                    <a:pt x="1737614" y="4337865"/>
                  </a:lnTo>
                  <a:lnTo>
                    <a:pt x="1725566" y="4312465"/>
                  </a:lnTo>
                  <a:lnTo>
                    <a:pt x="1746427" y="4299765"/>
                  </a:lnTo>
                  <a:close/>
                </a:path>
                <a:path w="6723380" h="7035800">
                  <a:moveTo>
                    <a:pt x="874068" y="4287065"/>
                  </a:moveTo>
                  <a:lnTo>
                    <a:pt x="889344" y="4312465"/>
                  </a:lnTo>
                  <a:lnTo>
                    <a:pt x="862880" y="4325165"/>
                  </a:lnTo>
                  <a:lnTo>
                    <a:pt x="847604" y="4299765"/>
                  </a:lnTo>
                  <a:lnTo>
                    <a:pt x="874068" y="4287065"/>
                  </a:lnTo>
                  <a:close/>
                </a:path>
                <a:path w="6723380" h="7035800">
                  <a:moveTo>
                    <a:pt x="2080431" y="4287065"/>
                  </a:moveTo>
                  <a:lnTo>
                    <a:pt x="2091299" y="4299765"/>
                  </a:lnTo>
                  <a:lnTo>
                    <a:pt x="2072476" y="4312465"/>
                  </a:lnTo>
                  <a:lnTo>
                    <a:pt x="2061607" y="4299765"/>
                  </a:lnTo>
                  <a:lnTo>
                    <a:pt x="2080431" y="4287065"/>
                  </a:lnTo>
                  <a:close/>
                </a:path>
                <a:path w="6723380" h="7035800">
                  <a:moveTo>
                    <a:pt x="1208073" y="4261665"/>
                  </a:moveTo>
                  <a:lnTo>
                    <a:pt x="1222169" y="4287065"/>
                  </a:lnTo>
                  <a:lnTo>
                    <a:pt x="1197743" y="4299765"/>
                  </a:lnTo>
                  <a:lnTo>
                    <a:pt x="1183646" y="4274365"/>
                  </a:lnTo>
                  <a:lnTo>
                    <a:pt x="1208073" y="4261665"/>
                  </a:lnTo>
                  <a:close/>
                </a:path>
                <a:path w="6723380" h="7035800">
                  <a:moveTo>
                    <a:pt x="114" y="4274365"/>
                  </a:moveTo>
                  <a:lnTo>
                    <a:pt x="842" y="4274365"/>
                  </a:lnTo>
                  <a:lnTo>
                    <a:pt x="17001" y="4299765"/>
                  </a:lnTo>
                  <a:lnTo>
                    <a:pt x="114" y="4299765"/>
                  </a:lnTo>
                  <a:lnTo>
                    <a:pt x="114" y="4274365"/>
                  </a:lnTo>
                  <a:close/>
                </a:path>
                <a:path w="6723380" h="7035800">
                  <a:moveTo>
                    <a:pt x="2414435" y="4261665"/>
                  </a:moveTo>
                  <a:lnTo>
                    <a:pt x="2424131" y="4287065"/>
                  </a:lnTo>
                  <a:lnTo>
                    <a:pt x="2407339" y="4287065"/>
                  </a:lnTo>
                  <a:lnTo>
                    <a:pt x="2397649" y="4274365"/>
                  </a:lnTo>
                  <a:lnTo>
                    <a:pt x="2414435" y="4261665"/>
                  </a:lnTo>
                  <a:close/>
                </a:path>
                <a:path w="6723380" h="7035800">
                  <a:moveTo>
                    <a:pt x="1542077" y="4248965"/>
                  </a:moveTo>
                  <a:lnTo>
                    <a:pt x="1555001" y="4274365"/>
                  </a:lnTo>
                  <a:lnTo>
                    <a:pt x="1532612" y="4287065"/>
                  </a:lnTo>
                  <a:lnTo>
                    <a:pt x="1519682" y="4261665"/>
                  </a:lnTo>
                  <a:lnTo>
                    <a:pt x="1542077" y="4248965"/>
                  </a:lnTo>
                  <a:close/>
                </a:path>
                <a:path w="6723380" h="7035800">
                  <a:moveTo>
                    <a:pt x="335387" y="4248965"/>
                  </a:moveTo>
                  <a:lnTo>
                    <a:pt x="351835" y="4274365"/>
                  </a:lnTo>
                  <a:lnTo>
                    <a:pt x="323339" y="4287065"/>
                  </a:lnTo>
                  <a:lnTo>
                    <a:pt x="306891" y="4261665"/>
                  </a:lnTo>
                  <a:lnTo>
                    <a:pt x="335387" y="4248965"/>
                  </a:lnTo>
                  <a:close/>
                </a:path>
                <a:path w="6723380" h="7035800">
                  <a:moveTo>
                    <a:pt x="2748446" y="4248965"/>
                  </a:moveTo>
                  <a:lnTo>
                    <a:pt x="2756963" y="4261665"/>
                  </a:lnTo>
                  <a:lnTo>
                    <a:pt x="2742209" y="4274365"/>
                  </a:lnTo>
                  <a:lnTo>
                    <a:pt x="2733686" y="4261665"/>
                  </a:lnTo>
                  <a:lnTo>
                    <a:pt x="2748446" y="4248965"/>
                  </a:lnTo>
                  <a:close/>
                </a:path>
                <a:path w="6723380" h="7035800">
                  <a:moveTo>
                    <a:pt x="669605" y="4223565"/>
                  </a:moveTo>
                  <a:lnTo>
                    <a:pt x="685467" y="4261665"/>
                  </a:lnTo>
                  <a:lnTo>
                    <a:pt x="657990" y="4274365"/>
                  </a:lnTo>
                  <a:lnTo>
                    <a:pt x="642128" y="4248965"/>
                  </a:lnTo>
                  <a:lnTo>
                    <a:pt x="669605" y="4223565"/>
                  </a:lnTo>
                  <a:close/>
                </a:path>
                <a:path w="6723380" h="7035800">
                  <a:moveTo>
                    <a:pt x="1876187" y="4223565"/>
                  </a:moveTo>
                  <a:lnTo>
                    <a:pt x="1888235" y="4248965"/>
                  </a:lnTo>
                  <a:lnTo>
                    <a:pt x="1867374" y="4261665"/>
                  </a:lnTo>
                  <a:lnTo>
                    <a:pt x="1855326" y="4236265"/>
                  </a:lnTo>
                  <a:lnTo>
                    <a:pt x="1876187" y="4223565"/>
                  </a:lnTo>
                  <a:close/>
                </a:path>
                <a:path w="6723380" h="7035800">
                  <a:moveTo>
                    <a:pt x="1003829" y="4210865"/>
                  </a:moveTo>
                  <a:lnTo>
                    <a:pt x="1019104" y="4236265"/>
                  </a:lnTo>
                  <a:lnTo>
                    <a:pt x="992640" y="4248965"/>
                  </a:lnTo>
                  <a:lnTo>
                    <a:pt x="977365" y="4223565"/>
                  </a:lnTo>
                  <a:lnTo>
                    <a:pt x="1003829" y="4210865"/>
                  </a:lnTo>
                  <a:close/>
                </a:path>
                <a:path w="6723380" h="7035800">
                  <a:moveTo>
                    <a:pt x="2210192" y="4210865"/>
                  </a:moveTo>
                  <a:lnTo>
                    <a:pt x="2221060" y="4223565"/>
                  </a:lnTo>
                  <a:lnTo>
                    <a:pt x="2202236" y="4236265"/>
                  </a:lnTo>
                  <a:lnTo>
                    <a:pt x="2191368" y="4223565"/>
                  </a:lnTo>
                  <a:lnTo>
                    <a:pt x="2210192" y="4210865"/>
                  </a:lnTo>
                  <a:close/>
                </a:path>
                <a:path w="6723380" h="7035800">
                  <a:moveTo>
                    <a:pt x="131137" y="4185465"/>
                  </a:moveTo>
                  <a:lnTo>
                    <a:pt x="148770" y="4223565"/>
                  </a:lnTo>
                  <a:lnTo>
                    <a:pt x="118237" y="4236265"/>
                  </a:lnTo>
                  <a:lnTo>
                    <a:pt x="100610" y="4210865"/>
                  </a:lnTo>
                  <a:lnTo>
                    <a:pt x="131137" y="4185465"/>
                  </a:lnTo>
                  <a:close/>
                </a:path>
                <a:path w="6723380" h="7035800">
                  <a:moveTo>
                    <a:pt x="2544196" y="4185465"/>
                  </a:moveTo>
                  <a:lnTo>
                    <a:pt x="2553887" y="4210865"/>
                  </a:lnTo>
                  <a:lnTo>
                    <a:pt x="2537095" y="4223565"/>
                  </a:lnTo>
                  <a:lnTo>
                    <a:pt x="2527405" y="4198165"/>
                  </a:lnTo>
                  <a:lnTo>
                    <a:pt x="2544196" y="4185465"/>
                  </a:lnTo>
                  <a:close/>
                </a:path>
                <a:path w="6723380" h="7035800">
                  <a:moveTo>
                    <a:pt x="1337933" y="4185465"/>
                  </a:moveTo>
                  <a:lnTo>
                    <a:pt x="1352332" y="4210865"/>
                  </a:lnTo>
                  <a:lnTo>
                    <a:pt x="1327402" y="4223565"/>
                  </a:lnTo>
                  <a:lnTo>
                    <a:pt x="1313003" y="4210865"/>
                  </a:lnTo>
                  <a:lnTo>
                    <a:pt x="1337933" y="4185465"/>
                  </a:lnTo>
                  <a:close/>
                </a:path>
                <a:path w="6723380" h="7035800">
                  <a:moveTo>
                    <a:pt x="465249" y="4172765"/>
                  </a:moveTo>
                  <a:lnTo>
                    <a:pt x="481999" y="4198165"/>
                  </a:lnTo>
                  <a:lnTo>
                    <a:pt x="452994" y="4223565"/>
                  </a:lnTo>
                  <a:lnTo>
                    <a:pt x="436244" y="4185465"/>
                  </a:lnTo>
                  <a:lnTo>
                    <a:pt x="465249" y="4172765"/>
                  </a:lnTo>
                  <a:close/>
                </a:path>
                <a:path w="6723380" h="7035800">
                  <a:moveTo>
                    <a:pt x="1671832" y="4172765"/>
                  </a:moveTo>
                  <a:lnTo>
                    <a:pt x="1684762" y="4198165"/>
                  </a:lnTo>
                  <a:lnTo>
                    <a:pt x="1662373" y="4210865"/>
                  </a:lnTo>
                  <a:lnTo>
                    <a:pt x="1649443" y="4185465"/>
                  </a:lnTo>
                  <a:lnTo>
                    <a:pt x="1671832" y="4172765"/>
                  </a:lnTo>
                  <a:close/>
                </a:path>
                <a:path w="6723380" h="7035800">
                  <a:moveTo>
                    <a:pt x="2878094" y="4172765"/>
                  </a:moveTo>
                  <a:lnTo>
                    <a:pt x="2886321" y="4185465"/>
                  </a:lnTo>
                  <a:lnTo>
                    <a:pt x="2872071" y="4198165"/>
                  </a:lnTo>
                  <a:lnTo>
                    <a:pt x="2863850" y="4185465"/>
                  </a:lnTo>
                  <a:lnTo>
                    <a:pt x="2878094" y="4172765"/>
                  </a:lnTo>
                  <a:close/>
                </a:path>
                <a:path w="6723380" h="7035800">
                  <a:moveTo>
                    <a:pt x="799473" y="4147365"/>
                  </a:moveTo>
                  <a:lnTo>
                    <a:pt x="815631" y="4185465"/>
                  </a:lnTo>
                  <a:lnTo>
                    <a:pt x="787645" y="4198165"/>
                  </a:lnTo>
                  <a:lnTo>
                    <a:pt x="771487" y="4172765"/>
                  </a:lnTo>
                  <a:lnTo>
                    <a:pt x="799473" y="4147365"/>
                  </a:lnTo>
                  <a:close/>
                </a:path>
                <a:path w="6723380" h="7035800">
                  <a:moveTo>
                    <a:pt x="2005948" y="4147365"/>
                  </a:moveTo>
                  <a:lnTo>
                    <a:pt x="2017996" y="4172765"/>
                  </a:lnTo>
                  <a:lnTo>
                    <a:pt x="1997129" y="4185465"/>
                  </a:lnTo>
                  <a:lnTo>
                    <a:pt x="1985081" y="4160065"/>
                  </a:lnTo>
                  <a:lnTo>
                    <a:pt x="2005948" y="4147365"/>
                  </a:lnTo>
                  <a:close/>
                </a:path>
                <a:path w="6723380" h="7035800">
                  <a:moveTo>
                    <a:pt x="1133691" y="4134665"/>
                  </a:moveTo>
                  <a:lnTo>
                    <a:pt x="1149263" y="4160065"/>
                  </a:lnTo>
                  <a:lnTo>
                    <a:pt x="1122289" y="4172765"/>
                  </a:lnTo>
                  <a:lnTo>
                    <a:pt x="1106717" y="4147365"/>
                  </a:lnTo>
                  <a:lnTo>
                    <a:pt x="1133691" y="4134665"/>
                  </a:lnTo>
                  <a:close/>
                </a:path>
                <a:path w="6723380" h="7035800">
                  <a:moveTo>
                    <a:pt x="2339952" y="4134665"/>
                  </a:moveTo>
                  <a:lnTo>
                    <a:pt x="2350821" y="4147365"/>
                  </a:lnTo>
                  <a:lnTo>
                    <a:pt x="2331991" y="4160065"/>
                  </a:lnTo>
                  <a:lnTo>
                    <a:pt x="2321123" y="4147365"/>
                  </a:lnTo>
                  <a:lnTo>
                    <a:pt x="2339952" y="4134665"/>
                  </a:lnTo>
                  <a:close/>
                </a:path>
                <a:path w="6723380" h="7035800">
                  <a:moveTo>
                    <a:pt x="1467695" y="4109265"/>
                  </a:moveTo>
                  <a:lnTo>
                    <a:pt x="1482088" y="4134665"/>
                  </a:lnTo>
                  <a:lnTo>
                    <a:pt x="1457158" y="4160065"/>
                  </a:lnTo>
                  <a:lnTo>
                    <a:pt x="1442759" y="4134665"/>
                  </a:lnTo>
                  <a:lnTo>
                    <a:pt x="1467695" y="4109265"/>
                  </a:lnTo>
                  <a:close/>
                </a:path>
                <a:path w="6723380" h="7035800">
                  <a:moveTo>
                    <a:pt x="261005" y="4121965"/>
                  </a:moveTo>
                  <a:lnTo>
                    <a:pt x="278922" y="4147365"/>
                  </a:lnTo>
                  <a:lnTo>
                    <a:pt x="247885" y="4160065"/>
                  </a:lnTo>
                  <a:lnTo>
                    <a:pt x="229968" y="4134665"/>
                  </a:lnTo>
                  <a:lnTo>
                    <a:pt x="261005" y="4121965"/>
                  </a:lnTo>
                  <a:close/>
                </a:path>
                <a:path w="6723380" h="7035800">
                  <a:moveTo>
                    <a:pt x="2657562" y="4121965"/>
                  </a:moveTo>
                  <a:lnTo>
                    <a:pt x="2673845" y="4121965"/>
                  </a:lnTo>
                  <a:lnTo>
                    <a:pt x="2683251" y="4134665"/>
                  </a:lnTo>
                  <a:lnTo>
                    <a:pt x="2666968" y="4147365"/>
                  </a:lnTo>
                  <a:lnTo>
                    <a:pt x="2657562" y="4121965"/>
                  </a:lnTo>
                  <a:close/>
                </a:path>
                <a:path w="6723380" h="7035800">
                  <a:moveTo>
                    <a:pt x="595116" y="4096565"/>
                  </a:moveTo>
                  <a:lnTo>
                    <a:pt x="612157" y="4121965"/>
                  </a:lnTo>
                  <a:lnTo>
                    <a:pt x="582642" y="4147365"/>
                  </a:lnTo>
                  <a:lnTo>
                    <a:pt x="565602" y="4109265"/>
                  </a:lnTo>
                  <a:lnTo>
                    <a:pt x="595116" y="4096565"/>
                  </a:lnTo>
                  <a:close/>
                </a:path>
                <a:path w="6723380" h="7035800">
                  <a:moveTo>
                    <a:pt x="1801592" y="4096565"/>
                  </a:moveTo>
                  <a:lnTo>
                    <a:pt x="1814522" y="4121965"/>
                  </a:lnTo>
                  <a:lnTo>
                    <a:pt x="1792133" y="4134665"/>
                  </a:lnTo>
                  <a:lnTo>
                    <a:pt x="1779203" y="4109265"/>
                  </a:lnTo>
                  <a:lnTo>
                    <a:pt x="1801592" y="4096565"/>
                  </a:lnTo>
                  <a:close/>
                </a:path>
                <a:path w="6723380" h="7035800">
                  <a:moveTo>
                    <a:pt x="929234" y="4083865"/>
                  </a:moveTo>
                  <a:lnTo>
                    <a:pt x="945392" y="4109265"/>
                  </a:lnTo>
                  <a:lnTo>
                    <a:pt x="917400" y="4121965"/>
                  </a:lnTo>
                  <a:lnTo>
                    <a:pt x="901241" y="4096565"/>
                  </a:lnTo>
                  <a:lnTo>
                    <a:pt x="929234" y="4083865"/>
                  </a:lnTo>
                  <a:close/>
                </a:path>
                <a:path w="6723380" h="7035800">
                  <a:moveTo>
                    <a:pt x="2135703" y="4083865"/>
                  </a:moveTo>
                  <a:lnTo>
                    <a:pt x="2147751" y="4096565"/>
                  </a:lnTo>
                  <a:lnTo>
                    <a:pt x="2126883" y="4109265"/>
                  </a:lnTo>
                  <a:lnTo>
                    <a:pt x="2114836" y="4096565"/>
                  </a:lnTo>
                  <a:lnTo>
                    <a:pt x="2135703" y="4083865"/>
                  </a:lnTo>
                  <a:close/>
                </a:path>
                <a:path w="6723380" h="7035800">
                  <a:moveTo>
                    <a:pt x="56649" y="4058465"/>
                  </a:moveTo>
                  <a:lnTo>
                    <a:pt x="75455" y="4096565"/>
                  </a:lnTo>
                  <a:lnTo>
                    <a:pt x="42884" y="4109265"/>
                  </a:lnTo>
                  <a:lnTo>
                    <a:pt x="24084" y="4083865"/>
                  </a:lnTo>
                  <a:lnTo>
                    <a:pt x="56649" y="4058465"/>
                  </a:lnTo>
                  <a:close/>
                </a:path>
                <a:path w="6723380" h="7035800">
                  <a:moveTo>
                    <a:pt x="1263451" y="4058465"/>
                  </a:moveTo>
                  <a:lnTo>
                    <a:pt x="1279023" y="4083865"/>
                  </a:lnTo>
                  <a:lnTo>
                    <a:pt x="1252049" y="4096565"/>
                  </a:lnTo>
                  <a:lnTo>
                    <a:pt x="1236477" y="4071165"/>
                  </a:lnTo>
                  <a:lnTo>
                    <a:pt x="1263451" y="4058465"/>
                  </a:lnTo>
                  <a:close/>
                </a:path>
                <a:path w="6723380" h="7035800">
                  <a:moveTo>
                    <a:pt x="390867" y="4045765"/>
                  </a:moveTo>
                  <a:lnTo>
                    <a:pt x="409086" y="4071165"/>
                  </a:lnTo>
                  <a:lnTo>
                    <a:pt x="377540" y="4096565"/>
                  </a:lnTo>
                  <a:lnTo>
                    <a:pt x="359321" y="4058465"/>
                  </a:lnTo>
                  <a:lnTo>
                    <a:pt x="390867" y="4045765"/>
                  </a:lnTo>
                  <a:close/>
                </a:path>
                <a:path w="6723380" h="7035800">
                  <a:moveTo>
                    <a:pt x="2469601" y="4058465"/>
                  </a:moveTo>
                  <a:lnTo>
                    <a:pt x="2480180" y="4083865"/>
                  </a:lnTo>
                  <a:lnTo>
                    <a:pt x="2461860" y="4083865"/>
                  </a:lnTo>
                  <a:lnTo>
                    <a:pt x="2451281" y="4071165"/>
                  </a:lnTo>
                  <a:lnTo>
                    <a:pt x="2469601" y="4058465"/>
                  </a:lnTo>
                  <a:close/>
                </a:path>
                <a:path w="6723380" h="7035800">
                  <a:moveTo>
                    <a:pt x="1597456" y="4045765"/>
                  </a:moveTo>
                  <a:lnTo>
                    <a:pt x="1611849" y="4071165"/>
                  </a:lnTo>
                  <a:lnTo>
                    <a:pt x="1586913" y="4083865"/>
                  </a:lnTo>
                  <a:lnTo>
                    <a:pt x="1572520" y="4058465"/>
                  </a:lnTo>
                  <a:lnTo>
                    <a:pt x="1597456" y="4045765"/>
                  </a:lnTo>
                  <a:close/>
                </a:path>
                <a:path w="6723380" h="7035800">
                  <a:moveTo>
                    <a:pt x="2787324" y="4045765"/>
                  </a:moveTo>
                  <a:lnTo>
                    <a:pt x="2803606" y="4045765"/>
                  </a:lnTo>
                  <a:lnTo>
                    <a:pt x="2813006" y="4058465"/>
                  </a:lnTo>
                  <a:lnTo>
                    <a:pt x="2796729" y="4071165"/>
                  </a:lnTo>
                  <a:lnTo>
                    <a:pt x="2787324" y="4045765"/>
                  </a:lnTo>
                  <a:close/>
                </a:path>
                <a:path w="6723380" h="7035800">
                  <a:moveTo>
                    <a:pt x="724985" y="4020365"/>
                  </a:moveTo>
                  <a:lnTo>
                    <a:pt x="742315" y="4045765"/>
                  </a:lnTo>
                  <a:lnTo>
                    <a:pt x="712298" y="4071165"/>
                  </a:lnTo>
                  <a:lnTo>
                    <a:pt x="694961" y="4033065"/>
                  </a:lnTo>
                  <a:lnTo>
                    <a:pt x="724985" y="4020365"/>
                  </a:lnTo>
                  <a:close/>
                </a:path>
                <a:path w="6723380" h="7035800">
                  <a:moveTo>
                    <a:pt x="1931353" y="4020365"/>
                  </a:moveTo>
                  <a:lnTo>
                    <a:pt x="1944283" y="4045765"/>
                  </a:lnTo>
                  <a:lnTo>
                    <a:pt x="1921888" y="4058465"/>
                  </a:lnTo>
                  <a:lnTo>
                    <a:pt x="1908964" y="4033065"/>
                  </a:lnTo>
                  <a:lnTo>
                    <a:pt x="1931353" y="4020365"/>
                  </a:lnTo>
                  <a:close/>
                </a:path>
                <a:path w="6723380" h="7035800">
                  <a:moveTo>
                    <a:pt x="1059096" y="4007665"/>
                  </a:moveTo>
                  <a:lnTo>
                    <a:pt x="1075550" y="4033065"/>
                  </a:lnTo>
                  <a:lnTo>
                    <a:pt x="1047054" y="4045765"/>
                  </a:lnTo>
                  <a:lnTo>
                    <a:pt x="1030599" y="4020365"/>
                  </a:lnTo>
                  <a:lnTo>
                    <a:pt x="1059096" y="4007665"/>
                  </a:lnTo>
                  <a:close/>
                </a:path>
                <a:path w="6723380" h="7035800">
                  <a:moveTo>
                    <a:pt x="2265357" y="4007665"/>
                  </a:moveTo>
                  <a:lnTo>
                    <a:pt x="2277108" y="4020365"/>
                  </a:lnTo>
                  <a:lnTo>
                    <a:pt x="2256756" y="4033065"/>
                  </a:lnTo>
                  <a:lnTo>
                    <a:pt x="2245005" y="4020365"/>
                  </a:lnTo>
                  <a:lnTo>
                    <a:pt x="2265357" y="4007665"/>
                  </a:lnTo>
                  <a:close/>
                </a:path>
                <a:path w="6723380" h="7035800">
                  <a:moveTo>
                    <a:pt x="186517" y="3982265"/>
                  </a:moveTo>
                  <a:lnTo>
                    <a:pt x="205613" y="4020365"/>
                  </a:lnTo>
                  <a:lnTo>
                    <a:pt x="172539" y="4033065"/>
                  </a:lnTo>
                  <a:lnTo>
                    <a:pt x="153443" y="4007665"/>
                  </a:lnTo>
                  <a:lnTo>
                    <a:pt x="186517" y="3982265"/>
                  </a:lnTo>
                  <a:close/>
                </a:path>
                <a:path w="6723380" h="7035800">
                  <a:moveTo>
                    <a:pt x="2599362" y="3982265"/>
                  </a:moveTo>
                  <a:lnTo>
                    <a:pt x="2609941" y="4007665"/>
                  </a:lnTo>
                  <a:lnTo>
                    <a:pt x="2591615" y="4020365"/>
                  </a:lnTo>
                  <a:lnTo>
                    <a:pt x="2581036" y="3994965"/>
                  </a:lnTo>
                  <a:lnTo>
                    <a:pt x="2599362" y="3982265"/>
                  </a:lnTo>
                  <a:close/>
                </a:path>
                <a:path w="6723380" h="7035800">
                  <a:moveTo>
                    <a:pt x="1393213" y="3982265"/>
                  </a:moveTo>
                  <a:lnTo>
                    <a:pt x="1408784" y="4007665"/>
                  </a:lnTo>
                  <a:lnTo>
                    <a:pt x="1381811" y="4020365"/>
                  </a:lnTo>
                  <a:lnTo>
                    <a:pt x="1366239" y="3994965"/>
                  </a:lnTo>
                  <a:lnTo>
                    <a:pt x="1393213" y="3982265"/>
                  </a:lnTo>
                  <a:close/>
                </a:path>
                <a:path w="6723380" h="7035800">
                  <a:moveTo>
                    <a:pt x="520740" y="3969565"/>
                  </a:moveTo>
                  <a:lnTo>
                    <a:pt x="539244" y="3994965"/>
                  </a:lnTo>
                  <a:lnTo>
                    <a:pt x="507189" y="4020365"/>
                  </a:lnTo>
                  <a:lnTo>
                    <a:pt x="488679" y="3982265"/>
                  </a:lnTo>
                  <a:lnTo>
                    <a:pt x="520740" y="3969565"/>
                  </a:lnTo>
                  <a:close/>
                </a:path>
                <a:path w="6723380" h="7035800">
                  <a:moveTo>
                    <a:pt x="1727216" y="3969565"/>
                  </a:moveTo>
                  <a:lnTo>
                    <a:pt x="1741609" y="3994965"/>
                  </a:lnTo>
                  <a:lnTo>
                    <a:pt x="1716673" y="4007665"/>
                  </a:lnTo>
                  <a:lnTo>
                    <a:pt x="1702280" y="3982265"/>
                  </a:lnTo>
                  <a:lnTo>
                    <a:pt x="1727216" y="3969565"/>
                  </a:lnTo>
                  <a:close/>
                </a:path>
                <a:path w="6723380" h="7035800">
                  <a:moveTo>
                    <a:pt x="854852" y="3944165"/>
                  </a:moveTo>
                  <a:lnTo>
                    <a:pt x="872479" y="3982265"/>
                  </a:lnTo>
                  <a:lnTo>
                    <a:pt x="841945" y="3994965"/>
                  </a:lnTo>
                  <a:lnTo>
                    <a:pt x="824319" y="3969565"/>
                  </a:lnTo>
                  <a:lnTo>
                    <a:pt x="854852" y="3944165"/>
                  </a:lnTo>
                  <a:close/>
                </a:path>
                <a:path w="6723380" h="7035800">
                  <a:moveTo>
                    <a:pt x="2061108" y="3944165"/>
                  </a:moveTo>
                  <a:lnTo>
                    <a:pt x="2074038" y="3969565"/>
                  </a:lnTo>
                  <a:lnTo>
                    <a:pt x="2051643" y="3982265"/>
                  </a:lnTo>
                  <a:lnTo>
                    <a:pt x="2038719" y="3956865"/>
                  </a:lnTo>
                  <a:lnTo>
                    <a:pt x="2061108" y="3944165"/>
                  </a:lnTo>
                  <a:close/>
                </a:path>
                <a:path w="6723380" h="7035800">
                  <a:moveTo>
                    <a:pt x="1188856" y="3931465"/>
                  </a:moveTo>
                  <a:lnTo>
                    <a:pt x="1205310" y="3956865"/>
                  </a:lnTo>
                  <a:lnTo>
                    <a:pt x="1176808" y="3969565"/>
                  </a:lnTo>
                  <a:lnTo>
                    <a:pt x="1160354" y="3944165"/>
                  </a:lnTo>
                  <a:lnTo>
                    <a:pt x="1188856" y="3931465"/>
                  </a:lnTo>
                  <a:close/>
                </a:path>
                <a:path w="6723380" h="7035800">
                  <a:moveTo>
                    <a:pt x="2395113" y="3931465"/>
                  </a:moveTo>
                  <a:lnTo>
                    <a:pt x="2406864" y="3944165"/>
                  </a:lnTo>
                  <a:lnTo>
                    <a:pt x="2386512" y="3956865"/>
                  </a:lnTo>
                  <a:lnTo>
                    <a:pt x="2374761" y="3944165"/>
                  </a:lnTo>
                  <a:lnTo>
                    <a:pt x="2395113" y="3931465"/>
                  </a:lnTo>
                  <a:close/>
                </a:path>
                <a:path w="6723380" h="7035800">
                  <a:moveTo>
                    <a:pt x="1522968" y="3906065"/>
                  </a:moveTo>
                  <a:lnTo>
                    <a:pt x="1538539" y="3931465"/>
                  </a:lnTo>
                  <a:lnTo>
                    <a:pt x="1511571" y="3956865"/>
                  </a:lnTo>
                  <a:lnTo>
                    <a:pt x="1496000" y="3918765"/>
                  </a:lnTo>
                  <a:lnTo>
                    <a:pt x="1522968" y="3906065"/>
                  </a:lnTo>
                  <a:close/>
                </a:path>
                <a:path w="6723380" h="7035800">
                  <a:moveTo>
                    <a:pt x="316385" y="3906065"/>
                  </a:moveTo>
                  <a:lnTo>
                    <a:pt x="335777" y="3944165"/>
                  </a:lnTo>
                  <a:lnTo>
                    <a:pt x="302187" y="3956865"/>
                  </a:lnTo>
                  <a:lnTo>
                    <a:pt x="282795" y="3931465"/>
                  </a:lnTo>
                  <a:lnTo>
                    <a:pt x="316385" y="3906065"/>
                  </a:lnTo>
                  <a:close/>
                </a:path>
                <a:path w="6723380" h="7035800">
                  <a:moveTo>
                    <a:pt x="2729011" y="3906065"/>
                  </a:moveTo>
                  <a:lnTo>
                    <a:pt x="2739294" y="3931465"/>
                  </a:lnTo>
                  <a:lnTo>
                    <a:pt x="2721489" y="3944165"/>
                  </a:lnTo>
                  <a:lnTo>
                    <a:pt x="2711206" y="3918765"/>
                  </a:lnTo>
                  <a:lnTo>
                    <a:pt x="2729011" y="3906065"/>
                  </a:lnTo>
                  <a:close/>
                </a:path>
                <a:path w="6723380" h="7035800">
                  <a:moveTo>
                    <a:pt x="650502" y="3893365"/>
                  </a:moveTo>
                  <a:lnTo>
                    <a:pt x="669006" y="3918765"/>
                  </a:lnTo>
                  <a:lnTo>
                    <a:pt x="636950" y="3944165"/>
                  </a:lnTo>
                  <a:lnTo>
                    <a:pt x="618441" y="3906065"/>
                  </a:lnTo>
                  <a:lnTo>
                    <a:pt x="650502" y="3893365"/>
                  </a:lnTo>
                  <a:close/>
                </a:path>
                <a:path w="6723380" h="7035800">
                  <a:moveTo>
                    <a:pt x="1856971" y="3893365"/>
                  </a:moveTo>
                  <a:lnTo>
                    <a:pt x="1871370" y="3918765"/>
                  </a:lnTo>
                  <a:lnTo>
                    <a:pt x="1846434" y="3931465"/>
                  </a:lnTo>
                  <a:lnTo>
                    <a:pt x="1832041" y="3906065"/>
                  </a:lnTo>
                  <a:lnTo>
                    <a:pt x="1856971" y="3893365"/>
                  </a:lnTo>
                  <a:close/>
                </a:path>
                <a:path w="6723380" h="7035800">
                  <a:moveTo>
                    <a:pt x="984607" y="3867965"/>
                  </a:moveTo>
                  <a:lnTo>
                    <a:pt x="1002234" y="3906065"/>
                  </a:lnTo>
                  <a:lnTo>
                    <a:pt x="971701" y="3918765"/>
                  </a:lnTo>
                  <a:lnTo>
                    <a:pt x="954074" y="3893365"/>
                  </a:lnTo>
                  <a:lnTo>
                    <a:pt x="984607" y="3867965"/>
                  </a:lnTo>
                  <a:close/>
                </a:path>
                <a:path w="6723380" h="7035800">
                  <a:moveTo>
                    <a:pt x="2190869" y="3867965"/>
                  </a:moveTo>
                  <a:lnTo>
                    <a:pt x="2203793" y="3893365"/>
                  </a:lnTo>
                  <a:lnTo>
                    <a:pt x="2181404" y="3906065"/>
                  </a:lnTo>
                  <a:lnTo>
                    <a:pt x="2168480" y="3880665"/>
                  </a:lnTo>
                  <a:lnTo>
                    <a:pt x="2190869" y="3867965"/>
                  </a:lnTo>
                  <a:close/>
                </a:path>
                <a:path w="6723380" h="7035800">
                  <a:moveTo>
                    <a:pt x="112141" y="3855265"/>
                  </a:moveTo>
                  <a:lnTo>
                    <a:pt x="132706" y="3893365"/>
                  </a:lnTo>
                  <a:lnTo>
                    <a:pt x="97084" y="3906065"/>
                  </a:lnTo>
                  <a:lnTo>
                    <a:pt x="76520" y="3867965"/>
                  </a:lnTo>
                  <a:lnTo>
                    <a:pt x="112141" y="3855265"/>
                  </a:lnTo>
                  <a:close/>
                </a:path>
                <a:path w="6723380" h="7035800">
                  <a:moveTo>
                    <a:pt x="1318612" y="3855265"/>
                  </a:moveTo>
                  <a:lnTo>
                    <a:pt x="1335066" y="3880665"/>
                  </a:lnTo>
                  <a:lnTo>
                    <a:pt x="1306570" y="3893365"/>
                  </a:lnTo>
                  <a:lnTo>
                    <a:pt x="1290116" y="3867965"/>
                  </a:lnTo>
                  <a:lnTo>
                    <a:pt x="1318612" y="3855265"/>
                  </a:lnTo>
                  <a:close/>
                </a:path>
                <a:path w="6723380" h="7035800">
                  <a:moveTo>
                    <a:pt x="446246" y="3829865"/>
                  </a:moveTo>
                  <a:lnTo>
                    <a:pt x="465935" y="3867965"/>
                  </a:lnTo>
                  <a:lnTo>
                    <a:pt x="431842" y="3893365"/>
                  </a:lnTo>
                  <a:lnTo>
                    <a:pt x="412159" y="3855265"/>
                  </a:lnTo>
                  <a:lnTo>
                    <a:pt x="446246" y="3829865"/>
                  </a:lnTo>
                  <a:close/>
                </a:path>
                <a:path w="6723380" h="7035800">
                  <a:moveTo>
                    <a:pt x="2524767" y="3855265"/>
                  </a:moveTo>
                  <a:lnTo>
                    <a:pt x="2536228" y="3867965"/>
                  </a:lnTo>
                  <a:lnTo>
                    <a:pt x="2516380" y="3880665"/>
                  </a:lnTo>
                  <a:lnTo>
                    <a:pt x="2504925" y="3867965"/>
                  </a:lnTo>
                  <a:lnTo>
                    <a:pt x="2524767" y="3855265"/>
                  </a:lnTo>
                  <a:close/>
                </a:path>
                <a:path w="6723380" h="7035800">
                  <a:moveTo>
                    <a:pt x="1652728" y="3829865"/>
                  </a:moveTo>
                  <a:lnTo>
                    <a:pt x="1668299" y="3855265"/>
                  </a:lnTo>
                  <a:lnTo>
                    <a:pt x="1641326" y="3880665"/>
                  </a:lnTo>
                  <a:lnTo>
                    <a:pt x="1625754" y="3855265"/>
                  </a:lnTo>
                  <a:lnTo>
                    <a:pt x="1652728" y="3829865"/>
                  </a:lnTo>
                  <a:close/>
                </a:path>
                <a:path w="6723380" h="7035800">
                  <a:moveTo>
                    <a:pt x="2858770" y="3829865"/>
                  </a:moveTo>
                  <a:lnTo>
                    <a:pt x="2869052" y="3855265"/>
                  </a:lnTo>
                  <a:lnTo>
                    <a:pt x="2851242" y="3867965"/>
                  </a:lnTo>
                  <a:lnTo>
                    <a:pt x="2840959" y="3842565"/>
                  </a:lnTo>
                  <a:lnTo>
                    <a:pt x="2858770" y="3829865"/>
                  </a:lnTo>
                  <a:close/>
                </a:path>
                <a:path w="6723380" h="7035800">
                  <a:moveTo>
                    <a:pt x="780364" y="3817165"/>
                  </a:moveTo>
                  <a:lnTo>
                    <a:pt x="799169" y="3842565"/>
                  </a:lnTo>
                  <a:lnTo>
                    <a:pt x="766598" y="3867965"/>
                  </a:lnTo>
                  <a:lnTo>
                    <a:pt x="747798" y="3829865"/>
                  </a:lnTo>
                  <a:lnTo>
                    <a:pt x="780364" y="3817165"/>
                  </a:lnTo>
                  <a:close/>
                </a:path>
                <a:path w="6723380" h="7035800">
                  <a:moveTo>
                    <a:pt x="1986626" y="3817165"/>
                  </a:moveTo>
                  <a:lnTo>
                    <a:pt x="2000722" y="3842565"/>
                  </a:lnTo>
                  <a:lnTo>
                    <a:pt x="1976296" y="3855265"/>
                  </a:lnTo>
                  <a:lnTo>
                    <a:pt x="1962199" y="3829865"/>
                  </a:lnTo>
                  <a:lnTo>
                    <a:pt x="1986626" y="3817165"/>
                  </a:lnTo>
                  <a:close/>
                </a:path>
                <a:path w="6723380" h="7035800">
                  <a:moveTo>
                    <a:pt x="1114480" y="3791765"/>
                  </a:moveTo>
                  <a:lnTo>
                    <a:pt x="1132397" y="3829865"/>
                  </a:lnTo>
                  <a:lnTo>
                    <a:pt x="1101354" y="3842565"/>
                  </a:lnTo>
                  <a:lnTo>
                    <a:pt x="1083437" y="3817165"/>
                  </a:lnTo>
                  <a:lnTo>
                    <a:pt x="1114480" y="3791765"/>
                  </a:lnTo>
                  <a:close/>
                </a:path>
                <a:path w="6723380" h="7035800">
                  <a:moveTo>
                    <a:pt x="2320518" y="3791765"/>
                  </a:moveTo>
                  <a:lnTo>
                    <a:pt x="2333152" y="3817165"/>
                  </a:lnTo>
                  <a:lnTo>
                    <a:pt x="2311272" y="3829865"/>
                  </a:lnTo>
                  <a:lnTo>
                    <a:pt x="2298638" y="3804465"/>
                  </a:lnTo>
                  <a:lnTo>
                    <a:pt x="2320518" y="3791765"/>
                  </a:lnTo>
                  <a:close/>
                </a:path>
                <a:path w="6723380" h="7035800">
                  <a:moveTo>
                    <a:pt x="242003" y="3779065"/>
                  </a:moveTo>
                  <a:lnTo>
                    <a:pt x="262864" y="3817165"/>
                  </a:lnTo>
                  <a:lnTo>
                    <a:pt x="226733" y="3829865"/>
                  </a:lnTo>
                  <a:lnTo>
                    <a:pt x="205872" y="3804465"/>
                  </a:lnTo>
                  <a:lnTo>
                    <a:pt x="242003" y="3779065"/>
                  </a:lnTo>
                  <a:close/>
                </a:path>
                <a:path w="6723380" h="7035800">
                  <a:moveTo>
                    <a:pt x="1448372" y="3779065"/>
                  </a:moveTo>
                  <a:lnTo>
                    <a:pt x="1464827" y="3804465"/>
                  </a:lnTo>
                  <a:lnTo>
                    <a:pt x="1436331" y="3817165"/>
                  </a:lnTo>
                  <a:lnTo>
                    <a:pt x="1419876" y="3791765"/>
                  </a:lnTo>
                  <a:lnTo>
                    <a:pt x="1448372" y="3779065"/>
                  </a:lnTo>
                  <a:close/>
                </a:path>
                <a:path w="6723380" h="7035800">
                  <a:moveTo>
                    <a:pt x="576120" y="3753665"/>
                  </a:moveTo>
                  <a:lnTo>
                    <a:pt x="596099" y="3791765"/>
                  </a:lnTo>
                  <a:lnTo>
                    <a:pt x="561497" y="3817165"/>
                  </a:lnTo>
                  <a:lnTo>
                    <a:pt x="541518" y="3779065"/>
                  </a:lnTo>
                  <a:lnTo>
                    <a:pt x="576120" y="3753665"/>
                  </a:lnTo>
                  <a:close/>
                </a:path>
                <a:path w="6723380" h="7035800">
                  <a:moveTo>
                    <a:pt x="2654523" y="3779065"/>
                  </a:moveTo>
                  <a:lnTo>
                    <a:pt x="2665984" y="3804465"/>
                  </a:lnTo>
                  <a:lnTo>
                    <a:pt x="2646136" y="3804465"/>
                  </a:lnTo>
                  <a:lnTo>
                    <a:pt x="2634680" y="3791765"/>
                  </a:lnTo>
                  <a:lnTo>
                    <a:pt x="2654523" y="3779065"/>
                  </a:lnTo>
                  <a:close/>
                </a:path>
                <a:path w="6723380" h="7035800">
                  <a:moveTo>
                    <a:pt x="1782483" y="3753665"/>
                  </a:moveTo>
                  <a:lnTo>
                    <a:pt x="1798055" y="3791765"/>
                  </a:lnTo>
                  <a:lnTo>
                    <a:pt x="1771087" y="3804465"/>
                  </a:lnTo>
                  <a:lnTo>
                    <a:pt x="1755515" y="3779065"/>
                  </a:lnTo>
                  <a:lnTo>
                    <a:pt x="1782483" y="3753665"/>
                  </a:lnTo>
                  <a:close/>
                </a:path>
                <a:path w="6723380" h="7035800">
                  <a:moveTo>
                    <a:pt x="910125" y="3740965"/>
                  </a:moveTo>
                  <a:lnTo>
                    <a:pt x="928925" y="3766365"/>
                  </a:lnTo>
                  <a:lnTo>
                    <a:pt x="896360" y="3791765"/>
                  </a:lnTo>
                  <a:lnTo>
                    <a:pt x="877554" y="3753665"/>
                  </a:lnTo>
                  <a:lnTo>
                    <a:pt x="910125" y="3740965"/>
                  </a:lnTo>
                  <a:close/>
                </a:path>
                <a:path w="6723380" h="7035800">
                  <a:moveTo>
                    <a:pt x="2116380" y="3740965"/>
                  </a:moveTo>
                  <a:lnTo>
                    <a:pt x="2130477" y="3766365"/>
                  </a:lnTo>
                  <a:lnTo>
                    <a:pt x="2106056" y="3779065"/>
                  </a:lnTo>
                  <a:lnTo>
                    <a:pt x="2091959" y="3753665"/>
                  </a:lnTo>
                  <a:lnTo>
                    <a:pt x="2116380" y="3740965"/>
                  </a:lnTo>
                  <a:close/>
                </a:path>
                <a:path w="6723380" h="7035800">
                  <a:moveTo>
                    <a:pt x="37653" y="3715565"/>
                  </a:moveTo>
                  <a:lnTo>
                    <a:pt x="59396" y="3753665"/>
                  </a:lnTo>
                  <a:lnTo>
                    <a:pt x="21737" y="3779065"/>
                  </a:lnTo>
                  <a:lnTo>
                    <a:pt x="0" y="3740965"/>
                  </a:lnTo>
                  <a:lnTo>
                    <a:pt x="37653" y="3715565"/>
                  </a:lnTo>
                  <a:close/>
                </a:path>
                <a:path w="6723380" h="7035800">
                  <a:moveTo>
                    <a:pt x="1244236" y="3715565"/>
                  </a:moveTo>
                  <a:lnTo>
                    <a:pt x="1262153" y="3753665"/>
                  </a:lnTo>
                  <a:lnTo>
                    <a:pt x="1231116" y="3766365"/>
                  </a:lnTo>
                  <a:lnTo>
                    <a:pt x="1213193" y="3740965"/>
                  </a:lnTo>
                  <a:lnTo>
                    <a:pt x="1244236" y="3715565"/>
                  </a:lnTo>
                  <a:close/>
                </a:path>
                <a:path w="6723380" h="7035800">
                  <a:moveTo>
                    <a:pt x="2450279" y="3728265"/>
                  </a:moveTo>
                  <a:lnTo>
                    <a:pt x="2462913" y="3740965"/>
                  </a:lnTo>
                  <a:lnTo>
                    <a:pt x="2441027" y="3753665"/>
                  </a:lnTo>
                  <a:lnTo>
                    <a:pt x="2428393" y="3740965"/>
                  </a:lnTo>
                  <a:lnTo>
                    <a:pt x="2450279" y="3728265"/>
                  </a:lnTo>
                  <a:close/>
                </a:path>
                <a:path w="6723380" h="7035800">
                  <a:moveTo>
                    <a:pt x="1578132" y="3702865"/>
                  </a:moveTo>
                  <a:lnTo>
                    <a:pt x="1594587" y="3728265"/>
                  </a:lnTo>
                  <a:lnTo>
                    <a:pt x="1566091" y="3753665"/>
                  </a:lnTo>
                  <a:lnTo>
                    <a:pt x="1549636" y="3715565"/>
                  </a:lnTo>
                  <a:lnTo>
                    <a:pt x="1578132" y="3702865"/>
                  </a:lnTo>
                  <a:close/>
                </a:path>
                <a:path w="6723380" h="7035800">
                  <a:moveTo>
                    <a:pt x="371870" y="3702865"/>
                  </a:moveTo>
                  <a:lnTo>
                    <a:pt x="393022" y="3740965"/>
                  </a:lnTo>
                  <a:lnTo>
                    <a:pt x="356388" y="3753665"/>
                  </a:lnTo>
                  <a:lnTo>
                    <a:pt x="335237" y="3728265"/>
                  </a:lnTo>
                  <a:lnTo>
                    <a:pt x="371870" y="3702865"/>
                  </a:lnTo>
                  <a:close/>
                </a:path>
                <a:path w="6723380" h="7035800">
                  <a:moveTo>
                    <a:pt x="2784169" y="3702865"/>
                  </a:moveTo>
                  <a:lnTo>
                    <a:pt x="2795334" y="3728265"/>
                  </a:lnTo>
                  <a:lnTo>
                    <a:pt x="2776001" y="3740965"/>
                  </a:lnTo>
                  <a:lnTo>
                    <a:pt x="2764836" y="3715565"/>
                  </a:lnTo>
                  <a:lnTo>
                    <a:pt x="2784169" y="3702865"/>
                  </a:lnTo>
                  <a:close/>
                </a:path>
                <a:path w="6723380" h="7035800">
                  <a:moveTo>
                    <a:pt x="705982" y="3677465"/>
                  </a:moveTo>
                  <a:lnTo>
                    <a:pt x="726257" y="3715565"/>
                  </a:lnTo>
                  <a:lnTo>
                    <a:pt x="691145" y="3740965"/>
                  </a:lnTo>
                  <a:lnTo>
                    <a:pt x="670870" y="3702865"/>
                  </a:lnTo>
                  <a:lnTo>
                    <a:pt x="705982" y="3677465"/>
                  </a:lnTo>
                  <a:close/>
                </a:path>
                <a:path w="6723380" h="7035800">
                  <a:moveTo>
                    <a:pt x="1912244" y="3690165"/>
                  </a:moveTo>
                  <a:lnTo>
                    <a:pt x="1927816" y="3715565"/>
                  </a:lnTo>
                  <a:lnTo>
                    <a:pt x="1900848" y="3728265"/>
                  </a:lnTo>
                  <a:lnTo>
                    <a:pt x="1885276" y="3702865"/>
                  </a:lnTo>
                  <a:lnTo>
                    <a:pt x="1912244" y="3690165"/>
                  </a:lnTo>
                  <a:close/>
                </a:path>
                <a:path w="6723380" h="7035800">
                  <a:moveTo>
                    <a:pt x="1039986" y="3664765"/>
                  </a:moveTo>
                  <a:lnTo>
                    <a:pt x="1059087" y="3702865"/>
                  </a:lnTo>
                  <a:lnTo>
                    <a:pt x="1026013" y="3715565"/>
                  </a:lnTo>
                  <a:lnTo>
                    <a:pt x="1006911" y="3690165"/>
                  </a:lnTo>
                  <a:lnTo>
                    <a:pt x="1039986" y="3664765"/>
                  </a:lnTo>
                  <a:close/>
                </a:path>
                <a:path w="6723380" h="7035800">
                  <a:moveTo>
                    <a:pt x="2246035" y="3664765"/>
                  </a:moveTo>
                  <a:lnTo>
                    <a:pt x="2259842" y="3690165"/>
                  </a:lnTo>
                  <a:lnTo>
                    <a:pt x="2235924" y="3702865"/>
                  </a:lnTo>
                  <a:lnTo>
                    <a:pt x="2222118" y="3677465"/>
                  </a:lnTo>
                  <a:lnTo>
                    <a:pt x="2246035" y="3664765"/>
                  </a:lnTo>
                  <a:close/>
                </a:path>
                <a:path w="6723380" h="7035800">
                  <a:moveTo>
                    <a:pt x="167514" y="3652065"/>
                  </a:moveTo>
                  <a:lnTo>
                    <a:pt x="189548" y="3690165"/>
                  </a:lnTo>
                  <a:lnTo>
                    <a:pt x="151386" y="3702865"/>
                  </a:lnTo>
                  <a:lnTo>
                    <a:pt x="129352" y="3664765"/>
                  </a:lnTo>
                  <a:lnTo>
                    <a:pt x="167514" y="3652065"/>
                  </a:lnTo>
                  <a:close/>
                </a:path>
                <a:path w="6723380" h="7035800">
                  <a:moveTo>
                    <a:pt x="1373996" y="3652065"/>
                  </a:moveTo>
                  <a:lnTo>
                    <a:pt x="1391914" y="3677465"/>
                  </a:lnTo>
                  <a:lnTo>
                    <a:pt x="1360876" y="3690165"/>
                  </a:lnTo>
                  <a:lnTo>
                    <a:pt x="1342953" y="3664765"/>
                  </a:lnTo>
                  <a:lnTo>
                    <a:pt x="1373996" y="3652065"/>
                  </a:lnTo>
                  <a:close/>
                </a:path>
                <a:path w="6723380" h="7035800">
                  <a:moveTo>
                    <a:pt x="501632" y="3626665"/>
                  </a:moveTo>
                  <a:lnTo>
                    <a:pt x="522783" y="3664765"/>
                  </a:lnTo>
                  <a:lnTo>
                    <a:pt x="486143" y="3690165"/>
                  </a:lnTo>
                  <a:lnTo>
                    <a:pt x="464992" y="3652065"/>
                  </a:lnTo>
                  <a:lnTo>
                    <a:pt x="501632" y="3626665"/>
                  </a:lnTo>
                  <a:close/>
                </a:path>
                <a:path w="6723380" h="7035800">
                  <a:moveTo>
                    <a:pt x="2579927" y="3652065"/>
                  </a:moveTo>
                  <a:lnTo>
                    <a:pt x="2592271" y="3664765"/>
                  </a:lnTo>
                  <a:lnTo>
                    <a:pt x="2570901" y="3677465"/>
                  </a:lnTo>
                  <a:lnTo>
                    <a:pt x="2558563" y="3664765"/>
                  </a:lnTo>
                  <a:lnTo>
                    <a:pt x="2579927" y="3652065"/>
                  </a:lnTo>
                  <a:close/>
                </a:path>
                <a:path w="6723380" h="7035800">
                  <a:moveTo>
                    <a:pt x="1707888" y="3626665"/>
                  </a:moveTo>
                  <a:lnTo>
                    <a:pt x="1724342" y="3652065"/>
                  </a:lnTo>
                  <a:lnTo>
                    <a:pt x="1695846" y="3677465"/>
                  </a:lnTo>
                  <a:lnTo>
                    <a:pt x="1679392" y="3639365"/>
                  </a:lnTo>
                  <a:lnTo>
                    <a:pt x="1707888" y="3626665"/>
                  </a:lnTo>
                  <a:close/>
                </a:path>
                <a:path w="6723380" h="7035800">
                  <a:moveTo>
                    <a:pt x="835743" y="3613965"/>
                  </a:moveTo>
                  <a:lnTo>
                    <a:pt x="856018" y="3639365"/>
                  </a:lnTo>
                  <a:lnTo>
                    <a:pt x="820906" y="3664765"/>
                  </a:lnTo>
                  <a:lnTo>
                    <a:pt x="800631" y="3626665"/>
                  </a:lnTo>
                  <a:lnTo>
                    <a:pt x="835743" y="3613965"/>
                  </a:lnTo>
                  <a:close/>
                </a:path>
                <a:path w="6723380" h="7035800">
                  <a:moveTo>
                    <a:pt x="2041898" y="3613965"/>
                  </a:moveTo>
                  <a:lnTo>
                    <a:pt x="2057174" y="3639365"/>
                  </a:lnTo>
                  <a:lnTo>
                    <a:pt x="2030710" y="3652065"/>
                  </a:lnTo>
                  <a:lnTo>
                    <a:pt x="2015434" y="3626665"/>
                  </a:lnTo>
                  <a:lnTo>
                    <a:pt x="2041898" y="3613965"/>
                  </a:lnTo>
                  <a:close/>
                </a:path>
                <a:path w="6723380" h="7035800">
                  <a:moveTo>
                    <a:pt x="1169747" y="3588565"/>
                  </a:moveTo>
                  <a:lnTo>
                    <a:pt x="1188849" y="3626665"/>
                  </a:lnTo>
                  <a:lnTo>
                    <a:pt x="1155769" y="3639365"/>
                  </a:lnTo>
                  <a:lnTo>
                    <a:pt x="1136673" y="3613965"/>
                  </a:lnTo>
                  <a:lnTo>
                    <a:pt x="1169747" y="3588565"/>
                  </a:lnTo>
                  <a:close/>
                </a:path>
                <a:path w="6723380" h="7035800">
                  <a:moveTo>
                    <a:pt x="2375684" y="3588565"/>
                  </a:moveTo>
                  <a:lnTo>
                    <a:pt x="2389200" y="3613965"/>
                  </a:lnTo>
                  <a:lnTo>
                    <a:pt x="2365786" y="3626665"/>
                  </a:lnTo>
                  <a:lnTo>
                    <a:pt x="2352276" y="3601265"/>
                  </a:lnTo>
                  <a:lnTo>
                    <a:pt x="2375684" y="3588565"/>
                  </a:lnTo>
                  <a:close/>
                </a:path>
                <a:path w="6723380" h="7035800">
                  <a:moveTo>
                    <a:pt x="297388" y="3575865"/>
                  </a:moveTo>
                  <a:lnTo>
                    <a:pt x="319718" y="3613965"/>
                  </a:lnTo>
                  <a:lnTo>
                    <a:pt x="281041" y="3626665"/>
                  </a:lnTo>
                  <a:lnTo>
                    <a:pt x="258711" y="3588565"/>
                  </a:lnTo>
                  <a:lnTo>
                    <a:pt x="297388" y="3575865"/>
                  </a:lnTo>
                  <a:close/>
                </a:path>
                <a:path w="6723380" h="7035800">
                  <a:moveTo>
                    <a:pt x="1503751" y="3575865"/>
                  </a:moveTo>
                  <a:lnTo>
                    <a:pt x="1521674" y="3601265"/>
                  </a:lnTo>
                  <a:lnTo>
                    <a:pt x="1490637" y="3613965"/>
                  </a:lnTo>
                  <a:lnTo>
                    <a:pt x="1472714" y="3588565"/>
                  </a:lnTo>
                  <a:lnTo>
                    <a:pt x="1503751" y="3575865"/>
                  </a:lnTo>
                  <a:close/>
                </a:path>
                <a:path w="6723380" h="7035800">
                  <a:moveTo>
                    <a:pt x="631494" y="3550465"/>
                  </a:moveTo>
                  <a:lnTo>
                    <a:pt x="652941" y="3588565"/>
                  </a:lnTo>
                  <a:lnTo>
                    <a:pt x="615797" y="3613965"/>
                  </a:lnTo>
                  <a:lnTo>
                    <a:pt x="594350" y="3575865"/>
                  </a:lnTo>
                  <a:lnTo>
                    <a:pt x="631494" y="3550465"/>
                  </a:lnTo>
                  <a:close/>
                </a:path>
                <a:path w="6723380" h="7035800">
                  <a:moveTo>
                    <a:pt x="2709686" y="3575865"/>
                  </a:moveTo>
                  <a:lnTo>
                    <a:pt x="2722030" y="3601265"/>
                  </a:lnTo>
                  <a:lnTo>
                    <a:pt x="2700654" y="3601265"/>
                  </a:lnTo>
                  <a:lnTo>
                    <a:pt x="2688316" y="3588565"/>
                  </a:lnTo>
                  <a:lnTo>
                    <a:pt x="2709686" y="3575865"/>
                  </a:lnTo>
                  <a:close/>
                </a:path>
                <a:path w="6723380" h="7035800">
                  <a:moveTo>
                    <a:pt x="1837643" y="3550465"/>
                  </a:moveTo>
                  <a:lnTo>
                    <a:pt x="1854097" y="3575865"/>
                  </a:lnTo>
                  <a:lnTo>
                    <a:pt x="1825607" y="3601265"/>
                  </a:lnTo>
                  <a:lnTo>
                    <a:pt x="1809153" y="3575865"/>
                  </a:lnTo>
                  <a:lnTo>
                    <a:pt x="1837643" y="3550465"/>
                  </a:lnTo>
                  <a:close/>
                </a:path>
                <a:path w="6723380" h="7035800">
                  <a:moveTo>
                    <a:pt x="965610" y="3537765"/>
                  </a:moveTo>
                  <a:lnTo>
                    <a:pt x="986174" y="3563165"/>
                  </a:lnTo>
                  <a:lnTo>
                    <a:pt x="950553" y="3588565"/>
                  </a:lnTo>
                  <a:lnTo>
                    <a:pt x="929989" y="3550465"/>
                  </a:lnTo>
                  <a:lnTo>
                    <a:pt x="965610" y="3537765"/>
                  </a:lnTo>
                  <a:close/>
                </a:path>
                <a:path w="6723380" h="7035800">
                  <a:moveTo>
                    <a:pt x="2171659" y="3537765"/>
                  </a:moveTo>
                  <a:lnTo>
                    <a:pt x="2186935" y="3563165"/>
                  </a:lnTo>
                  <a:lnTo>
                    <a:pt x="2160471" y="3575865"/>
                  </a:lnTo>
                  <a:lnTo>
                    <a:pt x="2145195" y="3550465"/>
                  </a:lnTo>
                  <a:lnTo>
                    <a:pt x="2171659" y="3537765"/>
                  </a:lnTo>
                  <a:close/>
                </a:path>
                <a:path w="6723380" h="7035800">
                  <a:moveTo>
                    <a:pt x="93032" y="3512365"/>
                  </a:moveTo>
                  <a:lnTo>
                    <a:pt x="116245" y="3550465"/>
                  </a:lnTo>
                  <a:lnTo>
                    <a:pt x="76045" y="3575865"/>
                  </a:lnTo>
                  <a:lnTo>
                    <a:pt x="52832" y="3537765"/>
                  </a:lnTo>
                  <a:lnTo>
                    <a:pt x="93032" y="3512365"/>
                  </a:lnTo>
                  <a:close/>
                </a:path>
                <a:path w="6723380" h="7035800">
                  <a:moveTo>
                    <a:pt x="1299508" y="3512365"/>
                  </a:moveTo>
                  <a:lnTo>
                    <a:pt x="1318604" y="3550465"/>
                  </a:lnTo>
                  <a:lnTo>
                    <a:pt x="1285524" y="3563165"/>
                  </a:lnTo>
                  <a:lnTo>
                    <a:pt x="1266428" y="3537765"/>
                  </a:lnTo>
                  <a:lnTo>
                    <a:pt x="1299508" y="3512365"/>
                  </a:lnTo>
                  <a:close/>
                </a:path>
                <a:path w="6723380" h="7035800">
                  <a:moveTo>
                    <a:pt x="2505339" y="3512365"/>
                  </a:moveTo>
                  <a:lnTo>
                    <a:pt x="2518559" y="3537765"/>
                  </a:lnTo>
                  <a:lnTo>
                    <a:pt x="2495660" y="3550465"/>
                  </a:lnTo>
                  <a:lnTo>
                    <a:pt x="2482440" y="3525065"/>
                  </a:lnTo>
                  <a:lnTo>
                    <a:pt x="2505339" y="3512365"/>
                  </a:lnTo>
                  <a:close/>
                </a:path>
                <a:path w="6723380" h="7035800">
                  <a:moveTo>
                    <a:pt x="1633512" y="3499665"/>
                  </a:moveTo>
                  <a:lnTo>
                    <a:pt x="1651435" y="3525065"/>
                  </a:lnTo>
                  <a:lnTo>
                    <a:pt x="1620392" y="3550465"/>
                  </a:lnTo>
                  <a:lnTo>
                    <a:pt x="1602469" y="3512365"/>
                  </a:lnTo>
                  <a:lnTo>
                    <a:pt x="1633512" y="3499665"/>
                  </a:lnTo>
                  <a:close/>
                </a:path>
                <a:path w="6723380" h="7035800">
                  <a:moveTo>
                    <a:pt x="427144" y="3499665"/>
                  </a:moveTo>
                  <a:lnTo>
                    <a:pt x="449468" y="3537765"/>
                  </a:lnTo>
                  <a:lnTo>
                    <a:pt x="410802" y="3550465"/>
                  </a:lnTo>
                  <a:lnTo>
                    <a:pt x="388472" y="3512365"/>
                  </a:lnTo>
                  <a:lnTo>
                    <a:pt x="427144" y="3499665"/>
                  </a:lnTo>
                  <a:close/>
                </a:path>
                <a:path w="6723380" h="7035800">
                  <a:moveTo>
                    <a:pt x="2839341" y="3499665"/>
                  </a:moveTo>
                  <a:lnTo>
                    <a:pt x="2851383" y="3525065"/>
                  </a:lnTo>
                  <a:lnTo>
                    <a:pt x="2830522" y="3537765"/>
                  </a:lnTo>
                  <a:lnTo>
                    <a:pt x="2818480" y="3512365"/>
                  </a:lnTo>
                  <a:lnTo>
                    <a:pt x="2839341" y="3499665"/>
                  </a:lnTo>
                  <a:close/>
                </a:path>
                <a:path w="6723380" h="7035800">
                  <a:moveTo>
                    <a:pt x="761255" y="3474265"/>
                  </a:moveTo>
                  <a:lnTo>
                    <a:pt x="782702" y="3512365"/>
                  </a:lnTo>
                  <a:lnTo>
                    <a:pt x="745553" y="3537765"/>
                  </a:lnTo>
                  <a:lnTo>
                    <a:pt x="724106" y="3499665"/>
                  </a:lnTo>
                  <a:lnTo>
                    <a:pt x="761255" y="3474265"/>
                  </a:lnTo>
                  <a:close/>
                </a:path>
                <a:path w="6723380" h="7035800">
                  <a:moveTo>
                    <a:pt x="1967303" y="3474265"/>
                  </a:moveTo>
                  <a:lnTo>
                    <a:pt x="1983461" y="3512365"/>
                  </a:lnTo>
                  <a:lnTo>
                    <a:pt x="1955469" y="3525065"/>
                  </a:lnTo>
                  <a:lnTo>
                    <a:pt x="1939311" y="3499665"/>
                  </a:lnTo>
                  <a:lnTo>
                    <a:pt x="1967303" y="3474265"/>
                  </a:lnTo>
                  <a:close/>
                </a:path>
                <a:path w="6723380" h="7035800">
                  <a:moveTo>
                    <a:pt x="1095371" y="3461565"/>
                  </a:moveTo>
                  <a:lnTo>
                    <a:pt x="1115936" y="3499665"/>
                  </a:lnTo>
                  <a:lnTo>
                    <a:pt x="1080315" y="3512365"/>
                  </a:lnTo>
                  <a:lnTo>
                    <a:pt x="1059750" y="3474265"/>
                  </a:lnTo>
                  <a:lnTo>
                    <a:pt x="1095371" y="3461565"/>
                  </a:lnTo>
                  <a:close/>
                </a:path>
                <a:path w="6723380" h="7035800">
                  <a:moveTo>
                    <a:pt x="2301308" y="3461565"/>
                  </a:moveTo>
                  <a:lnTo>
                    <a:pt x="2316287" y="3486965"/>
                  </a:lnTo>
                  <a:lnTo>
                    <a:pt x="2290332" y="3499665"/>
                  </a:lnTo>
                  <a:lnTo>
                    <a:pt x="2275353" y="3474265"/>
                  </a:lnTo>
                  <a:lnTo>
                    <a:pt x="2301308" y="3461565"/>
                  </a:lnTo>
                  <a:close/>
                </a:path>
                <a:path w="6723380" h="7035800">
                  <a:moveTo>
                    <a:pt x="222894" y="3436165"/>
                  </a:moveTo>
                  <a:lnTo>
                    <a:pt x="246403" y="3474265"/>
                  </a:lnTo>
                  <a:lnTo>
                    <a:pt x="205693" y="3499665"/>
                  </a:lnTo>
                  <a:lnTo>
                    <a:pt x="182191" y="3461565"/>
                  </a:lnTo>
                  <a:lnTo>
                    <a:pt x="222894" y="3436165"/>
                  </a:lnTo>
                  <a:close/>
                </a:path>
                <a:path w="6723380" h="7035800">
                  <a:moveTo>
                    <a:pt x="1429262" y="3436165"/>
                  </a:moveTo>
                  <a:lnTo>
                    <a:pt x="1448358" y="3474265"/>
                  </a:lnTo>
                  <a:lnTo>
                    <a:pt x="1415284" y="3486965"/>
                  </a:lnTo>
                  <a:lnTo>
                    <a:pt x="1396188" y="3461565"/>
                  </a:lnTo>
                  <a:lnTo>
                    <a:pt x="1429262" y="3436165"/>
                  </a:lnTo>
                  <a:close/>
                </a:path>
                <a:path w="6723380" h="7035800">
                  <a:moveTo>
                    <a:pt x="557011" y="3423465"/>
                  </a:moveTo>
                  <a:lnTo>
                    <a:pt x="579637" y="3461565"/>
                  </a:lnTo>
                  <a:lnTo>
                    <a:pt x="540450" y="3486965"/>
                  </a:lnTo>
                  <a:lnTo>
                    <a:pt x="517830" y="3448865"/>
                  </a:lnTo>
                  <a:lnTo>
                    <a:pt x="557011" y="3423465"/>
                  </a:lnTo>
                  <a:close/>
                </a:path>
                <a:path w="6723380" h="7035800">
                  <a:moveTo>
                    <a:pt x="2635097" y="3448865"/>
                  </a:moveTo>
                  <a:lnTo>
                    <a:pt x="2648318" y="3461565"/>
                  </a:lnTo>
                  <a:lnTo>
                    <a:pt x="2625419" y="3474265"/>
                  </a:lnTo>
                  <a:lnTo>
                    <a:pt x="2612199" y="3461565"/>
                  </a:lnTo>
                  <a:lnTo>
                    <a:pt x="2635097" y="3448865"/>
                  </a:lnTo>
                  <a:close/>
                </a:path>
                <a:path w="6723380" h="7035800">
                  <a:moveTo>
                    <a:pt x="1763160" y="3423465"/>
                  </a:moveTo>
                  <a:lnTo>
                    <a:pt x="1780787" y="3448865"/>
                  </a:lnTo>
                  <a:lnTo>
                    <a:pt x="1750260" y="3474265"/>
                  </a:lnTo>
                  <a:lnTo>
                    <a:pt x="1732633" y="3436165"/>
                  </a:lnTo>
                  <a:lnTo>
                    <a:pt x="1763160" y="3423465"/>
                  </a:lnTo>
                  <a:close/>
                </a:path>
                <a:path w="6723380" h="7035800">
                  <a:moveTo>
                    <a:pt x="891116" y="3398065"/>
                  </a:moveTo>
                  <a:lnTo>
                    <a:pt x="912859" y="3436165"/>
                  </a:lnTo>
                  <a:lnTo>
                    <a:pt x="875200" y="3461565"/>
                  </a:lnTo>
                  <a:lnTo>
                    <a:pt x="853462" y="3423465"/>
                  </a:lnTo>
                  <a:lnTo>
                    <a:pt x="891116" y="3398065"/>
                  </a:lnTo>
                  <a:close/>
                </a:path>
                <a:path w="6723380" h="7035800">
                  <a:moveTo>
                    <a:pt x="2097058" y="3398065"/>
                  </a:moveTo>
                  <a:lnTo>
                    <a:pt x="2113216" y="3436165"/>
                  </a:lnTo>
                  <a:lnTo>
                    <a:pt x="2085230" y="3448865"/>
                  </a:lnTo>
                  <a:lnTo>
                    <a:pt x="2069072" y="3423465"/>
                  </a:lnTo>
                  <a:lnTo>
                    <a:pt x="2097058" y="3398065"/>
                  </a:lnTo>
                  <a:close/>
                </a:path>
                <a:path w="6723380" h="7035800">
                  <a:moveTo>
                    <a:pt x="18544" y="3385365"/>
                  </a:moveTo>
                  <a:lnTo>
                    <a:pt x="42929" y="3423465"/>
                  </a:lnTo>
                  <a:lnTo>
                    <a:pt x="692" y="3448865"/>
                  </a:lnTo>
                  <a:lnTo>
                    <a:pt x="114" y="3448865"/>
                  </a:lnTo>
                  <a:lnTo>
                    <a:pt x="114" y="3398065"/>
                  </a:lnTo>
                  <a:lnTo>
                    <a:pt x="18544" y="3385365"/>
                  </a:lnTo>
                  <a:close/>
                </a:path>
                <a:path w="6723380" h="7035800">
                  <a:moveTo>
                    <a:pt x="1225132" y="3385365"/>
                  </a:moveTo>
                  <a:lnTo>
                    <a:pt x="1245697" y="3423465"/>
                  </a:lnTo>
                  <a:lnTo>
                    <a:pt x="1210069" y="3436165"/>
                  </a:lnTo>
                  <a:lnTo>
                    <a:pt x="1189505" y="3398065"/>
                  </a:lnTo>
                  <a:lnTo>
                    <a:pt x="1225132" y="3385365"/>
                  </a:lnTo>
                  <a:close/>
                </a:path>
                <a:path w="6723380" h="7035800">
                  <a:moveTo>
                    <a:pt x="2430957" y="3385365"/>
                  </a:moveTo>
                  <a:lnTo>
                    <a:pt x="2445646" y="3410765"/>
                  </a:lnTo>
                  <a:lnTo>
                    <a:pt x="2420206" y="3423465"/>
                  </a:lnTo>
                  <a:lnTo>
                    <a:pt x="2405517" y="3398065"/>
                  </a:lnTo>
                  <a:lnTo>
                    <a:pt x="2430957" y="3385365"/>
                  </a:lnTo>
                  <a:close/>
                </a:path>
                <a:path w="6723380" h="7035800">
                  <a:moveTo>
                    <a:pt x="1559024" y="3359965"/>
                  </a:moveTo>
                  <a:lnTo>
                    <a:pt x="1578120" y="3398065"/>
                  </a:lnTo>
                  <a:lnTo>
                    <a:pt x="1545045" y="3423465"/>
                  </a:lnTo>
                  <a:lnTo>
                    <a:pt x="1525949" y="3385365"/>
                  </a:lnTo>
                  <a:lnTo>
                    <a:pt x="1559024" y="3359965"/>
                  </a:lnTo>
                  <a:close/>
                </a:path>
                <a:path w="6723380" h="7035800">
                  <a:moveTo>
                    <a:pt x="352762" y="3359965"/>
                  </a:moveTo>
                  <a:lnTo>
                    <a:pt x="376561" y="3410765"/>
                  </a:lnTo>
                  <a:lnTo>
                    <a:pt x="335342" y="3423465"/>
                  </a:lnTo>
                  <a:lnTo>
                    <a:pt x="311550" y="3385365"/>
                  </a:lnTo>
                  <a:lnTo>
                    <a:pt x="352762" y="3359965"/>
                  </a:lnTo>
                  <a:close/>
                </a:path>
                <a:path w="6723380" h="7035800">
                  <a:moveTo>
                    <a:pt x="686772" y="3347265"/>
                  </a:moveTo>
                  <a:lnTo>
                    <a:pt x="709393" y="3385365"/>
                  </a:lnTo>
                  <a:lnTo>
                    <a:pt x="670211" y="3410765"/>
                  </a:lnTo>
                  <a:lnTo>
                    <a:pt x="647585" y="3372665"/>
                  </a:lnTo>
                  <a:lnTo>
                    <a:pt x="686772" y="3347265"/>
                  </a:lnTo>
                  <a:close/>
                </a:path>
                <a:path w="6723380" h="7035800">
                  <a:moveTo>
                    <a:pt x="2764746" y="3372665"/>
                  </a:moveTo>
                  <a:lnTo>
                    <a:pt x="2777670" y="3385365"/>
                  </a:lnTo>
                  <a:lnTo>
                    <a:pt x="2755281" y="3398065"/>
                  </a:lnTo>
                  <a:lnTo>
                    <a:pt x="2742357" y="3385365"/>
                  </a:lnTo>
                  <a:lnTo>
                    <a:pt x="2764746" y="3372665"/>
                  </a:lnTo>
                  <a:close/>
                </a:path>
                <a:path w="6723380" h="7035800">
                  <a:moveTo>
                    <a:pt x="1892921" y="3347265"/>
                  </a:moveTo>
                  <a:lnTo>
                    <a:pt x="1910548" y="3372665"/>
                  </a:lnTo>
                  <a:lnTo>
                    <a:pt x="1880015" y="3398065"/>
                  </a:lnTo>
                  <a:lnTo>
                    <a:pt x="1862388" y="3359965"/>
                  </a:lnTo>
                  <a:lnTo>
                    <a:pt x="1892921" y="3347265"/>
                  </a:lnTo>
                  <a:close/>
                </a:path>
                <a:path w="6723380" h="7035800">
                  <a:moveTo>
                    <a:pt x="1020877" y="3321865"/>
                  </a:moveTo>
                  <a:lnTo>
                    <a:pt x="1042621" y="3359965"/>
                  </a:lnTo>
                  <a:lnTo>
                    <a:pt x="1004962" y="3385365"/>
                  </a:lnTo>
                  <a:lnTo>
                    <a:pt x="983224" y="3347265"/>
                  </a:lnTo>
                  <a:lnTo>
                    <a:pt x="1020877" y="3321865"/>
                  </a:lnTo>
                  <a:close/>
                </a:path>
                <a:path w="6723380" h="7035800">
                  <a:moveTo>
                    <a:pt x="2226819" y="3334565"/>
                  </a:moveTo>
                  <a:lnTo>
                    <a:pt x="2242978" y="3359965"/>
                  </a:lnTo>
                  <a:lnTo>
                    <a:pt x="2214991" y="3372665"/>
                  </a:lnTo>
                  <a:lnTo>
                    <a:pt x="2198833" y="3347265"/>
                  </a:lnTo>
                  <a:lnTo>
                    <a:pt x="2226819" y="3334565"/>
                  </a:lnTo>
                  <a:close/>
                </a:path>
                <a:path w="6723380" h="7035800">
                  <a:moveTo>
                    <a:pt x="148406" y="3309165"/>
                  </a:moveTo>
                  <a:lnTo>
                    <a:pt x="173087" y="3347265"/>
                  </a:lnTo>
                  <a:lnTo>
                    <a:pt x="130340" y="3372665"/>
                  </a:lnTo>
                  <a:lnTo>
                    <a:pt x="105665" y="3334565"/>
                  </a:lnTo>
                  <a:lnTo>
                    <a:pt x="148406" y="3309165"/>
                  </a:lnTo>
                  <a:close/>
                </a:path>
                <a:path w="6723380" h="7035800">
                  <a:moveTo>
                    <a:pt x="1354886" y="3309165"/>
                  </a:moveTo>
                  <a:lnTo>
                    <a:pt x="1375451" y="3347265"/>
                  </a:lnTo>
                  <a:lnTo>
                    <a:pt x="1339830" y="3359965"/>
                  </a:lnTo>
                  <a:lnTo>
                    <a:pt x="1319265" y="3334565"/>
                  </a:lnTo>
                  <a:lnTo>
                    <a:pt x="1354886" y="3309165"/>
                  </a:lnTo>
                  <a:close/>
                </a:path>
                <a:path w="6723380" h="7035800">
                  <a:moveTo>
                    <a:pt x="482523" y="3283765"/>
                  </a:moveTo>
                  <a:lnTo>
                    <a:pt x="506322" y="3334565"/>
                  </a:lnTo>
                  <a:lnTo>
                    <a:pt x="465103" y="3359965"/>
                  </a:lnTo>
                  <a:lnTo>
                    <a:pt x="441310" y="3309165"/>
                  </a:lnTo>
                  <a:lnTo>
                    <a:pt x="482523" y="3283765"/>
                  </a:lnTo>
                  <a:close/>
                </a:path>
                <a:path w="6723380" h="7035800">
                  <a:moveTo>
                    <a:pt x="2560716" y="3309165"/>
                  </a:moveTo>
                  <a:lnTo>
                    <a:pt x="2575405" y="3334565"/>
                  </a:lnTo>
                  <a:lnTo>
                    <a:pt x="2549965" y="3347265"/>
                  </a:lnTo>
                  <a:lnTo>
                    <a:pt x="2535276" y="3321865"/>
                  </a:lnTo>
                  <a:lnTo>
                    <a:pt x="2560716" y="3309165"/>
                  </a:lnTo>
                  <a:close/>
                </a:path>
                <a:path w="6723380" h="7035800">
                  <a:moveTo>
                    <a:pt x="1688784" y="3296465"/>
                  </a:moveTo>
                  <a:lnTo>
                    <a:pt x="1707880" y="3321865"/>
                  </a:lnTo>
                  <a:lnTo>
                    <a:pt x="1674806" y="3347265"/>
                  </a:lnTo>
                  <a:lnTo>
                    <a:pt x="1655704" y="3309165"/>
                  </a:lnTo>
                  <a:lnTo>
                    <a:pt x="1688784" y="3296465"/>
                  </a:lnTo>
                  <a:close/>
                </a:path>
                <a:path w="6723380" h="7035800">
                  <a:moveTo>
                    <a:pt x="816633" y="3271065"/>
                  </a:moveTo>
                  <a:lnTo>
                    <a:pt x="839550" y="3309165"/>
                  </a:lnTo>
                  <a:lnTo>
                    <a:pt x="799859" y="3334565"/>
                  </a:lnTo>
                  <a:lnTo>
                    <a:pt x="776943" y="3296465"/>
                  </a:lnTo>
                  <a:lnTo>
                    <a:pt x="816633" y="3271065"/>
                  </a:lnTo>
                  <a:close/>
                </a:path>
                <a:path w="6723380" h="7035800">
                  <a:moveTo>
                    <a:pt x="2022576" y="3271065"/>
                  </a:moveTo>
                  <a:lnTo>
                    <a:pt x="2039906" y="3296465"/>
                  </a:lnTo>
                  <a:lnTo>
                    <a:pt x="2009882" y="3321865"/>
                  </a:lnTo>
                  <a:lnTo>
                    <a:pt x="1992552" y="3283765"/>
                  </a:lnTo>
                  <a:lnTo>
                    <a:pt x="2022576" y="3271065"/>
                  </a:lnTo>
                  <a:close/>
                </a:path>
                <a:path w="6723380" h="7035800">
                  <a:moveTo>
                    <a:pt x="1150638" y="3245665"/>
                  </a:moveTo>
                  <a:lnTo>
                    <a:pt x="1172382" y="3283765"/>
                  </a:lnTo>
                  <a:lnTo>
                    <a:pt x="1134723" y="3309165"/>
                  </a:lnTo>
                  <a:lnTo>
                    <a:pt x="1112985" y="3271065"/>
                  </a:lnTo>
                  <a:lnTo>
                    <a:pt x="1150638" y="3245665"/>
                  </a:lnTo>
                  <a:close/>
                </a:path>
                <a:path w="6723380" h="7035800">
                  <a:moveTo>
                    <a:pt x="2356468" y="3258365"/>
                  </a:moveTo>
                  <a:lnTo>
                    <a:pt x="2372336" y="3283765"/>
                  </a:lnTo>
                  <a:lnTo>
                    <a:pt x="2344853" y="3296465"/>
                  </a:lnTo>
                  <a:lnTo>
                    <a:pt x="2328991" y="3271065"/>
                  </a:lnTo>
                  <a:lnTo>
                    <a:pt x="2356468" y="3258365"/>
                  </a:lnTo>
                  <a:close/>
                </a:path>
                <a:path w="6723380" h="7035800">
                  <a:moveTo>
                    <a:pt x="278280" y="3232965"/>
                  </a:moveTo>
                  <a:lnTo>
                    <a:pt x="303251" y="3271065"/>
                  </a:lnTo>
                  <a:lnTo>
                    <a:pt x="260002" y="3296465"/>
                  </a:lnTo>
                  <a:lnTo>
                    <a:pt x="235030" y="3258365"/>
                  </a:lnTo>
                  <a:lnTo>
                    <a:pt x="278280" y="3232965"/>
                  </a:lnTo>
                  <a:close/>
                </a:path>
                <a:path w="6723380" h="7035800">
                  <a:moveTo>
                    <a:pt x="1484642" y="3232965"/>
                  </a:moveTo>
                  <a:lnTo>
                    <a:pt x="1505206" y="3271065"/>
                  </a:lnTo>
                  <a:lnTo>
                    <a:pt x="1469591" y="3283765"/>
                  </a:lnTo>
                  <a:lnTo>
                    <a:pt x="1449026" y="3258365"/>
                  </a:lnTo>
                  <a:lnTo>
                    <a:pt x="1484642" y="3232965"/>
                  </a:lnTo>
                  <a:close/>
                </a:path>
                <a:path w="6723380" h="7035800">
                  <a:moveTo>
                    <a:pt x="612391" y="3207565"/>
                  </a:moveTo>
                  <a:lnTo>
                    <a:pt x="636485" y="3258365"/>
                  </a:lnTo>
                  <a:lnTo>
                    <a:pt x="594757" y="3283765"/>
                  </a:lnTo>
                  <a:lnTo>
                    <a:pt x="570662" y="3232965"/>
                  </a:lnTo>
                  <a:lnTo>
                    <a:pt x="612391" y="3207565"/>
                  </a:lnTo>
                  <a:close/>
                </a:path>
                <a:path w="6723380" h="7035800">
                  <a:moveTo>
                    <a:pt x="2690258" y="3232965"/>
                  </a:moveTo>
                  <a:lnTo>
                    <a:pt x="2704360" y="3258365"/>
                  </a:lnTo>
                  <a:lnTo>
                    <a:pt x="2679939" y="3271065"/>
                  </a:lnTo>
                  <a:lnTo>
                    <a:pt x="2665837" y="3245665"/>
                  </a:lnTo>
                  <a:lnTo>
                    <a:pt x="2690258" y="3232965"/>
                  </a:lnTo>
                  <a:close/>
                </a:path>
                <a:path w="6723380" h="7035800">
                  <a:moveTo>
                    <a:pt x="1818433" y="3220265"/>
                  </a:moveTo>
                  <a:lnTo>
                    <a:pt x="1837238" y="3245665"/>
                  </a:lnTo>
                  <a:lnTo>
                    <a:pt x="1804667" y="3271065"/>
                  </a:lnTo>
                  <a:lnTo>
                    <a:pt x="1785867" y="3232965"/>
                  </a:lnTo>
                  <a:lnTo>
                    <a:pt x="1818433" y="3220265"/>
                  </a:lnTo>
                  <a:close/>
                </a:path>
                <a:path w="6723380" h="7035800">
                  <a:moveTo>
                    <a:pt x="946395" y="3194865"/>
                  </a:moveTo>
                  <a:lnTo>
                    <a:pt x="969311" y="3232965"/>
                  </a:lnTo>
                  <a:lnTo>
                    <a:pt x="929621" y="3258365"/>
                  </a:lnTo>
                  <a:lnTo>
                    <a:pt x="906705" y="3220265"/>
                  </a:lnTo>
                  <a:lnTo>
                    <a:pt x="946395" y="3194865"/>
                  </a:lnTo>
                  <a:close/>
                </a:path>
                <a:path w="6723380" h="7035800">
                  <a:moveTo>
                    <a:pt x="2152224" y="3194865"/>
                  </a:moveTo>
                  <a:lnTo>
                    <a:pt x="2169265" y="3232965"/>
                  </a:lnTo>
                  <a:lnTo>
                    <a:pt x="2139750" y="3245665"/>
                  </a:lnTo>
                  <a:lnTo>
                    <a:pt x="2122710" y="3220265"/>
                  </a:lnTo>
                  <a:lnTo>
                    <a:pt x="2152224" y="3194865"/>
                  </a:lnTo>
                  <a:close/>
                </a:path>
                <a:path w="6723380" h="7035800">
                  <a:moveTo>
                    <a:pt x="74142" y="3169465"/>
                  </a:moveTo>
                  <a:lnTo>
                    <a:pt x="100583" y="3220265"/>
                  </a:lnTo>
                  <a:lnTo>
                    <a:pt x="54785" y="3245665"/>
                  </a:lnTo>
                  <a:lnTo>
                    <a:pt x="28345" y="3207565"/>
                  </a:lnTo>
                  <a:lnTo>
                    <a:pt x="74142" y="3169465"/>
                  </a:lnTo>
                  <a:close/>
                </a:path>
                <a:path w="6723380" h="7035800">
                  <a:moveTo>
                    <a:pt x="1280398" y="3182165"/>
                  </a:moveTo>
                  <a:lnTo>
                    <a:pt x="1302136" y="3220265"/>
                  </a:lnTo>
                  <a:lnTo>
                    <a:pt x="1264483" y="3232965"/>
                  </a:lnTo>
                  <a:lnTo>
                    <a:pt x="1242739" y="3194865"/>
                  </a:lnTo>
                  <a:lnTo>
                    <a:pt x="1280398" y="3182165"/>
                  </a:lnTo>
                  <a:close/>
                </a:path>
                <a:path w="6723380" h="7035800">
                  <a:moveTo>
                    <a:pt x="2486120" y="3182165"/>
                  </a:moveTo>
                  <a:lnTo>
                    <a:pt x="2501692" y="3207565"/>
                  </a:lnTo>
                  <a:lnTo>
                    <a:pt x="2474724" y="3220265"/>
                  </a:lnTo>
                  <a:lnTo>
                    <a:pt x="2459153" y="3194865"/>
                  </a:lnTo>
                  <a:lnTo>
                    <a:pt x="2486120" y="3182165"/>
                  </a:lnTo>
                  <a:close/>
                </a:path>
                <a:path w="6723380" h="7035800">
                  <a:moveTo>
                    <a:pt x="1614296" y="3156765"/>
                  </a:moveTo>
                  <a:lnTo>
                    <a:pt x="1634565" y="3194865"/>
                  </a:lnTo>
                  <a:lnTo>
                    <a:pt x="1599453" y="3220265"/>
                  </a:lnTo>
                  <a:lnTo>
                    <a:pt x="1579184" y="3182165"/>
                  </a:lnTo>
                  <a:lnTo>
                    <a:pt x="1614296" y="3156765"/>
                  </a:lnTo>
                  <a:close/>
                </a:path>
                <a:path w="6723380" h="7035800">
                  <a:moveTo>
                    <a:pt x="408141" y="3156765"/>
                  </a:moveTo>
                  <a:lnTo>
                    <a:pt x="433409" y="3194865"/>
                  </a:lnTo>
                  <a:lnTo>
                    <a:pt x="389649" y="3220265"/>
                  </a:lnTo>
                  <a:lnTo>
                    <a:pt x="364382" y="3182165"/>
                  </a:lnTo>
                  <a:lnTo>
                    <a:pt x="408141" y="3156765"/>
                  </a:lnTo>
                  <a:close/>
                </a:path>
                <a:path w="6723380" h="7035800">
                  <a:moveTo>
                    <a:pt x="742257" y="3144065"/>
                  </a:moveTo>
                  <a:lnTo>
                    <a:pt x="766642" y="3182165"/>
                  </a:lnTo>
                  <a:lnTo>
                    <a:pt x="724405" y="3207565"/>
                  </a:lnTo>
                  <a:lnTo>
                    <a:pt x="700020" y="3156765"/>
                  </a:lnTo>
                  <a:lnTo>
                    <a:pt x="742257" y="3144065"/>
                  </a:lnTo>
                  <a:close/>
                </a:path>
                <a:path w="6723380" h="7035800">
                  <a:moveTo>
                    <a:pt x="1948194" y="3144065"/>
                  </a:moveTo>
                  <a:lnTo>
                    <a:pt x="1966994" y="3169465"/>
                  </a:lnTo>
                  <a:lnTo>
                    <a:pt x="1934429" y="3194865"/>
                  </a:lnTo>
                  <a:lnTo>
                    <a:pt x="1915629" y="3156765"/>
                  </a:lnTo>
                  <a:lnTo>
                    <a:pt x="1948194" y="3144065"/>
                  </a:lnTo>
                  <a:close/>
                </a:path>
                <a:path w="6723380" h="7035800">
                  <a:moveTo>
                    <a:pt x="1076150" y="3118665"/>
                  </a:moveTo>
                  <a:lnTo>
                    <a:pt x="1099066" y="3156765"/>
                  </a:lnTo>
                  <a:lnTo>
                    <a:pt x="1059382" y="3182165"/>
                  </a:lnTo>
                  <a:lnTo>
                    <a:pt x="1036465" y="3144065"/>
                  </a:lnTo>
                  <a:lnTo>
                    <a:pt x="1076150" y="3118665"/>
                  </a:lnTo>
                  <a:close/>
                </a:path>
                <a:path w="6723380" h="7035800">
                  <a:moveTo>
                    <a:pt x="2281874" y="3118665"/>
                  </a:moveTo>
                  <a:lnTo>
                    <a:pt x="2298624" y="3156765"/>
                  </a:lnTo>
                  <a:lnTo>
                    <a:pt x="2269619" y="3169465"/>
                  </a:lnTo>
                  <a:lnTo>
                    <a:pt x="2252875" y="3144065"/>
                  </a:lnTo>
                  <a:lnTo>
                    <a:pt x="2281874" y="3118665"/>
                  </a:lnTo>
                  <a:close/>
                </a:path>
                <a:path w="6723380" h="7035800">
                  <a:moveTo>
                    <a:pt x="204004" y="3105965"/>
                  </a:moveTo>
                  <a:lnTo>
                    <a:pt x="230741" y="3144065"/>
                  </a:lnTo>
                  <a:lnTo>
                    <a:pt x="184435" y="3169465"/>
                  </a:lnTo>
                  <a:lnTo>
                    <a:pt x="157698" y="3131365"/>
                  </a:lnTo>
                  <a:lnTo>
                    <a:pt x="204004" y="3105965"/>
                  </a:lnTo>
                  <a:close/>
                </a:path>
                <a:path w="6723380" h="7035800">
                  <a:moveTo>
                    <a:pt x="1410159" y="3105965"/>
                  </a:moveTo>
                  <a:lnTo>
                    <a:pt x="1431897" y="3144065"/>
                  </a:lnTo>
                  <a:lnTo>
                    <a:pt x="1394244" y="3156765"/>
                  </a:lnTo>
                  <a:lnTo>
                    <a:pt x="1372500" y="3118665"/>
                  </a:lnTo>
                  <a:lnTo>
                    <a:pt x="1410159" y="3105965"/>
                  </a:lnTo>
                  <a:close/>
                </a:path>
                <a:path w="6723380" h="7035800">
                  <a:moveTo>
                    <a:pt x="538014" y="3080565"/>
                  </a:moveTo>
                  <a:lnTo>
                    <a:pt x="563573" y="3131365"/>
                  </a:lnTo>
                  <a:lnTo>
                    <a:pt x="519298" y="3156765"/>
                  </a:lnTo>
                  <a:lnTo>
                    <a:pt x="493740" y="3105965"/>
                  </a:lnTo>
                  <a:lnTo>
                    <a:pt x="538014" y="3080565"/>
                  </a:lnTo>
                  <a:close/>
                </a:path>
                <a:path w="6723380" h="7035800">
                  <a:moveTo>
                    <a:pt x="2615876" y="3105965"/>
                  </a:moveTo>
                  <a:lnTo>
                    <a:pt x="2631448" y="3131365"/>
                  </a:lnTo>
                  <a:lnTo>
                    <a:pt x="2604480" y="3144065"/>
                  </a:lnTo>
                  <a:lnTo>
                    <a:pt x="2588908" y="3118665"/>
                  </a:lnTo>
                  <a:lnTo>
                    <a:pt x="2615876" y="3105965"/>
                  </a:lnTo>
                  <a:close/>
                </a:path>
                <a:path w="6723380" h="7035800">
                  <a:moveTo>
                    <a:pt x="1744051" y="3080565"/>
                  </a:moveTo>
                  <a:lnTo>
                    <a:pt x="1764326" y="3118665"/>
                  </a:lnTo>
                  <a:lnTo>
                    <a:pt x="1729214" y="3144065"/>
                  </a:lnTo>
                  <a:lnTo>
                    <a:pt x="1708939" y="3105965"/>
                  </a:lnTo>
                  <a:lnTo>
                    <a:pt x="1744051" y="3080565"/>
                  </a:lnTo>
                  <a:close/>
                </a:path>
                <a:path w="6723380" h="7035800">
                  <a:moveTo>
                    <a:pt x="872019" y="3067865"/>
                  </a:moveTo>
                  <a:lnTo>
                    <a:pt x="896398" y="3105965"/>
                  </a:lnTo>
                  <a:lnTo>
                    <a:pt x="854167" y="3131365"/>
                  </a:lnTo>
                  <a:lnTo>
                    <a:pt x="829782" y="3093265"/>
                  </a:lnTo>
                  <a:lnTo>
                    <a:pt x="872019" y="3067865"/>
                  </a:lnTo>
                  <a:close/>
                </a:path>
                <a:path w="6723380" h="7035800">
                  <a:moveTo>
                    <a:pt x="2077842" y="3067865"/>
                  </a:moveTo>
                  <a:lnTo>
                    <a:pt x="2096352" y="3093265"/>
                  </a:lnTo>
                  <a:lnTo>
                    <a:pt x="2064291" y="3118665"/>
                  </a:lnTo>
                  <a:lnTo>
                    <a:pt x="2045787" y="3080565"/>
                  </a:lnTo>
                  <a:lnTo>
                    <a:pt x="2077842" y="3067865"/>
                  </a:lnTo>
                  <a:close/>
                </a:path>
                <a:path w="6723380" h="7035800">
                  <a:moveTo>
                    <a:pt x="1205910" y="3042465"/>
                  </a:moveTo>
                  <a:lnTo>
                    <a:pt x="1228826" y="3080565"/>
                  </a:lnTo>
                  <a:lnTo>
                    <a:pt x="1189136" y="3105965"/>
                  </a:lnTo>
                  <a:lnTo>
                    <a:pt x="1166220" y="3067865"/>
                  </a:lnTo>
                  <a:lnTo>
                    <a:pt x="1205910" y="3042465"/>
                  </a:lnTo>
                  <a:close/>
                </a:path>
                <a:path w="6723380" h="7035800">
                  <a:moveTo>
                    <a:pt x="114" y="3042465"/>
                  </a:moveTo>
                  <a:lnTo>
                    <a:pt x="25259" y="3093265"/>
                  </a:lnTo>
                  <a:lnTo>
                    <a:pt x="114" y="3105965"/>
                  </a:lnTo>
                  <a:lnTo>
                    <a:pt x="114" y="3042465"/>
                  </a:lnTo>
                  <a:close/>
                </a:path>
                <a:path w="6723380" h="7035800">
                  <a:moveTo>
                    <a:pt x="2411525" y="3055165"/>
                  </a:moveTo>
                  <a:lnTo>
                    <a:pt x="2427973" y="3080565"/>
                  </a:lnTo>
                  <a:lnTo>
                    <a:pt x="2399484" y="3093265"/>
                  </a:lnTo>
                  <a:lnTo>
                    <a:pt x="2383029" y="3067865"/>
                  </a:lnTo>
                  <a:lnTo>
                    <a:pt x="2411525" y="3055165"/>
                  </a:lnTo>
                  <a:close/>
                </a:path>
                <a:path w="6723380" h="7035800">
                  <a:moveTo>
                    <a:pt x="333872" y="3029765"/>
                  </a:moveTo>
                  <a:lnTo>
                    <a:pt x="360899" y="3067865"/>
                  </a:lnTo>
                  <a:lnTo>
                    <a:pt x="314083" y="3093265"/>
                  </a:lnTo>
                  <a:lnTo>
                    <a:pt x="287056" y="3055165"/>
                  </a:lnTo>
                  <a:lnTo>
                    <a:pt x="333872" y="3029765"/>
                  </a:lnTo>
                  <a:close/>
                </a:path>
                <a:path w="6723380" h="7035800">
                  <a:moveTo>
                    <a:pt x="1539914" y="3029765"/>
                  </a:moveTo>
                  <a:lnTo>
                    <a:pt x="1561652" y="3067865"/>
                  </a:lnTo>
                  <a:lnTo>
                    <a:pt x="1523999" y="3080565"/>
                  </a:lnTo>
                  <a:lnTo>
                    <a:pt x="1502255" y="3042465"/>
                  </a:lnTo>
                  <a:lnTo>
                    <a:pt x="1539914" y="3029765"/>
                  </a:lnTo>
                  <a:close/>
                </a:path>
                <a:path w="6723380" h="7035800">
                  <a:moveTo>
                    <a:pt x="667875" y="3004365"/>
                  </a:moveTo>
                  <a:lnTo>
                    <a:pt x="693730" y="3055165"/>
                  </a:lnTo>
                  <a:lnTo>
                    <a:pt x="648952" y="3080565"/>
                  </a:lnTo>
                  <a:lnTo>
                    <a:pt x="623097" y="3029765"/>
                  </a:lnTo>
                  <a:lnTo>
                    <a:pt x="667875" y="3004365"/>
                  </a:lnTo>
                  <a:close/>
                </a:path>
                <a:path w="6723380" h="7035800">
                  <a:moveTo>
                    <a:pt x="1873706" y="3004365"/>
                  </a:moveTo>
                  <a:lnTo>
                    <a:pt x="1893684" y="3042465"/>
                  </a:lnTo>
                  <a:lnTo>
                    <a:pt x="1859082" y="3067865"/>
                  </a:lnTo>
                  <a:lnTo>
                    <a:pt x="1839103" y="3029765"/>
                  </a:lnTo>
                  <a:lnTo>
                    <a:pt x="1873706" y="3004365"/>
                  </a:lnTo>
                  <a:close/>
                </a:path>
                <a:path w="6723380" h="7035800">
                  <a:moveTo>
                    <a:pt x="1001774" y="2991665"/>
                  </a:moveTo>
                  <a:lnTo>
                    <a:pt x="1026153" y="3029765"/>
                  </a:lnTo>
                  <a:lnTo>
                    <a:pt x="983922" y="3055165"/>
                  </a:lnTo>
                  <a:lnTo>
                    <a:pt x="959542" y="3017065"/>
                  </a:lnTo>
                  <a:lnTo>
                    <a:pt x="1001774" y="2991665"/>
                  </a:lnTo>
                  <a:close/>
                </a:path>
                <a:path w="6723380" h="7035800">
                  <a:moveTo>
                    <a:pt x="2207497" y="2991665"/>
                  </a:moveTo>
                  <a:lnTo>
                    <a:pt x="2225711" y="3017065"/>
                  </a:lnTo>
                  <a:lnTo>
                    <a:pt x="2194165" y="3042465"/>
                  </a:lnTo>
                  <a:lnTo>
                    <a:pt x="2175945" y="3004365"/>
                  </a:lnTo>
                  <a:lnTo>
                    <a:pt x="2207497" y="2991665"/>
                  </a:lnTo>
                  <a:close/>
                </a:path>
                <a:path w="6723380" h="7035800">
                  <a:moveTo>
                    <a:pt x="129623" y="2966265"/>
                  </a:moveTo>
                  <a:lnTo>
                    <a:pt x="157828" y="3017065"/>
                  </a:lnTo>
                  <a:lnTo>
                    <a:pt x="108981" y="3042465"/>
                  </a:lnTo>
                  <a:lnTo>
                    <a:pt x="80775" y="2991665"/>
                  </a:lnTo>
                  <a:lnTo>
                    <a:pt x="129623" y="2966265"/>
                  </a:lnTo>
                  <a:close/>
                </a:path>
                <a:path w="6723380" h="7035800">
                  <a:moveTo>
                    <a:pt x="1335671" y="2966265"/>
                  </a:moveTo>
                  <a:lnTo>
                    <a:pt x="1358588" y="3004365"/>
                  </a:lnTo>
                  <a:lnTo>
                    <a:pt x="1318892" y="3029765"/>
                  </a:lnTo>
                  <a:lnTo>
                    <a:pt x="1295975" y="2991665"/>
                  </a:lnTo>
                  <a:lnTo>
                    <a:pt x="1335671" y="2966265"/>
                  </a:lnTo>
                  <a:close/>
                </a:path>
                <a:path w="6723380" h="7035800">
                  <a:moveTo>
                    <a:pt x="463739" y="2953565"/>
                  </a:moveTo>
                  <a:lnTo>
                    <a:pt x="491062" y="2991665"/>
                  </a:lnTo>
                  <a:lnTo>
                    <a:pt x="443737" y="3029765"/>
                  </a:lnTo>
                  <a:lnTo>
                    <a:pt x="416414" y="2978965"/>
                  </a:lnTo>
                  <a:lnTo>
                    <a:pt x="463739" y="2953565"/>
                  </a:lnTo>
                  <a:close/>
                </a:path>
                <a:path w="6723380" h="7035800">
                  <a:moveTo>
                    <a:pt x="2541287" y="2978965"/>
                  </a:moveTo>
                  <a:lnTo>
                    <a:pt x="2557735" y="3004365"/>
                  </a:lnTo>
                  <a:lnTo>
                    <a:pt x="2529239" y="3017065"/>
                  </a:lnTo>
                  <a:lnTo>
                    <a:pt x="2512791" y="2991665"/>
                  </a:lnTo>
                  <a:lnTo>
                    <a:pt x="2541287" y="2978965"/>
                  </a:lnTo>
                  <a:close/>
                </a:path>
                <a:path w="6723380" h="7035800">
                  <a:moveTo>
                    <a:pt x="1669563" y="2953565"/>
                  </a:moveTo>
                  <a:lnTo>
                    <a:pt x="1691010" y="2991665"/>
                  </a:lnTo>
                  <a:lnTo>
                    <a:pt x="1653867" y="3017065"/>
                  </a:lnTo>
                  <a:lnTo>
                    <a:pt x="1632419" y="2978965"/>
                  </a:lnTo>
                  <a:lnTo>
                    <a:pt x="1669563" y="2953565"/>
                  </a:lnTo>
                  <a:close/>
                </a:path>
                <a:path w="6723380" h="7035800">
                  <a:moveTo>
                    <a:pt x="797637" y="2928165"/>
                  </a:moveTo>
                  <a:lnTo>
                    <a:pt x="823491" y="2978965"/>
                  </a:lnTo>
                  <a:lnTo>
                    <a:pt x="778713" y="3004365"/>
                  </a:lnTo>
                  <a:lnTo>
                    <a:pt x="752859" y="2953565"/>
                  </a:lnTo>
                  <a:lnTo>
                    <a:pt x="797637" y="2928165"/>
                  </a:lnTo>
                  <a:close/>
                </a:path>
                <a:path w="6723380" h="7035800">
                  <a:moveTo>
                    <a:pt x="2003354" y="2940865"/>
                  </a:moveTo>
                  <a:lnTo>
                    <a:pt x="2023037" y="2966265"/>
                  </a:lnTo>
                  <a:lnTo>
                    <a:pt x="1988950" y="2991665"/>
                  </a:lnTo>
                  <a:lnTo>
                    <a:pt x="1969261" y="2953565"/>
                  </a:lnTo>
                  <a:lnTo>
                    <a:pt x="2003354" y="2940865"/>
                  </a:lnTo>
                  <a:close/>
                </a:path>
                <a:path w="6723380" h="7035800">
                  <a:moveTo>
                    <a:pt x="1131534" y="2915465"/>
                  </a:moveTo>
                  <a:lnTo>
                    <a:pt x="1155913" y="2953565"/>
                  </a:lnTo>
                  <a:lnTo>
                    <a:pt x="1113676" y="2978965"/>
                  </a:lnTo>
                  <a:lnTo>
                    <a:pt x="1089297" y="2940865"/>
                  </a:lnTo>
                  <a:lnTo>
                    <a:pt x="1131534" y="2915465"/>
                  </a:lnTo>
                  <a:close/>
                </a:path>
                <a:path w="6723380" h="7035800">
                  <a:moveTo>
                    <a:pt x="2337143" y="2915465"/>
                  </a:moveTo>
                  <a:lnTo>
                    <a:pt x="2355066" y="2953565"/>
                  </a:lnTo>
                  <a:lnTo>
                    <a:pt x="2324024" y="2966265"/>
                  </a:lnTo>
                  <a:lnTo>
                    <a:pt x="2306106" y="2940865"/>
                  </a:lnTo>
                  <a:lnTo>
                    <a:pt x="2337143" y="2915465"/>
                  </a:lnTo>
                  <a:close/>
                </a:path>
                <a:path w="6723380" h="7035800">
                  <a:moveTo>
                    <a:pt x="259496" y="2890065"/>
                  </a:moveTo>
                  <a:lnTo>
                    <a:pt x="287992" y="2940865"/>
                  </a:lnTo>
                  <a:lnTo>
                    <a:pt x="238629" y="2966265"/>
                  </a:lnTo>
                  <a:lnTo>
                    <a:pt x="210133" y="2928165"/>
                  </a:lnTo>
                  <a:lnTo>
                    <a:pt x="259496" y="2890065"/>
                  </a:lnTo>
                  <a:close/>
                </a:path>
                <a:path w="6723380" h="7035800">
                  <a:moveTo>
                    <a:pt x="1465432" y="2890065"/>
                  </a:moveTo>
                  <a:lnTo>
                    <a:pt x="1488348" y="2940865"/>
                  </a:lnTo>
                  <a:lnTo>
                    <a:pt x="1448652" y="2953565"/>
                  </a:lnTo>
                  <a:lnTo>
                    <a:pt x="1425736" y="2915465"/>
                  </a:lnTo>
                  <a:lnTo>
                    <a:pt x="1465432" y="2890065"/>
                  </a:lnTo>
                  <a:close/>
                </a:path>
                <a:path w="6723380" h="7035800">
                  <a:moveTo>
                    <a:pt x="593499" y="2877365"/>
                  </a:moveTo>
                  <a:lnTo>
                    <a:pt x="620822" y="2928165"/>
                  </a:lnTo>
                  <a:lnTo>
                    <a:pt x="573497" y="2953565"/>
                  </a:lnTo>
                  <a:lnTo>
                    <a:pt x="546174" y="2902765"/>
                  </a:lnTo>
                  <a:lnTo>
                    <a:pt x="593499" y="2877365"/>
                  </a:lnTo>
                  <a:close/>
                </a:path>
                <a:path w="6723380" h="7035800">
                  <a:moveTo>
                    <a:pt x="1799324" y="2877365"/>
                  </a:moveTo>
                  <a:lnTo>
                    <a:pt x="1820771" y="2915465"/>
                  </a:lnTo>
                  <a:lnTo>
                    <a:pt x="1783622" y="2940865"/>
                  </a:lnTo>
                  <a:lnTo>
                    <a:pt x="1762175" y="2902765"/>
                  </a:lnTo>
                  <a:lnTo>
                    <a:pt x="1799324" y="2877365"/>
                  </a:lnTo>
                  <a:close/>
                </a:path>
                <a:path w="6723380" h="7035800">
                  <a:moveTo>
                    <a:pt x="927392" y="2851965"/>
                  </a:moveTo>
                  <a:lnTo>
                    <a:pt x="953246" y="2902765"/>
                  </a:lnTo>
                  <a:lnTo>
                    <a:pt x="908474" y="2928165"/>
                  </a:lnTo>
                  <a:lnTo>
                    <a:pt x="882620" y="2877365"/>
                  </a:lnTo>
                  <a:lnTo>
                    <a:pt x="927392" y="2851965"/>
                  </a:lnTo>
                  <a:close/>
                </a:path>
                <a:path w="6723380" h="7035800">
                  <a:moveTo>
                    <a:pt x="2133009" y="2864665"/>
                  </a:moveTo>
                  <a:lnTo>
                    <a:pt x="2152401" y="2890065"/>
                  </a:lnTo>
                  <a:lnTo>
                    <a:pt x="2118812" y="2915465"/>
                  </a:lnTo>
                  <a:lnTo>
                    <a:pt x="2099425" y="2877365"/>
                  </a:lnTo>
                  <a:lnTo>
                    <a:pt x="2133009" y="2864665"/>
                  </a:lnTo>
                  <a:close/>
                </a:path>
                <a:path w="6723380" h="7035800">
                  <a:moveTo>
                    <a:pt x="55247" y="2839265"/>
                  </a:moveTo>
                  <a:lnTo>
                    <a:pt x="84915" y="2890065"/>
                  </a:lnTo>
                  <a:lnTo>
                    <a:pt x="33527" y="2915465"/>
                  </a:lnTo>
                  <a:lnTo>
                    <a:pt x="3852" y="2864665"/>
                  </a:lnTo>
                  <a:lnTo>
                    <a:pt x="55247" y="2839265"/>
                  </a:lnTo>
                  <a:close/>
                </a:path>
                <a:path w="6723380" h="7035800">
                  <a:moveTo>
                    <a:pt x="1261295" y="2839265"/>
                  </a:moveTo>
                  <a:lnTo>
                    <a:pt x="1285674" y="2877365"/>
                  </a:lnTo>
                  <a:lnTo>
                    <a:pt x="1243437" y="2902765"/>
                  </a:lnTo>
                  <a:lnTo>
                    <a:pt x="1219058" y="2864665"/>
                  </a:lnTo>
                  <a:lnTo>
                    <a:pt x="1261295" y="2839265"/>
                  </a:lnTo>
                  <a:close/>
                </a:path>
                <a:path w="6723380" h="7035800">
                  <a:moveTo>
                    <a:pt x="389357" y="2813865"/>
                  </a:moveTo>
                  <a:lnTo>
                    <a:pt x="418150" y="2864665"/>
                  </a:lnTo>
                  <a:lnTo>
                    <a:pt x="368283" y="2902765"/>
                  </a:lnTo>
                  <a:lnTo>
                    <a:pt x="339491" y="2851965"/>
                  </a:lnTo>
                  <a:lnTo>
                    <a:pt x="389357" y="2813865"/>
                  </a:lnTo>
                  <a:close/>
                </a:path>
                <a:path w="6723380" h="7035800">
                  <a:moveTo>
                    <a:pt x="2466793" y="2839265"/>
                  </a:moveTo>
                  <a:lnTo>
                    <a:pt x="2484426" y="2877365"/>
                  </a:lnTo>
                  <a:lnTo>
                    <a:pt x="2453892" y="2890065"/>
                  </a:lnTo>
                  <a:lnTo>
                    <a:pt x="2436266" y="2864665"/>
                  </a:lnTo>
                  <a:lnTo>
                    <a:pt x="2466793" y="2839265"/>
                  </a:lnTo>
                  <a:close/>
                </a:path>
                <a:path w="6723380" h="7035800">
                  <a:moveTo>
                    <a:pt x="1595080" y="2826565"/>
                  </a:moveTo>
                  <a:lnTo>
                    <a:pt x="1617706" y="2864665"/>
                  </a:lnTo>
                  <a:lnTo>
                    <a:pt x="1578519" y="2877365"/>
                  </a:lnTo>
                  <a:lnTo>
                    <a:pt x="1555899" y="2839265"/>
                  </a:lnTo>
                  <a:lnTo>
                    <a:pt x="1595080" y="2826565"/>
                  </a:lnTo>
                  <a:close/>
                </a:path>
                <a:path w="6723380" h="7035800">
                  <a:moveTo>
                    <a:pt x="723362" y="2801165"/>
                  </a:moveTo>
                  <a:lnTo>
                    <a:pt x="750975" y="2851965"/>
                  </a:lnTo>
                  <a:lnTo>
                    <a:pt x="703146" y="2877365"/>
                  </a:lnTo>
                  <a:lnTo>
                    <a:pt x="675527" y="2826565"/>
                  </a:lnTo>
                  <a:lnTo>
                    <a:pt x="723362" y="2801165"/>
                  </a:lnTo>
                  <a:close/>
                </a:path>
                <a:path w="6723380" h="7035800">
                  <a:moveTo>
                    <a:pt x="1928978" y="2801165"/>
                  </a:moveTo>
                  <a:lnTo>
                    <a:pt x="1950129" y="2839265"/>
                  </a:lnTo>
                  <a:lnTo>
                    <a:pt x="1913495" y="2864665"/>
                  </a:lnTo>
                  <a:lnTo>
                    <a:pt x="1892344" y="2826565"/>
                  </a:lnTo>
                  <a:lnTo>
                    <a:pt x="1928978" y="2801165"/>
                  </a:lnTo>
                  <a:close/>
                </a:path>
                <a:path w="6723380" h="7035800">
                  <a:moveTo>
                    <a:pt x="1057152" y="2775765"/>
                  </a:moveTo>
                  <a:lnTo>
                    <a:pt x="1083006" y="2826565"/>
                  </a:lnTo>
                  <a:lnTo>
                    <a:pt x="1038228" y="2851965"/>
                  </a:lnTo>
                  <a:lnTo>
                    <a:pt x="1012374" y="2813865"/>
                  </a:lnTo>
                  <a:lnTo>
                    <a:pt x="1057152" y="2775765"/>
                  </a:lnTo>
                  <a:close/>
                </a:path>
                <a:path w="6723380" h="7035800">
                  <a:moveTo>
                    <a:pt x="2262661" y="2788465"/>
                  </a:moveTo>
                  <a:lnTo>
                    <a:pt x="2281757" y="2813865"/>
                  </a:lnTo>
                  <a:lnTo>
                    <a:pt x="2248683" y="2839265"/>
                  </a:lnTo>
                  <a:lnTo>
                    <a:pt x="2229587" y="2801165"/>
                  </a:lnTo>
                  <a:lnTo>
                    <a:pt x="2262661" y="2788465"/>
                  </a:lnTo>
                  <a:close/>
                </a:path>
                <a:path w="6723380" h="7035800">
                  <a:moveTo>
                    <a:pt x="185114" y="2763065"/>
                  </a:moveTo>
                  <a:lnTo>
                    <a:pt x="215085" y="2813865"/>
                  </a:lnTo>
                  <a:lnTo>
                    <a:pt x="163175" y="2839265"/>
                  </a:lnTo>
                  <a:lnTo>
                    <a:pt x="133210" y="2788465"/>
                  </a:lnTo>
                  <a:lnTo>
                    <a:pt x="185114" y="2763065"/>
                  </a:lnTo>
                  <a:close/>
                </a:path>
                <a:path w="6723380" h="7035800">
                  <a:moveTo>
                    <a:pt x="1390944" y="2763065"/>
                  </a:moveTo>
                  <a:lnTo>
                    <a:pt x="1415033" y="2801165"/>
                  </a:lnTo>
                  <a:lnTo>
                    <a:pt x="1373305" y="2826565"/>
                  </a:lnTo>
                  <a:lnTo>
                    <a:pt x="1349210" y="2788465"/>
                  </a:lnTo>
                  <a:lnTo>
                    <a:pt x="1390944" y="2763065"/>
                  </a:lnTo>
                  <a:close/>
                </a:path>
                <a:path w="6723380" h="7035800">
                  <a:moveTo>
                    <a:pt x="519230" y="2737665"/>
                  </a:moveTo>
                  <a:lnTo>
                    <a:pt x="548312" y="2788465"/>
                  </a:lnTo>
                  <a:lnTo>
                    <a:pt x="497931" y="2826565"/>
                  </a:lnTo>
                  <a:lnTo>
                    <a:pt x="468849" y="2775765"/>
                  </a:lnTo>
                  <a:lnTo>
                    <a:pt x="519230" y="2737665"/>
                  </a:lnTo>
                  <a:close/>
                </a:path>
                <a:path w="6723380" h="7035800">
                  <a:moveTo>
                    <a:pt x="1724735" y="2750365"/>
                  </a:moveTo>
                  <a:lnTo>
                    <a:pt x="1747059" y="2788465"/>
                  </a:lnTo>
                  <a:lnTo>
                    <a:pt x="1708388" y="2813865"/>
                  </a:lnTo>
                  <a:lnTo>
                    <a:pt x="1686063" y="2763065"/>
                  </a:lnTo>
                  <a:lnTo>
                    <a:pt x="1724735" y="2750365"/>
                  </a:lnTo>
                  <a:close/>
                </a:path>
                <a:path w="6723380" h="7035800">
                  <a:moveTo>
                    <a:pt x="853123" y="2724965"/>
                  </a:moveTo>
                  <a:lnTo>
                    <a:pt x="880736" y="2775765"/>
                  </a:lnTo>
                  <a:lnTo>
                    <a:pt x="832908" y="2801165"/>
                  </a:lnTo>
                  <a:lnTo>
                    <a:pt x="805288" y="2750365"/>
                  </a:lnTo>
                  <a:lnTo>
                    <a:pt x="853123" y="2724965"/>
                  </a:lnTo>
                  <a:close/>
                </a:path>
                <a:path w="6723380" h="7035800">
                  <a:moveTo>
                    <a:pt x="2058633" y="2724965"/>
                  </a:moveTo>
                  <a:lnTo>
                    <a:pt x="2079494" y="2763065"/>
                  </a:lnTo>
                  <a:lnTo>
                    <a:pt x="2043357" y="2788465"/>
                  </a:lnTo>
                  <a:lnTo>
                    <a:pt x="2022497" y="2750365"/>
                  </a:lnTo>
                  <a:lnTo>
                    <a:pt x="2058633" y="2724965"/>
                  </a:lnTo>
                  <a:close/>
                </a:path>
                <a:path w="6723380" h="7035800">
                  <a:moveTo>
                    <a:pt x="1186913" y="2712265"/>
                  </a:moveTo>
                  <a:lnTo>
                    <a:pt x="1212768" y="2750365"/>
                  </a:lnTo>
                  <a:lnTo>
                    <a:pt x="1167983" y="2775765"/>
                  </a:lnTo>
                  <a:lnTo>
                    <a:pt x="1142129" y="2737665"/>
                  </a:lnTo>
                  <a:lnTo>
                    <a:pt x="1186913" y="2712265"/>
                  </a:lnTo>
                  <a:close/>
                </a:path>
                <a:path w="6723380" h="7035800">
                  <a:moveTo>
                    <a:pt x="2392311" y="2712265"/>
                  </a:moveTo>
                  <a:lnTo>
                    <a:pt x="2411110" y="2737665"/>
                  </a:lnTo>
                  <a:lnTo>
                    <a:pt x="2378545" y="2763065"/>
                  </a:lnTo>
                  <a:lnTo>
                    <a:pt x="2359745" y="2724965"/>
                  </a:lnTo>
                  <a:lnTo>
                    <a:pt x="2392311" y="2712265"/>
                  </a:lnTo>
                  <a:close/>
                </a:path>
                <a:path w="6723380" h="7035800">
                  <a:moveTo>
                    <a:pt x="314975" y="2686865"/>
                  </a:moveTo>
                  <a:lnTo>
                    <a:pt x="345236" y="2737665"/>
                  </a:lnTo>
                  <a:lnTo>
                    <a:pt x="292823" y="2763065"/>
                  </a:lnTo>
                  <a:lnTo>
                    <a:pt x="262562" y="2712265"/>
                  </a:lnTo>
                  <a:lnTo>
                    <a:pt x="314975" y="2686865"/>
                  </a:lnTo>
                  <a:close/>
                </a:path>
                <a:path w="6723380" h="7035800">
                  <a:moveTo>
                    <a:pt x="114" y="2750365"/>
                  </a:moveTo>
                  <a:lnTo>
                    <a:pt x="5587" y="2763065"/>
                  </a:lnTo>
                  <a:lnTo>
                    <a:pt x="114" y="2763065"/>
                  </a:lnTo>
                  <a:lnTo>
                    <a:pt x="114" y="2750365"/>
                  </a:lnTo>
                  <a:close/>
                </a:path>
                <a:path w="6723380" h="7035800">
                  <a:moveTo>
                    <a:pt x="1520698" y="2686865"/>
                  </a:moveTo>
                  <a:lnTo>
                    <a:pt x="1544793" y="2724965"/>
                  </a:lnTo>
                  <a:lnTo>
                    <a:pt x="1503065" y="2750365"/>
                  </a:lnTo>
                  <a:lnTo>
                    <a:pt x="1478970" y="2712265"/>
                  </a:lnTo>
                  <a:lnTo>
                    <a:pt x="1520698" y="2686865"/>
                  </a:lnTo>
                  <a:close/>
                </a:path>
                <a:path w="6723380" h="7035800">
                  <a:moveTo>
                    <a:pt x="648985" y="2674165"/>
                  </a:moveTo>
                  <a:lnTo>
                    <a:pt x="678068" y="2712265"/>
                  </a:lnTo>
                  <a:lnTo>
                    <a:pt x="627692" y="2750365"/>
                  </a:lnTo>
                  <a:lnTo>
                    <a:pt x="598604" y="2699565"/>
                  </a:lnTo>
                  <a:lnTo>
                    <a:pt x="648985" y="2674165"/>
                  </a:lnTo>
                  <a:close/>
                </a:path>
                <a:path w="6723380" h="7035800">
                  <a:moveTo>
                    <a:pt x="1854496" y="2674165"/>
                  </a:moveTo>
                  <a:lnTo>
                    <a:pt x="1876820" y="2712265"/>
                  </a:lnTo>
                  <a:lnTo>
                    <a:pt x="1838143" y="2737665"/>
                  </a:lnTo>
                  <a:lnTo>
                    <a:pt x="1815818" y="2699565"/>
                  </a:lnTo>
                  <a:lnTo>
                    <a:pt x="1854496" y="2674165"/>
                  </a:lnTo>
                  <a:close/>
                </a:path>
                <a:path w="6723380" h="7035800">
                  <a:moveTo>
                    <a:pt x="982883" y="2648765"/>
                  </a:moveTo>
                  <a:lnTo>
                    <a:pt x="1010496" y="2699565"/>
                  </a:lnTo>
                  <a:lnTo>
                    <a:pt x="962662" y="2724965"/>
                  </a:lnTo>
                  <a:lnTo>
                    <a:pt x="935049" y="2674165"/>
                  </a:lnTo>
                  <a:lnTo>
                    <a:pt x="982883" y="2648765"/>
                  </a:lnTo>
                  <a:close/>
                </a:path>
                <a:path w="6723380" h="7035800">
                  <a:moveTo>
                    <a:pt x="2188279" y="2648765"/>
                  </a:moveTo>
                  <a:lnTo>
                    <a:pt x="2208844" y="2686865"/>
                  </a:lnTo>
                  <a:lnTo>
                    <a:pt x="2173223" y="2712265"/>
                  </a:lnTo>
                  <a:lnTo>
                    <a:pt x="2152658" y="2674165"/>
                  </a:lnTo>
                  <a:lnTo>
                    <a:pt x="2188279" y="2648765"/>
                  </a:lnTo>
                  <a:close/>
                </a:path>
                <a:path w="6723380" h="7035800">
                  <a:moveTo>
                    <a:pt x="110732" y="2636065"/>
                  </a:moveTo>
                  <a:lnTo>
                    <a:pt x="142172" y="2686865"/>
                  </a:lnTo>
                  <a:lnTo>
                    <a:pt x="87722" y="2712265"/>
                  </a:lnTo>
                  <a:lnTo>
                    <a:pt x="56282" y="2661465"/>
                  </a:lnTo>
                  <a:lnTo>
                    <a:pt x="110732" y="2636065"/>
                  </a:lnTo>
                  <a:close/>
                </a:path>
                <a:path w="6723380" h="7035800">
                  <a:moveTo>
                    <a:pt x="1316562" y="2636065"/>
                  </a:moveTo>
                  <a:lnTo>
                    <a:pt x="1342120" y="2674165"/>
                  </a:lnTo>
                  <a:lnTo>
                    <a:pt x="1297851" y="2699565"/>
                  </a:lnTo>
                  <a:lnTo>
                    <a:pt x="1272287" y="2661465"/>
                  </a:lnTo>
                  <a:lnTo>
                    <a:pt x="1316562" y="2636065"/>
                  </a:lnTo>
                  <a:close/>
                </a:path>
                <a:path w="6723380" h="7035800">
                  <a:moveTo>
                    <a:pt x="444736" y="2610665"/>
                  </a:moveTo>
                  <a:lnTo>
                    <a:pt x="474997" y="2661465"/>
                  </a:lnTo>
                  <a:lnTo>
                    <a:pt x="422584" y="2699565"/>
                  </a:lnTo>
                  <a:lnTo>
                    <a:pt x="392323" y="2636065"/>
                  </a:lnTo>
                  <a:lnTo>
                    <a:pt x="444736" y="2610665"/>
                  </a:lnTo>
                  <a:close/>
                </a:path>
                <a:path w="6723380" h="7035800">
                  <a:moveTo>
                    <a:pt x="1650353" y="2610665"/>
                  </a:moveTo>
                  <a:lnTo>
                    <a:pt x="1674146" y="2661465"/>
                  </a:lnTo>
                  <a:lnTo>
                    <a:pt x="1632933" y="2674165"/>
                  </a:lnTo>
                  <a:lnTo>
                    <a:pt x="1609135" y="2636065"/>
                  </a:lnTo>
                  <a:lnTo>
                    <a:pt x="1650353" y="2610665"/>
                  </a:lnTo>
                  <a:close/>
                </a:path>
                <a:path w="6723380" h="7035800">
                  <a:moveTo>
                    <a:pt x="778741" y="2597965"/>
                  </a:moveTo>
                  <a:lnTo>
                    <a:pt x="807829" y="2648765"/>
                  </a:lnTo>
                  <a:lnTo>
                    <a:pt x="757454" y="2674165"/>
                  </a:lnTo>
                  <a:lnTo>
                    <a:pt x="728366" y="2623365"/>
                  </a:lnTo>
                  <a:lnTo>
                    <a:pt x="778741" y="2597965"/>
                  </a:lnTo>
                  <a:close/>
                </a:path>
                <a:path w="6723380" h="7035800">
                  <a:moveTo>
                    <a:pt x="1984145" y="2597965"/>
                  </a:moveTo>
                  <a:lnTo>
                    <a:pt x="2006179" y="2636065"/>
                  </a:lnTo>
                  <a:lnTo>
                    <a:pt x="1968010" y="2661465"/>
                  </a:lnTo>
                  <a:lnTo>
                    <a:pt x="1945976" y="2623365"/>
                  </a:lnTo>
                  <a:lnTo>
                    <a:pt x="1984145" y="2597965"/>
                  </a:lnTo>
                  <a:close/>
                </a:path>
                <a:path w="6723380" h="7035800">
                  <a:moveTo>
                    <a:pt x="1112531" y="2572565"/>
                  </a:moveTo>
                  <a:lnTo>
                    <a:pt x="1139854" y="2623365"/>
                  </a:lnTo>
                  <a:lnTo>
                    <a:pt x="1092529" y="2648765"/>
                  </a:lnTo>
                  <a:lnTo>
                    <a:pt x="1065206" y="2597965"/>
                  </a:lnTo>
                  <a:lnTo>
                    <a:pt x="1112531" y="2572565"/>
                  </a:lnTo>
                  <a:close/>
                </a:path>
                <a:path w="6723380" h="7035800">
                  <a:moveTo>
                    <a:pt x="2317822" y="2585265"/>
                  </a:moveTo>
                  <a:lnTo>
                    <a:pt x="2337801" y="2610665"/>
                  </a:lnTo>
                  <a:lnTo>
                    <a:pt x="2303204" y="2636065"/>
                  </a:lnTo>
                  <a:lnTo>
                    <a:pt x="2283226" y="2597965"/>
                  </a:lnTo>
                  <a:lnTo>
                    <a:pt x="2317822" y="2585265"/>
                  </a:lnTo>
                  <a:close/>
                </a:path>
                <a:path w="6723380" h="7035800">
                  <a:moveTo>
                    <a:pt x="240599" y="2559865"/>
                  </a:moveTo>
                  <a:lnTo>
                    <a:pt x="272329" y="2610665"/>
                  </a:lnTo>
                  <a:lnTo>
                    <a:pt x="217369" y="2636065"/>
                  </a:lnTo>
                  <a:lnTo>
                    <a:pt x="185639" y="2585265"/>
                  </a:lnTo>
                  <a:lnTo>
                    <a:pt x="240599" y="2559865"/>
                  </a:lnTo>
                  <a:close/>
                </a:path>
                <a:path w="6723380" h="7035800">
                  <a:moveTo>
                    <a:pt x="1446210" y="2559865"/>
                  </a:moveTo>
                  <a:lnTo>
                    <a:pt x="1471478" y="2597965"/>
                  </a:lnTo>
                  <a:lnTo>
                    <a:pt x="1427719" y="2623365"/>
                  </a:lnTo>
                  <a:lnTo>
                    <a:pt x="1402451" y="2585265"/>
                  </a:lnTo>
                  <a:lnTo>
                    <a:pt x="1446210" y="2559865"/>
                  </a:lnTo>
                  <a:close/>
                </a:path>
                <a:path w="6723380" h="7035800">
                  <a:moveTo>
                    <a:pt x="574604" y="2534465"/>
                  </a:moveTo>
                  <a:lnTo>
                    <a:pt x="605155" y="2585265"/>
                  </a:lnTo>
                  <a:lnTo>
                    <a:pt x="552238" y="2623365"/>
                  </a:lnTo>
                  <a:lnTo>
                    <a:pt x="521682" y="2572565"/>
                  </a:lnTo>
                  <a:lnTo>
                    <a:pt x="574604" y="2534465"/>
                  </a:lnTo>
                  <a:close/>
                </a:path>
                <a:path w="6723380" h="7035800">
                  <a:moveTo>
                    <a:pt x="1780002" y="2534465"/>
                  </a:moveTo>
                  <a:lnTo>
                    <a:pt x="1803511" y="2585265"/>
                  </a:lnTo>
                  <a:lnTo>
                    <a:pt x="1762801" y="2610665"/>
                  </a:lnTo>
                  <a:lnTo>
                    <a:pt x="1739292" y="2559865"/>
                  </a:lnTo>
                  <a:lnTo>
                    <a:pt x="1780002" y="2534465"/>
                  </a:lnTo>
                  <a:close/>
                </a:path>
                <a:path w="6723380" h="7035800">
                  <a:moveTo>
                    <a:pt x="908501" y="2521765"/>
                  </a:moveTo>
                  <a:lnTo>
                    <a:pt x="937590" y="2572565"/>
                  </a:lnTo>
                  <a:lnTo>
                    <a:pt x="887214" y="2597965"/>
                  </a:lnTo>
                  <a:lnTo>
                    <a:pt x="858126" y="2547165"/>
                  </a:lnTo>
                  <a:lnTo>
                    <a:pt x="908501" y="2521765"/>
                  </a:lnTo>
                  <a:close/>
                </a:path>
                <a:path w="6723380" h="7035800">
                  <a:moveTo>
                    <a:pt x="2113791" y="2521765"/>
                  </a:moveTo>
                  <a:lnTo>
                    <a:pt x="2135534" y="2559865"/>
                  </a:lnTo>
                  <a:lnTo>
                    <a:pt x="2097876" y="2585265"/>
                  </a:lnTo>
                  <a:lnTo>
                    <a:pt x="2076138" y="2547165"/>
                  </a:lnTo>
                  <a:lnTo>
                    <a:pt x="2113791" y="2521765"/>
                  </a:lnTo>
                  <a:close/>
                </a:path>
                <a:path w="6723380" h="7035800">
                  <a:moveTo>
                    <a:pt x="36357" y="2496365"/>
                  </a:moveTo>
                  <a:lnTo>
                    <a:pt x="69259" y="2559865"/>
                  </a:lnTo>
                  <a:lnTo>
                    <a:pt x="12267" y="2585265"/>
                  </a:lnTo>
                  <a:lnTo>
                    <a:pt x="114" y="2572565"/>
                  </a:lnTo>
                  <a:lnTo>
                    <a:pt x="114" y="2521765"/>
                  </a:lnTo>
                  <a:lnTo>
                    <a:pt x="36357" y="2496365"/>
                  </a:lnTo>
                  <a:close/>
                </a:path>
                <a:path w="6723380" h="7035800">
                  <a:moveTo>
                    <a:pt x="1242293" y="2496365"/>
                  </a:moveTo>
                  <a:lnTo>
                    <a:pt x="1269616" y="2547165"/>
                  </a:lnTo>
                  <a:lnTo>
                    <a:pt x="1222290" y="2572565"/>
                  </a:lnTo>
                  <a:lnTo>
                    <a:pt x="1194967" y="2521765"/>
                  </a:lnTo>
                  <a:lnTo>
                    <a:pt x="1242293" y="2496365"/>
                  </a:lnTo>
                  <a:close/>
                </a:path>
                <a:path w="6723380" h="7035800">
                  <a:moveTo>
                    <a:pt x="370360" y="2483665"/>
                  </a:moveTo>
                  <a:lnTo>
                    <a:pt x="402090" y="2534465"/>
                  </a:lnTo>
                  <a:lnTo>
                    <a:pt x="347130" y="2572565"/>
                  </a:lnTo>
                  <a:lnTo>
                    <a:pt x="315400" y="2509065"/>
                  </a:lnTo>
                  <a:lnTo>
                    <a:pt x="370360" y="2483665"/>
                  </a:lnTo>
                  <a:close/>
                </a:path>
                <a:path w="6723380" h="7035800">
                  <a:moveTo>
                    <a:pt x="1575971" y="2483665"/>
                  </a:moveTo>
                  <a:lnTo>
                    <a:pt x="1601239" y="2521765"/>
                  </a:lnTo>
                  <a:lnTo>
                    <a:pt x="1557480" y="2547165"/>
                  </a:lnTo>
                  <a:lnTo>
                    <a:pt x="1532212" y="2509065"/>
                  </a:lnTo>
                  <a:lnTo>
                    <a:pt x="1575971" y="2483665"/>
                  </a:lnTo>
                  <a:close/>
                </a:path>
                <a:path w="6723380" h="7035800">
                  <a:moveTo>
                    <a:pt x="704365" y="2458265"/>
                  </a:moveTo>
                  <a:lnTo>
                    <a:pt x="734916" y="2509065"/>
                  </a:lnTo>
                  <a:lnTo>
                    <a:pt x="681994" y="2547165"/>
                  </a:lnTo>
                  <a:lnTo>
                    <a:pt x="651443" y="2496365"/>
                  </a:lnTo>
                  <a:lnTo>
                    <a:pt x="704365" y="2458265"/>
                  </a:lnTo>
                  <a:close/>
                </a:path>
                <a:path w="6723380" h="7035800">
                  <a:moveTo>
                    <a:pt x="1909656" y="2470965"/>
                  </a:moveTo>
                  <a:lnTo>
                    <a:pt x="1932863" y="2509065"/>
                  </a:lnTo>
                  <a:lnTo>
                    <a:pt x="1892663" y="2534465"/>
                  </a:lnTo>
                  <a:lnTo>
                    <a:pt x="1869457" y="2483665"/>
                  </a:lnTo>
                  <a:lnTo>
                    <a:pt x="1909656" y="2470965"/>
                  </a:lnTo>
                  <a:close/>
                </a:path>
                <a:path w="6723380" h="7035800">
                  <a:moveTo>
                    <a:pt x="1038263" y="2445565"/>
                  </a:moveTo>
                  <a:lnTo>
                    <a:pt x="1067351" y="2496365"/>
                  </a:lnTo>
                  <a:lnTo>
                    <a:pt x="1016969" y="2521765"/>
                  </a:lnTo>
                  <a:lnTo>
                    <a:pt x="987888" y="2470965"/>
                  </a:lnTo>
                  <a:lnTo>
                    <a:pt x="1038263" y="2445565"/>
                  </a:lnTo>
                  <a:close/>
                </a:path>
                <a:path w="6723380" h="7035800">
                  <a:moveTo>
                    <a:pt x="2243440" y="2445565"/>
                  </a:moveTo>
                  <a:lnTo>
                    <a:pt x="2264888" y="2483665"/>
                  </a:lnTo>
                  <a:lnTo>
                    <a:pt x="2227739" y="2509065"/>
                  </a:lnTo>
                  <a:lnTo>
                    <a:pt x="2206291" y="2470965"/>
                  </a:lnTo>
                  <a:lnTo>
                    <a:pt x="2243440" y="2445565"/>
                  </a:lnTo>
                  <a:close/>
                </a:path>
                <a:path w="6723380" h="7035800">
                  <a:moveTo>
                    <a:pt x="166218" y="2420165"/>
                  </a:moveTo>
                  <a:lnTo>
                    <a:pt x="199416" y="2483665"/>
                  </a:lnTo>
                  <a:lnTo>
                    <a:pt x="141915" y="2509065"/>
                  </a:lnTo>
                  <a:lnTo>
                    <a:pt x="108717" y="2458265"/>
                  </a:lnTo>
                  <a:lnTo>
                    <a:pt x="166218" y="2420165"/>
                  </a:lnTo>
                  <a:close/>
                </a:path>
                <a:path w="6723380" h="7035800">
                  <a:moveTo>
                    <a:pt x="1371941" y="2420165"/>
                  </a:moveTo>
                  <a:lnTo>
                    <a:pt x="1398968" y="2470965"/>
                  </a:lnTo>
                  <a:lnTo>
                    <a:pt x="1352152" y="2496365"/>
                  </a:lnTo>
                  <a:lnTo>
                    <a:pt x="1325125" y="2458265"/>
                  </a:lnTo>
                  <a:lnTo>
                    <a:pt x="1371941" y="2420165"/>
                  </a:lnTo>
                  <a:close/>
                </a:path>
                <a:path w="6723380" h="7035800">
                  <a:moveTo>
                    <a:pt x="500222" y="2407465"/>
                  </a:moveTo>
                  <a:lnTo>
                    <a:pt x="532248" y="2458265"/>
                  </a:lnTo>
                  <a:lnTo>
                    <a:pt x="476778" y="2496365"/>
                  </a:lnTo>
                  <a:lnTo>
                    <a:pt x="444759" y="2432865"/>
                  </a:lnTo>
                  <a:lnTo>
                    <a:pt x="500222" y="2407465"/>
                  </a:lnTo>
                  <a:close/>
                </a:path>
                <a:path w="6723380" h="7035800">
                  <a:moveTo>
                    <a:pt x="1705626" y="2407465"/>
                  </a:moveTo>
                  <a:lnTo>
                    <a:pt x="1730597" y="2445565"/>
                  </a:lnTo>
                  <a:lnTo>
                    <a:pt x="1687341" y="2470965"/>
                  </a:lnTo>
                  <a:lnTo>
                    <a:pt x="1662369" y="2432865"/>
                  </a:lnTo>
                  <a:lnTo>
                    <a:pt x="1705626" y="2407465"/>
                  </a:lnTo>
                  <a:close/>
                </a:path>
                <a:path w="6723380" h="7035800">
                  <a:moveTo>
                    <a:pt x="834125" y="2382065"/>
                  </a:moveTo>
                  <a:lnTo>
                    <a:pt x="864676" y="2432865"/>
                  </a:lnTo>
                  <a:lnTo>
                    <a:pt x="811754" y="2470965"/>
                  </a:lnTo>
                  <a:lnTo>
                    <a:pt x="781203" y="2420165"/>
                  </a:lnTo>
                  <a:lnTo>
                    <a:pt x="834125" y="2382065"/>
                  </a:lnTo>
                  <a:close/>
                </a:path>
                <a:path w="6723380" h="7035800">
                  <a:moveTo>
                    <a:pt x="2039308" y="2394765"/>
                  </a:moveTo>
                  <a:lnTo>
                    <a:pt x="2062219" y="2432865"/>
                  </a:lnTo>
                  <a:lnTo>
                    <a:pt x="2022528" y="2458265"/>
                  </a:lnTo>
                  <a:lnTo>
                    <a:pt x="1999618" y="2420165"/>
                  </a:lnTo>
                  <a:lnTo>
                    <a:pt x="2039308" y="2394765"/>
                  </a:lnTo>
                  <a:close/>
                </a:path>
                <a:path w="6723380" h="7035800">
                  <a:moveTo>
                    <a:pt x="1167911" y="2369365"/>
                  </a:moveTo>
                  <a:lnTo>
                    <a:pt x="1196703" y="2420165"/>
                  </a:lnTo>
                  <a:lnTo>
                    <a:pt x="1146837" y="2445565"/>
                  </a:lnTo>
                  <a:lnTo>
                    <a:pt x="1118044" y="2394765"/>
                  </a:lnTo>
                  <a:lnTo>
                    <a:pt x="1167911" y="2369365"/>
                  </a:lnTo>
                  <a:close/>
                </a:path>
                <a:path w="6723380" h="7035800">
                  <a:moveTo>
                    <a:pt x="295978" y="2343965"/>
                  </a:moveTo>
                  <a:lnTo>
                    <a:pt x="329177" y="2407465"/>
                  </a:lnTo>
                  <a:lnTo>
                    <a:pt x="271676" y="2432865"/>
                  </a:lnTo>
                  <a:lnTo>
                    <a:pt x="238477" y="2382065"/>
                  </a:lnTo>
                  <a:lnTo>
                    <a:pt x="295978" y="2343965"/>
                  </a:lnTo>
                  <a:close/>
                </a:path>
                <a:path w="6723380" h="7035800">
                  <a:moveTo>
                    <a:pt x="1501595" y="2356665"/>
                  </a:moveTo>
                  <a:lnTo>
                    <a:pt x="1528332" y="2394765"/>
                  </a:lnTo>
                  <a:lnTo>
                    <a:pt x="1482026" y="2420165"/>
                  </a:lnTo>
                  <a:lnTo>
                    <a:pt x="1455289" y="2382065"/>
                  </a:lnTo>
                  <a:lnTo>
                    <a:pt x="1501595" y="2356665"/>
                  </a:lnTo>
                  <a:close/>
                </a:path>
                <a:path w="6723380" h="7035800">
                  <a:moveTo>
                    <a:pt x="629983" y="2331265"/>
                  </a:moveTo>
                  <a:lnTo>
                    <a:pt x="662009" y="2382065"/>
                  </a:lnTo>
                  <a:lnTo>
                    <a:pt x="606540" y="2420165"/>
                  </a:lnTo>
                  <a:lnTo>
                    <a:pt x="574520" y="2356665"/>
                  </a:lnTo>
                  <a:lnTo>
                    <a:pt x="629983" y="2331265"/>
                  </a:lnTo>
                  <a:close/>
                </a:path>
                <a:path w="6723380" h="7035800">
                  <a:moveTo>
                    <a:pt x="1835275" y="2331265"/>
                  </a:moveTo>
                  <a:lnTo>
                    <a:pt x="1859950" y="2382065"/>
                  </a:lnTo>
                  <a:lnTo>
                    <a:pt x="1817209" y="2407465"/>
                  </a:lnTo>
                  <a:lnTo>
                    <a:pt x="1792528" y="2356665"/>
                  </a:lnTo>
                  <a:lnTo>
                    <a:pt x="1835275" y="2331265"/>
                  </a:lnTo>
                  <a:close/>
                </a:path>
                <a:path w="6723380" h="7035800">
                  <a:moveTo>
                    <a:pt x="963880" y="2305865"/>
                  </a:moveTo>
                  <a:lnTo>
                    <a:pt x="994438" y="2369365"/>
                  </a:lnTo>
                  <a:lnTo>
                    <a:pt x="941509" y="2394765"/>
                  </a:lnTo>
                  <a:lnTo>
                    <a:pt x="910958" y="2343965"/>
                  </a:lnTo>
                  <a:lnTo>
                    <a:pt x="963880" y="2305865"/>
                  </a:lnTo>
                  <a:close/>
                </a:path>
                <a:path w="6723380" h="7035800">
                  <a:moveTo>
                    <a:pt x="2168958" y="2318565"/>
                  </a:moveTo>
                  <a:lnTo>
                    <a:pt x="2191584" y="2356665"/>
                  </a:lnTo>
                  <a:lnTo>
                    <a:pt x="2152397" y="2382065"/>
                  </a:lnTo>
                  <a:lnTo>
                    <a:pt x="2129771" y="2343965"/>
                  </a:lnTo>
                  <a:lnTo>
                    <a:pt x="2168958" y="2318565"/>
                  </a:lnTo>
                  <a:close/>
                </a:path>
                <a:path w="6723380" h="7035800">
                  <a:moveTo>
                    <a:pt x="91842" y="2293165"/>
                  </a:moveTo>
                  <a:lnTo>
                    <a:pt x="126509" y="2356665"/>
                  </a:lnTo>
                  <a:lnTo>
                    <a:pt x="66462" y="2382065"/>
                  </a:lnTo>
                  <a:lnTo>
                    <a:pt x="31794" y="2331265"/>
                  </a:lnTo>
                  <a:lnTo>
                    <a:pt x="91842" y="2293165"/>
                  </a:lnTo>
                  <a:close/>
                </a:path>
                <a:path w="6723380" h="7035800">
                  <a:moveTo>
                    <a:pt x="1297565" y="2293165"/>
                  </a:moveTo>
                  <a:lnTo>
                    <a:pt x="1326061" y="2343965"/>
                  </a:lnTo>
                  <a:lnTo>
                    <a:pt x="1276698" y="2369365"/>
                  </a:lnTo>
                  <a:lnTo>
                    <a:pt x="1248202" y="2318565"/>
                  </a:lnTo>
                  <a:lnTo>
                    <a:pt x="1297565" y="2293165"/>
                  </a:lnTo>
                  <a:close/>
                </a:path>
                <a:path w="6723380" h="7035800">
                  <a:moveTo>
                    <a:pt x="425840" y="2267765"/>
                  </a:moveTo>
                  <a:lnTo>
                    <a:pt x="459335" y="2331265"/>
                  </a:lnTo>
                  <a:lnTo>
                    <a:pt x="401324" y="2369365"/>
                  </a:lnTo>
                  <a:lnTo>
                    <a:pt x="367835" y="2305865"/>
                  </a:lnTo>
                  <a:lnTo>
                    <a:pt x="425840" y="2267765"/>
                  </a:lnTo>
                  <a:close/>
                </a:path>
                <a:path w="6723380" h="7035800">
                  <a:moveTo>
                    <a:pt x="1631244" y="2280465"/>
                  </a:moveTo>
                  <a:lnTo>
                    <a:pt x="1657684" y="2318565"/>
                  </a:lnTo>
                  <a:lnTo>
                    <a:pt x="1611887" y="2343965"/>
                  </a:lnTo>
                  <a:lnTo>
                    <a:pt x="1585447" y="2305865"/>
                  </a:lnTo>
                  <a:lnTo>
                    <a:pt x="1631244" y="2280465"/>
                  </a:lnTo>
                  <a:close/>
                </a:path>
                <a:path w="6723380" h="7035800">
                  <a:moveTo>
                    <a:pt x="759743" y="2255065"/>
                  </a:moveTo>
                  <a:lnTo>
                    <a:pt x="791763" y="2305865"/>
                  </a:lnTo>
                  <a:lnTo>
                    <a:pt x="736300" y="2343965"/>
                  </a:lnTo>
                  <a:lnTo>
                    <a:pt x="704280" y="2280465"/>
                  </a:lnTo>
                  <a:lnTo>
                    <a:pt x="759743" y="2255065"/>
                  </a:lnTo>
                  <a:close/>
                </a:path>
                <a:path w="6723380" h="7035800">
                  <a:moveTo>
                    <a:pt x="1964814" y="2255065"/>
                  </a:moveTo>
                  <a:lnTo>
                    <a:pt x="1988909" y="2305865"/>
                  </a:lnTo>
                  <a:lnTo>
                    <a:pt x="1947181" y="2331265"/>
                  </a:lnTo>
                  <a:lnTo>
                    <a:pt x="1923086" y="2280465"/>
                  </a:lnTo>
                  <a:lnTo>
                    <a:pt x="1964814" y="2255065"/>
                  </a:lnTo>
                  <a:close/>
                </a:path>
                <a:path w="6723380" h="7035800">
                  <a:moveTo>
                    <a:pt x="1093529" y="2242365"/>
                  </a:moveTo>
                  <a:lnTo>
                    <a:pt x="1123790" y="2293165"/>
                  </a:lnTo>
                  <a:lnTo>
                    <a:pt x="1071377" y="2318565"/>
                  </a:lnTo>
                  <a:lnTo>
                    <a:pt x="1041116" y="2267765"/>
                  </a:lnTo>
                  <a:lnTo>
                    <a:pt x="1093529" y="2242365"/>
                  </a:lnTo>
                  <a:close/>
                </a:path>
                <a:path w="6723380" h="7035800">
                  <a:moveTo>
                    <a:pt x="221710" y="2216965"/>
                  </a:moveTo>
                  <a:lnTo>
                    <a:pt x="256673" y="2280465"/>
                  </a:lnTo>
                  <a:lnTo>
                    <a:pt x="196110" y="2305865"/>
                  </a:lnTo>
                  <a:lnTo>
                    <a:pt x="161152" y="2255065"/>
                  </a:lnTo>
                  <a:lnTo>
                    <a:pt x="221710" y="2216965"/>
                  </a:lnTo>
                  <a:close/>
                </a:path>
                <a:path w="6723380" h="7035800">
                  <a:moveTo>
                    <a:pt x="1427214" y="2216965"/>
                  </a:moveTo>
                  <a:lnTo>
                    <a:pt x="1455419" y="2267765"/>
                  </a:lnTo>
                  <a:lnTo>
                    <a:pt x="1406572" y="2293165"/>
                  </a:lnTo>
                  <a:lnTo>
                    <a:pt x="1378366" y="2242365"/>
                  </a:lnTo>
                  <a:lnTo>
                    <a:pt x="1427214" y="2216965"/>
                  </a:lnTo>
                  <a:close/>
                </a:path>
                <a:path w="6723380" h="7035800">
                  <a:moveTo>
                    <a:pt x="555601" y="2191565"/>
                  </a:moveTo>
                  <a:lnTo>
                    <a:pt x="589096" y="2255065"/>
                  </a:lnTo>
                  <a:lnTo>
                    <a:pt x="531086" y="2293165"/>
                  </a:lnTo>
                  <a:lnTo>
                    <a:pt x="497591" y="2229665"/>
                  </a:lnTo>
                  <a:lnTo>
                    <a:pt x="555601" y="2191565"/>
                  </a:lnTo>
                  <a:close/>
                </a:path>
                <a:path w="6723380" h="7035800">
                  <a:moveTo>
                    <a:pt x="1760893" y="2204265"/>
                  </a:moveTo>
                  <a:lnTo>
                    <a:pt x="1787043" y="2242365"/>
                  </a:lnTo>
                  <a:lnTo>
                    <a:pt x="1741750" y="2267765"/>
                  </a:lnTo>
                  <a:lnTo>
                    <a:pt x="1715606" y="2229665"/>
                  </a:lnTo>
                  <a:lnTo>
                    <a:pt x="1760893" y="2204265"/>
                  </a:lnTo>
                  <a:close/>
                </a:path>
                <a:path w="6723380" h="7035800">
                  <a:moveTo>
                    <a:pt x="889505" y="2178865"/>
                  </a:moveTo>
                  <a:lnTo>
                    <a:pt x="921524" y="2229665"/>
                  </a:lnTo>
                  <a:lnTo>
                    <a:pt x="866055" y="2267765"/>
                  </a:lnTo>
                  <a:lnTo>
                    <a:pt x="834035" y="2216965"/>
                  </a:lnTo>
                  <a:lnTo>
                    <a:pt x="889505" y="2178865"/>
                  </a:lnTo>
                  <a:close/>
                </a:path>
                <a:path w="6723380" h="7035800">
                  <a:moveTo>
                    <a:pt x="2094470" y="2191565"/>
                  </a:moveTo>
                  <a:lnTo>
                    <a:pt x="2118263" y="2229665"/>
                  </a:lnTo>
                  <a:lnTo>
                    <a:pt x="2077050" y="2255065"/>
                  </a:lnTo>
                  <a:lnTo>
                    <a:pt x="2053251" y="2204265"/>
                  </a:lnTo>
                  <a:lnTo>
                    <a:pt x="2094470" y="2191565"/>
                  </a:lnTo>
                  <a:close/>
                </a:path>
                <a:path w="6723380" h="7035800">
                  <a:moveTo>
                    <a:pt x="17353" y="2153465"/>
                  </a:moveTo>
                  <a:lnTo>
                    <a:pt x="53199" y="2216965"/>
                  </a:lnTo>
                  <a:lnTo>
                    <a:pt x="114" y="2255065"/>
                  </a:lnTo>
                  <a:lnTo>
                    <a:pt x="114" y="2166165"/>
                  </a:lnTo>
                  <a:lnTo>
                    <a:pt x="17353" y="2153465"/>
                  </a:lnTo>
                  <a:close/>
                </a:path>
                <a:path w="6723380" h="7035800">
                  <a:moveTo>
                    <a:pt x="1223183" y="2166165"/>
                  </a:moveTo>
                  <a:lnTo>
                    <a:pt x="1253154" y="2216965"/>
                  </a:lnTo>
                  <a:lnTo>
                    <a:pt x="1201244" y="2242365"/>
                  </a:lnTo>
                  <a:lnTo>
                    <a:pt x="1171280" y="2191565"/>
                  </a:lnTo>
                  <a:lnTo>
                    <a:pt x="1223183" y="2166165"/>
                  </a:lnTo>
                  <a:close/>
                </a:path>
                <a:path w="6723380" h="7035800">
                  <a:moveTo>
                    <a:pt x="351465" y="2140765"/>
                  </a:moveTo>
                  <a:lnTo>
                    <a:pt x="386428" y="2204265"/>
                  </a:lnTo>
                  <a:lnTo>
                    <a:pt x="325871" y="2242365"/>
                  </a:lnTo>
                  <a:lnTo>
                    <a:pt x="290913" y="2178865"/>
                  </a:lnTo>
                  <a:lnTo>
                    <a:pt x="351465" y="2140765"/>
                  </a:lnTo>
                  <a:close/>
                </a:path>
                <a:path w="6723380" h="7035800">
                  <a:moveTo>
                    <a:pt x="1556862" y="2140765"/>
                  </a:moveTo>
                  <a:lnTo>
                    <a:pt x="1584772" y="2191565"/>
                  </a:lnTo>
                  <a:lnTo>
                    <a:pt x="1536433" y="2216965"/>
                  </a:lnTo>
                  <a:lnTo>
                    <a:pt x="1508524" y="2178865"/>
                  </a:lnTo>
                  <a:lnTo>
                    <a:pt x="1556862" y="2140765"/>
                  </a:lnTo>
                  <a:close/>
                </a:path>
                <a:path w="6723380" h="7035800">
                  <a:moveTo>
                    <a:pt x="685362" y="2128065"/>
                  </a:moveTo>
                  <a:lnTo>
                    <a:pt x="718856" y="2178865"/>
                  </a:lnTo>
                  <a:lnTo>
                    <a:pt x="660846" y="2216965"/>
                  </a:lnTo>
                  <a:lnTo>
                    <a:pt x="627351" y="2153465"/>
                  </a:lnTo>
                  <a:lnTo>
                    <a:pt x="685362" y="2128065"/>
                  </a:lnTo>
                  <a:close/>
                </a:path>
                <a:path w="6723380" h="7035800">
                  <a:moveTo>
                    <a:pt x="1890438" y="2128065"/>
                  </a:moveTo>
                  <a:lnTo>
                    <a:pt x="1915997" y="2166165"/>
                  </a:lnTo>
                  <a:lnTo>
                    <a:pt x="1871728" y="2204265"/>
                  </a:lnTo>
                  <a:lnTo>
                    <a:pt x="1846169" y="2153465"/>
                  </a:lnTo>
                  <a:lnTo>
                    <a:pt x="1890438" y="2128065"/>
                  </a:lnTo>
                  <a:close/>
                </a:path>
                <a:path w="6723380" h="7035800">
                  <a:moveTo>
                    <a:pt x="1019153" y="2102665"/>
                  </a:moveTo>
                  <a:lnTo>
                    <a:pt x="1050883" y="2166165"/>
                  </a:lnTo>
                  <a:lnTo>
                    <a:pt x="995929" y="2191565"/>
                  </a:lnTo>
                  <a:lnTo>
                    <a:pt x="964199" y="2140765"/>
                  </a:lnTo>
                  <a:lnTo>
                    <a:pt x="1019153" y="2102665"/>
                  </a:lnTo>
                  <a:close/>
                </a:path>
                <a:path w="6723380" h="7035800">
                  <a:moveTo>
                    <a:pt x="147434" y="2077265"/>
                  </a:moveTo>
                  <a:lnTo>
                    <a:pt x="184157" y="2153465"/>
                  </a:lnTo>
                  <a:lnTo>
                    <a:pt x="120555" y="2178865"/>
                  </a:lnTo>
                  <a:lnTo>
                    <a:pt x="83826" y="2115365"/>
                  </a:lnTo>
                  <a:lnTo>
                    <a:pt x="147434" y="2077265"/>
                  </a:lnTo>
                  <a:close/>
                </a:path>
                <a:path w="6723380" h="7035800">
                  <a:moveTo>
                    <a:pt x="1352838" y="2089965"/>
                  </a:moveTo>
                  <a:lnTo>
                    <a:pt x="1382506" y="2140765"/>
                  </a:lnTo>
                  <a:lnTo>
                    <a:pt x="1331112" y="2166165"/>
                  </a:lnTo>
                  <a:lnTo>
                    <a:pt x="1301443" y="2115365"/>
                  </a:lnTo>
                  <a:lnTo>
                    <a:pt x="1352838" y="2089965"/>
                  </a:lnTo>
                  <a:close/>
                </a:path>
                <a:path w="6723380" h="7035800">
                  <a:moveTo>
                    <a:pt x="481332" y="2064565"/>
                  </a:moveTo>
                  <a:lnTo>
                    <a:pt x="516586" y="2128065"/>
                  </a:lnTo>
                  <a:lnTo>
                    <a:pt x="455520" y="2166165"/>
                  </a:lnTo>
                  <a:lnTo>
                    <a:pt x="420266" y="2102665"/>
                  </a:lnTo>
                  <a:lnTo>
                    <a:pt x="481332" y="2064565"/>
                  </a:lnTo>
                  <a:close/>
                </a:path>
                <a:path w="6723380" h="7035800">
                  <a:moveTo>
                    <a:pt x="1686517" y="2064565"/>
                  </a:moveTo>
                  <a:lnTo>
                    <a:pt x="1714130" y="2115365"/>
                  </a:lnTo>
                  <a:lnTo>
                    <a:pt x="1666301" y="2140765"/>
                  </a:lnTo>
                  <a:lnTo>
                    <a:pt x="1638682" y="2102665"/>
                  </a:lnTo>
                  <a:lnTo>
                    <a:pt x="1686517" y="2064565"/>
                  </a:lnTo>
                  <a:close/>
                </a:path>
                <a:path w="6723380" h="7035800">
                  <a:moveTo>
                    <a:pt x="815123" y="2051865"/>
                  </a:moveTo>
                  <a:lnTo>
                    <a:pt x="848612" y="2102665"/>
                  </a:lnTo>
                  <a:lnTo>
                    <a:pt x="790601" y="2140765"/>
                  </a:lnTo>
                  <a:lnTo>
                    <a:pt x="757106" y="2077265"/>
                  </a:lnTo>
                  <a:lnTo>
                    <a:pt x="815123" y="2051865"/>
                  </a:lnTo>
                  <a:close/>
                </a:path>
                <a:path w="6723380" h="7035800">
                  <a:moveTo>
                    <a:pt x="2020088" y="2051865"/>
                  </a:moveTo>
                  <a:lnTo>
                    <a:pt x="2045356" y="2102665"/>
                  </a:lnTo>
                  <a:lnTo>
                    <a:pt x="2001596" y="2128065"/>
                  </a:lnTo>
                  <a:lnTo>
                    <a:pt x="1976329" y="2077265"/>
                  </a:lnTo>
                  <a:lnTo>
                    <a:pt x="2020088" y="2051865"/>
                  </a:lnTo>
                  <a:close/>
                </a:path>
                <a:path w="6723380" h="7035800">
                  <a:moveTo>
                    <a:pt x="1148801" y="2026465"/>
                  </a:moveTo>
                  <a:lnTo>
                    <a:pt x="1180241" y="2089965"/>
                  </a:lnTo>
                  <a:lnTo>
                    <a:pt x="1125791" y="2115365"/>
                  </a:lnTo>
                  <a:lnTo>
                    <a:pt x="1094351" y="2064565"/>
                  </a:lnTo>
                  <a:lnTo>
                    <a:pt x="1148801" y="2026465"/>
                  </a:lnTo>
                  <a:close/>
                </a:path>
                <a:path w="6723380" h="7035800">
                  <a:moveTo>
                    <a:pt x="277195" y="2013765"/>
                  </a:moveTo>
                  <a:lnTo>
                    <a:pt x="313918" y="2077265"/>
                  </a:lnTo>
                  <a:lnTo>
                    <a:pt x="250316" y="2102665"/>
                  </a:lnTo>
                  <a:lnTo>
                    <a:pt x="213588" y="2039165"/>
                  </a:lnTo>
                  <a:lnTo>
                    <a:pt x="277195" y="2013765"/>
                  </a:lnTo>
                  <a:close/>
                </a:path>
                <a:path w="6723380" h="7035800">
                  <a:moveTo>
                    <a:pt x="1482486" y="2013765"/>
                  </a:moveTo>
                  <a:lnTo>
                    <a:pt x="1511864" y="2064565"/>
                  </a:lnTo>
                  <a:lnTo>
                    <a:pt x="1460979" y="2089965"/>
                  </a:lnTo>
                  <a:lnTo>
                    <a:pt x="1431601" y="2039165"/>
                  </a:lnTo>
                  <a:lnTo>
                    <a:pt x="1482486" y="2013765"/>
                  </a:lnTo>
                  <a:close/>
                </a:path>
                <a:path w="6723380" h="7035800">
                  <a:moveTo>
                    <a:pt x="611086" y="1988365"/>
                  </a:moveTo>
                  <a:lnTo>
                    <a:pt x="646340" y="2051865"/>
                  </a:lnTo>
                  <a:lnTo>
                    <a:pt x="585279" y="2089965"/>
                  </a:lnTo>
                  <a:lnTo>
                    <a:pt x="550025" y="2026465"/>
                  </a:lnTo>
                  <a:lnTo>
                    <a:pt x="611086" y="1988365"/>
                  </a:lnTo>
                  <a:close/>
                </a:path>
                <a:path w="6723380" h="7035800">
                  <a:moveTo>
                    <a:pt x="1816169" y="2001065"/>
                  </a:moveTo>
                  <a:lnTo>
                    <a:pt x="1843492" y="2039165"/>
                  </a:lnTo>
                  <a:lnTo>
                    <a:pt x="1796167" y="2064565"/>
                  </a:lnTo>
                  <a:lnTo>
                    <a:pt x="1768844" y="2026465"/>
                  </a:lnTo>
                  <a:lnTo>
                    <a:pt x="1816169" y="2001065"/>
                  </a:lnTo>
                  <a:close/>
                </a:path>
                <a:path w="6723380" h="7035800">
                  <a:moveTo>
                    <a:pt x="944777" y="1975665"/>
                  </a:moveTo>
                  <a:lnTo>
                    <a:pt x="977976" y="2026465"/>
                  </a:lnTo>
                  <a:lnTo>
                    <a:pt x="920469" y="2064565"/>
                  </a:lnTo>
                  <a:lnTo>
                    <a:pt x="887270" y="2001065"/>
                  </a:lnTo>
                  <a:lnTo>
                    <a:pt x="944777" y="1975665"/>
                  </a:lnTo>
                  <a:close/>
                </a:path>
                <a:path w="6723380" h="7035800">
                  <a:moveTo>
                    <a:pt x="73165" y="1950265"/>
                  </a:moveTo>
                  <a:lnTo>
                    <a:pt x="111653" y="2013765"/>
                  </a:lnTo>
                  <a:lnTo>
                    <a:pt x="44989" y="2051865"/>
                  </a:lnTo>
                  <a:lnTo>
                    <a:pt x="6501" y="1988365"/>
                  </a:lnTo>
                  <a:lnTo>
                    <a:pt x="73165" y="1950265"/>
                  </a:lnTo>
                  <a:close/>
                </a:path>
                <a:path w="6723380" h="7035800">
                  <a:moveTo>
                    <a:pt x="1278456" y="1950265"/>
                  </a:moveTo>
                  <a:lnTo>
                    <a:pt x="1309593" y="2013765"/>
                  </a:lnTo>
                  <a:lnTo>
                    <a:pt x="1255658" y="2039165"/>
                  </a:lnTo>
                  <a:lnTo>
                    <a:pt x="1224521" y="1988365"/>
                  </a:lnTo>
                  <a:lnTo>
                    <a:pt x="1278456" y="1950265"/>
                  </a:lnTo>
                  <a:close/>
                </a:path>
                <a:path w="6723380" h="7035800">
                  <a:moveTo>
                    <a:pt x="407063" y="1937565"/>
                  </a:moveTo>
                  <a:lnTo>
                    <a:pt x="444077" y="2001065"/>
                  </a:lnTo>
                  <a:lnTo>
                    <a:pt x="379965" y="2039165"/>
                  </a:lnTo>
                  <a:lnTo>
                    <a:pt x="342946" y="1975665"/>
                  </a:lnTo>
                  <a:lnTo>
                    <a:pt x="407063" y="1937565"/>
                  </a:lnTo>
                  <a:close/>
                </a:path>
                <a:path w="6723380" h="7035800">
                  <a:moveTo>
                    <a:pt x="1612136" y="1937565"/>
                  </a:moveTo>
                  <a:lnTo>
                    <a:pt x="1641223" y="1988365"/>
                  </a:lnTo>
                  <a:lnTo>
                    <a:pt x="1590842" y="2013765"/>
                  </a:lnTo>
                  <a:lnTo>
                    <a:pt x="1561760" y="1962965"/>
                  </a:lnTo>
                  <a:lnTo>
                    <a:pt x="1612136" y="1937565"/>
                  </a:lnTo>
                  <a:close/>
                </a:path>
                <a:path w="6723380" h="7035800">
                  <a:moveTo>
                    <a:pt x="740746" y="1912165"/>
                  </a:moveTo>
                  <a:lnTo>
                    <a:pt x="775704" y="1975665"/>
                  </a:lnTo>
                  <a:lnTo>
                    <a:pt x="715147" y="2013765"/>
                  </a:lnTo>
                  <a:lnTo>
                    <a:pt x="680183" y="1950265"/>
                  </a:lnTo>
                  <a:lnTo>
                    <a:pt x="740746" y="1912165"/>
                  </a:lnTo>
                  <a:close/>
                </a:path>
                <a:path w="6723380" h="7035800">
                  <a:moveTo>
                    <a:pt x="1945712" y="1924865"/>
                  </a:moveTo>
                  <a:lnTo>
                    <a:pt x="1972448" y="1962965"/>
                  </a:lnTo>
                  <a:lnTo>
                    <a:pt x="1926142" y="2001065"/>
                  </a:lnTo>
                  <a:lnTo>
                    <a:pt x="1899406" y="1950265"/>
                  </a:lnTo>
                  <a:lnTo>
                    <a:pt x="1945712" y="1924865"/>
                  </a:lnTo>
                  <a:close/>
                </a:path>
                <a:path w="6723380" h="7035800">
                  <a:moveTo>
                    <a:pt x="1074426" y="1899465"/>
                  </a:moveTo>
                  <a:lnTo>
                    <a:pt x="1107328" y="1950265"/>
                  </a:lnTo>
                  <a:lnTo>
                    <a:pt x="1050336" y="1988365"/>
                  </a:lnTo>
                  <a:lnTo>
                    <a:pt x="1017428" y="1937565"/>
                  </a:lnTo>
                  <a:lnTo>
                    <a:pt x="1074426" y="1899465"/>
                  </a:lnTo>
                  <a:close/>
                </a:path>
                <a:path w="6723380" h="7035800">
                  <a:moveTo>
                    <a:pt x="202926" y="1874065"/>
                  </a:moveTo>
                  <a:lnTo>
                    <a:pt x="241408" y="1937565"/>
                  </a:lnTo>
                  <a:lnTo>
                    <a:pt x="174750" y="1975665"/>
                  </a:lnTo>
                  <a:lnTo>
                    <a:pt x="136262" y="1912165"/>
                  </a:lnTo>
                  <a:lnTo>
                    <a:pt x="202926" y="1874065"/>
                  </a:lnTo>
                  <a:close/>
                </a:path>
                <a:path w="6723380" h="7035800">
                  <a:moveTo>
                    <a:pt x="1408104" y="1886765"/>
                  </a:moveTo>
                  <a:lnTo>
                    <a:pt x="1438952" y="1937565"/>
                  </a:lnTo>
                  <a:lnTo>
                    <a:pt x="1385525" y="1962965"/>
                  </a:lnTo>
                  <a:lnTo>
                    <a:pt x="1354672" y="1912165"/>
                  </a:lnTo>
                  <a:lnTo>
                    <a:pt x="1408104" y="1886765"/>
                  </a:lnTo>
                  <a:close/>
                </a:path>
                <a:path w="6723380" h="7035800">
                  <a:moveTo>
                    <a:pt x="536817" y="1861365"/>
                  </a:moveTo>
                  <a:lnTo>
                    <a:pt x="573836" y="1924865"/>
                  </a:lnTo>
                  <a:lnTo>
                    <a:pt x="509719" y="1962965"/>
                  </a:lnTo>
                  <a:lnTo>
                    <a:pt x="472700" y="1899465"/>
                  </a:lnTo>
                  <a:lnTo>
                    <a:pt x="536817" y="1861365"/>
                  </a:lnTo>
                  <a:close/>
                </a:path>
                <a:path w="6723380" h="7035800">
                  <a:moveTo>
                    <a:pt x="1741788" y="1861365"/>
                  </a:moveTo>
                  <a:lnTo>
                    <a:pt x="1770580" y="1912165"/>
                  </a:lnTo>
                  <a:lnTo>
                    <a:pt x="1720713" y="1937565"/>
                  </a:lnTo>
                  <a:lnTo>
                    <a:pt x="1691921" y="1886765"/>
                  </a:lnTo>
                  <a:lnTo>
                    <a:pt x="1741788" y="1861365"/>
                  </a:lnTo>
                  <a:close/>
                </a:path>
                <a:path w="6723380" h="7035800">
                  <a:moveTo>
                    <a:pt x="870501" y="1835965"/>
                  </a:moveTo>
                  <a:lnTo>
                    <a:pt x="905459" y="1899465"/>
                  </a:lnTo>
                  <a:lnTo>
                    <a:pt x="844908" y="1937565"/>
                  </a:lnTo>
                  <a:lnTo>
                    <a:pt x="809944" y="1874065"/>
                  </a:lnTo>
                  <a:lnTo>
                    <a:pt x="870501" y="1835965"/>
                  </a:lnTo>
                  <a:close/>
                </a:path>
                <a:path w="6723380" h="7035800">
                  <a:moveTo>
                    <a:pt x="1204074" y="1823265"/>
                  </a:moveTo>
                  <a:lnTo>
                    <a:pt x="1236686" y="1886765"/>
                  </a:lnTo>
                  <a:lnTo>
                    <a:pt x="1180204" y="1912165"/>
                  </a:lnTo>
                  <a:lnTo>
                    <a:pt x="1147591" y="1861365"/>
                  </a:lnTo>
                  <a:lnTo>
                    <a:pt x="1204074" y="1823265"/>
                  </a:lnTo>
                  <a:close/>
                </a:path>
                <a:path w="6723380" h="7035800">
                  <a:moveTo>
                    <a:pt x="332789" y="1797865"/>
                  </a:moveTo>
                  <a:lnTo>
                    <a:pt x="371573" y="1874065"/>
                  </a:lnTo>
                  <a:lnTo>
                    <a:pt x="304399" y="1912165"/>
                  </a:lnTo>
                  <a:lnTo>
                    <a:pt x="265621" y="1835965"/>
                  </a:lnTo>
                  <a:lnTo>
                    <a:pt x="332789" y="1797865"/>
                  </a:lnTo>
                  <a:close/>
                </a:path>
                <a:path w="6723380" h="7035800">
                  <a:moveTo>
                    <a:pt x="114" y="1823265"/>
                  </a:moveTo>
                  <a:lnTo>
                    <a:pt x="34321" y="1886765"/>
                  </a:lnTo>
                  <a:lnTo>
                    <a:pt x="114" y="1912165"/>
                  </a:lnTo>
                  <a:lnTo>
                    <a:pt x="114" y="1823265"/>
                  </a:lnTo>
                  <a:close/>
                </a:path>
                <a:path w="6723380" h="7035800">
                  <a:moveTo>
                    <a:pt x="1537753" y="1810565"/>
                  </a:moveTo>
                  <a:lnTo>
                    <a:pt x="1568310" y="1861365"/>
                  </a:lnTo>
                  <a:lnTo>
                    <a:pt x="1515388" y="1886765"/>
                  </a:lnTo>
                  <a:lnTo>
                    <a:pt x="1484837" y="1835965"/>
                  </a:lnTo>
                  <a:lnTo>
                    <a:pt x="1537753" y="1810565"/>
                  </a:lnTo>
                  <a:close/>
                </a:path>
                <a:path w="6723380" h="7035800">
                  <a:moveTo>
                    <a:pt x="666466" y="1785165"/>
                  </a:moveTo>
                  <a:lnTo>
                    <a:pt x="703194" y="1848665"/>
                  </a:lnTo>
                  <a:lnTo>
                    <a:pt x="639587" y="1886765"/>
                  </a:lnTo>
                  <a:lnTo>
                    <a:pt x="602864" y="1823265"/>
                  </a:lnTo>
                  <a:lnTo>
                    <a:pt x="666466" y="1785165"/>
                  </a:lnTo>
                  <a:close/>
                </a:path>
                <a:path w="6723380" h="7035800">
                  <a:moveTo>
                    <a:pt x="1871330" y="1785165"/>
                  </a:moveTo>
                  <a:lnTo>
                    <a:pt x="1899536" y="1835965"/>
                  </a:lnTo>
                  <a:lnTo>
                    <a:pt x="1850689" y="1861365"/>
                  </a:lnTo>
                  <a:lnTo>
                    <a:pt x="1822483" y="1823265"/>
                  </a:lnTo>
                  <a:lnTo>
                    <a:pt x="1871330" y="1785165"/>
                  </a:lnTo>
                  <a:close/>
                </a:path>
                <a:path w="6723380" h="7035800">
                  <a:moveTo>
                    <a:pt x="1000156" y="1772465"/>
                  </a:moveTo>
                  <a:lnTo>
                    <a:pt x="1034824" y="1823265"/>
                  </a:lnTo>
                  <a:lnTo>
                    <a:pt x="974776" y="1861365"/>
                  </a:lnTo>
                  <a:lnTo>
                    <a:pt x="940109" y="1797865"/>
                  </a:lnTo>
                  <a:lnTo>
                    <a:pt x="1000156" y="1772465"/>
                  </a:lnTo>
                  <a:close/>
                </a:path>
                <a:path w="6723380" h="7035800">
                  <a:moveTo>
                    <a:pt x="128544" y="1747065"/>
                  </a:moveTo>
                  <a:lnTo>
                    <a:pt x="168501" y="1810565"/>
                  </a:lnTo>
                  <a:lnTo>
                    <a:pt x="99296" y="1848665"/>
                  </a:lnTo>
                  <a:lnTo>
                    <a:pt x="59339" y="1785165"/>
                  </a:lnTo>
                  <a:lnTo>
                    <a:pt x="128544" y="1747065"/>
                  </a:lnTo>
                  <a:close/>
                </a:path>
                <a:path w="6723380" h="7035800">
                  <a:moveTo>
                    <a:pt x="1333728" y="1747065"/>
                  </a:moveTo>
                  <a:lnTo>
                    <a:pt x="1366044" y="1810565"/>
                  </a:lnTo>
                  <a:lnTo>
                    <a:pt x="1310071" y="1835965"/>
                  </a:lnTo>
                  <a:lnTo>
                    <a:pt x="1277755" y="1785165"/>
                  </a:lnTo>
                  <a:lnTo>
                    <a:pt x="1333728" y="1747065"/>
                  </a:lnTo>
                  <a:close/>
                </a:path>
                <a:path w="6723380" h="7035800">
                  <a:moveTo>
                    <a:pt x="462548" y="1721665"/>
                  </a:moveTo>
                  <a:lnTo>
                    <a:pt x="501333" y="1797865"/>
                  </a:lnTo>
                  <a:lnTo>
                    <a:pt x="434159" y="1835965"/>
                  </a:lnTo>
                  <a:lnTo>
                    <a:pt x="395375" y="1759765"/>
                  </a:lnTo>
                  <a:lnTo>
                    <a:pt x="462548" y="1721665"/>
                  </a:lnTo>
                  <a:close/>
                </a:path>
                <a:path w="6723380" h="7035800">
                  <a:moveTo>
                    <a:pt x="1667299" y="1734365"/>
                  </a:moveTo>
                  <a:lnTo>
                    <a:pt x="1697270" y="1785165"/>
                  </a:lnTo>
                  <a:lnTo>
                    <a:pt x="1645360" y="1810565"/>
                  </a:lnTo>
                  <a:lnTo>
                    <a:pt x="1615396" y="1759765"/>
                  </a:lnTo>
                  <a:lnTo>
                    <a:pt x="1667299" y="1734365"/>
                  </a:lnTo>
                  <a:close/>
                </a:path>
                <a:path w="6723380" h="7035800">
                  <a:moveTo>
                    <a:pt x="796226" y="1708965"/>
                  </a:moveTo>
                  <a:lnTo>
                    <a:pt x="832955" y="1772465"/>
                  </a:lnTo>
                  <a:lnTo>
                    <a:pt x="769348" y="1810565"/>
                  </a:lnTo>
                  <a:lnTo>
                    <a:pt x="732625" y="1747065"/>
                  </a:lnTo>
                  <a:lnTo>
                    <a:pt x="796226" y="1708965"/>
                  </a:lnTo>
                  <a:close/>
                </a:path>
                <a:path w="6723380" h="7035800">
                  <a:moveTo>
                    <a:pt x="1129692" y="1696265"/>
                  </a:moveTo>
                  <a:lnTo>
                    <a:pt x="1163773" y="1747065"/>
                  </a:lnTo>
                  <a:lnTo>
                    <a:pt x="1104750" y="1785165"/>
                  </a:lnTo>
                  <a:lnTo>
                    <a:pt x="1070669" y="1721665"/>
                  </a:lnTo>
                  <a:lnTo>
                    <a:pt x="1129692" y="1696265"/>
                  </a:lnTo>
                  <a:close/>
                </a:path>
                <a:path w="6723380" h="7035800">
                  <a:moveTo>
                    <a:pt x="258300" y="1670865"/>
                  </a:moveTo>
                  <a:lnTo>
                    <a:pt x="298257" y="1734365"/>
                  </a:lnTo>
                  <a:lnTo>
                    <a:pt x="229058" y="1785165"/>
                  </a:lnTo>
                  <a:lnTo>
                    <a:pt x="189101" y="1708965"/>
                  </a:lnTo>
                  <a:lnTo>
                    <a:pt x="258300" y="1670865"/>
                  </a:lnTo>
                  <a:close/>
                </a:path>
                <a:path w="6723380" h="7035800">
                  <a:moveTo>
                    <a:pt x="1463377" y="1670865"/>
                  </a:moveTo>
                  <a:lnTo>
                    <a:pt x="1495397" y="1734365"/>
                  </a:lnTo>
                  <a:lnTo>
                    <a:pt x="1439934" y="1759765"/>
                  </a:lnTo>
                  <a:lnTo>
                    <a:pt x="1407908" y="1708965"/>
                  </a:lnTo>
                  <a:lnTo>
                    <a:pt x="1463377" y="1670865"/>
                  </a:lnTo>
                  <a:close/>
                </a:path>
                <a:path w="6723380" h="7035800">
                  <a:moveTo>
                    <a:pt x="592202" y="1645465"/>
                  </a:moveTo>
                  <a:lnTo>
                    <a:pt x="630684" y="1721665"/>
                  </a:lnTo>
                  <a:lnTo>
                    <a:pt x="564020" y="1759765"/>
                  </a:lnTo>
                  <a:lnTo>
                    <a:pt x="525538" y="1696265"/>
                  </a:lnTo>
                  <a:lnTo>
                    <a:pt x="592202" y="1645465"/>
                  </a:lnTo>
                  <a:close/>
                </a:path>
                <a:path w="6723380" h="7035800">
                  <a:moveTo>
                    <a:pt x="1796954" y="1658165"/>
                  </a:moveTo>
                  <a:lnTo>
                    <a:pt x="1826623" y="1708965"/>
                  </a:lnTo>
                  <a:lnTo>
                    <a:pt x="1775229" y="1734365"/>
                  </a:lnTo>
                  <a:lnTo>
                    <a:pt x="1745560" y="1683565"/>
                  </a:lnTo>
                  <a:lnTo>
                    <a:pt x="1796954" y="1658165"/>
                  </a:lnTo>
                  <a:close/>
                </a:path>
                <a:path w="6723380" h="7035800">
                  <a:moveTo>
                    <a:pt x="925881" y="1632765"/>
                  </a:moveTo>
                  <a:lnTo>
                    <a:pt x="962308" y="1696265"/>
                  </a:lnTo>
                  <a:lnTo>
                    <a:pt x="899209" y="1734365"/>
                  </a:lnTo>
                  <a:lnTo>
                    <a:pt x="862783" y="1670865"/>
                  </a:lnTo>
                  <a:lnTo>
                    <a:pt x="925881" y="1632765"/>
                  </a:lnTo>
                  <a:close/>
                </a:path>
                <a:path w="6723380" h="7035800">
                  <a:moveTo>
                    <a:pt x="54163" y="1607365"/>
                  </a:moveTo>
                  <a:lnTo>
                    <a:pt x="95589" y="1683565"/>
                  </a:lnTo>
                  <a:lnTo>
                    <a:pt x="23837" y="1721665"/>
                  </a:lnTo>
                  <a:lnTo>
                    <a:pt x="114" y="1683565"/>
                  </a:lnTo>
                  <a:lnTo>
                    <a:pt x="114" y="1645465"/>
                  </a:lnTo>
                  <a:lnTo>
                    <a:pt x="54163" y="1607365"/>
                  </a:lnTo>
                  <a:close/>
                </a:path>
                <a:path w="6723380" h="7035800">
                  <a:moveTo>
                    <a:pt x="1259346" y="1620065"/>
                  </a:moveTo>
                  <a:lnTo>
                    <a:pt x="1293131" y="1670865"/>
                  </a:lnTo>
                  <a:lnTo>
                    <a:pt x="1234612" y="1708965"/>
                  </a:lnTo>
                  <a:lnTo>
                    <a:pt x="1200827" y="1645465"/>
                  </a:lnTo>
                  <a:lnTo>
                    <a:pt x="1259346" y="1620065"/>
                  </a:lnTo>
                  <a:close/>
                </a:path>
                <a:path w="6723380" h="7035800">
                  <a:moveTo>
                    <a:pt x="388060" y="1594665"/>
                  </a:moveTo>
                  <a:lnTo>
                    <a:pt x="428017" y="1658165"/>
                  </a:lnTo>
                  <a:lnTo>
                    <a:pt x="358812" y="1708965"/>
                  </a:lnTo>
                  <a:lnTo>
                    <a:pt x="318855" y="1632765"/>
                  </a:lnTo>
                  <a:lnTo>
                    <a:pt x="388060" y="1594665"/>
                  </a:lnTo>
                  <a:close/>
                </a:path>
                <a:path w="6723380" h="7035800">
                  <a:moveTo>
                    <a:pt x="1592923" y="1607365"/>
                  </a:moveTo>
                  <a:lnTo>
                    <a:pt x="1624357" y="1658165"/>
                  </a:lnTo>
                  <a:lnTo>
                    <a:pt x="1569907" y="1683565"/>
                  </a:lnTo>
                  <a:lnTo>
                    <a:pt x="1538473" y="1632765"/>
                  </a:lnTo>
                  <a:lnTo>
                    <a:pt x="1592923" y="1607365"/>
                  </a:lnTo>
                  <a:close/>
                </a:path>
                <a:path w="6723380" h="7035800">
                  <a:moveTo>
                    <a:pt x="721958" y="1581965"/>
                  </a:moveTo>
                  <a:lnTo>
                    <a:pt x="760446" y="1645465"/>
                  </a:lnTo>
                  <a:lnTo>
                    <a:pt x="693782" y="1683565"/>
                  </a:lnTo>
                  <a:lnTo>
                    <a:pt x="655300" y="1620065"/>
                  </a:lnTo>
                  <a:lnTo>
                    <a:pt x="721958" y="1581965"/>
                  </a:lnTo>
                  <a:close/>
                </a:path>
                <a:path w="6723380" h="7035800">
                  <a:moveTo>
                    <a:pt x="1055423" y="1556565"/>
                  </a:moveTo>
                  <a:lnTo>
                    <a:pt x="1091269" y="1620065"/>
                  </a:lnTo>
                  <a:lnTo>
                    <a:pt x="1029183" y="1658165"/>
                  </a:lnTo>
                  <a:lnTo>
                    <a:pt x="993343" y="1594665"/>
                  </a:lnTo>
                  <a:lnTo>
                    <a:pt x="1055423" y="1556565"/>
                  </a:lnTo>
                  <a:close/>
                </a:path>
                <a:path w="6723380" h="7035800">
                  <a:moveTo>
                    <a:pt x="184031" y="1543865"/>
                  </a:moveTo>
                  <a:lnTo>
                    <a:pt x="225747" y="1607365"/>
                  </a:lnTo>
                  <a:lnTo>
                    <a:pt x="153491" y="1645465"/>
                  </a:lnTo>
                  <a:lnTo>
                    <a:pt x="111775" y="1581965"/>
                  </a:lnTo>
                  <a:lnTo>
                    <a:pt x="184031" y="1543865"/>
                  </a:lnTo>
                  <a:close/>
                </a:path>
                <a:path w="6723380" h="7035800">
                  <a:moveTo>
                    <a:pt x="1388995" y="1543865"/>
                  </a:moveTo>
                  <a:lnTo>
                    <a:pt x="1422490" y="1607365"/>
                  </a:lnTo>
                  <a:lnTo>
                    <a:pt x="1364480" y="1632765"/>
                  </a:lnTo>
                  <a:lnTo>
                    <a:pt x="1330990" y="1581965"/>
                  </a:lnTo>
                  <a:lnTo>
                    <a:pt x="1388995" y="1543865"/>
                  </a:lnTo>
                  <a:close/>
                </a:path>
                <a:path w="6723380" h="7035800">
                  <a:moveTo>
                    <a:pt x="517821" y="1518465"/>
                  </a:moveTo>
                  <a:lnTo>
                    <a:pt x="557777" y="1594665"/>
                  </a:lnTo>
                  <a:lnTo>
                    <a:pt x="488567" y="1632765"/>
                  </a:lnTo>
                  <a:lnTo>
                    <a:pt x="448610" y="1556565"/>
                  </a:lnTo>
                  <a:lnTo>
                    <a:pt x="517821" y="1518465"/>
                  </a:lnTo>
                  <a:close/>
                </a:path>
                <a:path w="6723380" h="7035800">
                  <a:moveTo>
                    <a:pt x="1722466" y="1531165"/>
                  </a:moveTo>
                  <a:lnTo>
                    <a:pt x="1753313" y="1581965"/>
                  </a:lnTo>
                  <a:lnTo>
                    <a:pt x="1699881" y="1607365"/>
                  </a:lnTo>
                  <a:lnTo>
                    <a:pt x="1669034" y="1556565"/>
                  </a:lnTo>
                  <a:lnTo>
                    <a:pt x="1722466" y="1531165"/>
                  </a:lnTo>
                  <a:close/>
                </a:path>
                <a:path w="6723380" h="7035800">
                  <a:moveTo>
                    <a:pt x="851606" y="1505765"/>
                  </a:moveTo>
                  <a:lnTo>
                    <a:pt x="889804" y="1569265"/>
                  </a:lnTo>
                  <a:lnTo>
                    <a:pt x="823649" y="1607365"/>
                  </a:lnTo>
                  <a:lnTo>
                    <a:pt x="785451" y="1543865"/>
                  </a:lnTo>
                  <a:lnTo>
                    <a:pt x="851606" y="1505765"/>
                  </a:lnTo>
                  <a:close/>
                </a:path>
                <a:path w="6723380" h="7035800">
                  <a:moveTo>
                    <a:pt x="1185077" y="1480365"/>
                  </a:moveTo>
                  <a:lnTo>
                    <a:pt x="1220627" y="1543865"/>
                  </a:lnTo>
                  <a:lnTo>
                    <a:pt x="1159051" y="1581965"/>
                  </a:lnTo>
                  <a:lnTo>
                    <a:pt x="1123501" y="1518465"/>
                  </a:lnTo>
                  <a:lnTo>
                    <a:pt x="1185077" y="1480365"/>
                  </a:lnTo>
                  <a:close/>
                </a:path>
                <a:path w="6723380" h="7035800">
                  <a:moveTo>
                    <a:pt x="313791" y="1467665"/>
                  </a:moveTo>
                  <a:lnTo>
                    <a:pt x="355507" y="1531165"/>
                  </a:lnTo>
                  <a:lnTo>
                    <a:pt x="283245" y="1581965"/>
                  </a:lnTo>
                  <a:lnTo>
                    <a:pt x="241530" y="1505765"/>
                  </a:lnTo>
                  <a:lnTo>
                    <a:pt x="313791" y="1467665"/>
                  </a:lnTo>
                  <a:close/>
                </a:path>
                <a:path w="6723380" h="7035800">
                  <a:moveTo>
                    <a:pt x="1518541" y="1467665"/>
                  </a:moveTo>
                  <a:lnTo>
                    <a:pt x="1551444" y="1531165"/>
                  </a:lnTo>
                  <a:lnTo>
                    <a:pt x="1494452" y="1556565"/>
                  </a:lnTo>
                  <a:lnTo>
                    <a:pt x="1461550" y="1505765"/>
                  </a:lnTo>
                  <a:lnTo>
                    <a:pt x="1518541" y="1467665"/>
                  </a:lnTo>
                  <a:close/>
                </a:path>
                <a:path w="6723380" h="7035800">
                  <a:moveTo>
                    <a:pt x="647469" y="1442265"/>
                  </a:moveTo>
                  <a:lnTo>
                    <a:pt x="687130" y="1518465"/>
                  </a:lnTo>
                  <a:lnTo>
                    <a:pt x="618440" y="1556565"/>
                  </a:lnTo>
                  <a:lnTo>
                    <a:pt x="578779" y="1480365"/>
                  </a:lnTo>
                  <a:lnTo>
                    <a:pt x="647469" y="1442265"/>
                  </a:lnTo>
                  <a:close/>
                </a:path>
                <a:path w="6723380" h="7035800">
                  <a:moveTo>
                    <a:pt x="114" y="1531165"/>
                  </a:moveTo>
                  <a:lnTo>
                    <a:pt x="13045" y="1556565"/>
                  </a:lnTo>
                  <a:lnTo>
                    <a:pt x="114" y="1556565"/>
                  </a:lnTo>
                  <a:lnTo>
                    <a:pt x="114" y="1531165"/>
                  </a:lnTo>
                  <a:close/>
                </a:path>
                <a:path w="6723380" h="7035800">
                  <a:moveTo>
                    <a:pt x="981154" y="1429565"/>
                  </a:moveTo>
                  <a:lnTo>
                    <a:pt x="1018760" y="1493065"/>
                  </a:lnTo>
                  <a:lnTo>
                    <a:pt x="953624" y="1531165"/>
                  </a:lnTo>
                  <a:lnTo>
                    <a:pt x="916018" y="1467665"/>
                  </a:lnTo>
                  <a:lnTo>
                    <a:pt x="981154" y="1429565"/>
                  </a:lnTo>
                  <a:close/>
                </a:path>
                <a:path w="6723380" h="7035800">
                  <a:moveTo>
                    <a:pt x="109868" y="1404165"/>
                  </a:moveTo>
                  <a:lnTo>
                    <a:pt x="153640" y="1480365"/>
                  </a:lnTo>
                  <a:lnTo>
                    <a:pt x="77825" y="1518465"/>
                  </a:lnTo>
                  <a:lnTo>
                    <a:pt x="34047" y="1454965"/>
                  </a:lnTo>
                  <a:lnTo>
                    <a:pt x="109868" y="1404165"/>
                  </a:lnTo>
                  <a:close/>
                </a:path>
                <a:path w="6723380" h="7035800">
                  <a:moveTo>
                    <a:pt x="1314619" y="1416865"/>
                  </a:moveTo>
                  <a:lnTo>
                    <a:pt x="1349577" y="1467665"/>
                  </a:lnTo>
                  <a:lnTo>
                    <a:pt x="1289025" y="1505765"/>
                  </a:lnTo>
                  <a:lnTo>
                    <a:pt x="1254061" y="1442265"/>
                  </a:lnTo>
                  <a:lnTo>
                    <a:pt x="1314619" y="1416865"/>
                  </a:lnTo>
                  <a:close/>
                </a:path>
                <a:path w="6723380" h="7035800">
                  <a:moveTo>
                    <a:pt x="443439" y="1391465"/>
                  </a:moveTo>
                  <a:lnTo>
                    <a:pt x="484865" y="1454965"/>
                  </a:lnTo>
                  <a:lnTo>
                    <a:pt x="413113" y="1505765"/>
                  </a:lnTo>
                  <a:lnTo>
                    <a:pt x="371687" y="1429565"/>
                  </a:lnTo>
                  <a:lnTo>
                    <a:pt x="443439" y="1391465"/>
                  </a:lnTo>
                  <a:close/>
                </a:path>
                <a:path w="6723380" h="7035800">
                  <a:moveTo>
                    <a:pt x="1648090" y="1391465"/>
                  </a:moveTo>
                  <a:lnTo>
                    <a:pt x="1680406" y="1454965"/>
                  </a:lnTo>
                  <a:lnTo>
                    <a:pt x="1624427" y="1480365"/>
                  </a:lnTo>
                  <a:lnTo>
                    <a:pt x="1592111" y="1429565"/>
                  </a:lnTo>
                  <a:lnTo>
                    <a:pt x="1648090" y="1391465"/>
                  </a:lnTo>
                  <a:close/>
                </a:path>
                <a:path w="6723380" h="7035800">
                  <a:moveTo>
                    <a:pt x="777117" y="1366065"/>
                  </a:moveTo>
                  <a:lnTo>
                    <a:pt x="816488" y="1442265"/>
                  </a:lnTo>
                  <a:lnTo>
                    <a:pt x="748302" y="1480365"/>
                  </a:lnTo>
                  <a:lnTo>
                    <a:pt x="708931" y="1404165"/>
                  </a:lnTo>
                  <a:lnTo>
                    <a:pt x="777117" y="1366065"/>
                  </a:lnTo>
                  <a:close/>
                </a:path>
                <a:path w="6723380" h="7035800">
                  <a:moveTo>
                    <a:pt x="1110808" y="1353365"/>
                  </a:moveTo>
                  <a:lnTo>
                    <a:pt x="1148118" y="1416865"/>
                  </a:lnTo>
                  <a:lnTo>
                    <a:pt x="1083491" y="1454965"/>
                  </a:lnTo>
                  <a:lnTo>
                    <a:pt x="1046182" y="1391465"/>
                  </a:lnTo>
                  <a:lnTo>
                    <a:pt x="1110808" y="1353365"/>
                  </a:lnTo>
                  <a:close/>
                </a:path>
                <a:path w="6723380" h="7035800">
                  <a:moveTo>
                    <a:pt x="239628" y="1327965"/>
                  </a:moveTo>
                  <a:lnTo>
                    <a:pt x="283400" y="1404165"/>
                  </a:lnTo>
                  <a:lnTo>
                    <a:pt x="207579" y="1454965"/>
                  </a:lnTo>
                  <a:lnTo>
                    <a:pt x="163807" y="1378765"/>
                  </a:lnTo>
                  <a:lnTo>
                    <a:pt x="239628" y="1327965"/>
                  </a:lnTo>
                  <a:close/>
                </a:path>
                <a:path w="6723380" h="7035800">
                  <a:moveTo>
                    <a:pt x="1444160" y="1340665"/>
                  </a:moveTo>
                  <a:lnTo>
                    <a:pt x="1478537" y="1391465"/>
                  </a:lnTo>
                  <a:lnTo>
                    <a:pt x="1418999" y="1429565"/>
                  </a:lnTo>
                  <a:lnTo>
                    <a:pt x="1384621" y="1366065"/>
                  </a:lnTo>
                  <a:lnTo>
                    <a:pt x="1444160" y="1340665"/>
                  </a:lnTo>
                  <a:close/>
                </a:path>
                <a:path w="6723380" h="7035800">
                  <a:moveTo>
                    <a:pt x="573093" y="1315265"/>
                  </a:moveTo>
                  <a:lnTo>
                    <a:pt x="614223" y="1378765"/>
                  </a:lnTo>
                  <a:lnTo>
                    <a:pt x="542980" y="1429565"/>
                  </a:lnTo>
                  <a:lnTo>
                    <a:pt x="501850" y="1353365"/>
                  </a:lnTo>
                  <a:lnTo>
                    <a:pt x="573093" y="1315265"/>
                  </a:lnTo>
                  <a:close/>
                </a:path>
                <a:path w="6723380" h="7035800">
                  <a:moveTo>
                    <a:pt x="906879" y="1289865"/>
                  </a:moveTo>
                  <a:lnTo>
                    <a:pt x="946249" y="1366065"/>
                  </a:lnTo>
                  <a:lnTo>
                    <a:pt x="878063" y="1404165"/>
                  </a:lnTo>
                  <a:lnTo>
                    <a:pt x="838692" y="1340665"/>
                  </a:lnTo>
                  <a:lnTo>
                    <a:pt x="906879" y="1289865"/>
                  </a:lnTo>
                  <a:close/>
                </a:path>
                <a:path w="6723380" h="7035800">
                  <a:moveTo>
                    <a:pt x="35593" y="1277165"/>
                  </a:moveTo>
                  <a:lnTo>
                    <a:pt x="81135" y="1353365"/>
                  </a:lnTo>
                  <a:lnTo>
                    <a:pt x="2258" y="1391465"/>
                  </a:lnTo>
                  <a:lnTo>
                    <a:pt x="114" y="1391465"/>
                  </a:lnTo>
                  <a:lnTo>
                    <a:pt x="114" y="1289865"/>
                  </a:lnTo>
                  <a:lnTo>
                    <a:pt x="35593" y="1277165"/>
                  </a:lnTo>
                  <a:close/>
                </a:path>
                <a:path w="6723380" h="7035800">
                  <a:moveTo>
                    <a:pt x="1240344" y="1277165"/>
                  </a:moveTo>
                  <a:lnTo>
                    <a:pt x="1277073" y="1340665"/>
                  </a:lnTo>
                  <a:lnTo>
                    <a:pt x="1213465" y="1378765"/>
                  </a:lnTo>
                  <a:lnTo>
                    <a:pt x="1176742" y="1315265"/>
                  </a:lnTo>
                  <a:lnTo>
                    <a:pt x="1240344" y="1277165"/>
                  </a:lnTo>
                  <a:close/>
                </a:path>
                <a:path w="6723380" h="7035800">
                  <a:moveTo>
                    <a:pt x="369276" y="1251765"/>
                  </a:moveTo>
                  <a:lnTo>
                    <a:pt x="412757" y="1327965"/>
                  </a:lnTo>
                  <a:lnTo>
                    <a:pt x="337446" y="1378765"/>
                  </a:lnTo>
                  <a:lnTo>
                    <a:pt x="293964" y="1302565"/>
                  </a:lnTo>
                  <a:lnTo>
                    <a:pt x="369276" y="1251765"/>
                  </a:lnTo>
                  <a:close/>
                </a:path>
                <a:path w="6723380" h="7035800">
                  <a:moveTo>
                    <a:pt x="1573708" y="1264465"/>
                  </a:moveTo>
                  <a:lnTo>
                    <a:pt x="1607493" y="1327965"/>
                  </a:lnTo>
                  <a:lnTo>
                    <a:pt x="1548973" y="1353365"/>
                  </a:lnTo>
                  <a:lnTo>
                    <a:pt x="1515183" y="1302565"/>
                  </a:lnTo>
                  <a:lnTo>
                    <a:pt x="1573708" y="1264465"/>
                  </a:lnTo>
                  <a:close/>
                </a:path>
                <a:path w="6723380" h="7035800">
                  <a:moveTo>
                    <a:pt x="702741" y="1239065"/>
                  </a:moveTo>
                  <a:lnTo>
                    <a:pt x="743581" y="1315265"/>
                  </a:lnTo>
                  <a:lnTo>
                    <a:pt x="672848" y="1353365"/>
                  </a:lnTo>
                  <a:lnTo>
                    <a:pt x="632008" y="1277165"/>
                  </a:lnTo>
                  <a:lnTo>
                    <a:pt x="702741" y="1239065"/>
                  </a:lnTo>
                  <a:close/>
                </a:path>
                <a:path w="6723380" h="7035800">
                  <a:moveTo>
                    <a:pt x="1036426" y="1226365"/>
                  </a:moveTo>
                  <a:lnTo>
                    <a:pt x="1075205" y="1289865"/>
                  </a:lnTo>
                  <a:lnTo>
                    <a:pt x="1008037" y="1327965"/>
                  </a:lnTo>
                  <a:lnTo>
                    <a:pt x="969252" y="1264465"/>
                  </a:lnTo>
                  <a:lnTo>
                    <a:pt x="1036426" y="1226365"/>
                  </a:lnTo>
                  <a:close/>
                </a:path>
                <a:path w="6723380" h="7035800">
                  <a:moveTo>
                    <a:pt x="165353" y="1200965"/>
                  </a:moveTo>
                  <a:lnTo>
                    <a:pt x="210895" y="1277165"/>
                  </a:lnTo>
                  <a:lnTo>
                    <a:pt x="132018" y="1327965"/>
                  </a:lnTo>
                  <a:lnTo>
                    <a:pt x="86476" y="1239065"/>
                  </a:lnTo>
                  <a:lnTo>
                    <a:pt x="165353" y="1200965"/>
                  </a:lnTo>
                  <a:close/>
                </a:path>
                <a:path w="6723380" h="7035800">
                  <a:moveTo>
                    <a:pt x="1369784" y="1200965"/>
                  </a:moveTo>
                  <a:lnTo>
                    <a:pt x="1405624" y="1264465"/>
                  </a:lnTo>
                  <a:lnTo>
                    <a:pt x="1343545" y="1302565"/>
                  </a:lnTo>
                  <a:lnTo>
                    <a:pt x="1307699" y="1239065"/>
                  </a:lnTo>
                  <a:lnTo>
                    <a:pt x="1369784" y="1200965"/>
                  </a:lnTo>
                  <a:close/>
                </a:path>
                <a:path w="6723380" h="7035800">
                  <a:moveTo>
                    <a:pt x="498925" y="1175565"/>
                  </a:moveTo>
                  <a:lnTo>
                    <a:pt x="542116" y="1251765"/>
                  </a:lnTo>
                  <a:lnTo>
                    <a:pt x="467307" y="1302565"/>
                  </a:lnTo>
                  <a:lnTo>
                    <a:pt x="424122" y="1226365"/>
                  </a:lnTo>
                  <a:lnTo>
                    <a:pt x="498925" y="1175565"/>
                  </a:lnTo>
                  <a:close/>
                </a:path>
                <a:path w="6723380" h="7035800">
                  <a:moveTo>
                    <a:pt x="832390" y="1162865"/>
                  </a:moveTo>
                  <a:lnTo>
                    <a:pt x="872934" y="1239065"/>
                  </a:lnTo>
                  <a:lnTo>
                    <a:pt x="802710" y="1277165"/>
                  </a:lnTo>
                  <a:lnTo>
                    <a:pt x="762167" y="1200965"/>
                  </a:lnTo>
                  <a:lnTo>
                    <a:pt x="832390" y="1162865"/>
                  </a:lnTo>
                  <a:close/>
                </a:path>
                <a:path w="6723380" h="7035800">
                  <a:moveTo>
                    <a:pt x="1165968" y="1150165"/>
                  </a:moveTo>
                  <a:lnTo>
                    <a:pt x="1204160" y="1213665"/>
                  </a:lnTo>
                  <a:lnTo>
                    <a:pt x="1138012" y="1251765"/>
                  </a:lnTo>
                  <a:lnTo>
                    <a:pt x="1099819" y="1188265"/>
                  </a:lnTo>
                  <a:lnTo>
                    <a:pt x="1165968" y="1150165"/>
                  </a:lnTo>
                  <a:close/>
                </a:path>
                <a:path w="6723380" h="7035800">
                  <a:moveTo>
                    <a:pt x="295007" y="1124765"/>
                  </a:moveTo>
                  <a:lnTo>
                    <a:pt x="340247" y="1200965"/>
                  </a:lnTo>
                  <a:lnTo>
                    <a:pt x="261880" y="1251765"/>
                  </a:lnTo>
                  <a:lnTo>
                    <a:pt x="216639" y="1162865"/>
                  </a:lnTo>
                  <a:lnTo>
                    <a:pt x="295007" y="1124765"/>
                  </a:lnTo>
                  <a:close/>
                </a:path>
                <a:path w="6723380" h="7035800">
                  <a:moveTo>
                    <a:pt x="1499326" y="1137465"/>
                  </a:moveTo>
                  <a:lnTo>
                    <a:pt x="1534586" y="1188265"/>
                  </a:lnTo>
                  <a:lnTo>
                    <a:pt x="1473520" y="1226365"/>
                  </a:lnTo>
                  <a:lnTo>
                    <a:pt x="1438260" y="1162865"/>
                  </a:lnTo>
                  <a:lnTo>
                    <a:pt x="1499326" y="1137465"/>
                  </a:lnTo>
                  <a:close/>
                </a:path>
                <a:path w="6723380" h="7035800">
                  <a:moveTo>
                    <a:pt x="628573" y="1112065"/>
                  </a:moveTo>
                  <a:lnTo>
                    <a:pt x="671468" y="1175565"/>
                  </a:lnTo>
                  <a:lnTo>
                    <a:pt x="597181" y="1226365"/>
                  </a:lnTo>
                  <a:lnTo>
                    <a:pt x="554286" y="1150165"/>
                  </a:lnTo>
                  <a:lnTo>
                    <a:pt x="628573" y="1112065"/>
                  </a:lnTo>
                  <a:close/>
                </a:path>
                <a:path w="6723380" h="7035800">
                  <a:moveTo>
                    <a:pt x="961938" y="1086665"/>
                  </a:moveTo>
                  <a:lnTo>
                    <a:pt x="1001895" y="1162865"/>
                  </a:lnTo>
                  <a:lnTo>
                    <a:pt x="932684" y="1200965"/>
                  </a:lnTo>
                  <a:lnTo>
                    <a:pt x="892728" y="1124765"/>
                  </a:lnTo>
                  <a:lnTo>
                    <a:pt x="961938" y="1086665"/>
                  </a:lnTo>
                  <a:close/>
                </a:path>
                <a:path w="6723380" h="7035800">
                  <a:moveTo>
                    <a:pt x="91078" y="1061265"/>
                  </a:moveTo>
                  <a:lnTo>
                    <a:pt x="138379" y="1150165"/>
                  </a:lnTo>
                  <a:lnTo>
                    <a:pt x="56451" y="1200965"/>
                  </a:lnTo>
                  <a:lnTo>
                    <a:pt x="9150" y="1112065"/>
                  </a:lnTo>
                  <a:lnTo>
                    <a:pt x="91078" y="1061265"/>
                  </a:lnTo>
                  <a:close/>
                </a:path>
                <a:path w="6723380" h="7035800">
                  <a:moveTo>
                    <a:pt x="1295515" y="1073965"/>
                  </a:moveTo>
                  <a:lnTo>
                    <a:pt x="1333120" y="1137465"/>
                  </a:lnTo>
                  <a:lnTo>
                    <a:pt x="1267985" y="1175565"/>
                  </a:lnTo>
                  <a:lnTo>
                    <a:pt x="1230379" y="1112065"/>
                  </a:lnTo>
                  <a:lnTo>
                    <a:pt x="1295515" y="1073965"/>
                  </a:lnTo>
                  <a:close/>
                </a:path>
                <a:path w="6723380" h="7035800">
                  <a:moveTo>
                    <a:pt x="424655" y="1048565"/>
                  </a:moveTo>
                  <a:lnTo>
                    <a:pt x="469605" y="1124765"/>
                  </a:lnTo>
                  <a:lnTo>
                    <a:pt x="391753" y="1175565"/>
                  </a:lnTo>
                  <a:lnTo>
                    <a:pt x="346796" y="1099365"/>
                  </a:lnTo>
                  <a:lnTo>
                    <a:pt x="424655" y="1048565"/>
                  </a:lnTo>
                  <a:close/>
                </a:path>
                <a:path w="6723380" h="7035800">
                  <a:moveTo>
                    <a:pt x="758121" y="1035865"/>
                  </a:moveTo>
                  <a:lnTo>
                    <a:pt x="800430" y="1112065"/>
                  </a:lnTo>
                  <a:lnTo>
                    <a:pt x="727156" y="1150165"/>
                  </a:lnTo>
                  <a:lnTo>
                    <a:pt x="684847" y="1073965"/>
                  </a:lnTo>
                  <a:lnTo>
                    <a:pt x="758121" y="1035865"/>
                  </a:lnTo>
                  <a:close/>
                </a:path>
                <a:path w="6723380" h="7035800">
                  <a:moveTo>
                    <a:pt x="1091586" y="1010465"/>
                  </a:moveTo>
                  <a:lnTo>
                    <a:pt x="1131247" y="1086665"/>
                  </a:lnTo>
                  <a:lnTo>
                    <a:pt x="1062557" y="1124765"/>
                  </a:lnTo>
                  <a:lnTo>
                    <a:pt x="1022897" y="1061265"/>
                  </a:lnTo>
                  <a:lnTo>
                    <a:pt x="1091586" y="1010465"/>
                  </a:lnTo>
                  <a:close/>
                </a:path>
                <a:path w="6723380" h="7035800">
                  <a:moveTo>
                    <a:pt x="220732" y="985065"/>
                  </a:moveTo>
                  <a:lnTo>
                    <a:pt x="267737" y="1073965"/>
                  </a:lnTo>
                  <a:lnTo>
                    <a:pt x="186319" y="1124765"/>
                  </a:lnTo>
                  <a:lnTo>
                    <a:pt x="139313" y="1035865"/>
                  </a:lnTo>
                  <a:lnTo>
                    <a:pt x="220732" y="985065"/>
                  </a:lnTo>
                  <a:close/>
                </a:path>
                <a:path w="6723380" h="7035800">
                  <a:moveTo>
                    <a:pt x="1425051" y="997765"/>
                  </a:moveTo>
                  <a:lnTo>
                    <a:pt x="1462070" y="1061265"/>
                  </a:lnTo>
                  <a:lnTo>
                    <a:pt x="1397959" y="1099365"/>
                  </a:lnTo>
                  <a:lnTo>
                    <a:pt x="1360940" y="1035865"/>
                  </a:lnTo>
                  <a:lnTo>
                    <a:pt x="1425051" y="997765"/>
                  </a:lnTo>
                  <a:close/>
                </a:path>
                <a:path w="6723380" h="7035800">
                  <a:moveTo>
                    <a:pt x="554304" y="972365"/>
                  </a:moveTo>
                  <a:lnTo>
                    <a:pt x="598964" y="1048565"/>
                  </a:lnTo>
                  <a:lnTo>
                    <a:pt x="521615" y="1099365"/>
                  </a:lnTo>
                  <a:lnTo>
                    <a:pt x="476955" y="1023165"/>
                  </a:lnTo>
                  <a:lnTo>
                    <a:pt x="554304" y="972365"/>
                  </a:lnTo>
                  <a:close/>
                </a:path>
                <a:path w="6723380" h="7035800">
                  <a:moveTo>
                    <a:pt x="887669" y="959665"/>
                  </a:moveTo>
                  <a:lnTo>
                    <a:pt x="929385" y="1035865"/>
                  </a:lnTo>
                  <a:lnTo>
                    <a:pt x="857130" y="1073965"/>
                  </a:lnTo>
                  <a:lnTo>
                    <a:pt x="815407" y="997765"/>
                  </a:lnTo>
                  <a:lnTo>
                    <a:pt x="887669" y="959665"/>
                  </a:lnTo>
                  <a:close/>
                </a:path>
                <a:path w="6723380" h="7035800">
                  <a:moveTo>
                    <a:pt x="1221133" y="946965"/>
                  </a:moveTo>
                  <a:lnTo>
                    <a:pt x="1260207" y="1010465"/>
                  </a:lnTo>
                  <a:lnTo>
                    <a:pt x="1192530" y="1048565"/>
                  </a:lnTo>
                  <a:lnTo>
                    <a:pt x="1153456" y="985065"/>
                  </a:lnTo>
                  <a:lnTo>
                    <a:pt x="1221133" y="946965"/>
                  </a:lnTo>
                  <a:close/>
                </a:path>
                <a:path w="6723380" h="7035800">
                  <a:moveTo>
                    <a:pt x="350380" y="921565"/>
                  </a:moveTo>
                  <a:lnTo>
                    <a:pt x="397090" y="997765"/>
                  </a:lnTo>
                  <a:lnTo>
                    <a:pt x="316187" y="1048565"/>
                  </a:lnTo>
                  <a:lnTo>
                    <a:pt x="269471" y="959665"/>
                  </a:lnTo>
                  <a:lnTo>
                    <a:pt x="350380" y="921565"/>
                  </a:lnTo>
                  <a:close/>
                </a:path>
                <a:path w="6723380" h="7035800">
                  <a:moveTo>
                    <a:pt x="16275" y="934265"/>
                  </a:moveTo>
                  <a:lnTo>
                    <a:pt x="63867" y="1023165"/>
                  </a:lnTo>
                  <a:lnTo>
                    <a:pt x="114" y="1048565"/>
                  </a:lnTo>
                  <a:lnTo>
                    <a:pt x="114" y="946965"/>
                  </a:lnTo>
                  <a:lnTo>
                    <a:pt x="16275" y="934265"/>
                  </a:lnTo>
                  <a:close/>
                </a:path>
                <a:path w="6723380" h="7035800">
                  <a:moveTo>
                    <a:pt x="683852" y="896165"/>
                  </a:moveTo>
                  <a:lnTo>
                    <a:pt x="727920" y="972365"/>
                  </a:lnTo>
                  <a:lnTo>
                    <a:pt x="651590" y="1023165"/>
                  </a:lnTo>
                  <a:lnTo>
                    <a:pt x="607522" y="946965"/>
                  </a:lnTo>
                  <a:lnTo>
                    <a:pt x="683852" y="896165"/>
                  </a:lnTo>
                  <a:close/>
                </a:path>
                <a:path w="6723380" h="7035800">
                  <a:moveTo>
                    <a:pt x="1017210" y="883465"/>
                  </a:moveTo>
                  <a:lnTo>
                    <a:pt x="1058340" y="959665"/>
                  </a:lnTo>
                  <a:lnTo>
                    <a:pt x="987097" y="997765"/>
                  </a:lnTo>
                  <a:lnTo>
                    <a:pt x="945967" y="921565"/>
                  </a:lnTo>
                  <a:lnTo>
                    <a:pt x="1017210" y="883465"/>
                  </a:lnTo>
                  <a:close/>
                </a:path>
                <a:path w="6723380" h="7035800">
                  <a:moveTo>
                    <a:pt x="146350" y="858065"/>
                  </a:moveTo>
                  <a:lnTo>
                    <a:pt x="194824" y="946965"/>
                  </a:lnTo>
                  <a:lnTo>
                    <a:pt x="110865" y="997765"/>
                  </a:lnTo>
                  <a:lnTo>
                    <a:pt x="62391" y="908865"/>
                  </a:lnTo>
                  <a:lnTo>
                    <a:pt x="146350" y="858065"/>
                  </a:lnTo>
                  <a:close/>
                </a:path>
                <a:path w="6723380" h="7035800">
                  <a:moveTo>
                    <a:pt x="1350675" y="870765"/>
                  </a:moveTo>
                  <a:lnTo>
                    <a:pt x="1389163" y="934265"/>
                  </a:lnTo>
                  <a:lnTo>
                    <a:pt x="1322505" y="972365"/>
                  </a:lnTo>
                  <a:lnTo>
                    <a:pt x="1284017" y="908865"/>
                  </a:lnTo>
                  <a:lnTo>
                    <a:pt x="1350675" y="870765"/>
                  </a:lnTo>
                  <a:close/>
                </a:path>
                <a:path w="6723380" h="7035800">
                  <a:moveTo>
                    <a:pt x="480035" y="845365"/>
                  </a:moveTo>
                  <a:lnTo>
                    <a:pt x="526454" y="921565"/>
                  </a:lnTo>
                  <a:lnTo>
                    <a:pt x="446054" y="972365"/>
                  </a:lnTo>
                  <a:lnTo>
                    <a:pt x="399635" y="883465"/>
                  </a:lnTo>
                  <a:lnTo>
                    <a:pt x="480035" y="845365"/>
                  </a:lnTo>
                  <a:close/>
                </a:path>
                <a:path w="6723380" h="7035800">
                  <a:moveTo>
                    <a:pt x="813394" y="819965"/>
                  </a:moveTo>
                  <a:lnTo>
                    <a:pt x="856875" y="896165"/>
                  </a:lnTo>
                  <a:lnTo>
                    <a:pt x="781563" y="946965"/>
                  </a:lnTo>
                  <a:lnTo>
                    <a:pt x="738082" y="870765"/>
                  </a:lnTo>
                  <a:lnTo>
                    <a:pt x="813394" y="819965"/>
                  </a:lnTo>
                  <a:close/>
                </a:path>
                <a:path w="6723380" h="7035800">
                  <a:moveTo>
                    <a:pt x="1146645" y="807265"/>
                  </a:moveTo>
                  <a:lnTo>
                    <a:pt x="1186892" y="883465"/>
                  </a:lnTo>
                  <a:lnTo>
                    <a:pt x="1117177" y="921565"/>
                  </a:lnTo>
                  <a:lnTo>
                    <a:pt x="1076930" y="845365"/>
                  </a:lnTo>
                  <a:lnTo>
                    <a:pt x="1146645" y="807265"/>
                  </a:lnTo>
                  <a:close/>
                </a:path>
                <a:path w="6723380" h="7035800">
                  <a:moveTo>
                    <a:pt x="275998" y="781865"/>
                  </a:moveTo>
                  <a:lnTo>
                    <a:pt x="324182" y="870765"/>
                  </a:lnTo>
                  <a:lnTo>
                    <a:pt x="240732" y="921565"/>
                  </a:lnTo>
                  <a:lnTo>
                    <a:pt x="192549" y="832665"/>
                  </a:lnTo>
                  <a:lnTo>
                    <a:pt x="275998" y="781865"/>
                  </a:lnTo>
                  <a:close/>
                </a:path>
                <a:path w="6723380" h="7035800">
                  <a:moveTo>
                    <a:pt x="609577" y="769165"/>
                  </a:moveTo>
                  <a:lnTo>
                    <a:pt x="655410" y="845365"/>
                  </a:lnTo>
                  <a:lnTo>
                    <a:pt x="576029" y="896165"/>
                  </a:lnTo>
                  <a:lnTo>
                    <a:pt x="530197" y="819965"/>
                  </a:lnTo>
                  <a:lnTo>
                    <a:pt x="609577" y="769165"/>
                  </a:lnTo>
                  <a:close/>
                </a:path>
                <a:path w="6723380" h="7035800">
                  <a:moveTo>
                    <a:pt x="942942" y="756465"/>
                  </a:moveTo>
                  <a:lnTo>
                    <a:pt x="985830" y="832665"/>
                  </a:lnTo>
                  <a:lnTo>
                    <a:pt x="911537" y="870765"/>
                  </a:lnTo>
                  <a:lnTo>
                    <a:pt x="868643" y="794565"/>
                  </a:lnTo>
                  <a:lnTo>
                    <a:pt x="942942" y="756465"/>
                  </a:lnTo>
                  <a:close/>
                </a:path>
                <a:path w="6723380" h="7035800">
                  <a:moveTo>
                    <a:pt x="72193" y="731065"/>
                  </a:moveTo>
                  <a:lnTo>
                    <a:pt x="122723" y="819965"/>
                  </a:lnTo>
                  <a:lnTo>
                    <a:pt x="35198" y="870765"/>
                  </a:lnTo>
                  <a:lnTo>
                    <a:pt x="114" y="807265"/>
                  </a:lnTo>
                  <a:lnTo>
                    <a:pt x="114" y="769165"/>
                  </a:lnTo>
                  <a:lnTo>
                    <a:pt x="72193" y="731065"/>
                  </a:lnTo>
                  <a:close/>
                </a:path>
                <a:path w="6723380" h="7035800">
                  <a:moveTo>
                    <a:pt x="1276192" y="731065"/>
                  </a:moveTo>
                  <a:lnTo>
                    <a:pt x="1315853" y="807265"/>
                  </a:lnTo>
                  <a:lnTo>
                    <a:pt x="1247151" y="845365"/>
                  </a:lnTo>
                  <a:lnTo>
                    <a:pt x="1207491" y="781865"/>
                  </a:lnTo>
                  <a:lnTo>
                    <a:pt x="1276192" y="731065"/>
                  </a:lnTo>
                  <a:close/>
                </a:path>
                <a:path w="6723380" h="7035800">
                  <a:moveTo>
                    <a:pt x="405659" y="705665"/>
                  </a:moveTo>
                  <a:lnTo>
                    <a:pt x="453547" y="794565"/>
                  </a:lnTo>
                  <a:lnTo>
                    <a:pt x="370600" y="845365"/>
                  </a:lnTo>
                  <a:lnTo>
                    <a:pt x="322712" y="756465"/>
                  </a:lnTo>
                  <a:lnTo>
                    <a:pt x="405659" y="705665"/>
                  </a:lnTo>
                  <a:close/>
                </a:path>
                <a:path w="6723380" h="7035800">
                  <a:moveTo>
                    <a:pt x="739125" y="692965"/>
                  </a:moveTo>
                  <a:lnTo>
                    <a:pt x="784365" y="769165"/>
                  </a:lnTo>
                  <a:lnTo>
                    <a:pt x="705997" y="819965"/>
                  </a:lnTo>
                  <a:lnTo>
                    <a:pt x="660757" y="743765"/>
                  </a:lnTo>
                  <a:lnTo>
                    <a:pt x="739125" y="692965"/>
                  </a:lnTo>
                  <a:close/>
                </a:path>
                <a:path w="6723380" h="7035800">
                  <a:moveTo>
                    <a:pt x="1072376" y="680265"/>
                  </a:moveTo>
                  <a:lnTo>
                    <a:pt x="1114388" y="756465"/>
                  </a:lnTo>
                  <a:lnTo>
                    <a:pt x="1041623" y="794565"/>
                  </a:lnTo>
                  <a:lnTo>
                    <a:pt x="999605" y="718365"/>
                  </a:lnTo>
                  <a:lnTo>
                    <a:pt x="1072376" y="680265"/>
                  </a:lnTo>
                  <a:close/>
                </a:path>
                <a:path w="6723380" h="7035800">
                  <a:moveTo>
                    <a:pt x="201729" y="654865"/>
                  </a:moveTo>
                  <a:lnTo>
                    <a:pt x="251673" y="743765"/>
                  </a:lnTo>
                  <a:lnTo>
                    <a:pt x="165172" y="794565"/>
                  </a:lnTo>
                  <a:lnTo>
                    <a:pt x="115229" y="705665"/>
                  </a:lnTo>
                  <a:lnTo>
                    <a:pt x="201729" y="654865"/>
                  </a:lnTo>
                  <a:close/>
                </a:path>
                <a:path w="6723380" h="7035800">
                  <a:moveTo>
                    <a:pt x="535308" y="642165"/>
                  </a:moveTo>
                  <a:lnTo>
                    <a:pt x="582900" y="718365"/>
                  </a:lnTo>
                  <a:lnTo>
                    <a:pt x="500463" y="769165"/>
                  </a:lnTo>
                  <a:lnTo>
                    <a:pt x="452871" y="680265"/>
                  </a:lnTo>
                  <a:lnTo>
                    <a:pt x="535308" y="642165"/>
                  </a:lnTo>
                  <a:close/>
                </a:path>
                <a:path w="6723380" h="7035800">
                  <a:moveTo>
                    <a:pt x="868559" y="616765"/>
                  </a:moveTo>
                  <a:lnTo>
                    <a:pt x="912923" y="692965"/>
                  </a:lnTo>
                  <a:lnTo>
                    <a:pt x="836083" y="743765"/>
                  </a:lnTo>
                  <a:lnTo>
                    <a:pt x="791719" y="667565"/>
                  </a:lnTo>
                  <a:lnTo>
                    <a:pt x="868559" y="616765"/>
                  </a:lnTo>
                  <a:close/>
                </a:path>
                <a:path w="6723380" h="7035800">
                  <a:moveTo>
                    <a:pt x="1201811" y="604065"/>
                  </a:moveTo>
                  <a:lnTo>
                    <a:pt x="1242941" y="680265"/>
                  </a:lnTo>
                  <a:lnTo>
                    <a:pt x="1171698" y="718365"/>
                  </a:lnTo>
                  <a:lnTo>
                    <a:pt x="1130568" y="642165"/>
                  </a:lnTo>
                  <a:lnTo>
                    <a:pt x="1201811" y="604065"/>
                  </a:lnTo>
                  <a:close/>
                </a:path>
                <a:path w="6723380" h="7035800">
                  <a:moveTo>
                    <a:pt x="331384" y="578665"/>
                  </a:moveTo>
                  <a:lnTo>
                    <a:pt x="381031" y="667565"/>
                  </a:lnTo>
                  <a:lnTo>
                    <a:pt x="295034" y="718365"/>
                  </a:lnTo>
                  <a:lnTo>
                    <a:pt x="245387" y="629465"/>
                  </a:lnTo>
                  <a:lnTo>
                    <a:pt x="331384" y="578665"/>
                  </a:lnTo>
                  <a:close/>
                </a:path>
                <a:path w="6723380" h="7035800">
                  <a:moveTo>
                    <a:pt x="114" y="604065"/>
                  </a:moveTo>
                  <a:lnTo>
                    <a:pt x="42987" y="680265"/>
                  </a:lnTo>
                  <a:lnTo>
                    <a:pt x="114" y="705665"/>
                  </a:lnTo>
                  <a:lnTo>
                    <a:pt x="114" y="604065"/>
                  </a:lnTo>
                  <a:close/>
                </a:path>
                <a:path w="6723380" h="7035800">
                  <a:moveTo>
                    <a:pt x="664743" y="565965"/>
                  </a:moveTo>
                  <a:lnTo>
                    <a:pt x="711458" y="642165"/>
                  </a:lnTo>
                  <a:lnTo>
                    <a:pt x="630543" y="692965"/>
                  </a:lnTo>
                  <a:lnTo>
                    <a:pt x="583828" y="604065"/>
                  </a:lnTo>
                  <a:lnTo>
                    <a:pt x="664743" y="565965"/>
                  </a:lnTo>
                  <a:close/>
                </a:path>
                <a:path w="6723380" h="7035800">
                  <a:moveTo>
                    <a:pt x="998100" y="540565"/>
                  </a:moveTo>
                  <a:lnTo>
                    <a:pt x="1041872" y="616765"/>
                  </a:lnTo>
                  <a:lnTo>
                    <a:pt x="966057" y="667565"/>
                  </a:lnTo>
                  <a:lnTo>
                    <a:pt x="922279" y="591365"/>
                  </a:lnTo>
                  <a:lnTo>
                    <a:pt x="998100" y="540565"/>
                  </a:lnTo>
                  <a:close/>
                </a:path>
                <a:path w="6723380" h="7035800">
                  <a:moveTo>
                    <a:pt x="127567" y="515165"/>
                  </a:moveTo>
                  <a:lnTo>
                    <a:pt x="179565" y="604065"/>
                  </a:lnTo>
                  <a:lnTo>
                    <a:pt x="89500" y="667565"/>
                  </a:lnTo>
                  <a:lnTo>
                    <a:pt x="37495" y="565965"/>
                  </a:lnTo>
                  <a:lnTo>
                    <a:pt x="127567" y="515165"/>
                  </a:lnTo>
                  <a:close/>
                </a:path>
                <a:path w="6723380" h="7035800">
                  <a:moveTo>
                    <a:pt x="460820" y="502465"/>
                  </a:moveTo>
                  <a:lnTo>
                    <a:pt x="509590" y="591365"/>
                  </a:lnTo>
                  <a:lnTo>
                    <a:pt x="425115" y="642165"/>
                  </a:lnTo>
                  <a:lnTo>
                    <a:pt x="376345" y="553265"/>
                  </a:lnTo>
                  <a:lnTo>
                    <a:pt x="460820" y="502465"/>
                  </a:lnTo>
                  <a:close/>
                </a:path>
                <a:path w="6723380" h="7035800">
                  <a:moveTo>
                    <a:pt x="794284" y="489765"/>
                  </a:moveTo>
                  <a:lnTo>
                    <a:pt x="840407" y="565965"/>
                  </a:lnTo>
                  <a:lnTo>
                    <a:pt x="760517" y="616765"/>
                  </a:lnTo>
                  <a:lnTo>
                    <a:pt x="714394" y="540565"/>
                  </a:lnTo>
                  <a:lnTo>
                    <a:pt x="794284" y="489765"/>
                  </a:lnTo>
                  <a:close/>
                </a:path>
                <a:path w="6723380" h="7035800">
                  <a:moveTo>
                    <a:pt x="1127435" y="477065"/>
                  </a:moveTo>
                  <a:lnTo>
                    <a:pt x="1170033" y="540565"/>
                  </a:lnTo>
                  <a:lnTo>
                    <a:pt x="1096244" y="591365"/>
                  </a:lnTo>
                  <a:lnTo>
                    <a:pt x="1053645" y="515165"/>
                  </a:lnTo>
                  <a:lnTo>
                    <a:pt x="1127435" y="477065"/>
                  </a:lnTo>
                  <a:close/>
                </a:path>
                <a:path w="6723380" h="7035800">
                  <a:moveTo>
                    <a:pt x="257108" y="451665"/>
                  </a:moveTo>
                  <a:lnTo>
                    <a:pt x="308526" y="540565"/>
                  </a:lnTo>
                  <a:lnTo>
                    <a:pt x="219473" y="591365"/>
                  </a:lnTo>
                  <a:lnTo>
                    <a:pt x="168055" y="502465"/>
                  </a:lnTo>
                  <a:lnTo>
                    <a:pt x="257108" y="451665"/>
                  </a:lnTo>
                  <a:close/>
                </a:path>
                <a:path w="6723380" h="7035800">
                  <a:moveTo>
                    <a:pt x="590367" y="426265"/>
                  </a:moveTo>
                  <a:lnTo>
                    <a:pt x="638545" y="515165"/>
                  </a:lnTo>
                  <a:lnTo>
                    <a:pt x="555089" y="565965"/>
                  </a:lnTo>
                  <a:lnTo>
                    <a:pt x="506911" y="477065"/>
                  </a:lnTo>
                  <a:lnTo>
                    <a:pt x="590367" y="426265"/>
                  </a:lnTo>
                  <a:close/>
                </a:path>
                <a:path w="6723380" h="7035800">
                  <a:moveTo>
                    <a:pt x="923718" y="413565"/>
                  </a:moveTo>
                  <a:lnTo>
                    <a:pt x="968964" y="489765"/>
                  </a:lnTo>
                  <a:lnTo>
                    <a:pt x="890602" y="540565"/>
                  </a:lnTo>
                  <a:lnTo>
                    <a:pt x="845356" y="464365"/>
                  </a:lnTo>
                  <a:lnTo>
                    <a:pt x="923718" y="413565"/>
                  </a:lnTo>
                  <a:close/>
                </a:path>
                <a:path w="6723380" h="7035800">
                  <a:moveTo>
                    <a:pt x="53298" y="388165"/>
                  </a:moveTo>
                  <a:lnTo>
                    <a:pt x="107061" y="477065"/>
                  </a:lnTo>
                  <a:lnTo>
                    <a:pt x="13939" y="540565"/>
                  </a:lnTo>
                  <a:lnTo>
                    <a:pt x="114" y="515165"/>
                  </a:lnTo>
                  <a:lnTo>
                    <a:pt x="114" y="413565"/>
                  </a:lnTo>
                  <a:lnTo>
                    <a:pt x="53298" y="388165"/>
                  </a:lnTo>
                  <a:close/>
                </a:path>
                <a:path w="6723380" h="7035800">
                  <a:moveTo>
                    <a:pt x="386651" y="375465"/>
                  </a:moveTo>
                  <a:lnTo>
                    <a:pt x="437483" y="464365"/>
                  </a:lnTo>
                  <a:lnTo>
                    <a:pt x="349449" y="515165"/>
                  </a:lnTo>
                  <a:lnTo>
                    <a:pt x="298617" y="426265"/>
                  </a:lnTo>
                  <a:lnTo>
                    <a:pt x="386651" y="375465"/>
                  </a:lnTo>
                  <a:close/>
                </a:path>
                <a:path w="6723380" h="7035800">
                  <a:moveTo>
                    <a:pt x="719903" y="350065"/>
                  </a:moveTo>
                  <a:lnTo>
                    <a:pt x="767500" y="438965"/>
                  </a:lnTo>
                  <a:lnTo>
                    <a:pt x="685063" y="489765"/>
                  </a:lnTo>
                  <a:lnTo>
                    <a:pt x="637472" y="400865"/>
                  </a:lnTo>
                  <a:lnTo>
                    <a:pt x="719903" y="350065"/>
                  </a:lnTo>
                  <a:close/>
                </a:path>
                <a:path w="6723380" h="7035800">
                  <a:moveTo>
                    <a:pt x="1053153" y="337365"/>
                  </a:moveTo>
                  <a:lnTo>
                    <a:pt x="1097517" y="413565"/>
                  </a:lnTo>
                  <a:lnTo>
                    <a:pt x="1020684" y="464365"/>
                  </a:lnTo>
                  <a:lnTo>
                    <a:pt x="976320" y="388165"/>
                  </a:lnTo>
                  <a:lnTo>
                    <a:pt x="1053153" y="337365"/>
                  </a:lnTo>
                  <a:close/>
                </a:path>
                <a:path w="6723380" h="7035800">
                  <a:moveTo>
                    <a:pt x="182839" y="311965"/>
                  </a:moveTo>
                  <a:lnTo>
                    <a:pt x="236017" y="400865"/>
                  </a:lnTo>
                  <a:lnTo>
                    <a:pt x="143913" y="464365"/>
                  </a:lnTo>
                  <a:lnTo>
                    <a:pt x="90736" y="362765"/>
                  </a:lnTo>
                  <a:lnTo>
                    <a:pt x="182839" y="311965"/>
                  </a:lnTo>
                  <a:close/>
                </a:path>
                <a:path w="6723380" h="7035800">
                  <a:moveTo>
                    <a:pt x="516086" y="299265"/>
                  </a:moveTo>
                  <a:lnTo>
                    <a:pt x="566035" y="388165"/>
                  </a:lnTo>
                  <a:lnTo>
                    <a:pt x="479529" y="438965"/>
                  </a:lnTo>
                  <a:lnTo>
                    <a:pt x="429586" y="350065"/>
                  </a:lnTo>
                  <a:lnTo>
                    <a:pt x="516086" y="299265"/>
                  </a:lnTo>
                  <a:close/>
                </a:path>
                <a:path w="6723380" h="7035800">
                  <a:moveTo>
                    <a:pt x="849342" y="286565"/>
                  </a:moveTo>
                  <a:lnTo>
                    <a:pt x="896052" y="362765"/>
                  </a:lnTo>
                  <a:lnTo>
                    <a:pt x="815143" y="413565"/>
                  </a:lnTo>
                  <a:lnTo>
                    <a:pt x="768434" y="324665"/>
                  </a:lnTo>
                  <a:lnTo>
                    <a:pt x="849342" y="286565"/>
                  </a:lnTo>
                  <a:close/>
                </a:path>
                <a:path w="6723380" h="7035800">
                  <a:moveTo>
                    <a:pt x="312275" y="235765"/>
                  </a:moveTo>
                  <a:lnTo>
                    <a:pt x="364570" y="324665"/>
                  </a:lnTo>
                  <a:lnTo>
                    <a:pt x="273995" y="388165"/>
                  </a:lnTo>
                  <a:lnTo>
                    <a:pt x="221700" y="286565"/>
                  </a:lnTo>
                  <a:lnTo>
                    <a:pt x="312275" y="235765"/>
                  </a:lnTo>
                  <a:close/>
                </a:path>
                <a:path w="6723380" h="7035800">
                  <a:moveTo>
                    <a:pt x="645527" y="223065"/>
                  </a:moveTo>
                  <a:lnTo>
                    <a:pt x="694587" y="311965"/>
                  </a:lnTo>
                  <a:lnTo>
                    <a:pt x="609609" y="362765"/>
                  </a:lnTo>
                  <a:lnTo>
                    <a:pt x="560542" y="273865"/>
                  </a:lnTo>
                  <a:lnTo>
                    <a:pt x="645527" y="223065"/>
                  </a:lnTo>
                  <a:close/>
                </a:path>
                <a:path w="6723380" h="7035800">
                  <a:moveTo>
                    <a:pt x="114" y="311965"/>
                  </a:moveTo>
                  <a:lnTo>
                    <a:pt x="18897" y="350065"/>
                  </a:lnTo>
                  <a:lnTo>
                    <a:pt x="114" y="362765"/>
                  </a:lnTo>
                  <a:lnTo>
                    <a:pt x="114" y="311965"/>
                  </a:lnTo>
                  <a:close/>
                </a:path>
                <a:path w="6723380" h="7035800">
                  <a:moveTo>
                    <a:pt x="978777" y="210365"/>
                  </a:moveTo>
                  <a:lnTo>
                    <a:pt x="1024610" y="286565"/>
                  </a:lnTo>
                  <a:lnTo>
                    <a:pt x="945229" y="337365"/>
                  </a:lnTo>
                  <a:lnTo>
                    <a:pt x="899397" y="248465"/>
                  </a:lnTo>
                  <a:lnTo>
                    <a:pt x="978777" y="210365"/>
                  </a:lnTo>
                  <a:close/>
                </a:path>
                <a:path w="6723380" h="7035800">
                  <a:moveTo>
                    <a:pt x="108564" y="184965"/>
                  </a:moveTo>
                  <a:lnTo>
                    <a:pt x="163506" y="273865"/>
                  </a:lnTo>
                  <a:lnTo>
                    <a:pt x="68346" y="337365"/>
                  </a:lnTo>
                  <a:lnTo>
                    <a:pt x="13410" y="235765"/>
                  </a:lnTo>
                  <a:lnTo>
                    <a:pt x="108564" y="184965"/>
                  </a:lnTo>
                  <a:close/>
                </a:path>
                <a:path w="6723380" h="7035800">
                  <a:moveTo>
                    <a:pt x="441710" y="172265"/>
                  </a:moveTo>
                  <a:lnTo>
                    <a:pt x="493122" y="261165"/>
                  </a:lnTo>
                  <a:lnTo>
                    <a:pt x="404075" y="311965"/>
                  </a:lnTo>
                  <a:lnTo>
                    <a:pt x="352663" y="223065"/>
                  </a:lnTo>
                  <a:lnTo>
                    <a:pt x="441710" y="172265"/>
                  </a:lnTo>
                  <a:close/>
                </a:path>
                <a:path w="6723380" h="7035800">
                  <a:moveTo>
                    <a:pt x="774960" y="146865"/>
                  </a:moveTo>
                  <a:lnTo>
                    <a:pt x="823144" y="235765"/>
                  </a:lnTo>
                  <a:lnTo>
                    <a:pt x="739688" y="286565"/>
                  </a:lnTo>
                  <a:lnTo>
                    <a:pt x="691510" y="197665"/>
                  </a:lnTo>
                  <a:lnTo>
                    <a:pt x="774960" y="146865"/>
                  </a:lnTo>
                  <a:close/>
                </a:path>
                <a:path w="6723380" h="7035800">
                  <a:moveTo>
                    <a:pt x="238000" y="108765"/>
                  </a:moveTo>
                  <a:lnTo>
                    <a:pt x="292060" y="197665"/>
                  </a:lnTo>
                  <a:lnTo>
                    <a:pt x="198434" y="261165"/>
                  </a:lnTo>
                  <a:lnTo>
                    <a:pt x="144374" y="159565"/>
                  </a:lnTo>
                  <a:lnTo>
                    <a:pt x="238000" y="108765"/>
                  </a:lnTo>
                  <a:close/>
                </a:path>
                <a:path w="6723380" h="7035800">
                  <a:moveTo>
                    <a:pt x="571144" y="96065"/>
                  </a:moveTo>
                  <a:lnTo>
                    <a:pt x="621680" y="184965"/>
                  </a:lnTo>
                  <a:lnTo>
                    <a:pt x="534155" y="235765"/>
                  </a:lnTo>
                  <a:lnTo>
                    <a:pt x="483620" y="146865"/>
                  </a:lnTo>
                  <a:lnTo>
                    <a:pt x="571144" y="96065"/>
                  </a:lnTo>
                  <a:close/>
                </a:path>
                <a:path w="6723380" h="7035800">
                  <a:moveTo>
                    <a:pt x="904396" y="83365"/>
                  </a:moveTo>
                  <a:lnTo>
                    <a:pt x="951697" y="159565"/>
                  </a:lnTo>
                  <a:lnTo>
                    <a:pt x="869776" y="210365"/>
                  </a:lnTo>
                  <a:lnTo>
                    <a:pt x="822474" y="121465"/>
                  </a:lnTo>
                  <a:lnTo>
                    <a:pt x="904396" y="83365"/>
                  </a:lnTo>
                  <a:close/>
                </a:path>
                <a:path w="6723380" h="7035800">
                  <a:moveTo>
                    <a:pt x="34295" y="45265"/>
                  </a:moveTo>
                  <a:lnTo>
                    <a:pt x="90997" y="146865"/>
                  </a:lnTo>
                  <a:lnTo>
                    <a:pt x="114" y="197665"/>
                  </a:lnTo>
                  <a:lnTo>
                    <a:pt x="114" y="70665"/>
                  </a:lnTo>
                  <a:lnTo>
                    <a:pt x="34295" y="45265"/>
                  </a:lnTo>
                  <a:close/>
                </a:path>
                <a:path w="6723380" h="7035800">
                  <a:moveTo>
                    <a:pt x="367441" y="32565"/>
                  </a:moveTo>
                  <a:lnTo>
                    <a:pt x="420618" y="121465"/>
                  </a:lnTo>
                  <a:lnTo>
                    <a:pt x="328509" y="184965"/>
                  </a:lnTo>
                  <a:lnTo>
                    <a:pt x="275331" y="83365"/>
                  </a:lnTo>
                  <a:lnTo>
                    <a:pt x="367441" y="32565"/>
                  </a:lnTo>
                  <a:close/>
                </a:path>
                <a:path w="6723380" h="7035800">
                  <a:moveTo>
                    <a:pt x="700478" y="19865"/>
                  </a:moveTo>
                  <a:lnTo>
                    <a:pt x="749835" y="108765"/>
                  </a:lnTo>
                  <a:lnTo>
                    <a:pt x="664347" y="159565"/>
                  </a:lnTo>
                  <a:lnTo>
                    <a:pt x="614991" y="70665"/>
                  </a:lnTo>
                  <a:lnTo>
                    <a:pt x="700478" y="19865"/>
                  </a:lnTo>
                  <a:close/>
                </a:path>
                <a:path w="6723380" h="7035800">
                  <a:moveTo>
                    <a:pt x="111007" y="7165"/>
                  </a:moveTo>
                  <a:lnTo>
                    <a:pt x="181312" y="7165"/>
                  </a:lnTo>
                  <a:lnTo>
                    <a:pt x="219556" y="70665"/>
                  </a:lnTo>
                  <a:lnTo>
                    <a:pt x="122868" y="134165"/>
                  </a:lnTo>
                  <a:lnTo>
                    <a:pt x="67049" y="32565"/>
                  </a:lnTo>
                  <a:lnTo>
                    <a:pt x="111007" y="7165"/>
                  </a:lnTo>
                  <a:close/>
                </a:path>
                <a:path w="6723380" h="7035800">
                  <a:moveTo>
                    <a:pt x="406696" y="7165"/>
                  </a:moveTo>
                  <a:lnTo>
                    <a:pt x="522917" y="7165"/>
                  </a:lnTo>
                  <a:lnTo>
                    <a:pt x="548767" y="45265"/>
                  </a:lnTo>
                  <a:lnTo>
                    <a:pt x="458695" y="108765"/>
                  </a:lnTo>
                  <a:lnTo>
                    <a:pt x="406696" y="7165"/>
                  </a:lnTo>
                  <a:close/>
                </a:path>
                <a:path w="6723380" h="7035800">
                  <a:moveTo>
                    <a:pt x="753263" y="7165"/>
                  </a:moveTo>
                  <a:lnTo>
                    <a:pt x="864532" y="7165"/>
                  </a:lnTo>
                  <a:lnTo>
                    <a:pt x="877984" y="32565"/>
                  </a:lnTo>
                  <a:lnTo>
                    <a:pt x="794534" y="83365"/>
                  </a:lnTo>
                  <a:lnTo>
                    <a:pt x="753263" y="7165"/>
                  </a:lnTo>
                  <a:close/>
                </a:path>
                <a:path w="6723380" h="7035800">
                  <a:moveTo>
                    <a:pt x="233211" y="7165"/>
                  </a:moveTo>
                  <a:lnTo>
                    <a:pt x="320782" y="7165"/>
                  </a:lnTo>
                  <a:lnTo>
                    <a:pt x="255105" y="45265"/>
                  </a:lnTo>
                  <a:lnTo>
                    <a:pt x="233211" y="7165"/>
                  </a:lnTo>
                  <a:close/>
                </a:path>
                <a:path w="6723380" h="7035800">
                  <a:moveTo>
                    <a:pt x="2913828" y="3624098"/>
                  </a:moveTo>
                  <a:lnTo>
                    <a:pt x="2924698" y="3642928"/>
                  </a:lnTo>
                  <a:lnTo>
                    <a:pt x="2905869" y="3653796"/>
                  </a:lnTo>
                  <a:lnTo>
                    <a:pt x="2895000" y="3634973"/>
                  </a:lnTo>
                  <a:lnTo>
                    <a:pt x="2913828" y="3624098"/>
                  </a:lnTo>
                  <a:close/>
                </a:path>
                <a:path w="6723380" h="7035800">
                  <a:moveTo>
                    <a:pt x="2988418" y="3755063"/>
                  </a:moveTo>
                  <a:lnTo>
                    <a:pt x="2998411" y="3772364"/>
                  </a:lnTo>
                  <a:lnTo>
                    <a:pt x="2981109" y="3782357"/>
                  </a:lnTo>
                  <a:lnTo>
                    <a:pt x="2971117" y="3765050"/>
                  </a:lnTo>
                  <a:lnTo>
                    <a:pt x="2988418" y="3755063"/>
                  </a:lnTo>
                  <a:close/>
                </a:path>
                <a:path w="6723380" h="7035800">
                  <a:moveTo>
                    <a:pt x="3062907" y="3886437"/>
                  </a:moveTo>
                  <a:lnTo>
                    <a:pt x="3071720" y="3901700"/>
                  </a:lnTo>
                  <a:lnTo>
                    <a:pt x="3056457" y="3910513"/>
                  </a:lnTo>
                  <a:lnTo>
                    <a:pt x="3047643" y="3895250"/>
                  </a:lnTo>
                  <a:lnTo>
                    <a:pt x="3062907" y="3886437"/>
                  </a:lnTo>
                  <a:close/>
                </a:path>
                <a:path w="6723380" h="7035800">
                  <a:moveTo>
                    <a:pt x="3137502" y="4017395"/>
                  </a:moveTo>
                  <a:lnTo>
                    <a:pt x="3145439" y="4031137"/>
                  </a:lnTo>
                  <a:lnTo>
                    <a:pt x="3131697" y="4039068"/>
                  </a:lnTo>
                  <a:lnTo>
                    <a:pt x="3123760" y="4025326"/>
                  </a:lnTo>
                  <a:lnTo>
                    <a:pt x="3137502" y="4017395"/>
                  </a:lnTo>
                  <a:close/>
                </a:path>
                <a:path w="6723380" h="7035800">
                  <a:moveTo>
                    <a:pt x="3212097" y="4148360"/>
                  </a:moveTo>
                  <a:lnTo>
                    <a:pt x="3219152" y="4160573"/>
                  </a:lnTo>
                  <a:lnTo>
                    <a:pt x="3206938" y="4167628"/>
                  </a:lnTo>
                  <a:lnTo>
                    <a:pt x="3199884" y="4155415"/>
                  </a:lnTo>
                  <a:lnTo>
                    <a:pt x="3212097" y="4148360"/>
                  </a:lnTo>
                  <a:close/>
                </a:path>
                <a:path w="6723380" h="7035800">
                  <a:moveTo>
                    <a:pt x="3286579" y="4279728"/>
                  </a:moveTo>
                  <a:lnTo>
                    <a:pt x="3292455" y="4289903"/>
                  </a:lnTo>
                  <a:lnTo>
                    <a:pt x="3282279" y="4295779"/>
                  </a:lnTo>
                  <a:lnTo>
                    <a:pt x="3276404" y="4285603"/>
                  </a:lnTo>
                  <a:lnTo>
                    <a:pt x="3286579" y="4279728"/>
                  </a:lnTo>
                  <a:close/>
                </a:path>
                <a:path w="6723380" h="7035800">
                  <a:moveTo>
                    <a:pt x="3361287" y="4410290"/>
                  </a:moveTo>
                  <a:lnTo>
                    <a:pt x="3366576" y="4419453"/>
                  </a:lnTo>
                  <a:lnTo>
                    <a:pt x="3357419" y="4424736"/>
                  </a:lnTo>
                  <a:lnTo>
                    <a:pt x="3352130" y="4415573"/>
                  </a:lnTo>
                  <a:lnTo>
                    <a:pt x="3361287" y="4410290"/>
                  </a:lnTo>
                  <a:close/>
                </a:path>
                <a:path w="6723380" h="7035800">
                  <a:moveTo>
                    <a:pt x="3435989" y="4540852"/>
                  </a:moveTo>
                  <a:lnTo>
                    <a:pt x="3440685" y="4548990"/>
                  </a:lnTo>
                  <a:lnTo>
                    <a:pt x="3432547" y="4553693"/>
                  </a:lnTo>
                  <a:lnTo>
                    <a:pt x="3427850" y="4545555"/>
                  </a:lnTo>
                  <a:lnTo>
                    <a:pt x="3435989" y="4540852"/>
                  </a:lnTo>
                  <a:close/>
                </a:path>
                <a:path w="6723380" h="7035800">
                  <a:moveTo>
                    <a:pt x="3510690" y="4671414"/>
                  </a:moveTo>
                  <a:lnTo>
                    <a:pt x="3514807" y="4678539"/>
                  </a:lnTo>
                  <a:lnTo>
                    <a:pt x="3507681" y="4682656"/>
                  </a:lnTo>
                  <a:lnTo>
                    <a:pt x="3503565" y="4675530"/>
                  </a:lnTo>
                  <a:lnTo>
                    <a:pt x="3510690" y="4671414"/>
                  </a:lnTo>
                  <a:close/>
                </a:path>
                <a:path w="6723380" h="7035800">
                  <a:moveTo>
                    <a:pt x="3585286" y="4802378"/>
                  </a:moveTo>
                  <a:lnTo>
                    <a:pt x="3588520" y="4807976"/>
                  </a:lnTo>
                  <a:lnTo>
                    <a:pt x="3582922" y="4811210"/>
                  </a:lnTo>
                  <a:lnTo>
                    <a:pt x="3579688" y="4805607"/>
                  </a:lnTo>
                  <a:lnTo>
                    <a:pt x="3585286" y="4802378"/>
                  </a:lnTo>
                  <a:close/>
                </a:path>
                <a:path w="6723380" h="7035800">
                  <a:moveTo>
                    <a:pt x="3659987" y="4932941"/>
                  </a:moveTo>
                  <a:lnTo>
                    <a:pt x="3662629" y="4937519"/>
                  </a:lnTo>
                  <a:lnTo>
                    <a:pt x="3658050" y="4940167"/>
                  </a:lnTo>
                  <a:lnTo>
                    <a:pt x="3655408" y="4935582"/>
                  </a:lnTo>
                  <a:lnTo>
                    <a:pt x="3659987" y="4932941"/>
                  </a:lnTo>
                  <a:close/>
                </a:path>
                <a:path w="6723380" h="7035800">
                  <a:moveTo>
                    <a:pt x="3734689" y="5063503"/>
                  </a:moveTo>
                  <a:lnTo>
                    <a:pt x="3736750" y="5067068"/>
                  </a:lnTo>
                  <a:lnTo>
                    <a:pt x="3733185" y="5069124"/>
                  </a:lnTo>
                  <a:lnTo>
                    <a:pt x="3731124" y="5065558"/>
                  </a:lnTo>
                  <a:lnTo>
                    <a:pt x="3734689" y="5063503"/>
                  </a:lnTo>
                  <a:close/>
                </a:path>
                <a:path w="6723380" h="7035800">
                  <a:moveTo>
                    <a:pt x="3809391" y="5194065"/>
                  </a:moveTo>
                  <a:lnTo>
                    <a:pt x="3810860" y="5196611"/>
                  </a:lnTo>
                  <a:lnTo>
                    <a:pt x="3808313" y="5198080"/>
                  </a:lnTo>
                  <a:lnTo>
                    <a:pt x="3806844" y="5195534"/>
                  </a:lnTo>
                  <a:lnTo>
                    <a:pt x="3809391" y="5194065"/>
                  </a:lnTo>
                  <a:close/>
                </a:path>
                <a:path w="6723380" h="7035800">
                  <a:moveTo>
                    <a:pt x="3884092" y="5324627"/>
                  </a:moveTo>
                  <a:lnTo>
                    <a:pt x="3884975" y="5326161"/>
                  </a:lnTo>
                  <a:lnTo>
                    <a:pt x="3883453" y="5327037"/>
                  </a:lnTo>
                  <a:lnTo>
                    <a:pt x="3882570" y="5325509"/>
                  </a:lnTo>
                  <a:lnTo>
                    <a:pt x="3884092" y="5324627"/>
                  </a:lnTo>
                  <a:close/>
                </a:path>
                <a:path w="6723380" h="7035800">
                  <a:moveTo>
                    <a:pt x="2933252" y="3960948"/>
                  </a:moveTo>
                  <a:lnTo>
                    <a:pt x="2942362" y="3976722"/>
                  </a:lnTo>
                  <a:lnTo>
                    <a:pt x="2926589" y="3985825"/>
                  </a:lnTo>
                  <a:lnTo>
                    <a:pt x="2917479" y="3970052"/>
                  </a:lnTo>
                  <a:lnTo>
                    <a:pt x="2933252" y="3960948"/>
                  </a:lnTo>
                  <a:close/>
                </a:path>
                <a:path w="6723380" h="7035800">
                  <a:moveTo>
                    <a:pt x="3007848" y="4091913"/>
                  </a:moveTo>
                  <a:lnTo>
                    <a:pt x="3016075" y="4106158"/>
                  </a:lnTo>
                  <a:lnTo>
                    <a:pt x="3001830" y="4114385"/>
                  </a:lnTo>
                  <a:lnTo>
                    <a:pt x="2993603" y="4100140"/>
                  </a:lnTo>
                  <a:lnTo>
                    <a:pt x="3007848" y="4091913"/>
                  </a:lnTo>
                  <a:close/>
                </a:path>
                <a:path w="6723380" h="7035800">
                  <a:moveTo>
                    <a:pt x="3082449" y="4222872"/>
                  </a:moveTo>
                  <a:lnTo>
                    <a:pt x="3089793" y="4235595"/>
                  </a:lnTo>
                  <a:lnTo>
                    <a:pt x="3077070" y="4242939"/>
                  </a:lnTo>
                  <a:lnTo>
                    <a:pt x="3069726" y="4230217"/>
                  </a:lnTo>
                  <a:lnTo>
                    <a:pt x="3082449" y="4222872"/>
                  </a:lnTo>
                  <a:close/>
                </a:path>
                <a:path w="6723380" h="7035800">
                  <a:moveTo>
                    <a:pt x="3156931" y="4354240"/>
                  </a:moveTo>
                  <a:lnTo>
                    <a:pt x="3163103" y="4364931"/>
                  </a:lnTo>
                  <a:lnTo>
                    <a:pt x="3152418" y="4371097"/>
                  </a:lnTo>
                  <a:lnTo>
                    <a:pt x="3146246" y="4360411"/>
                  </a:lnTo>
                  <a:lnTo>
                    <a:pt x="3156931" y="4354240"/>
                  </a:lnTo>
                  <a:close/>
                </a:path>
                <a:path w="6723380" h="7035800">
                  <a:moveTo>
                    <a:pt x="3231526" y="4485204"/>
                  </a:moveTo>
                  <a:lnTo>
                    <a:pt x="3236815" y="4494367"/>
                  </a:lnTo>
                  <a:lnTo>
                    <a:pt x="3227658" y="4499657"/>
                  </a:lnTo>
                  <a:lnTo>
                    <a:pt x="3222369" y="4490494"/>
                  </a:lnTo>
                  <a:lnTo>
                    <a:pt x="3231526" y="4485204"/>
                  </a:lnTo>
                  <a:close/>
                </a:path>
                <a:path w="6723380" h="7035800">
                  <a:moveTo>
                    <a:pt x="3306229" y="4615772"/>
                  </a:moveTo>
                  <a:lnTo>
                    <a:pt x="3310931" y="4623910"/>
                  </a:lnTo>
                  <a:lnTo>
                    <a:pt x="3302787" y="4628608"/>
                  </a:lnTo>
                  <a:lnTo>
                    <a:pt x="3298090" y="4620469"/>
                  </a:lnTo>
                  <a:lnTo>
                    <a:pt x="3306229" y="4615772"/>
                  </a:lnTo>
                  <a:close/>
                </a:path>
                <a:path w="6723380" h="7035800">
                  <a:moveTo>
                    <a:pt x="3380930" y="4746334"/>
                  </a:moveTo>
                  <a:lnTo>
                    <a:pt x="3385046" y="4753459"/>
                  </a:lnTo>
                  <a:lnTo>
                    <a:pt x="3377921" y="4757570"/>
                  </a:lnTo>
                  <a:lnTo>
                    <a:pt x="3373804" y="4750445"/>
                  </a:lnTo>
                  <a:lnTo>
                    <a:pt x="3380930" y="4746334"/>
                  </a:lnTo>
                  <a:close/>
                </a:path>
                <a:path w="6723380" h="7035800">
                  <a:moveTo>
                    <a:pt x="3455525" y="4877293"/>
                  </a:moveTo>
                  <a:lnTo>
                    <a:pt x="3458759" y="4882896"/>
                  </a:lnTo>
                  <a:lnTo>
                    <a:pt x="3453161" y="4886124"/>
                  </a:lnTo>
                  <a:lnTo>
                    <a:pt x="3449927" y="4880527"/>
                  </a:lnTo>
                  <a:lnTo>
                    <a:pt x="3455525" y="4877293"/>
                  </a:lnTo>
                  <a:close/>
                </a:path>
                <a:path w="6723380" h="7035800">
                  <a:moveTo>
                    <a:pt x="3530227" y="5007855"/>
                  </a:moveTo>
                  <a:lnTo>
                    <a:pt x="3532874" y="5012440"/>
                  </a:lnTo>
                  <a:lnTo>
                    <a:pt x="3528289" y="5015081"/>
                  </a:lnTo>
                  <a:lnTo>
                    <a:pt x="3525648" y="5010503"/>
                  </a:lnTo>
                  <a:lnTo>
                    <a:pt x="3530227" y="5007855"/>
                  </a:lnTo>
                  <a:close/>
                </a:path>
                <a:path w="6723380" h="7035800">
                  <a:moveTo>
                    <a:pt x="3604928" y="5138417"/>
                  </a:moveTo>
                  <a:lnTo>
                    <a:pt x="3606990" y="5141983"/>
                  </a:lnTo>
                  <a:lnTo>
                    <a:pt x="3603424" y="5144044"/>
                  </a:lnTo>
                  <a:lnTo>
                    <a:pt x="3601363" y="5140478"/>
                  </a:lnTo>
                  <a:lnTo>
                    <a:pt x="3604928" y="5138417"/>
                  </a:lnTo>
                  <a:close/>
                </a:path>
                <a:path w="6723380" h="7035800">
                  <a:moveTo>
                    <a:pt x="3679636" y="5268979"/>
                  </a:moveTo>
                  <a:lnTo>
                    <a:pt x="3681105" y="5271526"/>
                  </a:lnTo>
                  <a:lnTo>
                    <a:pt x="3678558" y="5272995"/>
                  </a:lnTo>
                  <a:lnTo>
                    <a:pt x="3677089" y="5270448"/>
                  </a:lnTo>
                  <a:lnTo>
                    <a:pt x="3679636" y="5268979"/>
                  </a:lnTo>
                  <a:close/>
                </a:path>
                <a:path w="6723380" h="7035800">
                  <a:moveTo>
                    <a:pt x="3754332" y="5399547"/>
                  </a:moveTo>
                  <a:lnTo>
                    <a:pt x="3755214" y="5401075"/>
                  </a:lnTo>
                  <a:lnTo>
                    <a:pt x="3753692" y="5401958"/>
                  </a:lnTo>
                  <a:lnTo>
                    <a:pt x="3752809" y="5400424"/>
                  </a:lnTo>
                  <a:lnTo>
                    <a:pt x="3754332" y="5399547"/>
                  </a:lnTo>
                  <a:close/>
                </a:path>
                <a:path w="6723380" h="7035800">
                  <a:moveTo>
                    <a:pt x="2952690" y="4297792"/>
                  </a:moveTo>
                  <a:lnTo>
                    <a:pt x="2960034" y="4310515"/>
                  </a:lnTo>
                  <a:lnTo>
                    <a:pt x="2947311" y="4317860"/>
                  </a:lnTo>
                  <a:lnTo>
                    <a:pt x="2939967" y="4305137"/>
                  </a:lnTo>
                  <a:lnTo>
                    <a:pt x="2952690" y="4297792"/>
                  </a:lnTo>
                  <a:close/>
                </a:path>
                <a:path w="6723380" h="7035800">
                  <a:moveTo>
                    <a:pt x="3027285" y="4428757"/>
                  </a:moveTo>
                  <a:lnTo>
                    <a:pt x="3033747" y="4439952"/>
                  </a:lnTo>
                  <a:lnTo>
                    <a:pt x="3022552" y="4446414"/>
                  </a:lnTo>
                  <a:lnTo>
                    <a:pt x="3016090" y="4435219"/>
                  </a:lnTo>
                  <a:lnTo>
                    <a:pt x="3027285" y="4428757"/>
                  </a:lnTo>
                  <a:close/>
                </a:path>
                <a:path w="6723380" h="7035800">
                  <a:moveTo>
                    <a:pt x="3101773" y="4560118"/>
                  </a:moveTo>
                  <a:lnTo>
                    <a:pt x="3107062" y="4569282"/>
                  </a:lnTo>
                  <a:lnTo>
                    <a:pt x="3097899" y="4574571"/>
                  </a:lnTo>
                  <a:lnTo>
                    <a:pt x="3092610" y="4565408"/>
                  </a:lnTo>
                  <a:lnTo>
                    <a:pt x="3101773" y="4560118"/>
                  </a:lnTo>
                  <a:close/>
                </a:path>
                <a:path w="6723380" h="7035800">
                  <a:moveTo>
                    <a:pt x="3176475" y="4690686"/>
                  </a:moveTo>
                  <a:lnTo>
                    <a:pt x="3181178" y="4698825"/>
                  </a:lnTo>
                  <a:lnTo>
                    <a:pt x="3173028" y="4703528"/>
                  </a:lnTo>
                  <a:lnTo>
                    <a:pt x="3168331" y="4695389"/>
                  </a:lnTo>
                  <a:lnTo>
                    <a:pt x="3176475" y="4690686"/>
                  </a:lnTo>
                  <a:close/>
                </a:path>
                <a:path w="6723380" h="7035800">
                  <a:moveTo>
                    <a:pt x="3251170" y="4821248"/>
                  </a:moveTo>
                  <a:lnTo>
                    <a:pt x="3255287" y="4828374"/>
                  </a:lnTo>
                  <a:lnTo>
                    <a:pt x="3248162" y="4832490"/>
                  </a:lnTo>
                  <a:lnTo>
                    <a:pt x="3244051" y="4825365"/>
                  </a:lnTo>
                  <a:lnTo>
                    <a:pt x="3251170" y="4821248"/>
                  </a:lnTo>
                  <a:close/>
                </a:path>
                <a:path w="6723380" h="7035800">
                  <a:moveTo>
                    <a:pt x="3325878" y="4951810"/>
                  </a:moveTo>
                  <a:lnTo>
                    <a:pt x="3329402" y="4957917"/>
                  </a:lnTo>
                  <a:lnTo>
                    <a:pt x="3323296" y="4961441"/>
                  </a:lnTo>
                  <a:lnTo>
                    <a:pt x="3319772" y="4955335"/>
                  </a:lnTo>
                  <a:lnTo>
                    <a:pt x="3325878" y="4951810"/>
                  </a:lnTo>
                  <a:close/>
                </a:path>
                <a:path w="6723380" h="7035800">
                  <a:moveTo>
                    <a:pt x="3400467" y="5082775"/>
                  </a:moveTo>
                  <a:lnTo>
                    <a:pt x="3403115" y="5087354"/>
                  </a:lnTo>
                  <a:lnTo>
                    <a:pt x="3398530" y="5090001"/>
                  </a:lnTo>
                  <a:lnTo>
                    <a:pt x="3395888" y="5085417"/>
                  </a:lnTo>
                  <a:lnTo>
                    <a:pt x="3400467" y="5082775"/>
                  </a:lnTo>
                  <a:close/>
                </a:path>
                <a:path w="6723380" h="7035800">
                  <a:moveTo>
                    <a:pt x="3475169" y="5213337"/>
                  </a:moveTo>
                  <a:lnTo>
                    <a:pt x="3477230" y="5216903"/>
                  </a:lnTo>
                  <a:lnTo>
                    <a:pt x="3473671" y="5218958"/>
                  </a:lnTo>
                  <a:lnTo>
                    <a:pt x="3471609" y="5215393"/>
                  </a:lnTo>
                  <a:lnTo>
                    <a:pt x="3475169" y="5213337"/>
                  </a:lnTo>
                  <a:close/>
                </a:path>
                <a:path w="6723380" h="7035800">
                  <a:moveTo>
                    <a:pt x="3549876" y="5343899"/>
                  </a:moveTo>
                  <a:lnTo>
                    <a:pt x="3551345" y="5346440"/>
                  </a:lnTo>
                  <a:lnTo>
                    <a:pt x="3548799" y="5347909"/>
                  </a:lnTo>
                  <a:lnTo>
                    <a:pt x="3547329" y="5345368"/>
                  </a:lnTo>
                  <a:lnTo>
                    <a:pt x="3549876" y="5343899"/>
                  </a:lnTo>
                  <a:close/>
                </a:path>
                <a:path w="6723380" h="7035800">
                  <a:moveTo>
                    <a:pt x="3624578" y="5474461"/>
                  </a:moveTo>
                  <a:lnTo>
                    <a:pt x="3625461" y="5475990"/>
                  </a:lnTo>
                  <a:lnTo>
                    <a:pt x="3623932" y="5476872"/>
                  </a:lnTo>
                  <a:lnTo>
                    <a:pt x="3623050" y="5475344"/>
                  </a:lnTo>
                  <a:lnTo>
                    <a:pt x="3624578" y="5474461"/>
                  </a:lnTo>
                  <a:close/>
                </a:path>
                <a:path w="6723380" h="7035800">
                  <a:moveTo>
                    <a:pt x="2897524" y="4503676"/>
                  </a:moveTo>
                  <a:lnTo>
                    <a:pt x="2903986" y="4514865"/>
                  </a:lnTo>
                  <a:lnTo>
                    <a:pt x="2892791" y="4521327"/>
                  </a:lnTo>
                  <a:lnTo>
                    <a:pt x="2886329" y="4510139"/>
                  </a:lnTo>
                  <a:lnTo>
                    <a:pt x="2897524" y="4503676"/>
                  </a:lnTo>
                  <a:close/>
                </a:path>
                <a:path w="6723380" h="7035800">
                  <a:moveTo>
                    <a:pt x="2972119" y="4634635"/>
                  </a:moveTo>
                  <a:lnTo>
                    <a:pt x="2977704" y="4644302"/>
                  </a:lnTo>
                  <a:lnTo>
                    <a:pt x="2968032" y="4649887"/>
                  </a:lnTo>
                  <a:lnTo>
                    <a:pt x="2962452" y="4640215"/>
                  </a:lnTo>
                  <a:lnTo>
                    <a:pt x="2972119" y="4634635"/>
                  </a:lnTo>
                  <a:close/>
                </a:path>
                <a:path w="6723380" h="7035800">
                  <a:moveTo>
                    <a:pt x="3046821" y="4765197"/>
                  </a:moveTo>
                  <a:lnTo>
                    <a:pt x="3051814" y="4773851"/>
                  </a:lnTo>
                  <a:lnTo>
                    <a:pt x="3043166" y="4778844"/>
                  </a:lnTo>
                  <a:lnTo>
                    <a:pt x="3038173" y="4770191"/>
                  </a:lnTo>
                  <a:lnTo>
                    <a:pt x="3046821" y="4765197"/>
                  </a:lnTo>
                  <a:close/>
                </a:path>
                <a:path w="6723380" h="7035800">
                  <a:moveTo>
                    <a:pt x="3121522" y="4895759"/>
                  </a:moveTo>
                  <a:lnTo>
                    <a:pt x="3125929" y="4903394"/>
                  </a:lnTo>
                  <a:lnTo>
                    <a:pt x="3118295" y="4907801"/>
                  </a:lnTo>
                  <a:lnTo>
                    <a:pt x="3113888" y="4900166"/>
                  </a:lnTo>
                  <a:lnTo>
                    <a:pt x="3121522" y="4895759"/>
                  </a:lnTo>
                  <a:close/>
                </a:path>
                <a:path w="6723380" h="7035800">
                  <a:moveTo>
                    <a:pt x="3196118" y="5026730"/>
                  </a:moveTo>
                  <a:lnTo>
                    <a:pt x="3199642" y="5032831"/>
                  </a:lnTo>
                  <a:lnTo>
                    <a:pt x="3193535" y="5036355"/>
                  </a:lnTo>
                  <a:lnTo>
                    <a:pt x="3190011" y="5030255"/>
                  </a:lnTo>
                  <a:lnTo>
                    <a:pt x="3196118" y="5026730"/>
                  </a:lnTo>
                  <a:close/>
                </a:path>
                <a:path w="6723380" h="7035800">
                  <a:moveTo>
                    <a:pt x="3270819" y="5157292"/>
                  </a:moveTo>
                  <a:lnTo>
                    <a:pt x="3273757" y="5162380"/>
                  </a:lnTo>
                  <a:lnTo>
                    <a:pt x="3268669" y="5165318"/>
                  </a:lnTo>
                  <a:lnTo>
                    <a:pt x="3265731" y="5160230"/>
                  </a:lnTo>
                  <a:lnTo>
                    <a:pt x="3270819" y="5157292"/>
                  </a:lnTo>
                  <a:close/>
                </a:path>
                <a:path w="6723380" h="7035800">
                  <a:moveTo>
                    <a:pt x="3345521" y="5287854"/>
                  </a:moveTo>
                  <a:lnTo>
                    <a:pt x="3347872" y="5291924"/>
                  </a:lnTo>
                  <a:lnTo>
                    <a:pt x="3343797" y="5294275"/>
                  </a:lnTo>
                  <a:lnTo>
                    <a:pt x="3341452" y="5290206"/>
                  </a:lnTo>
                  <a:lnTo>
                    <a:pt x="3345521" y="5287854"/>
                  </a:lnTo>
                  <a:close/>
                </a:path>
                <a:path w="6723380" h="7035800">
                  <a:moveTo>
                    <a:pt x="3420227" y="5418416"/>
                  </a:moveTo>
                  <a:lnTo>
                    <a:pt x="3421987" y="5421467"/>
                  </a:lnTo>
                  <a:lnTo>
                    <a:pt x="3418937" y="5423232"/>
                  </a:lnTo>
                  <a:lnTo>
                    <a:pt x="3417171" y="5420175"/>
                  </a:lnTo>
                  <a:lnTo>
                    <a:pt x="3420227" y="5418416"/>
                  </a:lnTo>
                  <a:close/>
                </a:path>
                <a:path w="6723380" h="7035800">
                  <a:moveTo>
                    <a:pt x="3494930" y="5548978"/>
                  </a:moveTo>
                  <a:lnTo>
                    <a:pt x="3496103" y="5551010"/>
                  </a:lnTo>
                  <a:lnTo>
                    <a:pt x="3494065" y="5552183"/>
                  </a:lnTo>
                  <a:lnTo>
                    <a:pt x="3492892" y="5550157"/>
                  </a:lnTo>
                  <a:lnTo>
                    <a:pt x="3494930" y="5548978"/>
                  </a:lnTo>
                  <a:close/>
                </a:path>
                <a:path w="6723380" h="7035800">
                  <a:moveTo>
                    <a:pt x="2917065" y="4840112"/>
                  </a:moveTo>
                  <a:lnTo>
                    <a:pt x="2922058" y="4848765"/>
                  </a:lnTo>
                  <a:lnTo>
                    <a:pt x="2913404" y="4853764"/>
                  </a:lnTo>
                  <a:lnTo>
                    <a:pt x="2908411" y="4845111"/>
                  </a:lnTo>
                  <a:lnTo>
                    <a:pt x="2917065" y="4840112"/>
                  </a:lnTo>
                  <a:close/>
                </a:path>
                <a:path w="6723380" h="7035800">
                  <a:moveTo>
                    <a:pt x="2991760" y="4970680"/>
                  </a:moveTo>
                  <a:lnTo>
                    <a:pt x="2996167" y="4978309"/>
                  </a:lnTo>
                  <a:lnTo>
                    <a:pt x="2988533" y="4982715"/>
                  </a:lnTo>
                  <a:lnTo>
                    <a:pt x="2984126" y="4975087"/>
                  </a:lnTo>
                  <a:lnTo>
                    <a:pt x="2991760" y="4970680"/>
                  </a:lnTo>
                  <a:close/>
                </a:path>
                <a:path w="6723380" h="7035800">
                  <a:moveTo>
                    <a:pt x="3066361" y="5101644"/>
                  </a:moveTo>
                  <a:lnTo>
                    <a:pt x="3069886" y="5107745"/>
                  </a:lnTo>
                  <a:lnTo>
                    <a:pt x="3063779" y="5111275"/>
                  </a:lnTo>
                  <a:lnTo>
                    <a:pt x="3060255" y="5105168"/>
                  </a:lnTo>
                  <a:lnTo>
                    <a:pt x="3066361" y="5101644"/>
                  </a:lnTo>
                  <a:close/>
                </a:path>
                <a:path w="6723380" h="7035800">
                  <a:moveTo>
                    <a:pt x="3141057" y="5232207"/>
                  </a:moveTo>
                  <a:lnTo>
                    <a:pt x="3143995" y="5237294"/>
                  </a:lnTo>
                  <a:lnTo>
                    <a:pt x="3138907" y="5240232"/>
                  </a:lnTo>
                  <a:lnTo>
                    <a:pt x="3135970" y="5235144"/>
                  </a:lnTo>
                  <a:lnTo>
                    <a:pt x="3141057" y="5232207"/>
                  </a:lnTo>
                  <a:close/>
                </a:path>
                <a:path w="6723380" h="7035800">
                  <a:moveTo>
                    <a:pt x="3215765" y="5362769"/>
                  </a:moveTo>
                  <a:lnTo>
                    <a:pt x="3218110" y="5366838"/>
                  </a:lnTo>
                  <a:lnTo>
                    <a:pt x="3214041" y="5369189"/>
                  </a:lnTo>
                  <a:lnTo>
                    <a:pt x="3211696" y="5365120"/>
                  </a:lnTo>
                  <a:lnTo>
                    <a:pt x="3215765" y="5362769"/>
                  </a:lnTo>
                  <a:close/>
                </a:path>
                <a:path w="6723380" h="7035800">
                  <a:moveTo>
                    <a:pt x="3290467" y="5493331"/>
                  </a:moveTo>
                  <a:lnTo>
                    <a:pt x="3292225" y="5496387"/>
                  </a:lnTo>
                  <a:lnTo>
                    <a:pt x="3289175" y="5498146"/>
                  </a:lnTo>
                  <a:lnTo>
                    <a:pt x="3287416" y="5495096"/>
                  </a:lnTo>
                  <a:lnTo>
                    <a:pt x="3290467" y="5493331"/>
                  </a:lnTo>
                  <a:close/>
                </a:path>
                <a:path w="6723380" h="7035800">
                  <a:moveTo>
                    <a:pt x="3365168" y="5623899"/>
                  </a:moveTo>
                  <a:lnTo>
                    <a:pt x="3366341" y="5625924"/>
                  </a:lnTo>
                  <a:lnTo>
                    <a:pt x="3364303" y="5627103"/>
                  </a:lnTo>
                  <a:lnTo>
                    <a:pt x="3363130" y="5625071"/>
                  </a:lnTo>
                  <a:lnTo>
                    <a:pt x="3365168" y="5623899"/>
                  </a:lnTo>
                  <a:close/>
                </a:path>
                <a:path w="6723380" h="7035800">
                  <a:moveTo>
                    <a:pt x="2936707" y="5176155"/>
                  </a:moveTo>
                  <a:lnTo>
                    <a:pt x="2940528" y="5182777"/>
                  </a:lnTo>
                  <a:lnTo>
                    <a:pt x="2933912" y="5186592"/>
                  </a:lnTo>
                  <a:lnTo>
                    <a:pt x="2930091" y="5179976"/>
                  </a:lnTo>
                  <a:lnTo>
                    <a:pt x="2936707" y="5176155"/>
                  </a:lnTo>
                  <a:close/>
                </a:path>
                <a:path w="6723380" h="7035800">
                  <a:moveTo>
                    <a:pt x="3011302" y="5307120"/>
                  </a:moveTo>
                  <a:lnTo>
                    <a:pt x="3014240" y="5312208"/>
                  </a:lnTo>
                  <a:lnTo>
                    <a:pt x="3009152" y="5315145"/>
                  </a:lnTo>
                  <a:lnTo>
                    <a:pt x="3006215" y="5310058"/>
                  </a:lnTo>
                  <a:lnTo>
                    <a:pt x="3011302" y="5307120"/>
                  </a:lnTo>
                  <a:close/>
                </a:path>
                <a:path w="6723380" h="7035800">
                  <a:moveTo>
                    <a:pt x="3086004" y="5437688"/>
                  </a:moveTo>
                  <a:lnTo>
                    <a:pt x="3088350" y="5441757"/>
                  </a:lnTo>
                  <a:lnTo>
                    <a:pt x="3084280" y="5444102"/>
                  </a:lnTo>
                  <a:lnTo>
                    <a:pt x="3081935" y="5440033"/>
                  </a:lnTo>
                  <a:lnTo>
                    <a:pt x="3086004" y="5437688"/>
                  </a:lnTo>
                  <a:close/>
                </a:path>
                <a:path w="6723380" h="7035800">
                  <a:moveTo>
                    <a:pt x="3160706" y="5568250"/>
                  </a:moveTo>
                  <a:lnTo>
                    <a:pt x="3162471" y="5571300"/>
                  </a:lnTo>
                  <a:lnTo>
                    <a:pt x="3159415" y="5573065"/>
                  </a:lnTo>
                  <a:lnTo>
                    <a:pt x="3157656" y="5570009"/>
                  </a:lnTo>
                  <a:lnTo>
                    <a:pt x="3160706" y="5568250"/>
                  </a:lnTo>
                  <a:close/>
                </a:path>
                <a:path w="6723380" h="7035800">
                  <a:moveTo>
                    <a:pt x="3235408" y="5698812"/>
                  </a:moveTo>
                  <a:lnTo>
                    <a:pt x="3236581" y="5700844"/>
                  </a:lnTo>
                  <a:lnTo>
                    <a:pt x="3234543" y="5702016"/>
                  </a:lnTo>
                  <a:lnTo>
                    <a:pt x="3233370" y="5699991"/>
                  </a:lnTo>
                  <a:lnTo>
                    <a:pt x="3235408" y="5698812"/>
                  </a:lnTo>
                  <a:close/>
                </a:path>
                <a:path w="6723380" h="7035800">
                  <a:moveTo>
                    <a:pt x="3309090" y="5829967"/>
                  </a:moveTo>
                  <a:lnTo>
                    <a:pt x="3310456" y="5829967"/>
                  </a:lnTo>
                  <a:lnTo>
                    <a:pt x="3310702" y="5830393"/>
                  </a:lnTo>
                  <a:lnTo>
                    <a:pt x="3309337" y="5830393"/>
                  </a:lnTo>
                  <a:lnTo>
                    <a:pt x="3309090" y="5829967"/>
                  </a:lnTo>
                  <a:close/>
                </a:path>
                <a:path w="6723380" h="7035800">
                  <a:moveTo>
                    <a:pt x="2956249" y="5512602"/>
                  </a:moveTo>
                  <a:lnTo>
                    <a:pt x="2958594" y="5516672"/>
                  </a:lnTo>
                  <a:lnTo>
                    <a:pt x="2954525" y="5519023"/>
                  </a:lnTo>
                  <a:lnTo>
                    <a:pt x="2952174" y="5514954"/>
                  </a:lnTo>
                  <a:lnTo>
                    <a:pt x="2956249" y="5512602"/>
                  </a:lnTo>
                  <a:close/>
                </a:path>
                <a:path w="6723380" h="7035800">
                  <a:moveTo>
                    <a:pt x="3030945" y="5643165"/>
                  </a:moveTo>
                  <a:lnTo>
                    <a:pt x="3032710" y="5646221"/>
                  </a:lnTo>
                  <a:lnTo>
                    <a:pt x="3029654" y="5647980"/>
                  </a:lnTo>
                  <a:lnTo>
                    <a:pt x="3027895" y="5644930"/>
                  </a:lnTo>
                  <a:lnTo>
                    <a:pt x="3030945" y="5643165"/>
                  </a:lnTo>
                  <a:close/>
                </a:path>
                <a:path w="6723380" h="7035800">
                  <a:moveTo>
                    <a:pt x="3105646" y="5773732"/>
                  </a:moveTo>
                  <a:lnTo>
                    <a:pt x="3106819" y="5775758"/>
                  </a:lnTo>
                  <a:lnTo>
                    <a:pt x="3104788" y="5776937"/>
                  </a:lnTo>
                  <a:lnTo>
                    <a:pt x="3103615" y="5774905"/>
                  </a:lnTo>
                  <a:lnTo>
                    <a:pt x="3105646" y="5773732"/>
                  </a:lnTo>
                  <a:close/>
                </a:path>
                <a:path w="6723380" h="7035800">
                  <a:moveTo>
                    <a:pt x="3179335" y="5904881"/>
                  </a:moveTo>
                  <a:lnTo>
                    <a:pt x="3180693" y="5904881"/>
                  </a:lnTo>
                  <a:lnTo>
                    <a:pt x="3180940" y="5905307"/>
                  </a:lnTo>
                  <a:lnTo>
                    <a:pt x="3179582" y="5905307"/>
                  </a:lnTo>
                  <a:lnTo>
                    <a:pt x="3179335" y="5904881"/>
                  </a:lnTo>
                  <a:close/>
                </a:path>
                <a:path w="6723380" h="7035800">
                  <a:moveTo>
                    <a:pt x="2826488" y="5587516"/>
                  </a:moveTo>
                  <a:lnTo>
                    <a:pt x="2828834" y="5591585"/>
                  </a:lnTo>
                  <a:lnTo>
                    <a:pt x="2824764" y="5593937"/>
                  </a:lnTo>
                  <a:lnTo>
                    <a:pt x="2822413" y="5589868"/>
                  </a:lnTo>
                  <a:lnTo>
                    <a:pt x="2826488" y="5587516"/>
                  </a:lnTo>
                  <a:close/>
                </a:path>
                <a:path w="6723380" h="7035800">
                  <a:moveTo>
                    <a:pt x="2901190" y="5718078"/>
                  </a:moveTo>
                  <a:lnTo>
                    <a:pt x="2902955" y="5721135"/>
                  </a:lnTo>
                  <a:lnTo>
                    <a:pt x="2899899" y="5722900"/>
                  </a:lnTo>
                  <a:lnTo>
                    <a:pt x="2898133" y="5719843"/>
                  </a:lnTo>
                  <a:lnTo>
                    <a:pt x="2901190" y="5718078"/>
                  </a:lnTo>
                  <a:close/>
                </a:path>
                <a:path w="6723380" h="7035800">
                  <a:moveTo>
                    <a:pt x="2975891" y="5848646"/>
                  </a:moveTo>
                  <a:lnTo>
                    <a:pt x="2977064" y="5850678"/>
                  </a:lnTo>
                  <a:lnTo>
                    <a:pt x="2975033" y="5851851"/>
                  </a:lnTo>
                  <a:lnTo>
                    <a:pt x="2973860" y="5849819"/>
                  </a:lnTo>
                  <a:lnTo>
                    <a:pt x="2975891" y="5848646"/>
                  </a:lnTo>
                  <a:close/>
                </a:path>
                <a:path w="6723380" h="7035800">
                  <a:moveTo>
                    <a:pt x="3049574" y="5979795"/>
                  </a:moveTo>
                  <a:lnTo>
                    <a:pt x="3050931" y="5979795"/>
                  </a:lnTo>
                  <a:lnTo>
                    <a:pt x="3051180" y="5980227"/>
                  </a:lnTo>
                  <a:lnTo>
                    <a:pt x="3049823" y="5980227"/>
                  </a:lnTo>
                  <a:lnTo>
                    <a:pt x="3049574" y="5979795"/>
                  </a:lnTo>
                  <a:close/>
                </a:path>
                <a:path w="6723380" h="7035800">
                  <a:moveTo>
                    <a:pt x="2696727" y="5662437"/>
                  </a:moveTo>
                  <a:lnTo>
                    <a:pt x="2699079" y="5666506"/>
                  </a:lnTo>
                  <a:lnTo>
                    <a:pt x="2695004" y="5668858"/>
                  </a:lnTo>
                  <a:lnTo>
                    <a:pt x="2692652" y="5664789"/>
                  </a:lnTo>
                  <a:lnTo>
                    <a:pt x="2696727" y="5662437"/>
                  </a:lnTo>
                  <a:close/>
                </a:path>
                <a:path w="6723380" h="7035800">
                  <a:moveTo>
                    <a:pt x="2771429" y="5792999"/>
                  </a:moveTo>
                  <a:lnTo>
                    <a:pt x="2773194" y="5796050"/>
                  </a:lnTo>
                  <a:lnTo>
                    <a:pt x="2770144" y="5797815"/>
                  </a:lnTo>
                  <a:lnTo>
                    <a:pt x="2768378" y="5794758"/>
                  </a:lnTo>
                  <a:lnTo>
                    <a:pt x="2771429" y="5792999"/>
                  </a:lnTo>
                  <a:close/>
                </a:path>
                <a:path w="6723380" h="7035800">
                  <a:moveTo>
                    <a:pt x="2846137" y="5923561"/>
                  </a:moveTo>
                  <a:lnTo>
                    <a:pt x="2847310" y="5925593"/>
                  </a:lnTo>
                  <a:lnTo>
                    <a:pt x="2845272" y="5926766"/>
                  </a:lnTo>
                  <a:lnTo>
                    <a:pt x="2844099" y="5924740"/>
                  </a:lnTo>
                  <a:lnTo>
                    <a:pt x="2846137" y="5923561"/>
                  </a:lnTo>
                  <a:close/>
                </a:path>
                <a:path w="6723380" h="7035800">
                  <a:moveTo>
                    <a:pt x="2919820" y="6054716"/>
                  </a:moveTo>
                  <a:lnTo>
                    <a:pt x="2921172" y="6054716"/>
                  </a:lnTo>
                  <a:lnTo>
                    <a:pt x="2921419" y="6055142"/>
                  </a:lnTo>
                  <a:lnTo>
                    <a:pt x="2920066" y="6055142"/>
                  </a:lnTo>
                  <a:lnTo>
                    <a:pt x="2919820" y="6054716"/>
                  </a:lnTo>
                  <a:close/>
                </a:path>
                <a:path w="6723380" h="7035800">
                  <a:moveTo>
                    <a:pt x="2492271" y="5606790"/>
                  </a:moveTo>
                  <a:lnTo>
                    <a:pt x="2495209" y="5611878"/>
                  </a:lnTo>
                  <a:lnTo>
                    <a:pt x="2490121" y="5614816"/>
                  </a:lnTo>
                  <a:lnTo>
                    <a:pt x="2487183" y="5609728"/>
                  </a:lnTo>
                  <a:lnTo>
                    <a:pt x="2492271" y="5606790"/>
                  </a:lnTo>
                  <a:close/>
                </a:path>
                <a:path w="6723380" h="7035800">
                  <a:moveTo>
                    <a:pt x="2566967" y="5737352"/>
                  </a:moveTo>
                  <a:lnTo>
                    <a:pt x="2569318" y="5741421"/>
                  </a:lnTo>
                  <a:lnTo>
                    <a:pt x="2565249" y="5743773"/>
                  </a:lnTo>
                  <a:lnTo>
                    <a:pt x="2562897" y="5739704"/>
                  </a:lnTo>
                  <a:lnTo>
                    <a:pt x="2566967" y="5737352"/>
                  </a:lnTo>
                  <a:close/>
                </a:path>
                <a:path w="6723380" h="7035800">
                  <a:moveTo>
                    <a:pt x="2641674" y="5867914"/>
                  </a:moveTo>
                  <a:lnTo>
                    <a:pt x="2643433" y="5870970"/>
                  </a:lnTo>
                  <a:lnTo>
                    <a:pt x="2640383" y="5872730"/>
                  </a:lnTo>
                  <a:lnTo>
                    <a:pt x="2638617" y="5869679"/>
                  </a:lnTo>
                  <a:lnTo>
                    <a:pt x="2641674" y="5867914"/>
                  </a:lnTo>
                  <a:close/>
                </a:path>
                <a:path w="6723380" h="7035800">
                  <a:moveTo>
                    <a:pt x="2716376" y="5998482"/>
                  </a:moveTo>
                  <a:lnTo>
                    <a:pt x="2717549" y="6000508"/>
                  </a:lnTo>
                  <a:lnTo>
                    <a:pt x="2715511" y="6001686"/>
                  </a:lnTo>
                  <a:lnTo>
                    <a:pt x="2714338" y="5999655"/>
                  </a:lnTo>
                  <a:lnTo>
                    <a:pt x="2716376" y="5998482"/>
                  </a:lnTo>
                  <a:close/>
                </a:path>
                <a:path w="6723380" h="7035800">
                  <a:moveTo>
                    <a:pt x="2790059" y="6129630"/>
                  </a:moveTo>
                  <a:lnTo>
                    <a:pt x="2791417" y="6129630"/>
                  </a:lnTo>
                  <a:lnTo>
                    <a:pt x="2791664" y="6130057"/>
                  </a:lnTo>
                  <a:lnTo>
                    <a:pt x="2790304" y="6130057"/>
                  </a:lnTo>
                  <a:lnTo>
                    <a:pt x="2790059" y="6129630"/>
                  </a:lnTo>
                  <a:close/>
                </a:path>
                <a:path w="6723380" h="7035800">
                  <a:moveTo>
                    <a:pt x="2362510" y="5681704"/>
                  </a:moveTo>
                  <a:lnTo>
                    <a:pt x="2365447" y="5686792"/>
                  </a:lnTo>
                  <a:lnTo>
                    <a:pt x="2360360" y="5689730"/>
                  </a:lnTo>
                  <a:lnTo>
                    <a:pt x="2357422" y="5684642"/>
                  </a:lnTo>
                  <a:lnTo>
                    <a:pt x="2362510" y="5681704"/>
                  </a:lnTo>
                  <a:close/>
                </a:path>
                <a:path w="6723380" h="7035800">
                  <a:moveTo>
                    <a:pt x="2437211" y="5812266"/>
                  </a:moveTo>
                  <a:lnTo>
                    <a:pt x="2439563" y="5816335"/>
                  </a:lnTo>
                  <a:lnTo>
                    <a:pt x="2435488" y="5818687"/>
                  </a:lnTo>
                  <a:lnTo>
                    <a:pt x="2433142" y="5814618"/>
                  </a:lnTo>
                  <a:lnTo>
                    <a:pt x="2437211" y="5812266"/>
                  </a:lnTo>
                  <a:close/>
                </a:path>
                <a:path w="6723380" h="7035800">
                  <a:moveTo>
                    <a:pt x="2511912" y="5942834"/>
                  </a:moveTo>
                  <a:lnTo>
                    <a:pt x="2513672" y="5945884"/>
                  </a:lnTo>
                  <a:lnTo>
                    <a:pt x="2510621" y="5947649"/>
                  </a:lnTo>
                  <a:lnTo>
                    <a:pt x="2508856" y="5944593"/>
                  </a:lnTo>
                  <a:lnTo>
                    <a:pt x="2511912" y="5942834"/>
                  </a:lnTo>
                  <a:close/>
                </a:path>
                <a:path w="6723380" h="7035800">
                  <a:moveTo>
                    <a:pt x="2586615" y="6073396"/>
                  </a:moveTo>
                  <a:lnTo>
                    <a:pt x="2587788" y="6075428"/>
                  </a:lnTo>
                  <a:lnTo>
                    <a:pt x="2585750" y="6076601"/>
                  </a:lnTo>
                  <a:lnTo>
                    <a:pt x="2584577" y="6074575"/>
                  </a:lnTo>
                  <a:lnTo>
                    <a:pt x="2586615" y="6073396"/>
                  </a:lnTo>
                  <a:close/>
                </a:path>
                <a:path w="6723380" h="7035800">
                  <a:moveTo>
                    <a:pt x="2660303" y="6204545"/>
                  </a:moveTo>
                  <a:lnTo>
                    <a:pt x="2661654" y="6204545"/>
                  </a:lnTo>
                  <a:lnTo>
                    <a:pt x="2661903" y="6204977"/>
                  </a:lnTo>
                  <a:lnTo>
                    <a:pt x="2660552" y="6204977"/>
                  </a:lnTo>
                  <a:lnTo>
                    <a:pt x="2660303" y="6204545"/>
                  </a:lnTo>
                  <a:close/>
                </a:path>
                <a:path w="6723380" h="7035800">
                  <a:moveTo>
                    <a:pt x="2158153" y="5625654"/>
                  </a:moveTo>
                  <a:lnTo>
                    <a:pt x="2161974" y="5632276"/>
                  </a:lnTo>
                  <a:lnTo>
                    <a:pt x="2155358" y="5636097"/>
                  </a:lnTo>
                  <a:lnTo>
                    <a:pt x="2151537" y="5629475"/>
                  </a:lnTo>
                  <a:lnTo>
                    <a:pt x="2158153" y="5625654"/>
                  </a:lnTo>
                  <a:close/>
                </a:path>
                <a:path w="6723380" h="7035800">
                  <a:moveTo>
                    <a:pt x="2232748" y="5756625"/>
                  </a:moveTo>
                  <a:lnTo>
                    <a:pt x="2235686" y="5761713"/>
                  </a:lnTo>
                  <a:lnTo>
                    <a:pt x="2230598" y="5764651"/>
                  </a:lnTo>
                  <a:lnTo>
                    <a:pt x="2227661" y="5759563"/>
                  </a:lnTo>
                  <a:lnTo>
                    <a:pt x="2232748" y="5756625"/>
                  </a:lnTo>
                  <a:close/>
                </a:path>
                <a:path w="6723380" h="7035800">
                  <a:moveTo>
                    <a:pt x="2307450" y="5887187"/>
                  </a:moveTo>
                  <a:lnTo>
                    <a:pt x="2309801" y="5891256"/>
                  </a:lnTo>
                  <a:lnTo>
                    <a:pt x="2305726" y="5893608"/>
                  </a:lnTo>
                  <a:lnTo>
                    <a:pt x="2303381" y="5889539"/>
                  </a:lnTo>
                  <a:lnTo>
                    <a:pt x="2307450" y="5887187"/>
                  </a:lnTo>
                  <a:close/>
                </a:path>
                <a:path w="6723380" h="7035800">
                  <a:moveTo>
                    <a:pt x="2382157" y="6017749"/>
                  </a:moveTo>
                  <a:lnTo>
                    <a:pt x="2383916" y="6020799"/>
                  </a:lnTo>
                  <a:lnTo>
                    <a:pt x="2380860" y="6022565"/>
                  </a:lnTo>
                  <a:lnTo>
                    <a:pt x="2379101" y="6019514"/>
                  </a:lnTo>
                  <a:lnTo>
                    <a:pt x="2382157" y="6017749"/>
                  </a:lnTo>
                  <a:close/>
                </a:path>
                <a:path w="6723380" h="7035800">
                  <a:moveTo>
                    <a:pt x="2456853" y="6148317"/>
                  </a:moveTo>
                  <a:lnTo>
                    <a:pt x="2458026" y="6150343"/>
                  </a:lnTo>
                  <a:lnTo>
                    <a:pt x="2455995" y="6151515"/>
                  </a:lnTo>
                  <a:lnTo>
                    <a:pt x="2454822" y="6149490"/>
                  </a:lnTo>
                  <a:lnTo>
                    <a:pt x="2456853" y="6148317"/>
                  </a:lnTo>
                  <a:close/>
                </a:path>
                <a:path w="6723380" h="7035800">
                  <a:moveTo>
                    <a:pt x="2530542" y="6279466"/>
                  </a:moveTo>
                  <a:lnTo>
                    <a:pt x="2531895" y="6279466"/>
                  </a:lnTo>
                  <a:lnTo>
                    <a:pt x="2532142" y="6279892"/>
                  </a:lnTo>
                  <a:lnTo>
                    <a:pt x="2530789" y="6279892"/>
                  </a:lnTo>
                  <a:lnTo>
                    <a:pt x="2530542" y="6279466"/>
                  </a:lnTo>
                  <a:close/>
                </a:path>
                <a:path w="6723380" h="7035800">
                  <a:moveTo>
                    <a:pt x="1953691" y="5570013"/>
                  </a:moveTo>
                  <a:lnTo>
                    <a:pt x="1958098" y="5577641"/>
                  </a:lnTo>
                  <a:lnTo>
                    <a:pt x="1950464" y="5582048"/>
                  </a:lnTo>
                  <a:lnTo>
                    <a:pt x="1946057" y="5574419"/>
                  </a:lnTo>
                  <a:lnTo>
                    <a:pt x="1953691" y="5570013"/>
                  </a:lnTo>
                  <a:close/>
                </a:path>
                <a:path w="6723380" h="7035800">
                  <a:moveTo>
                    <a:pt x="2028393" y="5700575"/>
                  </a:moveTo>
                  <a:lnTo>
                    <a:pt x="2032213" y="5707191"/>
                  </a:lnTo>
                  <a:lnTo>
                    <a:pt x="2025597" y="5711011"/>
                  </a:lnTo>
                  <a:lnTo>
                    <a:pt x="2021777" y="5704395"/>
                  </a:lnTo>
                  <a:lnTo>
                    <a:pt x="2028393" y="5700575"/>
                  </a:lnTo>
                  <a:close/>
                </a:path>
                <a:path w="6723380" h="7035800">
                  <a:moveTo>
                    <a:pt x="2102988" y="5831539"/>
                  </a:moveTo>
                  <a:lnTo>
                    <a:pt x="2105926" y="5836627"/>
                  </a:lnTo>
                  <a:lnTo>
                    <a:pt x="2100838" y="5839565"/>
                  </a:lnTo>
                  <a:lnTo>
                    <a:pt x="2097900" y="5834477"/>
                  </a:lnTo>
                  <a:lnTo>
                    <a:pt x="2102988" y="5831539"/>
                  </a:lnTo>
                  <a:close/>
                </a:path>
                <a:path w="6723380" h="7035800">
                  <a:moveTo>
                    <a:pt x="2177696" y="5962101"/>
                  </a:moveTo>
                  <a:lnTo>
                    <a:pt x="2180041" y="5966171"/>
                  </a:lnTo>
                  <a:lnTo>
                    <a:pt x="2175966" y="5968522"/>
                  </a:lnTo>
                  <a:lnTo>
                    <a:pt x="2173621" y="5964453"/>
                  </a:lnTo>
                  <a:lnTo>
                    <a:pt x="2177696" y="5962101"/>
                  </a:lnTo>
                  <a:close/>
                </a:path>
                <a:path w="6723380" h="7035800">
                  <a:moveTo>
                    <a:pt x="2252397" y="6092664"/>
                  </a:moveTo>
                  <a:lnTo>
                    <a:pt x="2254156" y="6095720"/>
                  </a:lnTo>
                  <a:lnTo>
                    <a:pt x="2251106" y="6097479"/>
                  </a:lnTo>
                  <a:lnTo>
                    <a:pt x="2249347" y="6094429"/>
                  </a:lnTo>
                  <a:lnTo>
                    <a:pt x="2252397" y="6092664"/>
                  </a:lnTo>
                  <a:close/>
                </a:path>
                <a:path w="6723380" h="7035800">
                  <a:moveTo>
                    <a:pt x="2327099" y="6223231"/>
                  </a:moveTo>
                  <a:lnTo>
                    <a:pt x="2328272" y="6225257"/>
                  </a:lnTo>
                  <a:lnTo>
                    <a:pt x="2326234" y="6226436"/>
                  </a:lnTo>
                  <a:lnTo>
                    <a:pt x="2325061" y="6224404"/>
                  </a:lnTo>
                  <a:lnTo>
                    <a:pt x="2327099" y="6223231"/>
                  </a:lnTo>
                  <a:close/>
                </a:path>
                <a:path w="6723380" h="7035800">
                  <a:moveTo>
                    <a:pt x="2400782" y="6354380"/>
                  </a:moveTo>
                  <a:lnTo>
                    <a:pt x="2402133" y="6354380"/>
                  </a:lnTo>
                  <a:lnTo>
                    <a:pt x="2402381" y="6354812"/>
                  </a:lnTo>
                  <a:lnTo>
                    <a:pt x="2401031" y="6354812"/>
                  </a:lnTo>
                  <a:lnTo>
                    <a:pt x="2400782" y="6354380"/>
                  </a:lnTo>
                  <a:close/>
                </a:path>
                <a:path w="6723380" h="7035800">
                  <a:moveTo>
                    <a:pt x="1823931" y="5644927"/>
                  </a:moveTo>
                  <a:lnTo>
                    <a:pt x="1828338" y="5652562"/>
                  </a:lnTo>
                  <a:lnTo>
                    <a:pt x="1820709" y="5656969"/>
                  </a:lnTo>
                  <a:lnTo>
                    <a:pt x="1816302" y="5649334"/>
                  </a:lnTo>
                  <a:lnTo>
                    <a:pt x="1823931" y="5644927"/>
                  </a:lnTo>
                  <a:close/>
                </a:path>
                <a:path w="6723380" h="7035800">
                  <a:moveTo>
                    <a:pt x="1898638" y="5775489"/>
                  </a:moveTo>
                  <a:lnTo>
                    <a:pt x="1902459" y="5782112"/>
                  </a:lnTo>
                  <a:lnTo>
                    <a:pt x="1895843" y="5785926"/>
                  </a:lnTo>
                  <a:lnTo>
                    <a:pt x="1892022" y="5779310"/>
                  </a:lnTo>
                  <a:lnTo>
                    <a:pt x="1898638" y="5775489"/>
                  </a:lnTo>
                  <a:close/>
                </a:path>
                <a:path w="6723380" h="7035800">
                  <a:moveTo>
                    <a:pt x="1973227" y="5906460"/>
                  </a:moveTo>
                  <a:lnTo>
                    <a:pt x="1976165" y="5911548"/>
                  </a:lnTo>
                  <a:lnTo>
                    <a:pt x="1971077" y="5914486"/>
                  </a:lnTo>
                  <a:lnTo>
                    <a:pt x="1968139" y="5909398"/>
                  </a:lnTo>
                  <a:lnTo>
                    <a:pt x="1973227" y="5906460"/>
                  </a:lnTo>
                  <a:close/>
                </a:path>
                <a:path w="6723380" h="7035800">
                  <a:moveTo>
                    <a:pt x="2047934" y="6037022"/>
                  </a:moveTo>
                  <a:lnTo>
                    <a:pt x="2050280" y="6041091"/>
                  </a:lnTo>
                  <a:lnTo>
                    <a:pt x="2046211" y="6043437"/>
                  </a:lnTo>
                  <a:lnTo>
                    <a:pt x="2043865" y="6039368"/>
                  </a:lnTo>
                  <a:lnTo>
                    <a:pt x="2047934" y="6037022"/>
                  </a:lnTo>
                  <a:close/>
                </a:path>
                <a:path w="6723380" h="7035800">
                  <a:moveTo>
                    <a:pt x="2122636" y="6167584"/>
                  </a:moveTo>
                  <a:lnTo>
                    <a:pt x="2124395" y="6170635"/>
                  </a:lnTo>
                  <a:lnTo>
                    <a:pt x="2121345" y="6172400"/>
                  </a:lnTo>
                  <a:lnTo>
                    <a:pt x="2119585" y="6169343"/>
                  </a:lnTo>
                  <a:lnTo>
                    <a:pt x="2122636" y="6167584"/>
                  </a:lnTo>
                  <a:close/>
                </a:path>
                <a:path w="6723380" h="7035800">
                  <a:moveTo>
                    <a:pt x="2197338" y="6298146"/>
                  </a:moveTo>
                  <a:lnTo>
                    <a:pt x="2198511" y="6300178"/>
                  </a:lnTo>
                  <a:lnTo>
                    <a:pt x="2196473" y="6301351"/>
                  </a:lnTo>
                  <a:lnTo>
                    <a:pt x="2195300" y="6299325"/>
                  </a:lnTo>
                  <a:lnTo>
                    <a:pt x="2197338" y="6298146"/>
                  </a:lnTo>
                  <a:close/>
                </a:path>
                <a:path w="6723380" h="7035800">
                  <a:moveTo>
                    <a:pt x="2271020" y="6429301"/>
                  </a:moveTo>
                  <a:lnTo>
                    <a:pt x="2272386" y="6429301"/>
                  </a:lnTo>
                  <a:lnTo>
                    <a:pt x="2272632" y="6429727"/>
                  </a:lnTo>
                  <a:lnTo>
                    <a:pt x="2271267" y="6429727"/>
                  </a:lnTo>
                  <a:lnTo>
                    <a:pt x="2271020" y="6429301"/>
                  </a:lnTo>
                  <a:close/>
                </a:path>
                <a:path w="6723380" h="7035800">
                  <a:moveTo>
                    <a:pt x="1619474" y="5589281"/>
                  </a:moveTo>
                  <a:lnTo>
                    <a:pt x="1624467" y="5597934"/>
                  </a:lnTo>
                  <a:lnTo>
                    <a:pt x="1615820" y="5602933"/>
                  </a:lnTo>
                  <a:lnTo>
                    <a:pt x="1610820" y="5594280"/>
                  </a:lnTo>
                  <a:lnTo>
                    <a:pt x="1619474" y="5589281"/>
                  </a:lnTo>
                  <a:close/>
                </a:path>
                <a:path w="6723380" h="7035800">
                  <a:moveTo>
                    <a:pt x="1694176" y="5719843"/>
                  </a:moveTo>
                  <a:lnTo>
                    <a:pt x="1698583" y="5727478"/>
                  </a:lnTo>
                  <a:lnTo>
                    <a:pt x="1690954" y="5731884"/>
                  </a:lnTo>
                  <a:lnTo>
                    <a:pt x="1686547" y="5724250"/>
                  </a:lnTo>
                  <a:lnTo>
                    <a:pt x="1694176" y="5719843"/>
                  </a:lnTo>
                  <a:close/>
                </a:path>
                <a:path w="6723380" h="7035800">
                  <a:moveTo>
                    <a:pt x="1768770" y="5850814"/>
                  </a:moveTo>
                  <a:lnTo>
                    <a:pt x="1772295" y="5856914"/>
                  </a:lnTo>
                  <a:lnTo>
                    <a:pt x="1766189" y="5860444"/>
                  </a:lnTo>
                  <a:lnTo>
                    <a:pt x="1762665" y="5854338"/>
                  </a:lnTo>
                  <a:lnTo>
                    <a:pt x="1768770" y="5850814"/>
                  </a:lnTo>
                  <a:close/>
                </a:path>
                <a:path w="6723380" h="7035800">
                  <a:moveTo>
                    <a:pt x="1843473" y="5981376"/>
                  </a:moveTo>
                  <a:lnTo>
                    <a:pt x="1846410" y="5986463"/>
                  </a:lnTo>
                  <a:lnTo>
                    <a:pt x="1841323" y="5989401"/>
                  </a:lnTo>
                  <a:lnTo>
                    <a:pt x="1838385" y="5984313"/>
                  </a:lnTo>
                  <a:lnTo>
                    <a:pt x="1843473" y="5981376"/>
                  </a:lnTo>
                  <a:close/>
                </a:path>
                <a:path w="6723380" h="7035800">
                  <a:moveTo>
                    <a:pt x="1918180" y="6111938"/>
                  </a:moveTo>
                  <a:lnTo>
                    <a:pt x="1920526" y="6116007"/>
                  </a:lnTo>
                  <a:lnTo>
                    <a:pt x="1916456" y="6118358"/>
                  </a:lnTo>
                  <a:lnTo>
                    <a:pt x="1914105" y="6114289"/>
                  </a:lnTo>
                  <a:lnTo>
                    <a:pt x="1918180" y="6111938"/>
                  </a:lnTo>
                  <a:close/>
                </a:path>
                <a:path w="6723380" h="7035800">
                  <a:moveTo>
                    <a:pt x="1992877" y="6242500"/>
                  </a:moveTo>
                  <a:lnTo>
                    <a:pt x="1994641" y="6245556"/>
                  </a:lnTo>
                  <a:lnTo>
                    <a:pt x="1991585" y="6247315"/>
                  </a:lnTo>
                  <a:lnTo>
                    <a:pt x="1989826" y="6244265"/>
                  </a:lnTo>
                  <a:lnTo>
                    <a:pt x="1992877" y="6242500"/>
                  </a:lnTo>
                  <a:close/>
                </a:path>
                <a:path w="6723380" h="7035800">
                  <a:moveTo>
                    <a:pt x="2067578" y="6373068"/>
                  </a:moveTo>
                  <a:lnTo>
                    <a:pt x="2068751" y="6375093"/>
                  </a:lnTo>
                  <a:lnTo>
                    <a:pt x="2066719" y="6376272"/>
                  </a:lnTo>
                  <a:lnTo>
                    <a:pt x="2065546" y="6374240"/>
                  </a:lnTo>
                  <a:lnTo>
                    <a:pt x="2067578" y="6373068"/>
                  </a:lnTo>
                  <a:close/>
                </a:path>
                <a:path w="6723380" h="7035800">
                  <a:moveTo>
                    <a:pt x="1489611" y="5664604"/>
                  </a:moveTo>
                  <a:lnTo>
                    <a:pt x="1494308" y="5672743"/>
                  </a:lnTo>
                  <a:lnTo>
                    <a:pt x="1486164" y="5677446"/>
                  </a:lnTo>
                  <a:lnTo>
                    <a:pt x="1481461" y="5669307"/>
                  </a:lnTo>
                  <a:lnTo>
                    <a:pt x="1489611" y="5664604"/>
                  </a:lnTo>
                  <a:close/>
                </a:path>
                <a:path w="6723380" h="7035800">
                  <a:moveTo>
                    <a:pt x="1564308" y="5795167"/>
                  </a:moveTo>
                  <a:lnTo>
                    <a:pt x="1568424" y="5802292"/>
                  </a:lnTo>
                  <a:lnTo>
                    <a:pt x="1561305" y="5806402"/>
                  </a:lnTo>
                  <a:lnTo>
                    <a:pt x="1557188" y="5799277"/>
                  </a:lnTo>
                  <a:lnTo>
                    <a:pt x="1564308" y="5795167"/>
                  </a:lnTo>
                  <a:close/>
                </a:path>
                <a:path w="6723380" h="7035800">
                  <a:moveTo>
                    <a:pt x="1639009" y="5925729"/>
                  </a:moveTo>
                  <a:lnTo>
                    <a:pt x="1642534" y="5931835"/>
                  </a:lnTo>
                  <a:lnTo>
                    <a:pt x="1636433" y="5935360"/>
                  </a:lnTo>
                  <a:lnTo>
                    <a:pt x="1632909" y="5929253"/>
                  </a:lnTo>
                  <a:lnTo>
                    <a:pt x="1639009" y="5925729"/>
                  </a:lnTo>
                  <a:close/>
                </a:path>
                <a:path w="6723380" h="7035800">
                  <a:moveTo>
                    <a:pt x="1713717" y="6056291"/>
                  </a:moveTo>
                  <a:lnTo>
                    <a:pt x="1716654" y="6061379"/>
                  </a:lnTo>
                  <a:lnTo>
                    <a:pt x="1711567" y="6064316"/>
                  </a:lnTo>
                  <a:lnTo>
                    <a:pt x="1708629" y="6059229"/>
                  </a:lnTo>
                  <a:lnTo>
                    <a:pt x="1713717" y="6056291"/>
                  </a:lnTo>
                  <a:close/>
                </a:path>
                <a:path w="6723380" h="7035800">
                  <a:moveTo>
                    <a:pt x="1788418" y="6186853"/>
                  </a:moveTo>
                  <a:lnTo>
                    <a:pt x="1790764" y="6190922"/>
                  </a:lnTo>
                  <a:lnTo>
                    <a:pt x="1786695" y="6193274"/>
                  </a:lnTo>
                  <a:lnTo>
                    <a:pt x="1784343" y="6189204"/>
                  </a:lnTo>
                  <a:lnTo>
                    <a:pt x="1788418" y="6186853"/>
                  </a:lnTo>
                  <a:close/>
                </a:path>
                <a:path w="6723380" h="7035800">
                  <a:moveTo>
                    <a:pt x="1863120" y="6317415"/>
                  </a:moveTo>
                  <a:lnTo>
                    <a:pt x="1864885" y="6320471"/>
                  </a:lnTo>
                  <a:lnTo>
                    <a:pt x="1861829" y="6322236"/>
                  </a:lnTo>
                  <a:lnTo>
                    <a:pt x="1860064" y="6319180"/>
                  </a:lnTo>
                  <a:lnTo>
                    <a:pt x="1863120" y="6317415"/>
                  </a:lnTo>
                  <a:close/>
                </a:path>
                <a:path w="6723380" h="7035800">
                  <a:moveTo>
                    <a:pt x="1937822" y="6447983"/>
                  </a:moveTo>
                  <a:lnTo>
                    <a:pt x="1938995" y="6450014"/>
                  </a:lnTo>
                  <a:lnTo>
                    <a:pt x="1936963" y="6451187"/>
                  </a:lnTo>
                  <a:lnTo>
                    <a:pt x="1935790" y="6449155"/>
                  </a:lnTo>
                  <a:lnTo>
                    <a:pt x="1937822" y="6447983"/>
                  </a:lnTo>
                  <a:close/>
                </a:path>
                <a:path w="6723380" h="7035800">
                  <a:moveTo>
                    <a:pt x="1285149" y="5608958"/>
                  </a:moveTo>
                  <a:lnTo>
                    <a:pt x="1290438" y="5618121"/>
                  </a:lnTo>
                  <a:lnTo>
                    <a:pt x="1281275" y="5623410"/>
                  </a:lnTo>
                  <a:lnTo>
                    <a:pt x="1275986" y="5614247"/>
                  </a:lnTo>
                  <a:lnTo>
                    <a:pt x="1285149" y="5608958"/>
                  </a:lnTo>
                  <a:close/>
                </a:path>
                <a:path w="6723380" h="7035800">
                  <a:moveTo>
                    <a:pt x="1359850" y="5739520"/>
                  </a:moveTo>
                  <a:lnTo>
                    <a:pt x="1364547" y="5747658"/>
                  </a:lnTo>
                  <a:lnTo>
                    <a:pt x="1356409" y="5752361"/>
                  </a:lnTo>
                  <a:lnTo>
                    <a:pt x="1351706" y="5744223"/>
                  </a:lnTo>
                  <a:lnTo>
                    <a:pt x="1359850" y="5739520"/>
                  </a:lnTo>
                  <a:close/>
                </a:path>
                <a:path w="6723380" h="7035800">
                  <a:moveTo>
                    <a:pt x="1434552" y="5870082"/>
                  </a:moveTo>
                  <a:lnTo>
                    <a:pt x="1438669" y="5877207"/>
                  </a:lnTo>
                  <a:lnTo>
                    <a:pt x="1431543" y="5881324"/>
                  </a:lnTo>
                  <a:lnTo>
                    <a:pt x="1427426" y="5874199"/>
                  </a:lnTo>
                  <a:lnTo>
                    <a:pt x="1434552" y="5870082"/>
                  </a:lnTo>
                  <a:close/>
                </a:path>
                <a:path w="6723380" h="7035800">
                  <a:moveTo>
                    <a:pt x="1509147" y="6001047"/>
                  </a:moveTo>
                  <a:lnTo>
                    <a:pt x="1512381" y="6006644"/>
                  </a:lnTo>
                  <a:lnTo>
                    <a:pt x="1506784" y="6009878"/>
                  </a:lnTo>
                  <a:lnTo>
                    <a:pt x="1503550" y="6004275"/>
                  </a:lnTo>
                  <a:lnTo>
                    <a:pt x="1509147" y="6001047"/>
                  </a:lnTo>
                  <a:close/>
                </a:path>
                <a:path w="6723380" h="7035800">
                  <a:moveTo>
                    <a:pt x="1583849" y="6131609"/>
                  </a:moveTo>
                  <a:lnTo>
                    <a:pt x="1586491" y="6136187"/>
                  </a:lnTo>
                  <a:lnTo>
                    <a:pt x="1581912" y="6138835"/>
                  </a:lnTo>
                  <a:lnTo>
                    <a:pt x="1579270" y="6134250"/>
                  </a:lnTo>
                  <a:lnTo>
                    <a:pt x="1583849" y="6131609"/>
                  </a:lnTo>
                  <a:close/>
                </a:path>
                <a:path w="6723380" h="7035800">
                  <a:moveTo>
                    <a:pt x="1658545" y="6262171"/>
                  </a:moveTo>
                  <a:lnTo>
                    <a:pt x="1660606" y="6265736"/>
                  </a:lnTo>
                  <a:lnTo>
                    <a:pt x="1657047" y="6267792"/>
                  </a:lnTo>
                  <a:lnTo>
                    <a:pt x="1654985" y="6264226"/>
                  </a:lnTo>
                  <a:lnTo>
                    <a:pt x="1658545" y="6262171"/>
                  </a:lnTo>
                  <a:close/>
                </a:path>
                <a:path w="6723380" h="7035800">
                  <a:moveTo>
                    <a:pt x="1733252" y="6392733"/>
                  </a:moveTo>
                  <a:lnTo>
                    <a:pt x="1734722" y="6395280"/>
                  </a:lnTo>
                  <a:lnTo>
                    <a:pt x="1732175" y="6396749"/>
                  </a:lnTo>
                  <a:lnTo>
                    <a:pt x="1730706" y="6394202"/>
                  </a:lnTo>
                  <a:lnTo>
                    <a:pt x="1733252" y="6392733"/>
                  </a:lnTo>
                  <a:close/>
                </a:path>
                <a:path w="6723380" h="7035800">
                  <a:moveTo>
                    <a:pt x="1807954" y="6523295"/>
                  </a:moveTo>
                  <a:lnTo>
                    <a:pt x="1808837" y="6524829"/>
                  </a:lnTo>
                  <a:lnTo>
                    <a:pt x="1807308" y="6525711"/>
                  </a:lnTo>
                  <a:lnTo>
                    <a:pt x="1806426" y="6524177"/>
                  </a:lnTo>
                  <a:lnTo>
                    <a:pt x="1807954" y="6523295"/>
                  </a:lnTo>
                  <a:close/>
                </a:path>
                <a:path w="6723380" h="7035800">
                  <a:moveTo>
                    <a:pt x="1155387" y="5683873"/>
                  </a:moveTo>
                  <a:lnTo>
                    <a:pt x="1160677" y="5693036"/>
                  </a:lnTo>
                  <a:lnTo>
                    <a:pt x="1151520" y="5698325"/>
                  </a:lnTo>
                  <a:lnTo>
                    <a:pt x="1146230" y="5689162"/>
                  </a:lnTo>
                  <a:lnTo>
                    <a:pt x="1155387" y="5683873"/>
                  </a:lnTo>
                  <a:close/>
                </a:path>
                <a:path w="6723380" h="7035800">
                  <a:moveTo>
                    <a:pt x="1230090" y="5814441"/>
                  </a:moveTo>
                  <a:lnTo>
                    <a:pt x="1234792" y="5822579"/>
                  </a:lnTo>
                  <a:lnTo>
                    <a:pt x="1226648" y="5827276"/>
                  </a:lnTo>
                  <a:lnTo>
                    <a:pt x="1221951" y="5819138"/>
                  </a:lnTo>
                  <a:lnTo>
                    <a:pt x="1230090" y="5814441"/>
                  </a:lnTo>
                  <a:close/>
                </a:path>
                <a:path w="6723380" h="7035800">
                  <a:moveTo>
                    <a:pt x="1304791" y="5945003"/>
                  </a:moveTo>
                  <a:lnTo>
                    <a:pt x="1308907" y="5952128"/>
                  </a:lnTo>
                  <a:lnTo>
                    <a:pt x="1301782" y="5956239"/>
                  </a:lnTo>
                  <a:lnTo>
                    <a:pt x="1297665" y="5949113"/>
                  </a:lnTo>
                  <a:lnTo>
                    <a:pt x="1304791" y="5945003"/>
                  </a:lnTo>
                  <a:close/>
                </a:path>
                <a:path w="6723380" h="7035800">
                  <a:moveTo>
                    <a:pt x="1379386" y="6075962"/>
                  </a:moveTo>
                  <a:lnTo>
                    <a:pt x="1382620" y="6081565"/>
                  </a:lnTo>
                  <a:lnTo>
                    <a:pt x="1377023" y="6084793"/>
                  </a:lnTo>
                  <a:lnTo>
                    <a:pt x="1373789" y="6079196"/>
                  </a:lnTo>
                  <a:lnTo>
                    <a:pt x="1379386" y="6075962"/>
                  </a:lnTo>
                  <a:close/>
                </a:path>
                <a:path w="6723380" h="7035800">
                  <a:moveTo>
                    <a:pt x="1454088" y="6206524"/>
                  </a:moveTo>
                  <a:lnTo>
                    <a:pt x="1456735" y="6211108"/>
                  </a:lnTo>
                  <a:lnTo>
                    <a:pt x="1452151" y="6213750"/>
                  </a:lnTo>
                  <a:lnTo>
                    <a:pt x="1449509" y="6209172"/>
                  </a:lnTo>
                  <a:lnTo>
                    <a:pt x="1454088" y="6206524"/>
                  </a:lnTo>
                  <a:close/>
                </a:path>
                <a:path w="6723380" h="7035800">
                  <a:moveTo>
                    <a:pt x="1528789" y="6337086"/>
                  </a:moveTo>
                  <a:lnTo>
                    <a:pt x="1530851" y="6340652"/>
                  </a:lnTo>
                  <a:lnTo>
                    <a:pt x="1527285" y="6342713"/>
                  </a:lnTo>
                  <a:lnTo>
                    <a:pt x="1525224" y="6339147"/>
                  </a:lnTo>
                  <a:lnTo>
                    <a:pt x="1528789" y="6337086"/>
                  </a:lnTo>
                  <a:close/>
                </a:path>
                <a:path w="6723380" h="7035800">
                  <a:moveTo>
                    <a:pt x="1603491" y="6467654"/>
                  </a:moveTo>
                  <a:lnTo>
                    <a:pt x="1604960" y="6470195"/>
                  </a:lnTo>
                  <a:lnTo>
                    <a:pt x="1602413" y="6471664"/>
                  </a:lnTo>
                  <a:lnTo>
                    <a:pt x="1600944" y="6469123"/>
                  </a:lnTo>
                  <a:lnTo>
                    <a:pt x="1603491" y="6467654"/>
                  </a:lnTo>
                  <a:close/>
                </a:path>
                <a:path w="6723380" h="7035800">
                  <a:moveTo>
                    <a:pt x="1678193" y="6598216"/>
                  </a:moveTo>
                  <a:lnTo>
                    <a:pt x="1679075" y="6599744"/>
                  </a:lnTo>
                  <a:lnTo>
                    <a:pt x="1677553" y="6600626"/>
                  </a:lnTo>
                  <a:lnTo>
                    <a:pt x="1676670" y="6599092"/>
                  </a:lnTo>
                  <a:lnTo>
                    <a:pt x="1678193" y="6598216"/>
                  </a:lnTo>
                  <a:close/>
                </a:path>
                <a:path w="6723380" h="7035800">
                  <a:moveTo>
                    <a:pt x="950930" y="5628226"/>
                  </a:moveTo>
                  <a:lnTo>
                    <a:pt x="956806" y="5638407"/>
                  </a:lnTo>
                  <a:lnTo>
                    <a:pt x="946624" y="5644283"/>
                  </a:lnTo>
                  <a:lnTo>
                    <a:pt x="940748" y="5634101"/>
                  </a:lnTo>
                  <a:lnTo>
                    <a:pt x="950930" y="5628226"/>
                  </a:lnTo>
                  <a:close/>
                </a:path>
                <a:path w="6723380" h="7035800">
                  <a:moveTo>
                    <a:pt x="1025519" y="5759190"/>
                  </a:moveTo>
                  <a:lnTo>
                    <a:pt x="1030512" y="5767844"/>
                  </a:lnTo>
                  <a:lnTo>
                    <a:pt x="1021858" y="5772837"/>
                  </a:lnTo>
                  <a:lnTo>
                    <a:pt x="1016865" y="5764184"/>
                  </a:lnTo>
                  <a:lnTo>
                    <a:pt x="1025519" y="5759190"/>
                  </a:lnTo>
                  <a:close/>
                </a:path>
                <a:path w="6723380" h="7035800">
                  <a:moveTo>
                    <a:pt x="1100221" y="5889752"/>
                  </a:moveTo>
                  <a:lnTo>
                    <a:pt x="1104628" y="5897387"/>
                  </a:lnTo>
                  <a:lnTo>
                    <a:pt x="1096999" y="5901794"/>
                  </a:lnTo>
                  <a:lnTo>
                    <a:pt x="1092592" y="5894159"/>
                  </a:lnTo>
                  <a:lnTo>
                    <a:pt x="1100221" y="5889752"/>
                  </a:lnTo>
                  <a:close/>
                </a:path>
                <a:path w="6723380" h="7035800">
                  <a:moveTo>
                    <a:pt x="1175028" y="6019917"/>
                  </a:moveTo>
                  <a:lnTo>
                    <a:pt x="1179146" y="6027043"/>
                  </a:lnTo>
                  <a:lnTo>
                    <a:pt x="1172020" y="6031159"/>
                  </a:lnTo>
                  <a:lnTo>
                    <a:pt x="1167909" y="6024034"/>
                  </a:lnTo>
                  <a:lnTo>
                    <a:pt x="1175028" y="6019917"/>
                  </a:lnTo>
                  <a:close/>
                </a:path>
                <a:path w="6723380" h="7035800">
                  <a:moveTo>
                    <a:pt x="1249624" y="6150882"/>
                  </a:moveTo>
                  <a:lnTo>
                    <a:pt x="1252858" y="6156479"/>
                  </a:lnTo>
                  <a:lnTo>
                    <a:pt x="1247261" y="6159713"/>
                  </a:lnTo>
                  <a:lnTo>
                    <a:pt x="1244027" y="6154110"/>
                  </a:lnTo>
                  <a:lnTo>
                    <a:pt x="1249624" y="6150882"/>
                  </a:lnTo>
                  <a:close/>
                </a:path>
                <a:path w="6723380" h="7035800">
                  <a:moveTo>
                    <a:pt x="1324326" y="6281444"/>
                  </a:moveTo>
                  <a:lnTo>
                    <a:pt x="1326973" y="6286023"/>
                  </a:lnTo>
                  <a:lnTo>
                    <a:pt x="1322389" y="6288670"/>
                  </a:lnTo>
                  <a:lnTo>
                    <a:pt x="1319747" y="6284086"/>
                  </a:lnTo>
                  <a:lnTo>
                    <a:pt x="1324326" y="6281444"/>
                  </a:lnTo>
                  <a:close/>
                </a:path>
                <a:path w="6723380" h="7035800">
                  <a:moveTo>
                    <a:pt x="1399028" y="6412006"/>
                  </a:moveTo>
                  <a:lnTo>
                    <a:pt x="1401089" y="6415572"/>
                  </a:lnTo>
                  <a:lnTo>
                    <a:pt x="1397524" y="6417627"/>
                  </a:lnTo>
                  <a:lnTo>
                    <a:pt x="1395469" y="6414061"/>
                  </a:lnTo>
                  <a:lnTo>
                    <a:pt x="1399028" y="6412006"/>
                  </a:lnTo>
                  <a:close/>
                </a:path>
                <a:path w="6723380" h="7035800">
                  <a:moveTo>
                    <a:pt x="1473735" y="6542568"/>
                  </a:moveTo>
                  <a:lnTo>
                    <a:pt x="1475204" y="6545109"/>
                  </a:lnTo>
                  <a:lnTo>
                    <a:pt x="1472657" y="6546578"/>
                  </a:lnTo>
                  <a:lnTo>
                    <a:pt x="1471188" y="6544037"/>
                  </a:lnTo>
                  <a:lnTo>
                    <a:pt x="1473735" y="6542568"/>
                  </a:lnTo>
                  <a:close/>
                </a:path>
                <a:path w="6723380" h="7035800">
                  <a:moveTo>
                    <a:pt x="1548431" y="6673130"/>
                  </a:moveTo>
                  <a:lnTo>
                    <a:pt x="1549314" y="6674664"/>
                  </a:lnTo>
                  <a:lnTo>
                    <a:pt x="1547791" y="6675541"/>
                  </a:lnTo>
                  <a:lnTo>
                    <a:pt x="1546909" y="6674012"/>
                  </a:lnTo>
                  <a:lnTo>
                    <a:pt x="1548431" y="6673130"/>
                  </a:lnTo>
                  <a:close/>
                </a:path>
                <a:path w="6723380" h="7035800">
                  <a:moveTo>
                    <a:pt x="746573" y="5572181"/>
                  </a:moveTo>
                  <a:lnTo>
                    <a:pt x="753332" y="5583885"/>
                  </a:lnTo>
                  <a:lnTo>
                    <a:pt x="741622" y="5590643"/>
                  </a:lnTo>
                  <a:lnTo>
                    <a:pt x="734864" y="5578939"/>
                  </a:lnTo>
                  <a:lnTo>
                    <a:pt x="746573" y="5572181"/>
                  </a:lnTo>
                  <a:close/>
                </a:path>
                <a:path w="6723380" h="7035800">
                  <a:moveTo>
                    <a:pt x="821168" y="5703145"/>
                  </a:moveTo>
                  <a:lnTo>
                    <a:pt x="827044" y="5713321"/>
                  </a:lnTo>
                  <a:lnTo>
                    <a:pt x="816862" y="5719197"/>
                  </a:lnTo>
                  <a:lnTo>
                    <a:pt x="810987" y="5709021"/>
                  </a:lnTo>
                  <a:lnTo>
                    <a:pt x="821168" y="5703145"/>
                  </a:lnTo>
                  <a:close/>
                </a:path>
                <a:path w="6723380" h="7035800">
                  <a:moveTo>
                    <a:pt x="895757" y="5834104"/>
                  </a:moveTo>
                  <a:lnTo>
                    <a:pt x="900757" y="5842758"/>
                  </a:lnTo>
                  <a:lnTo>
                    <a:pt x="892109" y="5847751"/>
                  </a:lnTo>
                  <a:lnTo>
                    <a:pt x="887110" y="5839098"/>
                  </a:lnTo>
                  <a:lnTo>
                    <a:pt x="895757" y="5834104"/>
                  </a:lnTo>
                  <a:close/>
                </a:path>
                <a:path w="6723380" h="7035800">
                  <a:moveTo>
                    <a:pt x="970459" y="5964666"/>
                  </a:moveTo>
                  <a:lnTo>
                    <a:pt x="974866" y="5972301"/>
                  </a:lnTo>
                  <a:lnTo>
                    <a:pt x="967237" y="5976708"/>
                  </a:lnTo>
                  <a:lnTo>
                    <a:pt x="962830" y="5969073"/>
                  </a:lnTo>
                  <a:lnTo>
                    <a:pt x="970459" y="5964666"/>
                  </a:lnTo>
                  <a:close/>
                </a:path>
                <a:path w="6723380" h="7035800">
                  <a:moveTo>
                    <a:pt x="1045167" y="6095234"/>
                  </a:moveTo>
                  <a:lnTo>
                    <a:pt x="1048987" y="6101850"/>
                  </a:lnTo>
                  <a:lnTo>
                    <a:pt x="1042365" y="6105671"/>
                  </a:lnTo>
                  <a:lnTo>
                    <a:pt x="1038545" y="6099055"/>
                  </a:lnTo>
                  <a:lnTo>
                    <a:pt x="1045167" y="6095234"/>
                  </a:lnTo>
                  <a:close/>
                </a:path>
                <a:path w="6723380" h="7035800">
                  <a:moveTo>
                    <a:pt x="1119762" y="6226199"/>
                  </a:moveTo>
                  <a:lnTo>
                    <a:pt x="1122700" y="6231287"/>
                  </a:lnTo>
                  <a:lnTo>
                    <a:pt x="1117612" y="6234225"/>
                  </a:lnTo>
                  <a:lnTo>
                    <a:pt x="1114674" y="6229137"/>
                  </a:lnTo>
                  <a:lnTo>
                    <a:pt x="1119762" y="6226199"/>
                  </a:lnTo>
                  <a:close/>
                </a:path>
                <a:path w="6723380" h="7035800">
                  <a:moveTo>
                    <a:pt x="1194463" y="6356761"/>
                  </a:moveTo>
                  <a:lnTo>
                    <a:pt x="1196815" y="6360836"/>
                  </a:lnTo>
                  <a:lnTo>
                    <a:pt x="1192740" y="6363188"/>
                  </a:lnTo>
                  <a:lnTo>
                    <a:pt x="1190388" y="6359113"/>
                  </a:lnTo>
                  <a:lnTo>
                    <a:pt x="1194463" y="6356761"/>
                  </a:lnTo>
                  <a:close/>
                </a:path>
                <a:path w="6723380" h="7035800">
                  <a:moveTo>
                    <a:pt x="1269159" y="6487329"/>
                  </a:moveTo>
                  <a:lnTo>
                    <a:pt x="1270925" y="6490379"/>
                  </a:lnTo>
                  <a:lnTo>
                    <a:pt x="1267874" y="6492138"/>
                  </a:lnTo>
                  <a:lnTo>
                    <a:pt x="1266109" y="6489088"/>
                  </a:lnTo>
                  <a:lnTo>
                    <a:pt x="1269159" y="6487329"/>
                  </a:lnTo>
                  <a:close/>
                </a:path>
                <a:path w="6723380" h="7035800">
                  <a:moveTo>
                    <a:pt x="1343867" y="6617891"/>
                  </a:moveTo>
                  <a:lnTo>
                    <a:pt x="1345040" y="6619928"/>
                  </a:lnTo>
                  <a:lnTo>
                    <a:pt x="1343002" y="6621101"/>
                  </a:lnTo>
                  <a:lnTo>
                    <a:pt x="1341829" y="6619063"/>
                  </a:lnTo>
                  <a:lnTo>
                    <a:pt x="1343867" y="6617891"/>
                  </a:lnTo>
                  <a:close/>
                </a:path>
                <a:path w="6723380" h="7035800">
                  <a:moveTo>
                    <a:pt x="1417550" y="6749039"/>
                  </a:moveTo>
                  <a:lnTo>
                    <a:pt x="1418908" y="6749039"/>
                  </a:lnTo>
                  <a:lnTo>
                    <a:pt x="1419155" y="6749466"/>
                  </a:lnTo>
                  <a:lnTo>
                    <a:pt x="1417797" y="6749466"/>
                  </a:lnTo>
                  <a:lnTo>
                    <a:pt x="1417550" y="6749039"/>
                  </a:lnTo>
                  <a:close/>
                </a:path>
                <a:path w="6723380" h="7035800">
                  <a:moveTo>
                    <a:pt x="616706" y="5647498"/>
                  </a:moveTo>
                  <a:lnTo>
                    <a:pt x="623168" y="5658692"/>
                  </a:lnTo>
                  <a:lnTo>
                    <a:pt x="611973" y="5665155"/>
                  </a:lnTo>
                  <a:lnTo>
                    <a:pt x="605511" y="5653960"/>
                  </a:lnTo>
                  <a:lnTo>
                    <a:pt x="616706" y="5647498"/>
                  </a:lnTo>
                  <a:close/>
                </a:path>
                <a:path w="6723380" h="7035800">
                  <a:moveTo>
                    <a:pt x="691300" y="5778463"/>
                  </a:moveTo>
                  <a:lnTo>
                    <a:pt x="696880" y="5788129"/>
                  </a:lnTo>
                  <a:lnTo>
                    <a:pt x="687214" y="5793708"/>
                  </a:lnTo>
                  <a:lnTo>
                    <a:pt x="681634" y="5784048"/>
                  </a:lnTo>
                  <a:lnTo>
                    <a:pt x="691300" y="5778463"/>
                  </a:lnTo>
                  <a:close/>
                </a:path>
                <a:path w="6723380" h="7035800">
                  <a:moveTo>
                    <a:pt x="765997" y="5909025"/>
                  </a:moveTo>
                  <a:lnTo>
                    <a:pt x="770996" y="5917678"/>
                  </a:lnTo>
                  <a:lnTo>
                    <a:pt x="762349" y="5922671"/>
                  </a:lnTo>
                  <a:lnTo>
                    <a:pt x="757349" y="5914018"/>
                  </a:lnTo>
                  <a:lnTo>
                    <a:pt x="765997" y="5909025"/>
                  </a:lnTo>
                  <a:close/>
                </a:path>
                <a:path w="6723380" h="7035800">
                  <a:moveTo>
                    <a:pt x="840704" y="6039587"/>
                  </a:moveTo>
                  <a:lnTo>
                    <a:pt x="845111" y="6047222"/>
                  </a:lnTo>
                  <a:lnTo>
                    <a:pt x="837477" y="6051628"/>
                  </a:lnTo>
                  <a:lnTo>
                    <a:pt x="833070" y="6043993"/>
                  </a:lnTo>
                  <a:lnTo>
                    <a:pt x="840704" y="6039587"/>
                  </a:lnTo>
                  <a:close/>
                </a:path>
                <a:path w="6723380" h="7035800">
                  <a:moveTo>
                    <a:pt x="915299" y="6170551"/>
                  </a:moveTo>
                  <a:lnTo>
                    <a:pt x="918824" y="6176658"/>
                  </a:lnTo>
                  <a:lnTo>
                    <a:pt x="912717" y="6180182"/>
                  </a:lnTo>
                  <a:lnTo>
                    <a:pt x="909193" y="6174076"/>
                  </a:lnTo>
                  <a:lnTo>
                    <a:pt x="915299" y="6170551"/>
                  </a:lnTo>
                  <a:close/>
                </a:path>
                <a:path w="6723380" h="7035800">
                  <a:moveTo>
                    <a:pt x="990001" y="6301113"/>
                  </a:moveTo>
                  <a:lnTo>
                    <a:pt x="992939" y="6306207"/>
                  </a:lnTo>
                  <a:lnTo>
                    <a:pt x="987851" y="6309145"/>
                  </a:lnTo>
                  <a:lnTo>
                    <a:pt x="984913" y="6304051"/>
                  </a:lnTo>
                  <a:lnTo>
                    <a:pt x="990001" y="6301113"/>
                  </a:lnTo>
                  <a:close/>
                </a:path>
                <a:path w="6723380" h="7035800">
                  <a:moveTo>
                    <a:pt x="1064703" y="6431681"/>
                  </a:moveTo>
                  <a:lnTo>
                    <a:pt x="1067054" y="6435751"/>
                  </a:lnTo>
                  <a:lnTo>
                    <a:pt x="1062979" y="6438102"/>
                  </a:lnTo>
                  <a:lnTo>
                    <a:pt x="1060628" y="6434033"/>
                  </a:lnTo>
                  <a:lnTo>
                    <a:pt x="1064703" y="6431681"/>
                  </a:lnTo>
                  <a:close/>
                </a:path>
                <a:path w="6723380" h="7035800">
                  <a:moveTo>
                    <a:pt x="1139404" y="6562243"/>
                  </a:moveTo>
                  <a:lnTo>
                    <a:pt x="1141170" y="6565294"/>
                  </a:lnTo>
                  <a:lnTo>
                    <a:pt x="1138113" y="6567059"/>
                  </a:lnTo>
                  <a:lnTo>
                    <a:pt x="1136348" y="6564008"/>
                  </a:lnTo>
                  <a:lnTo>
                    <a:pt x="1139404" y="6562243"/>
                  </a:lnTo>
                  <a:close/>
                </a:path>
                <a:path w="6723380" h="7035800">
                  <a:moveTo>
                    <a:pt x="1214112" y="6692805"/>
                  </a:moveTo>
                  <a:lnTo>
                    <a:pt x="1215285" y="6694843"/>
                  </a:lnTo>
                  <a:lnTo>
                    <a:pt x="1213247" y="6696015"/>
                  </a:lnTo>
                  <a:lnTo>
                    <a:pt x="1212074" y="6693978"/>
                  </a:lnTo>
                  <a:lnTo>
                    <a:pt x="1214112" y="6692805"/>
                  </a:lnTo>
                  <a:close/>
                </a:path>
                <a:path w="6723380" h="7035800">
                  <a:moveTo>
                    <a:pt x="1287789" y="6823953"/>
                  </a:moveTo>
                  <a:lnTo>
                    <a:pt x="1289145" y="6823953"/>
                  </a:lnTo>
                  <a:lnTo>
                    <a:pt x="1289394" y="6824386"/>
                  </a:lnTo>
                  <a:lnTo>
                    <a:pt x="1288038" y="6824386"/>
                  </a:lnTo>
                  <a:lnTo>
                    <a:pt x="1287789" y="6823953"/>
                  </a:lnTo>
                  <a:close/>
                </a:path>
                <a:path w="6723380" h="7035800">
                  <a:moveTo>
                    <a:pt x="412350" y="5591448"/>
                  </a:moveTo>
                  <a:lnTo>
                    <a:pt x="419694" y="5604171"/>
                  </a:lnTo>
                  <a:lnTo>
                    <a:pt x="406971" y="5611515"/>
                  </a:lnTo>
                  <a:lnTo>
                    <a:pt x="399627" y="5598793"/>
                  </a:lnTo>
                  <a:lnTo>
                    <a:pt x="412350" y="5591448"/>
                  </a:lnTo>
                  <a:close/>
                </a:path>
                <a:path w="6723380" h="7035800">
                  <a:moveTo>
                    <a:pt x="486838" y="5722821"/>
                  </a:moveTo>
                  <a:lnTo>
                    <a:pt x="493010" y="5733507"/>
                  </a:lnTo>
                  <a:lnTo>
                    <a:pt x="482324" y="5739673"/>
                  </a:lnTo>
                  <a:lnTo>
                    <a:pt x="476153" y="5728987"/>
                  </a:lnTo>
                  <a:lnTo>
                    <a:pt x="486838" y="5722821"/>
                  </a:lnTo>
                  <a:close/>
                </a:path>
                <a:path w="6723380" h="7035800">
                  <a:moveTo>
                    <a:pt x="561433" y="5853780"/>
                  </a:moveTo>
                  <a:lnTo>
                    <a:pt x="566722" y="5862943"/>
                  </a:lnTo>
                  <a:lnTo>
                    <a:pt x="557565" y="5868227"/>
                  </a:lnTo>
                  <a:lnTo>
                    <a:pt x="552276" y="5859070"/>
                  </a:lnTo>
                  <a:lnTo>
                    <a:pt x="561433" y="5853780"/>
                  </a:lnTo>
                  <a:close/>
                </a:path>
                <a:path w="6723380" h="7035800">
                  <a:moveTo>
                    <a:pt x="636135" y="5984342"/>
                  </a:moveTo>
                  <a:lnTo>
                    <a:pt x="640838" y="5992487"/>
                  </a:lnTo>
                  <a:lnTo>
                    <a:pt x="632694" y="5997184"/>
                  </a:lnTo>
                  <a:lnTo>
                    <a:pt x="627997" y="5989045"/>
                  </a:lnTo>
                  <a:lnTo>
                    <a:pt x="636135" y="5984342"/>
                  </a:lnTo>
                  <a:close/>
                </a:path>
                <a:path w="6723380" h="7035800">
                  <a:moveTo>
                    <a:pt x="710836" y="6114904"/>
                  </a:moveTo>
                  <a:lnTo>
                    <a:pt x="714953" y="6122030"/>
                  </a:lnTo>
                  <a:lnTo>
                    <a:pt x="707828" y="6126146"/>
                  </a:lnTo>
                  <a:lnTo>
                    <a:pt x="703711" y="6119021"/>
                  </a:lnTo>
                  <a:lnTo>
                    <a:pt x="710836" y="6114904"/>
                  </a:lnTo>
                  <a:close/>
                </a:path>
                <a:path w="6723380" h="7035800">
                  <a:moveTo>
                    <a:pt x="785432" y="6245875"/>
                  </a:moveTo>
                  <a:lnTo>
                    <a:pt x="788666" y="6251473"/>
                  </a:lnTo>
                  <a:lnTo>
                    <a:pt x="783068" y="6254701"/>
                  </a:lnTo>
                  <a:lnTo>
                    <a:pt x="779834" y="6249103"/>
                  </a:lnTo>
                  <a:lnTo>
                    <a:pt x="785432" y="6245875"/>
                  </a:lnTo>
                  <a:close/>
                </a:path>
                <a:path w="6723380" h="7035800">
                  <a:moveTo>
                    <a:pt x="860139" y="6376437"/>
                  </a:moveTo>
                  <a:lnTo>
                    <a:pt x="862781" y="6381010"/>
                  </a:lnTo>
                  <a:lnTo>
                    <a:pt x="858196" y="6383657"/>
                  </a:lnTo>
                  <a:lnTo>
                    <a:pt x="855555" y="6379079"/>
                  </a:lnTo>
                  <a:lnTo>
                    <a:pt x="860139" y="6376437"/>
                  </a:lnTo>
                  <a:close/>
                </a:path>
                <a:path w="6723380" h="7035800">
                  <a:moveTo>
                    <a:pt x="934841" y="6506999"/>
                  </a:moveTo>
                  <a:lnTo>
                    <a:pt x="936896" y="6510559"/>
                  </a:lnTo>
                  <a:lnTo>
                    <a:pt x="933331" y="6512614"/>
                  </a:lnTo>
                  <a:lnTo>
                    <a:pt x="931275" y="6509054"/>
                  </a:lnTo>
                  <a:lnTo>
                    <a:pt x="934841" y="6506999"/>
                  </a:lnTo>
                  <a:close/>
                </a:path>
                <a:path w="6723380" h="7035800">
                  <a:moveTo>
                    <a:pt x="1009537" y="6637561"/>
                  </a:moveTo>
                  <a:lnTo>
                    <a:pt x="1011006" y="6640108"/>
                  </a:lnTo>
                  <a:lnTo>
                    <a:pt x="1008465" y="6641577"/>
                  </a:lnTo>
                  <a:lnTo>
                    <a:pt x="1006996" y="6639030"/>
                  </a:lnTo>
                  <a:lnTo>
                    <a:pt x="1009537" y="6637561"/>
                  </a:lnTo>
                  <a:close/>
                </a:path>
                <a:path w="6723380" h="7035800">
                  <a:moveTo>
                    <a:pt x="1084238" y="6768123"/>
                  </a:moveTo>
                  <a:lnTo>
                    <a:pt x="1085121" y="6769651"/>
                  </a:lnTo>
                  <a:lnTo>
                    <a:pt x="1083599" y="6770528"/>
                  </a:lnTo>
                  <a:lnTo>
                    <a:pt x="1082716" y="6768999"/>
                  </a:lnTo>
                  <a:lnTo>
                    <a:pt x="1084238" y="6768123"/>
                  </a:lnTo>
                  <a:close/>
                </a:path>
                <a:path w="6723380" h="7035800">
                  <a:moveTo>
                    <a:pt x="282481" y="5666772"/>
                  </a:moveTo>
                  <a:lnTo>
                    <a:pt x="289536" y="5678985"/>
                  </a:lnTo>
                  <a:lnTo>
                    <a:pt x="277322" y="5686034"/>
                  </a:lnTo>
                  <a:lnTo>
                    <a:pt x="270268" y="5673820"/>
                  </a:lnTo>
                  <a:lnTo>
                    <a:pt x="282481" y="5666772"/>
                  </a:lnTo>
                  <a:close/>
                </a:path>
                <a:path w="6723380" h="7035800">
                  <a:moveTo>
                    <a:pt x="356975" y="5798133"/>
                  </a:moveTo>
                  <a:lnTo>
                    <a:pt x="362851" y="5808309"/>
                  </a:lnTo>
                  <a:lnTo>
                    <a:pt x="352669" y="5814185"/>
                  </a:lnTo>
                  <a:lnTo>
                    <a:pt x="346793" y="5804009"/>
                  </a:lnTo>
                  <a:lnTo>
                    <a:pt x="356975" y="5798133"/>
                  </a:lnTo>
                  <a:close/>
                </a:path>
                <a:path w="6723380" h="7035800">
                  <a:moveTo>
                    <a:pt x="431564" y="5929098"/>
                  </a:moveTo>
                  <a:lnTo>
                    <a:pt x="436557" y="5937751"/>
                  </a:lnTo>
                  <a:lnTo>
                    <a:pt x="427903" y="5942745"/>
                  </a:lnTo>
                  <a:lnTo>
                    <a:pt x="422911" y="5934097"/>
                  </a:lnTo>
                  <a:lnTo>
                    <a:pt x="431564" y="5929098"/>
                  </a:lnTo>
                  <a:close/>
                </a:path>
                <a:path w="6723380" h="7035800">
                  <a:moveTo>
                    <a:pt x="506373" y="6059263"/>
                  </a:moveTo>
                  <a:lnTo>
                    <a:pt x="511076" y="6067401"/>
                  </a:lnTo>
                  <a:lnTo>
                    <a:pt x="502931" y="6072104"/>
                  </a:lnTo>
                  <a:lnTo>
                    <a:pt x="498235" y="6063960"/>
                  </a:lnTo>
                  <a:lnTo>
                    <a:pt x="506373" y="6059263"/>
                  </a:lnTo>
                  <a:close/>
                </a:path>
                <a:path w="6723380" h="7035800">
                  <a:moveTo>
                    <a:pt x="581074" y="6189825"/>
                  </a:moveTo>
                  <a:lnTo>
                    <a:pt x="585191" y="6196950"/>
                  </a:lnTo>
                  <a:lnTo>
                    <a:pt x="578065" y="6201061"/>
                  </a:lnTo>
                  <a:lnTo>
                    <a:pt x="573954" y="6193936"/>
                  </a:lnTo>
                  <a:lnTo>
                    <a:pt x="581074" y="6189825"/>
                  </a:lnTo>
                  <a:close/>
                </a:path>
                <a:path w="6723380" h="7035800">
                  <a:moveTo>
                    <a:pt x="655669" y="6320790"/>
                  </a:moveTo>
                  <a:lnTo>
                    <a:pt x="658903" y="6326387"/>
                  </a:lnTo>
                  <a:lnTo>
                    <a:pt x="653306" y="6329621"/>
                  </a:lnTo>
                  <a:lnTo>
                    <a:pt x="650078" y="6324024"/>
                  </a:lnTo>
                  <a:lnTo>
                    <a:pt x="655669" y="6320790"/>
                  </a:lnTo>
                  <a:close/>
                </a:path>
                <a:path w="6723380" h="7035800">
                  <a:moveTo>
                    <a:pt x="730377" y="6451352"/>
                  </a:moveTo>
                  <a:lnTo>
                    <a:pt x="733018" y="6455930"/>
                  </a:lnTo>
                  <a:lnTo>
                    <a:pt x="728434" y="6458572"/>
                  </a:lnTo>
                  <a:lnTo>
                    <a:pt x="725792" y="6453999"/>
                  </a:lnTo>
                  <a:lnTo>
                    <a:pt x="730377" y="6451352"/>
                  </a:lnTo>
                  <a:close/>
                </a:path>
                <a:path w="6723380" h="7035800">
                  <a:moveTo>
                    <a:pt x="805078" y="6581914"/>
                  </a:moveTo>
                  <a:lnTo>
                    <a:pt x="807134" y="6585473"/>
                  </a:lnTo>
                  <a:lnTo>
                    <a:pt x="803568" y="6587535"/>
                  </a:lnTo>
                  <a:lnTo>
                    <a:pt x="801513" y="6583975"/>
                  </a:lnTo>
                  <a:lnTo>
                    <a:pt x="805078" y="6581914"/>
                  </a:lnTo>
                  <a:close/>
                </a:path>
                <a:path w="6723380" h="7035800">
                  <a:moveTo>
                    <a:pt x="879780" y="6712475"/>
                  </a:moveTo>
                  <a:lnTo>
                    <a:pt x="881249" y="6715022"/>
                  </a:lnTo>
                  <a:lnTo>
                    <a:pt x="878708" y="6716491"/>
                  </a:lnTo>
                  <a:lnTo>
                    <a:pt x="877239" y="6713944"/>
                  </a:lnTo>
                  <a:lnTo>
                    <a:pt x="879780" y="6712475"/>
                  </a:lnTo>
                  <a:close/>
                </a:path>
                <a:path w="6723380" h="7035800">
                  <a:moveTo>
                    <a:pt x="954476" y="6843037"/>
                  </a:moveTo>
                  <a:lnTo>
                    <a:pt x="955359" y="6844566"/>
                  </a:lnTo>
                  <a:lnTo>
                    <a:pt x="953836" y="6845448"/>
                  </a:lnTo>
                  <a:lnTo>
                    <a:pt x="952954" y="6843920"/>
                  </a:lnTo>
                  <a:lnTo>
                    <a:pt x="954476" y="6843037"/>
                  </a:lnTo>
                  <a:close/>
                </a:path>
                <a:path w="6723380" h="7035800">
                  <a:moveTo>
                    <a:pt x="78018" y="5611124"/>
                  </a:moveTo>
                  <a:lnTo>
                    <a:pt x="85659" y="5624356"/>
                  </a:lnTo>
                  <a:lnTo>
                    <a:pt x="72427" y="5631991"/>
                  </a:lnTo>
                  <a:lnTo>
                    <a:pt x="64792" y="5618765"/>
                  </a:lnTo>
                  <a:lnTo>
                    <a:pt x="78018" y="5611124"/>
                  </a:lnTo>
                  <a:close/>
                </a:path>
                <a:path w="6723380" h="7035800">
                  <a:moveTo>
                    <a:pt x="152619" y="5742089"/>
                  </a:moveTo>
                  <a:lnTo>
                    <a:pt x="159377" y="5753787"/>
                  </a:lnTo>
                  <a:lnTo>
                    <a:pt x="147668" y="5760545"/>
                  </a:lnTo>
                  <a:lnTo>
                    <a:pt x="140915" y="5748847"/>
                  </a:lnTo>
                  <a:lnTo>
                    <a:pt x="152619" y="5742089"/>
                  </a:lnTo>
                  <a:close/>
                </a:path>
                <a:path w="6723380" h="7035800">
                  <a:moveTo>
                    <a:pt x="227101" y="5873457"/>
                  </a:moveTo>
                  <a:lnTo>
                    <a:pt x="232687" y="5883123"/>
                  </a:lnTo>
                  <a:lnTo>
                    <a:pt x="223014" y="5888708"/>
                  </a:lnTo>
                  <a:lnTo>
                    <a:pt x="217435" y="5879036"/>
                  </a:lnTo>
                  <a:lnTo>
                    <a:pt x="227101" y="5873457"/>
                  </a:lnTo>
                  <a:close/>
                </a:path>
                <a:path w="6723380" h="7035800">
                  <a:moveTo>
                    <a:pt x="301809" y="6004019"/>
                  </a:moveTo>
                  <a:lnTo>
                    <a:pt x="306802" y="6012666"/>
                  </a:lnTo>
                  <a:lnTo>
                    <a:pt x="298154" y="6017660"/>
                  </a:lnTo>
                  <a:lnTo>
                    <a:pt x="293161" y="6009012"/>
                  </a:lnTo>
                  <a:lnTo>
                    <a:pt x="301809" y="6004019"/>
                  </a:lnTo>
                  <a:close/>
                </a:path>
                <a:path w="6723380" h="7035800">
                  <a:moveTo>
                    <a:pt x="376511" y="6134581"/>
                  </a:moveTo>
                  <a:lnTo>
                    <a:pt x="380918" y="6142216"/>
                  </a:lnTo>
                  <a:lnTo>
                    <a:pt x="373283" y="6146622"/>
                  </a:lnTo>
                  <a:lnTo>
                    <a:pt x="368876" y="6138987"/>
                  </a:lnTo>
                  <a:lnTo>
                    <a:pt x="376511" y="6134581"/>
                  </a:lnTo>
                  <a:close/>
                </a:path>
                <a:path w="6723380" h="7035800">
                  <a:moveTo>
                    <a:pt x="451212" y="6265143"/>
                  </a:moveTo>
                  <a:lnTo>
                    <a:pt x="455033" y="6271753"/>
                  </a:lnTo>
                  <a:lnTo>
                    <a:pt x="448411" y="6275573"/>
                  </a:lnTo>
                  <a:lnTo>
                    <a:pt x="444596" y="6268963"/>
                  </a:lnTo>
                  <a:lnTo>
                    <a:pt x="451212" y="6265143"/>
                  </a:lnTo>
                  <a:close/>
                </a:path>
                <a:path w="6723380" h="7035800">
                  <a:moveTo>
                    <a:pt x="525807" y="6396107"/>
                  </a:moveTo>
                  <a:lnTo>
                    <a:pt x="528745" y="6401195"/>
                  </a:lnTo>
                  <a:lnTo>
                    <a:pt x="523657" y="6404133"/>
                  </a:lnTo>
                  <a:lnTo>
                    <a:pt x="520720" y="6399045"/>
                  </a:lnTo>
                  <a:lnTo>
                    <a:pt x="525807" y="6396107"/>
                  </a:lnTo>
                  <a:close/>
                </a:path>
                <a:path w="6723380" h="7035800">
                  <a:moveTo>
                    <a:pt x="600509" y="6526669"/>
                  </a:moveTo>
                  <a:lnTo>
                    <a:pt x="602860" y="6530739"/>
                  </a:lnTo>
                  <a:lnTo>
                    <a:pt x="598785" y="6533090"/>
                  </a:lnTo>
                  <a:lnTo>
                    <a:pt x="596434" y="6529021"/>
                  </a:lnTo>
                  <a:lnTo>
                    <a:pt x="600509" y="6526669"/>
                  </a:lnTo>
                  <a:close/>
                </a:path>
                <a:path w="6723380" h="7035800">
                  <a:moveTo>
                    <a:pt x="675206" y="6657231"/>
                  </a:moveTo>
                  <a:lnTo>
                    <a:pt x="676970" y="6660288"/>
                  </a:lnTo>
                  <a:lnTo>
                    <a:pt x="673914" y="6662047"/>
                  </a:lnTo>
                  <a:lnTo>
                    <a:pt x="672155" y="6658996"/>
                  </a:lnTo>
                  <a:lnTo>
                    <a:pt x="675206" y="6657231"/>
                  </a:lnTo>
                  <a:close/>
                </a:path>
                <a:path w="6723380" h="7035800">
                  <a:moveTo>
                    <a:pt x="749912" y="6787793"/>
                  </a:moveTo>
                  <a:lnTo>
                    <a:pt x="751085" y="6789831"/>
                  </a:lnTo>
                  <a:lnTo>
                    <a:pt x="749048" y="6791010"/>
                  </a:lnTo>
                  <a:lnTo>
                    <a:pt x="747875" y="6788972"/>
                  </a:lnTo>
                  <a:lnTo>
                    <a:pt x="749912" y="6787793"/>
                  </a:lnTo>
                  <a:close/>
                </a:path>
                <a:path w="6723380" h="7035800">
                  <a:moveTo>
                    <a:pt x="823596" y="6918942"/>
                  </a:moveTo>
                  <a:lnTo>
                    <a:pt x="824952" y="6918942"/>
                  </a:lnTo>
                  <a:lnTo>
                    <a:pt x="825201" y="6919374"/>
                  </a:lnTo>
                  <a:lnTo>
                    <a:pt x="823844" y="6919374"/>
                  </a:lnTo>
                  <a:lnTo>
                    <a:pt x="823596" y="6918942"/>
                  </a:lnTo>
                  <a:close/>
                </a:path>
                <a:path w="6723380" h="7035800">
                  <a:moveTo>
                    <a:pt x="22644" y="5817810"/>
                  </a:moveTo>
                  <a:lnTo>
                    <a:pt x="28815" y="5828495"/>
                  </a:lnTo>
                  <a:lnTo>
                    <a:pt x="18124" y="5834667"/>
                  </a:lnTo>
                  <a:lnTo>
                    <a:pt x="11953" y="5823981"/>
                  </a:lnTo>
                  <a:lnTo>
                    <a:pt x="22644" y="5817810"/>
                  </a:lnTo>
                  <a:close/>
                </a:path>
                <a:path w="6723380" h="7035800">
                  <a:moveTo>
                    <a:pt x="97239" y="5948768"/>
                  </a:moveTo>
                  <a:lnTo>
                    <a:pt x="102528" y="5957932"/>
                  </a:lnTo>
                  <a:lnTo>
                    <a:pt x="93365" y="5963221"/>
                  </a:lnTo>
                  <a:lnTo>
                    <a:pt x="88076" y="5954058"/>
                  </a:lnTo>
                  <a:lnTo>
                    <a:pt x="97239" y="5948768"/>
                  </a:lnTo>
                  <a:close/>
                </a:path>
                <a:path w="6723380" h="7035800">
                  <a:moveTo>
                    <a:pt x="171941" y="6079331"/>
                  </a:moveTo>
                  <a:lnTo>
                    <a:pt x="176644" y="6087480"/>
                  </a:lnTo>
                  <a:lnTo>
                    <a:pt x="168500" y="6092183"/>
                  </a:lnTo>
                  <a:lnTo>
                    <a:pt x="163796" y="6084033"/>
                  </a:lnTo>
                  <a:lnTo>
                    <a:pt x="171941" y="6079331"/>
                  </a:lnTo>
                  <a:close/>
                </a:path>
                <a:path w="6723380" h="7035800">
                  <a:moveTo>
                    <a:pt x="246636" y="6209898"/>
                  </a:moveTo>
                  <a:lnTo>
                    <a:pt x="250753" y="6217024"/>
                  </a:lnTo>
                  <a:lnTo>
                    <a:pt x="243634" y="6221134"/>
                  </a:lnTo>
                  <a:lnTo>
                    <a:pt x="239517" y="6214009"/>
                  </a:lnTo>
                  <a:lnTo>
                    <a:pt x="246636" y="6209898"/>
                  </a:lnTo>
                  <a:close/>
                </a:path>
                <a:path w="6723380" h="7035800">
                  <a:moveTo>
                    <a:pt x="321344" y="6340460"/>
                  </a:moveTo>
                  <a:lnTo>
                    <a:pt x="324868" y="6346567"/>
                  </a:lnTo>
                  <a:lnTo>
                    <a:pt x="318762" y="6350091"/>
                  </a:lnTo>
                  <a:lnTo>
                    <a:pt x="315238" y="6343985"/>
                  </a:lnTo>
                  <a:lnTo>
                    <a:pt x="321344" y="6340460"/>
                  </a:lnTo>
                  <a:close/>
                </a:path>
                <a:path w="6723380" h="7035800">
                  <a:moveTo>
                    <a:pt x="395932" y="6471425"/>
                  </a:moveTo>
                  <a:lnTo>
                    <a:pt x="398580" y="6476010"/>
                  </a:lnTo>
                  <a:lnTo>
                    <a:pt x="394001" y="6478651"/>
                  </a:lnTo>
                  <a:lnTo>
                    <a:pt x="391360" y="6474067"/>
                  </a:lnTo>
                  <a:lnTo>
                    <a:pt x="395932" y="6471425"/>
                  </a:lnTo>
                  <a:close/>
                </a:path>
                <a:path w="6723380" h="7035800">
                  <a:moveTo>
                    <a:pt x="470747" y="6601584"/>
                  </a:moveTo>
                  <a:lnTo>
                    <a:pt x="473098" y="6605659"/>
                  </a:lnTo>
                  <a:lnTo>
                    <a:pt x="469023" y="6608011"/>
                  </a:lnTo>
                  <a:lnTo>
                    <a:pt x="466672" y="6603936"/>
                  </a:lnTo>
                  <a:lnTo>
                    <a:pt x="470747" y="6601584"/>
                  </a:lnTo>
                  <a:close/>
                </a:path>
                <a:path w="6723380" h="7035800">
                  <a:moveTo>
                    <a:pt x="545448" y="6732146"/>
                  </a:moveTo>
                  <a:lnTo>
                    <a:pt x="547214" y="6735203"/>
                  </a:lnTo>
                  <a:lnTo>
                    <a:pt x="544157" y="6736968"/>
                  </a:lnTo>
                  <a:lnTo>
                    <a:pt x="542392" y="6733911"/>
                  </a:lnTo>
                  <a:lnTo>
                    <a:pt x="545448" y="6732146"/>
                  </a:lnTo>
                  <a:close/>
                </a:path>
                <a:path w="6723380" h="7035800">
                  <a:moveTo>
                    <a:pt x="620150" y="6862714"/>
                  </a:moveTo>
                  <a:lnTo>
                    <a:pt x="621323" y="6864752"/>
                  </a:lnTo>
                  <a:lnTo>
                    <a:pt x="619292" y="6865924"/>
                  </a:lnTo>
                  <a:lnTo>
                    <a:pt x="618119" y="6863887"/>
                  </a:lnTo>
                  <a:lnTo>
                    <a:pt x="620150" y="6862714"/>
                  </a:lnTo>
                  <a:close/>
                </a:path>
                <a:path w="6723380" h="7035800">
                  <a:moveTo>
                    <a:pt x="42178" y="6154251"/>
                  </a:moveTo>
                  <a:lnTo>
                    <a:pt x="46881" y="6162396"/>
                  </a:lnTo>
                  <a:lnTo>
                    <a:pt x="38742" y="6167098"/>
                  </a:lnTo>
                  <a:lnTo>
                    <a:pt x="34039" y="6158948"/>
                  </a:lnTo>
                  <a:lnTo>
                    <a:pt x="42178" y="6154251"/>
                  </a:lnTo>
                  <a:close/>
                </a:path>
                <a:path w="6723380" h="7035800">
                  <a:moveTo>
                    <a:pt x="116879" y="6284813"/>
                  </a:moveTo>
                  <a:lnTo>
                    <a:pt x="120996" y="6291939"/>
                  </a:lnTo>
                  <a:lnTo>
                    <a:pt x="113870" y="6296049"/>
                  </a:lnTo>
                  <a:lnTo>
                    <a:pt x="109754" y="6288924"/>
                  </a:lnTo>
                  <a:lnTo>
                    <a:pt x="116879" y="6284813"/>
                  </a:lnTo>
                  <a:close/>
                </a:path>
                <a:path w="6723380" h="7035800">
                  <a:moveTo>
                    <a:pt x="191475" y="6415778"/>
                  </a:moveTo>
                  <a:lnTo>
                    <a:pt x="194708" y="6421376"/>
                  </a:lnTo>
                  <a:lnTo>
                    <a:pt x="189111" y="6424609"/>
                  </a:lnTo>
                  <a:lnTo>
                    <a:pt x="185877" y="6419012"/>
                  </a:lnTo>
                  <a:lnTo>
                    <a:pt x="191475" y="6415778"/>
                  </a:lnTo>
                  <a:close/>
                </a:path>
                <a:path w="6723380" h="7035800">
                  <a:moveTo>
                    <a:pt x="266176" y="6546340"/>
                  </a:moveTo>
                  <a:lnTo>
                    <a:pt x="268824" y="6550925"/>
                  </a:lnTo>
                  <a:lnTo>
                    <a:pt x="264245" y="6553566"/>
                  </a:lnTo>
                  <a:lnTo>
                    <a:pt x="261597" y="6548988"/>
                  </a:lnTo>
                  <a:lnTo>
                    <a:pt x="266176" y="6546340"/>
                  </a:lnTo>
                  <a:close/>
                </a:path>
                <a:path w="6723380" h="7035800">
                  <a:moveTo>
                    <a:pt x="340878" y="6676908"/>
                  </a:moveTo>
                  <a:lnTo>
                    <a:pt x="342933" y="6680468"/>
                  </a:lnTo>
                  <a:lnTo>
                    <a:pt x="339373" y="6682523"/>
                  </a:lnTo>
                  <a:lnTo>
                    <a:pt x="337318" y="6678963"/>
                  </a:lnTo>
                  <a:lnTo>
                    <a:pt x="340878" y="6676908"/>
                  </a:lnTo>
                  <a:close/>
                </a:path>
                <a:path w="6723380" h="7035800">
                  <a:moveTo>
                    <a:pt x="415580" y="6807470"/>
                  </a:moveTo>
                  <a:lnTo>
                    <a:pt x="417049" y="6810017"/>
                  </a:lnTo>
                  <a:lnTo>
                    <a:pt x="414508" y="6811486"/>
                  </a:lnTo>
                  <a:lnTo>
                    <a:pt x="413039" y="6808939"/>
                  </a:lnTo>
                  <a:lnTo>
                    <a:pt x="415580" y="6807470"/>
                  </a:lnTo>
                  <a:close/>
                </a:path>
                <a:path w="6723380" h="7035800">
                  <a:moveTo>
                    <a:pt x="490281" y="6938032"/>
                  </a:moveTo>
                  <a:lnTo>
                    <a:pt x="491164" y="6939554"/>
                  </a:lnTo>
                  <a:lnTo>
                    <a:pt x="489636" y="6940437"/>
                  </a:lnTo>
                  <a:lnTo>
                    <a:pt x="488753" y="6938914"/>
                  </a:lnTo>
                  <a:lnTo>
                    <a:pt x="490281" y="6938032"/>
                  </a:lnTo>
                  <a:close/>
                </a:path>
                <a:path w="6723380" h="7035800">
                  <a:moveTo>
                    <a:pt x="61606" y="6491096"/>
                  </a:moveTo>
                  <a:lnTo>
                    <a:pt x="64544" y="6496184"/>
                  </a:lnTo>
                  <a:lnTo>
                    <a:pt x="59450" y="6499121"/>
                  </a:lnTo>
                  <a:lnTo>
                    <a:pt x="56513" y="6494033"/>
                  </a:lnTo>
                  <a:lnTo>
                    <a:pt x="61606" y="6491096"/>
                  </a:lnTo>
                  <a:close/>
                </a:path>
                <a:path w="6723380" h="7035800">
                  <a:moveTo>
                    <a:pt x="136308" y="6621658"/>
                  </a:moveTo>
                  <a:lnTo>
                    <a:pt x="138659" y="6625733"/>
                  </a:lnTo>
                  <a:lnTo>
                    <a:pt x="134590" y="6628078"/>
                  </a:lnTo>
                  <a:lnTo>
                    <a:pt x="132239" y="6624009"/>
                  </a:lnTo>
                  <a:lnTo>
                    <a:pt x="136308" y="6621658"/>
                  </a:lnTo>
                  <a:close/>
                </a:path>
                <a:path w="6723380" h="7035800">
                  <a:moveTo>
                    <a:pt x="211010" y="6752220"/>
                  </a:moveTo>
                  <a:lnTo>
                    <a:pt x="212775" y="6755282"/>
                  </a:lnTo>
                  <a:lnTo>
                    <a:pt x="209724" y="6757041"/>
                  </a:lnTo>
                  <a:lnTo>
                    <a:pt x="207959" y="6753985"/>
                  </a:lnTo>
                  <a:lnTo>
                    <a:pt x="211010" y="6752220"/>
                  </a:lnTo>
                  <a:close/>
                </a:path>
                <a:path w="6723380" h="7035800">
                  <a:moveTo>
                    <a:pt x="285711" y="6882787"/>
                  </a:moveTo>
                  <a:lnTo>
                    <a:pt x="286890" y="6884819"/>
                  </a:lnTo>
                  <a:lnTo>
                    <a:pt x="284852" y="6885998"/>
                  </a:lnTo>
                  <a:lnTo>
                    <a:pt x="283679" y="6883960"/>
                  </a:lnTo>
                  <a:lnTo>
                    <a:pt x="285711" y="6882787"/>
                  </a:lnTo>
                  <a:close/>
                </a:path>
                <a:path w="6723380" h="7035800">
                  <a:moveTo>
                    <a:pt x="360525" y="7012953"/>
                  </a:moveTo>
                  <a:lnTo>
                    <a:pt x="361402" y="7014475"/>
                  </a:lnTo>
                  <a:lnTo>
                    <a:pt x="359880" y="7015351"/>
                  </a:lnTo>
                  <a:lnTo>
                    <a:pt x="358997" y="7013829"/>
                  </a:lnTo>
                  <a:lnTo>
                    <a:pt x="360525" y="7012953"/>
                  </a:lnTo>
                  <a:close/>
                </a:path>
                <a:path w="6723380" h="7035800">
                  <a:moveTo>
                    <a:pt x="6333" y="6697384"/>
                  </a:moveTo>
                  <a:lnTo>
                    <a:pt x="8097" y="6700434"/>
                  </a:lnTo>
                  <a:lnTo>
                    <a:pt x="5041" y="6702199"/>
                  </a:lnTo>
                  <a:lnTo>
                    <a:pt x="3282" y="6699143"/>
                  </a:lnTo>
                  <a:lnTo>
                    <a:pt x="6333" y="6697384"/>
                  </a:lnTo>
                  <a:close/>
                </a:path>
                <a:path w="6723380" h="7035800">
                  <a:moveTo>
                    <a:pt x="81247" y="6827140"/>
                  </a:moveTo>
                  <a:lnTo>
                    <a:pt x="83013" y="6830197"/>
                  </a:lnTo>
                  <a:lnTo>
                    <a:pt x="79962" y="6831962"/>
                  </a:lnTo>
                  <a:lnTo>
                    <a:pt x="78197" y="6828899"/>
                  </a:lnTo>
                  <a:lnTo>
                    <a:pt x="81247" y="6827140"/>
                  </a:lnTo>
                  <a:close/>
                </a:path>
                <a:path w="6723380" h="7035800">
                  <a:moveTo>
                    <a:pt x="155955" y="6957702"/>
                  </a:moveTo>
                  <a:lnTo>
                    <a:pt x="157128" y="6959740"/>
                  </a:lnTo>
                  <a:lnTo>
                    <a:pt x="155090" y="6960912"/>
                  </a:lnTo>
                  <a:lnTo>
                    <a:pt x="153917" y="6958881"/>
                  </a:lnTo>
                  <a:lnTo>
                    <a:pt x="155955" y="6957702"/>
                  </a:lnTo>
                  <a:close/>
                </a:path>
                <a:path w="6723380" h="7035800">
                  <a:moveTo>
                    <a:pt x="26086" y="7033020"/>
                  </a:moveTo>
                  <a:lnTo>
                    <a:pt x="26969" y="7034548"/>
                  </a:lnTo>
                  <a:lnTo>
                    <a:pt x="25440" y="7035431"/>
                  </a:lnTo>
                  <a:lnTo>
                    <a:pt x="24558" y="7033902"/>
                  </a:lnTo>
                  <a:lnTo>
                    <a:pt x="26086" y="703302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365" rIns="0" bIns="0" rtlCol="0">
            <a:spAutoFit/>
          </a:bodyPr>
          <a:lstStyle/>
          <a:p>
            <a:pPr marL="969010">
              <a:lnSpc>
                <a:spcPct val="100000"/>
              </a:lnSpc>
              <a:spcBef>
                <a:spcPts val="115"/>
              </a:spcBef>
            </a:pPr>
            <a:r>
              <a:rPr sz="5450" b="1" spc="-55" dirty="0">
                <a:solidFill>
                  <a:srgbClr val="4574A6"/>
                </a:solidFill>
                <a:latin typeface="Tahoma"/>
                <a:cs typeface="Tahoma"/>
              </a:rPr>
              <a:t>FEASIBILITY</a:t>
            </a:r>
            <a:r>
              <a:rPr sz="5450" b="1" spc="-32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30" dirty="0">
                <a:solidFill>
                  <a:srgbClr val="4574A6"/>
                </a:solidFill>
                <a:latin typeface="Tahoma"/>
                <a:cs typeface="Tahoma"/>
              </a:rPr>
              <a:t>STUDY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9382" y="4489680"/>
            <a:ext cx="1865630" cy="3589020"/>
            <a:chOff x="1219382" y="4489680"/>
            <a:chExt cx="1865630" cy="35890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9618" y="7183303"/>
              <a:ext cx="895349" cy="895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382" y="4489680"/>
              <a:ext cx="1109053" cy="11090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87619" y="4657917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4" h="772795">
                  <a:moveTo>
                    <a:pt x="386290" y="772580"/>
                  </a:moveTo>
                  <a:lnTo>
                    <a:pt x="337834" y="769570"/>
                  </a:lnTo>
                  <a:lnTo>
                    <a:pt x="291175" y="760782"/>
                  </a:lnTo>
                  <a:lnTo>
                    <a:pt x="246674" y="746578"/>
                  </a:lnTo>
                  <a:lnTo>
                    <a:pt x="204693" y="727320"/>
                  </a:lnTo>
                  <a:lnTo>
                    <a:pt x="165594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7"/>
                  </a:lnTo>
                  <a:lnTo>
                    <a:pt x="26001" y="525906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4" y="69210"/>
                  </a:lnTo>
                  <a:lnTo>
                    <a:pt x="204693" y="45259"/>
                  </a:lnTo>
                  <a:lnTo>
                    <a:pt x="246674" y="26001"/>
                  </a:lnTo>
                  <a:lnTo>
                    <a:pt x="291175" y="11797"/>
                  </a:lnTo>
                  <a:lnTo>
                    <a:pt x="337834" y="3009"/>
                  </a:lnTo>
                  <a:lnTo>
                    <a:pt x="386290" y="0"/>
                  </a:lnTo>
                  <a:lnTo>
                    <a:pt x="434745" y="3009"/>
                  </a:lnTo>
                  <a:lnTo>
                    <a:pt x="481404" y="11797"/>
                  </a:lnTo>
                  <a:lnTo>
                    <a:pt x="525905" y="26001"/>
                  </a:lnTo>
                  <a:lnTo>
                    <a:pt x="567887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6"/>
                  </a:lnTo>
                  <a:lnTo>
                    <a:pt x="727320" y="567887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7" y="727320"/>
                  </a:lnTo>
                  <a:lnTo>
                    <a:pt x="525905" y="746578"/>
                  </a:lnTo>
                  <a:lnTo>
                    <a:pt x="481404" y="760782"/>
                  </a:lnTo>
                  <a:lnTo>
                    <a:pt x="434745" y="769570"/>
                  </a:lnTo>
                  <a:lnTo>
                    <a:pt x="386290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48115" y="4651633"/>
            <a:ext cx="252095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185" dirty="0">
                <a:solidFill>
                  <a:srgbClr val="4574A6"/>
                </a:solidFill>
                <a:latin typeface="Tahoma"/>
                <a:cs typeface="Tahoma"/>
              </a:rPr>
              <a:t>1</a:t>
            </a:r>
            <a:endParaRPr sz="45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907646" y="3188992"/>
            <a:ext cx="7380605" cy="7098030"/>
            <a:chOff x="10907646" y="3188992"/>
            <a:chExt cx="7380605" cy="7098030"/>
          </a:xfrm>
        </p:grpSpPr>
        <p:sp>
          <p:nvSpPr>
            <p:cNvPr id="12" name="object 12"/>
            <p:cNvSpPr/>
            <p:nvPr/>
          </p:nvSpPr>
          <p:spPr>
            <a:xfrm>
              <a:off x="11485706" y="3188992"/>
              <a:ext cx="6802755" cy="7098030"/>
            </a:xfrm>
            <a:custGeom>
              <a:avLst/>
              <a:gdLst/>
              <a:ahLst/>
              <a:cxnLst/>
              <a:rect l="l" t="t" r="r" b="b"/>
              <a:pathLst>
                <a:path w="6802755" h="70980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2755" h="70980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2755" h="70980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2755" h="70980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2755" h="70980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02755" h="70980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2755" h="70980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2755" h="70980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2755" h="70980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2755" h="70980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2755" h="70980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2755" h="70980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2755" h="70980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2755" h="70980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2755" h="70980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2755" h="70980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02755" h="70980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2755" h="70980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2755" h="70980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2755" h="70980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2755" h="70980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2755" h="70980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2755" h="70980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2755" h="70980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2755" h="70980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2755" h="70980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2755" h="70980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2755" h="70980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2755" h="70980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2755" h="70980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2755" h="70980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2755" h="70980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2755" h="70980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2755" h="70980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2755" h="70980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2755" h="70980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2755" h="70980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2755" h="70980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2755" h="70980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2755" h="70980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2755" h="70980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2755" h="70980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2755" h="70980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2755" h="70980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2755" h="70980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2755" h="70980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2755" h="70980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2755" h="70980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2755" h="70980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2755" h="70980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2755" h="70980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2755" h="70980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2755" h="70980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2755" h="70980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2755" h="70980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2755" h="70980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2755" h="70980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2755" h="70980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2755" h="70980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2755" h="70980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2755" h="70980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2755" h="70980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2755" h="70980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2755" h="70980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2755" h="70980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2755" h="70980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2755" h="70980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2755" h="70980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2755" h="70980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2755" h="70980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2755" h="70980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2755" h="70980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2755" h="70980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2755" h="70980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02755" h="70980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2755" h="70980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2755" h="70980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2755" h="70980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2755" h="70980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2755" h="70980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2755" h="70980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2755" h="70980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2755" h="70980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2755" h="70980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2755" h="70980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2755" h="70980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2755" h="70980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2755" h="70980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2755" h="70980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2755" h="70980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2755" h="70980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2755" h="70980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2755" h="70980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2755" h="70980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2755" h="70980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2755" h="70980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2755" h="70980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2755" h="70980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2755" h="70980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2755" h="70980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2755" h="70980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2755" h="70980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2755" h="70980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2755" h="70980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2755" h="70980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2755" h="70980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2755" h="70980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02755" h="70980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2755" h="70980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2755" h="70980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2755" h="70980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2755" h="70980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2755" h="70980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2755" h="70980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2755" h="70980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2755" h="70980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2755" h="70980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2755" h="70980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2755" h="70980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2755" h="70980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2755" h="70980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2755" h="70980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2755" h="70980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2755" h="70980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2755" h="70980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2755" h="70980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2755" h="70980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2755" h="70980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2755" h="70980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2755" h="70980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2755" h="70980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2755" h="70980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2755" h="70980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2755" h="70980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2755" h="70980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2755" h="70980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2755" h="70980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2755" h="70980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2755" h="70980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2755" h="70980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2755" h="70980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2755" h="70980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2755" h="70980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2755" h="70980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2755" h="70980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2755" h="70980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2755" h="70980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2755" h="70980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2755" h="70980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2755" h="70980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2755" h="70980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2755" h="70980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2755" h="70980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2755" h="70980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2755" h="70980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2755" h="70980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2755" h="70980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2755" h="70980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2755" h="70980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2755" h="70980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2755" h="70980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2755" h="70980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2755" h="70980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2755" h="70980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2755" h="70980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2755" h="70980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2755" h="7098030">
                  <a:moveTo>
                    <a:pt x="2501315" y="7098006"/>
                  </a:moveTo>
                  <a:lnTo>
                    <a:pt x="2478924" y="7098006"/>
                  </a:lnTo>
                  <a:lnTo>
                    <a:pt x="2478456" y="7097195"/>
                  </a:lnTo>
                  <a:lnTo>
                    <a:pt x="2495248" y="7087499"/>
                  </a:lnTo>
                  <a:lnTo>
                    <a:pt x="2501315" y="7098006"/>
                  </a:lnTo>
                  <a:close/>
                </a:path>
                <a:path w="6802755" h="70980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2755" h="70980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2755" h="70980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2755" h="70980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2755" h="70980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2755" h="70980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2755" h="70980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2755" h="70980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2755" h="70980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2755" h="70980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2755" h="70980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2755" h="70980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2755" h="70980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2755" h="70980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2755" h="70980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2755" h="70980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2755" h="70980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2755" h="70980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2755" h="70980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2755" h="70980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2755" h="70980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2755" h="70980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2755" h="70980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2755" h="70980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2755" h="70980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2755" h="70980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2755" h="70980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2755" h="70980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2755" h="70980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2755" h="70980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2755" h="70980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2755" h="70980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2755" h="70980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2755" h="70980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2755" h="70980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2755" h="70980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2755" h="70980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2755" h="70980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2755" h="70980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2755" h="70980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2755" h="70980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2755" h="70980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2755" h="70980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2755" h="70980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2755" h="70980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2755" h="70980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2755" h="7098030">
                  <a:moveTo>
                    <a:pt x="2823725" y="7098006"/>
                  </a:moveTo>
                  <a:lnTo>
                    <a:pt x="2820207" y="7098006"/>
                  </a:ln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3725" y="7098006"/>
                  </a:lnTo>
                  <a:close/>
                </a:path>
                <a:path w="6802755" h="70980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2755" h="70980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2755" h="70980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2755" h="70980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2755" h="70980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2755" h="70980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2755" h="70980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2755" h="70980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2755" h="70980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2755" h="70980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2755" h="70980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2755" h="70980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2755" h="70980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2755" h="70980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2755" h="70980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2755" h="70980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2755" h="70980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2755" h="70980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2755" h="70980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2755" h="70980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2755" h="70980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2755" h="70980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2755" h="70980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2755" h="70980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2755" h="70980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2755" h="70980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2755" h="70980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2755" h="70980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2755" h="70980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2755" h="70980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2755" h="70980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2755" h="70980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2755" h="70980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2755" h="70980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2755" h="70980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2755" h="70980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2755" h="70980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2755" h="70980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2755" h="70980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2755" h="70980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2755" h="70980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2755" h="70980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2755" h="70980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2755" h="70980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2755" h="70980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2755" h="70980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2755" h="70980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2755" h="70980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2755" h="70980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2755" h="70980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2755" h="70980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02755" h="70980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2755" h="70980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2755" h="70980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2755" h="70980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2755" h="70980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2755" h="70980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2755" h="70980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2755" h="70980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2755" h="70980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2755" h="70980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2755" h="70980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2755" h="70980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2755" h="70980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2755" h="70980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2755" h="70980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2755" h="70980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2755" h="70980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2755" h="70980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2755" h="70980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2755" h="70980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2755" h="70980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2755" h="70980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2755" h="70980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2755" h="70980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2755" h="70980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2755" h="70980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2755" h="70980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2755" h="70980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2755" h="70980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2755" h="70980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2755" h="70980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2755" h="70980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2755" h="70980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2755" h="70980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2755" h="70980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2755" h="70980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2755" h="70980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2755" h="70980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2755" h="70980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2755" h="70980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2755" h="70980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2755" h="70980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2755" h="70980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2755" h="70980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2755" h="70980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2755" h="70980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2755" h="70980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2755" h="70980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2755" h="70980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2755" h="70980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2755" h="70980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2755" h="70980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2755" h="70980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2755" h="70980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2755" h="70980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02755" h="70980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2755" h="70980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2755" h="70980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2755" h="70980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2755" h="70980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2755" h="70980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2755" h="70980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2755" h="70980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2755" h="70980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2755" h="70980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2755" h="70980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2755" h="70980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2755" h="70980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2755" h="70980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2755" h="70980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2755" h="70980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2755" h="70980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2755" h="70980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2755" h="70980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2755" h="70980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2755" h="70980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2755" h="70980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2755" h="70980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2755" h="70980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2755" h="70980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2755" h="70980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2755" h="70980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2755" h="70980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2755" h="7098030">
                  <a:moveTo>
                    <a:pt x="3721221" y="7098006"/>
                  </a:moveTo>
                  <a:lnTo>
                    <a:pt x="3681193" y="7098006"/>
                  </a:lnTo>
                  <a:lnTo>
                    <a:pt x="3676007" y="7089021"/>
                  </a:lnTo>
                  <a:lnTo>
                    <a:pt x="3706031" y="7071690"/>
                  </a:lnTo>
                  <a:lnTo>
                    <a:pt x="3721221" y="7098006"/>
                  </a:lnTo>
                  <a:close/>
                </a:path>
                <a:path w="6802755" h="70980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2755" h="70980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2755" h="70980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2755" h="70980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2755" h="70980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2755" h="70980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2755" h="70980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2755" h="70980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2755" h="70980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2755" h="70980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2755" h="70980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2755" h="70980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2755" h="70980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2755" h="70980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2755" h="70980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2755" h="70980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2755" h="70980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2755" h="70980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2755" h="70980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2755" h="70980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2755" h="70980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2755" h="70980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2755" h="70980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2755" h="70980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2755" h="70980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2755" h="70980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2755" h="70980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2755" h="70980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2755" h="70980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2755" h="70980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2755" h="70980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2755" h="70980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2755" h="70980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2755" h="70980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2755" h="70980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2755" h="70980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2755" h="70980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2755" h="70980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2755" h="70980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2755" h="70980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2755" h="70980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2755" h="70980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2755" h="70980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2755" h="70980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2755" h="70980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2755" h="70980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2755" h="70980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2755" h="70980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2755" h="70980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2755" h="70980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2755" h="70980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2755" h="70980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2755" h="70980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2755" h="70980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2755" h="70980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2755" h="70980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2755" h="70980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2755" h="70980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2755" h="70980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2755" h="70980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2755" h="70980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2755" h="7098030">
                  <a:moveTo>
                    <a:pt x="4042379" y="7098006"/>
                  </a:moveTo>
                  <a:lnTo>
                    <a:pt x="4019749" y="7098006"/>
                  </a:ln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42379" y="7098006"/>
                  </a:lnTo>
                  <a:close/>
                </a:path>
                <a:path w="6802755" h="70980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2755" h="70980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2755" h="70980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2755" h="70980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2755" h="70980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2755" h="70980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2755" h="70980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2755" h="70980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2755" h="70980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2755" h="70980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2755" h="70980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2755" h="70980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2755" h="70980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2755" h="70980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2755" h="70980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2755" h="70980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2755" h="70980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2755" h="70980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2755" h="70980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2755" h="70980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2755" h="70980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2755" h="70980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2755" h="70980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2755" h="70980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2755" h="70980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2755" h="70980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2755" h="70980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2755" h="70980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2755" h="70980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2755" h="70980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2755" h="70980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2755" h="70980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2755" h="70980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2755" h="70980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2755" h="70980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2755" h="70980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2755" h="70980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2755" h="70980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2755" h="70980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2755" h="70980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2755" h="70980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2755" h="70980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2755" h="70980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2755" h="70980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2755" h="70980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2755" h="70980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2755" h="70980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2755" h="70980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2755" h="70980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2755" h="70980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2755" h="70980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2755" h="70980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2755" h="70980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2755" h="70980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2755" h="70980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2755" h="70980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2755" h="70980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2755" h="70980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2755" h="70980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2755" h="70980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2755" h="70980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2755" h="70980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2755" h="70980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2755" h="70980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2755" h="70980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2755" h="70980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02755" h="70980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2755" h="70980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2755" h="70980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2755" h="70980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2755" h="70980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2755" h="70980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2755" h="70980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2755" h="70980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2755" h="70980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2755" h="70980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2755" h="70980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2755" h="70980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2755" h="70980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2755" h="70980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2755" h="70980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2755" h="70980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2755" h="70980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2755" h="70980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2755" h="70980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2755" h="70980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2755" h="70980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2755" h="70980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2755" h="70980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2755" h="70980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2755" h="70980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2755" h="70980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2755" h="70980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2755" h="70980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2755" h="70980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2755" h="70980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2755" h="70980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2755" h="70980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2755" h="70980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2755" h="70980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2755" h="7098030">
                  <a:moveTo>
                    <a:pt x="4589003" y="7098006"/>
                  </a:moveTo>
                  <a:lnTo>
                    <a:pt x="4554762" y="7098006"/>
                  </a:lnTo>
                  <a:lnTo>
                    <a:pt x="4580442" y="7083176"/>
                  </a:lnTo>
                  <a:lnTo>
                    <a:pt x="4589003" y="7098006"/>
                  </a:lnTo>
                  <a:close/>
                </a:path>
                <a:path w="6802755" h="70980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2755" h="70980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2755" h="70980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2755" h="70980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2755" h="70980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2755" h="70980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2755" h="70980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2755" h="70980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2755" h="70980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2755" h="70980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2755" h="70980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2755" h="70980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2755" h="70980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2755" h="70980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2755" h="70980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2755" h="70980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2755" h="70980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2755" h="70980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2755" h="70980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2755" h="70980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2755" h="70980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2755" h="70980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2755" h="70980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2755" h="70980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2755" h="70980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2755" h="70980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2755" h="70980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2755" h="70980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2755" h="70980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2755" h="70980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2755" h="70980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2755" h="70980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2755" h="70980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2755" h="70980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2755" h="70980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2755" h="70980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02755" h="70980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2755" h="70980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2755" h="70980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2755" h="70980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2755" h="70980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2755" h="70980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2755" h="70980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2755" h="70980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2755" h="70980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2755" h="70980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2755" h="70980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2755" h="70980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2755" h="70980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2755" h="70980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2755" h="70980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2755" h="70980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2755" h="70980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2755" h="70980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2755" h="70980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2755" h="70980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2755" h="70980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2755" h="70980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2755" h="70980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2755" h="70980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2755" h="70980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2755" h="70980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2755" h="70980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2755" h="70980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2755" h="70980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2755" h="70980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2755" h="70980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2755" h="70980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2755" h="70980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2755" h="70980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2755" h="70980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2755" h="7098030">
                  <a:moveTo>
                    <a:pt x="4944193" y="7098006"/>
                  </a:moveTo>
                  <a:lnTo>
                    <a:pt x="4880408" y="7098006"/>
                  </a:lnTo>
                  <a:lnTo>
                    <a:pt x="4869944" y="7079881"/>
                  </a:lnTo>
                  <a:lnTo>
                    <a:pt x="4917784" y="7052262"/>
                  </a:lnTo>
                  <a:lnTo>
                    <a:pt x="4944193" y="7098006"/>
                  </a:lnTo>
                  <a:close/>
                </a:path>
                <a:path w="6802755" h="70980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2755" h="70980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2755" h="70980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2755" h="70980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2755" h="70980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2755" h="70980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2755" h="70980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2755" h="70980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2755" h="70980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2755" h="70980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2755" h="70980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2755" h="70980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2755" h="70980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2755" h="70980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2755" h="70980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2755" h="70980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2755" h="70980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2755" h="70980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2755" h="70980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2755" h="70980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2755" h="70980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2755" h="70980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2755" h="70980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2755" h="70980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2755" h="70980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2755" h="70980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2755" h="70980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2755" h="70980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2755" h="70980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2755" h="70980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2755" h="70980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2755" h="70980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2755" h="70980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2755" h="70980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2755" h="70980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2755" h="70980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2755" h="70980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2755" h="70980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02755" h="70980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2755" h="70980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2755" h="70980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2755" h="70980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2755" h="70980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2755" h="70980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2755" h="70980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2755" h="70980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2755" h="70980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2755" h="70980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2755" h="70980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2755" h="70980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2755" h="70980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2755" h="70980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2755" h="70980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2755" h="70980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2755" h="70980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2755" h="70980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2755" h="70980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2755" h="70980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2755" h="70980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2755" h="70980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2755" h="70980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2755" h="70980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2755" h="70980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2755" h="70980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2755" h="70980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2755" h="70980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2755" h="70980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2755" h="70980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2755" h="70980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2755" h="70980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2755" h="70980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2755" h="70980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2755" h="70980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2755" h="70980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2755" h="70980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2755" h="7098030">
                  <a:moveTo>
                    <a:pt x="5263966" y="7098006"/>
                  </a:moveTo>
                  <a:lnTo>
                    <a:pt x="5217616" y="709800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63966" y="7098006"/>
                  </a:lnTo>
                  <a:close/>
                </a:path>
                <a:path w="6802755" h="70980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2755" h="70980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2755" h="70980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2755" h="70980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2755" h="70980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2755" h="70980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2755" h="70980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2755" h="70980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2755" h="70980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2755" h="70980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2755" h="70980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2755" h="70980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2755" h="70980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2755" h="70980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2755" h="70980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2755" h="70980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2755" h="70980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2755" h="70980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2755" h="70980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2755" h="70980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2755" h="70980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2755" h="70980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2755" h="70980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2755" h="70980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2755" h="70980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2755" h="70980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2755" h="70980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2755" h="70980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2755" h="70980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2755" h="70980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2755" h="70980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2755" h="70980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2755" h="70980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2755" h="70980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2755" h="70980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2755" h="70980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2755" h="70980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2755" h="70980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2755" h="70980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2755" h="70980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2755" h="70980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2755" h="70980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2755" h="70980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2755" h="70980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2755" h="70980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2755" h="70980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2755" h="70980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2755" h="70980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2755" h="70980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2755" h="70980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2755" h="70980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2755" h="70980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2755" h="70980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2755" h="70980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2755" h="70980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2755" h="70980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2755" h="70980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2755" h="70980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2755" h="70980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2755" h="70980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2755" h="70980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2755" h="70980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2755" h="70980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2755" h="70980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2755" h="70980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2755" h="70980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2755" h="70980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2755" h="70980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2755" h="70980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2755" h="70980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2755" h="70980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2755" h="70980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2755" h="70980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2755" h="70980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2755" h="70980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2755" h="70980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2755" h="70980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2755" h="7098030">
                  <a:moveTo>
                    <a:pt x="5578317" y="7098006"/>
                  </a:moveTo>
                  <a:lnTo>
                    <a:pt x="5555165" y="709800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78317" y="7098006"/>
                  </a:lnTo>
                  <a:close/>
                </a:path>
                <a:path w="6802755" h="70980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2755" h="70980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2755" h="70980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2755" h="70980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2755" h="70980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2755" h="70980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2755" h="70980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2755" h="70980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2755" h="70980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2755" h="70980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2755" h="70980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2755" h="70980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2755" h="70980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2755" h="70980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2755" h="70980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2755" h="70980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2755" h="70980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2755" h="70980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2755" h="70980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2755" h="70980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2755" h="70980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2755" h="70980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2755" h="70980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2755" h="70980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2755" h="70980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2755" h="70980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2755" h="70980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2755" h="70980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2755" h="70980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2755" h="70980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2755" h="70980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2755" h="70980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2755" h="70980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2755" h="70980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2755" h="70980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2755" h="70980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2755" h="70980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2755" h="70980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2755" h="70980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2755" h="70980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2755" h="7098030">
                  <a:moveTo>
                    <a:pt x="5810947" y="7098006"/>
                  </a:moveTo>
                  <a:lnTo>
                    <a:pt x="5743776" y="7098006"/>
                  </a:lnTo>
                  <a:lnTo>
                    <a:pt x="5741486" y="7094041"/>
                  </a:lnTo>
                  <a:lnTo>
                    <a:pt x="5791867" y="7064952"/>
                  </a:lnTo>
                  <a:lnTo>
                    <a:pt x="5810947" y="7098006"/>
                  </a:lnTo>
                  <a:close/>
                </a:path>
                <a:path w="6802755" h="70980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2755" h="70980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2755" h="70980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2755" h="70980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2755" h="70980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2755" h="70980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2755" h="70980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2755" h="70980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2755" h="70980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2755" h="70980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2755" h="70980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2755" h="70980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2755" h="70980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2755" h="70980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2755" h="70980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2755" h="70980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2755" h="70980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2755" h="70980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2755" h="70980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2755" h="70980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2755" h="70980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2755" h="70980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2755" h="70980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2755" h="70980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2755" h="70980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2755" h="70980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2755" h="70980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2755" h="70980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2755" h="70980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2755" h="70980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2755" h="70980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2755" h="70980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2755" h="70980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2755" h="70980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2755" h="70980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2755" h="70980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2755" h="70980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2755" h="70980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2755" h="70980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2755" h="70980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2755" h="70980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2755" h="70980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2755" h="70980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2755" h="70980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2755" h="70980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2755" h="70980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2755" h="70980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2755" h="70980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2755" h="70980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2755" h="70980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2755" h="70980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2755" h="70980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2755" h="70980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2755" h="70980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2755" h="70980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2755" h="70980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2755" h="70980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2755" h="70980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2755" h="70980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2755" h="70980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2755" h="70980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2755" h="70980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2755" h="70980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2755" h="70980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2755" h="70980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2755" h="70980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2755" h="7098030">
                  <a:moveTo>
                    <a:pt x="6802291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2291" y="1668865"/>
                  </a:lnTo>
                  <a:close/>
                </a:path>
                <a:path w="6802755" h="70980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2755" h="70980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2755" h="70980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2755" h="70980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2755" h="70980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2755" h="70980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2755" h="70980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2755" h="70980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2755" h="70980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2755" h="70980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2755" h="70980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2755" h="70980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2755" h="70980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2755" h="70980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2755" h="70980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2755" h="70980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2755" h="70980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2755" h="70980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2755" h="70980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2755" h="70980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2755" h="70980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2755" h="70980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2755" h="70980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2755" h="70980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2755" h="70980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2755" h="70980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2755" h="70980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2755" h="70980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2755" h="70980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2755" h="70980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2755" h="70980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2755" h="70980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2755" h="70980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2755" h="70980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2755" h="70980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2755" h="70980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2755" h="70980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2755" h="70980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2755" h="70980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2755" h="70980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2755" h="70980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2755" h="70980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2755" h="70980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2755" h="70980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2755" h="70980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2755" h="70980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2755" h="70980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2755" h="70980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2755" h="70980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2755" h="70980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2755" h="70980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2755" h="70980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2755" h="70980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2755" h="70980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2755" h="70980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2755" h="70980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2755" h="70980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2755" h="70980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2755" h="70980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2755" h="70980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2755" h="70980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2755" h="70980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2755" h="70980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2755" h="70980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2755" h="70980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2755" h="70980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2755" h="70980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2755" h="70980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2755" h="70980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2755" h="70980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2755" h="70980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2755" h="70980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2755" h="70980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2755" h="70980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2755" h="70980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2755" h="70980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2755" h="70980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2755" h="70980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2755" h="70980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2755" h="70980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2755" h="70980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2755" h="70980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2755" h="70980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2755" h="70980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2755" h="70980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2755" h="70980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2755" h="70980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2755" h="70980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2755" h="70980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2755" h="70980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2755" h="70980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2755" h="70980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2755" h="70980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2755" h="70980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2755" h="70980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2755" h="70980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2755" h="70980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2755" h="70980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2755" h="70980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2755" h="70980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2755" h="70980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2755" h="70980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2755" h="70980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2755" h="70980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2755" h="70980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2755" h="70980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2755" h="70980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2755" h="70980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2755" h="70980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2755" h="70980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2755" h="70980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2755" h="70980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2755" h="70980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2755" h="70980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2755" h="70980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2755" h="70980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2755" h="70980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2755" h="70980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2755" h="70980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2755" h="70980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2755" h="70980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2755" h="70980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2755" h="70980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2755" h="70980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2755" h="70980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2755" h="70980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2755" h="70980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2755" h="70980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2755" h="70980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2755" h="70980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2755" h="70980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2755" h="70980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2755" h="70980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2755" h="70980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2755" h="70980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2755" h="70980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2755" h="70980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2755" h="70980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2755" h="70980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2755" h="70980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2755" h="70980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2755" h="70980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2755" h="70980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2755" h="70980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2755" h="70980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2755" h="70980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2755" h="70980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2755" h="70980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2755" h="70980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2755" h="70980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2755" h="70980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2755" h="70980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2755" h="70980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2755" h="70980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2755" h="70980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2755" h="70980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2755" h="70980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2755" h="70980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2755" h="70980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2755" h="7098030">
                  <a:moveTo>
                    <a:pt x="6802291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2291" y="2862665"/>
                  </a:lnTo>
                  <a:lnTo>
                    <a:pt x="6802291" y="2888065"/>
                  </a:lnTo>
                  <a:close/>
                </a:path>
                <a:path w="6802755" h="70980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2755" h="70980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2755" h="70980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2755" h="70980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2755" h="70980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2755" h="70980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2755" h="70980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2755" h="70980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2755" h="70980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2755" h="70980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2755" h="70980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2755" h="70980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2755" h="70980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2755" h="70980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2755" h="70980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2755" h="70980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2755" h="70980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2755" h="70980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2755" h="70980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2755" h="70980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2755" h="70980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2755" h="70980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2755" h="70980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2755" h="70980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2755" h="70980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2755" h="70980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2755" h="70980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2755" h="70980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2755" h="70980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2755" h="70980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2755" h="70980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2755" h="70980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2755" h="70980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2755" h="70980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2755" h="70980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2755" h="70980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2755" h="70980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2755" h="70980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2755" h="70980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2755" h="70980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2755" h="70980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2755" h="70980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2755" h="70980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2755" h="70980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2755" h="70980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2755" h="70980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2755" h="70980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2755" h="70980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2755" h="70980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2755" h="70980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2755" h="70980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2755" h="70980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2755" h="70980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2755" h="70980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2755" h="70980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2755" h="70980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2755" h="70980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2755" h="70980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2755" h="70980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2755" h="70980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2755" h="70980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2755" h="70980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2755" h="70980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2755" h="70980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2755" h="70980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2755" h="70980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2755" h="70980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2755" h="70980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2755" h="70980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2755" h="70980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2755" h="70980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2755" h="70980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2755" h="70980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2755" h="70980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2755" h="70980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2755" h="70980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2755" h="70980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2755" h="70980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2755" h="70980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2755" h="70980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2755" h="70980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2755" h="70980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2755" h="70980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2755" h="70980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2755" h="70980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2755" h="70980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2755" h="70980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2755" h="70980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2755" h="70980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2755" h="70980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2755" h="70980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2755" h="70980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2755" h="70980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2755" h="70980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2755" h="70980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2755" h="70980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2755" h="70980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2755" h="70980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2755" h="70980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2755" h="70980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2755" h="70980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2755" h="70980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2755" h="70980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2755" h="70980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2755" h="70980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2755" h="70980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2755" h="70980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2755" h="70980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2755" h="70980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2755" h="70980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2755" h="70980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2755" h="70980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2755" h="70980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2755" h="70980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2755" h="7098030">
                  <a:moveTo>
                    <a:pt x="6802291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2291" y="3738965"/>
                  </a:lnTo>
                  <a:lnTo>
                    <a:pt x="6802291" y="3764365"/>
                  </a:lnTo>
                  <a:close/>
                </a:path>
                <a:path w="6802755" h="70980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2755" h="70980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2755" h="70980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2755" h="70980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2755" h="70980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2755" h="70980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2755" h="70980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2755" h="70980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2755" h="70980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2755" h="70980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2755" h="70980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2755" h="70980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2755" h="70980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2755" h="70980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2755" h="70980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2755" h="70980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2755" h="70980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2755" h="70980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2755" h="70980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2755" h="70980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2755" h="70980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2755" h="70980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2755" h="70980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2755" h="70980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2755" h="70980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2755" h="70980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2755" h="70980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2755" h="70980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2755" h="70980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2755" h="70980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2755" h="70980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2755" h="70980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2755" h="70980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2755" h="70980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2755" h="70980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2755" h="70980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2755" h="70980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2755" h="70980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2755" h="70980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2755" h="70980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2755" h="70980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2755" h="70980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2755" h="70980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2755" h="7098030">
                  <a:moveTo>
                    <a:pt x="6802291" y="4094565"/>
                  </a:moveTo>
                  <a:lnTo>
                    <a:pt x="6790458" y="4081865"/>
                  </a:lnTo>
                  <a:lnTo>
                    <a:pt x="6802291" y="4069165"/>
                  </a:lnTo>
                  <a:lnTo>
                    <a:pt x="6802291" y="4094565"/>
                  </a:lnTo>
                  <a:close/>
                </a:path>
                <a:path w="6802755" h="70980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2755" h="70980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2755" h="70980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2755" h="70980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2755" h="70980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2755" h="70980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2755" h="70980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2755" h="70980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2755" h="70980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2755" h="70980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2755" h="70980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2755" h="70980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2755" h="70980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2755" h="70980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2755" h="70980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2755" h="70980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2755" h="70980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2755" h="70980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2755" h="70980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2755" h="70980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2755" h="70980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2755" h="70980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2755" h="70980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2755" h="70980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2755" h="70980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2755" h="70980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2755" h="70980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2755" h="70980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2755" h="70980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2755" h="70980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2755" h="70980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2755" h="70980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2755" h="70980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2755" h="70980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2755" h="70980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2755" h="70980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2755" h="70980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2755" h="70980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2755" h="70980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2755" h="70980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2755" h="70980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2755" h="70980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2755" h="70980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2755" h="70980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2755" h="70980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2755" h="70980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2755" h="70980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2755" h="70980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2755" h="70980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2755" h="70980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2755" h="70980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2755" h="70980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2755" h="70980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2755" h="70980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2755" h="70980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2755" h="70980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2755" h="70980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2755" h="70980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2755" h="70980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2291" y="4615265"/>
                  </a:lnTo>
                  <a:lnTo>
                    <a:pt x="6802291" y="4640665"/>
                  </a:lnTo>
                  <a:lnTo>
                    <a:pt x="6764613" y="4653365"/>
                  </a:lnTo>
                  <a:close/>
                </a:path>
                <a:path w="6802755" h="70980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2755" h="70980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2755" h="70980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2755" h="70980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2755" h="70980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2755" h="70980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2755" h="70980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2755" h="70980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2755" h="70980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2755" h="70980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2755" h="70980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2755" h="70980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2755" h="70980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2755" h="70980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2755" h="70980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2755" h="70980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2755" h="70980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2755" h="70980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2755" h="70980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2755" h="70980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2755" h="70980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2755" h="70980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2755" h="70980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2755" h="70980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2755" h="70980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2755" h="70980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2755" h="70980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2755" h="70980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2755" h="70980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2755" h="70980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2755" h="70980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2755" h="70980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2755" h="70980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2755" h="70980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2755" h="70980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02291" y="4932765"/>
                  </a:lnTo>
                  <a:lnTo>
                    <a:pt x="6802291" y="4970865"/>
                  </a:lnTo>
                  <a:lnTo>
                    <a:pt x="6785873" y="4983565"/>
                  </a:lnTo>
                  <a:close/>
                </a:path>
                <a:path w="6802755" h="70980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2755" h="70980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2755" h="70980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2755" h="70980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2755" h="70980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2755" h="70980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2755" h="70980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2755" h="70980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2755" h="70980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2755" h="70980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2755" h="70980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2755" h="70980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2755" h="70980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2755" h="70980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2755" h="70980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2755" h="70980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2755" h="70980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2755" h="70980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2755" h="70980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2755" h="70980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2755" h="70980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2755" h="70980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2755" h="70980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2755" h="70980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2755" h="70980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2755" h="70980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2755" h="70980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2755" h="70980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2755" h="70980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2755" h="70980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2755" h="70980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2755" h="70980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2755" h="7098030">
                  <a:moveTo>
                    <a:pt x="6802291" y="5301065"/>
                  </a:moveTo>
                  <a:lnTo>
                    <a:pt x="6790625" y="5288365"/>
                  </a:lnTo>
                  <a:lnTo>
                    <a:pt x="6802291" y="5275665"/>
                  </a:lnTo>
                  <a:lnTo>
                    <a:pt x="6802291" y="5301065"/>
                  </a:lnTo>
                  <a:close/>
                </a:path>
                <a:path w="6802755" h="70980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2755" h="70980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2755" h="70980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2755" h="70980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2755" h="70980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2755" h="70980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2755" h="70980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2755" h="70980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2755" h="70980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2755" h="70980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2755" h="70980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2755" h="70980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2755" h="70980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2755" h="70980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2291" y="5504265"/>
                  </a:lnTo>
                  <a:lnTo>
                    <a:pt x="6802291" y="5516965"/>
                  </a:lnTo>
                  <a:lnTo>
                    <a:pt x="6745941" y="5542365"/>
                  </a:lnTo>
                  <a:close/>
                </a:path>
                <a:path w="6802755" h="70980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2755" h="70980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2755" h="70980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2755" h="70980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2755" h="70980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2755" h="70980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2755" h="70980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2755" h="70980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2755" h="70980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2755" h="70980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2755" h="70980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2755" h="70980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2755" h="70980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2755" h="70980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2755" h="70980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2755" h="70980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2755" h="70980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2755" h="70980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2755" h="70980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2755" h="70980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2755" h="70980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2755" h="70980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2755" h="70980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2755" h="70980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2755" h="70980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2755" h="70980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2755" h="70980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2755" h="70980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2291" y="5809065"/>
                  </a:lnTo>
                  <a:lnTo>
                    <a:pt x="6802291" y="5859865"/>
                  </a:lnTo>
                  <a:lnTo>
                    <a:pt x="6767308" y="5872565"/>
                  </a:lnTo>
                  <a:close/>
                </a:path>
                <a:path w="6802755" h="70980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2755" h="70980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2755" h="70980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2755" h="70980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2755" h="70980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2755" h="70980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2755" h="70980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2755" h="70980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2755" h="70980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2755" h="70980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2755" h="70980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2755" h="70980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2755" h="70980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2755" h="70980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2755" h="70980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2755" h="70980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2755" h="70980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2755" h="70980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2755" h="70980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2755" h="70980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2755" h="70980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2755" h="70980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2755" h="70980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2755" h="70980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2291" y="6126565"/>
                  </a:lnTo>
                  <a:lnTo>
                    <a:pt x="6802291" y="6190065"/>
                  </a:lnTo>
                  <a:lnTo>
                    <a:pt x="6789427" y="6202765"/>
                  </a:lnTo>
                  <a:close/>
                </a:path>
                <a:path w="6802755" h="70980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2755" h="70980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2755" h="70980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2755" h="70980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2755" h="70980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2755" h="70980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2755" h="70980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2755" h="70980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2755" h="70980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2755" h="70980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2755" h="70980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2291" y="6380565"/>
                  </a:lnTo>
                  <a:lnTo>
                    <a:pt x="6802291" y="6393265"/>
                  </a:lnTo>
                  <a:lnTo>
                    <a:pt x="6727171" y="6431365"/>
                  </a:lnTo>
                  <a:close/>
                </a:path>
                <a:path w="6802755" h="70980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2755" h="70980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2755" h="70980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2755" h="70980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2755" h="70980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2755" h="70980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2755" h="70980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2755" h="70980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2755" h="70980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2755" h="70980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2755" h="7098030">
                  <a:moveTo>
                    <a:pt x="6802291" y="6507565"/>
                  </a:moveTo>
                  <a:lnTo>
                    <a:pt x="6791998" y="6494865"/>
                  </a:lnTo>
                  <a:lnTo>
                    <a:pt x="6802291" y="6482165"/>
                  </a:lnTo>
                  <a:lnTo>
                    <a:pt x="6802291" y="6507565"/>
                  </a:lnTo>
                  <a:close/>
                </a:path>
                <a:path w="6802755" h="70980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2755" h="70980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2755" h="70980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2755" h="70980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2755" h="70980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2755" h="70980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2755" h="70980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2755" h="70980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2755" h="70980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2755" h="70980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2291" y="6685365"/>
                  </a:lnTo>
                  <a:lnTo>
                    <a:pt x="6802291" y="6736165"/>
                  </a:lnTo>
                  <a:lnTo>
                    <a:pt x="6748318" y="6761565"/>
                  </a:lnTo>
                  <a:close/>
                </a:path>
                <a:path w="6802755" h="70980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2755" h="70980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2755" h="70980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2755" h="70980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2755" h="70980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2755" h="70980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2755" h="70980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2755" h="70980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2755" h="70980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2755" h="70980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2755" h="70980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2755" h="70980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02755" h="70980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02755" h="70980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02755" h="7098030">
                  <a:moveTo>
                    <a:pt x="6490236" y="7091765"/>
                  </a:moveTo>
                  <a:lnTo>
                    <a:pt x="6412755" y="70917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90236" y="7091765"/>
                  </a:lnTo>
                  <a:close/>
                </a:path>
                <a:path w="6802755" h="70980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02291" y="7002865"/>
                  </a:lnTo>
                  <a:lnTo>
                    <a:pt x="6802291" y="7066365"/>
                  </a:lnTo>
                  <a:lnTo>
                    <a:pt x="6771514" y="7091765"/>
                  </a:lnTo>
                  <a:close/>
                </a:path>
                <a:path w="6802755" h="7098030">
                  <a:moveTo>
                    <a:pt x="6168849" y="7091765"/>
                  </a:moveTo>
                  <a:lnTo>
                    <a:pt x="6077936" y="7091765"/>
                  </a:lnTo>
                  <a:lnTo>
                    <a:pt x="6061879" y="7066365"/>
                  </a:lnTo>
                  <a:lnTo>
                    <a:pt x="6130065" y="7028265"/>
                  </a:lnTo>
                  <a:lnTo>
                    <a:pt x="6168849" y="7091765"/>
                  </a:lnTo>
                  <a:close/>
                </a:path>
                <a:path w="6802755" h="7098030">
                  <a:moveTo>
                    <a:pt x="6676348" y="7091765"/>
                  </a:moveTo>
                  <a:lnTo>
                    <a:pt x="6633023" y="7091765"/>
                  </a:lnTo>
                  <a:lnTo>
                    <a:pt x="6665515" y="7079065"/>
                  </a:lnTo>
                  <a:lnTo>
                    <a:pt x="6676348" y="7091765"/>
                  </a:lnTo>
                  <a:close/>
                </a:path>
                <a:path w="6802755" h="70980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2755" h="70980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2755" h="70980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2755" h="70980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2755" h="70980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2755" h="70980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2755" h="70980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2755" h="70980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2755" h="70980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2755" h="70980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2755" h="70980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2755" h="70980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2755" h="70980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2755" h="70980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2755" h="70980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2755" h="70980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2755" h="70980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2755" h="70980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2755" h="70980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2755" h="70980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2755" h="70980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2755" h="70980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2755" h="70980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2755" h="70980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2755" h="70980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2755" h="70980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2755" h="70980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2755" h="70980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2755" h="70980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2755" h="70980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2755" h="70980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2755" h="70980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2755" h="70980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2755" h="70980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2755" h="70980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2755" h="70980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2755" h="70980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2755" h="70980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2755" h="70980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2755" h="70980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2755" h="70980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2755" h="70980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2755" h="70980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2755" h="70980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2755" h="70980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2755" h="70980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2755" h="70980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2755" h="70980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2755" h="70980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2755" h="70980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2755" h="70980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2755" h="70980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2755" h="70980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2755" h="70980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2755" h="70980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2755" h="70980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2755" h="70980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2755" h="70980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2755" h="70980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2755" h="70980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2755" h="70980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2755" h="70980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2755" h="70980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2755" h="70980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2755" h="70980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2755" h="70980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2755" h="70980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2755" h="70980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2755" h="70980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2755" h="70980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2755" h="70980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2755" h="70980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2755" h="70980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2755" h="70980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2755" h="70980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2755" h="70980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2755" h="70980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2755" h="70980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2755" h="70980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2755" h="70980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2755" h="70980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2755" h="70980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2755" h="70980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2755" h="70980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2755" h="70980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2755" h="70980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2755" h="70980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2755" h="70980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2755" h="70980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2755" h="70980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2755" h="70980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2755" h="70980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2755" h="70980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2755" h="70980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2755" h="70980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2755" h="70980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2755" h="70980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2755" h="70980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2755" h="70980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2755" h="70980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2755" h="70980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2755" h="70980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2755" h="70980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2755" h="70980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2755" h="70980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2755" h="70980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2755" h="70980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2755" h="70980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2755" h="70980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2755" h="70980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2755" h="70980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2755" h="70980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2755" h="70980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2755" h="70980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2755" h="70980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2755" h="70980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2755" h="70980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2755" h="70980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2755" h="70980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2755" h="70980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2755" h="70980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2755" h="70980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2755" h="70980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2755" h="70980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2755" h="70980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2755" h="70980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2755" h="70980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2755" h="70980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2755" h="70980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2755" h="70980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2755" h="70980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2755" h="70980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2755" h="70980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2755" h="70980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2755" h="70980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2755" h="70980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2755" h="70980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2755" h="70980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2755" h="70980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2755" h="70980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2755" h="70980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2755" h="70980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2755" h="70980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2755" h="70980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2755" h="70980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2755" h="70980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2755" h="70980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2755" h="70980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2755" h="70980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2755" h="70980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2755" h="70980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2755" h="70980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2755" h="70980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2755" h="70980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2755" h="70980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2755" h="70980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2755" h="70980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2755" h="70980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2755" h="70980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2755" h="70980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2755" h="70980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2755" h="70980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2755" h="70980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2755" h="70980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2755" h="70980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2755" h="70980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2755" h="70980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2755" h="70980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2755" h="70980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2755" h="70980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2755" h="70980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2755" h="70980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2755" h="70980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2755" h="70980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2755" h="70980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2755" h="70980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2755" h="70980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2755" h="70980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2755" h="70980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2755" h="70980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2755" h="70980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2755" h="70980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2755" h="70980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2755" h="70980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2755" h="70980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2755" h="70980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2755" h="70980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2755" h="70980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2755" h="70980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2755" h="70980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2755" h="70980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2755" h="70980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2755" h="70980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2755" h="70980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2755" h="70980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2755" h="70980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2755" h="70980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2755" h="70980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2755" h="70980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2755" h="70980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2755" h="70980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2755" h="70980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2755" h="70980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2755" h="70980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2755" h="70980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2755" h="70980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2755" h="70980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2755" h="70980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2755" h="70980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2755" h="70980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2755" h="70980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2755" h="70980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2755" h="70980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2755" h="70980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2755" h="70980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2755" h="70980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2755" h="70980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2755" h="70980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2755" h="70980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2755" h="70980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07646" y="6403107"/>
              <a:ext cx="1109052" cy="11090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075883" y="6571344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290" y="772580"/>
                  </a:moveTo>
                  <a:lnTo>
                    <a:pt x="337834" y="769570"/>
                  </a:lnTo>
                  <a:lnTo>
                    <a:pt x="291175" y="760782"/>
                  </a:lnTo>
                  <a:lnTo>
                    <a:pt x="246674" y="746578"/>
                  </a:lnTo>
                  <a:lnTo>
                    <a:pt x="204693" y="727320"/>
                  </a:lnTo>
                  <a:lnTo>
                    <a:pt x="165594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7"/>
                  </a:lnTo>
                  <a:lnTo>
                    <a:pt x="26001" y="525905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4" y="69210"/>
                  </a:lnTo>
                  <a:lnTo>
                    <a:pt x="204693" y="45259"/>
                  </a:lnTo>
                  <a:lnTo>
                    <a:pt x="246674" y="26001"/>
                  </a:lnTo>
                  <a:lnTo>
                    <a:pt x="291175" y="11797"/>
                  </a:lnTo>
                  <a:lnTo>
                    <a:pt x="337834" y="3009"/>
                  </a:lnTo>
                  <a:lnTo>
                    <a:pt x="386290" y="0"/>
                  </a:lnTo>
                  <a:lnTo>
                    <a:pt x="434745" y="3009"/>
                  </a:lnTo>
                  <a:lnTo>
                    <a:pt x="481404" y="11797"/>
                  </a:lnTo>
                  <a:lnTo>
                    <a:pt x="525905" y="26001"/>
                  </a:lnTo>
                  <a:lnTo>
                    <a:pt x="567887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5"/>
                  </a:lnTo>
                  <a:lnTo>
                    <a:pt x="727320" y="567887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7" y="727320"/>
                  </a:lnTo>
                  <a:lnTo>
                    <a:pt x="525905" y="746578"/>
                  </a:lnTo>
                  <a:lnTo>
                    <a:pt x="481404" y="760782"/>
                  </a:lnTo>
                  <a:lnTo>
                    <a:pt x="434745" y="769570"/>
                  </a:lnTo>
                  <a:lnTo>
                    <a:pt x="386290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732053" y="6368817"/>
            <a:ext cx="1109345" cy="1109345"/>
            <a:chOff x="2732053" y="6368817"/>
            <a:chExt cx="1109345" cy="110934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2053" y="6368817"/>
              <a:ext cx="1109053" cy="110905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00290" y="6537054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290" y="772580"/>
                  </a:moveTo>
                  <a:lnTo>
                    <a:pt x="337834" y="769570"/>
                  </a:lnTo>
                  <a:lnTo>
                    <a:pt x="291175" y="760782"/>
                  </a:lnTo>
                  <a:lnTo>
                    <a:pt x="246674" y="746578"/>
                  </a:lnTo>
                  <a:lnTo>
                    <a:pt x="204693" y="727320"/>
                  </a:lnTo>
                  <a:lnTo>
                    <a:pt x="165594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7"/>
                  </a:lnTo>
                  <a:lnTo>
                    <a:pt x="26001" y="525905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4" y="69210"/>
                  </a:lnTo>
                  <a:lnTo>
                    <a:pt x="204693" y="45259"/>
                  </a:lnTo>
                  <a:lnTo>
                    <a:pt x="246674" y="26001"/>
                  </a:lnTo>
                  <a:lnTo>
                    <a:pt x="291175" y="11797"/>
                  </a:lnTo>
                  <a:lnTo>
                    <a:pt x="337834" y="3009"/>
                  </a:lnTo>
                  <a:lnTo>
                    <a:pt x="386290" y="0"/>
                  </a:lnTo>
                  <a:lnTo>
                    <a:pt x="434745" y="3009"/>
                  </a:lnTo>
                  <a:lnTo>
                    <a:pt x="481404" y="11797"/>
                  </a:lnTo>
                  <a:lnTo>
                    <a:pt x="525905" y="26001"/>
                  </a:lnTo>
                  <a:lnTo>
                    <a:pt x="567887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5"/>
                  </a:lnTo>
                  <a:lnTo>
                    <a:pt x="727320" y="567887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7" y="727320"/>
                  </a:lnTo>
                  <a:lnTo>
                    <a:pt x="525905" y="746578"/>
                  </a:lnTo>
                  <a:lnTo>
                    <a:pt x="481404" y="760782"/>
                  </a:lnTo>
                  <a:lnTo>
                    <a:pt x="434745" y="769570"/>
                  </a:lnTo>
                  <a:lnTo>
                    <a:pt x="386290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22686" y="6530770"/>
            <a:ext cx="366395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65" dirty="0">
                <a:solidFill>
                  <a:srgbClr val="4574A6"/>
                </a:solidFill>
                <a:latin typeface="Tahoma"/>
                <a:cs typeface="Tahoma"/>
              </a:rPr>
              <a:t>2</a:t>
            </a:r>
            <a:endParaRPr sz="45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250643" y="4489680"/>
            <a:ext cx="1109345" cy="1109345"/>
            <a:chOff x="9250643" y="4489680"/>
            <a:chExt cx="1109345" cy="110934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0643" y="4489680"/>
              <a:ext cx="1109053" cy="110905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418879" y="4657917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290" y="772580"/>
                  </a:moveTo>
                  <a:lnTo>
                    <a:pt x="337834" y="769570"/>
                  </a:lnTo>
                  <a:lnTo>
                    <a:pt x="291175" y="760782"/>
                  </a:lnTo>
                  <a:lnTo>
                    <a:pt x="246674" y="746578"/>
                  </a:lnTo>
                  <a:lnTo>
                    <a:pt x="204693" y="727320"/>
                  </a:lnTo>
                  <a:lnTo>
                    <a:pt x="165594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7"/>
                  </a:lnTo>
                  <a:lnTo>
                    <a:pt x="26001" y="525906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4" y="69210"/>
                  </a:lnTo>
                  <a:lnTo>
                    <a:pt x="204693" y="45259"/>
                  </a:lnTo>
                  <a:lnTo>
                    <a:pt x="246674" y="26001"/>
                  </a:lnTo>
                  <a:lnTo>
                    <a:pt x="291175" y="11797"/>
                  </a:lnTo>
                  <a:lnTo>
                    <a:pt x="337834" y="3009"/>
                  </a:lnTo>
                  <a:lnTo>
                    <a:pt x="386290" y="0"/>
                  </a:lnTo>
                  <a:lnTo>
                    <a:pt x="434745" y="3009"/>
                  </a:lnTo>
                  <a:lnTo>
                    <a:pt x="481404" y="11797"/>
                  </a:lnTo>
                  <a:lnTo>
                    <a:pt x="525906" y="26001"/>
                  </a:lnTo>
                  <a:lnTo>
                    <a:pt x="567887" y="45259"/>
                  </a:lnTo>
                  <a:lnTo>
                    <a:pt x="606986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6"/>
                  </a:lnTo>
                  <a:lnTo>
                    <a:pt x="727320" y="567887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6" y="703369"/>
                  </a:lnTo>
                  <a:lnTo>
                    <a:pt x="567887" y="727320"/>
                  </a:lnTo>
                  <a:lnTo>
                    <a:pt x="525906" y="746578"/>
                  </a:lnTo>
                  <a:lnTo>
                    <a:pt x="481404" y="760782"/>
                  </a:lnTo>
                  <a:lnTo>
                    <a:pt x="434745" y="769570"/>
                  </a:lnTo>
                  <a:lnTo>
                    <a:pt x="386290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641276" y="4651633"/>
            <a:ext cx="367030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60" dirty="0">
                <a:solidFill>
                  <a:srgbClr val="4574A6"/>
                </a:solidFill>
                <a:latin typeface="Tahoma"/>
                <a:cs typeface="Tahoma"/>
              </a:rPr>
              <a:t>3</a:t>
            </a:r>
            <a:endParaRPr sz="45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50655" y="6565059"/>
            <a:ext cx="423545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150" dirty="0">
                <a:solidFill>
                  <a:srgbClr val="4574A6"/>
                </a:solidFill>
                <a:latin typeface="Tahoma"/>
                <a:cs typeface="Tahoma"/>
              </a:rPr>
              <a:t>4</a:t>
            </a:r>
            <a:endParaRPr sz="45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19353" y="4456724"/>
            <a:ext cx="4953000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70" dirty="0">
                <a:solidFill>
                  <a:srgbClr val="4574A6"/>
                </a:solidFill>
                <a:latin typeface="Tahoma"/>
                <a:cs typeface="Tahoma"/>
              </a:rPr>
              <a:t>Technical</a:t>
            </a:r>
            <a:r>
              <a:rPr sz="2600" b="1" spc="-2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74A6"/>
                </a:solidFill>
                <a:latin typeface="Tahoma"/>
                <a:cs typeface="Tahoma"/>
              </a:rPr>
              <a:t>Feasibility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1019"/>
              </a:spcBef>
            </a:pP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Users</a:t>
            </a:r>
            <a:r>
              <a:rPr sz="14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5" dirty="0">
                <a:solidFill>
                  <a:srgbClr val="4574A6"/>
                </a:solidFill>
                <a:latin typeface="Tahoma"/>
                <a:cs typeface="Tahoma"/>
              </a:rPr>
              <a:t>can</a:t>
            </a:r>
            <a:r>
              <a:rPr sz="1400" b="1" spc="9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operate</a:t>
            </a:r>
            <a:r>
              <a:rPr sz="1400" b="1" spc="9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the</a:t>
            </a:r>
            <a:r>
              <a:rPr sz="14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400" b="1" spc="9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easily;</a:t>
            </a:r>
            <a:r>
              <a:rPr sz="1400" b="1" spc="9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it</a:t>
            </a:r>
            <a:r>
              <a:rPr sz="1400" b="1" spc="9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supports</a:t>
            </a:r>
            <a:r>
              <a:rPr sz="14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role-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based</a:t>
            </a:r>
            <a:r>
              <a:rPr sz="14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workflows</a:t>
            </a:r>
            <a:r>
              <a:rPr sz="14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400" b="1" spc="1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secure</a:t>
            </a:r>
            <a:r>
              <a:rPr sz="14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access.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36650" y="6370150"/>
            <a:ext cx="4450080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120" dirty="0">
                <a:solidFill>
                  <a:srgbClr val="4574A6"/>
                </a:solidFill>
                <a:latin typeface="Tahoma"/>
                <a:cs typeface="Tahoma"/>
              </a:rPr>
              <a:t>Economic</a:t>
            </a:r>
            <a:r>
              <a:rPr sz="260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74A6"/>
                </a:solidFill>
                <a:latin typeface="Tahoma"/>
                <a:cs typeface="Tahoma"/>
              </a:rPr>
              <a:t>Feasibility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1019"/>
              </a:spcBef>
            </a:pP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Uses</a:t>
            </a:r>
            <a:r>
              <a:rPr sz="140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free/open-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source</a:t>
            </a:r>
            <a:r>
              <a:rPr sz="14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tools;</a:t>
            </a:r>
            <a:r>
              <a:rPr sz="140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4574A6"/>
                </a:solidFill>
                <a:latin typeface="Tahoma"/>
                <a:cs typeface="Tahoma"/>
              </a:rPr>
              <a:t>no</a:t>
            </a:r>
            <a:r>
              <a:rPr sz="14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cost</a:t>
            </a:r>
            <a:r>
              <a:rPr sz="140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14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users</a:t>
            </a:r>
            <a:r>
              <a:rPr sz="14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4574A6"/>
                </a:solidFill>
                <a:latin typeface="Tahoma"/>
                <a:cs typeface="Tahoma"/>
              </a:rPr>
              <a:t>or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hospital</a:t>
            </a:r>
            <a:r>
              <a:rPr sz="14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during</a:t>
            </a:r>
            <a:r>
              <a:rPr sz="14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the</a:t>
            </a:r>
            <a:r>
              <a:rPr sz="14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4574A6"/>
                </a:solidFill>
                <a:latin typeface="Tahoma"/>
                <a:cs typeface="Tahoma"/>
              </a:rPr>
              <a:t>academic</a:t>
            </a:r>
            <a:r>
              <a:rPr sz="14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phase.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94946" y="4456724"/>
            <a:ext cx="4816475" cy="101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60" dirty="0">
                <a:solidFill>
                  <a:srgbClr val="4574A6"/>
                </a:solidFill>
                <a:latin typeface="Tahoma"/>
                <a:cs typeface="Tahoma"/>
              </a:rPr>
              <a:t>Operational</a:t>
            </a:r>
            <a:r>
              <a:rPr sz="2600" b="1" spc="-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74A6"/>
                </a:solidFill>
                <a:latin typeface="Tahoma"/>
                <a:cs typeface="Tahoma"/>
              </a:rPr>
              <a:t>Feasibility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750"/>
              </a:spcBef>
            </a:pP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Supports</a:t>
            </a:r>
            <a:r>
              <a:rPr sz="14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existing</a:t>
            </a:r>
            <a:r>
              <a:rPr sz="14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hospital</a:t>
            </a:r>
            <a:r>
              <a:rPr sz="1400" b="1" spc="1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workflows</a:t>
            </a:r>
            <a:r>
              <a:rPr sz="14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4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improves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efficiency</a:t>
            </a:r>
            <a:r>
              <a:rPr sz="1400" b="1" spc="2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through</a:t>
            </a:r>
            <a:r>
              <a:rPr sz="1400" b="1" spc="254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digital</a:t>
            </a:r>
            <a:r>
              <a:rPr sz="1400" b="1" spc="254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integration.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51950" y="6370150"/>
            <a:ext cx="4629785" cy="101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80" dirty="0">
                <a:solidFill>
                  <a:srgbClr val="4574A6"/>
                </a:solidFill>
                <a:latin typeface="Tahoma"/>
                <a:cs typeface="Tahoma"/>
              </a:rPr>
              <a:t>Schedule</a:t>
            </a:r>
            <a:r>
              <a:rPr sz="2600" b="1" spc="-10" dirty="0">
                <a:solidFill>
                  <a:srgbClr val="4574A6"/>
                </a:solidFill>
                <a:latin typeface="Tahoma"/>
                <a:cs typeface="Tahoma"/>
              </a:rPr>
              <a:t> Feasibility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750"/>
              </a:spcBef>
            </a:pP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Scope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is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limited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essential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45" dirty="0">
                <a:solidFill>
                  <a:srgbClr val="4574A6"/>
                </a:solidFill>
                <a:latin typeface="Tahoma"/>
                <a:cs typeface="Tahoma"/>
              </a:rPr>
              <a:t>modules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14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4574A6"/>
                </a:solidFill>
                <a:latin typeface="Tahoma"/>
                <a:cs typeface="Tahoma"/>
              </a:rPr>
              <a:t>meet</a:t>
            </a:r>
            <a:r>
              <a:rPr sz="14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4574A6"/>
                </a:solidFill>
                <a:latin typeface="Tahoma"/>
                <a:cs typeface="Tahoma"/>
              </a:rPr>
              <a:t>the </a:t>
            </a:r>
            <a:r>
              <a:rPr sz="1400" b="1" spc="50" dirty="0">
                <a:solidFill>
                  <a:srgbClr val="4574A6"/>
                </a:solidFill>
                <a:latin typeface="Tahoma"/>
                <a:cs typeface="Tahoma"/>
              </a:rPr>
              <a:t>academic</a:t>
            </a:r>
            <a:r>
              <a:rPr sz="140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574A6"/>
                </a:solidFill>
                <a:latin typeface="Tahoma"/>
                <a:cs typeface="Tahoma"/>
              </a:rPr>
              <a:t>timeline.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94170" cy="6997065"/>
            <a:chOff x="0" y="0"/>
            <a:chExt cx="669417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94170" cy="6997065"/>
            </a:xfrm>
            <a:custGeom>
              <a:avLst/>
              <a:gdLst/>
              <a:ahLst/>
              <a:cxnLst/>
              <a:rect l="l" t="t" r="r" b="b"/>
              <a:pathLst>
                <a:path w="6694170" h="6997065">
                  <a:moveTo>
                    <a:pt x="6692130" y="34950"/>
                  </a:moveTo>
                  <a:lnTo>
                    <a:pt x="6693488" y="34950"/>
                  </a:lnTo>
                  <a:lnTo>
                    <a:pt x="6693735" y="35376"/>
                  </a:lnTo>
                  <a:lnTo>
                    <a:pt x="6692376" y="35376"/>
                  </a:lnTo>
                  <a:lnTo>
                    <a:pt x="6692130" y="34950"/>
                  </a:lnTo>
                  <a:close/>
                </a:path>
                <a:path w="6694170" h="6997065">
                  <a:moveTo>
                    <a:pt x="6563606" y="108478"/>
                  </a:moveTo>
                  <a:lnTo>
                    <a:pt x="6564778" y="110510"/>
                  </a:lnTo>
                  <a:lnTo>
                    <a:pt x="6562741" y="111689"/>
                  </a:lnTo>
                  <a:lnTo>
                    <a:pt x="6561568" y="109657"/>
                  </a:lnTo>
                  <a:lnTo>
                    <a:pt x="6563606" y="108478"/>
                  </a:lnTo>
                  <a:close/>
                </a:path>
                <a:path w="6694170" h="6997065">
                  <a:moveTo>
                    <a:pt x="6637289" y="239632"/>
                  </a:moveTo>
                  <a:lnTo>
                    <a:pt x="6638648" y="239632"/>
                  </a:lnTo>
                  <a:lnTo>
                    <a:pt x="6638894" y="240059"/>
                  </a:lnTo>
                  <a:lnTo>
                    <a:pt x="6637535" y="240059"/>
                  </a:lnTo>
                  <a:lnTo>
                    <a:pt x="6637289" y="239632"/>
                  </a:lnTo>
                  <a:close/>
                </a:path>
                <a:path w="6694170" h="6997065">
                  <a:moveTo>
                    <a:pt x="6359142" y="52831"/>
                  </a:moveTo>
                  <a:lnTo>
                    <a:pt x="6360907" y="55882"/>
                  </a:lnTo>
                  <a:lnTo>
                    <a:pt x="6357850" y="57647"/>
                  </a:lnTo>
                  <a:lnTo>
                    <a:pt x="6356085" y="54596"/>
                  </a:lnTo>
                  <a:lnTo>
                    <a:pt x="6359142" y="52831"/>
                  </a:lnTo>
                  <a:close/>
                </a:path>
                <a:path w="6694170" h="6997065">
                  <a:moveTo>
                    <a:pt x="6433950" y="182990"/>
                  </a:moveTo>
                  <a:lnTo>
                    <a:pt x="6435419" y="185537"/>
                  </a:lnTo>
                  <a:lnTo>
                    <a:pt x="6432872" y="187006"/>
                  </a:lnTo>
                  <a:lnTo>
                    <a:pt x="6431403" y="184459"/>
                  </a:lnTo>
                  <a:lnTo>
                    <a:pt x="6433950" y="182990"/>
                  </a:lnTo>
                  <a:close/>
                </a:path>
                <a:path w="6694170" h="6997065">
                  <a:moveTo>
                    <a:pt x="6508757" y="313155"/>
                  </a:moveTo>
                  <a:lnTo>
                    <a:pt x="6509931" y="315187"/>
                  </a:lnTo>
                  <a:lnTo>
                    <a:pt x="6507893" y="316366"/>
                  </a:lnTo>
                  <a:lnTo>
                    <a:pt x="6506721" y="314328"/>
                  </a:lnTo>
                  <a:lnTo>
                    <a:pt x="6508757" y="313155"/>
                  </a:lnTo>
                  <a:close/>
                </a:path>
                <a:path w="6694170" h="6997065">
                  <a:moveTo>
                    <a:pt x="6583572" y="443314"/>
                  </a:moveTo>
                  <a:lnTo>
                    <a:pt x="6584449" y="444837"/>
                  </a:lnTo>
                  <a:lnTo>
                    <a:pt x="6582921" y="445720"/>
                  </a:lnTo>
                  <a:lnTo>
                    <a:pt x="6582044" y="444197"/>
                  </a:lnTo>
                  <a:lnTo>
                    <a:pt x="6583572" y="443314"/>
                  </a:lnTo>
                  <a:close/>
                </a:path>
                <a:path w="6694170" h="6997065">
                  <a:moveTo>
                    <a:pt x="6150536" y="0"/>
                  </a:moveTo>
                  <a:lnTo>
                    <a:pt x="6156645" y="0"/>
                  </a:lnTo>
                  <a:lnTo>
                    <a:pt x="6157432" y="1365"/>
                  </a:lnTo>
                  <a:lnTo>
                    <a:pt x="6152854" y="4007"/>
                  </a:lnTo>
                  <a:lnTo>
                    <a:pt x="6150536" y="0"/>
                  </a:lnTo>
                  <a:close/>
                </a:path>
                <a:path w="6694170" h="6997065">
                  <a:moveTo>
                    <a:pt x="6229593" y="126940"/>
                  </a:moveTo>
                  <a:lnTo>
                    <a:pt x="6231944" y="131015"/>
                  </a:lnTo>
                  <a:lnTo>
                    <a:pt x="6227875" y="133366"/>
                  </a:lnTo>
                  <a:lnTo>
                    <a:pt x="6225523" y="129291"/>
                  </a:lnTo>
                  <a:lnTo>
                    <a:pt x="6229593" y="126940"/>
                  </a:lnTo>
                  <a:close/>
                </a:path>
                <a:path w="6694170" h="6997065">
                  <a:moveTo>
                    <a:pt x="6304401" y="257111"/>
                  </a:moveTo>
                  <a:lnTo>
                    <a:pt x="6306456" y="260670"/>
                  </a:lnTo>
                  <a:lnTo>
                    <a:pt x="6302897" y="262725"/>
                  </a:lnTo>
                  <a:lnTo>
                    <a:pt x="6300841" y="259166"/>
                  </a:lnTo>
                  <a:lnTo>
                    <a:pt x="6304401" y="257111"/>
                  </a:lnTo>
                  <a:close/>
                </a:path>
                <a:path w="6694170" h="6997065">
                  <a:moveTo>
                    <a:pt x="6379214" y="387264"/>
                  </a:moveTo>
                  <a:lnTo>
                    <a:pt x="6380974" y="390320"/>
                  </a:lnTo>
                  <a:lnTo>
                    <a:pt x="6377924" y="392079"/>
                  </a:lnTo>
                  <a:lnTo>
                    <a:pt x="6376165" y="389029"/>
                  </a:lnTo>
                  <a:lnTo>
                    <a:pt x="6379214" y="387264"/>
                  </a:lnTo>
                  <a:close/>
                </a:path>
                <a:path w="6694170" h="6997065">
                  <a:moveTo>
                    <a:pt x="6453917" y="517826"/>
                  </a:moveTo>
                  <a:lnTo>
                    <a:pt x="6455095" y="519864"/>
                  </a:lnTo>
                  <a:lnTo>
                    <a:pt x="6453058" y="521042"/>
                  </a:lnTo>
                  <a:lnTo>
                    <a:pt x="6451879" y="519005"/>
                  </a:lnTo>
                  <a:lnTo>
                    <a:pt x="6453917" y="517826"/>
                  </a:lnTo>
                  <a:close/>
                </a:path>
                <a:path w="6694170" h="6997065">
                  <a:moveTo>
                    <a:pt x="6528725" y="647991"/>
                  </a:moveTo>
                  <a:lnTo>
                    <a:pt x="6529607" y="649519"/>
                  </a:lnTo>
                  <a:lnTo>
                    <a:pt x="6528079" y="650402"/>
                  </a:lnTo>
                  <a:lnTo>
                    <a:pt x="6527197" y="648874"/>
                  </a:lnTo>
                  <a:lnTo>
                    <a:pt x="6528725" y="647991"/>
                  </a:lnTo>
                  <a:close/>
                </a:path>
                <a:path w="6694170" h="6997065">
                  <a:moveTo>
                    <a:pt x="6025242" y="70896"/>
                  </a:moveTo>
                  <a:lnTo>
                    <a:pt x="6028470" y="76493"/>
                  </a:lnTo>
                  <a:lnTo>
                    <a:pt x="6022878" y="79727"/>
                  </a:lnTo>
                  <a:lnTo>
                    <a:pt x="6019644" y="74130"/>
                  </a:lnTo>
                  <a:lnTo>
                    <a:pt x="6025242" y="70896"/>
                  </a:lnTo>
                  <a:close/>
                </a:path>
                <a:path w="6694170" h="6997065">
                  <a:moveTo>
                    <a:pt x="6100050" y="201061"/>
                  </a:moveTo>
                  <a:lnTo>
                    <a:pt x="6102987" y="206149"/>
                  </a:lnTo>
                  <a:lnTo>
                    <a:pt x="6097899" y="209086"/>
                  </a:lnTo>
                  <a:lnTo>
                    <a:pt x="6094962" y="203999"/>
                  </a:lnTo>
                  <a:lnTo>
                    <a:pt x="6100050" y="201061"/>
                  </a:lnTo>
                  <a:close/>
                </a:path>
                <a:path w="6694170" h="6997065">
                  <a:moveTo>
                    <a:pt x="6174751" y="331623"/>
                  </a:moveTo>
                  <a:lnTo>
                    <a:pt x="6177103" y="335692"/>
                  </a:lnTo>
                  <a:lnTo>
                    <a:pt x="6173034" y="338043"/>
                  </a:lnTo>
                  <a:lnTo>
                    <a:pt x="6170682" y="333968"/>
                  </a:lnTo>
                  <a:lnTo>
                    <a:pt x="6174751" y="331623"/>
                  </a:lnTo>
                  <a:close/>
                </a:path>
                <a:path w="6694170" h="6997065">
                  <a:moveTo>
                    <a:pt x="6249565" y="461782"/>
                  </a:moveTo>
                  <a:lnTo>
                    <a:pt x="6251621" y="465341"/>
                  </a:lnTo>
                  <a:lnTo>
                    <a:pt x="6248055" y="467403"/>
                  </a:lnTo>
                  <a:lnTo>
                    <a:pt x="6246000" y="463843"/>
                  </a:lnTo>
                  <a:lnTo>
                    <a:pt x="6249565" y="461782"/>
                  </a:lnTo>
                  <a:close/>
                </a:path>
                <a:path w="6694170" h="6997065">
                  <a:moveTo>
                    <a:pt x="6324374" y="591947"/>
                  </a:moveTo>
                  <a:lnTo>
                    <a:pt x="6326133" y="594997"/>
                  </a:lnTo>
                  <a:lnTo>
                    <a:pt x="6323082" y="596763"/>
                  </a:lnTo>
                  <a:lnTo>
                    <a:pt x="6321317" y="593706"/>
                  </a:lnTo>
                  <a:lnTo>
                    <a:pt x="6324374" y="591947"/>
                  </a:lnTo>
                  <a:close/>
                </a:path>
                <a:path w="6694170" h="6997065">
                  <a:moveTo>
                    <a:pt x="6399176" y="722106"/>
                  </a:moveTo>
                  <a:lnTo>
                    <a:pt x="6400645" y="724653"/>
                  </a:lnTo>
                  <a:lnTo>
                    <a:pt x="6398104" y="726122"/>
                  </a:lnTo>
                  <a:lnTo>
                    <a:pt x="6396635" y="723575"/>
                  </a:lnTo>
                  <a:lnTo>
                    <a:pt x="6399176" y="722106"/>
                  </a:lnTo>
                  <a:close/>
                </a:path>
                <a:path w="6694170" h="6997065">
                  <a:moveTo>
                    <a:pt x="6473883" y="852668"/>
                  </a:moveTo>
                  <a:lnTo>
                    <a:pt x="6474766" y="854196"/>
                  </a:lnTo>
                  <a:lnTo>
                    <a:pt x="6473238" y="855079"/>
                  </a:lnTo>
                  <a:lnTo>
                    <a:pt x="6472355" y="853550"/>
                  </a:lnTo>
                  <a:lnTo>
                    <a:pt x="6473883" y="852668"/>
                  </a:lnTo>
                  <a:close/>
                </a:path>
                <a:path w="6694170" h="6997065">
                  <a:moveTo>
                    <a:pt x="6547673" y="983419"/>
                  </a:moveTo>
                  <a:lnTo>
                    <a:pt x="6549037" y="983419"/>
                  </a:lnTo>
                  <a:lnTo>
                    <a:pt x="6549284" y="983846"/>
                  </a:lnTo>
                  <a:lnTo>
                    <a:pt x="6547918" y="983846"/>
                  </a:lnTo>
                  <a:lnTo>
                    <a:pt x="6547673" y="983419"/>
                  </a:lnTo>
                  <a:close/>
                </a:path>
                <a:path w="6694170" h="6997065">
                  <a:moveTo>
                    <a:pt x="5820996" y="14449"/>
                  </a:moveTo>
                  <a:lnTo>
                    <a:pt x="5825403" y="22083"/>
                  </a:lnTo>
                  <a:lnTo>
                    <a:pt x="5817768" y="26490"/>
                  </a:lnTo>
                  <a:lnTo>
                    <a:pt x="5813361" y="18856"/>
                  </a:lnTo>
                  <a:lnTo>
                    <a:pt x="5820996" y="14449"/>
                  </a:lnTo>
                  <a:close/>
                </a:path>
                <a:path w="6694170" h="6997065">
                  <a:moveTo>
                    <a:pt x="5895692" y="145017"/>
                  </a:moveTo>
                  <a:lnTo>
                    <a:pt x="5899512" y="151627"/>
                  </a:lnTo>
                  <a:lnTo>
                    <a:pt x="5892902" y="155447"/>
                  </a:lnTo>
                  <a:lnTo>
                    <a:pt x="5889082" y="148831"/>
                  </a:lnTo>
                  <a:lnTo>
                    <a:pt x="5895692" y="145017"/>
                  </a:lnTo>
                  <a:close/>
                </a:path>
                <a:path w="6694170" h="6997065">
                  <a:moveTo>
                    <a:pt x="5970506" y="275170"/>
                  </a:moveTo>
                  <a:lnTo>
                    <a:pt x="5974030" y="281277"/>
                  </a:lnTo>
                  <a:lnTo>
                    <a:pt x="5967918" y="284807"/>
                  </a:lnTo>
                  <a:lnTo>
                    <a:pt x="5964394" y="278700"/>
                  </a:lnTo>
                  <a:lnTo>
                    <a:pt x="5970506" y="275170"/>
                  </a:lnTo>
                  <a:close/>
                </a:path>
                <a:path w="6694170" h="6997065">
                  <a:moveTo>
                    <a:pt x="6045208" y="405738"/>
                  </a:moveTo>
                  <a:lnTo>
                    <a:pt x="6048146" y="410826"/>
                  </a:lnTo>
                  <a:lnTo>
                    <a:pt x="6043058" y="413764"/>
                  </a:lnTo>
                  <a:lnTo>
                    <a:pt x="6040120" y="408676"/>
                  </a:lnTo>
                  <a:lnTo>
                    <a:pt x="6045208" y="405738"/>
                  </a:lnTo>
                  <a:close/>
                </a:path>
                <a:path w="6694170" h="6997065">
                  <a:moveTo>
                    <a:pt x="6120016" y="535898"/>
                  </a:moveTo>
                  <a:lnTo>
                    <a:pt x="6122657" y="540476"/>
                  </a:lnTo>
                  <a:lnTo>
                    <a:pt x="6118079" y="543124"/>
                  </a:lnTo>
                  <a:lnTo>
                    <a:pt x="6115431" y="538539"/>
                  </a:lnTo>
                  <a:lnTo>
                    <a:pt x="6120016" y="535898"/>
                  </a:lnTo>
                  <a:close/>
                </a:path>
                <a:path w="6694170" h="6997065">
                  <a:moveTo>
                    <a:pt x="6194717" y="666459"/>
                  </a:moveTo>
                  <a:lnTo>
                    <a:pt x="6196779" y="670025"/>
                  </a:lnTo>
                  <a:lnTo>
                    <a:pt x="6193213" y="672080"/>
                  </a:lnTo>
                  <a:lnTo>
                    <a:pt x="6191152" y="668514"/>
                  </a:lnTo>
                  <a:lnTo>
                    <a:pt x="6194717" y="666459"/>
                  </a:lnTo>
                  <a:close/>
                </a:path>
                <a:path w="6694170" h="6997065">
                  <a:moveTo>
                    <a:pt x="6269526" y="796624"/>
                  </a:moveTo>
                  <a:lnTo>
                    <a:pt x="6271291" y="799675"/>
                  </a:lnTo>
                  <a:lnTo>
                    <a:pt x="6268240" y="801440"/>
                  </a:lnTo>
                  <a:lnTo>
                    <a:pt x="6266475" y="798390"/>
                  </a:lnTo>
                  <a:lnTo>
                    <a:pt x="6269526" y="796624"/>
                  </a:lnTo>
                  <a:close/>
                </a:path>
                <a:path w="6694170" h="6997065">
                  <a:moveTo>
                    <a:pt x="6344340" y="926784"/>
                  </a:moveTo>
                  <a:lnTo>
                    <a:pt x="6345809" y="929324"/>
                  </a:lnTo>
                  <a:lnTo>
                    <a:pt x="6343262" y="930794"/>
                  </a:lnTo>
                  <a:lnTo>
                    <a:pt x="6341793" y="928253"/>
                  </a:lnTo>
                  <a:lnTo>
                    <a:pt x="6344340" y="926784"/>
                  </a:lnTo>
                  <a:close/>
                </a:path>
                <a:path w="6694170" h="6997065">
                  <a:moveTo>
                    <a:pt x="6419035" y="1057345"/>
                  </a:moveTo>
                  <a:lnTo>
                    <a:pt x="6419918" y="1058879"/>
                  </a:lnTo>
                  <a:lnTo>
                    <a:pt x="6418396" y="1059756"/>
                  </a:lnTo>
                  <a:lnTo>
                    <a:pt x="6417513" y="1058228"/>
                  </a:lnTo>
                  <a:lnTo>
                    <a:pt x="6419035" y="1057345"/>
                  </a:lnTo>
                  <a:close/>
                </a:path>
                <a:path w="6694170" h="6997065">
                  <a:moveTo>
                    <a:pt x="6492825" y="1188097"/>
                  </a:moveTo>
                  <a:lnTo>
                    <a:pt x="6494189" y="1188097"/>
                  </a:lnTo>
                  <a:lnTo>
                    <a:pt x="6494436" y="1188529"/>
                  </a:lnTo>
                  <a:lnTo>
                    <a:pt x="6493076" y="1188529"/>
                  </a:lnTo>
                  <a:lnTo>
                    <a:pt x="6492825" y="1188097"/>
                  </a:lnTo>
                  <a:close/>
                </a:path>
                <a:path w="6694170" h="6997065">
                  <a:moveTo>
                    <a:pt x="5691341" y="88967"/>
                  </a:moveTo>
                  <a:lnTo>
                    <a:pt x="5696038" y="97105"/>
                  </a:lnTo>
                  <a:lnTo>
                    <a:pt x="5687899" y="101808"/>
                  </a:lnTo>
                  <a:lnTo>
                    <a:pt x="5683196" y="93664"/>
                  </a:lnTo>
                  <a:lnTo>
                    <a:pt x="5691341" y="88967"/>
                  </a:lnTo>
                  <a:close/>
                </a:path>
                <a:path w="6694170" h="6997065">
                  <a:moveTo>
                    <a:pt x="5766149" y="219126"/>
                  </a:moveTo>
                  <a:lnTo>
                    <a:pt x="5770555" y="226755"/>
                  </a:lnTo>
                  <a:lnTo>
                    <a:pt x="5762920" y="231162"/>
                  </a:lnTo>
                  <a:lnTo>
                    <a:pt x="5758514" y="223533"/>
                  </a:lnTo>
                  <a:lnTo>
                    <a:pt x="5766149" y="219126"/>
                  </a:lnTo>
                  <a:close/>
                </a:path>
                <a:path w="6694170" h="6997065">
                  <a:moveTo>
                    <a:pt x="5840957" y="349291"/>
                  </a:moveTo>
                  <a:lnTo>
                    <a:pt x="5845073" y="356417"/>
                  </a:lnTo>
                  <a:lnTo>
                    <a:pt x="5837948" y="360528"/>
                  </a:lnTo>
                  <a:lnTo>
                    <a:pt x="5833831" y="353402"/>
                  </a:lnTo>
                  <a:lnTo>
                    <a:pt x="5840957" y="349291"/>
                  </a:lnTo>
                  <a:close/>
                </a:path>
                <a:path w="6694170" h="6997065">
                  <a:moveTo>
                    <a:pt x="5915664" y="479853"/>
                  </a:moveTo>
                  <a:lnTo>
                    <a:pt x="5919189" y="485954"/>
                  </a:lnTo>
                  <a:lnTo>
                    <a:pt x="5913082" y="489478"/>
                  </a:lnTo>
                  <a:lnTo>
                    <a:pt x="5909557" y="483377"/>
                  </a:lnTo>
                  <a:lnTo>
                    <a:pt x="5915664" y="479853"/>
                  </a:lnTo>
                  <a:close/>
                </a:path>
                <a:path w="6694170" h="6997065">
                  <a:moveTo>
                    <a:pt x="5990366" y="610415"/>
                  </a:moveTo>
                  <a:lnTo>
                    <a:pt x="5993304" y="615502"/>
                  </a:lnTo>
                  <a:lnTo>
                    <a:pt x="5988216" y="618440"/>
                  </a:lnTo>
                  <a:lnTo>
                    <a:pt x="5985278" y="613353"/>
                  </a:lnTo>
                  <a:lnTo>
                    <a:pt x="5990366" y="610415"/>
                  </a:lnTo>
                  <a:close/>
                </a:path>
                <a:path w="6694170" h="6997065">
                  <a:moveTo>
                    <a:pt x="6065168" y="740574"/>
                  </a:moveTo>
                  <a:lnTo>
                    <a:pt x="6067816" y="745158"/>
                  </a:lnTo>
                  <a:lnTo>
                    <a:pt x="6063237" y="747800"/>
                  </a:lnTo>
                  <a:lnTo>
                    <a:pt x="6060590" y="743221"/>
                  </a:lnTo>
                  <a:lnTo>
                    <a:pt x="6065168" y="740574"/>
                  </a:lnTo>
                  <a:close/>
                </a:path>
                <a:path w="6694170" h="6997065">
                  <a:moveTo>
                    <a:pt x="6139982" y="870733"/>
                  </a:moveTo>
                  <a:lnTo>
                    <a:pt x="6142334" y="874808"/>
                  </a:lnTo>
                  <a:lnTo>
                    <a:pt x="6138259" y="877159"/>
                  </a:lnTo>
                  <a:lnTo>
                    <a:pt x="6135907" y="873084"/>
                  </a:lnTo>
                  <a:lnTo>
                    <a:pt x="6139982" y="870733"/>
                  </a:lnTo>
                  <a:close/>
                </a:path>
                <a:path w="6694170" h="6997065">
                  <a:moveTo>
                    <a:pt x="6214678" y="1001301"/>
                  </a:moveTo>
                  <a:lnTo>
                    <a:pt x="6216443" y="1004358"/>
                  </a:lnTo>
                  <a:lnTo>
                    <a:pt x="6213393" y="1006117"/>
                  </a:lnTo>
                  <a:lnTo>
                    <a:pt x="6211628" y="1003060"/>
                  </a:lnTo>
                  <a:lnTo>
                    <a:pt x="6214678" y="1001301"/>
                  </a:lnTo>
                  <a:close/>
                </a:path>
                <a:path w="6694170" h="6997065">
                  <a:moveTo>
                    <a:pt x="6289498" y="1131460"/>
                  </a:moveTo>
                  <a:lnTo>
                    <a:pt x="6290967" y="1134007"/>
                  </a:lnTo>
                  <a:lnTo>
                    <a:pt x="6288420" y="1135476"/>
                  </a:lnTo>
                  <a:lnTo>
                    <a:pt x="6286951" y="1132930"/>
                  </a:lnTo>
                  <a:lnTo>
                    <a:pt x="6289498" y="1131460"/>
                  </a:lnTo>
                  <a:close/>
                </a:path>
                <a:path w="6694170" h="6997065">
                  <a:moveTo>
                    <a:pt x="6364200" y="1262022"/>
                  </a:moveTo>
                  <a:lnTo>
                    <a:pt x="6365076" y="1263545"/>
                  </a:lnTo>
                  <a:lnTo>
                    <a:pt x="6363548" y="1264427"/>
                  </a:lnTo>
                  <a:lnTo>
                    <a:pt x="6362671" y="1262905"/>
                  </a:lnTo>
                  <a:lnTo>
                    <a:pt x="6364200" y="1262022"/>
                  </a:lnTo>
                  <a:close/>
                </a:path>
                <a:path w="6694170" h="6997065">
                  <a:moveTo>
                    <a:pt x="6437989" y="1392774"/>
                  </a:moveTo>
                  <a:lnTo>
                    <a:pt x="6439343" y="1392774"/>
                  </a:lnTo>
                  <a:lnTo>
                    <a:pt x="6439594" y="1393206"/>
                  </a:lnTo>
                  <a:lnTo>
                    <a:pt x="6438240" y="1393206"/>
                  </a:lnTo>
                  <a:lnTo>
                    <a:pt x="6437989" y="1392774"/>
                  </a:lnTo>
                  <a:close/>
                </a:path>
                <a:path w="6694170" h="6997065">
                  <a:moveTo>
                    <a:pt x="5487095" y="32514"/>
                  </a:moveTo>
                  <a:lnTo>
                    <a:pt x="5492971" y="42696"/>
                  </a:lnTo>
                  <a:lnTo>
                    <a:pt x="5482789" y="48572"/>
                  </a:lnTo>
                  <a:lnTo>
                    <a:pt x="5476914" y="38390"/>
                  </a:lnTo>
                  <a:lnTo>
                    <a:pt x="5487095" y="32514"/>
                  </a:lnTo>
                  <a:close/>
                </a:path>
                <a:path w="6694170" h="6997065">
                  <a:moveTo>
                    <a:pt x="5561797" y="163082"/>
                  </a:moveTo>
                  <a:lnTo>
                    <a:pt x="5567086" y="172239"/>
                  </a:lnTo>
                  <a:lnTo>
                    <a:pt x="5557923" y="177528"/>
                  </a:lnTo>
                  <a:lnTo>
                    <a:pt x="5552634" y="168371"/>
                  </a:lnTo>
                  <a:lnTo>
                    <a:pt x="5561797" y="163082"/>
                  </a:lnTo>
                  <a:close/>
                </a:path>
                <a:path w="6694170" h="6997065">
                  <a:moveTo>
                    <a:pt x="5636599" y="293241"/>
                  </a:moveTo>
                  <a:lnTo>
                    <a:pt x="5641598" y="301895"/>
                  </a:lnTo>
                  <a:lnTo>
                    <a:pt x="5632951" y="306888"/>
                  </a:lnTo>
                  <a:lnTo>
                    <a:pt x="5627952" y="298234"/>
                  </a:lnTo>
                  <a:lnTo>
                    <a:pt x="5636599" y="293241"/>
                  </a:lnTo>
                  <a:close/>
                </a:path>
                <a:path w="6694170" h="6997065">
                  <a:moveTo>
                    <a:pt x="5711307" y="423803"/>
                  </a:moveTo>
                  <a:lnTo>
                    <a:pt x="5715714" y="431438"/>
                  </a:lnTo>
                  <a:lnTo>
                    <a:pt x="5708079" y="435845"/>
                  </a:lnTo>
                  <a:lnTo>
                    <a:pt x="5703672" y="428210"/>
                  </a:lnTo>
                  <a:lnTo>
                    <a:pt x="5711307" y="423803"/>
                  </a:lnTo>
                  <a:close/>
                </a:path>
                <a:path w="6694170" h="6997065">
                  <a:moveTo>
                    <a:pt x="5786115" y="553968"/>
                  </a:moveTo>
                  <a:lnTo>
                    <a:pt x="5790226" y="561087"/>
                  </a:lnTo>
                  <a:lnTo>
                    <a:pt x="5783106" y="565198"/>
                  </a:lnTo>
                  <a:lnTo>
                    <a:pt x="5778995" y="558079"/>
                  </a:lnTo>
                  <a:lnTo>
                    <a:pt x="5786115" y="553968"/>
                  </a:lnTo>
                  <a:close/>
                </a:path>
                <a:path w="6694170" h="6997065">
                  <a:moveTo>
                    <a:pt x="5860817" y="684530"/>
                  </a:moveTo>
                  <a:lnTo>
                    <a:pt x="5864341" y="690636"/>
                  </a:lnTo>
                  <a:lnTo>
                    <a:pt x="5858240" y="694161"/>
                  </a:lnTo>
                  <a:lnTo>
                    <a:pt x="5854716" y="688054"/>
                  </a:lnTo>
                  <a:lnTo>
                    <a:pt x="5860817" y="684530"/>
                  </a:lnTo>
                  <a:close/>
                </a:path>
                <a:path w="6694170" h="6997065">
                  <a:moveTo>
                    <a:pt x="5935518" y="815092"/>
                  </a:moveTo>
                  <a:lnTo>
                    <a:pt x="5938456" y="820179"/>
                  </a:lnTo>
                  <a:lnTo>
                    <a:pt x="5933368" y="823117"/>
                  </a:lnTo>
                  <a:lnTo>
                    <a:pt x="5930431" y="818029"/>
                  </a:lnTo>
                  <a:lnTo>
                    <a:pt x="5935518" y="815092"/>
                  </a:lnTo>
                  <a:close/>
                </a:path>
                <a:path w="6694170" h="6997065">
                  <a:moveTo>
                    <a:pt x="6010327" y="945257"/>
                  </a:moveTo>
                  <a:lnTo>
                    <a:pt x="6012974" y="949835"/>
                  </a:lnTo>
                  <a:lnTo>
                    <a:pt x="6008396" y="952477"/>
                  </a:lnTo>
                  <a:lnTo>
                    <a:pt x="6005754" y="947898"/>
                  </a:lnTo>
                  <a:lnTo>
                    <a:pt x="6010327" y="945257"/>
                  </a:lnTo>
                  <a:close/>
                </a:path>
                <a:path w="6694170" h="6997065">
                  <a:moveTo>
                    <a:pt x="6085141" y="1075410"/>
                  </a:moveTo>
                  <a:lnTo>
                    <a:pt x="6087492" y="1079485"/>
                  </a:lnTo>
                  <a:lnTo>
                    <a:pt x="6083417" y="1081836"/>
                  </a:lnTo>
                  <a:lnTo>
                    <a:pt x="6081066" y="1077761"/>
                  </a:lnTo>
                  <a:lnTo>
                    <a:pt x="6085141" y="1075410"/>
                  </a:lnTo>
                  <a:close/>
                </a:path>
                <a:path w="6694170" h="6997065">
                  <a:moveTo>
                    <a:pt x="6159842" y="1205972"/>
                  </a:moveTo>
                  <a:lnTo>
                    <a:pt x="6161602" y="1209028"/>
                  </a:lnTo>
                  <a:lnTo>
                    <a:pt x="6158545" y="1210794"/>
                  </a:lnTo>
                  <a:lnTo>
                    <a:pt x="6156786" y="1207737"/>
                  </a:lnTo>
                  <a:lnTo>
                    <a:pt x="6159842" y="1205972"/>
                  </a:lnTo>
                  <a:close/>
                </a:path>
                <a:path w="6694170" h="6997065">
                  <a:moveTo>
                    <a:pt x="6234650" y="1336143"/>
                  </a:moveTo>
                  <a:lnTo>
                    <a:pt x="6236119" y="1338684"/>
                  </a:lnTo>
                  <a:lnTo>
                    <a:pt x="6233578" y="1340153"/>
                  </a:lnTo>
                  <a:lnTo>
                    <a:pt x="6232109" y="1337612"/>
                  </a:lnTo>
                  <a:lnTo>
                    <a:pt x="6234650" y="1336143"/>
                  </a:lnTo>
                  <a:close/>
                </a:path>
                <a:path w="6694170" h="6997065">
                  <a:moveTo>
                    <a:pt x="6309352" y="1466704"/>
                  </a:moveTo>
                  <a:lnTo>
                    <a:pt x="6310235" y="1468227"/>
                  </a:lnTo>
                  <a:lnTo>
                    <a:pt x="6308707" y="1469109"/>
                  </a:lnTo>
                  <a:lnTo>
                    <a:pt x="6307824" y="1467587"/>
                  </a:lnTo>
                  <a:lnTo>
                    <a:pt x="6309352" y="1466704"/>
                  </a:lnTo>
                  <a:close/>
                </a:path>
                <a:path w="6694170" h="6997065">
                  <a:moveTo>
                    <a:pt x="6383148" y="1597450"/>
                  </a:moveTo>
                  <a:lnTo>
                    <a:pt x="6384500" y="1597450"/>
                  </a:lnTo>
                  <a:lnTo>
                    <a:pt x="6384747" y="1597876"/>
                  </a:lnTo>
                  <a:lnTo>
                    <a:pt x="6383394" y="1597876"/>
                  </a:lnTo>
                  <a:lnTo>
                    <a:pt x="6383148" y="1597450"/>
                  </a:lnTo>
                  <a:close/>
                </a:path>
                <a:path w="6694170" h="6997065">
                  <a:moveTo>
                    <a:pt x="5357653" y="106225"/>
                  </a:moveTo>
                  <a:lnTo>
                    <a:pt x="5364411" y="117935"/>
                  </a:lnTo>
                  <a:lnTo>
                    <a:pt x="5352707" y="124693"/>
                  </a:lnTo>
                  <a:lnTo>
                    <a:pt x="5345949" y="112984"/>
                  </a:lnTo>
                  <a:lnTo>
                    <a:pt x="5357653" y="106225"/>
                  </a:lnTo>
                  <a:close/>
                </a:path>
                <a:path w="6694170" h="6997065">
                  <a:moveTo>
                    <a:pt x="5432248" y="237196"/>
                  </a:moveTo>
                  <a:lnTo>
                    <a:pt x="5438123" y="247372"/>
                  </a:lnTo>
                  <a:lnTo>
                    <a:pt x="5427948" y="253247"/>
                  </a:lnTo>
                  <a:lnTo>
                    <a:pt x="5422072" y="243072"/>
                  </a:lnTo>
                  <a:lnTo>
                    <a:pt x="5432248" y="237196"/>
                  </a:lnTo>
                  <a:close/>
                </a:path>
                <a:path w="6694170" h="6997065">
                  <a:moveTo>
                    <a:pt x="5506949" y="367758"/>
                  </a:moveTo>
                  <a:lnTo>
                    <a:pt x="5512239" y="376915"/>
                  </a:lnTo>
                  <a:lnTo>
                    <a:pt x="5503076" y="382204"/>
                  </a:lnTo>
                  <a:lnTo>
                    <a:pt x="5497792" y="373047"/>
                  </a:lnTo>
                  <a:lnTo>
                    <a:pt x="5506949" y="367758"/>
                  </a:lnTo>
                  <a:close/>
                </a:path>
                <a:path w="6694170" h="6997065">
                  <a:moveTo>
                    <a:pt x="5581764" y="497917"/>
                  </a:moveTo>
                  <a:lnTo>
                    <a:pt x="5586757" y="506565"/>
                  </a:lnTo>
                  <a:lnTo>
                    <a:pt x="5578103" y="511557"/>
                  </a:lnTo>
                  <a:lnTo>
                    <a:pt x="5573110" y="502910"/>
                  </a:lnTo>
                  <a:lnTo>
                    <a:pt x="5581764" y="497917"/>
                  </a:lnTo>
                  <a:close/>
                </a:path>
                <a:path w="6694170" h="6997065">
                  <a:moveTo>
                    <a:pt x="5656572" y="628077"/>
                  </a:moveTo>
                  <a:lnTo>
                    <a:pt x="5661275" y="636220"/>
                  </a:lnTo>
                  <a:lnTo>
                    <a:pt x="5653130" y="640924"/>
                  </a:lnTo>
                  <a:lnTo>
                    <a:pt x="5648428" y="632774"/>
                  </a:lnTo>
                  <a:lnTo>
                    <a:pt x="5656572" y="628077"/>
                  </a:lnTo>
                  <a:close/>
                </a:path>
                <a:path w="6694170" h="6997065">
                  <a:moveTo>
                    <a:pt x="5731273" y="758639"/>
                  </a:moveTo>
                  <a:lnTo>
                    <a:pt x="5735384" y="765764"/>
                  </a:lnTo>
                  <a:lnTo>
                    <a:pt x="5728264" y="769874"/>
                  </a:lnTo>
                  <a:lnTo>
                    <a:pt x="5724148" y="762755"/>
                  </a:lnTo>
                  <a:lnTo>
                    <a:pt x="5731273" y="758639"/>
                  </a:lnTo>
                  <a:close/>
                </a:path>
                <a:path w="6694170" h="6997065">
                  <a:moveTo>
                    <a:pt x="5806082" y="888803"/>
                  </a:moveTo>
                  <a:lnTo>
                    <a:pt x="5809902" y="895419"/>
                  </a:lnTo>
                  <a:lnTo>
                    <a:pt x="5803280" y="899240"/>
                  </a:lnTo>
                  <a:lnTo>
                    <a:pt x="5799466" y="892624"/>
                  </a:lnTo>
                  <a:lnTo>
                    <a:pt x="5806082" y="888803"/>
                  </a:lnTo>
                  <a:close/>
                </a:path>
                <a:path w="6694170" h="6997065">
                  <a:moveTo>
                    <a:pt x="5880783" y="1019365"/>
                  </a:moveTo>
                  <a:lnTo>
                    <a:pt x="5884017" y="1024962"/>
                  </a:lnTo>
                  <a:lnTo>
                    <a:pt x="5878420" y="1028196"/>
                  </a:lnTo>
                  <a:lnTo>
                    <a:pt x="5875192" y="1022599"/>
                  </a:lnTo>
                  <a:lnTo>
                    <a:pt x="5880783" y="1019365"/>
                  </a:lnTo>
                  <a:close/>
                </a:path>
                <a:path w="6694170" h="6997065">
                  <a:moveTo>
                    <a:pt x="5955491" y="1149927"/>
                  </a:moveTo>
                  <a:lnTo>
                    <a:pt x="5958132" y="1154505"/>
                  </a:lnTo>
                  <a:lnTo>
                    <a:pt x="5953548" y="1157147"/>
                  </a:lnTo>
                  <a:lnTo>
                    <a:pt x="5950906" y="1152575"/>
                  </a:lnTo>
                  <a:lnTo>
                    <a:pt x="5955491" y="1149927"/>
                  </a:lnTo>
                  <a:close/>
                </a:path>
                <a:path w="6694170" h="6997065">
                  <a:moveTo>
                    <a:pt x="6030293" y="1280092"/>
                  </a:moveTo>
                  <a:lnTo>
                    <a:pt x="6032645" y="1284161"/>
                  </a:lnTo>
                  <a:lnTo>
                    <a:pt x="6028575" y="1286512"/>
                  </a:lnTo>
                  <a:lnTo>
                    <a:pt x="6026224" y="1282443"/>
                  </a:lnTo>
                  <a:lnTo>
                    <a:pt x="6030293" y="1280092"/>
                  </a:lnTo>
                  <a:close/>
                </a:path>
                <a:path w="6694170" h="6997065">
                  <a:moveTo>
                    <a:pt x="6105001" y="1410654"/>
                  </a:moveTo>
                  <a:lnTo>
                    <a:pt x="6106760" y="1413704"/>
                  </a:lnTo>
                  <a:lnTo>
                    <a:pt x="6103709" y="1415469"/>
                  </a:lnTo>
                  <a:lnTo>
                    <a:pt x="6101944" y="1412413"/>
                  </a:lnTo>
                  <a:lnTo>
                    <a:pt x="6105001" y="1410654"/>
                  </a:lnTo>
                  <a:close/>
                </a:path>
                <a:path w="6694170" h="6997065">
                  <a:moveTo>
                    <a:pt x="6179803" y="1540813"/>
                  </a:moveTo>
                  <a:lnTo>
                    <a:pt x="6181272" y="1543359"/>
                  </a:lnTo>
                  <a:lnTo>
                    <a:pt x="6178731" y="1544829"/>
                  </a:lnTo>
                  <a:lnTo>
                    <a:pt x="6177262" y="1542282"/>
                  </a:lnTo>
                  <a:lnTo>
                    <a:pt x="6179803" y="1540813"/>
                  </a:lnTo>
                  <a:close/>
                </a:path>
                <a:path w="6694170" h="6997065">
                  <a:moveTo>
                    <a:pt x="6254510" y="1671374"/>
                  </a:moveTo>
                  <a:lnTo>
                    <a:pt x="6255393" y="1672903"/>
                  </a:lnTo>
                  <a:lnTo>
                    <a:pt x="6253865" y="1673785"/>
                  </a:lnTo>
                  <a:lnTo>
                    <a:pt x="6252982" y="1672257"/>
                  </a:lnTo>
                  <a:lnTo>
                    <a:pt x="6254510" y="1671374"/>
                  </a:lnTo>
                  <a:close/>
                </a:path>
                <a:path w="6694170" h="6997065">
                  <a:moveTo>
                    <a:pt x="5153408" y="49778"/>
                  </a:moveTo>
                  <a:lnTo>
                    <a:pt x="5161339" y="63513"/>
                  </a:lnTo>
                  <a:lnTo>
                    <a:pt x="5147597" y="71451"/>
                  </a:lnTo>
                  <a:lnTo>
                    <a:pt x="5139666" y="57715"/>
                  </a:lnTo>
                  <a:lnTo>
                    <a:pt x="5153408" y="49778"/>
                  </a:lnTo>
                  <a:close/>
                </a:path>
                <a:path w="6694170" h="6997065">
                  <a:moveTo>
                    <a:pt x="5228215" y="179937"/>
                  </a:moveTo>
                  <a:lnTo>
                    <a:pt x="5235857" y="193175"/>
                  </a:lnTo>
                  <a:lnTo>
                    <a:pt x="5222625" y="200809"/>
                  </a:lnTo>
                  <a:lnTo>
                    <a:pt x="5214984" y="187577"/>
                  </a:lnTo>
                  <a:lnTo>
                    <a:pt x="5228215" y="179937"/>
                  </a:lnTo>
                  <a:close/>
                </a:path>
                <a:path w="6694170" h="6997065">
                  <a:moveTo>
                    <a:pt x="5302918" y="310505"/>
                  </a:moveTo>
                  <a:lnTo>
                    <a:pt x="5309972" y="322718"/>
                  </a:lnTo>
                  <a:lnTo>
                    <a:pt x="5297759" y="329767"/>
                  </a:lnTo>
                  <a:lnTo>
                    <a:pt x="5290704" y="317554"/>
                  </a:lnTo>
                  <a:lnTo>
                    <a:pt x="5302918" y="310505"/>
                  </a:lnTo>
                  <a:close/>
                </a:path>
                <a:path w="6694170" h="6997065">
                  <a:moveTo>
                    <a:pt x="5377513" y="441470"/>
                  </a:moveTo>
                  <a:lnTo>
                    <a:pt x="5383685" y="452155"/>
                  </a:lnTo>
                  <a:lnTo>
                    <a:pt x="5372999" y="458321"/>
                  </a:lnTo>
                  <a:lnTo>
                    <a:pt x="5366828" y="447636"/>
                  </a:lnTo>
                  <a:lnTo>
                    <a:pt x="5377513" y="441470"/>
                  </a:lnTo>
                  <a:close/>
                </a:path>
                <a:path w="6694170" h="6997065">
                  <a:moveTo>
                    <a:pt x="5452214" y="572032"/>
                  </a:moveTo>
                  <a:lnTo>
                    <a:pt x="5457800" y="581698"/>
                  </a:lnTo>
                  <a:lnTo>
                    <a:pt x="5448128" y="587284"/>
                  </a:lnTo>
                  <a:lnTo>
                    <a:pt x="5442548" y="577611"/>
                  </a:lnTo>
                  <a:lnTo>
                    <a:pt x="5452214" y="572032"/>
                  </a:lnTo>
                  <a:close/>
                </a:path>
                <a:path w="6694170" h="6997065">
                  <a:moveTo>
                    <a:pt x="5526922" y="702593"/>
                  </a:moveTo>
                  <a:lnTo>
                    <a:pt x="5531915" y="711241"/>
                  </a:lnTo>
                  <a:lnTo>
                    <a:pt x="5523262" y="716240"/>
                  </a:lnTo>
                  <a:lnTo>
                    <a:pt x="5518268" y="707593"/>
                  </a:lnTo>
                  <a:lnTo>
                    <a:pt x="5526922" y="702593"/>
                  </a:lnTo>
                  <a:close/>
                </a:path>
                <a:path w="6694170" h="6997065">
                  <a:moveTo>
                    <a:pt x="5601723" y="832753"/>
                  </a:moveTo>
                  <a:lnTo>
                    <a:pt x="5606427" y="840897"/>
                  </a:lnTo>
                  <a:lnTo>
                    <a:pt x="5598283" y="845594"/>
                  </a:lnTo>
                  <a:lnTo>
                    <a:pt x="5593586" y="837455"/>
                  </a:lnTo>
                  <a:lnTo>
                    <a:pt x="5601723" y="832753"/>
                  </a:lnTo>
                  <a:close/>
                </a:path>
                <a:path w="6694170" h="6997065">
                  <a:moveTo>
                    <a:pt x="5676432" y="963314"/>
                  </a:moveTo>
                  <a:lnTo>
                    <a:pt x="5680542" y="970440"/>
                  </a:lnTo>
                  <a:lnTo>
                    <a:pt x="5673417" y="974557"/>
                  </a:lnTo>
                  <a:lnTo>
                    <a:pt x="5669306" y="967431"/>
                  </a:lnTo>
                  <a:lnTo>
                    <a:pt x="5676432" y="963314"/>
                  </a:lnTo>
                  <a:close/>
                </a:path>
                <a:path w="6694170" h="6997065">
                  <a:moveTo>
                    <a:pt x="5751234" y="1093479"/>
                  </a:moveTo>
                  <a:lnTo>
                    <a:pt x="5755054" y="1100095"/>
                  </a:lnTo>
                  <a:lnTo>
                    <a:pt x="5748444" y="1103910"/>
                  </a:lnTo>
                  <a:lnTo>
                    <a:pt x="5744624" y="1097294"/>
                  </a:lnTo>
                  <a:lnTo>
                    <a:pt x="5751234" y="1093479"/>
                  </a:lnTo>
                  <a:close/>
                </a:path>
                <a:path w="6694170" h="6997065">
                  <a:moveTo>
                    <a:pt x="5825941" y="1224041"/>
                  </a:moveTo>
                  <a:lnTo>
                    <a:pt x="5829175" y="1229639"/>
                  </a:lnTo>
                  <a:lnTo>
                    <a:pt x="5823578" y="1232873"/>
                  </a:lnTo>
                  <a:lnTo>
                    <a:pt x="5820344" y="1227269"/>
                  </a:lnTo>
                  <a:lnTo>
                    <a:pt x="5825941" y="1224041"/>
                  </a:lnTo>
                  <a:close/>
                </a:path>
                <a:path w="6694170" h="6997065">
                  <a:moveTo>
                    <a:pt x="5900643" y="1354603"/>
                  </a:moveTo>
                  <a:lnTo>
                    <a:pt x="5903285" y="1359182"/>
                  </a:lnTo>
                  <a:lnTo>
                    <a:pt x="5898706" y="1361829"/>
                  </a:lnTo>
                  <a:lnTo>
                    <a:pt x="5896059" y="1357245"/>
                  </a:lnTo>
                  <a:lnTo>
                    <a:pt x="5900643" y="1354603"/>
                  </a:lnTo>
                  <a:close/>
                </a:path>
                <a:path w="6694170" h="6997065">
                  <a:moveTo>
                    <a:pt x="5975451" y="1484768"/>
                  </a:moveTo>
                  <a:lnTo>
                    <a:pt x="5977803" y="1488837"/>
                  </a:lnTo>
                  <a:lnTo>
                    <a:pt x="5973734" y="1491183"/>
                  </a:lnTo>
                  <a:lnTo>
                    <a:pt x="5971382" y="1487113"/>
                  </a:lnTo>
                  <a:lnTo>
                    <a:pt x="5975451" y="1484768"/>
                  </a:lnTo>
                  <a:close/>
                </a:path>
                <a:path w="6694170" h="6997065">
                  <a:moveTo>
                    <a:pt x="6050153" y="1615330"/>
                  </a:moveTo>
                  <a:lnTo>
                    <a:pt x="6051918" y="1618380"/>
                  </a:lnTo>
                  <a:lnTo>
                    <a:pt x="6048868" y="1620146"/>
                  </a:lnTo>
                  <a:lnTo>
                    <a:pt x="6047103" y="1617095"/>
                  </a:lnTo>
                  <a:lnTo>
                    <a:pt x="6050153" y="1615330"/>
                  </a:lnTo>
                  <a:close/>
                </a:path>
                <a:path w="6694170" h="6997065">
                  <a:moveTo>
                    <a:pt x="6124967" y="1745489"/>
                  </a:moveTo>
                  <a:lnTo>
                    <a:pt x="6126436" y="1748030"/>
                  </a:lnTo>
                  <a:lnTo>
                    <a:pt x="6123889" y="1749499"/>
                  </a:lnTo>
                  <a:lnTo>
                    <a:pt x="6122420" y="1746958"/>
                  </a:lnTo>
                  <a:lnTo>
                    <a:pt x="6124967" y="1745489"/>
                  </a:lnTo>
                  <a:close/>
                </a:path>
                <a:path w="6694170" h="6997065">
                  <a:moveTo>
                    <a:pt x="6199663" y="1876051"/>
                  </a:moveTo>
                  <a:lnTo>
                    <a:pt x="6200545" y="1877585"/>
                  </a:lnTo>
                  <a:lnTo>
                    <a:pt x="6199023" y="1878462"/>
                  </a:lnTo>
                  <a:lnTo>
                    <a:pt x="6198141" y="1876933"/>
                  </a:lnTo>
                  <a:lnTo>
                    <a:pt x="6199663" y="1876051"/>
                  </a:lnTo>
                  <a:close/>
                </a:path>
                <a:path w="6694170" h="6997065">
                  <a:moveTo>
                    <a:pt x="4937019" y="0"/>
                  </a:moveTo>
                  <a:lnTo>
                    <a:pt x="4953351" y="0"/>
                  </a:lnTo>
                  <a:lnTo>
                    <a:pt x="4958670" y="9216"/>
                  </a:lnTo>
                  <a:lnTo>
                    <a:pt x="4942387" y="18616"/>
                  </a:lnTo>
                  <a:lnTo>
                    <a:pt x="4932987" y="2327"/>
                  </a:lnTo>
                  <a:lnTo>
                    <a:pt x="4937019" y="0"/>
                  </a:lnTo>
                  <a:close/>
                </a:path>
                <a:path w="6694170" h="6997065">
                  <a:moveTo>
                    <a:pt x="5023972" y="123489"/>
                  </a:moveTo>
                  <a:lnTo>
                    <a:pt x="5032785" y="138752"/>
                  </a:lnTo>
                  <a:lnTo>
                    <a:pt x="5017521" y="147566"/>
                  </a:lnTo>
                  <a:lnTo>
                    <a:pt x="5008708" y="132302"/>
                  </a:lnTo>
                  <a:lnTo>
                    <a:pt x="5023972" y="123489"/>
                  </a:lnTo>
                  <a:close/>
                </a:path>
                <a:path w="6694170" h="6997065">
                  <a:moveTo>
                    <a:pt x="5098673" y="254051"/>
                  </a:moveTo>
                  <a:lnTo>
                    <a:pt x="5106900" y="268301"/>
                  </a:lnTo>
                  <a:lnTo>
                    <a:pt x="5092650" y="276528"/>
                  </a:lnTo>
                  <a:lnTo>
                    <a:pt x="5084422" y="262278"/>
                  </a:lnTo>
                  <a:lnTo>
                    <a:pt x="5098673" y="254051"/>
                  </a:lnTo>
                  <a:close/>
                </a:path>
                <a:path w="6694170" h="6997065">
                  <a:moveTo>
                    <a:pt x="5173375" y="384619"/>
                  </a:moveTo>
                  <a:lnTo>
                    <a:pt x="5181010" y="397845"/>
                  </a:lnTo>
                  <a:lnTo>
                    <a:pt x="5167784" y="405486"/>
                  </a:lnTo>
                  <a:lnTo>
                    <a:pt x="5160143" y="392254"/>
                  </a:lnTo>
                  <a:lnTo>
                    <a:pt x="5173375" y="384619"/>
                  </a:lnTo>
                  <a:close/>
                </a:path>
                <a:path w="6694170" h="6997065">
                  <a:moveTo>
                    <a:pt x="5248077" y="515181"/>
                  </a:moveTo>
                  <a:lnTo>
                    <a:pt x="5255125" y="527394"/>
                  </a:lnTo>
                  <a:lnTo>
                    <a:pt x="5242912" y="534443"/>
                  </a:lnTo>
                  <a:lnTo>
                    <a:pt x="5235863" y="522229"/>
                  </a:lnTo>
                  <a:lnTo>
                    <a:pt x="5248077" y="515181"/>
                  </a:lnTo>
                  <a:close/>
                </a:path>
                <a:path w="6694170" h="6997065">
                  <a:moveTo>
                    <a:pt x="5322672" y="646146"/>
                  </a:moveTo>
                  <a:lnTo>
                    <a:pt x="5328838" y="656831"/>
                  </a:lnTo>
                  <a:lnTo>
                    <a:pt x="5318152" y="663003"/>
                  </a:lnTo>
                  <a:lnTo>
                    <a:pt x="5311986" y="652317"/>
                  </a:lnTo>
                  <a:lnTo>
                    <a:pt x="5322672" y="646146"/>
                  </a:lnTo>
                  <a:close/>
                </a:path>
                <a:path w="6694170" h="6997065">
                  <a:moveTo>
                    <a:pt x="5397373" y="776708"/>
                  </a:moveTo>
                  <a:lnTo>
                    <a:pt x="5402953" y="786374"/>
                  </a:lnTo>
                  <a:lnTo>
                    <a:pt x="5393286" y="791953"/>
                  </a:lnTo>
                  <a:lnTo>
                    <a:pt x="5387707" y="782293"/>
                  </a:lnTo>
                  <a:lnTo>
                    <a:pt x="5397373" y="776708"/>
                  </a:lnTo>
                  <a:close/>
                </a:path>
                <a:path w="6694170" h="6997065">
                  <a:moveTo>
                    <a:pt x="5472075" y="907269"/>
                  </a:moveTo>
                  <a:lnTo>
                    <a:pt x="5477068" y="915923"/>
                  </a:lnTo>
                  <a:lnTo>
                    <a:pt x="5468420" y="920916"/>
                  </a:lnTo>
                  <a:lnTo>
                    <a:pt x="5463427" y="912262"/>
                  </a:lnTo>
                  <a:lnTo>
                    <a:pt x="5472075" y="907269"/>
                  </a:lnTo>
                  <a:close/>
                </a:path>
                <a:path w="6694170" h="6997065">
                  <a:moveTo>
                    <a:pt x="5546883" y="1037435"/>
                  </a:moveTo>
                  <a:lnTo>
                    <a:pt x="5551580" y="1045573"/>
                  </a:lnTo>
                  <a:lnTo>
                    <a:pt x="5543442" y="1050276"/>
                  </a:lnTo>
                  <a:lnTo>
                    <a:pt x="5538745" y="1042132"/>
                  </a:lnTo>
                  <a:lnTo>
                    <a:pt x="5546883" y="1037435"/>
                  </a:lnTo>
                  <a:close/>
                </a:path>
                <a:path w="6694170" h="6997065">
                  <a:moveTo>
                    <a:pt x="5621585" y="1167996"/>
                  </a:moveTo>
                  <a:lnTo>
                    <a:pt x="5625701" y="1175122"/>
                  </a:lnTo>
                  <a:lnTo>
                    <a:pt x="5618576" y="1179232"/>
                  </a:lnTo>
                  <a:lnTo>
                    <a:pt x="5614459" y="1172107"/>
                  </a:lnTo>
                  <a:lnTo>
                    <a:pt x="5621585" y="1167996"/>
                  </a:lnTo>
                  <a:close/>
                </a:path>
                <a:path w="6694170" h="6997065">
                  <a:moveTo>
                    <a:pt x="5696399" y="1298155"/>
                  </a:moveTo>
                  <a:lnTo>
                    <a:pt x="5700219" y="1304771"/>
                  </a:lnTo>
                  <a:lnTo>
                    <a:pt x="5693603" y="1308592"/>
                  </a:lnTo>
                  <a:lnTo>
                    <a:pt x="5689783" y="1301976"/>
                  </a:lnTo>
                  <a:lnTo>
                    <a:pt x="5696399" y="1298155"/>
                  </a:lnTo>
                  <a:close/>
                </a:path>
                <a:path w="6694170" h="6997065">
                  <a:moveTo>
                    <a:pt x="5770994" y="1429120"/>
                  </a:moveTo>
                  <a:lnTo>
                    <a:pt x="5773932" y="1434208"/>
                  </a:lnTo>
                  <a:lnTo>
                    <a:pt x="5768844" y="1437146"/>
                  </a:lnTo>
                  <a:lnTo>
                    <a:pt x="5765906" y="1432058"/>
                  </a:lnTo>
                  <a:lnTo>
                    <a:pt x="5770994" y="1429120"/>
                  </a:lnTo>
                  <a:close/>
                </a:path>
                <a:path w="6694170" h="6997065">
                  <a:moveTo>
                    <a:pt x="5845796" y="1559279"/>
                  </a:moveTo>
                  <a:lnTo>
                    <a:pt x="5848444" y="1563864"/>
                  </a:lnTo>
                  <a:lnTo>
                    <a:pt x="5843865" y="1566506"/>
                  </a:lnTo>
                  <a:lnTo>
                    <a:pt x="5841218" y="1561927"/>
                  </a:lnTo>
                  <a:lnTo>
                    <a:pt x="5845796" y="1559279"/>
                  </a:lnTo>
                  <a:close/>
                </a:path>
                <a:path w="6694170" h="6997065">
                  <a:moveTo>
                    <a:pt x="5920616" y="1689444"/>
                  </a:moveTo>
                  <a:lnTo>
                    <a:pt x="5922962" y="1693514"/>
                  </a:lnTo>
                  <a:lnTo>
                    <a:pt x="5918887" y="1695865"/>
                  </a:lnTo>
                  <a:lnTo>
                    <a:pt x="5916541" y="1691796"/>
                  </a:lnTo>
                  <a:lnTo>
                    <a:pt x="5920616" y="1689444"/>
                  </a:lnTo>
                  <a:close/>
                </a:path>
                <a:path w="6694170" h="6997065">
                  <a:moveTo>
                    <a:pt x="5995311" y="1820006"/>
                  </a:moveTo>
                  <a:lnTo>
                    <a:pt x="5997071" y="1823062"/>
                  </a:lnTo>
                  <a:lnTo>
                    <a:pt x="5994021" y="1824821"/>
                  </a:lnTo>
                  <a:lnTo>
                    <a:pt x="5992261" y="1821771"/>
                  </a:lnTo>
                  <a:lnTo>
                    <a:pt x="5995311" y="1820006"/>
                  </a:lnTo>
                  <a:close/>
                </a:path>
                <a:path w="6694170" h="6997065">
                  <a:moveTo>
                    <a:pt x="6070012" y="1950568"/>
                  </a:moveTo>
                  <a:lnTo>
                    <a:pt x="6071186" y="1952599"/>
                  </a:lnTo>
                  <a:lnTo>
                    <a:pt x="6069149" y="1953778"/>
                  </a:lnTo>
                  <a:lnTo>
                    <a:pt x="6067976" y="1951740"/>
                  </a:lnTo>
                  <a:lnTo>
                    <a:pt x="6070012" y="1950568"/>
                  </a:lnTo>
                  <a:close/>
                </a:path>
                <a:path w="6694170" h="6997065">
                  <a:moveTo>
                    <a:pt x="6144828" y="2080727"/>
                  </a:moveTo>
                  <a:lnTo>
                    <a:pt x="6145704" y="2082249"/>
                  </a:lnTo>
                  <a:lnTo>
                    <a:pt x="6144176" y="2083132"/>
                  </a:lnTo>
                  <a:lnTo>
                    <a:pt x="6143299" y="2081610"/>
                  </a:lnTo>
                  <a:lnTo>
                    <a:pt x="6144828" y="2080727"/>
                  </a:lnTo>
                  <a:close/>
                </a:path>
                <a:path w="6694170" h="6997065">
                  <a:moveTo>
                    <a:pt x="4819828" y="66639"/>
                  </a:moveTo>
                  <a:lnTo>
                    <a:pt x="4830110" y="84449"/>
                  </a:lnTo>
                  <a:lnTo>
                    <a:pt x="4812299" y="94732"/>
                  </a:lnTo>
                  <a:lnTo>
                    <a:pt x="4802017" y="76921"/>
                  </a:lnTo>
                  <a:lnTo>
                    <a:pt x="4819828" y="66639"/>
                  </a:lnTo>
                  <a:close/>
                </a:path>
                <a:path w="6694170" h="6997065">
                  <a:moveTo>
                    <a:pt x="4894535" y="197200"/>
                  </a:moveTo>
                  <a:lnTo>
                    <a:pt x="4904231" y="213992"/>
                  </a:lnTo>
                  <a:lnTo>
                    <a:pt x="4887433" y="223688"/>
                  </a:lnTo>
                  <a:lnTo>
                    <a:pt x="4877737" y="206897"/>
                  </a:lnTo>
                  <a:lnTo>
                    <a:pt x="4894535" y="197200"/>
                  </a:lnTo>
                  <a:close/>
                </a:path>
                <a:path w="6694170" h="6997065">
                  <a:moveTo>
                    <a:pt x="4969130" y="328165"/>
                  </a:moveTo>
                  <a:lnTo>
                    <a:pt x="4977944" y="343435"/>
                  </a:lnTo>
                  <a:lnTo>
                    <a:pt x="4962674" y="352249"/>
                  </a:lnTo>
                  <a:lnTo>
                    <a:pt x="4953861" y="336979"/>
                  </a:lnTo>
                  <a:lnTo>
                    <a:pt x="4969130" y="328165"/>
                  </a:lnTo>
                  <a:close/>
                </a:path>
                <a:path w="6694170" h="6997065">
                  <a:moveTo>
                    <a:pt x="5043832" y="458734"/>
                  </a:moveTo>
                  <a:lnTo>
                    <a:pt x="5052059" y="472978"/>
                  </a:lnTo>
                  <a:lnTo>
                    <a:pt x="5037808" y="481205"/>
                  </a:lnTo>
                  <a:lnTo>
                    <a:pt x="5029581" y="466960"/>
                  </a:lnTo>
                  <a:lnTo>
                    <a:pt x="5043832" y="458734"/>
                  </a:lnTo>
                  <a:close/>
                </a:path>
                <a:path w="6694170" h="6997065">
                  <a:moveTo>
                    <a:pt x="5118533" y="589295"/>
                  </a:moveTo>
                  <a:lnTo>
                    <a:pt x="5126174" y="602521"/>
                  </a:lnTo>
                  <a:lnTo>
                    <a:pt x="5112936" y="610162"/>
                  </a:lnTo>
                  <a:lnTo>
                    <a:pt x="5105301" y="596936"/>
                  </a:lnTo>
                  <a:lnTo>
                    <a:pt x="5118533" y="589295"/>
                  </a:lnTo>
                  <a:close/>
                </a:path>
                <a:path w="6694170" h="6997065">
                  <a:moveTo>
                    <a:pt x="5193229" y="719857"/>
                  </a:moveTo>
                  <a:lnTo>
                    <a:pt x="5200283" y="732070"/>
                  </a:lnTo>
                  <a:lnTo>
                    <a:pt x="5188076" y="739119"/>
                  </a:lnTo>
                  <a:lnTo>
                    <a:pt x="5181022" y="726906"/>
                  </a:lnTo>
                  <a:lnTo>
                    <a:pt x="5193229" y="719857"/>
                  </a:lnTo>
                  <a:close/>
                </a:path>
                <a:path w="6694170" h="6997065">
                  <a:moveTo>
                    <a:pt x="5267936" y="850419"/>
                  </a:moveTo>
                  <a:lnTo>
                    <a:pt x="5274399" y="861614"/>
                  </a:lnTo>
                  <a:lnTo>
                    <a:pt x="5263204" y="868076"/>
                  </a:lnTo>
                  <a:lnTo>
                    <a:pt x="5256742" y="856881"/>
                  </a:lnTo>
                  <a:lnTo>
                    <a:pt x="5267936" y="850419"/>
                  </a:lnTo>
                  <a:close/>
                </a:path>
                <a:path w="6694170" h="6997065">
                  <a:moveTo>
                    <a:pt x="5342526" y="981384"/>
                  </a:moveTo>
                  <a:lnTo>
                    <a:pt x="5348111" y="991050"/>
                  </a:lnTo>
                  <a:lnTo>
                    <a:pt x="5338445" y="996630"/>
                  </a:lnTo>
                  <a:lnTo>
                    <a:pt x="5332865" y="986963"/>
                  </a:lnTo>
                  <a:lnTo>
                    <a:pt x="5342526" y="981384"/>
                  </a:lnTo>
                  <a:close/>
                </a:path>
                <a:path w="6694170" h="6997065">
                  <a:moveTo>
                    <a:pt x="5417227" y="1111946"/>
                  </a:moveTo>
                  <a:lnTo>
                    <a:pt x="5422226" y="1120599"/>
                  </a:lnTo>
                  <a:lnTo>
                    <a:pt x="5413579" y="1125592"/>
                  </a:lnTo>
                  <a:lnTo>
                    <a:pt x="5408580" y="1116938"/>
                  </a:lnTo>
                  <a:lnTo>
                    <a:pt x="5417227" y="1111946"/>
                  </a:lnTo>
                  <a:close/>
                </a:path>
                <a:path w="6694170" h="6997065">
                  <a:moveTo>
                    <a:pt x="5492047" y="1242111"/>
                  </a:moveTo>
                  <a:lnTo>
                    <a:pt x="5496744" y="1250249"/>
                  </a:lnTo>
                  <a:lnTo>
                    <a:pt x="5488600" y="1254952"/>
                  </a:lnTo>
                  <a:lnTo>
                    <a:pt x="5483897" y="1246814"/>
                  </a:lnTo>
                  <a:lnTo>
                    <a:pt x="5492047" y="1242111"/>
                  </a:lnTo>
                  <a:close/>
                </a:path>
                <a:path w="6694170" h="6997065">
                  <a:moveTo>
                    <a:pt x="5566743" y="1372672"/>
                  </a:moveTo>
                  <a:lnTo>
                    <a:pt x="5570853" y="1379792"/>
                  </a:lnTo>
                  <a:lnTo>
                    <a:pt x="5563734" y="1383902"/>
                  </a:lnTo>
                  <a:lnTo>
                    <a:pt x="5559623" y="1376783"/>
                  </a:lnTo>
                  <a:lnTo>
                    <a:pt x="5566743" y="1372672"/>
                  </a:lnTo>
                  <a:close/>
                </a:path>
                <a:path w="6694170" h="6997065">
                  <a:moveTo>
                    <a:pt x="5641445" y="1503234"/>
                  </a:moveTo>
                  <a:lnTo>
                    <a:pt x="5644969" y="1509341"/>
                  </a:lnTo>
                  <a:lnTo>
                    <a:pt x="5638868" y="1512865"/>
                  </a:lnTo>
                  <a:lnTo>
                    <a:pt x="5635344" y="1506758"/>
                  </a:lnTo>
                  <a:lnTo>
                    <a:pt x="5641445" y="1503234"/>
                  </a:lnTo>
                  <a:close/>
                </a:path>
                <a:path w="6694170" h="6997065">
                  <a:moveTo>
                    <a:pt x="5716146" y="1633796"/>
                  </a:moveTo>
                  <a:lnTo>
                    <a:pt x="5719084" y="1638884"/>
                  </a:lnTo>
                  <a:lnTo>
                    <a:pt x="5713996" y="1641822"/>
                  </a:lnTo>
                  <a:lnTo>
                    <a:pt x="5711058" y="1636734"/>
                  </a:lnTo>
                  <a:lnTo>
                    <a:pt x="5716146" y="1633796"/>
                  </a:lnTo>
                  <a:close/>
                </a:path>
                <a:path w="6694170" h="6997065">
                  <a:moveTo>
                    <a:pt x="5790955" y="1763961"/>
                  </a:moveTo>
                  <a:lnTo>
                    <a:pt x="5793602" y="1768540"/>
                  </a:lnTo>
                  <a:lnTo>
                    <a:pt x="5789024" y="1771181"/>
                  </a:lnTo>
                  <a:lnTo>
                    <a:pt x="5786382" y="1766603"/>
                  </a:lnTo>
                  <a:lnTo>
                    <a:pt x="5790955" y="1763961"/>
                  </a:lnTo>
                  <a:close/>
                </a:path>
                <a:path w="6694170" h="6997065">
                  <a:moveTo>
                    <a:pt x="5865656" y="1894523"/>
                  </a:moveTo>
                  <a:lnTo>
                    <a:pt x="5867711" y="1898082"/>
                  </a:lnTo>
                  <a:lnTo>
                    <a:pt x="5864152" y="1900137"/>
                  </a:lnTo>
                  <a:lnTo>
                    <a:pt x="5862096" y="1896578"/>
                  </a:lnTo>
                  <a:lnTo>
                    <a:pt x="5865656" y="1894523"/>
                  </a:lnTo>
                  <a:close/>
                </a:path>
                <a:path w="6694170" h="6997065">
                  <a:moveTo>
                    <a:pt x="5940470" y="2024676"/>
                  </a:moveTo>
                  <a:lnTo>
                    <a:pt x="5942230" y="2027732"/>
                  </a:lnTo>
                  <a:lnTo>
                    <a:pt x="5939173" y="2029498"/>
                  </a:lnTo>
                  <a:lnTo>
                    <a:pt x="5937414" y="2026441"/>
                  </a:lnTo>
                  <a:lnTo>
                    <a:pt x="5940470" y="2024676"/>
                  </a:lnTo>
                  <a:close/>
                </a:path>
                <a:path w="6694170" h="6997065">
                  <a:moveTo>
                    <a:pt x="6015166" y="2155244"/>
                  </a:moveTo>
                  <a:lnTo>
                    <a:pt x="6016345" y="2157282"/>
                  </a:lnTo>
                  <a:lnTo>
                    <a:pt x="6014313" y="2158455"/>
                  </a:lnTo>
                  <a:lnTo>
                    <a:pt x="6013134" y="2156417"/>
                  </a:lnTo>
                  <a:lnTo>
                    <a:pt x="6015166" y="2155244"/>
                  </a:lnTo>
                  <a:close/>
                </a:path>
                <a:path w="6694170" h="6997065">
                  <a:moveTo>
                    <a:pt x="6089980" y="2285409"/>
                  </a:moveTo>
                  <a:lnTo>
                    <a:pt x="6090863" y="2286932"/>
                  </a:lnTo>
                  <a:lnTo>
                    <a:pt x="6089334" y="2287814"/>
                  </a:lnTo>
                  <a:lnTo>
                    <a:pt x="6088452" y="2286292"/>
                  </a:lnTo>
                  <a:lnTo>
                    <a:pt x="6089980" y="2285409"/>
                  </a:lnTo>
                  <a:close/>
                </a:path>
                <a:path w="6694170" h="6997065">
                  <a:moveTo>
                    <a:pt x="4615689" y="9794"/>
                  </a:moveTo>
                  <a:lnTo>
                    <a:pt x="4627441" y="30146"/>
                  </a:lnTo>
                  <a:lnTo>
                    <a:pt x="4607089" y="41897"/>
                  </a:lnTo>
                  <a:lnTo>
                    <a:pt x="4595338" y="21545"/>
                  </a:lnTo>
                  <a:lnTo>
                    <a:pt x="4615689" y="9794"/>
                  </a:lnTo>
                  <a:close/>
                </a:path>
                <a:path w="6694170" h="6997065">
                  <a:moveTo>
                    <a:pt x="4690290" y="140753"/>
                  </a:moveTo>
                  <a:lnTo>
                    <a:pt x="4701159" y="159582"/>
                  </a:lnTo>
                  <a:lnTo>
                    <a:pt x="4682330" y="170451"/>
                  </a:lnTo>
                  <a:lnTo>
                    <a:pt x="4671455" y="151621"/>
                  </a:lnTo>
                  <a:lnTo>
                    <a:pt x="4690290" y="140753"/>
                  </a:lnTo>
                  <a:close/>
                </a:path>
                <a:path w="6694170" h="6997065">
                  <a:moveTo>
                    <a:pt x="4764986" y="271314"/>
                  </a:moveTo>
                  <a:lnTo>
                    <a:pt x="4775268" y="289125"/>
                  </a:lnTo>
                  <a:lnTo>
                    <a:pt x="4757458" y="299408"/>
                  </a:lnTo>
                  <a:lnTo>
                    <a:pt x="4747176" y="281597"/>
                  </a:lnTo>
                  <a:lnTo>
                    <a:pt x="4764986" y="271314"/>
                  </a:lnTo>
                  <a:close/>
                </a:path>
                <a:path w="6694170" h="6997065">
                  <a:moveTo>
                    <a:pt x="4839688" y="401876"/>
                  </a:moveTo>
                  <a:lnTo>
                    <a:pt x="4849384" y="418674"/>
                  </a:lnTo>
                  <a:lnTo>
                    <a:pt x="4832592" y="428370"/>
                  </a:lnTo>
                  <a:lnTo>
                    <a:pt x="4822896" y="411572"/>
                  </a:lnTo>
                  <a:lnTo>
                    <a:pt x="4839688" y="401876"/>
                  </a:lnTo>
                  <a:close/>
                </a:path>
                <a:path w="6694170" h="6997065">
                  <a:moveTo>
                    <a:pt x="4914389" y="532438"/>
                  </a:moveTo>
                  <a:lnTo>
                    <a:pt x="4923499" y="548217"/>
                  </a:lnTo>
                  <a:lnTo>
                    <a:pt x="4907726" y="557321"/>
                  </a:lnTo>
                  <a:lnTo>
                    <a:pt x="4898616" y="541548"/>
                  </a:lnTo>
                  <a:lnTo>
                    <a:pt x="4914389" y="532438"/>
                  </a:lnTo>
                  <a:close/>
                </a:path>
                <a:path w="6694170" h="6997065">
                  <a:moveTo>
                    <a:pt x="4988984" y="663409"/>
                  </a:moveTo>
                  <a:lnTo>
                    <a:pt x="4997212" y="677654"/>
                  </a:lnTo>
                  <a:lnTo>
                    <a:pt x="4982961" y="685880"/>
                  </a:lnTo>
                  <a:lnTo>
                    <a:pt x="4974740" y="671636"/>
                  </a:lnTo>
                  <a:lnTo>
                    <a:pt x="4988984" y="663409"/>
                  </a:lnTo>
                  <a:close/>
                </a:path>
                <a:path w="6694170" h="6997065">
                  <a:moveTo>
                    <a:pt x="5063692" y="793971"/>
                  </a:moveTo>
                  <a:lnTo>
                    <a:pt x="5071327" y="807197"/>
                  </a:lnTo>
                  <a:lnTo>
                    <a:pt x="5058101" y="814838"/>
                  </a:lnTo>
                  <a:lnTo>
                    <a:pt x="5050460" y="801606"/>
                  </a:lnTo>
                  <a:lnTo>
                    <a:pt x="5063692" y="793971"/>
                  </a:lnTo>
                  <a:close/>
                </a:path>
                <a:path w="6694170" h="6997065">
                  <a:moveTo>
                    <a:pt x="5138394" y="924532"/>
                  </a:moveTo>
                  <a:lnTo>
                    <a:pt x="5145442" y="936740"/>
                  </a:lnTo>
                  <a:lnTo>
                    <a:pt x="5133229" y="943794"/>
                  </a:lnTo>
                  <a:lnTo>
                    <a:pt x="5126180" y="931587"/>
                  </a:lnTo>
                  <a:lnTo>
                    <a:pt x="5138394" y="924532"/>
                  </a:lnTo>
                  <a:close/>
                </a:path>
                <a:path w="6694170" h="6997065">
                  <a:moveTo>
                    <a:pt x="5213089" y="1055100"/>
                  </a:moveTo>
                  <a:lnTo>
                    <a:pt x="5219551" y="1066289"/>
                  </a:lnTo>
                  <a:lnTo>
                    <a:pt x="5208363" y="1072751"/>
                  </a:lnTo>
                  <a:lnTo>
                    <a:pt x="5201900" y="1061563"/>
                  </a:lnTo>
                  <a:lnTo>
                    <a:pt x="5213089" y="1055100"/>
                  </a:lnTo>
                  <a:close/>
                </a:path>
                <a:path w="6694170" h="6997065">
                  <a:moveTo>
                    <a:pt x="5287690" y="1186059"/>
                  </a:moveTo>
                  <a:lnTo>
                    <a:pt x="5293270" y="1195726"/>
                  </a:lnTo>
                  <a:lnTo>
                    <a:pt x="5283603" y="1201311"/>
                  </a:lnTo>
                  <a:lnTo>
                    <a:pt x="5278018" y="1191638"/>
                  </a:lnTo>
                  <a:lnTo>
                    <a:pt x="5287690" y="1186059"/>
                  </a:lnTo>
                  <a:close/>
                </a:path>
                <a:path w="6694170" h="6997065">
                  <a:moveTo>
                    <a:pt x="5362386" y="1316621"/>
                  </a:moveTo>
                  <a:lnTo>
                    <a:pt x="5367385" y="1325275"/>
                  </a:lnTo>
                  <a:lnTo>
                    <a:pt x="5358731" y="1330267"/>
                  </a:lnTo>
                  <a:lnTo>
                    <a:pt x="5353738" y="1321614"/>
                  </a:lnTo>
                  <a:lnTo>
                    <a:pt x="5362386" y="1316621"/>
                  </a:lnTo>
                  <a:close/>
                </a:path>
                <a:path w="6694170" h="6997065">
                  <a:moveTo>
                    <a:pt x="5437200" y="1446781"/>
                  </a:moveTo>
                  <a:lnTo>
                    <a:pt x="5441903" y="1454924"/>
                  </a:lnTo>
                  <a:lnTo>
                    <a:pt x="5433759" y="1459627"/>
                  </a:lnTo>
                  <a:lnTo>
                    <a:pt x="5429056" y="1451477"/>
                  </a:lnTo>
                  <a:lnTo>
                    <a:pt x="5437200" y="1446781"/>
                  </a:lnTo>
                  <a:close/>
                </a:path>
                <a:path w="6694170" h="6997065">
                  <a:moveTo>
                    <a:pt x="5511901" y="1577342"/>
                  </a:moveTo>
                  <a:lnTo>
                    <a:pt x="5516012" y="1584467"/>
                  </a:lnTo>
                  <a:lnTo>
                    <a:pt x="5508893" y="1588578"/>
                  </a:lnTo>
                  <a:lnTo>
                    <a:pt x="5504776" y="1581459"/>
                  </a:lnTo>
                  <a:lnTo>
                    <a:pt x="5511901" y="1577342"/>
                  </a:lnTo>
                  <a:close/>
                </a:path>
                <a:path w="6694170" h="6997065">
                  <a:moveTo>
                    <a:pt x="5586597" y="1707910"/>
                  </a:moveTo>
                  <a:lnTo>
                    <a:pt x="5590127" y="1714016"/>
                  </a:lnTo>
                  <a:lnTo>
                    <a:pt x="5584021" y="1717541"/>
                  </a:lnTo>
                  <a:lnTo>
                    <a:pt x="5580496" y="1711434"/>
                  </a:lnTo>
                  <a:lnTo>
                    <a:pt x="5586597" y="1707910"/>
                  </a:lnTo>
                  <a:close/>
                </a:path>
                <a:path w="6694170" h="6997065">
                  <a:moveTo>
                    <a:pt x="5661305" y="1838472"/>
                  </a:moveTo>
                  <a:lnTo>
                    <a:pt x="5664243" y="1843559"/>
                  </a:lnTo>
                  <a:lnTo>
                    <a:pt x="5659155" y="1846497"/>
                  </a:lnTo>
                  <a:lnTo>
                    <a:pt x="5656217" y="1841410"/>
                  </a:lnTo>
                  <a:lnTo>
                    <a:pt x="5661305" y="1838472"/>
                  </a:lnTo>
                  <a:close/>
                </a:path>
                <a:path w="6694170" h="6997065">
                  <a:moveTo>
                    <a:pt x="5736119" y="1968631"/>
                  </a:moveTo>
                  <a:lnTo>
                    <a:pt x="5738761" y="1973215"/>
                  </a:lnTo>
                  <a:lnTo>
                    <a:pt x="5734182" y="1975857"/>
                  </a:lnTo>
                  <a:lnTo>
                    <a:pt x="5731534" y="1971278"/>
                  </a:lnTo>
                  <a:lnTo>
                    <a:pt x="5736119" y="1968631"/>
                  </a:lnTo>
                  <a:close/>
                </a:path>
                <a:path w="6694170" h="6997065">
                  <a:moveTo>
                    <a:pt x="5810814" y="2099199"/>
                  </a:moveTo>
                  <a:lnTo>
                    <a:pt x="5812870" y="2102759"/>
                  </a:lnTo>
                  <a:lnTo>
                    <a:pt x="5809310" y="2104814"/>
                  </a:lnTo>
                  <a:lnTo>
                    <a:pt x="5807255" y="2101254"/>
                  </a:lnTo>
                  <a:lnTo>
                    <a:pt x="5810814" y="2099199"/>
                  </a:lnTo>
                  <a:close/>
                </a:path>
                <a:path w="6694170" h="6997065">
                  <a:moveTo>
                    <a:pt x="5885516" y="2229761"/>
                  </a:moveTo>
                  <a:lnTo>
                    <a:pt x="5886985" y="2232308"/>
                  </a:lnTo>
                  <a:lnTo>
                    <a:pt x="5884444" y="2233777"/>
                  </a:lnTo>
                  <a:lnTo>
                    <a:pt x="5882975" y="2231230"/>
                  </a:lnTo>
                  <a:lnTo>
                    <a:pt x="5885516" y="2229761"/>
                  </a:lnTo>
                  <a:close/>
                </a:path>
                <a:path w="6694170" h="6997065">
                  <a:moveTo>
                    <a:pt x="5960330" y="2359920"/>
                  </a:moveTo>
                  <a:lnTo>
                    <a:pt x="5961503" y="2361958"/>
                  </a:lnTo>
                  <a:lnTo>
                    <a:pt x="5959471" y="2363131"/>
                  </a:lnTo>
                  <a:lnTo>
                    <a:pt x="5958293" y="2361093"/>
                  </a:lnTo>
                  <a:lnTo>
                    <a:pt x="5960330" y="2359920"/>
                  </a:lnTo>
                  <a:close/>
                </a:path>
                <a:path w="6694170" h="6997065">
                  <a:moveTo>
                    <a:pt x="6034013" y="2491068"/>
                  </a:moveTo>
                  <a:lnTo>
                    <a:pt x="6035364" y="2491068"/>
                  </a:lnTo>
                  <a:lnTo>
                    <a:pt x="6035612" y="2491500"/>
                  </a:lnTo>
                  <a:lnTo>
                    <a:pt x="6034262" y="2491500"/>
                  </a:lnTo>
                  <a:lnTo>
                    <a:pt x="6034013" y="2491068"/>
                  </a:lnTo>
                  <a:close/>
                </a:path>
                <a:path w="6694170" h="6997065">
                  <a:moveTo>
                    <a:pt x="4486252" y="83505"/>
                  </a:moveTo>
                  <a:lnTo>
                    <a:pt x="4498881" y="105379"/>
                  </a:lnTo>
                  <a:lnTo>
                    <a:pt x="4477007" y="118012"/>
                  </a:lnTo>
                  <a:lnTo>
                    <a:pt x="4464373" y="96132"/>
                  </a:lnTo>
                  <a:lnTo>
                    <a:pt x="4486252" y="83505"/>
                  </a:lnTo>
                  <a:close/>
                </a:path>
                <a:path w="6694170" h="6997065">
                  <a:moveTo>
                    <a:pt x="4560955" y="214067"/>
                  </a:moveTo>
                  <a:lnTo>
                    <a:pt x="4573002" y="234928"/>
                  </a:lnTo>
                  <a:lnTo>
                    <a:pt x="4552141" y="246969"/>
                  </a:lnTo>
                  <a:lnTo>
                    <a:pt x="4540094" y="226108"/>
                  </a:lnTo>
                  <a:lnTo>
                    <a:pt x="4560955" y="214067"/>
                  </a:lnTo>
                  <a:close/>
                </a:path>
                <a:path w="6694170" h="6997065">
                  <a:moveTo>
                    <a:pt x="4635550" y="345025"/>
                  </a:moveTo>
                  <a:lnTo>
                    <a:pt x="4646715" y="364364"/>
                  </a:lnTo>
                  <a:lnTo>
                    <a:pt x="4627382" y="375529"/>
                  </a:lnTo>
                  <a:lnTo>
                    <a:pt x="4616217" y="356190"/>
                  </a:lnTo>
                  <a:lnTo>
                    <a:pt x="4635550" y="345025"/>
                  </a:lnTo>
                  <a:close/>
                </a:path>
                <a:path w="6694170" h="6997065">
                  <a:moveTo>
                    <a:pt x="4710251" y="475587"/>
                  </a:moveTo>
                  <a:lnTo>
                    <a:pt x="4720830" y="493913"/>
                  </a:lnTo>
                  <a:lnTo>
                    <a:pt x="4702510" y="504486"/>
                  </a:lnTo>
                  <a:lnTo>
                    <a:pt x="4691931" y="486166"/>
                  </a:lnTo>
                  <a:lnTo>
                    <a:pt x="4710251" y="475587"/>
                  </a:lnTo>
                  <a:close/>
                </a:path>
                <a:path w="6694170" h="6997065">
                  <a:moveTo>
                    <a:pt x="4784953" y="606149"/>
                  </a:moveTo>
                  <a:lnTo>
                    <a:pt x="4794945" y="623456"/>
                  </a:lnTo>
                  <a:lnTo>
                    <a:pt x="4777644" y="633442"/>
                  </a:lnTo>
                  <a:lnTo>
                    <a:pt x="4767652" y="616141"/>
                  </a:lnTo>
                  <a:lnTo>
                    <a:pt x="4784953" y="606149"/>
                  </a:lnTo>
                  <a:close/>
                </a:path>
                <a:path w="6694170" h="6997065">
                  <a:moveTo>
                    <a:pt x="4859548" y="737120"/>
                  </a:moveTo>
                  <a:lnTo>
                    <a:pt x="4868658" y="752893"/>
                  </a:lnTo>
                  <a:lnTo>
                    <a:pt x="4852885" y="761996"/>
                  </a:lnTo>
                  <a:lnTo>
                    <a:pt x="4843775" y="746223"/>
                  </a:lnTo>
                  <a:lnTo>
                    <a:pt x="4859548" y="737120"/>
                  </a:lnTo>
                  <a:close/>
                </a:path>
                <a:path w="6694170" h="6997065">
                  <a:moveTo>
                    <a:pt x="4934250" y="867681"/>
                  </a:moveTo>
                  <a:lnTo>
                    <a:pt x="4942773" y="882436"/>
                  </a:lnTo>
                  <a:lnTo>
                    <a:pt x="4928013" y="890959"/>
                  </a:lnTo>
                  <a:lnTo>
                    <a:pt x="4919495" y="876199"/>
                  </a:lnTo>
                  <a:lnTo>
                    <a:pt x="4934250" y="867681"/>
                  </a:lnTo>
                  <a:close/>
                </a:path>
                <a:path w="6694170" h="6997065">
                  <a:moveTo>
                    <a:pt x="5008957" y="998244"/>
                  </a:moveTo>
                  <a:lnTo>
                    <a:pt x="5016888" y="1011979"/>
                  </a:lnTo>
                  <a:lnTo>
                    <a:pt x="5003147" y="1019916"/>
                  </a:lnTo>
                  <a:lnTo>
                    <a:pt x="4995216" y="1006174"/>
                  </a:lnTo>
                  <a:lnTo>
                    <a:pt x="5008957" y="998244"/>
                  </a:lnTo>
                  <a:close/>
                </a:path>
                <a:path w="6694170" h="6997065">
                  <a:moveTo>
                    <a:pt x="5083546" y="1129208"/>
                  </a:moveTo>
                  <a:lnTo>
                    <a:pt x="5090601" y="1141421"/>
                  </a:lnTo>
                  <a:lnTo>
                    <a:pt x="5078387" y="1148470"/>
                  </a:lnTo>
                  <a:lnTo>
                    <a:pt x="5071333" y="1136257"/>
                  </a:lnTo>
                  <a:lnTo>
                    <a:pt x="5083546" y="1129208"/>
                  </a:lnTo>
                  <a:close/>
                </a:path>
                <a:path w="6694170" h="6997065">
                  <a:moveTo>
                    <a:pt x="5158141" y="1260173"/>
                  </a:moveTo>
                  <a:lnTo>
                    <a:pt x="5164313" y="1270858"/>
                  </a:lnTo>
                  <a:lnTo>
                    <a:pt x="5153628" y="1277024"/>
                  </a:lnTo>
                  <a:lnTo>
                    <a:pt x="5147456" y="1266339"/>
                  </a:lnTo>
                  <a:lnTo>
                    <a:pt x="5158141" y="1260173"/>
                  </a:lnTo>
                  <a:close/>
                </a:path>
                <a:path w="6694170" h="6997065">
                  <a:moveTo>
                    <a:pt x="5232843" y="1390735"/>
                  </a:moveTo>
                  <a:lnTo>
                    <a:pt x="5238428" y="1400401"/>
                  </a:lnTo>
                  <a:lnTo>
                    <a:pt x="5228756" y="1405987"/>
                  </a:lnTo>
                  <a:lnTo>
                    <a:pt x="5223177" y="1396314"/>
                  </a:lnTo>
                  <a:lnTo>
                    <a:pt x="5232843" y="1390735"/>
                  </a:lnTo>
                  <a:close/>
                </a:path>
                <a:path w="6694170" h="6997065">
                  <a:moveTo>
                    <a:pt x="5307550" y="1521297"/>
                  </a:moveTo>
                  <a:lnTo>
                    <a:pt x="5312544" y="1529944"/>
                  </a:lnTo>
                  <a:lnTo>
                    <a:pt x="5303890" y="1534943"/>
                  </a:lnTo>
                  <a:lnTo>
                    <a:pt x="5298897" y="1526296"/>
                  </a:lnTo>
                  <a:lnTo>
                    <a:pt x="5307550" y="1521297"/>
                  </a:lnTo>
                  <a:close/>
                </a:path>
                <a:path w="6694170" h="6997065">
                  <a:moveTo>
                    <a:pt x="5382252" y="1651858"/>
                  </a:moveTo>
                  <a:lnTo>
                    <a:pt x="5386659" y="1659493"/>
                  </a:lnTo>
                  <a:lnTo>
                    <a:pt x="5379018" y="1663900"/>
                  </a:lnTo>
                  <a:lnTo>
                    <a:pt x="5374611" y="1656271"/>
                  </a:lnTo>
                  <a:lnTo>
                    <a:pt x="5382252" y="1651858"/>
                  </a:lnTo>
                  <a:close/>
                </a:path>
                <a:path w="6694170" h="6997065">
                  <a:moveTo>
                    <a:pt x="5457060" y="1782018"/>
                  </a:moveTo>
                  <a:lnTo>
                    <a:pt x="5461171" y="1789143"/>
                  </a:lnTo>
                  <a:lnTo>
                    <a:pt x="5454045" y="1793260"/>
                  </a:lnTo>
                  <a:lnTo>
                    <a:pt x="5449935" y="1786134"/>
                  </a:lnTo>
                  <a:lnTo>
                    <a:pt x="5457060" y="1782018"/>
                  </a:lnTo>
                  <a:close/>
                </a:path>
                <a:path w="6694170" h="6997065">
                  <a:moveTo>
                    <a:pt x="5531762" y="1912586"/>
                  </a:moveTo>
                  <a:lnTo>
                    <a:pt x="5535286" y="1918692"/>
                  </a:lnTo>
                  <a:lnTo>
                    <a:pt x="5529179" y="1922216"/>
                  </a:lnTo>
                  <a:lnTo>
                    <a:pt x="5525649" y="1916110"/>
                  </a:lnTo>
                  <a:lnTo>
                    <a:pt x="5531762" y="1912586"/>
                  </a:lnTo>
                  <a:close/>
                </a:path>
                <a:path w="6694170" h="6997065">
                  <a:moveTo>
                    <a:pt x="5606457" y="2043147"/>
                  </a:moveTo>
                  <a:lnTo>
                    <a:pt x="5609395" y="2048235"/>
                  </a:lnTo>
                  <a:lnTo>
                    <a:pt x="5604307" y="2051173"/>
                  </a:lnTo>
                  <a:lnTo>
                    <a:pt x="5601370" y="2046085"/>
                  </a:lnTo>
                  <a:lnTo>
                    <a:pt x="5606457" y="2043147"/>
                  </a:lnTo>
                  <a:close/>
                </a:path>
                <a:path w="6694170" h="6997065">
                  <a:moveTo>
                    <a:pt x="5681165" y="2173709"/>
                  </a:moveTo>
                  <a:lnTo>
                    <a:pt x="5683516" y="2177784"/>
                  </a:lnTo>
                  <a:lnTo>
                    <a:pt x="5679447" y="2180130"/>
                  </a:lnTo>
                  <a:lnTo>
                    <a:pt x="5677096" y="2176061"/>
                  </a:lnTo>
                  <a:lnTo>
                    <a:pt x="5681165" y="2173709"/>
                  </a:lnTo>
                  <a:close/>
                </a:path>
                <a:path w="6694170" h="6997065">
                  <a:moveTo>
                    <a:pt x="5755973" y="2303868"/>
                  </a:moveTo>
                  <a:lnTo>
                    <a:pt x="5758034" y="2307434"/>
                  </a:lnTo>
                  <a:lnTo>
                    <a:pt x="5754469" y="2309489"/>
                  </a:lnTo>
                  <a:lnTo>
                    <a:pt x="5752407" y="2305924"/>
                  </a:lnTo>
                  <a:lnTo>
                    <a:pt x="5755973" y="2303868"/>
                  </a:lnTo>
                  <a:close/>
                </a:path>
                <a:path w="6694170" h="6997065">
                  <a:moveTo>
                    <a:pt x="5830669" y="2434437"/>
                  </a:moveTo>
                  <a:lnTo>
                    <a:pt x="5832138" y="2436978"/>
                  </a:lnTo>
                  <a:lnTo>
                    <a:pt x="5829597" y="2438447"/>
                  </a:lnTo>
                  <a:lnTo>
                    <a:pt x="5828128" y="2435906"/>
                  </a:lnTo>
                  <a:lnTo>
                    <a:pt x="5830669" y="2434437"/>
                  </a:lnTo>
                  <a:close/>
                </a:path>
                <a:path w="6694170" h="6997065">
                  <a:moveTo>
                    <a:pt x="5905376" y="2564998"/>
                  </a:moveTo>
                  <a:lnTo>
                    <a:pt x="5906259" y="2566527"/>
                  </a:lnTo>
                  <a:lnTo>
                    <a:pt x="5904737" y="2567403"/>
                  </a:lnTo>
                  <a:lnTo>
                    <a:pt x="5903854" y="2565875"/>
                  </a:lnTo>
                  <a:lnTo>
                    <a:pt x="5905376" y="2564998"/>
                  </a:lnTo>
                  <a:close/>
                </a:path>
                <a:path w="6694170" h="6997065">
                  <a:moveTo>
                    <a:pt x="4282115" y="26648"/>
                  </a:moveTo>
                  <a:lnTo>
                    <a:pt x="4296217" y="51075"/>
                  </a:lnTo>
                  <a:lnTo>
                    <a:pt x="4271791" y="65178"/>
                  </a:lnTo>
                  <a:lnTo>
                    <a:pt x="4257688" y="40751"/>
                  </a:lnTo>
                  <a:lnTo>
                    <a:pt x="4282115" y="26648"/>
                  </a:lnTo>
                  <a:close/>
                </a:path>
                <a:path w="6694170" h="6997065">
                  <a:moveTo>
                    <a:pt x="4356710" y="157613"/>
                  </a:moveTo>
                  <a:lnTo>
                    <a:pt x="4369930" y="180512"/>
                  </a:lnTo>
                  <a:lnTo>
                    <a:pt x="4347031" y="193732"/>
                  </a:lnTo>
                  <a:lnTo>
                    <a:pt x="4333811" y="170834"/>
                  </a:lnTo>
                  <a:lnTo>
                    <a:pt x="4356710" y="157613"/>
                  </a:lnTo>
                  <a:close/>
                </a:path>
                <a:path w="6694170" h="6997065">
                  <a:moveTo>
                    <a:pt x="4431411" y="288181"/>
                  </a:moveTo>
                  <a:lnTo>
                    <a:pt x="4444045" y="310055"/>
                  </a:lnTo>
                  <a:lnTo>
                    <a:pt x="4422159" y="322689"/>
                  </a:lnTo>
                  <a:lnTo>
                    <a:pt x="4409531" y="300815"/>
                  </a:lnTo>
                  <a:lnTo>
                    <a:pt x="4431411" y="288181"/>
                  </a:lnTo>
                  <a:close/>
                </a:path>
                <a:path w="6694170" h="6997065">
                  <a:moveTo>
                    <a:pt x="4506107" y="418737"/>
                  </a:moveTo>
                  <a:lnTo>
                    <a:pt x="4518154" y="439604"/>
                  </a:lnTo>
                  <a:lnTo>
                    <a:pt x="4497293" y="451652"/>
                  </a:lnTo>
                  <a:lnTo>
                    <a:pt x="4485246" y="430785"/>
                  </a:lnTo>
                  <a:lnTo>
                    <a:pt x="4506107" y="418737"/>
                  </a:lnTo>
                  <a:close/>
                </a:path>
                <a:path w="6694170" h="6997065">
                  <a:moveTo>
                    <a:pt x="4580708" y="549702"/>
                  </a:moveTo>
                  <a:lnTo>
                    <a:pt x="4591873" y="569041"/>
                  </a:lnTo>
                  <a:lnTo>
                    <a:pt x="4572534" y="580206"/>
                  </a:lnTo>
                  <a:lnTo>
                    <a:pt x="4561369" y="560867"/>
                  </a:lnTo>
                  <a:lnTo>
                    <a:pt x="4580708" y="549702"/>
                  </a:lnTo>
                  <a:close/>
                </a:path>
                <a:path w="6694170" h="6997065">
                  <a:moveTo>
                    <a:pt x="4655410" y="680271"/>
                  </a:moveTo>
                  <a:lnTo>
                    <a:pt x="4665982" y="698584"/>
                  </a:lnTo>
                  <a:lnTo>
                    <a:pt x="4647668" y="709163"/>
                  </a:lnTo>
                  <a:lnTo>
                    <a:pt x="4637090" y="690843"/>
                  </a:lnTo>
                  <a:lnTo>
                    <a:pt x="4655410" y="680271"/>
                  </a:lnTo>
                  <a:close/>
                </a:path>
                <a:path w="6694170" h="6997065">
                  <a:moveTo>
                    <a:pt x="4730111" y="810832"/>
                  </a:moveTo>
                  <a:lnTo>
                    <a:pt x="4740097" y="828133"/>
                  </a:lnTo>
                  <a:lnTo>
                    <a:pt x="4722796" y="838120"/>
                  </a:lnTo>
                  <a:lnTo>
                    <a:pt x="4712810" y="820819"/>
                  </a:lnTo>
                  <a:lnTo>
                    <a:pt x="4730111" y="810832"/>
                  </a:lnTo>
                  <a:close/>
                </a:path>
                <a:path w="6694170" h="6997065">
                  <a:moveTo>
                    <a:pt x="4804706" y="941797"/>
                  </a:moveTo>
                  <a:lnTo>
                    <a:pt x="4813810" y="957570"/>
                  </a:lnTo>
                  <a:lnTo>
                    <a:pt x="4798037" y="966680"/>
                  </a:lnTo>
                  <a:lnTo>
                    <a:pt x="4788933" y="950907"/>
                  </a:lnTo>
                  <a:lnTo>
                    <a:pt x="4804706" y="941797"/>
                  </a:lnTo>
                  <a:close/>
                </a:path>
                <a:path w="6694170" h="6997065">
                  <a:moveTo>
                    <a:pt x="4879408" y="1072359"/>
                  </a:moveTo>
                  <a:lnTo>
                    <a:pt x="4887925" y="1087113"/>
                  </a:lnTo>
                  <a:lnTo>
                    <a:pt x="4873171" y="1095631"/>
                  </a:lnTo>
                  <a:lnTo>
                    <a:pt x="4864653" y="1080882"/>
                  </a:lnTo>
                  <a:lnTo>
                    <a:pt x="4879408" y="1072359"/>
                  </a:lnTo>
                  <a:close/>
                </a:path>
                <a:path w="6694170" h="6997065">
                  <a:moveTo>
                    <a:pt x="4954003" y="1203324"/>
                  </a:moveTo>
                  <a:lnTo>
                    <a:pt x="4961638" y="1216550"/>
                  </a:lnTo>
                  <a:lnTo>
                    <a:pt x="4948411" y="1224191"/>
                  </a:lnTo>
                  <a:lnTo>
                    <a:pt x="4940771" y="1210959"/>
                  </a:lnTo>
                  <a:lnTo>
                    <a:pt x="4954003" y="1203324"/>
                  </a:lnTo>
                  <a:close/>
                </a:path>
                <a:path w="6694170" h="6997065">
                  <a:moveTo>
                    <a:pt x="5028704" y="1333886"/>
                  </a:moveTo>
                  <a:lnTo>
                    <a:pt x="5035753" y="1346099"/>
                  </a:lnTo>
                  <a:lnTo>
                    <a:pt x="5023539" y="1353148"/>
                  </a:lnTo>
                  <a:lnTo>
                    <a:pt x="5016491" y="1340934"/>
                  </a:lnTo>
                  <a:lnTo>
                    <a:pt x="5028704" y="1333886"/>
                  </a:lnTo>
                  <a:close/>
                </a:path>
                <a:path w="6694170" h="6997065">
                  <a:moveTo>
                    <a:pt x="5103299" y="1464851"/>
                  </a:moveTo>
                  <a:lnTo>
                    <a:pt x="5109465" y="1475536"/>
                  </a:lnTo>
                  <a:lnTo>
                    <a:pt x="5098780" y="1481707"/>
                  </a:lnTo>
                  <a:lnTo>
                    <a:pt x="5092614" y="1471022"/>
                  </a:lnTo>
                  <a:lnTo>
                    <a:pt x="5103299" y="1464851"/>
                  </a:lnTo>
                  <a:close/>
                </a:path>
                <a:path w="6694170" h="6997065">
                  <a:moveTo>
                    <a:pt x="5178001" y="1595413"/>
                  </a:moveTo>
                  <a:lnTo>
                    <a:pt x="5183581" y="1605079"/>
                  </a:lnTo>
                  <a:lnTo>
                    <a:pt x="5173914" y="1610658"/>
                  </a:lnTo>
                  <a:lnTo>
                    <a:pt x="5168335" y="1600998"/>
                  </a:lnTo>
                  <a:lnTo>
                    <a:pt x="5178001" y="1595413"/>
                  </a:lnTo>
                  <a:close/>
                </a:path>
                <a:path w="6694170" h="6997065">
                  <a:moveTo>
                    <a:pt x="5252703" y="1725974"/>
                  </a:moveTo>
                  <a:lnTo>
                    <a:pt x="5257696" y="1734628"/>
                  </a:lnTo>
                  <a:lnTo>
                    <a:pt x="5249043" y="1739621"/>
                  </a:lnTo>
                  <a:lnTo>
                    <a:pt x="5244049" y="1730973"/>
                  </a:lnTo>
                  <a:lnTo>
                    <a:pt x="5252703" y="1725974"/>
                  </a:lnTo>
                  <a:close/>
                </a:path>
                <a:path w="6694170" h="6997065">
                  <a:moveTo>
                    <a:pt x="5327410" y="1856536"/>
                  </a:moveTo>
                  <a:lnTo>
                    <a:pt x="5331817" y="1864170"/>
                  </a:lnTo>
                  <a:lnTo>
                    <a:pt x="5324182" y="1868577"/>
                  </a:lnTo>
                  <a:lnTo>
                    <a:pt x="5319775" y="1860943"/>
                  </a:lnTo>
                  <a:lnTo>
                    <a:pt x="5327410" y="1856536"/>
                  </a:lnTo>
                  <a:close/>
                </a:path>
                <a:path w="6694170" h="6997065">
                  <a:moveTo>
                    <a:pt x="5402213" y="1986701"/>
                  </a:moveTo>
                  <a:lnTo>
                    <a:pt x="5406329" y="1993826"/>
                  </a:lnTo>
                  <a:lnTo>
                    <a:pt x="5399204" y="1997937"/>
                  </a:lnTo>
                  <a:lnTo>
                    <a:pt x="5395087" y="1990812"/>
                  </a:lnTo>
                  <a:lnTo>
                    <a:pt x="5402213" y="1986701"/>
                  </a:lnTo>
                  <a:close/>
                </a:path>
                <a:path w="6694170" h="6997065">
                  <a:moveTo>
                    <a:pt x="5476808" y="2117659"/>
                  </a:moveTo>
                  <a:lnTo>
                    <a:pt x="5480041" y="2123263"/>
                  </a:lnTo>
                  <a:lnTo>
                    <a:pt x="5474444" y="2126491"/>
                  </a:lnTo>
                  <a:lnTo>
                    <a:pt x="5471210" y="2120893"/>
                  </a:lnTo>
                  <a:lnTo>
                    <a:pt x="5476808" y="2117659"/>
                  </a:lnTo>
                  <a:close/>
                </a:path>
                <a:path w="6694170" h="6997065">
                  <a:moveTo>
                    <a:pt x="5551509" y="2248221"/>
                  </a:moveTo>
                  <a:lnTo>
                    <a:pt x="5554151" y="2252806"/>
                  </a:lnTo>
                  <a:lnTo>
                    <a:pt x="5549572" y="2255447"/>
                  </a:lnTo>
                  <a:lnTo>
                    <a:pt x="5546931" y="2250869"/>
                  </a:lnTo>
                  <a:lnTo>
                    <a:pt x="5551509" y="2248221"/>
                  </a:lnTo>
                  <a:close/>
                </a:path>
                <a:path w="6694170" h="6997065">
                  <a:moveTo>
                    <a:pt x="5626323" y="2378386"/>
                  </a:moveTo>
                  <a:lnTo>
                    <a:pt x="5628675" y="2382455"/>
                  </a:lnTo>
                  <a:lnTo>
                    <a:pt x="5624600" y="2384807"/>
                  </a:lnTo>
                  <a:lnTo>
                    <a:pt x="5622248" y="2380737"/>
                  </a:lnTo>
                  <a:lnTo>
                    <a:pt x="5626323" y="2378386"/>
                  </a:lnTo>
                  <a:close/>
                </a:path>
                <a:path w="6694170" h="6997065">
                  <a:moveTo>
                    <a:pt x="5701019" y="2508954"/>
                  </a:moveTo>
                  <a:lnTo>
                    <a:pt x="5702784" y="2512005"/>
                  </a:lnTo>
                  <a:lnTo>
                    <a:pt x="5699734" y="2513764"/>
                  </a:lnTo>
                  <a:lnTo>
                    <a:pt x="5697969" y="2510713"/>
                  </a:lnTo>
                  <a:lnTo>
                    <a:pt x="5701019" y="2508954"/>
                  </a:lnTo>
                  <a:close/>
                </a:path>
                <a:path w="6694170" h="6997065">
                  <a:moveTo>
                    <a:pt x="5775725" y="2639516"/>
                  </a:moveTo>
                  <a:lnTo>
                    <a:pt x="5776899" y="2641548"/>
                  </a:lnTo>
                  <a:lnTo>
                    <a:pt x="5774862" y="2642726"/>
                  </a:lnTo>
                  <a:lnTo>
                    <a:pt x="5773689" y="2640689"/>
                  </a:lnTo>
                  <a:lnTo>
                    <a:pt x="5775725" y="2639516"/>
                  </a:lnTo>
                  <a:close/>
                </a:path>
                <a:path w="6694170" h="6997065">
                  <a:moveTo>
                    <a:pt x="5850535" y="2769670"/>
                  </a:moveTo>
                  <a:lnTo>
                    <a:pt x="5851417" y="2771204"/>
                  </a:lnTo>
                  <a:lnTo>
                    <a:pt x="5849889" y="2772086"/>
                  </a:lnTo>
                  <a:lnTo>
                    <a:pt x="5849006" y="2770552"/>
                  </a:lnTo>
                  <a:lnTo>
                    <a:pt x="5850535" y="2769670"/>
                  </a:lnTo>
                  <a:close/>
                </a:path>
                <a:path w="6694170" h="6997065">
                  <a:moveTo>
                    <a:pt x="4059448" y="0"/>
                  </a:moveTo>
                  <a:lnTo>
                    <a:pt x="4087957" y="0"/>
                  </a:lnTo>
                  <a:lnTo>
                    <a:pt x="4066575" y="12344"/>
                  </a:lnTo>
                  <a:lnTo>
                    <a:pt x="4059448" y="0"/>
                  </a:lnTo>
                  <a:close/>
                </a:path>
                <a:path w="6694170" h="6997065">
                  <a:moveTo>
                    <a:pt x="4152785" y="99963"/>
                  </a:moveTo>
                  <a:lnTo>
                    <a:pt x="4168060" y="126422"/>
                  </a:lnTo>
                  <a:lnTo>
                    <a:pt x="4141602" y="141697"/>
                  </a:lnTo>
                  <a:lnTo>
                    <a:pt x="4126326" y="115239"/>
                  </a:lnTo>
                  <a:lnTo>
                    <a:pt x="4152785" y="99963"/>
                  </a:lnTo>
                  <a:close/>
                </a:path>
                <a:path w="6694170" h="6997065">
                  <a:moveTo>
                    <a:pt x="4227374" y="230928"/>
                  </a:moveTo>
                  <a:lnTo>
                    <a:pt x="4241773" y="255858"/>
                  </a:lnTo>
                  <a:lnTo>
                    <a:pt x="4216837" y="270257"/>
                  </a:lnTo>
                  <a:lnTo>
                    <a:pt x="4202444" y="245321"/>
                  </a:lnTo>
                  <a:lnTo>
                    <a:pt x="4227374" y="230928"/>
                  </a:lnTo>
                  <a:close/>
                </a:path>
                <a:path w="6694170" h="6997065">
                  <a:moveTo>
                    <a:pt x="4301975" y="361887"/>
                  </a:moveTo>
                  <a:lnTo>
                    <a:pt x="4315491" y="385295"/>
                  </a:lnTo>
                  <a:lnTo>
                    <a:pt x="4292077" y="398811"/>
                  </a:lnTo>
                  <a:lnTo>
                    <a:pt x="4278567" y="375403"/>
                  </a:lnTo>
                  <a:lnTo>
                    <a:pt x="4301975" y="361887"/>
                  </a:lnTo>
                  <a:close/>
                </a:path>
                <a:path w="6694170" h="6997065">
                  <a:moveTo>
                    <a:pt x="4376570" y="492852"/>
                  </a:moveTo>
                  <a:lnTo>
                    <a:pt x="4389204" y="514732"/>
                  </a:lnTo>
                  <a:lnTo>
                    <a:pt x="4367318" y="527366"/>
                  </a:lnTo>
                  <a:lnTo>
                    <a:pt x="4354684" y="505486"/>
                  </a:lnTo>
                  <a:lnTo>
                    <a:pt x="4376570" y="492852"/>
                  </a:lnTo>
                  <a:close/>
                </a:path>
                <a:path w="6694170" h="6997065">
                  <a:moveTo>
                    <a:pt x="4451271" y="623414"/>
                  </a:moveTo>
                  <a:lnTo>
                    <a:pt x="4463319" y="644281"/>
                  </a:lnTo>
                  <a:lnTo>
                    <a:pt x="4442452" y="656328"/>
                  </a:lnTo>
                  <a:lnTo>
                    <a:pt x="4430404" y="635461"/>
                  </a:lnTo>
                  <a:lnTo>
                    <a:pt x="4451271" y="623414"/>
                  </a:lnTo>
                  <a:close/>
                </a:path>
                <a:path w="6694170" h="6997065">
                  <a:moveTo>
                    <a:pt x="4525866" y="754379"/>
                  </a:moveTo>
                  <a:lnTo>
                    <a:pt x="4537031" y="773718"/>
                  </a:lnTo>
                  <a:lnTo>
                    <a:pt x="4517693" y="784882"/>
                  </a:lnTo>
                  <a:lnTo>
                    <a:pt x="4506528" y="765543"/>
                  </a:lnTo>
                  <a:lnTo>
                    <a:pt x="4525866" y="754379"/>
                  </a:lnTo>
                  <a:close/>
                </a:path>
                <a:path w="6694170" h="6997065">
                  <a:moveTo>
                    <a:pt x="4600568" y="884947"/>
                  </a:moveTo>
                  <a:lnTo>
                    <a:pt x="4611147" y="903261"/>
                  </a:lnTo>
                  <a:lnTo>
                    <a:pt x="4592821" y="913839"/>
                  </a:lnTo>
                  <a:lnTo>
                    <a:pt x="4582248" y="895525"/>
                  </a:lnTo>
                  <a:lnTo>
                    <a:pt x="4600568" y="884947"/>
                  </a:lnTo>
                  <a:close/>
                </a:path>
                <a:path w="6694170" h="6997065">
                  <a:moveTo>
                    <a:pt x="4675270" y="1015508"/>
                  </a:moveTo>
                  <a:lnTo>
                    <a:pt x="4685256" y="1032810"/>
                  </a:lnTo>
                  <a:lnTo>
                    <a:pt x="4667955" y="1042802"/>
                  </a:lnTo>
                  <a:lnTo>
                    <a:pt x="4657962" y="1025501"/>
                  </a:lnTo>
                  <a:lnTo>
                    <a:pt x="4675270" y="1015508"/>
                  </a:lnTo>
                  <a:close/>
                </a:path>
                <a:path w="6694170" h="6997065">
                  <a:moveTo>
                    <a:pt x="4749865" y="1146467"/>
                  </a:moveTo>
                  <a:lnTo>
                    <a:pt x="4758974" y="1162246"/>
                  </a:lnTo>
                  <a:lnTo>
                    <a:pt x="4743195" y="1171355"/>
                  </a:lnTo>
                  <a:lnTo>
                    <a:pt x="4734086" y="1155577"/>
                  </a:lnTo>
                  <a:lnTo>
                    <a:pt x="4749865" y="1146467"/>
                  </a:lnTo>
                  <a:close/>
                </a:path>
                <a:path w="6694170" h="6997065">
                  <a:moveTo>
                    <a:pt x="4824460" y="1277438"/>
                  </a:moveTo>
                  <a:lnTo>
                    <a:pt x="4832687" y="1291683"/>
                  </a:lnTo>
                  <a:lnTo>
                    <a:pt x="4818436" y="1299910"/>
                  </a:lnTo>
                  <a:lnTo>
                    <a:pt x="4810209" y="1285665"/>
                  </a:lnTo>
                  <a:lnTo>
                    <a:pt x="4824460" y="1277438"/>
                  </a:lnTo>
                  <a:close/>
                </a:path>
                <a:path w="6694170" h="6997065">
                  <a:moveTo>
                    <a:pt x="4899161" y="1408000"/>
                  </a:moveTo>
                  <a:lnTo>
                    <a:pt x="4906802" y="1421226"/>
                  </a:lnTo>
                  <a:lnTo>
                    <a:pt x="4893564" y="1428867"/>
                  </a:lnTo>
                  <a:lnTo>
                    <a:pt x="4885929" y="1415641"/>
                  </a:lnTo>
                  <a:lnTo>
                    <a:pt x="4899161" y="1408000"/>
                  </a:lnTo>
                  <a:close/>
                </a:path>
                <a:path w="6694170" h="6997065">
                  <a:moveTo>
                    <a:pt x="4973857" y="1538561"/>
                  </a:moveTo>
                  <a:lnTo>
                    <a:pt x="4980911" y="1550775"/>
                  </a:lnTo>
                  <a:lnTo>
                    <a:pt x="4968704" y="1557823"/>
                  </a:lnTo>
                  <a:lnTo>
                    <a:pt x="4961650" y="1545610"/>
                  </a:lnTo>
                  <a:lnTo>
                    <a:pt x="4973857" y="1538561"/>
                  </a:lnTo>
                  <a:close/>
                </a:path>
                <a:path w="6694170" h="6997065">
                  <a:moveTo>
                    <a:pt x="5048458" y="1669520"/>
                  </a:moveTo>
                  <a:lnTo>
                    <a:pt x="5054630" y="1680211"/>
                  </a:lnTo>
                  <a:lnTo>
                    <a:pt x="5043939" y="1686383"/>
                  </a:lnTo>
                  <a:lnTo>
                    <a:pt x="5037767" y="1675692"/>
                  </a:lnTo>
                  <a:lnTo>
                    <a:pt x="5048458" y="1669520"/>
                  </a:lnTo>
                  <a:close/>
                </a:path>
                <a:path w="6694170" h="6997065">
                  <a:moveTo>
                    <a:pt x="5123053" y="1800491"/>
                  </a:moveTo>
                  <a:lnTo>
                    <a:pt x="5128342" y="1809648"/>
                  </a:lnTo>
                  <a:lnTo>
                    <a:pt x="5119179" y="1814937"/>
                  </a:lnTo>
                  <a:lnTo>
                    <a:pt x="5113890" y="1805780"/>
                  </a:lnTo>
                  <a:lnTo>
                    <a:pt x="5123053" y="1800491"/>
                  </a:lnTo>
                  <a:close/>
                </a:path>
                <a:path w="6694170" h="6997065">
                  <a:moveTo>
                    <a:pt x="5197755" y="1931052"/>
                  </a:moveTo>
                  <a:lnTo>
                    <a:pt x="5202457" y="1939191"/>
                  </a:lnTo>
                  <a:lnTo>
                    <a:pt x="5194307" y="1943894"/>
                  </a:lnTo>
                  <a:lnTo>
                    <a:pt x="5189610" y="1935756"/>
                  </a:lnTo>
                  <a:lnTo>
                    <a:pt x="5197755" y="1931052"/>
                  </a:lnTo>
                  <a:close/>
                </a:path>
                <a:path w="6694170" h="6997065">
                  <a:moveTo>
                    <a:pt x="5272563" y="2061212"/>
                  </a:moveTo>
                  <a:lnTo>
                    <a:pt x="5276969" y="2068846"/>
                  </a:lnTo>
                  <a:lnTo>
                    <a:pt x="5269335" y="2073253"/>
                  </a:lnTo>
                  <a:lnTo>
                    <a:pt x="5264928" y="2065619"/>
                  </a:lnTo>
                  <a:lnTo>
                    <a:pt x="5272563" y="2061212"/>
                  </a:lnTo>
                  <a:close/>
                </a:path>
                <a:path w="6694170" h="6997065">
                  <a:moveTo>
                    <a:pt x="5347264" y="2191773"/>
                  </a:moveTo>
                  <a:lnTo>
                    <a:pt x="5351085" y="2198389"/>
                  </a:lnTo>
                  <a:lnTo>
                    <a:pt x="5344469" y="2202210"/>
                  </a:lnTo>
                  <a:lnTo>
                    <a:pt x="5340648" y="2195594"/>
                  </a:lnTo>
                  <a:lnTo>
                    <a:pt x="5347264" y="2191773"/>
                  </a:lnTo>
                  <a:close/>
                </a:path>
                <a:path w="6694170" h="6997065">
                  <a:moveTo>
                    <a:pt x="5421966" y="2322335"/>
                  </a:moveTo>
                  <a:lnTo>
                    <a:pt x="5425200" y="2327933"/>
                  </a:lnTo>
                  <a:lnTo>
                    <a:pt x="5419597" y="2331167"/>
                  </a:lnTo>
                  <a:lnTo>
                    <a:pt x="5416369" y="2325569"/>
                  </a:lnTo>
                  <a:lnTo>
                    <a:pt x="5421966" y="2322335"/>
                  </a:lnTo>
                  <a:close/>
                </a:path>
                <a:path w="6694170" h="6997065">
                  <a:moveTo>
                    <a:pt x="5496667" y="2452903"/>
                  </a:moveTo>
                  <a:lnTo>
                    <a:pt x="5499309" y="2457482"/>
                  </a:lnTo>
                  <a:lnTo>
                    <a:pt x="5494737" y="2460124"/>
                  </a:lnTo>
                  <a:lnTo>
                    <a:pt x="5492089" y="2455545"/>
                  </a:lnTo>
                  <a:lnTo>
                    <a:pt x="5496667" y="2452903"/>
                  </a:lnTo>
                  <a:close/>
                </a:path>
                <a:path w="6694170" h="6997065">
                  <a:moveTo>
                    <a:pt x="5571369" y="2583465"/>
                  </a:moveTo>
                  <a:lnTo>
                    <a:pt x="5573425" y="2587031"/>
                  </a:lnTo>
                  <a:lnTo>
                    <a:pt x="5569865" y="2589086"/>
                  </a:lnTo>
                  <a:lnTo>
                    <a:pt x="5567810" y="2585520"/>
                  </a:lnTo>
                  <a:lnTo>
                    <a:pt x="5571369" y="2583465"/>
                  </a:lnTo>
                  <a:close/>
                </a:path>
                <a:path w="6694170" h="6997065">
                  <a:moveTo>
                    <a:pt x="5646184" y="2713624"/>
                  </a:moveTo>
                  <a:lnTo>
                    <a:pt x="5647943" y="2716681"/>
                  </a:lnTo>
                  <a:lnTo>
                    <a:pt x="5644886" y="2718446"/>
                  </a:lnTo>
                  <a:lnTo>
                    <a:pt x="5643127" y="2715390"/>
                  </a:lnTo>
                  <a:lnTo>
                    <a:pt x="5646184" y="2713624"/>
                  </a:lnTo>
                  <a:close/>
                </a:path>
                <a:path w="6694170" h="6997065">
                  <a:moveTo>
                    <a:pt x="5720879" y="2844192"/>
                  </a:moveTo>
                  <a:lnTo>
                    <a:pt x="5722052" y="2846224"/>
                  </a:lnTo>
                  <a:lnTo>
                    <a:pt x="5720020" y="2847397"/>
                  </a:lnTo>
                  <a:lnTo>
                    <a:pt x="5718847" y="2845366"/>
                  </a:lnTo>
                  <a:lnTo>
                    <a:pt x="5720879" y="2844192"/>
                  </a:lnTo>
                  <a:close/>
                </a:path>
                <a:path w="6694170" h="6997065">
                  <a:moveTo>
                    <a:pt x="5794568" y="2975341"/>
                  </a:moveTo>
                  <a:lnTo>
                    <a:pt x="5795924" y="2975341"/>
                  </a:lnTo>
                  <a:lnTo>
                    <a:pt x="5796173" y="2975773"/>
                  </a:lnTo>
                  <a:lnTo>
                    <a:pt x="5794817" y="2975773"/>
                  </a:lnTo>
                  <a:lnTo>
                    <a:pt x="5794568" y="2975341"/>
                  </a:lnTo>
                  <a:close/>
                </a:path>
                <a:path w="6694170" h="6997065">
                  <a:moveTo>
                    <a:pt x="3948534" y="43510"/>
                  </a:moveTo>
                  <a:lnTo>
                    <a:pt x="3964989" y="72012"/>
                  </a:lnTo>
                  <a:lnTo>
                    <a:pt x="3936499" y="88460"/>
                  </a:lnTo>
                  <a:lnTo>
                    <a:pt x="3920044" y="59958"/>
                  </a:lnTo>
                  <a:lnTo>
                    <a:pt x="3948534" y="43510"/>
                  </a:lnTo>
                  <a:close/>
                </a:path>
                <a:path w="6694170" h="6997065">
                  <a:moveTo>
                    <a:pt x="4023241" y="174072"/>
                  </a:moveTo>
                  <a:lnTo>
                    <a:pt x="4039104" y="201548"/>
                  </a:lnTo>
                  <a:lnTo>
                    <a:pt x="4011627" y="217416"/>
                  </a:lnTo>
                  <a:lnTo>
                    <a:pt x="3995759" y="189933"/>
                  </a:lnTo>
                  <a:lnTo>
                    <a:pt x="4023241" y="174072"/>
                  </a:lnTo>
                  <a:close/>
                </a:path>
                <a:path w="6694170" h="6997065">
                  <a:moveTo>
                    <a:pt x="4097938" y="304640"/>
                  </a:moveTo>
                  <a:lnTo>
                    <a:pt x="4113219" y="331098"/>
                  </a:lnTo>
                  <a:lnTo>
                    <a:pt x="4086761" y="346374"/>
                  </a:lnTo>
                  <a:lnTo>
                    <a:pt x="4071479" y="319915"/>
                  </a:lnTo>
                  <a:lnTo>
                    <a:pt x="4097938" y="304640"/>
                  </a:lnTo>
                  <a:close/>
                </a:path>
                <a:path w="6694170" h="6997065">
                  <a:moveTo>
                    <a:pt x="4172639" y="435201"/>
                  </a:moveTo>
                  <a:lnTo>
                    <a:pt x="4187328" y="460641"/>
                  </a:lnTo>
                  <a:lnTo>
                    <a:pt x="4161889" y="475330"/>
                  </a:lnTo>
                  <a:lnTo>
                    <a:pt x="4147200" y="449891"/>
                  </a:lnTo>
                  <a:lnTo>
                    <a:pt x="4172639" y="435201"/>
                  </a:lnTo>
                  <a:close/>
                </a:path>
                <a:path w="6694170" h="6997065">
                  <a:moveTo>
                    <a:pt x="4247127" y="566563"/>
                  </a:moveTo>
                  <a:lnTo>
                    <a:pt x="4260644" y="589977"/>
                  </a:lnTo>
                  <a:lnTo>
                    <a:pt x="4237242" y="603487"/>
                  </a:lnTo>
                  <a:lnTo>
                    <a:pt x="4223726" y="580073"/>
                  </a:lnTo>
                  <a:lnTo>
                    <a:pt x="4247127" y="566563"/>
                  </a:lnTo>
                  <a:close/>
                </a:path>
                <a:path w="6694170" h="6997065">
                  <a:moveTo>
                    <a:pt x="4321722" y="697528"/>
                  </a:moveTo>
                  <a:lnTo>
                    <a:pt x="4334356" y="719414"/>
                  </a:lnTo>
                  <a:lnTo>
                    <a:pt x="4312477" y="732048"/>
                  </a:lnTo>
                  <a:lnTo>
                    <a:pt x="4299843" y="710162"/>
                  </a:lnTo>
                  <a:lnTo>
                    <a:pt x="4321722" y="697528"/>
                  </a:lnTo>
                  <a:close/>
                </a:path>
                <a:path w="6694170" h="6997065">
                  <a:moveTo>
                    <a:pt x="4396430" y="828091"/>
                  </a:moveTo>
                  <a:lnTo>
                    <a:pt x="4408472" y="848957"/>
                  </a:lnTo>
                  <a:lnTo>
                    <a:pt x="4387610" y="860999"/>
                  </a:lnTo>
                  <a:lnTo>
                    <a:pt x="4375563" y="840138"/>
                  </a:lnTo>
                  <a:lnTo>
                    <a:pt x="4396430" y="828091"/>
                  </a:lnTo>
                  <a:close/>
                </a:path>
                <a:path w="6694170" h="6997065">
                  <a:moveTo>
                    <a:pt x="4471019" y="959061"/>
                  </a:moveTo>
                  <a:lnTo>
                    <a:pt x="4482184" y="978393"/>
                  </a:lnTo>
                  <a:lnTo>
                    <a:pt x="4462845" y="989558"/>
                  </a:lnTo>
                  <a:lnTo>
                    <a:pt x="4451686" y="970225"/>
                  </a:lnTo>
                  <a:lnTo>
                    <a:pt x="4471019" y="959061"/>
                  </a:lnTo>
                  <a:close/>
                </a:path>
                <a:path w="6694170" h="6997065">
                  <a:moveTo>
                    <a:pt x="4545727" y="1089623"/>
                  </a:moveTo>
                  <a:lnTo>
                    <a:pt x="4556299" y="1107937"/>
                  </a:lnTo>
                  <a:lnTo>
                    <a:pt x="4537985" y="1118515"/>
                  </a:lnTo>
                  <a:lnTo>
                    <a:pt x="4527407" y="1100195"/>
                  </a:lnTo>
                  <a:lnTo>
                    <a:pt x="4545727" y="1089623"/>
                  </a:lnTo>
                  <a:close/>
                </a:path>
                <a:path w="6694170" h="6997065">
                  <a:moveTo>
                    <a:pt x="4620316" y="1220581"/>
                  </a:moveTo>
                  <a:lnTo>
                    <a:pt x="4630012" y="1237379"/>
                  </a:lnTo>
                  <a:lnTo>
                    <a:pt x="4613220" y="1247075"/>
                  </a:lnTo>
                  <a:lnTo>
                    <a:pt x="4603524" y="1230277"/>
                  </a:lnTo>
                  <a:lnTo>
                    <a:pt x="4620316" y="1220581"/>
                  </a:lnTo>
                  <a:close/>
                </a:path>
                <a:path w="6694170" h="6997065">
                  <a:moveTo>
                    <a:pt x="4694911" y="1351552"/>
                  </a:moveTo>
                  <a:lnTo>
                    <a:pt x="4703724" y="1366815"/>
                  </a:lnTo>
                  <a:lnTo>
                    <a:pt x="4688460" y="1375629"/>
                  </a:lnTo>
                  <a:lnTo>
                    <a:pt x="4679647" y="1360365"/>
                  </a:lnTo>
                  <a:lnTo>
                    <a:pt x="4694911" y="1351552"/>
                  </a:lnTo>
                  <a:close/>
                </a:path>
                <a:path w="6694170" h="6997065">
                  <a:moveTo>
                    <a:pt x="4769612" y="1482114"/>
                  </a:moveTo>
                  <a:lnTo>
                    <a:pt x="4777840" y="1496358"/>
                  </a:lnTo>
                  <a:lnTo>
                    <a:pt x="4763589" y="1504585"/>
                  </a:lnTo>
                  <a:lnTo>
                    <a:pt x="4755367" y="1490340"/>
                  </a:lnTo>
                  <a:lnTo>
                    <a:pt x="4769612" y="1482114"/>
                  </a:lnTo>
                  <a:close/>
                </a:path>
                <a:path w="6694170" h="6997065">
                  <a:moveTo>
                    <a:pt x="4844320" y="1612676"/>
                  </a:moveTo>
                  <a:lnTo>
                    <a:pt x="4851955" y="1625902"/>
                  </a:lnTo>
                  <a:lnTo>
                    <a:pt x="4838728" y="1633543"/>
                  </a:lnTo>
                  <a:lnTo>
                    <a:pt x="4831088" y="1620311"/>
                  </a:lnTo>
                  <a:lnTo>
                    <a:pt x="4844320" y="1612676"/>
                  </a:lnTo>
                  <a:close/>
                </a:path>
                <a:path w="6694170" h="6997065">
                  <a:moveTo>
                    <a:pt x="4918909" y="1743634"/>
                  </a:moveTo>
                  <a:lnTo>
                    <a:pt x="4925667" y="1755344"/>
                  </a:lnTo>
                  <a:lnTo>
                    <a:pt x="4913963" y="1762102"/>
                  </a:lnTo>
                  <a:lnTo>
                    <a:pt x="4907205" y="1750392"/>
                  </a:lnTo>
                  <a:lnTo>
                    <a:pt x="4918909" y="1743634"/>
                  </a:lnTo>
                  <a:close/>
                </a:path>
                <a:path w="6694170" h="6997065">
                  <a:moveTo>
                    <a:pt x="4993504" y="1874605"/>
                  </a:moveTo>
                  <a:lnTo>
                    <a:pt x="4999380" y="1884780"/>
                  </a:lnTo>
                  <a:lnTo>
                    <a:pt x="4989204" y="1890656"/>
                  </a:lnTo>
                  <a:lnTo>
                    <a:pt x="4983328" y="1880480"/>
                  </a:lnTo>
                  <a:lnTo>
                    <a:pt x="4993504" y="1874605"/>
                  </a:lnTo>
                  <a:close/>
                </a:path>
                <a:path w="6694170" h="6997065">
                  <a:moveTo>
                    <a:pt x="5068206" y="2005166"/>
                  </a:moveTo>
                  <a:lnTo>
                    <a:pt x="5073495" y="2014323"/>
                  </a:lnTo>
                  <a:lnTo>
                    <a:pt x="5064332" y="2019613"/>
                  </a:lnTo>
                  <a:lnTo>
                    <a:pt x="5059049" y="2010456"/>
                  </a:lnTo>
                  <a:lnTo>
                    <a:pt x="5068206" y="2005166"/>
                  </a:lnTo>
                  <a:close/>
                </a:path>
                <a:path w="6694170" h="6997065">
                  <a:moveTo>
                    <a:pt x="5142913" y="2135728"/>
                  </a:moveTo>
                  <a:lnTo>
                    <a:pt x="5147610" y="2143867"/>
                  </a:lnTo>
                  <a:lnTo>
                    <a:pt x="5139472" y="2148570"/>
                  </a:lnTo>
                  <a:lnTo>
                    <a:pt x="5134769" y="2140431"/>
                  </a:lnTo>
                  <a:lnTo>
                    <a:pt x="5142913" y="2135728"/>
                  </a:lnTo>
                  <a:close/>
                </a:path>
                <a:path w="6694170" h="6997065">
                  <a:moveTo>
                    <a:pt x="5217614" y="2266290"/>
                  </a:moveTo>
                  <a:lnTo>
                    <a:pt x="5221725" y="2273416"/>
                  </a:lnTo>
                  <a:lnTo>
                    <a:pt x="5214606" y="2277532"/>
                  </a:lnTo>
                  <a:lnTo>
                    <a:pt x="5210489" y="2270407"/>
                  </a:lnTo>
                  <a:lnTo>
                    <a:pt x="5217614" y="2266290"/>
                  </a:lnTo>
                  <a:close/>
                </a:path>
                <a:path w="6694170" h="6997065">
                  <a:moveTo>
                    <a:pt x="5292310" y="2396858"/>
                  </a:moveTo>
                  <a:lnTo>
                    <a:pt x="5295835" y="2402959"/>
                  </a:lnTo>
                  <a:lnTo>
                    <a:pt x="5289734" y="2406483"/>
                  </a:lnTo>
                  <a:lnTo>
                    <a:pt x="5286210" y="2400382"/>
                  </a:lnTo>
                  <a:lnTo>
                    <a:pt x="5292310" y="2396858"/>
                  </a:lnTo>
                  <a:close/>
                </a:path>
                <a:path w="6694170" h="6997065">
                  <a:moveTo>
                    <a:pt x="5367018" y="2527420"/>
                  </a:moveTo>
                  <a:lnTo>
                    <a:pt x="5369956" y="2532508"/>
                  </a:lnTo>
                  <a:lnTo>
                    <a:pt x="5364862" y="2535446"/>
                  </a:lnTo>
                  <a:lnTo>
                    <a:pt x="5361924" y="2530358"/>
                  </a:lnTo>
                  <a:lnTo>
                    <a:pt x="5367018" y="2527420"/>
                  </a:lnTo>
                  <a:close/>
                </a:path>
                <a:path w="6694170" h="6997065">
                  <a:moveTo>
                    <a:pt x="5441719" y="2657982"/>
                  </a:moveTo>
                  <a:lnTo>
                    <a:pt x="5444065" y="2662051"/>
                  </a:lnTo>
                  <a:lnTo>
                    <a:pt x="5439996" y="2664402"/>
                  </a:lnTo>
                  <a:lnTo>
                    <a:pt x="5437644" y="2660333"/>
                  </a:lnTo>
                  <a:lnTo>
                    <a:pt x="5441719" y="2657982"/>
                  </a:lnTo>
                  <a:close/>
                </a:path>
                <a:path w="6694170" h="6997065">
                  <a:moveTo>
                    <a:pt x="5516528" y="2788141"/>
                  </a:moveTo>
                  <a:lnTo>
                    <a:pt x="5518583" y="2791701"/>
                  </a:lnTo>
                  <a:lnTo>
                    <a:pt x="5515023" y="2793756"/>
                  </a:lnTo>
                  <a:lnTo>
                    <a:pt x="5512968" y="2790196"/>
                  </a:lnTo>
                  <a:lnTo>
                    <a:pt x="5516528" y="2788141"/>
                  </a:lnTo>
                  <a:close/>
                </a:path>
                <a:path w="6694170" h="6997065">
                  <a:moveTo>
                    <a:pt x="5591229" y="2918703"/>
                  </a:moveTo>
                  <a:lnTo>
                    <a:pt x="5592698" y="2921250"/>
                  </a:lnTo>
                  <a:lnTo>
                    <a:pt x="5590151" y="2922719"/>
                  </a:lnTo>
                  <a:lnTo>
                    <a:pt x="5588682" y="2920172"/>
                  </a:lnTo>
                  <a:lnTo>
                    <a:pt x="5591229" y="2918703"/>
                  </a:lnTo>
                  <a:close/>
                </a:path>
                <a:path w="6694170" h="6997065">
                  <a:moveTo>
                    <a:pt x="5665931" y="3049265"/>
                  </a:moveTo>
                  <a:lnTo>
                    <a:pt x="5666814" y="3050793"/>
                  </a:lnTo>
                  <a:lnTo>
                    <a:pt x="5665285" y="3051675"/>
                  </a:lnTo>
                  <a:lnTo>
                    <a:pt x="5664403" y="3050147"/>
                  </a:lnTo>
                  <a:lnTo>
                    <a:pt x="5665931" y="3049265"/>
                  </a:lnTo>
                  <a:close/>
                </a:path>
                <a:path w="6694170" h="6997065">
                  <a:moveTo>
                    <a:pt x="3720112" y="0"/>
                  </a:moveTo>
                  <a:lnTo>
                    <a:pt x="3752775" y="0"/>
                  </a:lnTo>
                  <a:lnTo>
                    <a:pt x="3763119" y="17915"/>
                  </a:lnTo>
                  <a:lnTo>
                    <a:pt x="3731063" y="36424"/>
                  </a:lnTo>
                  <a:lnTo>
                    <a:pt x="3712554" y="4363"/>
                  </a:lnTo>
                  <a:lnTo>
                    <a:pt x="3720112" y="0"/>
                  </a:lnTo>
                  <a:close/>
                </a:path>
                <a:path w="6694170" h="6997065">
                  <a:moveTo>
                    <a:pt x="3819211" y="116817"/>
                  </a:moveTo>
                  <a:lnTo>
                    <a:pt x="3836837" y="147351"/>
                  </a:lnTo>
                  <a:lnTo>
                    <a:pt x="3806298" y="164983"/>
                  </a:lnTo>
                  <a:lnTo>
                    <a:pt x="3788672" y="134450"/>
                  </a:lnTo>
                  <a:lnTo>
                    <a:pt x="3819211" y="116817"/>
                  </a:lnTo>
                  <a:close/>
                </a:path>
                <a:path w="6694170" h="6997065">
                  <a:moveTo>
                    <a:pt x="3893806" y="247789"/>
                  </a:moveTo>
                  <a:lnTo>
                    <a:pt x="3910550" y="276787"/>
                  </a:lnTo>
                  <a:lnTo>
                    <a:pt x="3881539" y="293538"/>
                  </a:lnTo>
                  <a:lnTo>
                    <a:pt x="3864794" y="264533"/>
                  </a:lnTo>
                  <a:lnTo>
                    <a:pt x="3893806" y="247789"/>
                  </a:lnTo>
                  <a:close/>
                </a:path>
                <a:path w="6694170" h="6997065">
                  <a:moveTo>
                    <a:pt x="3968507" y="378350"/>
                  </a:moveTo>
                  <a:lnTo>
                    <a:pt x="3984665" y="406336"/>
                  </a:lnTo>
                  <a:lnTo>
                    <a:pt x="3956673" y="422495"/>
                  </a:lnTo>
                  <a:lnTo>
                    <a:pt x="3940515" y="394508"/>
                  </a:lnTo>
                  <a:lnTo>
                    <a:pt x="3968507" y="378350"/>
                  </a:lnTo>
                  <a:close/>
                </a:path>
                <a:path w="6694170" h="6997065">
                  <a:moveTo>
                    <a:pt x="4043203" y="508912"/>
                  </a:moveTo>
                  <a:lnTo>
                    <a:pt x="4058775" y="535880"/>
                  </a:lnTo>
                  <a:lnTo>
                    <a:pt x="4031807" y="551451"/>
                  </a:lnTo>
                  <a:lnTo>
                    <a:pt x="4016242" y="524483"/>
                  </a:lnTo>
                  <a:lnTo>
                    <a:pt x="4043203" y="508912"/>
                  </a:lnTo>
                  <a:close/>
                </a:path>
                <a:path w="6694170" h="6997065">
                  <a:moveTo>
                    <a:pt x="4117798" y="639877"/>
                  </a:moveTo>
                  <a:lnTo>
                    <a:pt x="4132487" y="665316"/>
                  </a:lnTo>
                  <a:lnTo>
                    <a:pt x="4107042" y="680005"/>
                  </a:lnTo>
                  <a:lnTo>
                    <a:pt x="4092353" y="654566"/>
                  </a:lnTo>
                  <a:lnTo>
                    <a:pt x="4117798" y="639877"/>
                  </a:lnTo>
                  <a:close/>
                </a:path>
                <a:path w="6694170" h="6997065">
                  <a:moveTo>
                    <a:pt x="4192286" y="771238"/>
                  </a:moveTo>
                  <a:lnTo>
                    <a:pt x="4205803" y="794652"/>
                  </a:lnTo>
                  <a:lnTo>
                    <a:pt x="4182395" y="808163"/>
                  </a:lnTo>
                  <a:lnTo>
                    <a:pt x="4168878" y="784755"/>
                  </a:lnTo>
                  <a:lnTo>
                    <a:pt x="4192286" y="771238"/>
                  </a:lnTo>
                  <a:close/>
                </a:path>
                <a:path w="6694170" h="6997065">
                  <a:moveTo>
                    <a:pt x="4266881" y="902209"/>
                  </a:moveTo>
                  <a:lnTo>
                    <a:pt x="4279515" y="924089"/>
                  </a:lnTo>
                  <a:lnTo>
                    <a:pt x="4257635" y="936723"/>
                  </a:lnTo>
                  <a:lnTo>
                    <a:pt x="4245001" y="914837"/>
                  </a:lnTo>
                  <a:lnTo>
                    <a:pt x="4266881" y="902209"/>
                  </a:lnTo>
                  <a:close/>
                </a:path>
                <a:path w="6694170" h="6997065">
                  <a:moveTo>
                    <a:pt x="4341583" y="1032771"/>
                  </a:moveTo>
                  <a:lnTo>
                    <a:pt x="4353630" y="1053632"/>
                  </a:lnTo>
                  <a:lnTo>
                    <a:pt x="4332769" y="1065673"/>
                  </a:lnTo>
                  <a:lnTo>
                    <a:pt x="4320722" y="1044813"/>
                  </a:lnTo>
                  <a:lnTo>
                    <a:pt x="4341583" y="1032771"/>
                  </a:lnTo>
                  <a:close/>
                </a:path>
                <a:path w="6694170" h="6997065">
                  <a:moveTo>
                    <a:pt x="4416178" y="1163730"/>
                  </a:moveTo>
                  <a:lnTo>
                    <a:pt x="4427343" y="1183069"/>
                  </a:lnTo>
                  <a:lnTo>
                    <a:pt x="4408010" y="1194233"/>
                  </a:lnTo>
                  <a:lnTo>
                    <a:pt x="4396845" y="1174894"/>
                  </a:lnTo>
                  <a:lnTo>
                    <a:pt x="4416178" y="1163730"/>
                  </a:lnTo>
                  <a:close/>
                </a:path>
                <a:path w="6694170" h="6997065">
                  <a:moveTo>
                    <a:pt x="4490880" y="1294291"/>
                  </a:moveTo>
                  <a:lnTo>
                    <a:pt x="4501458" y="1312617"/>
                  </a:lnTo>
                  <a:lnTo>
                    <a:pt x="4483138" y="1323190"/>
                  </a:lnTo>
                  <a:lnTo>
                    <a:pt x="4472559" y="1304870"/>
                  </a:lnTo>
                  <a:lnTo>
                    <a:pt x="4490880" y="1294291"/>
                  </a:lnTo>
                  <a:close/>
                </a:path>
                <a:path w="6694170" h="6997065">
                  <a:moveTo>
                    <a:pt x="4565473" y="1425262"/>
                  </a:moveTo>
                  <a:lnTo>
                    <a:pt x="4575171" y="1442054"/>
                  </a:lnTo>
                  <a:lnTo>
                    <a:pt x="4558379" y="1451750"/>
                  </a:lnTo>
                  <a:lnTo>
                    <a:pt x="4548683" y="1434952"/>
                  </a:lnTo>
                  <a:lnTo>
                    <a:pt x="4565473" y="1425262"/>
                  </a:lnTo>
                  <a:close/>
                </a:path>
                <a:path w="6694170" h="6997065">
                  <a:moveTo>
                    <a:pt x="4640064" y="1556221"/>
                  </a:moveTo>
                  <a:lnTo>
                    <a:pt x="4648883" y="1571490"/>
                  </a:lnTo>
                  <a:lnTo>
                    <a:pt x="4633619" y="1580304"/>
                  </a:lnTo>
                  <a:lnTo>
                    <a:pt x="4624800" y="1565034"/>
                  </a:lnTo>
                  <a:lnTo>
                    <a:pt x="4640064" y="1556221"/>
                  </a:lnTo>
                  <a:close/>
                </a:path>
                <a:path w="6694170" h="6997065">
                  <a:moveTo>
                    <a:pt x="4714771" y="1686782"/>
                  </a:moveTo>
                  <a:lnTo>
                    <a:pt x="4722998" y="1701033"/>
                  </a:lnTo>
                  <a:lnTo>
                    <a:pt x="4708753" y="1709260"/>
                  </a:lnTo>
                  <a:lnTo>
                    <a:pt x="4700526" y="1695009"/>
                  </a:lnTo>
                  <a:lnTo>
                    <a:pt x="4714771" y="1686782"/>
                  </a:lnTo>
                  <a:close/>
                </a:path>
                <a:path w="6694170" h="6997065">
                  <a:moveTo>
                    <a:pt x="4789366" y="1817753"/>
                  </a:moveTo>
                  <a:lnTo>
                    <a:pt x="4796711" y="1830470"/>
                  </a:lnTo>
                  <a:lnTo>
                    <a:pt x="4783988" y="1837815"/>
                  </a:lnTo>
                  <a:lnTo>
                    <a:pt x="4776643" y="1825098"/>
                  </a:lnTo>
                  <a:lnTo>
                    <a:pt x="4789366" y="1817753"/>
                  </a:lnTo>
                  <a:close/>
                </a:path>
                <a:path w="6694170" h="6997065">
                  <a:moveTo>
                    <a:pt x="4863960" y="1948718"/>
                  </a:moveTo>
                  <a:lnTo>
                    <a:pt x="4870423" y="1959907"/>
                  </a:lnTo>
                  <a:lnTo>
                    <a:pt x="4859229" y="1966374"/>
                  </a:lnTo>
                  <a:lnTo>
                    <a:pt x="4852767" y="1955180"/>
                  </a:lnTo>
                  <a:lnTo>
                    <a:pt x="4863960" y="1948718"/>
                  </a:lnTo>
                  <a:close/>
                </a:path>
                <a:path w="6694170" h="6997065">
                  <a:moveTo>
                    <a:pt x="4938556" y="2079677"/>
                  </a:moveTo>
                  <a:lnTo>
                    <a:pt x="4944135" y="2089349"/>
                  </a:lnTo>
                  <a:lnTo>
                    <a:pt x="4934469" y="2094929"/>
                  </a:lnTo>
                  <a:lnTo>
                    <a:pt x="4928884" y="2085262"/>
                  </a:lnTo>
                  <a:lnTo>
                    <a:pt x="4938556" y="2079677"/>
                  </a:lnTo>
                  <a:close/>
                </a:path>
                <a:path w="6694170" h="6997065">
                  <a:moveTo>
                    <a:pt x="5013258" y="2210238"/>
                  </a:moveTo>
                  <a:lnTo>
                    <a:pt x="5018257" y="2218892"/>
                  </a:lnTo>
                  <a:lnTo>
                    <a:pt x="5009603" y="2223892"/>
                  </a:lnTo>
                  <a:lnTo>
                    <a:pt x="5004604" y="2215238"/>
                  </a:lnTo>
                  <a:lnTo>
                    <a:pt x="5013258" y="2210238"/>
                  </a:lnTo>
                  <a:close/>
                </a:path>
                <a:path w="6694170" h="6997065">
                  <a:moveTo>
                    <a:pt x="5087959" y="2340807"/>
                  </a:moveTo>
                  <a:lnTo>
                    <a:pt x="5092366" y="2348435"/>
                  </a:lnTo>
                  <a:lnTo>
                    <a:pt x="5084731" y="2352842"/>
                  </a:lnTo>
                  <a:lnTo>
                    <a:pt x="5080324" y="2345214"/>
                  </a:lnTo>
                  <a:lnTo>
                    <a:pt x="5087959" y="2340807"/>
                  </a:lnTo>
                  <a:close/>
                </a:path>
                <a:path w="6694170" h="6997065">
                  <a:moveTo>
                    <a:pt x="5162766" y="2470966"/>
                  </a:moveTo>
                  <a:lnTo>
                    <a:pt x="5166884" y="2478085"/>
                  </a:lnTo>
                  <a:lnTo>
                    <a:pt x="5159759" y="2482202"/>
                  </a:lnTo>
                  <a:lnTo>
                    <a:pt x="5155642" y="2475076"/>
                  </a:lnTo>
                  <a:lnTo>
                    <a:pt x="5162766" y="2470966"/>
                  </a:lnTo>
                  <a:close/>
                </a:path>
                <a:path w="6694170" h="6997065">
                  <a:moveTo>
                    <a:pt x="5237362" y="2601931"/>
                  </a:moveTo>
                  <a:lnTo>
                    <a:pt x="5240596" y="2607528"/>
                  </a:lnTo>
                  <a:lnTo>
                    <a:pt x="5234999" y="2610756"/>
                  </a:lnTo>
                  <a:lnTo>
                    <a:pt x="5231765" y="2605159"/>
                  </a:lnTo>
                  <a:lnTo>
                    <a:pt x="5237362" y="2601931"/>
                  </a:lnTo>
                  <a:close/>
                </a:path>
                <a:path w="6694170" h="6997065">
                  <a:moveTo>
                    <a:pt x="5312064" y="2732492"/>
                  </a:moveTo>
                  <a:lnTo>
                    <a:pt x="5314712" y="2737071"/>
                  </a:lnTo>
                  <a:lnTo>
                    <a:pt x="5310127" y="2739719"/>
                  </a:lnTo>
                  <a:lnTo>
                    <a:pt x="5307486" y="2735140"/>
                  </a:lnTo>
                  <a:lnTo>
                    <a:pt x="5312064" y="2732492"/>
                  </a:lnTo>
                  <a:close/>
                </a:path>
                <a:path w="6694170" h="6997065">
                  <a:moveTo>
                    <a:pt x="5386872" y="2862652"/>
                  </a:moveTo>
                  <a:lnTo>
                    <a:pt x="5389224" y="2866727"/>
                  </a:lnTo>
                  <a:lnTo>
                    <a:pt x="5385155" y="2869072"/>
                  </a:lnTo>
                  <a:lnTo>
                    <a:pt x="5382803" y="2865003"/>
                  </a:lnTo>
                  <a:lnTo>
                    <a:pt x="5386872" y="2862652"/>
                  </a:lnTo>
                  <a:close/>
                </a:path>
                <a:path w="6694170" h="6997065">
                  <a:moveTo>
                    <a:pt x="5461573" y="2993213"/>
                  </a:moveTo>
                  <a:lnTo>
                    <a:pt x="5463339" y="2996276"/>
                  </a:lnTo>
                  <a:lnTo>
                    <a:pt x="5460289" y="2998035"/>
                  </a:lnTo>
                  <a:lnTo>
                    <a:pt x="5458524" y="2994978"/>
                  </a:lnTo>
                  <a:lnTo>
                    <a:pt x="5461573" y="2993213"/>
                  </a:lnTo>
                  <a:close/>
                </a:path>
                <a:path w="6694170" h="6997065">
                  <a:moveTo>
                    <a:pt x="5536281" y="3123775"/>
                  </a:moveTo>
                  <a:lnTo>
                    <a:pt x="5537454" y="3125813"/>
                  </a:lnTo>
                  <a:lnTo>
                    <a:pt x="5535417" y="3126992"/>
                  </a:lnTo>
                  <a:lnTo>
                    <a:pt x="5534244" y="3124954"/>
                  </a:lnTo>
                  <a:lnTo>
                    <a:pt x="5536281" y="3123775"/>
                  </a:lnTo>
                  <a:close/>
                </a:path>
                <a:path w="6694170" h="6997065">
                  <a:moveTo>
                    <a:pt x="5611089" y="3253946"/>
                  </a:moveTo>
                  <a:lnTo>
                    <a:pt x="5611966" y="3255468"/>
                  </a:lnTo>
                  <a:lnTo>
                    <a:pt x="5610444" y="3256345"/>
                  </a:lnTo>
                  <a:lnTo>
                    <a:pt x="5609567" y="3254823"/>
                  </a:lnTo>
                  <a:lnTo>
                    <a:pt x="5611089" y="3253946"/>
                  </a:lnTo>
                  <a:close/>
                </a:path>
                <a:path w="6694170" h="6997065">
                  <a:moveTo>
                    <a:pt x="3615173" y="59570"/>
                  </a:moveTo>
                  <a:lnTo>
                    <a:pt x="3634565" y="93154"/>
                  </a:lnTo>
                  <a:lnTo>
                    <a:pt x="3600981" y="112546"/>
                  </a:lnTo>
                  <a:lnTo>
                    <a:pt x="3581589" y="78962"/>
                  </a:lnTo>
                  <a:lnTo>
                    <a:pt x="3615173" y="59570"/>
                  </a:lnTo>
                  <a:close/>
                </a:path>
                <a:path w="6694170" h="6997065">
                  <a:moveTo>
                    <a:pt x="3689874" y="190131"/>
                  </a:moveTo>
                  <a:lnTo>
                    <a:pt x="3708680" y="222702"/>
                  </a:lnTo>
                  <a:lnTo>
                    <a:pt x="3676115" y="241502"/>
                  </a:lnTo>
                  <a:lnTo>
                    <a:pt x="3657309" y="208937"/>
                  </a:lnTo>
                  <a:lnTo>
                    <a:pt x="3689874" y="190131"/>
                  </a:lnTo>
                  <a:close/>
                </a:path>
                <a:path w="6694170" h="6997065">
                  <a:moveTo>
                    <a:pt x="3764470" y="321096"/>
                  </a:moveTo>
                  <a:lnTo>
                    <a:pt x="3782393" y="352139"/>
                  </a:lnTo>
                  <a:lnTo>
                    <a:pt x="3751356" y="370062"/>
                  </a:lnTo>
                  <a:lnTo>
                    <a:pt x="3733433" y="339014"/>
                  </a:lnTo>
                  <a:lnTo>
                    <a:pt x="3764470" y="321096"/>
                  </a:lnTo>
                  <a:close/>
                </a:path>
                <a:path w="6694170" h="6997065">
                  <a:moveTo>
                    <a:pt x="3838958" y="452458"/>
                  </a:moveTo>
                  <a:lnTo>
                    <a:pt x="3855702" y="481470"/>
                  </a:lnTo>
                  <a:lnTo>
                    <a:pt x="3826697" y="498214"/>
                  </a:lnTo>
                  <a:lnTo>
                    <a:pt x="3809953" y="469209"/>
                  </a:lnTo>
                  <a:lnTo>
                    <a:pt x="3838958" y="452458"/>
                  </a:lnTo>
                  <a:close/>
                </a:path>
                <a:path w="6694170" h="6997065">
                  <a:moveTo>
                    <a:pt x="3913660" y="583020"/>
                  </a:moveTo>
                  <a:lnTo>
                    <a:pt x="3929818" y="611006"/>
                  </a:lnTo>
                  <a:lnTo>
                    <a:pt x="3901831" y="627165"/>
                  </a:lnTo>
                  <a:lnTo>
                    <a:pt x="3885673" y="599178"/>
                  </a:lnTo>
                  <a:lnTo>
                    <a:pt x="3913660" y="583020"/>
                  </a:lnTo>
                  <a:close/>
                </a:path>
                <a:path w="6694170" h="6997065">
                  <a:moveTo>
                    <a:pt x="3988361" y="713582"/>
                  </a:moveTo>
                  <a:lnTo>
                    <a:pt x="4003933" y="740555"/>
                  </a:lnTo>
                  <a:lnTo>
                    <a:pt x="3976965" y="756127"/>
                  </a:lnTo>
                  <a:lnTo>
                    <a:pt x="3961394" y="729153"/>
                  </a:lnTo>
                  <a:lnTo>
                    <a:pt x="3988361" y="713582"/>
                  </a:lnTo>
                  <a:close/>
                </a:path>
                <a:path w="6694170" h="6997065">
                  <a:moveTo>
                    <a:pt x="4062956" y="844552"/>
                  </a:moveTo>
                  <a:lnTo>
                    <a:pt x="4077645" y="869992"/>
                  </a:lnTo>
                  <a:lnTo>
                    <a:pt x="4052206" y="884681"/>
                  </a:lnTo>
                  <a:lnTo>
                    <a:pt x="4037517" y="859242"/>
                  </a:lnTo>
                  <a:lnTo>
                    <a:pt x="4062956" y="844552"/>
                  </a:lnTo>
                  <a:close/>
                </a:path>
                <a:path w="6694170" h="6997065">
                  <a:moveTo>
                    <a:pt x="4137444" y="975921"/>
                  </a:moveTo>
                  <a:lnTo>
                    <a:pt x="4150955" y="999322"/>
                  </a:lnTo>
                  <a:lnTo>
                    <a:pt x="4127547" y="1012838"/>
                  </a:lnTo>
                  <a:lnTo>
                    <a:pt x="4114037" y="989431"/>
                  </a:lnTo>
                  <a:lnTo>
                    <a:pt x="4137444" y="975921"/>
                  </a:lnTo>
                  <a:close/>
                </a:path>
                <a:path w="6694170" h="6997065">
                  <a:moveTo>
                    <a:pt x="4212039" y="1106885"/>
                  </a:moveTo>
                  <a:lnTo>
                    <a:pt x="4224673" y="1128759"/>
                  </a:lnTo>
                  <a:lnTo>
                    <a:pt x="4202788" y="1141393"/>
                  </a:lnTo>
                  <a:lnTo>
                    <a:pt x="4190160" y="1119519"/>
                  </a:lnTo>
                  <a:lnTo>
                    <a:pt x="4212039" y="1106885"/>
                  </a:lnTo>
                  <a:close/>
                </a:path>
                <a:path w="6694170" h="6997065">
                  <a:moveTo>
                    <a:pt x="4286741" y="1237447"/>
                  </a:moveTo>
                  <a:lnTo>
                    <a:pt x="4298783" y="1258308"/>
                  </a:lnTo>
                  <a:lnTo>
                    <a:pt x="4277922" y="1270355"/>
                  </a:lnTo>
                  <a:lnTo>
                    <a:pt x="4265880" y="1249494"/>
                  </a:lnTo>
                  <a:lnTo>
                    <a:pt x="4286741" y="1237447"/>
                  </a:lnTo>
                  <a:close/>
                </a:path>
                <a:path w="6694170" h="6997065">
                  <a:moveTo>
                    <a:pt x="4361336" y="1368405"/>
                  </a:moveTo>
                  <a:lnTo>
                    <a:pt x="4372501" y="1387744"/>
                  </a:lnTo>
                  <a:lnTo>
                    <a:pt x="4353162" y="1398909"/>
                  </a:lnTo>
                  <a:lnTo>
                    <a:pt x="4341997" y="1379570"/>
                  </a:lnTo>
                  <a:lnTo>
                    <a:pt x="4361336" y="1368405"/>
                  </a:lnTo>
                  <a:close/>
                </a:path>
                <a:path w="6694170" h="6997065">
                  <a:moveTo>
                    <a:pt x="4435931" y="1499376"/>
                  </a:moveTo>
                  <a:lnTo>
                    <a:pt x="4446213" y="1517180"/>
                  </a:lnTo>
                  <a:lnTo>
                    <a:pt x="4428403" y="1527463"/>
                  </a:lnTo>
                  <a:lnTo>
                    <a:pt x="4418121" y="1509659"/>
                  </a:lnTo>
                  <a:lnTo>
                    <a:pt x="4435931" y="1499376"/>
                  </a:lnTo>
                  <a:close/>
                </a:path>
                <a:path w="6694170" h="6997065">
                  <a:moveTo>
                    <a:pt x="4510526" y="1630335"/>
                  </a:moveTo>
                  <a:lnTo>
                    <a:pt x="4519926" y="1646623"/>
                  </a:lnTo>
                  <a:lnTo>
                    <a:pt x="4503638" y="1656023"/>
                  </a:lnTo>
                  <a:lnTo>
                    <a:pt x="4494238" y="1639740"/>
                  </a:lnTo>
                  <a:lnTo>
                    <a:pt x="4510526" y="1630335"/>
                  </a:lnTo>
                  <a:close/>
                </a:path>
                <a:path w="6694170" h="6997065">
                  <a:moveTo>
                    <a:pt x="4585121" y="1761300"/>
                  </a:moveTo>
                  <a:lnTo>
                    <a:pt x="4593638" y="1776060"/>
                  </a:lnTo>
                  <a:lnTo>
                    <a:pt x="4578884" y="1784577"/>
                  </a:lnTo>
                  <a:lnTo>
                    <a:pt x="4570360" y="1769823"/>
                  </a:lnTo>
                  <a:lnTo>
                    <a:pt x="4585121" y="1761300"/>
                  </a:lnTo>
                  <a:close/>
                </a:path>
                <a:path w="6694170" h="6997065">
                  <a:moveTo>
                    <a:pt x="4659823" y="1891868"/>
                  </a:moveTo>
                  <a:lnTo>
                    <a:pt x="4667754" y="1905603"/>
                  </a:lnTo>
                  <a:lnTo>
                    <a:pt x="4654012" y="1913534"/>
                  </a:lnTo>
                  <a:lnTo>
                    <a:pt x="4646081" y="1899798"/>
                  </a:lnTo>
                  <a:lnTo>
                    <a:pt x="4659823" y="1891868"/>
                  </a:lnTo>
                  <a:close/>
                </a:path>
                <a:path w="6694170" h="6997065">
                  <a:moveTo>
                    <a:pt x="4734524" y="2022429"/>
                  </a:moveTo>
                  <a:lnTo>
                    <a:pt x="4741869" y="2035146"/>
                  </a:lnTo>
                  <a:lnTo>
                    <a:pt x="4729146" y="2042491"/>
                  </a:lnTo>
                  <a:lnTo>
                    <a:pt x="4721802" y="2029774"/>
                  </a:lnTo>
                  <a:lnTo>
                    <a:pt x="4734524" y="2022429"/>
                  </a:lnTo>
                  <a:close/>
                </a:path>
                <a:path w="6694170" h="6997065">
                  <a:moveTo>
                    <a:pt x="4809007" y="2153791"/>
                  </a:moveTo>
                  <a:lnTo>
                    <a:pt x="4815179" y="2164476"/>
                  </a:lnTo>
                  <a:lnTo>
                    <a:pt x="4804493" y="2170648"/>
                  </a:lnTo>
                  <a:lnTo>
                    <a:pt x="4798322" y="2159963"/>
                  </a:lnTo>
                  <a:lnTo>
                    <a:pt x="4809007" y="2153791"/>
                  </a:lnTo>
                  <a:close/>
                </a:path>
                <a:path w="6694170" h="6997065">
                  <a:moveTo>
                    <a:pt x="4883714" y="2284353"/>
                  </a:moveTo>
                  <a:lnTo>
                    <a:pt x="4889294" y="2294025"/>
                  </a:lnTo>
                  <a:lnTo>
                    <a:pt x="4879627" y="2299605"/>
                  </a:lnTo>
                  <a:lnTo>
                    <a:pt x="4874042" y="2289938"/>
                  </a:lnTo>
                  <a:lnTo>
                    <a:pt x="4883714" y="2284353"/>
                  </a:lnTo>
                  <a:close/>
                </a:path>
                <a:path w="6694170" h="6997065">
                  <a:moveTo>
                    <a:pt x="4958416" y="2414921"/>
                  </a:moveTo>
                  <a:lnTo>
                    <a:pt x="4963409" y="2423569"/>
                  </a:lnTo>
                  <a:lnTo>
                    <a:pt x="4954756" y="2428562"/>
                  </a:lnTo>
                  <a:lnTo>
                    <a:pt x="4949762" y="2419914"/>
                  </a:lnTo>
                  <a:lnTo>
                    <a:pt x="4958416" y="2414921"/>
                  </a:lnTo>
                  <a:close/>
                </a:path>
                <a:path w="6694170" h="6997065">
                  <a:moveTo>
                    <a:pt x="5033118" y="2545483"/>
                  </a:moveTo>
                  <a:lnTo>
                    <a:pt x="5037524" y="2553112"/>
                  </a:lnTo>
                  <a:lnTo>
                    <a:pt x="5029889" y="2557519"/>
                  </a:lnTo>
                  <a:lnTo>
                    <a:pt x="5025483" y="2549890"/>
                  </a:lnTo>
                  <a:lnTo>
                    <a:pt x="5033118" y="2545483"/>
                  </a:lnTo>
                  <a:close/>
                </a:path>
                <a:path w="6694170" h="6997065">
                  <a:moveTo>
                    <a:pt x="5107813" y="2676045"/>
                  </a:moveTo>
                  <a:lnTo>
                    <a:pt x="5111634" y="2682661"/>
                  </a:lnTo>
                  <a:lnTo>
                    <a:pt x="5105023" y="2686475"/>
                  </a:lnTo>
                  <a:lnTo>
                    <a:pt x="5101203" y="2679865"/>
                  </a:lnTo>
                  <a:lnTo>
                    <a:pt x="5107813" y="2676045"/>
                  </a:lnTo>
                  <a:close/>
                </a:path>
                <a:path w="6694170" h="6997065">
                  <a:moveTo>
                    <a:pt x="5182414" y="2807003"/>
                  </a:moveTo>
                  <a:lnTo>
                    <a:pt x="5185352" y="2812091"/>
                  </a:lnTo>
                  <a:lnTo>
                    <a:pt x="5180264" y="2815029"/>
                  </a:lnTo>
                  <a:lnTo>
                    <a:pt x="5177326" y="2809941"/>
                  </a:lnTo>
                  <a:lnTo>
                    <a:pt x="5182414" y="2807003"/>
                  </a:lnTo>
                  <a:close/>
                </a:path>
                <a:path w="6694170" h="6997065">
                  <a:moveTo>
                    <a:pt x="5257222" y="2937168"/>
                  </a:moveTo>
                  <a:lnTo>
                    <a:pt x="5259864" y="2941753"/>
                  </a:lnTo>
                  <a:lnTo>
                    <a:pt x="5255285" y="2944395"/>
                  </a:lnTo>
                  <a:lnTo>
                    <a:pt x="5252644" y="2939816"/>
                  </a:lnTo>
                  <a:lnTo>
                    <a:pt x="5257222" y="2937168"/>
                  </a:lnTo>
                  <a:close/>
                </a:path>
                <a:path w="6694170" h="6997065">
                  <a:moveTo>
                    <a:pt x="5331924" y="3067730"/>
                  </a:moveTo>
                  <a:lnTo>
                    <a:pt x="5333979" y="3071290"/>
                  </a:lnTo>
                  <a:lnTo>
                    <a:pt x="5330414" y="3073351"/>
                  </a:lnTo>
                  <a:lnTo>
                    <a:pt x="5328358" y="3069792"/>
                  </a:lnTo>
                  <a:lnTo>
                    <a:pt x="5331924" y="3067730"/>
                  </a:lnTo>
                  <a:close/>
                </a:path>
                <a:path w="6694170" h="6997065">
                  <a:moveTo>
                    <a:pt x="5406626" y="3198298"/>
                  </a:moveTo>
                  <a:lnTo>
                    <a:pt x="5408095" y="3200839"/>
                  </a:lnTo>
                  <a:lnTo>
                    <a:pt x="5405554" y="3202308"/>
                  </a:lnTo>
                  <a:lnTo>
                    <a:pt x="5404085" y="3199767"/>
                  </a:lnTo>
                  <a:lnTo>
                    <a:pt x="5406626" y="3198298"/>
                  </a:lnTo>
                  <a:close/>
                </a:path>
                <a:path w="6694170" h="6997065">
                  <a:moveTo>
                    <a:pt x="5481434" y="3328457"/>
                  </a:moveTo>
                  <a:lnTo>
                    <a:pt x="5482613" y="3330495"/>
                  </a:lnTo>
                  <a:lnTo>
                    <a:pt x="5480575" y="3331668"/>
                  </a:lnTo>
                  <a:lnTo>
                    <a:pt x="5479396" y="3329630"/>
                  </a:lnTo>
                  <a:lnTo>
                    <a:pt x="5481434" y="3328457"/>
                  </a:lnTo>
                  <a:close/>
                </a:path>
                <a:path w="6694170" h="6997065">
                  <a:moveTo>
                    <a:pt x="3411254" y="1920"/>
                  </a:moveTo>
                  <a:lnTo>
                    <a:pt x="3432696" y="39058"/>
                  </a:lnTo>
                  <a:lnTo>
                    <a:pt x="3395546" y="60505"/>
                  </a:lnTo>
                  <a:lnTo>
                    <a:pt x="3374105" y="23367"/>
                  </a:lnTo>
                  <a:lnTo>
                    <a:pt x="3411254" y="1920"/>
                  </a:lnTo>
                  <a:close/>
                </a:path>
                <a:path w="6694170" h="6997065">
                  <a:moveTo>
                    <a:pt x="3485843" y="132879"/>
                  </a:moveTo>
                  <a:lnTo>
                    <a:pt x="3506408" y="168500"/>
                  </a:lnTo>
                  <a:lnTo>
                    <a:pt x="3470792" y="189064"/>
                  </a:lnTo>
                  <a:lnTo>
                    <a:pt x="3450228" y="153443"/>
                  </a:lnTo>
                  <a:lnTo>
                    <a:pt x="3485843" y="132879"/>
                  </a:lnTo>
                  <a:close/>
                </a:path>
                <a:path w="6694170" h="6997065">
                  <a:moveTo>
                    <a:pt x="3560438" y="263843"/>
                  </a:moveTo>
                  <a:lnTo>
                    <a:pt x="3580121" y="297936"/>
                  </a:lnTo>
                  <a:lnTo>
                    <a:pt x="3546034" y="317619"/>
                  </a:lnTo>
                  <a:lnTo>
                    <a:pt x="3526351" y="283526"/>
                  </a:lnTo>
                  <a:lnTo>
                    <a:pt x="3560438" y="263843"/>
                  </a:lnTo>
                  <a:close/>
                </a:path>
                <a:path w="6694170" h="6997065">
                  <a:moveTo>
                    <a:pt x="3635033" y="394808"/>
                  </a:moveTo>
                  <a:lnTo>
                    <a:pt x="3653833" y="427374"/>
                  </a:lnTo>
                  <a:lnTo>
                    <a:pt x="3621268" y="446179"/>
                  </a:lnTo>
                  <a:lnTo>
                    <a:pt x="3602462" y="413608"/>
                  </a:lnTo>
                  <a:lnTo>
                    <a:pt x="3635033" y="394808"/>
                  </a:lnTo>
                  <a:close/>
                </a:path>
                <a:path w="6694170" h="6997065">
                  <a:moveTo>
                    <a:pt x="3709629" y="525773"/>
                  </a:moveTo>
                  <a:lnTo>
                    <a:pt x="3727552" y="556810"/>
                  </a:lnTo>
                  <a:lnTo>
                    <a:pt x="3696509" y="574733"/>
                  </a:lnTo>
                  <a:lnTo>
                    <a:pt x="3678586" y="543696"/>
                  </a:lnTo>
                  <a:lnTo>
                    <a:pt x="3709629" y="525773"/>
                  </a:lnTo>
                  <a:close/>
                </a:path>
                <a:path w="6694170" h="6997065">
                  <a:moveTo>
                    <a:pt x="3784116" y="657141"/>
                  </a:moveTo>
                  <a:lnTo>
                    <a:pt x="3800861" y="686146"/>
                  </a:lnTo>
                  <a:lnTo>
                    <a:pt x="3771862" y="702890"/>
                  </a:lnTo>
                  <a:lnTo>
                    <a:pt x="3755111" y="673885"/>
                  </a:lnTo>
                  <a:lnTo>
                    <a:pt x="3784116" y="657141"/>
                  </a:lnTo>
                  <a:close/>
                </a:path>
                <a:path w="6694170" h="6997065">
                  <a:moveTo>
                    <a:pt x="3858819" y="787703"/>
                  </a:moveTo>
                  <a:lnTo>
                    <a:pt x="3874977" y="815689"/>
                  </a:lnTo>
                  <a:lnTo>
                    <a:pt x="3846990" y="831847"/>
                  </a:lnTo>
                  <a:lnTo>
                    <a:pt x="3830832" y="803861"/>
                  </a:lnTo>
                  <a:lnTo>
                    <a:pt x="3858819" y="787703"/>
                  </a:lnTo>
                  <a:close/>
                </a:path>
                <a:path w="6694170" h="6997065">
                  <a:moveTo>
                    <a:pt x="3933413" y="918668"/>
                  </a:moveTo>
                  <a:lnTo>
                    <a:pt x="3948689" y="945126"/>
                  </a:lnTo>
                  <a:lnTo>
                    <a:pt x="3922231" y="960401"/>
                  </a:lnTo>
                  <a:lnTo>
                    <a:pt x="3906955" y="933943"/>
                  </a:lnTo>
                  <a:lnTo>
                    <a:pt x="3933413" y="918668"/>
                  </a:lnTo>
                  <a:close/>
                </a:path>
                <a:path w="6694170" h="6997065">
                  <a:moveTo>
                    <a:pt x="4008003" y="1049633"/>
                  </a:moveTo>
                  <a:lnTo>
                    <a:pt x="4022402" y="1074563"/>
                  </a:lnTo>
                  <a:lnTo>
                    <a:pt x="3997466" y="1088961"/>
                  </a:lnTo>
                  <a:lnTo>
                    <a:pt x="3983073" y="1064025"/>
                  </a:lnTo>
                  <a:lnTo>
                    <a:pt x="4008003" y="1049633"/>
                  </a:lnTo>
                  <a:close/>
                </a:path>
                <a:path w="6694170" h="6997065">
                  <a:moveTo>
                    <a:pt x="4082491" y="1180994"/>
                  </a:moveTo>
                  <a:lnTo>
                    <a:pt x="4095717" y="1203899"/>
                  </a:lnTo>
                  <a:lnTo>
                    <a:pt x="4072819" y="1217119"/>
                  </a:lnTo>
                  <a:lnTo>
                    <a:pt x="4059592" y="1194215"/>
                  </a:lnTo>
                  <a:lnTo>
                    <a:pt x="4082491" y="1180994"/>
                  </a:lnTo>
                  <a:close/>
                </a:path>
                <a:path w="6694170" h="6997065">
                  <a:moveTo>
                    <a:pt x="4157199" y="1311556"/>
                  </a:moveTo>
                  <a:lnTo>
                    <a:pt x="4169832" y="1333436"/>
                  </a:lnTo>
                  <a:lnTo>
                    <a:pt x="4147947" y="1346070"/>
                  </a:lnTo>
                  <a:lnTo>
                    <a:pt x="4135313" y="1324190"/>
                  </a:lnTo>
                  <a:lnTo>
                    <a:pt x="4157199" y="1311556"/>
                  </a:lnTo>
                  <a:close/>
                </a:path>
                <a:path w="6694170" h="6997065">
                  <a:moveTo>
                    <a:pt x="4231793" y="1442521"/>
                  </a:moveTo>
                  <a:lnTo>
                    <a:pt x="4243545" y="1462879"/>
                  </a:lnTo>
                  <a:lnTo>
                    <a:pt x="4223187" y="1474630"/>
                  </a:lnTo>
                  <a:lnTo>
                    <a:pt x="4211436" y="1454272"/>
                  </a:lnTo>
                  <a:lnTo>
                    <a:pt x="4231793" y="1442521"/>
                  </a:lnTo>
                  <a:close/>
                </a:path>
                <a:path w="6694170" h="6997065">
                  <a:moveTo>
                    <a:pt x="4306382" y="1573486"/>
                  </a:moveTo>
                  <a:lnTo>
                    <a:pt x="4317257" y="1592315"/>
                  </a:lnTo>
                  <a:lnTo>
                    <a:pt x="4298428" y="1603184"/>
                  </a:lnTo>
                  <a:lnTo>
                    <a:pt x="4287559" y="1584355"/>
                  </a:lnTo>
                  <a:lnTo>
                    <a:pt x="4306382" y="1573486"/>
                  </a:lnTo>
                  <a:close/>
                </a:path>
                <a:path w="6694170" h="6997065">
                  <a:moveTo>
                    <a:pt x="4381084" y="1704048"/>
                  </a:moveTo>
                  <a:lnTo>
                    <a:pt x="4391373" y="1721864"/>
                  </a:lnTo>
                  <a:lnTo>
                    <a:pt x="4373562" y="1732147"/>
                  </a:lnTo>
                  <a:lnTo>
                    <a:pt x="4363274" y="1714330"/>
                  </a:lnTo>
                  <a:lnTo>
                    <a:pt x="4381084" y="1704048"/>
                  </a:lnTo>
                  <a:close/>
                </a:path>
                <a:path w="6694170" h="6997065">
                  <a:moveTo>
                    <a:pt x="4455579" y="1835415"/>
                  </a:moveTo>
                  <a:lnTo>
                    <a:pt x="4464682" y="1851188"/>
                  </a:lnTo>
                  <a:lnTo>
                    <a:pt x="4448903" y="1860298"/>
                  </a:lnTo>
                  <a:lnTo>
                    <a:pt x="4439800" y="1844525"/>
                  </a:lnTo>
                  <a:lnTo>
                    <a:pt x="4455579" y="1835415"/>
                  </a:lnTo>
                  <a:close/>
                </a:path>
                <a:path w="6694170" h="6997065">
                  <a:moveTo>
                    <a:pt x="4530274" y="1965983"/>
                  </a:moveTo>
                  <a:lnTo>
                    <a:pt x="4538792" y="1980732"/>
                  </a:lnTo>
                  <a:lnTo>
                    <a:pt x="4524037" y="1989255"/>
                  </a:lnTo>
                  <a:lnTo>
                    <a:pt x="4515520" y="1974501"/>
                  </a:lnTo>
                  <a:lnTo>
                    <a:pt x="4530274" y="1965983"/>
                  </a:lnTo>
                  <a:close/>
                </a:path>
                <a:path w="6694170" h="6997065">
                  <a:moveTo>
                    <a:pt x="4604876" y="2096942"/>
                  </a:moveTo>
                  <a:lnTo>
                    <a:pt x="4612510" y="2110168"/>
                  </a:lnTo>
                  <a:lnTo>
                    <a:pt x="4599278" y="2117809"/>
                  </a:lnTo>
                  <a:lnTo>
                    <a:pt x="4591637" y="2104583"/>
                  </a:lnTo>
                  <a:lnTo>
                    <a:pt x="4604876" y="2096942"/>
                  </a:lnTo>
                  <a:close/>
                </a:path>
                <a:path w="6694170" h="6997065">
                  <a:moveTo>
                    <a:pt x="4679571" y="2227504"/>
                  </a:moveTo>
                  <a:lnTo>
                    <a:pt x="4686619" y="2239717"/>
                  </a:lnTo>
                  <a:lnTo>
                    <a:pt x="4674406" y="2246772"/>
                  </a:lnTo>
                  <a:lnTo>
                    <a:pt x="4667357" y="2234558"/>
                  </a:lnTo>
                  <a:lnTo>
                    <a:pt x="4679571" y="2227504"/>
                  </a:lnTo>
                  <a:close/>
                </a:path>
                <a:path w="6694170" h="6997065">
                  <a:moveTo>
                    <a:pt x="4754059" y="2358871"/>
                  </a:moveTo>
                  <a:lnTo>
                    <a:pt x="4759935" y="2369047"/>
                  </a:lnTo>
                  <a:lnTo>
                    <a:pt x="4749759" y="2374923"/>
                  </a:lnTo>
                  <a:lnTo>
                    <a:pt x="4743883" y="2364747"/>
                  </a:lnTo>
                  <a:lnTo>
                    <a:pt x="4754059" y="2358871"/>
                  </a:lnTo>
                  <a:close/>
                </a:path>
                <a:path w="6694170" h="6997065">
                  <a:moveTo>
                    <a:pt x="4828761" y="2489433"/>
                  </a:moveTo>
                  <a:lnTo>
                    <a:pt x="4834050" y="2498590"/>
                  </a:lnTo>
                  <a:lnTo>
                    <a:pt x="4824893" y="2503879"/>
                  </a:lnTo>
                  <a:lnTo>
                    <a:pt x="4819604" y="2494722"/>
                  </a:lnTo>
                  <a:lnTo>
                    <a:pt x="4828761" y="2489433"/>
                  </a:lnTo>
                  <a:close/>
                </a:path>
                <a:path w="6694170" h="6997065">
                  <a:moveTo>
                    <a:pt x="4903462" y="2619995"/>
                  </a:moveTo>
                  <a:lnTo>
                    <a:pt x="4908165" y="2628139"/>
                  </a:lnTo>
                  <a:lnTo>
                    <a:pt x="4900021" y="2632842"/>
                  </a:lnTo>
                  <a:lnTo>
                    <a:pt x="4895318" y="2624698"/>
                  </a:lnTo>
                  <a:lnTo>
                    <a:pt x="4903462" y="2619995"/>
                  </a:lnTo>
                  <a:close/>
                </a:path>
                <a:path w="6694170" h="6997065">
                  <a:moveTo>
                    <a:pt x="4978164" y="2750557"/>
                  </a:moveTo>
                  <a:lnTo>
                    <a:pt x="4982275" y="2757682"/>
                  </a:lnTo>
                  <a:lnTo>
                    <a:pt x="4975149" y="2761799"/>
                  </a:lnTo>
                  <a:lnTo>
                    <a:pt x="4971039" y="2754673"/>
                  </a:lnTo>
                  <a:lnTo>
                    <a:pt x="4978164" y="2750557"/>
                  </a:lnTo>
                  <a:close/>
                </a:path>
                <a:path w="6694170" h="6997065">
                  <a:moveTo>
                    <a:pt x="5052866" y="2881125"/>
                  </a:moveTo>
                  <a:lnTo>
                    <a:pt x="5056396" y="2887231"/>
                  </a:lnTo>
                  <a:lnTo>
                    <a:pt x="5050289" y="2890756"/>
                  </a:lnTo>
                  <a:lnTo>
                    <a:pt x="5046765" y="2884649"/>
                  </a:lnTo>
                  <a:lnTo>
                    <a:pt x="5052866" y="2881125"/>
                  </a:lnTo>
                  <a:close/>
                </a:path>
                <a:path w="6694170" h="6997065">
                  <a:moveTo>
                    <a:pt x="5127567" y="3011687"/>
                  </a:moveTo>
                  <a:lnTo>
                    <a:pt x="5130505" y="3016774"/>
                  </a:lnTo>
                  <a:lnTo>
                    <a:pt x="5125418" y="3019712"/>
                  </a:lnTo>
                  <a:lnTo>
                    <a:pt x="5122480" y="3014624"/>
                  </a:lnTo>
                  <a:lnTo>
                    <a:pt x="5127567" y="3011687"/>
                  </a:lnTo>
                  <a:close/>
                </a:path>
                <a:path w="6694170" h="6997065">
                  <a:moveTo>
                    <a:pt x="5202275" y="3142248"/>
                  </a:moveTo>
                  <a:lnTo>
                    <a:pt x="5204627" y="3146318"/>
                  </a:lnTo>
                  <a:lnTo>
                    <a:pt x="5200552" y="3148669"/>
                  </a:lnTo>
                  <a:lnTo>
                    <a:pt x="5198200" y="3144600"/>
                  </a:lnTo>
                  <a:lnTo>
                    <a:pt x="5202275" y="3142248"/>
                  </a:lnTo>
                  <a:close/>
                </a:path>
                <a:path w="6694170" h="6997065">
                  <a:moveTo>
                    <a:pt x="5276969" y="3272810"/>
                  </a:moveTo>
                  <a:lnTo>
                    <a:pt x="5278736" y="3275867"/>
                  </a:lnTo>
                  <a:lnTo>
                    <a:pt x="5275679" y="3277626"/>
                  </a:lnTo>
                  <a:lnTo>
                    <a:pt x="5273920" y="3274575"/>
                  </a:lnTo>
                  <a:lnTo>
                    <a:pt x="5276969" y="3272810"/>
                  </a:lnTo>
                  <a:close/>
                </a:path>
                <a:path w="6694170" h="6997065">
                  <a:moveTo>
                    <a:pt x="5351673" y="3403372"/>
                  </a:moveTo>
                  <a:lnTo>
                    <a:pt x="5352851" y="3405410"/>
                  </a:lnTo>
                  <a:lnTo>
                    <a:pt x="5350814" y="3406589"/>
                  </a:lnTo>
                  <a:lnTo>
                    <a:pt x="5349641" y="3404551"/>
                  </a:lnTo>
                  <a:lnTo>
                    <a:pt x="5351673" y="3403372"/>
                  </a:lnTo>
                  <a:close/>
                </a:path>
                <a:path w="6694170" h="6997065">
                  <a:moveTo>
                    <a:pt x="5426486" y="3533531"/>
                  </a:moveTo>
                  <a:lnTo>
                    <a:pt x="5427369" y="3535059"/>
                  </a:lnTo>
                  <a:lnTo>
                    <a:pt x="5425841" y="3535942"/>
                  </a:lnTo>
                  <a:lnTo>
                    <a:pt x="5424958" y="3534414"/>
                  </a:lnTo>
                  <a:lnTo>
                    <a:pt x="5426486" y="3533531"/>
                  </a:lnTo>
                  <a:close/>
                </a:path>
                <a:path w="6694170" h="6997065">
                  <a:moveTo>
                    <a:pt x="3186582" y="0"/>
                  </a:moveTo>
                  <a:lnTo>
                    <a:pt x="3202453" y="0"/>
                  </a:lnTo>
                  <a:lnTo>
                    <a:pt x="3190550" y="6871"/>
                  </a:lnTo>
                  <a:lnTo>
                    <a:pt x="3186582" y="0"/>
                  </a:lnTo>
                  <a:close/>
                </a:path>
                <a:path w="6694170" h="6997065">
                  <a:moveTo>
                    <a:pt x="3281813" y="75626"/>
                  </a:moveTo>
                  <a:lnTo>
                    <a:pt x="3304143" y="114298"/>
                  </a:lnTo>
                  <a:lnTo>
                    <a:pt x="3265465" y="136628"/>
                  </a:lnTo>
                  <a:lnTo>
                    <a:pt x="3243141" y="97956"/>
                  </a:lnTo>
                  <a:lnTo>
                    <a:pt x="3281813" y="75626"/>
                  </a:lnTo>
                  <a:close/>
                </a:path>
                <a:path w="6694170" h="6997065">
                  <a:moveTo>
                    <a:pt x="3356408" y="206591"/>
                  </a:moveTo>
                  <a:lnTo>
                    <a:pt x="3377855" y="243740"/>
                  </a:lnTo>
                  <a:lnTo>
                    <a:pt x="3340706" y="265188"/>
                  </a:lnTo>
                  <a:lnTo>
                    <a:pt x="3319259" y="228038"/>
                  </a:lnTo>
                  <a:lnTo>
                    <a:pt x="3356408" y="206591"/>
                  </a:lnTo>
                  <a:close/>
                </a:path>
                <a:path w="6694170" h="6997065">
                  <a:moveTo>
                    <a:pt x="3431110" y="337153"/>
                  </a:moveTo>
                  <a:lnTo>
                    <a:pt x="3451971" y="373284"/>
                  </a:lnTo>
                  <a:lnTo>
                    <a:pt x="3415840" y="394144"/>
                  </a:lnTo>
                  <a:lnTo>
                    <a:pt x="3394979" y="358014"/>
                  </a:lnTo>
                  <a:lnTo>
                    <a:pt x="3431110" y="337153"/>
                  </a:lnTo>
                  <a:close/>
                </a:path>
                <a:path w="6694170" h="6997065">
                  <a:moveTo>
                    <a:pt x="3505598" y="468526"/>
                  </a:moveTo>
                  <a:lnTo>
                    <a:pt x="3525281" y="502613"/>
                  </a:lnTo>
                  <a:lnTo>
                    <a:pt x="3491188" y="522296"/>
                  </a:lnTo>
                  <a:lnTo>
                    <a:pt x="3471505" y="488209"/>
                  </a:lnTo>
                  <a:lnTo>
                    <a:pt x="3505598" y="468526"/>
                  </a:lnTo>
                  <a:close/>
                </a:path>
                <a:path w="6694170" h="6997065">
                  <a:moveTo>
                    <a:pt x="3580193" y="599485"/>
                  </a:moveTo>
                  <a:lnTo>
                    <a:pt x="3598999" y="632050"/>
                  </a:lnTo>
                  <a:lnTo>
                    <a:pt x="3566428" y="650856"/>
                  </a:lnTo>
                  <a:lnTo>
                    <a:pt x="3547628" y="618285"/>
                  </a:lnTo>
                  <a:lnTo>
                    <a:pt x="3580193" y="599485"/>
                  </a:lnTo>
                  <a:close/>
                </a:path>
                <a:path w="6694170" h="6997065">
                  <a:moveTo>
                    <a:pt x="3654788" y="730450"/>
                  </a:moveTo>
                  <a:lnTo>
                    <a:pt x="3672711" y="761487"/>
                  </a:lnTo>
                  <a:lnTo>
                    <a:pt x="3641663" y="779410"/>
                  </a:lnTo>
                  <a:lnTo>
                    <a:pt x="3623746" y="748373"/>
                  </a:lnTo>
                  <a:lnTo>
                    <a:pt x="3654788" y="730450"/>
                  </a:lnTo>
                  <a:close/>
                </a:path>
                <a:path w="6694170" h="6997065">
                  <a:moveTo>
                    <a:pt x="3729271" y="861817"/>
                  </a:moveTo>
                  <a:lnTo>
                    <a:pt x="3746015" y="890822"/>
                  </a:lnTo>
                  <a:lnTo>
                    <a:pt x="3717016" y="907566"/>
                  </a:lnTo>
                  <a:lnTo>
                    <a:pt x="3700272" y="878561"/>
                  </a:lnTo>
                  <a:lnTo>
                    <a:pt x="3729271" y="861817"/>
                  </a:lnTo>
                  <a:close/>
                </a:path>
                <a:path w="6694170" h="6997065">
                  <a:moveTo>
                    <a:pt x="3803978" y="992379"/>
                  </a:moveTo>
                  <a:lnTo>
                    <a:pt x="3820137" y="1020365"/>
                  </a:lnTo>
                  <a:lnTo>
                    <a:pt x="3792150" y="1036524"/>
                  </a:lnTo>
                  <a:lnTo>
                    <a:pt x="3775992" y="1008537"/>
                  </a:lnTo>
                  <a:lnTo>
                    <a:pt x="3803978" y="992379"/>
                  </a:lnTo>
                  <a:close/>
                </a:path>
                <a:path w="6694170" h="6997065">
                  <a:moveTo>
                    <a:pt x="3878567" y="1123344"/>
                  </a:moveTo>
                  <a:lnTo>
                    <a:pt x="3893849" y="1149802"/>
                  </a:lnTo>
                  <a:lnTo>
                    <a:pt x="3867390" y="1165078"/>
                  </a:lnTo>
                  <a:lnTo>
                    <a:pt x="3852109" y="1138620"/>
                  </a:lnTo>
                  <a:lnTo>
                    <a:pt x="3878567" y="1123344"/>
                  </a:lnTo>
                  <a:close/>
                </a:path>
                <a:path w="6694170" h="6997065">
                  <a:moveTo>
                    <a:pt x="3953168" y="1254303"/>
                  </a:moveTo>
                  <a:lnTo>
                    <a:pt x="3967561" y="1279238"/>
                  </a:lnTo>
                  <a:lnTo>
                    <a:pt x="3942631" y="1293637"/>
                  </a:lnTo>
                  <a:lnTo>
                    <a:pt x="3928232" y="1268701"/>
                  </a:lnTo>
                  <a:lnTo>
                    <a:pt x="3953168" y="1254303"/>
                  </a:lnTo>
                  <a:close/>
                </a:path>
                <a:path w="6694170" h="6997065">
                  <a:moveTo>
                    <a:pt x="4027651" y="1385670"/>
                  </a:moveTo>
                  <a:lnTo>
                    <a:pt x="4040871" y="1408569"/>
                  </a:lnTo>
                  <a:lnTo>
                    <a:pt x="4017972" y="1421789"/>
                  </a:lnTo>
                  <a:lnTo>
                    <a:pt x="4004752" y="1398891"/>
                  </a:lnTo>
                  <a:lnTo>
                    <a:pt x="4027651" y="1385670"/>
                  </a:lnTo>
                  <a:close/>
                </a:path>
                <a:path w="6694170" h="6997065">
                  <a:moveTo>
                    <a:pt x="4102246" y="1516641"/>
                  </a:moveTo>
                  <a:lnTo>
                    <a:pt x="4114583" y="1538011"/>
                  </a:lnTo>
                  <a:lnTo>
                    <a:pt x="4093213" y="1550349"/>
                  </a:lnTo>
                  <a:lnTo>
                    <a:pt x="4080875" y="1528979"/>
                  </a:lnTo>
                  <a:lnTo>
                    <a:pt x="4102246" y="1516641"/>
                  </a:lnTo>
                  <a:close/>
                </a:path>
                <a:path w="6694170" h="6997065">
                  <a:moveTo>
                    <a:pt x="4176841" y="1647599"/>
                  </a:moveTo>
                  <a:lnTo>
                    <a:pt x="4188302" y="1667442"/>
                  </a:lnTo>
                  <a:lnTo>
                    <a:pt x="4168454" y="1678903"/>
                  </a:lnTo>
                  <a:lnTo>
                    <a:pt x="4156999" y="1659054"/>
                  </a:lnTo>
                  <a:lnTo>
                    <a:pt x="4176841" y="1647599"/>
                  </a:lnTo>
                  <a:close/>
                </a:path>
                <a:path w="6694170" h="6997065">
                  <a:moveTo>
                    <a:pt x="4251436" y="1778564"/>
                  </a:moveTo>
                  <a:lnTo>
                    <a:pt x="4262014" y="1796884"/>
                  </a:lnTo>
                  <a:lnTo>
                    <a:pt x="4243688" y="1807463"/>
                  </a:lnTo>
                  <a:lnTo>
                    <a:pt x="4233115" y="1789143"/>
                  </a:lnTo>
                  <a:lnTo>
                    <a:pt x="4251436" y="1778564"/>
                  </a:lnTo>
                  <a:close/>
                </a:path>
                <a:path w="6694170" h="6997065">
                  <a:moveTo>
                    <a:pt x="4326143" y="1909126"/>
                  </a:moveTo>
                  <a:lnTo>
                    <a:pt x="4336129" y="1926427"/>
                  </a:lnTo>
                  <a:lnTo>
                    <a:pt x="4318828" y="1936420"/>
                  </a:lnTo>
                  <a:lnTo>
                    <a:pt x="4308836" y="1919118"/>
                  </a:lnTo>
                  <a:lnTo>
                    <a:pt x="4326143" y="1909126"/>
                  </a:lnTo>
                  <a:close/>
                </a:path>
                <a:path w="6694170" h="6997065">
                  <a:moveTo>
                    <a:pt x="4400626" y="2040494"/>
                  </a:moveTo>
                  <a:lnTo>
                    <a:pt x="4409439" y="2055757"/>
                  </a:lnTo>
                  <a:lnTo>
                    <a:pt x="4394169" y="2064571"/>
                  </a:lnTo>
                  <a:lnTo>
                    <a:pt x="4385356" y="2049307"/>
                  </a:lnTo>
                  <a:lnTo>
                    <a:pt x="4400626" y="2040494"/>
                  </a:lnTo>
                  <a:close/>
                </a:path>
                <a:path w="6694170" h="6997065">
                  <a:moveTo>
                    <a:pt x="4475327" y="2171055"/>
                  </a:moveTo>
                  <a:lnTo>
                    <a:pt x="4483554" y="2185306"/>
                  </a:lnTo>
                  <a:lnTo>
                    <a:pt x="4469303" y="2193533"/>
                  </a:lnTo>
                  <a:lnTo>
                    <a:pt x="4461076" y="2179282"/>
                  </a:lnTo>
                  <a:lnTo>
                    <a:pt x="4475327" y="2171055"/>
                  </a:lnTo>
                  <a:close/>
                </a:path>
                <a:path w="6694170" h="6997065">
                  <a:moveTo>
                    <a:pt x="4549922" y="2302020"/>
                  </a:moveTo>
                  <a:lnTo>
                    <a:pt x="4557267" y="2314743"/>
                  </a:lnTo>
                  <a:lnTo>
                    <a:pt x="4544544" y="2322088"/>
                  </a:lnTo>
                  <a:lnTo>
                    <a:pt x="4537199" y="2309365"/>
                  </a:lnTo>
                  <a:lnTo>
                    <a:pt x="4549922" y="2302020"/>
                  </a:lnTo>
                  <a:close/>
                </a:path>
                <a:path w="6694170" h="6997065">
                  <a:moveTo>
                    <a:pt x="4624511" y="2432985"/>
                  </a:moveTo>
                  <a:lnTo>
                    <a:pt x="4630979" y="2444180"/>
                  </a:lnTo>
                  <a:lnTo>
                    <a:pt x="4619785" y="2450642"/>
                  </a:lnTo>
                  <a:lnTo>
                    <a:pt x="4613323" y="2439447"/>
                  </a:lnTo>
                  <a:lnTo>
                    <a:pt x="4624511" y="2432985"/>
                  </a:lnTo>
                  <a:close/>
                </a:path>
                <a:path w="6694170" h="6997065">
                  <a:moveTo>
                    <a:pt x="4699112" y="2563950"/>
                  </a:moveTo>
                  <a:lnTo>
                    <a:pt x="4704698" y="2573617"/>
                  </a:lnTo>
                  <a:lnTo>
                    <a:pt x="4695026" y="2579202"/>
                  </a:lnTo>
                  <a:lnTo>
                    <a:pt x="4689446" y="2569530"/>
                  </a:lnTo>
                  <a:lnTo>
                    <a:pt x="4699112" y="2563950"/>
                  </a:lnTo>
                  <a:close/>
                </a:path>
                <a:path w="6694170" h="6997065">
                  <a:moveTo>
                    <a:pt x="4773814" y="2694512"/>
                  </a:moveTo>
                  <a:lnTo>
                    <a:pt x="4778807" y="2703166"/>
                  </a:lnTo>
                  <a:lnTo>
                    <a:pt x="4770154" y="2708159"/>
                  </a:lnTo>
                  <a:lnTo>
                    <a:pt x="4765160" y="2699505"/>
                  </a:lnTo>
                  <a:lnTo>
                    <a:pt x="4773814" y="2694512"/>
                  </a:lnTo>
                  <a:close/>
                </a:path>
                <a:path w="6694170" h="6997065">
                  <a:moveTo>
                    <a:pt x="4848516" y="2825074"/>
                  </a:moveTo>
                  <a:lnTo>
                    <a:pt x="4852922" y="2832708"/>
                  </a:lnTo>
                  <a:lnTo>
                    <a:pt x="4845288" y="2837115"/>
                  </a:lnTo>
                  <a:lnTo>
                    <a:pt x="4840881" y="2829481"/>
                  </a:lnTo>
                  <a:lnTo>
                    <a:pt x="4848516" y="2825074"/>
                  </a:lnTo>
                  <a:close/>
                </a:path>
                <a:path w="6694170" h="6997065">
                  <a:moveTo>
                    <a:pt x="4923217" y="2955642"/>
                  </a:moveTo>
                  <a:lnTo>
                    <a:pt x="4927038" y="2962252"/>
                  </a:lnTo>
                  <a:lnTo>
                    <a:pt x="4920416" y="2966073"/>
                  </a:lnTo>
                  <a:lnTo>
                    <a:pt x="4916601" y="2959462"/>
                  </a:lnTo>
                  <a:lnTo>
                    <a:pt x="4923217" y="2955642"/>
                  </a:lnTo>
                  <a:close/>
                </a:path>
                <a:path w="6694170" h="6997065">
                  <a:moveTo>
                    <a:pt x="4997919" y="3086204"/>
                  </a:moveTo>
                  <a:lnTo>
                    <a:pt x="5001153" y="3091795"/>
                  </a:lnTo>
                  <a:lnTo>
                    <a:pt x="4995556" y="3095029"/>
                  </a:lnTo>
                  <a:lnTo>
                    <a:pt x="4992327" y="3089432"/>
                  </a:lnTo>
                  <a:lnTo>
                    <a:pt x="4997919" y="3086204"/>
                  </a:lnTo>
                  <a:close/>
                </a:path>
                <a:path w="6694170" h="6997065">
                  <a:moveTo>
                    <a:pt x="5072625" y="3216766"/>
                  </a:moveTo>
                  <a:lnTo>
                    <a:pt x="5075268" y="3221338"/>
                  </a:lnTo>
                  <a:lnTo>
                    <a:pt x="5070684" y="3223985"/>
                  </a:lnTo>
                  <a:lnTo>
                    <a:pt x="5068042" y="3219407"/>
                  </a:lnTo>
                  <a:lnTo>
                    <a:pt x="5072625" y="3216766"/>
                  </a:lnTo>
                  <a:close/>
                </a:path>
                <a:path w="6694170" h="6997065">
                  <a:moveTo>
                    <a:pt x="5147322" y="3347322"/>
                  </a:moveTo>
                  <a:lnTo>
                    <a:pt x="5149378" y="3350887"/>
                  </a:lnTo>
                  <a:lnTo>
                    <a:pt x="5145818" y="3352942"/>
                  </a:lnTo>
                  <a:lnTo>
                    <a:pt x="5143762" y="3349377"/>
                  </a:lnTo>
                  <a:lnTo>
                    <a:pt x="5147322" y="3347322"/>
                  </a:lnTo>
                  <a:close/>
                </a:path>
                <a:path w="6694170" h="6997065">
                  <a:moveTo>
                    <a:pt x="5222024" y="3477890"/>
                  </a:moveTo>
                  <a:lnTo>
                    <a:pt x="5223493" y="3480431"/>
                  </a:lnTo>
                  <a:lnTo>
                    <a:pt x="5220946" y="3481900"/>
                  </a:lnTo>
                  <a:lnTo>
                    <a:pt x="5219477" y="3479359"/>
                  </a:lnTo>
                  <a:lnTo>
                    <a:pt x="5222024" y="3477890"/>
                  </a:lnTo>
                  <a:close/>
                </a:path>
                <a:path w="6694170" h="6997065">
                  <a:moveTo>
                    <a:pt x="5296838" y="3608049"/>
                  </a:moveTo>
                  <a:lnTo>
                    <a:pt x="5298011" y="3610087"/>
                  </a:lnTo>
                  <a:lnTo>
                    <a:pt x="5295979" y="3611260"/>
                  </a:lnTo>
                  <a:lnTo>
                    <a:pt x="5294800" y="3609228"/>
                  </a:lnTo>
                  <a:lnTo>
                    <a:pt x="5296838" y="3608049"/>
                  </a:lnTo>
                  <a:close/>
                </a:path>
                <a:path w="6694170" h="6997065">
                  <a:moveTo>
                    <a:pt x="3077782" y="18374"/>
                  </a:moveTo>
                  <a:lnTo>
                    <a:pt x="3101877" y="60102"/>
                  </a:lnTo>
                  <a:lnTo>
                    <a:pt x="3060149" y="84197"/>
                  </a:lnTo>
                  <a:lnTo>
                    <a:pt x="3036054" y="42469"/>
                  </a:lnTo>
                  <a:lnTo>
                    <a:pt x="3077782" y="18374"/>
                  </a:lnTo>
                  <a:close/>
                </a:path>
                <a:path w="6694170" h="6997065">
                  <a:moveTo>
                    <a:pt x="3152378" y="149339"/>
                  </a:moveTo>
                  <a:lnTo>
                    <a:pt x="3175590" y="189539"/>
                  </a:lnTo>
                  <a:lnTo>
                    <a:pt x="3135391" y="212751"/>
                  </a:lnTo>
                  <a:lnTo>
                    <a:pt x="3112178" y="172551"/>
                  </a:lnTo>
                  <a:lnTo>
                    <a:pt x="3152378" y="149339"/>
                  </a:lnTo>
                  <a:close/>
                </a:path>
                <a:path w="6694170" h="6997065">
                  <a:moveTo>
                    <a:pt x="3226973" y="280309"/>
                  </a:moveTo>
                  <a:lnTo>
                    <a:pt x="3249303" y="318981"/>
                  </a:lnTo>
                  <a:lnTo>
                    <a:pt x="3210631" y="341305"/>
                  </a:lnTo>
                  <a:lnTo>
                    <a:pt x="3188301" y="302634"/>
                  </a:lnTo>
                  <a:lnTo>
                    <a:pt x="3226973" y="280309"/>
                  </a:lnTo>
                  <a:close/>
                </a:path>
                <a:path w="6694170" h="6997065">
                  <a:moveTo>
                    <a:pt x="3301568" y="411268"/>
                  </a:moveTo>
                  <a:lnTo>
                    <a:pt x="3323016" y="448417"/>
                  </a:lnTo>
                  <a:lnTo>
                    <a:pt x="3285866" y="469865"/>
                  </a:lnTo>
                  <a:lnTo>
                    <a:pt x="3264419" y="432715"/>
                  </a:lnTo>
                  <a:lnTo>
                    <a:pt x="3301568" y="411268"/>
                  </a:lnTo>
                  <a:close/>
                </a:path>
                <a:path w="6694170" h="6997065">
                  <a:moveTo>
                    <a:pt x="3376270" y="541830"/>
                  </a:moveTo>
                  <a:lnTo>
                    <a:pt x="3397131" y="577966"/>
                  </a:lnTo>
                  <a:lnTo>
                    <a:pt x="3361000" y="598821"/>
                  </a:lnTo>
                  <a:lnTo>
                    <a:pt x="3340139" y="562691"/>
                  </a:lnTo>
                  <a:lnTo>
                    <a:pt x="3376270" y="541830"/>
                  </a:lnTo>
                  <a:close/>
                </a:path>
                <a:path w="6694170" h="6997065">
                  <a:moveTo>
                    <a:pt x="3450758" y="673197"/>
                  </a:moveTo>
                  <a:lnTo>
                    <a:pt x="3470441" y="707290"/>
                  </a:lnTo>
                  <a:lnTo>
                    <a:pt x="3436348" y="726979"/>
                  </a:lnTo>
                  <a:lnTo>
                    <a:pt x="3416660" y="692879"/>
                  </a:lnTo>
                  <a:lnTo>
                    <a:pt x="3450758" y="673197"/>
                  </a:lnTo>
                  <a:close/>
                </a:path>
                <a:path w="6694170" h="6997065">
                  <a:moveTo>
                    <a:pt x="3525353" y="804162"/>
                  </a:moveTo>
                  <a:lnTo>
                    <a:pt x="3544153" y="836733"/>
                  </a:lnTo>
                  <a:lnTo>
                    <a:pt x="3511588" y="855533"/>
                  </a:lnTo>
                  <a:lnTo>
                    <a:pt x="3492782" y="822968"/>
                  </a:lnTo>
                  <a:lnTo>
                    <a:pt x="3525353" y="804162"/>
                  </a:lnTo>
                  <a:close/>
                </a:path>
                <a:path w="6694170" h="6997065">
                  <a:moveTo>
                    <a:pt x="3599836" y="935530"/>
                  </a:moveTo>
                  <a:lnTo>
                    <a:pt x="3617463" y="966063"/>
                  </a:lnTo>
                  <a:lnTo>
                    <a:pt x="3586929" y="983690"/>
                  </a:lnTo>
                  <a:lnTo>
                    <a:pt x="3569303" y="953157"/>
                  </a:lnTo>
                  <a:lnTo>
                    <a:pt x="3599836" y="935530"/>
                  </a:lnTo>
                  <a:close/>
                </a:path>
                <a:path w="6694170" h="6997065">
                  <a:moveTo>
                    <a:pt x="3674437" y="1066495"/>
                  </a:moveTo>
                  <a:lnTo>
                    <a:pt x="3691181" y="1095494"/>
                  </a:lnTo>
                  <a:lnTo>
                    <a:pt x="3662170" y="1112245"/>
                  </a:lnTo>
                  <a:lnTo>
                    <a:pt x="3645425" y="1083240"/>
                  </a:lnTo>
                  <a:lnTo>
                    <a:pt x="3674437" y="1066495"/>
                  </a:lnTo>
                  <a:close/>
                </a:path>
                <a:path w="6694170" h="6997065">
                  <a:moveTo>
                    <a:pt x="3749025" y="1197454"/>
                  </a:moveTo>
                  <a:lnTo>
                    <a:pt x="3764894" y="1224937"/>
                  </a:lnTo>
                  <a:lnTo>
                    <a:pt x="3737410" y="1240799"/>
                  </a:lnTo>
                  <a:lnTo>
                    <a:pt x="3721548" y="1213322"/>
                  </a:lnTo>
                  <a:lnTo>
                    <a:pt x="3749025" y="1197454"/>
                  </a:lnTo>
                  <a:close/>
                </a:path>
                <a:path w="6694170" h="6997065">
                  <a:moveTo>
                    <a:pt x="3823621" y="1328424"/>
                  </a:moveTo>
                  <a:lnTo>
                    <a:pt x="3838606" y="1354373"/>
                  </a:lnTo>
                  <a:lnTo>
                    <a:pt x="3812658" y="1369352"/>
                  </a:lnTo>
                  <a:lnTo>
                    <a:pt x="3797672" y="1343404"/>
                  </a:lnTo>
                  <a:lnTo>
                    <a:pt x="3823621" y="1328424"/>
                  </a:lnTo>
                  <a:close/>
                </a:path>
                <a:path w="6694170" h="6997065">
                  <a:moveTo>
                    <a:pt x="3898216" y="1459383"/>
                  </a:moveTo>
                  <a:lnTo>
                    <a:pt x="3912319" y="1483810"/>
                  </a:lnTo>
                  <a:lnTo>
                    <a:pt x="3887892" y="1497912"/>
                  </a:lnTo>
                  <a:lnTo>
                    <a:pt x="3873789" y="1473485"/>
                  </a:lnTo>
                  <a:lnTo>
                    <a:pt x="3898216" y="1459383"/>
                  </a:lnTo>
                  <a:close/>
                </a:path>
                <a:path w="6694170" h="6997065">
                  <a:moveTo>
                    <a:pt x="3972704" y="1590750"/>
                  </a:moveTo>
                  <a:lnTo>
                    <a:pt x="3985629" y="1613139"/>
                  </a:lnTo>
                  <a:lnTo>
                    <a:pt x="3963239" y="1626064"/>
                  </a:lnTo>
                  <a:lnTo>
                    <a:pt x="3950315" y="1603680"/>
                  </a:lnTo>
                  <a:lnTo>
                    <a:pt x="3972704" y="1590750"/>
                  </a:lnTo>
                  <a:close/>
                </a:path>
                <a:path w="6694170" h="6997065">
                  <a:moveTo>
                    <a:pt x="4047406" y="1721312"/>
                  </a:moveTo>
                  <a:lnTo>
                    <a:pt x="4059744" y="1742682"/>
                  </a:lnTo>
                  <a:lnTo>
                    <a:pt x="4038374" y="1755026"/>
                  </a:lnTo>
                  <a:lnTo>
                    <a:pt x="4026030" y="1733650"/>
                  </a:lnTo>
                  <a:lnTo>
                    <a:pt x="4047406" y="1721312"/>
                  </a:lnTo>
                  <a:close/>
                </a:path>
                <a:path w="6694170" h="6997065">
                  <a:moveTo>
                    <a:pt x="4121894" y="1852679"/>
                  </a:moveTo>
                  <a:lnTo>
                    <a:pt x="4133053" y="1872012"/>
                  </a:lnTo>
                  <a:lnTo>
                    <a:pt x="4113720" y="1883177"/>
                  </a:lnTo>
                  <a:lnTo>
                    <a:pt x="4102561" y="1863844"/>
                  </a:lnTo>
                  <a:lnTo>
                    <a:pt x="4121894" y="1852679"/>
                  </a:lnTo>
                  <a:close/>
                </a:path>
                <a:path w="6694170" h="6997065">
                  <a:moveTo>
                    <a:pt x="4196484" y="1983644"/>
                  </a:moveTo>
                  <a:lnTo>
                    <a:pt x="4206766" y="2001455"/>
                  </a:lnTo>
                  <a:lnTo>
                    <a:pt x="4188955" y="2011738"/>
                  </a:lnTo>
                  <a:lnTo>
                    <a:pt x="4178673" y="1993927"/>
                  </a:lnTo>
                  <a:lnTo>
                    <a:pt x="4196484" y="1983644"/>
                  </a:lnTo>
                  <a:close/>
                </a:path>
                <a:path w="6694170" h="6997065">
                  <a:moveTo>
                    <a:pt x="4271184" y="2114206"/>
                  </a:moveTo>
                  <a:lnTo>
                    <a:pt x="4280881" y="2130998"/>
                  </a:lnTo>
                  <a:lnTo>
                    <a:pt x="4264096" y="2140694"/>
                  </a:lnTo>
                  <a:lnTo>
                    <a:pt x="4254399" y="2123896"/>
                  </a:lnTo>
                  <a:lnTo>
                    <a:pt x="4271184" y="2114206"/>
                  </a:lnTo>
                  <a:close/>
                </a:path>
                <a:path w="6694170" h="6997065">
                  <a:moveTo>
                    <a:pt x="4345674" y="2245568"/>
                  </a:moveTo>
                  <a:lnTo>
                    <a:pt x="4354197" y="2260328"/>
                  </a:lnTo>
                  <a:lnTo>
                    <a:pt x="4339437" y="2268845"/>
                  </a:lnTo>
                  <a:lnTo>
                    <a:pt x="4330919" y="2254091"/>
                  </a:lnTo>
                  <a:lnTo>
                    <a:pt x="4345674" y="2245568"/>
                  </a:lnTo>
                  <a:close/>
                </a:path>
                <a:path w="6694170" h="6997065">
                  <a:moveTo>
                    <a:pt x="4420381" y="2376130"/>
                  </a:moveTo>
                  <a:lnTo>
                    <a:pt x="4428312" y="2389871"/>
                  </a:lnTo>
                  <a:lnTo>
                    <a:pt x="4414570" y="2397808"/>
                  </a:lnTo>
                  <a:lnTo>
                    <a:pt x="4406639" y="2384067"/>
                  </a:lnTo>
                  <a:lnTo>
                    <a:pt x="4420381" y="2376130"/>
                  </a:lnTo>
                  <a:close/>
                </a:path>
                <a:path w="6694170" h="6997065">
                  <a:moveTo>
                    <a:pt x="4494976" y="2507100"/>
                  </a:moveTo>
                  <a:lnTo>
                    <a:pt x="4502024" y="2519314"/>
                  </a:lnTo>
                  <a:lnTo>
                    <a:pt x="4489811" y="2526363"/>
                  </a:lnTo>
                  <a:lnTo>
                    <a:pt x="4482763" y="2514149"/>
                  </a:lnTo>
                  <a:lnTo>
                    <a:pt x="4494976" y="2507100"/>
                  </a:lnTo>
                  <a:close/>
                </a:path>
                <a:path w="6694170" h="6997065">
                  <a:moveTo>
                    <a:pt x="4569565" y="2638059"/>
                  </a:moveTo>
                  <a:lnTo>
                    <a:pt x="4575737" y="2648750"/>
                  </a:lnTo>
                  <a:lnTo>
                    <a:pt x="4565052" y="2654922"/>
                  </a:lnTo>
                  <a:lnTo>
                    <a:pt x="4558880" y="2644231"/>
                  </a:lnTo>
                  <a:lnTo>
                    <a:pt x="4569565" y="2638059"/>
                  </a:lnTo>
                  <a:close/>
                </a:path>
                <a:path w="6694170" h="6997065">
                  <a:moveTo>
                    <a:pt x="4644160" y="2769030"/>
                  </a:moveTo>
                  <a:lnTo>
                    <a:pt x="4649449" y="2778187"/>
                  </a:lnTo>
                  <a:lnTo>
                    <a:pt x="4640292" y="2783476"/>
                  </a:lnTo>
                  <a:lnTo>
                    <a:pt x="4635003" y="2774313"/>
                  </a:lnTo>
                  <a:lnTo>
                    <a:pt x="4644160" y="2769030"/>
                  </a:lnTo>
                  <a:close/>
                </a:path>
                <a:path w="6694170" h="6997065">
                  <a:moveTo>
                    <a:pt x="4718862" y="2899592"/>
                  </a:moveTo>
                  <a:lnTo>
                    <a:pt x="4723565" y="2907730"/>
                  </a:lnTo>
                  <a:lnTo>
                    <a:pt x="4715420" y="2912433"/>
                  </a:lnTo>
                  <a:lnTo>
                    <a:pt x="4710723" y="2904289"/>
                  </a:lnTo>
                  <a:lnTo>
                    <a:pt x="4718862" y="2899592"/>
                  </a:lnTo>
                  <a:close/>
                </a:path>
                <a:path w="6694170" h="6997065">
                  <a:moveTo>
                    <a:pt x="4793569" y="3030153"/>
                  </a:moveTo>
                  <a:lnTo>
                    <a:pt x="4797680" y="3037279"/>
                  </a:lnTo>
                  <a:lnTo>
                    <a:pt x="4790554" y="3041390"/>
                  </a:lnTo>
                  <a:lnTo>
                    <a:pt x="4786444" y="3034264"/>
                  </a:lnTo>
                  <a:lnTo>
                    <a:pt x="4793569" y="3030153"/>
                  </a:lnTo>
                  <a:close/>
                </a:path>
                <a:path w="6694170" h="6997065">
                  <a:moveTo>
                    <a:pt x="4868271" y="3160715"/>
                  </a:moveTo>
                  <a:lnTo>
                    <a:pt x="4871795" y="3166816"/>
                  </a:lnTo>
                  <a:lnTo>
                    <a:pt x="4865683" y="3170346"/>
                  </a:lnTo>
                  <a:lnTo>
                    <a:pt x="4862158" y="3164239"/>
                  </a:lnTo>
                  <a:lnTo>
                    <a:pt x="4868271" y="3160715"/>
                  </a:lnTo>
                  <a:close/>
                </a:path>
                <a:path w="6694170" h="6997065">
                  <a:moveTo>
                    <a:pt x="4942966" y="3291277"/>
                  </a:moveTo>
                  <a:lnTo>
                    <a:pt x="4945904" y="3296371"/>
                  </a:lnTo>
                  <a:lnTo>
                    <a:pt x="4940816" y="3299308"/>
                  </a:lnTo>
                  <a:lnTo>
                    <a:pt x="4937879" y="3294215"/>
                  </a:lnTo>
                  <a:lnTo>
                    <a:pt x="4942966" y="3291277"/>
                  </a:lnTo>
                  <a:close/>
                </a:path>
                <a:path w="6694170" h="6997065">
                  <a:moveTo>
                    <a:pt x="5017668" y="3421845"/>
                  </a:moveTo>
                  <a:lnTo>
                    <a:pt x="5020020" y="3425914"/>
                  </a:lnTo>
                  <a:lnTo>
                    <a:pt x="5015957" y="3428266"/>
                  </a:lnTo>
                  <a:lnTo>
                    <a:pt x="5013605" y="3424191"/>
                  </a:lnTo>
                  <a:lnTo>
                    <a:pt x="5017668" y="3421845"/>
                  </a:lnTo>
                  <a:close/>
                </a:path>
                <a:path w="6694170" h="6997065">
                  <a:moveTo>
                    <a:pt x="5092376" y="3552407"/>
                  </a:moveTo>
                  <a:lnTo>
                    <a:pt x="5094135" y="3555457"/>
                  </a:lnTo>
                  <a:lnTo>
                    <a:pt x="5091085" y="3557216"/>
                  </a:lnTo>
                  <a:lnTo>
                    <a:pt x="5089320" y="3554166"/>
                  </a:lnTo>
                  <a:lnTo>
                    <a:pt x="5092376" y="3552407"/>
                  </a:lnTo>
                  <a:close/>
                </a:path>
                <a:path w="6694170" h="6997065">
                  <a:moveTo>
                    <a:pt x="5167076" y="3682969"/>
                  </a:moveTo>
                  <a:lnTo>
                    <a:pt x="5168256" y="3685000"/>
                  </a:lnTo>
                  <a:lnTo>
                    <a:pt x="5166219" y="3686179"/>
                  </a:lnTo>
                  <a:lnTo>
                    <a:pt x="5165040" y="3684141"/>
                  </a:lnTo>
                  <a:lnTo>
                    <a:pt x="5167076" y="3682969"/>
                  </a:lnTo>
                  <a:close/>
                </a:path>
                <a:path w="6694170" h="6997065">
                  <a:moveTo>
                    <a:pt x="5241885" y="3813128"/>
                  </a:moveTo>
                  <a:lnTo>
                    <a:pt x="5242768" y="3814656"/>
                  </a:lnTo>
                  <a:lnTo>
                    <a:pt x="5241246" y="3815539"/>
                  </a:lnTo>
                  <a:lnTo>
                    <a:pt x="5240363" y="3814005"/>
                  </a:lnTo>
                  <a:lnTo>
                    <a:pt x="5241885" y="3813128"/>
                  </a:lnTo>
                  <a:close/>
                </a:path>
                <a:path w="6694170" h="6997065">
                  <a:moveTo>
                    <a:pt x="2836150" y="0"/>
                  </a:moveTo>
                  <a:lnTo>
                    <a:pt x="2896534" y="0"/>
                  </a:lnTo>
                  <a:lnTo>
                    <a:pt x="2900009" y="6017"/>
                  </a:lnTo>
                  <a:lnTo>
                    <a:pt x="2854721" y="32161"/>
                  </a:lnTo>
                  <a:lnTo>
                    <a:pt x="2836150" y="0"/>
                  </a:lnTo>
                  <a:close/>
                </a:path>
                <a:path w="6694170" h="6997065">
                  <a:moveTo>
                    <a:pt x="2948453" y="91688"/>
                  </a:moveTo>
                  <a:lnTo>
                    <a:pt x="2973721" y="135453"/>
                  </a:lnTo>
                  <a:lnTo>
                    <a:pt x="2929962" y="160721"/>
                  </a:lnTo>
                  <a:lnTo>
                    <a:pt x="2904694" y="116956"/>
                  </a:lnTo>
                  <a:lnTo>
                    <a:pt x="2948453" y="91688"/>
                  </a:lnTo>
                  <a:close/>
                </a:path>
                <a:path w="6694170" h="6997065">
                  <a:moveTo>
                    <a:pt x="3023054" y="222653"/>
                  </a:moveTo>
                  <a:lnTo>
                    <a:pt x="3047434" y="264884"/>
                  </a:lnTo>
                  <a:lnTo>
                    <a:pt x="3005197" y="289269"/>
                  </a:lnTo>
                  <a:lnTo>
                    <a:pt x="2980817" y="247038"/>
                  </a:lnTo>
                  <a:lnTo>
                    <a:pt x="3023054" y="222653"/>
                  </a:lnTo>
                  <a:close/>
                </a:path>
                <a:path w="6694170" h="6997065">
                  <a:moveTo>
                    <a:pt x="3097537" y="354020"/>
                  </a:moveTo>
                  <a:lnTo>
                    <a:pt x="3120743" y="394220"/>
                  </a:lnTo>
                  <a:lnTo>
                    <a:pt x="3080543" y="417427"/>
                  </a:lnTo>
                  <a:lnTo>
                    <a:pt x="3057337" y="377227"/>
                  </a:lnTo>
                  <a:lnTo>
                    <a:pt x="3097537" y="354020"/>
                  </a:lnTo>
                  <a:close/>
                </a:path>
                <a:path w="6694170" h="6997065">
                  <a:moveTo>
                    <a:pt x="3172126" y="484979"/>
                  </a:moveTo>
                  <a:lnTo>
                    <a:pt x="3194456" y="523656"/>
                  </a:lnTo>
                  <a:lnTo>
                    <a:pt x="3155784" y="545986"/>
                  </a:lnTo>
                  <a:lnTo>
                    <a:pt x="3133454" y="507309"/>
                  </a:lnTo>
                  <a:lnTo>
                    <a:pt x="3172126" y="484979"/>
                  </a:lnTo>
                  <a:close/>
                </a:path>
                <a:path w="6694170" h="6997065">
                  <a:moveTo>
                    <a:pt x="3246727" y="615944"/>
                  </a:moveTo>
                  <a:lnTo>
                    <a:pt x="3268174" y="653093"/>
                  </a:lnTo>
                  <a:lnTo>
                    <a:pt x="3231025" y="674540"/>
                  </a:lnTo>
                  <a:lnTo>
                    <a:pt x="3209578" y="637391"/>
                  </a:lnTo>
                  <a:lnTo>
                    <a:pt x="3246727" y="615944"/>
                  </a:lnTo>
                  <a:close/>
                </a:path>
                <a:path w="6694170" h="6997065">
                  <a:moveTo>
                    <a:pt x="3321322" y="746915"/>
                  </a:moveTo>
                  <a:lnTo>
                    <a:pt x="3341887" y="782530"/>
                  </a:lnTo>
                  <a:lnTo>
                    <a:pt x="3306259" y="803101"/>
                  </a:lnTo>
                  <a:lnTo>
                    <a:pt x="3285695" y="767480"/>
                  </a:lnTo>
                  <a:lnTo>
                    <a:pt x="3321322" y="746915"/>
                  </a:lnTo>
                  <a:close/>
                </a:path>
                <a:path w="6694170" h="6997065">
                  <a:moveTo>
                    <a:pt x="3395804" y="878276"/>
                  </a:moveTo>
                  <a:lnTo>
                    <a:pt x="3415197" y="911860"/>
                  </a:lnTo>
                  <a:lnTo>
                    <a:pt x="3381613" y="931252"/>
                  </a:lnTo>
                  <a:lnTo>
                    <a:pt x="3362221" y="897669"/>
                  </a:lnTo>
                  <a:lnTo>
                    <a:pt x="3395804" y="878276"/>
                  </a:lnTo>
                  <a:close/>
                </a:path>
                <a:path w="6694170" h="6997065">
                  <a:moveTo>
                    <a:pt x="3470400" y="1009241"/>
                  </a:moveTo>
                  <a:lnTo>
                    <a:pt x="3488909" y="1041303"/>
                  </a:lnTo>
                  <a:lnTo>
                    <a:pt x="3456854" y="1059806"/>
                  </a:lnTo>
                  <a:lnTo>
                    <a:pt x="3438344" y="1027745"/>
                  </a:lnTo>
                  <a:lnTo>
                    <a:pt x="3470400" y="1009241"/>
                  </a:lnTo>
                  <a:close/>
                </a:path>
                <a:path w="6694170" h="6997065">
                  <a:moveTo>
                    <a:pt x="3544995" y="1140206"/>
                  </a:moveTo>
                  <a:lnTo>
                    <a:pt x="3562622" y="1170734"/>
                  </a:lnTo>
                  <a:lnTo>
                    <a:pt x="3532094" y="1188361"/>
                  </a:lnTo>
                  <a:lnTo>
                    <a:pt x="3514467" y="1157833"/>
                  </a:lnTo>
                  <a:lnTo>
                    <a:pt x="3544995" y="1140206"/>
                  </a:lnTo>
                  <a:close/>
                </a:path>
                <a:path w="6694170" h="6997065">
                  <a:moveTo>
                    <a:pt x="3619483" y="1271574"/>
                  </a:moveTo>
                  <a:lnTo>
                    <a:pt x="3635931" y="1300063"/>
                  </a:lnTo>
                  <a:lnTo>
                    <a:pt x="3607435" y="1316518"/>
                  </a:lnTo>
                  <a:lnTo>
                    <a:pt x="3590987" y="1288022"/>
                  </a:lnTo>
                  <a:lnTo>
                    <a:pt x="3619483" y="1271574"/>
                  </a:lnTo>
                  <a:close/>
                </a:path>
                <a:path w="6694170" h="6997065">
                  <a:moveTo>
                    <a:pt x="3694185" y="1402136"/>
                  </a:moveTo>
                  <a:lnTo>
                    <a:pt x="3710047" y="1429612"/>
                  </a:lnTo>
                  <a:lnTo>
                    <a:pt x="3682570" y="1445474"/>
                  </a:lnTo>
                  <a:lnTo>
                    <a:pt x="3666708" y="1417998"/>
                  </a:lnTo>
                  <a:lnTo>
                    <a:pt x="3694185" y="1402136"/>
                  </a:lnTo>
                  <a:close/>
                </a:path>
                <a:path w="6694170" h="6997065">
                  <a:moveTo>
                    <a:pt x="3768673" y="1533497"/>
                  </a:moveTo>
                  <a:lnTo>
                    <a:pt x="3783362" y="1558943"/>
                  </a:lnTo>
                  <a:lnTo>
                    <a:pt x="3757917" y="1573632"/>
                  </a:lnTo>
                  <a:lnTo>
                    <a:pt x="3743228" y="1548186"/>
                  </a:lnTo>
                  <a:lnTo>
                    <a:pt x="3768673" y="1533497"/>
                  </a:lnTo>
                  <a:close/>
                </a:path>
                <a:path w="6694170" h="6997065">
                  <a:moveTo>
                    <a:pt x="3843156" y="1664865"/>
                  </a:moveTo>
                  <a:lnTo>
                    <a:pt x="3856672" y="1688272"/>
                  </a:lnTo>
                  <a:lnTo>
                    <a:pt x="3833265" y="1701789"/>
                  </a:lnTo>
                  <a:lnTo>
                    <a:pt x="3819748" y="1678375"/>
                  </a:lnTo>
                  <a:lnTo>
                    <a:pt x="3843156" y="1664865"/>
                  </a:lnTo>
                  <a:close/>
                </a:path>
                <a:path w="6694170" h="6997065">
                  <a:moveTo>
                    <a:pt x="3917751" y="1795830"/>
                  </a:moveTo>
                  <a:lnTo>
                    <a:pt x="3930385" y="1817716"/>
                  </a:lnTo>
                  <a:lnTo>
                    <a:pt x="3908505" y="1830344"/>
                  </a:lnTo>
                  <a:lnTo>
                    <a:pt x="3895871" y="1808464"/>
                  </a:lnTo>
                  <a:lnTo>
                    <a:pt x="3917751" y="1795830"/>
                  </a:lnTo>
                  <a:close/>
                </a:path>
                <a:path w="6694170" h="6997065">
                  <a:moveTo>
                    <a:pt x="3992452" y="1926391"/>
                  </a:moveTo>
                  <a:lnTo>
                    <a:pt x="4004500" y="1947252"/>
                  </a:lnTo>
                  <a:lnTo>
                    <a:pt x="3983639" y="1959300"/>
                  </a:lnTo>
                  <a:lnTo>
                    <a:pt x="3971591" y="1938439"/>
                  </a:lnTo>
                  <a:lnTo>
                    <a:pt x="3992452" y="1926391"/>
                  </a:lnTo>
                  <a:close/>
                </a:path>
                <a:path w="6694170" h="6997065">
                  <a:moveTo>
                    <a:pt x="4066941" y="2057759"/>
                  </a:moveTo>
                  <a:lnTo>
                    <a:pt x="4077815" y="2076588"/>
                  </a:lnTo>
                  <a:lnTo>
                    <a:pt x="4058986" y="2087457"/>
                  </a:lnTo>
                  <a:lnTo>
                    <a:pt x="4048111" y="2068628"/>
                  </a:lnTo>
                  <a:lnTo>
                    <a:pt x="4066941" y="2057759"/>
                  </a:lnTo>
                  <a:close/>
                </a:path>
                <a:path w="6694170" h="6997065">
                  <a:moveTo>
                    <a:pt x="4141648" y="2188321"/>
                  </a:moveTo>
                  <a:lnTo>
                    <a:pt x="4151931" y="2206132"/>
                  </a:lnTo>
                  <a:lnTo>
                    <a:pt x="4134120" y="2216414"/>
                  </a:lnTo>
                  <a:lnTo>
                    <a:pt x="4123838" y="2198603"/>
                  </a:lnTo>
                  <a:lnTo>
                    <a:pt x="4141648" y="2188321"/>
                  </a:lnTo>
                  <a:close/>
                </a:path>
                <a:path w="6694170" h="6997065">
                  <a:moveTo>
                    <a:pt x="4216131" y="2319688"/>
                  </a:moveTo>
                  <a:lnTo>
                    <a:pt x="4225234" y="2335461"/>
                  </a:lnTo>
                  <a:lnTo>
                    <a:pt x="4209461" y="2344565"/>
                  </a:lnTo>
                  <a:lnTo>
                    <a:pt x="4200358" y="2328792"/>
                  </a:lnTo>
                  <a:lnTo>
                    <a:pt x="4216131" y="2319688"/>
                  </a:lnTo>
                  <a:close/>
                </a:path>
                <a:path w="6694170" h="6997065">
                  <a:moveTo>
                    <a:pt x="4290726" y="2450653"/>
                  </a:moveTo>
                  <a:lnTo>
                    <a:pt x="4298947" y="2464898"/>
                  </a:lnTo>
                  <a:lnTo>
                    <a:pt x="4284702" y="2473119"/>
                  </a:lnTo>
                  <a:lnTo>
                    <a:pt x="4276481" y="2458874"/>
                  </a:lnTo>
                  <a:lnTo>
                    <a:pt x="4290726" y="2450653"/>
                  </a:lnTo>
                  <a:close/>
                </a:path>
                <a:path w="6694170" h="6997065">
                  <a:moveTo>
                    <a:pt x="4365427" y="2581216"/>
                  </a:moveTo>
                  <a:lnTo>
                    <a:pt x="4373068" y="2594441"/>
                  </a:lnTo>
                  <a:lnTo>
                    <a:pt x="4359836" y="2602082"/>
                  </a:lnTo>
                  <a:lnTo>
                    <a:pt x="4352201" y="2588850"/>
                  </a:lnTo>
                  <a:lnTo>
                    <a:pt x="4365427" y="2581216"/>
                  </a:lnTo>
                  <a:close/>
                </a:path>
                <a:path w="6694170" h="6997065">
                  <a:moveTo>
                    <a:pt x="4440016" y="2712174"/>
                  </a:moveTo>
                  <a:lnTo>
                    <a:pt x="4446775" y="2723883"/>
                  </a:lnTo>
                  <a:lnTo>
                    <a:pt x="4435077" y="2730636"/>
                  </a:lnTo>
                  <a:lnTo>
                    <a:pt x="4428318" y="2718932"/>
                  </a:lnTo>
                  <a:lnTo>
                    <a:pt x="4440016" y="2712174"/>
                  </a:lnTo>
                  <a:close/>
                </a:path>
                <a:path w="6694170" h="6997065">
                  <a:moveTo>
                    <a:pt x="4514617" y="2843139"/>
                  </a:moveTo>
                  <a:lnTo>
                    <a:pt x="4520493" y="2853321"/>
                  </a:lnTo>
                  <a:lnTo>
                    <a:pt x="4510317" y="2859196"/>
                  </a:lnTo>
                  <a:lnTo>
                    <a:pt x="4504442" y="2849014"/>
                  </a:lnTo>
                  <a:lnTo>
                    <a:pt x="4514617" y="2843139"/>
                  </a:lnTo>
                  <a:close/>
                </a:path>
                <a:path w="6694170" h="6997065">
                  <a:moveTo>
                    <a:pt x="4589212" y="2974104"/>
                  </a:moveTo>
                  <a:lnTo>
                    <a:pt x="4594206" y="2982757"/>
                  </a:lnTo>
                  <a:lnTo>
                    <a:pt x="4585552" y="2987750"/>
                  </a:lnTo>
                  <a:lnTo>
                    <a:pt x="4580559" y="2979096"/>
                  </a:lnTo>
                  <a:lnTo>
                    <a:pt x="4589212" y="2974104"/>
                  </a:lnTo>
                  <a:close/>
                </a:path>
                <a:path w="6694170" h="6997065">
                  <a:moveTo>
                    <a:pt x="4663914" y="3104665"/>
                  </a:moveTo>
                  <a:lnTo>
                    <a:pt x="4668321" y="3112300"/>
                  </a:lnTo>
                  <a:lnTo>
                    <a:pt x="4660686" y="3116707"/>
                  </a:lnTo>
                  <a:lnTo>
                    <a:pt x="4656279" y="3109072"/>
                  </a:lnTo>
                  <a:lnTo>
                    <a:pt x="4663914" y="3104665"/>
                  </a:lnTo>
                  <a:close/>
                </a:path>
                <a:path w="6694170" h="6997065">
                  <a:moveTo>
                    <a:pt x="4738722" y="3234830"/>
                  </a:moveTo>
                  <a:lnTo>
                    <a:pt x="4742839" y="3241956"/>
                  </a:lnTo>
                  <a:lnTo>
                    <a:pt x="4735714" y="3246073"/>
                  </a:lnTo>
                  <a:lnTo>
                    <a:pt x="4731597" y="3238947"/>
                  </a:lnTo>
                  <a:lnTo>
                    <a:pt x="4738722" y="3234830"/>
                  </a:lnTo>
                  <a:close/>
                </a:path>
                <a:path w="6694170" h="6997065">
                  <a:moveTo>
                    <a:pt x="4813317" y="3365795"/>
                  </a:moveTo>
                  <a:lnTo>
                    <a:pt x="4816551" y="3371393"/>
                  </a:lnTo>
                  <a:lnTo>
                    <a:pt x="4810954" y="3374627"/>
                  </a:lnTo>
                  <a:lnTo>
                    <a:pt x="4807720" y="3369023"/>
                  </a:lnTo>
                  <a:lnTo>
                    <a:pt x="4813317" y="3365795"/>
                  </a:lnTo>
                  <a:close/>
                </a:path>
                <a:path w="6694170" h="6997065">
                  <a:moveTo>
                    <a:pt x="4888019" y="3496357"/>
                  </a:moveTo>
                  <a:lnTo>
                    <a:pt x="4890660" y="3500936"/>
                  </a:lnTo>
                  <a:lnTo>
                    <a:pt x="4886082" y="3503583"/>
                  </a:lnTo>
                  <a:lnTo>
                    <a:pt x="4883440" y="3498999"/>
                  </a:lnTo>
                  <a:lnTo>
                    <a:pt x="4888019" y="3496357"/>
                  </a:lnTo>
                  <a:close/>
                </a:path>
                <a:path w="6694170" h="6997065">
                  <a:moveTo>
                    <a:pt x="4962721" y="3626919"/>
                  </a:moveTo>
                  <a:lnTo>
                    <a:pt x="4964782" y="3630484"/>
                  </a:lnTo>
                  <a:lnTo>
                    <a:pt x="4961216" y="3632539"/>
                  </a:lnTo>
                  <a:lnTo>
                    <a:pt x="4959155" y="3628974"/>
                  </a:lnTo>
                  <a:lnTo>
                    <a:pt x="4962721" y="3626919"/>
                  </a:lnTo>
                  <a:close/>
                </a:path>
                <a:path w="6694170" h="6997065">
                  <a:moveTo>
                    <a:pt x="5037422" y="3757481"/>
                  </a:moveTo>
                  <a:lnTo>
                    <a:pt x="5038891" y="3760022"/>
                  </a:lnTo>
                  <a:lnTo>
                    <a:pt x="5036350" y="3761491"/>
                  </a:lnTo>
                  <a:lnTo>
                    <a:pt x="5034881" y="3758950"/>
                  </a:lnTo>
                  <a:lnTo>
                    <a:pt x="5037422" y="3757481"/>
                  </a:lnTo>
                  <a:close/>
                </a:path>
                <a:path w="6694170" h="6997065">
                  <a:moveTo>
                    <a:pt x="5112124" y="3888042"/>
                  </a:moveTo>
                  <a:lnTo>
                    <a:pt x="5113007" y="3889576"/>
                  </a:lnTo>
                  <a:lnTo>
                    <a:pt x="5111484" y="3890453"/>
                  </a:lnTo>
                  <a:lnTo>
                    <a:pt x="5110602" y="3888925"/>
                  </a:lnTo>
                  <a:lnTo>
                    <a:pt x="5112124" y="3888042"/>
                  </a:lnTo>
                  <a:close/>
                </a:path>
                <a:path w="6694170" h="6997065">
                  <a:moveTo>
                    <a:pt x="2744636" y="33630"/>
                  </a:moveTo>
                  <a:lnTo>
                    <a:pt x="2772255" y="81470"/>
                  </a:lnTo>
                  <a:lnTo>
                    <a:pt x="2724421" y="109083"/>
                  </a:lnTo>
                  <a:lnTo>
                    <a:pt x="2696801" y="61249"/>
                  </a:lnTo>
                  <a:lnTo>
                    <a:pt x="2744636" y="33630"/>
                  </a:lnTo>
                  <a:close/>
                </a:path>
                <a:path w="6694170" h="6997065">
                  <a:moveTo>
                    <a:pt x="2819124" y="165003"/>
                  </a:moveTo>
                  <a:lnTo>
                    <a:pt x="2845564" y="210800"/>
                  </a:lnTo>
                  <a:lnTo>
                    <a:pt x="2799767" y="237241"/>
                  </a:lnTo>
                  <a:lnTo>
                    <a:pt x="2773327" y="191443"/>
                  </a:lnTo>
                  <a:lnTo>
                    <a:pt x="2819124" y="165003"/>
                  </a:lnTo>
                  <a:close/>
                </a:path>
                <a:path w="6694170" h="6997065">
                  <a:moveTo>
                    <a:pt x="2893612" y="296365"/>
                  </a:moveTo>
                  <a:lnTo>
                    <a:pt x="2918880" y="340124"/>
                  </a:lnTo>
                  <a:lnTo>
                    <a:pt x="2875115" y="365392"/>
                  </a:lnTo>
                  <a:lnTo>
                    <a:pt x="2849847" y="321633"/>
                  </a:lnTo>
                  <a:lnTo>
                    <a:pt x="2893612" y="296365"/>
                  </a:lnTo>
                  <a:close/>
                </a:path>
                <a:path w="6694170" h="6997065">
                  <a:moveTo>
                    <a:pt x="2968208" y="427323"/>
                  </a:moveTo>
                  <a:lnTo>
                    <a:pt x="2992593" y="469560"/>
                  </a:lnTo>
                  <a:lnTo>
                    <a:pt x="2950356" y="493946"/>
                  </a:lnTo>
                  <a:lnTo>
                    <a:pt x="2925971" y="451709"/>
                  </a:lnTo>
                  <a:lnTo>
                    <a:pt x="2968208" y="427323"/>
                  </a:lnTo>
                  <a:close/>
                </a:path>
                <a:path w="6694170" h="6997065">
                  <a:moveTo>
                    <a:pt x="3042690" y="558697"/>
                  </a:moveTo>
                  <a:lnTo>
                    <a:pt x="3065903" y="598897"/>
                  </a:lnTo>
                  <a:lnTo>
                    <a:pt x="3025703" y="622109"/>
                  </a:lnTo>
                  <a:lnTo>
                    <a:pt x="3002490" y="581909"/>
                  </a:lnTo>
                  <a:lnTo>
                    <a:pt x="3042690" y="558697"/>
                  </a:lnTo>
                  <a:close/>
                </a:path>
                <a:path w="6694170" h="6997065">
                  <a:moveTo>
                    <a:pt x="3117291" y="689655"/>
                  </a:moveTo>
                  <a:lnTo>
                    <a:pt x="3139621" y="728333"/>
                  </a:lnTo>
                  <a:lnTo>
                    <a:pt x="3100944" y="750663"/>
                  </a:lnTo>
                  <a:lnTo>
                    <a:pt x="3078614" y="711985"/>
                  </a:lnTo>
                  <a:lnTo>
                    <a:pt x="3117291" y="689655"/>
                  </a:lnTo>
                  <a:close/>
                </a:path>
                <a:path w="6694170" h="6997065">
                  <a:moveTo>
                    <a:pt x="3191886" y="820626"/>
                  </a:moveTo>
                  <a:lnTo>
                    <a:pt x="3213334" y="857769"/>
                  </a:lnTo>
                  <a:lnTo>
                    <a:pt x="3176184" y="879217"/>
                  </a:lnTo>
                  <a:lnTo>
                    <a:pt x="3154737" y="842073"/>
                  </a:lnTo>
                  <a:lnTo>
                    <a:pt x="3191886" y="820626"/>
                  </a:lnTo>
                  <a:close/>
                </a:path>
                <a:path w="6694170" h="6997065">
                  <a:moveTo>
                    <a:pt x="3266476" y="951585"/>
                  </a:moveTo>
                  <a:lnTo>
                    <a:pt x="3287046" y="987212"/>
                  </a:lnTo>
                  <a:lnTo>
                    <a:pt x="3251425" y="1007777"/>
                  </a:lnTo>
                  <a:lnTo>
                    <a:pt x="3230861" y="972149"/>
                  </a:lnTo>
                  <a:lnTo>
                    <a:pt x="3266476" y="951585"/>
                  </a:lnTo>
                  <a:close/>
                </a:path>
                <a:path w="6694170" h="6997065">
                  <a:moveTo>
                    <a:pt x="3340963" y="1082946"/>
                  </a:moveTo>
                  <a:lnTo>
                    <a:pt x="3360356" y="1116536"/>
                  </a:lnTo>
                  <a:lnTo>
                    <a:pt x="3326766" y="1135928"/>
                  </a:lnTo>
                  <a:lnTo>
                    <a:pt x="3307374" y="1102339"/>
                  </a:lnTo>
                  <a:lnTo>
                    <a:pt x="3340963" y="1082946"/>
                  </a:lnTo>
                  <a:close/>
                </a:path>
                <a:path w="6694170" h="6997065">
                  <a:moveTo>
                    <a:pt x="3415559" y="1213917"/>
                  </a:moveTo>
                  <a:lnTo>
                    <a:pt x="3434068" y="1245973"/>
                  </a:lnTo>
                  <a:lnTo>
                    <a:pt x="3402013" y="1264482"/>
                  </a:lnTo>
                  <a:lnTo>
                    <a:pt x="3383503" y="1232427"/>
                  </a:lnTo>
                  <a:lnTo>
                    <a:pt x="3415559" y="1213917"/>
                  </a:lnTo>
                  <a:close/>
                </a:path>
                <a:path w="6694170" h="6997065">
                  <a:moveTo>
                    <a:pt x="3490040" y="1345285"/>
                  </a:moveTo>
                  <a:lnTo>
                    <a:pt x="3507378" y="1375302"/>
                  </a:lnTo>
                  <a:lnTo>
                    <a:pt x="3477354" y="1392639"/>
                  </a:lnTo>
                  <a:lnTo>
                    <a:pt x="3460023" y="1362615"/>
                  </a:lnTo>
                  <a:lnTo>
                    <a:pt x="3490040" y="1345285"/>
                  </a:lnTo>
                  <a:close/>
                </a:path>
                <a:path w="6694170" h="6997065">
                  <a:moveTo>
                    <a:pt x="3564529" y="1476646"/>
                  </a:moveTo>
                  <a:lnTo>
                    <a:pt x="3580694" y="1504639"/>
                  </a:lnTo>
                  <a:lnTo>
                    <a:pt x="3552707" y="1520797"/>
                  </a:lnTo>
                  <a:lnTo>
                    <a:pt x="3536543" y="1492805"/>
                  </a:lnTo>
                  <a:lnTo>
                    <a:pt x="3564529" y="1476646"/>
                  </a:lnTo>
                  <a:close/>
                </a:path>
                <a:path w="6694170" h="6997065">
                  <a:moveTo>
                    <a:pt x="3639237" y="1607208"/>
                  </a:moveTo>
                  <a:lnTo>
                    <a:pt x="3654809" y="1634182"/>
                  </a:lnTo>
                  <a:lnTo>
                    <a:pt x="3627835" y="1649753"/>
                  </a:lnTo>
                  <a:lnTo>
                    <a:pt x="3612263" y="1622780"/>
                  </a:lnTo>
                  <a:lnTo>
                    <a:pt x="3639237" y="1607208"/>
                  </a:lnTo>
                  <a:close/>
                </a:path>
                <a:path w="6694170" h="6997065">
                  <a:moveTo>
                    <a:pt x="3713719" y="1738581"/>
                  </a:moveTo>
                  <a:lnTo>
                    <a:pt x="3728112" y="1763511"/>
                  </a:lnTo>
                  <a:lnTo>
                    <a:pt x="3703182" y="1777904"/>
                  </a:lnTo>
                  <a:lnTo>
                    <a:pt x="3688789" y="1752974"/>
                  </a:lnTo>
                  <a:lnTo>
                    <a:pt x="3713719" y="1738581"/>
                  </a:lnTo>
                  <a:close/>
                </a:path>
                <a:path w="6694170" h="6997065">
                  <a:moveTo>
                    <a:pt x="3788208" y="1869943"/>
                  </a:moveTo>
                  <a:lnTo>
                    <a:pt x="3801428" y="1892842"/>
                  </a:lnTo>
                  <a:lnTo>
                    <a:pt x="3778529" y="1906062"/>
                  </a:lnTo>
                  <a:lnTo>
                    <a:pt x="3765309" y="1883164"/>
                  </a:lnTo>
                  <a:lnTo>
                    <a:pt x="3788208" y="1869943"/>
                  </a:lnTo>
                  <a:close/>
                </a:path>
                <a:path w="6694170" h="6997065">
                  <a:moveTo>
                    <a:pt x="3862803" y="2000902"/>
                  </a:moveTo>
                  <a:lnTo>
                    <a:pt x="3875141" y="2022278"/>
                  </a:lnTo>
                  <a:lnTo>
                    <a:pt x="3853770" y="2034616"/>
                  </a:lnTo>
                  <a:lnTo>
                    <a:pt x="3841432" y="2013240"/>
                  </a:lnTo>
                  <a:lnTo>
                    <a:pt x="3862803" y="2000902"/>
                  </a:lnTo>
                  <a:close/>
                </a:path>
                <a:path w="6694170" h="6997065">
                  <a:moveTo>
                    <a:pt x="3937398" y="2131872"/>
                  </a:moveTo>
                  <a:lnTo>
                    <a:pt x="3948853" y="2151720"/>
                  </a:lnTo>
                  <a:lnTo>
                    <a:pt x="3929011" y="2163176"/>
                  </a:lnTo>
                  <a:lnTo>
                    <a:pt x="3917549" y="2143328"/>
                  </a:lnTo>
                  <a:lnTo>
                    <a:pt x="3937398" y="2131872"/>
                  </a:lnTo>
                  <a:close/>
                </a:path>
                <a:path w="6694170" h="6997065">
                  <a:moveTo>
                    <a:pt x="4011987" y="2262831"/>
                  </a:moveTo>
                  <a:lnTo>
                    <a:pt x="4022565" y="2281157"/>
                  </a:lnTo>
                  <a:lnTo>
                    <a:pt x="4004251" y="2291730"/>
                  </a:lnTo>
                  <a:lnTo>
                    <a:pt x="3993673" y="2273410"/>
                  </a:lnTo>
                  <a:lnTo>
                    <a:pt x="4011987" y="2262831"/>
                  </a:lnTo>
                  <a:close/>
                </a:path>
                <a:path w="6694170" h="6997065">
                  <a:moveTo>
                    <a:pt x="4086588" y="2393796"/>
                  </a:moveTo>
                  <a:lnTo>
                    <a:pt x="4096284" y="2410594"/>
                  </a:lnTo>
                  <a:lnTo>
                    <a:pt x="4079492" y="2420290"/>
                  </a:lnTo>
                  <a:lnTo>
                    <a:pt x="4069796" y="2403492"/>
                  </a:lnTo>
                  <a:lnTo>
                    <a:pt x="4086588" y="2393796"/>
                  </a:lnTo>
                  <a:close/>
                </a:path>
                <a:path w="6694170" h="6997065">
                  <a:moveTo>
                    <a:pt x="4161183" y="2524767"/>
                  </a:moveTo>
                  <a:lnTo>
                    <a:pt x="4169996" y="2540030"/>
                  </a:lnTo>
                  <a:lnTo>
                    <a:pt x="4154733" y="2548844"/>
                  </a:lnTo>
                  <a:lnTo>
                    <a:pt x="4145919" y="2533580"/>
                  </a:lnTo>
                  <a:lnTo>
                    <a:pt x="4161183" y="2524767"/>
                  </a:lnTo>
                  <a:close/>
                </a:path>
                <a:path w="6694170" h="6997065">
                  <a:moveTo>
                    <a:pt x="4235772" y="2655725"/>
                  </a:moveTo>
                  <a:lnTo>
                    <a:pt x="4243709" y="2669467"/>
                  </a:lnTo>
                  <a:lnTo>
                    <a:pt x="4229973" y="2677398"/>
                  </a:lnTo>
                  <a:lnTo>
                    <a:pt x="4222037" y="2663656"/>
                  </a:lnTo>
                  <a:lnTo>
                    <a:pt x="4235772" y="2655725"/>
                  </a:lnTo>
                  <a:close/>
                </a:path>
                <a:path w="6694170" h="6997065">
                  <a:moveTo>
                    <a:pt x="4310480" y="2786287"/>
                  </a:moveTo>
                  <a:lnTo>
                    <a:pt x="4317824" y="2799010"/>
                  </a:lnTo>
                  <a:lnTo>
                    <a:pt x="4305101" y="2806355"/>
                  </a:lnTo>
                  <a:lnTo>
                    <a:pt x="4297757" y="2793632"/>
                  </a:lnTo>
                  <a:lnTo>
                    <a:pt x="4310480" y="2786287"/>
                  </a:lnTo>
                  <a:close/>
                </a:path>
                <a:path w="6694170" h="6997065">
                  <a:moveTo>
                    <a:pt x="4384962" y="2917655"/>
                  </a:moveTo>
                  <a:lnTo>
                    <a:pt x="4391134" y="2928346"/>
                  </a:lnTo>
                  <a:lnTo>
                    <a:pt x="4380449" y="2934512"/>
                  </a:lnTo>
                  <a:lnTo>
                    <a:pt x="4374277" y="2923826"/>
                  </a:lnTo>
                  <a:lnTo>
                    <a:pt x="4384962" y="2917655"/>
                  </a:lnTo>
                  <a:close/>
                </a:path>
                <a:path w="6694170" h="6997065">
                  <a:moveTo>
                    <a:pt x="4459563" y="3048620"/>
                  </a:moveTo>
                  <a:lnTo>
                    <a:pt x="4464846" y="3057777"/>
                  </a:lnTo>
                  <a:lnTo>
                    <a:pt x="4455683" y="3063066"/>
                  </a:lnTo>
                  <a:lnTo>
                    <a:pt x="4450400" y="3053909"/>
                  </a:lnTo>
                  <a:lnTo>
                    <a:pt x="4459563" y="3048620"/>
                  </a:lnTo>
                  <a:close/>
                </a:path>
                <a:path w="6694170" h="6997065">
                  <a:moveTo>
                    <a:pt x="4534259" y="3179188"/>
                  </a:moveTo>
                  <a:lnTo>
                    <a:pt x="4538962" y="3187326"/>
                  </a:lnTo>
                  <a:lnTo>
                    <a:pt x="4530817" y="3192023"/>
                  </a:lnTo>
                  <a:lnTo>
                    <a:pt x="4526120" y="3183884"/>
                  </a:lnTo>
                  <a:lnTo>
                    <a:pt x="4534259" y="3179188"/>
                  </a:lnTo>
                  <a:close/>
                </a:path>
                <a:path w="6694170" h="6997065">
                  <a:moveTo>
                    <a:pt x="4608960" y="3309749"/>
                  </a:moveTo>
                  <a:lnTo>
                    <a:pt x="4613077" y="3316875"/>
                  </a:lnTo>
                  <a:lnTo>
                    <a:pt x="4605952" y="3320986"/>
                  </a:lnTo>
                  <a:lnTo>
                    <a:pt x="4601835" y="3313860"/>
                  </a:lnTo>
                  <a:lnTo>
                    <a:pt x="4608960" y="3309749"/>
                  </a:lnTo>
                  <a:close/>
                </a:path>
                <a:path w="6694170" h="6997065">
                  <a:moveTo>
                    <a:pt x="4683668" y="3440311"/>
                  </a:moveTo>
                  <a:lnTo>
                    <a:pt x="4687192" y="3446412"/>
                  </a:lnTo>
                  <a:lnTo>
                    <a:pt x="4681085" y="3449936"/>
                  </a:lnTo>
                  <a:lnTo>
                    <a:pt x="4677561" y="3443836"/>
                  </a:lnTo>
                  <a:lnTo>
                    <a:pt x="4683668" y="3440311"/>
                  </a:lnTo>
                  <a:close/>
                </a:path>
                <a:path w="6694170" h="6997065">
                  <a:moveTo>
                    <a:pt x="4758370" y="3570873"/>
                  </a:moveTo>
                  <a:lnTo>
                    <a:pt x="4761307" y="3575961"/>
                  </a:lnTo>
                  <a:lnTo>
                    <a:pt x="4756220" y="3578899"/>
                  </a:lnTo>
                  <a:lnTo>
                    <a:pt x="4753282" y="3573811"/>
                  </a:lnTo>
                  <a:lnTo>
                    <a:pt x="4758370" y="3570873"/>
                  </a:lnTo>
                  <a:close/>
                </a:path>
                <a:path w="6694170" h="6997065">
                  <a:moveTo>
                    <a:pt x="4833071" y="3701435"/>
                  </a:moveTo>
                  <a:lnTo>
                    <a:pt x="4835423" y="3705504"/>
                  </a:lnTo>
                  <a:lnTo>
                    <a:pt x="4831348" y="3707855"/>
                  </a:lnTo>
                  <a:lnTo>
                    <a:pt x="4829002" y="3703786"/>
                  </a:lnTo>
                  <a:lnTo>
                    <a:pt x="4833071" y="3701435"/>
                  </a:lnTo>
                  <a:close/>
                </a:path>
                <a:path w="6694170" h="6997065">
                  <a:moveTo>
                    <a:pt x="4907772" y="3831997"/>
                  </a:moveTo>
                  <a:lnTo>
                    <a:pt x="4909532" y="3835053"/>
                  </a:lnTo>
                  <a:lnTo>
                    <a:pt x="4906482" y="3836812"/>
                  </a:lnTo>
                  <a:lnTo>
                    <a:pt x="4904717" y="3833761"/>
                  </a:lnTo>
                  <a:lnTo>
                    <a:pt x="4907772" y="3831997"/>
                  </a:lnTo>
                  <a:close/>
                </a:path>
                <a:path w="6694170" h="6997065">
                  <a:moveTo>
                    <a:pt x="4982475" y="3962564"/>
                  </a:moveTo>
                  <a:lnTo>
                    <a:pt x="4983647" y="3964590"/>
                  </a:lnTo>
                  <a:lnTo>
                    <a:pt x="4981610" y="3965769"/>
                  </a:lnTo>
                  <a:lnTo>
                    <a:pt x="4980437" y="3963737"/>
                  </a:lnTo>
                  <a:lnTo>
                    <a:pt x="4982475" y="3962564"/>
                  </a:lnTo>
                  <a:close/>
                </a:path>
                <a:path w="6694170" h="6997065">
                  <a:moveTo>
                    <a:pt x="5056163" y="4093713"/>
                  </a:moveTo>
                  <a:lnTo>
                    <a:pt x="5057516" y="4093713"/>
                  </a:lnTo>
                  <a:lnTo>
                    <a:pt x="5057763" y="4094139"/>
                  </a:lnTo>
                  <a:lnTo>
                    <a:pt x="5056410" y="4094139"/>
                  </a:lnTo>
                  <a:lnTo>
                    <a:pt x="5056163" y="4093713"/>
                  </a:lnTo>
                  <a:close/>
                </a:path>
                <a:path w="6694170" h="6997065">
                  <a:moveTo>
                    <a:pt x="2499110" y="0"/>
                  </a:moveTo>
                  <a:lnTo>
                    <a:pt x="2554584" y="0"/>
                  </a:lnTo>
                  <a:lnTo>
                    <a:pt x="2570386" y="27373"/>
                  </a:lnTo>
                  <a:lnTo>
                    <a:pt x="2518992" y="57047"/>
                  </a:lnTo>
                  <a:lnTo>
                    <a:pt x="2489317" y="5653"/>
                  </a:lnTo>
                  <a:lnTo>
                    <a:pt x="2499110" y="0"/>
                  </a:lnTo>
                  <a:close/>
                </a:path>
                <a:path w="6694170" h="6997065">
                  <a:moveTo>
                    <a:pt x="2615306" y="106944"/>
                  </a:moveTo>
                  <a:lnTo>
                    <a:pt x="2644098" y="156810"/>
                  </a:lnTo>
                  <a:lnTo>
                    <a:pt x="2594232" y="185602"/>
                  </a:lnTo>
                  <a:lnTo>
                    <a:pt x="2565440" y="135736"/>
                  </a:lnTo>
                  <a:lnTo>
                    <a:pt x="2615306" y="106944"/>
                  </a:lnTo>
                  <a:close/>
                </a:path>
                <a:path w="6694170" h="6997065">
                  <a:moveTo>
                    <a:pt x="2689794" y="238305"/>
                  </a:moveTo>
                  <a:lnTo>
                    <a:pt x="2717414" y="286140"/>
                  </a:lnTo>
                  <a:lnTo>
                    <a:pt x="2669579" y="313753"/>
                  </a:lnTo>
                  <a:lnTo>
                    <a:pt x="2641966" y="265925"/>
                  </a:lnTo>
                  <a:lnTo>
                    <a:pt x="2689794" y="238305"/>
                  </a:lnTo>
                  <a:close/>
                </a:path>
                <a:path w="6694170" h="6997065">
                  <a:moveTo>
                    <a:pt x="2764277" y="369673"/>
                  </a:moveTo>
                  <a:lnTo>
                    <a:pt x="2790724" y="415476"/>
                  </a:lnTo>
                  <a:lnTo>
                    <a:pt x="2744926" y="441916"/>
                  </a:lnTo>
                  <a:lnTo>
                    <a:pt x="2718486" y="396113"/>
                  </a:lnTo>
                  <a:lnTo>
                    <a:pt x="2764277" y="369673"/>
                  </a:lnTo>
                  <a:close/>
                </a:path>
                <a:path w="6694170" h="6997065">
                  <a:moveTo>
                    <a:pt x="2838771" y="501041"/>
                  </a:moveTo>
                  <a:lnTo>
                    <a:pt x="2864033" y="544800"/>
                  </a:lnTo>
                  <a:lnTo>
                    <a:pt x="2820273" y="570068"/>
                  </a:lnTo>
                  <a:lnTo>
                    <a:pt x="2795006" y="526308"/>
                  </a:lnTo>
                  <a:lnTo>
                    <a:pt x="2838771" y="501041"/>
                  </a:lnTo>
                  <a:close/>
                </a:path>
                <a:path w="6694170" h="6997065">
                  <a:moveTo>
                    <a:pt x="2913253" y="632408"/>
                  </a:moveTo>
                  <a:lnTo>
                    <a:pt x="2937342" y="674130"/>
                  </a:lnTo>
                  <a:lnTo>
                    <a:pt x="2895620" y="698219"/>
                  </a:lnTo>
                  <a:lnTo>
                    <a:pt x="2871531" y="656497"/>
                  </a:lnTo>
                  <a:lnTo>
                    <a:pt x="2913253" y="632408"/>
                  </a:lnTo>
                  <a:close/>
                </a:path>
                <a:path w="6694170" h="6997065">
                  <a:moveTo>
                    <a:pt x="2987849" y="763367"/>
                  </a:moveTo>
                  <a:lnTo>
                    <a:pt x="3011061" y="803567"/>
                  </a:lnTo>
                  <a:lnTo>
                    <a:pt x="2970861" y="826779"/>
                  </a:lnTo>
                  <a:lnTo>
                    <a:pt x="2947649" y="786579"/>
                  </a:lnTo>
                  <a:lnTo>
                    <a:pt x="2987849" y="763367"/>
                  </a:lnTo>
                  <a:close/>
                </a:path>
                <a:path w="6694170" h="6997065">
                  <a:moveTo>
                    <a:pt x="3062444" y="894337"/>
                  </a:moveTo>
                  <a:lnTo>
                    <a:pt x="3084774" y="933003"/>
                  </a:lnTo>
                  <a:lnTo>
                    <a:pt x="3046096" y="955333"/>
                  </a:lnTo>
                  <a:lnTo>
                    <a:pt x="3023772" y="916667"/>
                  </a:lnTo>
                  <a:lnTo>
                    <a:pt x="3062444" y="894337"/>
                  </a:lnTo>
                  <a:close/>
                </a:path>
                <a:path w="6694170" h="6997065">
                  <a:moveTo>
                    <a:pt x="3136933" y="1025699"/>
                  </a:moveTo>
                  <a:lnTo>
                    <a:pt x="3158083" y="1062339"/>
                  </a:lnTo>
                  <a:lnTo>
                    <a:pt x="3121449" y="1083491"/>
                  </a:lnTo>
                  <a:lnTo>
                    <a:pt x="3100292" y="1046850"/>
                  </a:lnTo>
                  <a:lnTo>
                    <a:pt x="3136933" y="1025699"/>
                  </a:lnTo>
                  <a:close/>
                </a:path>
                <a:path w="6694170" h="6997065">
                  <a:moveTo>
                    <a:pt x="3211527" y="1156664"/>
                  </a:moveTo>
                  <a:lnTo>
                    <a:pt x="3231802" y="1191776"/>
                  </a:lnTo>
                  <a:lnTo>
                    <a:pt x="3196690" y="1212051"/>
                  </a:lnTo>
                  <a:lnTo>
                    <a:pt x="3176415" y="1176939"/>
                  </a:lnTo>
                  <a:lnTo>
                    <a:pt x="3211527" y="1156664"/>
                  </a:lnTo>
                  <a:close/>
                </a:path>
                <a:path w="6694170" h="6997065">
                  <a:moveTo>
                    <a:pt x="3286016" y="1288032"/>
                  </a:moveTo>
                  <a:lnTo>
                    <a:pt x="3305112" y="1321106"/>
                  </a:lnTo>
                  <a:lnTo>
                    <a:pt x="3272032" y="1340202"/>
                  </a:lnTo>
                  <a:lnTo>
                    <a:pt x="3252936" y="1307128"/>
                  </a:lnTo>
                  <a:lnTo>
                    <a:pt x="3286016" y="1288032"/>
                  </a:lnTo>
                  <a:close/>
                </a:path>
                <a:path w="6694170" h="6997065">
                  <a:moveTo>
                    <a:pt x="3360604" y="1418997"/>
                  </a:moveTo>
                  <a:lnTo>
                    <a:pt x="3378824" y="1450543"/>
                  </a:lnTo>
                  <a:lnTo>
                    <a:pt x="3347272" y="1468756"/>
                  </a:lnTo>
                  <a:lnTo>
                    <a:pt x="3329058" y="1437210"/>
                  </a:lnTo>
                  <a:lnTo>
                    <a:pt x="3360604" y="1418997"/>
                  </a:lnTo>
                  <a:close/>
                </a:path>
                <a:path w="6694170" h="6997065">
                  <a:moveTo>
                    <a:pt x="3434986" y="1550761"/>
                  </a:moveTo>
                  <a:lnTo>
                    <a:pt x="3451730" y="1579772"/>
                  </a:lnTo>
                  <a:lnTo>
                    <a:pt x="3422731" y="1596516"/>
                  </a:lnTo>
                  <a:lnTo>
                    <a:pt x="3405981" y="1567505"/>
                  </a:lnTo>
                  <a:lnTo>
                    <a:pt x="3434986" y="1550761"/>
                  </a:lnTo>
                  <a:close/>
                </a:path>
                <a:path w="6694170" h="6997065">
                  <a:moveTo>
                    <a:pt x="3509588" y="1681726"/>
                  </a:moveTo>
                  <a:lnTo>
                    <a:pt x="3525449" y="1709203"/>
                  </a:lnTo>
                  <a:lnTo>
                    <a:pt x="3497973" y="1725071"/>
                  </a:lnTo>
                  <a:lnTo>
                    <a:pt x="3482105" y="1697594"/>
                  </a:lnTo>
                  <a:lnTo>
                    <a:pt x="3509588" y="1681726"/>
                  </a:lnTo>
                  <a:close/>
                </a:path>
                <a:path w="6694170" h="6997065">
                  <a:moveTo>
                    <a:pt x="3584283" y="1812294"/>
                  </a:moveTo>
                  <a:lnTo>
                    <a:pt x="3599559" y="1838752"/>
                  </a:lnTo>
                  <a:lnTo>
                    <a:pt x="3573101" y="1854028"/>
                  </a:lnTo>
                  <a:lnTo>
                    <a:pt x="3557825" y="1827570"/>
                  </a:lnTo>
                  <a:lnTo>
                    <a:pt x="3584283" y="1812294"/>
                  </a:lnTo>
                  <a:close/>
                </a:path>
                <a:path w="6694170" h="6997065">
                  <a:moveTo>
                    <a:pt x="3658771" y="1943656"/>
                  </a:moveTo>
                  <a:lnTo>
                    <a:pt x="3672874" y="1968083"/>
                  </a:lnTo>
                  <a:lnTo>
                    <a:pt x="3648447" y="1982185"/>
                  </a:lnTo>
                  <a:lnTo>
                    <a:pt x="3634345" y="1957758"/>
                  </a:lnTo>
                  <a:lnTo>
                    <a:pt x="3658771" y="1943656"/>
                  </a:lnTo>
                  <a:close/>
                </a:path>
                <a:path w="6694170" h="6997065">
                  <a:moveTo>
                    <a:pt x="3733260" y="2075017"/>
                  </a:moveTo>
                  <a:lnTo>
                    <a:pt x="3746190" y="2097407"/>
                  </a:lnTo>
                  <a:lnTo>
                    <a:pt x="3723795" y="2110337"/>
                  </a:lnTo>
                  <a:lnTo>
                    <a:pt x="3710871" y="2087948"/>
                  </a:lnTo>
                  <a:lnTo>
                    <a:pt x="3733260" y="2075017"/>
                  </a:lnTo>
                  <a:close/>
                </a:path>
                <a:path w="6694170" h="6997065">
                  <a:moveTo>
                    <a:pt x="3807855" y="2205988"/>
                  </a:moveTo>
                  <a:lnTo>
                    <a:pt x="3819902" y="2226849"/>
                  </a:lnTo>
                  <a:lnTo>
                    <a:pt x="3799035" y="2238896"/>
                  </a:lnTo>
                  <a:lnTo>
                    <a:pt x="3786988" y="2218036"/>
                  </a:lnTo>
                  <a:lnTo>
                    <a:pt x="3807855" y="2205988"/>
                  </a:lnTo>
                  <a:close/>
                </a:path>
                <a:path w="6694170" h="6997065">
                  <a:moveTo>
                    <a:pt x="3882444" y="2336947"/>
                  </a:moveTo>
                  <a:lnTo>
                    <a:pt x="3893609" y="2356286"/>
                  </a:lnTo>
                  <a:lnTo>
                    <a:pt x="3874276" y="2367451"/>
                  </a:lnTo>
                  <a:lnTo>
                    <a:pt x="3863111" y="2348111"/>
                  </a:lnTo>
                  <a:lnTo>
                    <a:pt x="3882444" y="2336947"/>
                  </a:lnTo>
                  <a:close/>
                </a:path>
                <a:path w="6694170" h="6997065">
                  <a:moveTo>
                    <a:pt x="3957039" y="2467917"/>
                  </a:moveTo>
                  <a:lnTo>
                    <a:pt x="3967321" y="2485722"/>
                  </a:lnTo>
                  <a:lnTo>
                    <a:pt x="3949516" y="2496005"/>
                  </a:lnTo>
                  <a:lnTo>
                    <a:pt x="3939234" y="2478200"/>
                  </a:lnTo>
                  <a:lnTo>
                    <a:pt x="3957039" y="2467917"/>
                  </a:lnTo>
                  <a:close/>
                </a:path>
                <a:path w="6694170" h="6997065">
                  <a:moveTo>
                    <a:pt x="4031634" y="2598876"/>
                  </a:moveTo>
                  <a:lnTo>
                    <a:pt x="4041034" y="2615164"/>
                  </a:lnTo>
                  <a:lnTo>
                    <a:pt x="4024757" y="2624564"/>
                  </a:lnTo>
                  <a:lnTo>
                    <a:pt x="4015351" y="2608276"/>
                  </a:lnTo>
                  <a:lnTo>
                    <a:pt x="4031634" y="2598876"/>
                  </a:lnTo>
                  <a:close/>
                </a:path>
                <a:path w="6694170" h="6997065">
                  <a:moveTo>
                    <a:pt x="4106234" y="2729841"/>
                  </a:moveTo>
                  <a:lnTo>
                    <a:pt x="4114752" y="2744595"/>
                  </a:lnTo>
                  <a:lnTo>
                    <a:pt x="4099998" y="2753119"/>
                  </a:lnTo>
                  <a:lnTo>
                    <a:pt x="4091474" y="2738358"/>
                  </a:lnTo>
                  <a:lnTo>
                    <a:pt x="4106234" y="2729841"/>
                  </a:lnTo>
                  <a:close/>
                </a:path>
                <a:path w="6694170" h="6997065">
                  <a:moveTo>
                    <a:pt x="4180824" y="2860800"/>
                  </a:moveTo>
                  <a:lnTo>
                    <a:pt x="4188465" y="2874037"/>
                  </a:lnTo>
                  <a:lnTo>
                    <a:pt x="4175233" y="2881678"/>
                  </a:lnTo>
                  <a:lnTo>
                    <a:pt x="4167592" y="2868441"/>
                  </a:lnTo>
                  <a:lnTo>
                    <a:pt x="4180824" y="2860800"/>
                  </a:lnTo>
                  <a:close/>
                </a:path>
                <a:path w="6694170" h="6997065">
                  <a:moveTo>
                    <a:pt x="4255419" y="2991770"/>
                  </a:moveTo>
                  <a:lnTo>
                    <a:pt x="4262177" y="3003474"/>
                  </a:lnTo>
                  <a:lnTo>
                    <a:pt x="4250473" y="3010232"/>
                  </a:lnTo>
                  <a:lnTo>
                    <a:pt x="4243715" y="2998529"/>
                  </a:lnTo>
                  <a:lnTo>
                    <a:pt x="4255419" y="2991770"/>
                  </a:lnTo>
                  <a:close/>
                </a:path>
                <a:path w="6694170" h="6997065">
                  <a:moveTo>
                    <a:pt x="4330014" y="3122735"/>
                  </a:moveTo>
                  <a:lnTo>
                    <a:pt x="4335889" y="3132911"/>
                  </a:lnTo>
                  <a:lnTo>
                    <a:pt x="4325714" y="3138787"/>
                  </a:lnTo>
                  <a:lnTo>
                    <a:pt x="4319838" y="3128611"/>
                  </a:lnTo>
                  <a:lnTo>
                    <a:pt x="4330014" y="3122735"/>
                  </a:lnTo>
                  <a:close/>
                </a:path>
                <a:path w="6694170" h="6997065">
                  <a:moveTo>
                    <a:pt x="4404609" y="3253700"/>
                  </a:moveTo>
                  <a:lnTo>
                    <a:pt x="4409602" y="3262354"/>
                  </a:lnTo>
                  <a:lnTo>
                    <a:pt x="4400954" y="3267347"/>
                  </a:lnTo>
                  <a:lnTo>
                    <a:pt x="4395955" y="3258693"/>
                  </a:lnTo>
                  <a:lnTo>
                    <a:pt x="4404609" y="3253700"/>
                  </a:lnTo>
                  <a:close/>
                </a:path>
                <a:path w="6694170" h="6997065">
                  <a:moveTo>
                    <a:pt x="4479311" y="3384262"/>
                  </a:moveTo>
                  <a:lnTo>
                    <a:pt x="4483717" y="3391891"/>
                  </a:lnTo>
                  <a:lnTo>
                    <a:pt x="4476082" y="3396298"/>
                  </a:lnTo>
                  <a:lnTo>
                    <a:pt x="4471676" y="3388669"/>
                  </a:lnTo>
                  <a:lnTo>
                    <a:pt x="4479311" y="3384262"/>
                  </a:lnTo>
                  <a:close/>
                </a:path>
                <a:path w="6694170" h="6997065">
                  <a:moveTo>
                    <a:pt x="4554012" y="3514824"/>
                  </a:moveTo>
                  <a:lnTo>
                    <a:pt x="4557833" y="3521440"/>
                  </a:lnTo>
                  <a:lnTo>
                    <a:pt x="4551217" y="3525260"/>
                  </a:lnTo>
                  <a:lnTo>
                    <a:pt x="4547396" y="3518644"/>
                  </a:lnTo>
                  <a:lnTo>
                    <a:pt x="4554012" y="3514824"/>
                  </a:lnTo>
                  <a:close/>
                </a:path>
                <a:path w="6694170" h="6997065">
                  <a:moveTo>
                    <a:pt x="4628714" y="3645386"/>
                  </a:moveTo>
                  <a:lnTo>
                    <a:pt x="4631948" y="3650983"/>
                  </a:lnTo>
                  <a:lnTo>
                    <a:pt x="4626345" y="3654217"/>
                  </a:lnTo>
                  <a:lnTo>
                    <a:pt x="4623116" y="3648620"/>
                  </a:lnTo>
                  <a:lnTo>
                    <a:pt x="4628714" y="3645386"/>
                  </a:lnTo>
                  <a:close/>
                </a:path>
                <a:path w="6694170" h="6997065">
                  <a:moveTo>
                    <a:pt x="4703415" y="3775954"/>
                  </a:moveTo>
                  <a:lnTo>
                    <a:pt x="4706057" y="3780533"/>
                  </a:lnTo>
                  <a:lnTo>
                    <a:pt x="4701484" y="3783174"/>
                  </a:lnTo>
                  <a:lnTo>
                    <a:pt x="4698837" y="3778595"/>
                  </a:lnTo>
                  <a:lnTo>
                    <a:pt x="4703415" y="3775954"/>
                  </a:lnTo>
                  <a:close/>
                </a:path>
                <a:path w="6694170" h="6997065">
                  <a:moveTo>
                    <a:pt x="4778117" y="3906516"/>
                  </a:moveTo>
                  <a:lnTo>
                    <a:pt x="4780173" y="3910075"/>
                  </a:lnTo>
                  <a:lnTo>
                    <a:pt x="4776613" y="3912130"/>
                  </a:lnTo>
                  <a:lnTo>
                    <a:pt x="4774558" y="3908571"/>
                  </a:lnTo>
                  <a:lnTo>
                    <a:pt x="4778117" y="3906516"/>
                  </a:lnTo>
                  <a:close/>
                </a:path>
                <a:path w="6694170" h="6997065">
                  <a:moveTo>
                    <a:pt x="4852819" y="4037078"/>
                  </a:moveTo>
                  <a:lnTo>
                    <a:pt x="4854288" y="4039619"/>
                  </a:lnTo>
                  <a:lnTo>
                    <a:pt x="4851747" y="4041088"/>
                  </a:lnTo>
                  <a:lnTo>
                    <a:pt x="4850278" y="4038546"/>
                  </a:lnTo>
                  <a:lnTo>
                    <a:pt x="4852819" y="4037078"/>
                  </a:lnTo>
                  <a:close/>
                </a:path>
                <a:path w="6694170" h="6997065">
                  <a:moveTo>
                    <a:pt x="4927526" y="4167640"/>
                  </a:moveTo>
                  <a:lnTo>
                    <a:pt x="4928409" y="4169168"/>
                  </a:lnTo>
                  <a:lnTo>
                    <a:pt x="4926875" y="4170050"/>
                  </a:lnTo>
                  <a:lnTo>
                    <a:pt x="4925992" y="4168522"/>
                  </a:lnTo>
                  <a:lnTo>
                    <a:pt x="4927526" y="4167640"/>
                  </a:lnTo>
                  <a:close/>
                </a:path>
                <a:path w="6694170" h="6997065">
                  <a:moveTo>
                    <a:pt x="2313379" y="0"/>
                  </a:moveTo>
                  <a:lnTo>
                    <a:pt x="2317548" y="0"/>
                  </a:lnTo>
                  <a:lnTo>
                    <a:pt x="2314421" y="1805"/>
                  </a:lnTo>
                  <a:lnTo>
                    <a:pt x="2313379" y="0"/>
                  </a:lnTo>
                  <a:close/>
                </a:path>
                <a:path w="6694170" h="6997065">
                  <a:moveTo>
                    <a:pt x="2411382" y="49296"/>
                  </a:moveTo>
                  <a:lnTo>
                    <a:pt x="2442229" y="102722"/>
                  </a:lnTo>
                  <a:lnTo>
                    <a:pt x="2388797" y="133570"/>
                  </a:lnTo>
                  <a:lnTo>
                    <a:pt x="2357950" y="80144"/>
                  </a:lnTo>
                  <a:lnTo>
                    <a:pt x="2411382" y="49296"/>
                  </a:lnTo>
                  <a:close/>
                </a:path>
                <a:path w="6694170" h="6997065">
                  <a:moveTo>
                    <a:pt x="2485870" y="180658"/>
                  </a:moveTo>
                  <a:lnTo>
                    <a:pt x="2515544" y="232058"/>
                  </a:lnTo>
                  <a:lnTo>
                    <a:pt x="2464150" y="261727"/>
                  </a:lnTo>
                  <a:lnTo>
                    <a:pt x="2434476" y="210327"/>
                  </a:lnTo>
                  <a:lnTo>
                    <a:pt x="2485870" y="180658"/>
                  </a:lnTo>
                  <a:close/>
                </a:path>
                <a:path w="6694170" h="6997065">
                  <a:moveTo>
                    <a:pt x="2560465" y="311623"/>
                  </a:moveTo>
                  <a:lnTo>
                    <a:pt x="2589257" y="361495"/>
                  </a:lnTo>
                  <a:lnTo>
                    <a:pt x="2539385" y="390287"/>
                  </a:lnTo>
                  <a:lnTo>
                    <a:pt x="2510593" y="340415"/>
                  </a:lnTo>
                  <a:lnTo>
                    <a:pt x="2560465" y="311623"/>
                  </a:lnTo>
                  <a:close/>
                </a:path>
                <a:path w="6694170" h="6997065">
                  <a:moveTo>
                    <a:pt x="2634954" y="442991"/>
                  </a:moveTo>
                  <a:lnTo>
                    <a:pt x="2662567" y="490819"/>
                  </a:lnTo>
                  <a:lnTo>
                    <a:pt x="2614738" y="518438"/>
                  </a:lnTo>
                  <a:lnTo>
                    <a:pt x="2587119" y="470604"/>
                  </a:lnTo>
                  <a:lnTo>
                    <a:pt x="2634954" y="442991"/>
                  </a:lnTo>
                  <a:close/>
                </a:path>
                <a:path w="6694170" h="6997065">
                  <a:moveTo>
                    <a:pt x="2709436" y="574352"/>
                  </a:moveTo>
                  <a:lnTo>
                    <a:pt x="2735876" y="620150"/>
                  </a:lnTo>
                  <a:lnTo>
                    <a:pt x="2690079" y="646590"/>
                  </a:lnTo>
                  <a:lnTo>
                    <a:pt x="2663639" y="600793"/>
                  </a:lnTo>
                  <a:lnTo>
                    <a:pt x="2709436" y="574352"/>
                  </a:lnTo>
                  <a:close/>
                </a:path>
                <a:path w="6694170" h="6997065">
                  <a:moveTo>
                    <a:pt x="2783818" y="706122"/>
                  </a:moveTo>
                  <a:lnTo>
                    <a:pt x="2808789" y="749372"/>
                  </a:lnTo>
                  <a:lnTo>
                    <a:pt x="2765540" y="774344"/>
                  </a:lnTo>
                  <a:lnTo>
                    <a:pt x="2740568" y="731094"/>
                  </a:lnTo>
                  <a:lnTo>
                    <a:pt x="2783818" y="706122"/>
                  </a:lnTo>
                  <a:close/>
                </a:path>
                <a:path w="6694170" h="6997065">
                  <a:moveTo>
                    <a:pt x="2858419" y="837087"/>
                  </a:moveTo>
                  <a:lnTo>
                    <a:pt x="2882508" y="878810"/>
                  </a:lnTo>
                  <a:lnTo>
                    <a:pt x="2840780" y="902904"/>
                  </a:lnTo>
                  <a:lnTo>
                    <a:pt x="2816691" y="861176"/>
                  </a:lnTo>
                  <a:lnTo>
                    <a:pt x="2858419" y="837087"/>
                  </a:lnTo>
                  <a:close/>
                </a:path>
                <a:path w="6694170" h="6997065">
                  <a:moveTo>
                    <a:pt x="2932901" y="968455"/>
                  </a:moveTo>
                  <a:lnTo>
                    <a:pt x="2955818" y="1008145"/>
                  </a:lnTo>
                  <a:lnTo>
                    <a:pt x="2916128" y="1031062"/>
                  </a:lnTo>
                  <a:lnTo>
                    <a:pt x="2893211" y="991371"/>
                  </a:lnTo>
                  <a:lnTo>
                    <a:pt x="2932901" y="968455"/>
                  </a:lnTo>
                  <a:close/>
                </a:path>
                <a:path w="6694170" h="6997065">
                  <a:moveTo>
                    <a:pt x="3007490" y="1099413"/>
                  </a:moveTo>
                  <a:lnTo>
                    <a:pt x="3029530" y="1137582"/>
                  </a:lnTo>
                  <a:lnTo>
                    <a:pt x="2991368" y="1159616"/>
                  </a:lnTo>
                  <a:lnTo>
                    <a:pt x="2969328" y="1121447"/>
                  </a:lnTo>
                  <a:lnTo>
                    <a:pt x="3007490" y="1099413"/>
                  </a:lnTo>
                  <a:close/>
                </a:path>
                <a:path w="6694170" h="6997065">
                  <a:moveTo>
                    <a:pt x="3081978" y="1230781"/>
                  </a:moveTo>
                  <a:lnTo>
                    <a:pt x="3102839" y="1266912"/>
                  </a:lnTo>
                  <a:lnTo>
                    <a:pt x="3066714" y="1287767"/>
                  </a:lnTo>
                  <a:lnTo>
                    <a:pt x="3045854" y="1251636"/>
                  </a:lnTo>
                  <a:lnTo>
                    <a:pt x="3081978" y="1230781"/>
                  </a:lnTo>
                  <a:close/>
                </a:path>
                <a:path w="6694170" h="6997065">
                  <a:moveTo>
                    <a:pt x="3156472" y="1362148"/>
                  </a:moveTo>
                  <a:lnTo>
                    <a:pt x="3176155" y="1396236"/>
                  </a:lnTo>
                  <a:lnTo>
                    <a:pt x="3142056" y="1415924"/>
                  </a:lnTo>
                  <a:lnTo>
                    <a:pt x="3122373" y="1381831"/>
                  </a:lnTo>
                  <a:lnTo>
                    <a:pt x="3156472" y="1362148"/>
                  </a:lnTo>
                  <a:close/>
                </a:path>
                <a:path w="6694170" h="6997065">
                  <a:moveTo>
                    <a:pt x="3231061" y="1493107"/>
                  </a:moveTo>
                  <a:lnTo>
                    <a:pt x="3249867" y="1525678"/>
                  </a:lnTo>
                  <a:lnTo>
                    <a:pt x="3217296" y="1544478"/>
                  </a:lnTo>
                  <a:lnTo>
                    <a:pt x="3198496" y="1511913"/>
                  </a:lnTo>
                  <a:lnTo>
                    <a:pt x="3231061" y="1493107"/>
                  </a:lnTo>
                  <a:close/>
                </a:path>
                <a:path w="6694170" h="6997065">
                  <a:moveTo>
                    <a:pt x="3305544" y="1624475"/>
                  </a:moveTo>
                  <a:lnTo>
                    <a:pt x="3323176" y="1655014"/>
                  </a:lnTo>
                  <a:lnTo>
                    <a:pt x="3292643" y="1672641"/>
                  </a:lnTo>
                  <a:lnTo>
                    <a:pt x="3275016" y="1642101"/>
                  </a:lnTo>
                  <a:lnTo>
                    <a:pt x="3305544" y="1624475"/>
                  </a:lnTo>
                  <a:close/>
                </a:path>
                <a:path w="6694170" h="6997065">
                  <a:moveTo>
                    <a:pt x="3380038" y="1755842"/>
                  </a:moveTo>
                  <a:lnTo>
                    <a:pt x="3396486" y="1784338"/>
                  </a:lnTo>
                  <a:lnTo>
                    <a:pt x="3367996" y="1800793"/>
                  </a:lnTo>
                  <a:lnTo>
                    <a:pt x="3351542" y="1772297"/>
                  </a:lnTo>
                  <a:lnTo>
                    <a:pt x="3380038" y="1755842"/>
                  </a:lnTo>
                  <a:close/>
                </a:path>
                <a:path w="6694170" h="6997065">
                  <a:moveTo>
                    <a:pt x="3454739" y="1886404"/>
                  </a:moveTo>
                  <a:lnTo>
                    <a:pt x="3470602" y="1913881"/>
                  </a:lnTo>
                  <a:lnTo>
                    <a:pt x="3443125" y="1929743"/>
                  </a:lnTo>
                  <a:lnTo>
                    <a:pt x="3427263" y="1902272"/>
                  </a:lnTo>
                  <a:lnTo>
                    <a:pt x="3454739" y="1886404"/>
                  </a:lnTo>
                  <a:close/>
                </a:path>
                <a:path w="6694170" h="6997065">
                  <a:moveTo>
                    <a:pt x="3529222" y="2017771"/>
                  </a:moveTo>
                  <a:lnTo>
                    <a:pt x="3543911" y="2043217"/>
                  </a:lnTo>
                  <a:lnTo>
                    <a:pt x="3518471" y="2057906"/>
                  </a:lnTo>
                  <a:lnTo>
                    <a:pt x="3503782" y="2032461"/>
                  </a:lnTo>
                  <a:lnTo>
                    <a:pt x="3529222" y="2017771"/>
                  </a:lnTo>
                  <a:close/>
                </a:path>
                <a:path w="6694170" h="6997065">
                  <a:moveTo>
                    <a:pt x="3603711" y="2149140"/>
                  </a:moveTo>
                  <a:lnTo>
                    <a:pt x="3617227" y="2172541"/>
                  </a:lnTo>
                  <a:lnTo>
                    <a:pt x="3593819" y="2186057"/>
                  </a:lnTo>
                  <a:lnTo>
                    <a:pt x="3580309" y="2162650"/>
                  </a:lnTo>
                  <a:lnTo>
                    <a:pt x="3603711" y="2149140"/>
                  </a:lnTo>
                  <a:close/>
                </a:path>
                <a:path w="6694170" h="6997065">
                  <a:moveTo>
                    <a:pt x="3678305" y="2280098"/>
                  </a:moveTo>
                  <a:lnTo>
                    <a:pt x="3690939" y="2301983"/>
                  </a:lnTo>
                  <a:lnTo>
                    <a:pt x="3669054" y="2314617"/>
                  </a:lnTo>
                  <a:lnTo>
                    <a:pt x="3656420" y="2292731"/>
                  </a:lnTo>
                  <a:lnTo>
                    <a:pt x="3678305" y="2280098"/>
                  </a:lnTo>
                  <a:close/>
                </a:path>
                <a:path w="6694170" h="6997065">
                  <a:moveTo>
                    <a:pt x="3752901" y="2411062"/>
                  </a:moveTo>
                  <a:lnTo>
                    <a:pt x="3764652" y="2431420"/>
                  </a:lnTo>
                  <a:lnTo>
                    <a:pt x="3744294" y="2443171"/>
                  </a:lnTo>
                  <a:lnTo>
                    <a:pt x="3732543" y="2422814"/>
                  </a:lnTo>
                  <a:lnTo>
                    <a:pt x="3752901" y="2411062"/>
                  </a:lnTo>
                  <a:close/>
                </a:path>
                <a:path w="6694170" h="6997065">
                  <a:moveTo>
                    <a:pt x="3827388" y="2542431"/>
                  </a:moveTo>
                  <a:lnTo>
                    <a:pt x="3837961" y="2560744"/>
                  </a:lnTo>
                  <a:lnTo>
                    <a:pt x="3819647" y="2571323"/>
                  </a:lnTo>
                  <a:lnTo>
                    <a:pt x="3809068" y="2553003"/>
                  </a:lnTo>
                  <a:lnTo>
                    <a:pt x="3827388" y="2542431"/>
                  </a:lnTo>
                  <a:close/>
                </a:path>
                <a:path w="6694170" h="6997065">
                  <a:moveTo>
                    <a:pt x="3901985" y="2673395"/>
                  </a:moveTo>
                  <a:lnTo>
                    <a:pt x="3911674" y="2690187"/>
                  </a:lnTo>
                  <a:lnTo>
                    <a:pt x="3894883" y="2699883"/>
                  </a:lnTo>
                  <a:lnTo>
                    <a:pt x="3885187" y="2683091"/>
                  </a:lnTo>
                  <a:lnTo>
                    <a:pt x="3901985" y="2673395"/>
                  </a:lnTo>
                  <a:close/>
                </a:path>
                <a:path w="6694170" h="6997065">
                  <a:moveTo>
                    <a:pt x="3976573" y="2804360"/>
                  </a:moveTo>
                  <a:lnTo>
                    <a:pt x="3985387" y="2819623"/>
                  </a:lnTo>
                  <a:lnTo>
                    <a:pt x="3970123" y="2828437"/>
                  </a:lnTo>
                  <a:lnTo>
                    <a:pt x="3961310" y="2813173"/>
                  </a:lnTo>
                  <a:lnTo>
                    <a:pt x="3976573" y="2804360"/>
                  </a:lnTo>
                  <a:close/>
                </a:path>
                <a:path w="6694170" h="6997065">
                  <a:moveTo>
                    <a:pt x="4051174" y="2935325"/>
                  </a:moveTo>
                  <a:lnTo>
                    <a:pt x="4059105" y="2949061"/>
                  </a:lnTo>
                  <a:lnTo>
                    <a:pt x="4045364" y="2956991"/>
                  </a:lnTo>
                  <a:lnTo>
                    <a:pt x="4037433" y="2943256"/>
                  </a:lnTo>
                  <a:lnTo>
                    <a:pt x="4051174" y="2935325"/>
                  </a:lnTo>
                  <a:close/>
                </a:path>
                <a:path w="6694170" h="6997065">
                  <a:moveTo>
                    <a:pt x="4125876" y="3065887"/>
                  </a:moveTo>
                  <a:lnTo>
                    <a:pt x="4133221" y="3078610"/>
                  </a:lnTo>
                  <a:lnTo>
                    <a:pt x="4120498" y="3085954"/>
                  </a:lnTo>
                  <a:lnTo>
                    <a:pt x="4113153" y="3073231"/>
                  </a:lnTo>
                  <a:lnTo>
                    <a:pt x="4125876" y="3065887"/>
                  </a:lnTo>
                  <a:close/>
                </a:path>
                <a:path w="6694170" h="6997065">
                  <a:moveTo>
                    <a:pt x="4200364" y="3197248"/>
                  </a:moveTo>
                  <a:lnTo>
                    <a:pt x="4206530" y="3207934"/>
                  </a:lnTo>
                  <a:lnTo>
                    <a:pt x="4195845" y="3214105"/>
                  </a:lnTo>
                  <a:lnTo>
                    <a:pt x="4189679" y="3203420"/>
                  </a:lnTo>
                  <a:lnTo>
                    <a:pt x="4200364" y="3197248"/>
                  </a:lnTo>
                  <a:close/>
                </a:path>
                <a:path w="6694170" h="6997065">
                  <a:moveTo>
                    <a:pt x="4274959" y="3328219"/>
                  </a:moveTo>
                  <a:lnTo>
                    <a:pt x="4280243" y="3337376"/>
                  </a:lnTo>
                  <a:lnTo>
                    <a:pt x="4271079" y="3342665"/>
                  </a:lnTo>
                  <a:lnTo>
                    <a:pt x="4265796" y="3333508"/>
                  </a:lnTo>
                  <a:lnTo>
                    <a:pt x="4274959" y="3328219"/>
                  </a:lnTo>
                  <a:close/>
                </a:path>
                <a:path w="6694170" h="6997065">
                  <a:moveTo>
                    <a:pt x="4349661" y="3458781"/>
                  </a:moveTo>
                  <a:lnTo>
                    <a:pt x="4354358" y="3466919"/>
                  </a:lnTo>
                  <a:lnTo>
                    <a:pt x="4346220" y="3471622"/>
                  </a:lnTo>
                  <a:lnTo>
                    <a:pt x="4341517" y="3463478"/>
                  </a:lnTo>
                  <a:lnTo>
                    <a:pt x="4349661" y="3458781"/>
                  </a:lnTo>
                  <a:close/>
                </a:path>
                <a:path w="6694170" h="6997065">
                  <a:moveTo>
                    <a:pt x="4424362" y="3589343"/>
                  </a:moveTo>
                  <a:lnTo>
                    <a:pt x="4428473" y="3596462"/>
                  </a:lnTo>
                  <a:lnTo>
                    <a:pt x="4421348" y="3600579"/>
                  </a:lnTo>
                  <a:lnTo>
                    <a:pt x="4417237" y="3593453"/>
                  </a:lnTo>
                  <a:lnTo>
                    <a:pt x="4424362" y="3589343"/>
                  </a:lnTo>
                  <a:close/>
                </a:path>
                <a:path w="6694170" h="6997065">
                  <a:moveTo>
                    <a:pt x="4499064" y="3719899"/>
                  </a:moveTo>
                  <a:lnTo>
                    <a:pt x="4502589" y="3726011"/>
                  </a:lnTo>
                  <a:lnTo>
                    <a:pt x="4496482" y="3729536"/>
                  </a:lnTo>
                  <a:lnTo>
                    <a:pt x="4492952" y="3723429"/>
                  </a:lnTo>
                  <a:lnTo>
                    <a:pt x="4499064" y="3719899"/>
                  </a:lnTo>
                  <a:close/>
                </a:path>
                <a:path w="6694170" h="6997065">
                  <a:moveTo>
                    <a:pt x="4573659" y="3850869"/>
                  </a:moveTo>
                  <a:lnTo>
                    <a:pt x="4576301" y="3855448"/>
                  </a:lnTo>
                  <a:lnTo>
                    <a:pt x="4571722" y="3858090"/>
                  </a:lnTo>
                  <a:lnTo>
                    <a:pt x="4569075" y="3853511"/>
                  </a:lnTo>
                  <a:lnTo>
                    <a:pt x="4573659" y="3850869"/>
                  </a:lnTo>
                  <a:close/>
                </a:path>
                <a:path w="6694170" h="6997065">
                  <a:moveTo>
                    <a:pt x="4648461" y="3981029"/>
                  </a:moveTo>
                  <a:lnTo>
                    <a:pt x="4650813" y="3985098"/>
                  </a:lnTo>
                  <a:lnTo>
                    <a:pt x="4646744" y="3987449"/>
                  </a:lnTo>
                  <a:lnTo>
                    <a:pt x="4644392" y="3983380"/>
                  </a:lnTo>
                  <a:lnTo>
                    <a:pt x="4648461" y="3981029"/>
                  </a:lnTo>
                  <a:close/>
                </a:path>
                <a:path w="6694170" h="6997065">
                  <a:moveTo>
                    <a:pt x="4723169" y="4111591"/>
                  </a:moveTo>
                  <a:lnTo>
                    <a:pt x="4724934" y="4114647"/>
                  </a:lnTo>
                  <a:lnTo>
                    <a:pt x="4721878" y="4116412"/>
                  </a:lnTo>
                  <a:lnTo>
                    <a:pt x="4720113" y="4113350"/>
                  </a:lnTo>
                  <a:lnTo>
                    <a:pt x="4723169" y="4111591"/>
                  </a:lnTo>
                  <a:close/>
                </a:path>
                <a:path w="6694170" h="6997065">
                  <a:moveTo>
                    <a:pt x="4797870" y="4242153"/>
                  </a:moveTo>
                  <a:lnTo>
                    <a:pt x="4799050" y="4244190"/>
                  </a:lnTo>
                  <a:lnTo>
                    <a:pt x="4797012" y="4245363"/>
                  </a:lnTo>
                  <a:lnTo>
                    <a:pt x="4795833" y="4243331"/>
                  </a:lnTo>
                  <a:lnTo>
                    <a:pt x="4797870" y="4242153"/>
                  </a:lnTo>
                  <a:close/>
                </a:path>
                <a:path w="6694170" h="6997065">
                  <a:moveTo>
                    <a:pt x="4871553" y="4373307"/>
                  </a:moveTo>
                  <a:lnTo>
                    <a:pt x="4872907" y="4373307"/>
                  </a:lnTo>
                  <a:lnTo>
                    <a:pt x="4873159" y="4373739"/>
                  </a:lnTo>
                  <a:lnTo>
                    <a:pt x="4871802" y="4373739"/>
                  </a:lnTo>
                  <a:lnTo>
                    <a:pt x="4871553" y="4373307"/>
                  </a:lnTo>
                  <a:close/>
                </a:path>
                <a:path w="6694170" h="6997065">
                  <a:moveTo>
                    <a:pt x="2192979" y="0"/>
                  </a:moveTo>
                  <a:lnTo>
                    <a:pt x="2212283" y="0"/>
                  </a:lnTo>
                  <a:lnTo>
                    <a:pt x="2240365" y="48633"/>
                  </a:lnTo>
                  <a:lnTo>
                    <a:pt x="2183374" y="81542"/>
                  </a:lnTo>
                  <a:lnTo>
                    <a:pt x="2150465" y="24544"/>
                  </a:lnTo>
                  <a:lnTo>
                    <a:pt x="2192979" y="0"/>
                  </a:lnTo>
                  <a:close/>
                </a:path>
                <a:path w="6694170" h="6997065">
                  <a:moveTo>
                    <a:pt x="2281945" y="123010"/>
                  </a:moveTo>
                  <a:lnTo>
                    <a:pt x="2313675" y="177964"/>
                  </a:lnTo>
                  <a:lnTo>
                    <a:pt x="2258721" y="209694"/>
                  </a:lnTo>
                  <a:lnTo>
                    <a:pt x="2226991" y="154734"/>
                  </a:lnTo>
                  <a:lnTo>
                    <a:pt x="2281945" y="123010"/>
                  </a:lnTo>
                  <a:close/>
                </a:path>
                <a:path w="6694170" h="6997065">
                  <a:moveTo>
                    <a:pt x="2356540" y="253968"/>
                  </a:moveTo>
                  <a:lnTo>
                    <a:pt x="2387388" y="307400"/>
                  </a:lnTo>
                  <a:lnTo>
                    <a:pt x="2333956" y="338247"/>
                  </a:lnTo>
                  <a:lnTo>
                    <a:pt x="2303108" y="284821"/>
                  </a:lnTo>
                  <a:lnTo>
                    <a:pt x="2356540" y="253968"/>
                  </a:lnTo>
                  <a:close/>
                </a:path>
                <a:path w="6694170" h="6997065">
                  <a:moveTo>
                    <a:pt x="2431029" y="385336"/>
                  </a:moveTo>
                  <a:lnTo>
                    <a:pt x="2460703" y="436736"/>
                  </a:lnTo>
                  <a:lnTo>
                    <a:pt x="2409309" y="466405"/>
                  </a:lnTo>
                  <a:lnTo>
                    <a:pt x="2379634" y="415010"/>
                  </a:lnTo>
                  <a:lnTo>
                    <a:pt x="2431029" y="385336"/>
                  </a:lnTo>
                  <a:close/>
                </a:path>
                <a:path w="6694170" h="6997065">
                  <a:moveTo>
                    <a:pt x="2505517" y="516703"/>
                  </a:moveTo>
                  <a:lnTo>
                    <a:pt x="2534013" y="566060"/>
                  </a:lnTo>
                  <a:lnTo>
                    <a:pt x="2484650" y="594562"/>
                  </a:lnTo>
                  <a:lnTo>
                    <a:pt x="2456154" y="545199"/>
                  </a:lnTo>
                  <a:lnTo>
                    <a:pt x="2505517" y="516703"/>
                  </a:lnTo>
                  <a:close/>
                </a:path>
                <a:path w="6694170" h="6997065">
                  <a:moveTo>
                    <a:pt x="2579999" y="648065"/>
                  </a:moveTo>
                  <a:lnTo>
                    <a:pt x="2607322" y="695390"/>
                  </a:lnTo>
                  <a:lnTo>
                    <a:pt x="2560003" y="722713"/>
                  </a:lnTo>
                  <a:lnTo>
                    <a:pt x="2532680" y="675388"/>
                  </a:lnTo>
                  <a:lnTo>
                    <a:pt x="2579999" y="648065"/>
                  </a:lnTo>
                  <a:close/>
                </a:path>
                <a:path w="6694170" h="6997065">
                  <a:moveTo>
                    <a:pt x="2654487" y="779438"/>
                  </a:moveTo>
                  <a:lnTo>
                    <a:pt x="2680638" y="824726"/>
                  </a:lnTo>
                  <a:lnTo>
                    <a:pt x="2635350" y="850870"/>
                  </a:lnTo>
                  <a:lnTo>
                    <a:pt x="2609200" y="805582"/>
                  </a:lnTo>
                  <a:lnTo>
                    <a:pt x="2654487" y="779438"/>
                  </a:lnTo>
                  <a:close/>
                </a:path>
                <a:path w="6694170" h="6997065">
                  <a:moveTo>
                    <a:pt x="2728975" y="910800"/>
                  </a:moveTo>
                  <a:lnTo>
                    <a:pt x="2753947" y="954050"/>
                  </a:lnTo>
                  <a:lnTo>
                    <a:pt x="2710691" y="979027"/>
                  </a:lnTo>
                  <a:lnTo>
                    <a:pt x="2685719" y="935771"/>
                  </a:lnTo>
                  <a:lnTo>
                    <a:pt x="2728975" y="910800"/>
                  </a:lnTo>
                  <a:close/>
                </a:path>
                <a:path w="6694170" h="6997065">
                  <a:moveTo>
                    <a:pt x="2803464" y="1042167"/>
                  </a:moveTo>
                  <a:lnTo>
                    <a:pt x="2827257" y="1083380"/>
                  </a:lnTo>
                  <a:lnTo>
                    <a:pt x="2786038" y="1107179"/>
                  </a:lnTo>
                  <a:lnTo>
                    <a:pt x="2762245" y="1065960"/>
                  </a:lnTo>
                  <a:lnTo>
                    <a:pt x="2803464" y="1042167"/>
                  </a:lnTo>
                  <a:close/>
                </a:path>
                <a:path w="6694170" h="6997065">
                  <a:moveTo>
                    <a:pt x="2877952" y="1173529"/>
                  </a:moveTo>
                  <a:lnTo>
                    <a:pt x="2900573" y="1212716"/>
                  </a:lnTo>
                  <a:lnTo>
                    <a:pt x="2861386" y="1235337"/>
                  </a:lnTo>
                  <a:lnTo>
                    <a:pt x="2838765" y="1196155"/>
                  </a:lnTo>
                  <a:lnTo>
                    <a:pt x="2877952" y="1173529"/>
                  </a:lnTo>
                  <a:close/>
                </a:path>
                <a:path w="6694170" h="6997065">
                  <a:moveTo>
                    <a:pt x="2952547" y="1304494"/>
                  </a:moveTo>
                  <a:lnTo>
                    <a:pt x="2974285" y="1342153"/>
                  </a:lnTo>
                  <a:lnTo>
                    <a:pt x="2936632" y="1363891"/>
                  </a:lnTo>
                  <a:lnTo>
                    <a:pt x="2914889" y="1326238"/>
                  </a:lnTo>
                  <a:lnTo>
                    <a:pt x="2952547" y="1304494"/>
                  </a:lnTo>
                  <a:close/>
                </a:path>
                <a:path w="6694170" h="6997065">
                  <a:moveTo>
                    <a:pt x="3027036" y="1435862"/>
                  </a:moveTo>
                  <a:lnTo>
                    <a:pt x="3047600" y="1471477"/>
                  </a:lnTo>
                  <a:lnTo>
                    <a:pt x="3011973" y="1492048"/>
                  </a:lnTo>
                  <a:lnTo>
                    <a:pt x="2991408" y="1456427"/>
                  </a:lnTo>
                  <a:lnTo>
                    <a:pt x="3027036" y="1435862"/>
                  </a:lnTo>
                  <a:close/>
                </a:path>
                <a:path w="6694170" h="6997065">
                  <a:moveTo>
                    <a:pt x="3101518" y="1567229"/>
                  </a:moveTo>
                  <a:lnTo>
                    <a:pt x="3120905" y="1600807"/>
                  </a:lnTo>
                  <a:lnTo>
                    <a:pt x="3087321" y="1620199"/>
                  </a:lnTo>
                  <a:lnTo>
                    <a:pt x="3067934" y="1586616"/>
                  </a:lnTo>
                  <a:lnTo>
                    <a:pt x="3101518" y="1567229"/>
                  </a:lnTo>
                  <a:close/>
                </a:path>
                <a:path w="6694170" h="6997065">
                  <a:moveTo>
                    <a:pt x="3176113" y="1698194"/>
                  </a:moveTo>
                  <a:lnTo>
                    <a:pt x="3194617" y="1730250"/>
                  </a:lnTo>
                  <a:lnTo>
                    <a:pt x="3162561" y="1748754"/>
                  </a:lnTo>
                  <a:lnTo>
                    <a:pt x="3144058" y="1716698"/>
                  </a:lnTo>
                  <a:lnTo>
                    <a:pt x="3176113" y="1698194"/>
                  </a:lnTo>
                  <a:close/>
                </a:path>
                <a:path w="6694170" h="6997065">
                  <a:moveTo>
                    <a:pt x="3250489" y="1829958"/>
                  </a:moveTo>
                  <a:lnTo>
                    <a:pt x="3267530" y="1859473"/>
                  </a:lnTo>
                  <a:lnTo>
                    <a:pt x="3238021" y="1876508"/>
                  </a:lnTo>
                  <a:lnTo>
                    <a:pt x="3220981" y="1846993"/>
                  </a:lnTo>
                  <a:lnTo>
                    <a:pt x="3250489" y="1829958"/>
                  </a:lnTo>
                  <a:close/>
                </a:path>
                <a:path w="6694170" h="6997065">
                  <a:moveTo>
                    <a:pt x="3325090" y="1960923"/>
                  </a:moveTo>
                  <a:lnTo>
                    <a:pt x="3341249" y="1988910"/>
                  </a:lnTo>
                  <a:lnTo>
                    <a:pt x="3313256" y="2005068"/>
                  </a:lnTo>
                  <a:lnTo>
                    <a:pt x="3297098" y="1977082"/>
                  </a:lnTo>
                  <a:lnTo>
                    <a:pt x="3325090" y="1960923"/>
                  </a:lnTo>
                  <a:close/>
                </a:path>
                <a:path w="6694170" h="6997065">
                  <a:moveTo>
                    <a:pt x="3399679" y="2091882"/>
                  </a:moveTo>
                  <a:lnTo>
                    <a:pt x="3414961" y="2118346"/>
                  </a:lnTo>
                  <a:lnTo>
                    <a:pt x="3388497" y="2133622"/>
                  </a:lnTo>
                  <a:lnTo>
                    <a:pt x="3373215" y="2107163"/>
                  </a:lnTo>
                  <a:lnTo>
                    <a:pt x="3399679" y="2091882"/>
                  </a:lnTo>
                  <a:close/>
                </a:path>
                <a:path w="6694170" h="6997065">
                  <a:moveTo>
                    <a:pt x="3474168" y="2223255"/>
                  </a:moveTo>
                  <a:lnTo>
                    <a:pt x="3488264" y="2247676"/>
                  </a:lnTo>
                  <a:lnTo>
                    <a:pt x="3463843" y="2261773"/>
                  </a:lnTo>
                  <a:lnTo>
                    <a:pt x="3449746" y="2237352"/>
                  </a:lnTo>
                  <a:lnTo>
                    <a:pt x="3474168" y="2223255"/>
                  </a:lnTo>
                  <a:close/>
                </a:path>
                <a:path w="6694170" h="6997065">
                  <a:moveTo>
                    <a:pt x="3548656" y="2354617"/>
                  </a:moveTo>
                  <a:lnTo>
                    <a:pt x="3561580" y="2377006"/>
                  </a:lnTo>
                  <a:lnTo>
                    <a:pt x="3539191" y="2389936"/>
                  </a:lnTo>
                  <a:lnTo>
                    <a:pt x="3526267" y="2367547"/>
                  </a:lnTo>
                  <a:lnTo>
                    <a:pt x="3548656" y="2354617"/>
                  </a:lnTo>
                  <a:close/>
                </a:path>
                <a:path w="6694170" h="6997065">
                  <a:moveTo>
                    <a:pt x="3623245" y="2485582"/>
                  </a:moveTo>
                  <a:lnTo>
                    <a:pt x="3635292" y="2506449"/>
                  </a:lnTo>
                  <a:lnTo>
                    <a:pt x="3614431" y="2518491"/>
                  </a:lnTo>
                  <a:lnTo>
                    <a:pt x="3602384" y="2497624"/>
                  </a:lnTo>
                  <a:lnTo>
                    <a:pt x="3623245" y="2485582"/>
                  </a:lnTo>
                  <a:close/>
                </a:path>
                <a:path w="6694170" h="6997065">
                  <a:moveTo>
                    <a:pt x="3697840" y="2616548"/>
                  </a:moveTo>
                  <a:lnTo>
                    <a:pt x="3709005" y="2635886"/>
                  </a:lnTo>
                  <a:lnTo>
                    <a:pt x="3689672" y="2647045"/>
                  </a:lnTo>
                  <a:lnTo>
                    <a:pt x="3678507" y="2627712"/>
                  </a:lnTo>
                  <a:lnTo>
                    <a:pt x="3697840" y="2616548"/>
                  </a:lnTo>
                  <a:close/>
                </a:path>
                <a:path w="6694170" h="6997065">
                  <a:moveTo>
                    <a:pt x="3772441" y="2747512"/>
                  </a:moveTo>
                  <a:lnTo>
                    <a:pt x="3782724" y="2765323"/>
                  </a:lnTo>
                  <a:lnTo>
                    <a:pt x="3764907" y="2775605"/>
                  </a:lnTo>
                  <a:lnTo>
                    <a:pt x="3754624" y="2757794"/>
                  </a:lnTo>
                  <a:lnTo>
                    <a:pt x="3772441" y="2747512"/>
                  </a:lnTo>
                  <a:close/>
                </a:path>
                <a:path w="6694170" h="6997065">
                  <a:moveTo>
                    <a:pt x="3847036" y="2878470"/>
                  </a:moveTo>
                  <a:lnTo>
                    <a:pt x="3856436" y="2894759"/>
                  </a:lnTo>
                  <a:lnTo>
                    <a:pt x="3840148" y="2904165"/>
                  </a:lnTo>
                  <a:lnTo>
                    <a:pt x="3830748" y="2887876"/>
                  </a:lnTo>
                  <a:lnTo>
                    <a:pt x="3847036" y="2878470"/>
                  </a:lnTo>
                  <a:close/>
                </a:path>
                <a:path w="6694170" h="6997065">
                  <a:moveTo>
                    <a:pt x="3921519" y="3009838"/>
                  </a:moveTo>
                  <a:lnTo>
                    <a:pt x="3929746" y="3024089"/>
                  </a:lnTo>
                  <a:lnTo>
                    <a:pt x="3915501" y="3032316"/>
                  </a:lnTo>
                  <a:lnTo>
                    <a:pt x="3907274" y="3018065"/>
                  </a:lnTo>
                  <a:lnTo>
                    <a:pt x="3921519" y="3009838"/>
                  </a:lnTo>
                  <a:close/>
                </a:path>
                <a:path w="6694170" h="6997065">
                  <a:moveTo>
                    <a:pt x="3996219" y="3140400"/>
                  </a:moveTo>
                  <a:lnTo>
                    <a:pt x="4003861" y="3153638"/>
                  </a:lnTo>
                  <a:lnTo>
                    <a:pt x="3990635" y="3161272"/>
                  </a:lnTo>
                  <a:lnTo>
                    <a:pt x="3982994" y="3148040"/>
                  </a:lnTo>
                  <a:lnTo>
                    <a:pt x="3996219" y="3140400"/>
                  </a:lnTo>
                  <a:close/>
                </a:path>
                <a:path w="6694170" h="6997065">
                  <a:moveTo>
                    <a:pt x="4070815" y="3271370"/>
                  </a:moveTo>
                  <a:lnTo>
                    <a:pt x="4077567" y="3283069"/>
                  </a:lnTo>
                  <a:lnTo>
                    <a:pt x="4065869" y="3289827"/>
                  </a:lnTo>
                  <a:lnTo>
                    <a:pt x="4059117" y="3278123"/>
                  </a:lnTo>
                  <a:lnTo>
                    <a:pt x="4070815" y="3271370"/>
                  </a:lnTo>
                  <a:close/>
                </a:path>
                <a:path w="6694170" h="6997065">
                  <a:moveTo>
                    <a:pt x="4145304" y="3402732"/>
                  </a:moveTo>
                  <a:lnTo>
                    <a:pt x="4150883" y="3412399"/>
                  </a:lnTo>
                  <a:lnTo>
                    <a:pt x="4141217" y="3417984"/>
                  </a:lnTo>
                  <a:lnTo>
                    <a:pt x="4135637" y="3408318"/>
                  </a:lnTo>
                  <a:lnTo>
                    <a:pt x="4145304" y="3402732"/>
                  </a:lnTo>
                  <a:close/>
                </a:path>
                <a:path w="6694170" h="6997065">
                  <a:moveTo>
                    <a:pt x="4220005" y="3533294"/>
                  </a:moveTo>
                  <a:lnTo>
                    <a:pt x="4224998" y="3541941"/>
                  </a:lnTo>
                  <a:lnTo>
                    <a:pt x="4216345" y="3546941"/>
                  </a:lnTo>
                  <a:lnTo>
                    <a:pt x="4211352" y="3538293"/>
                  </a:lnTo>
                  <a:lnTo>
                    <a:pt x="4220005" y="3533294"/>
                  </a:lnTo>
                  <a:close/>
                </a:path>
                <a:path w="6694170" h="6997065">
                  <a:moveTo>
                    <a:pt x="4294713" y="3663856"/>
                  </a:moveTo>
                  <a:lnTo>
                    <a:pt x="4299119" y="3671490"/>
                  </a:lnTo>
                  <a:lnTo>
                    <a:pt x="4291484" y="3675897"/>
                  </a:lnTo>
                  <a:lnTo>
                    <a:pt x="4287078" y="3668263"/>
                  </a:lnTo>
                  <a:lnTo>
                    <a:pt x="4294713" y="3663856"/>
                  </a:lnTo>
                  <a:close/>
                </a:path>
                <a:path w="6694170" h="6997065">
                  <a:moveTo>
                    <a:pt x="4369408" y="3794424"/>
                  </a:moveTo>
                  <a:lnTo>
                    <a:pt x="4373229" y="3801040"/>
                  </a:lnTo>
                  <a:lnTo>
                    <a:pt x="4366619" y="3804855"/>
                  </a:lnTo>
                  <a:lnTo>
                    <a:pt x="4362798" y="3798239"/>
                  </a:lnTo>
                  <a:lnTo>
                    <a:pt x="4369408" y="3794424"/>
                  </a:lnTo>
                  <a:close/>
                </a:path>
                <a:path w="6694170" h="6997065">
                  <a:moveTo>
                    <a:pt x="4444003" y="3925383"/>
                  </a:moveTo>
                  <a:lnTo>
                    <a:pt x="4446941" y="3930470"/>
                  </a:lnTo>
                  <a:lnTo>
                    <a:pt x="4441853" y="3933408"/>
                  </a:lnTo>
                  <a:lnTo>
                    <a:pt x="4438915" y="3928320"/>
                  </a:lnTo>
                  <a:lnTo>
                    <a:pt x="4444003" y="3925383"/>
                  </a:lnTo>
                  <a:close/>
                </a:path>
                <a:path w="6694170" h="6997065">
                  <a:moveTo>
                    <a:pt x="4518704" y="4055945"/>
                  </a:moveTo>
                  <a:lnTo>
                    <a:pt x="4521056" y="4060020"/>
                  </a:lnTo>
                  <a:lnTo>
                    <a:pt x="4516987" y="4062365"/>
                  </a:lnTo>
                  <a:lnTo>
                    <a:pt x="4514636" y="4058296"/>
                  </a:lnTo>
                  <a:lnTo>
                    <a:pt x="4518704" y="4055945"/>
                  </a:lnTo>
                  <a:close/>
                </a:path>
                <a:path w="6694170" h="6997065">
                  <a:moveTo>
                    <a:pt x="4593407" y="4186507"/>
                  </a:moveTo>
                  <a:lnTo>
                    <a:pt x="4595172" y="4189569"/>
                  </a:lnTo>
                  <a:lnTo>
                    <a:pt x="4592121" y="4191328"/>
                  </a:lnTo>
                  <a:lnTo>
                    <a:pt x="4590356" y="4188272"/>
                  </a:lnTo>
                  <a:lnTo>
                    <a:pt x="4593407" y="4186507"/>
                  </a:lnTo>
                  <a:close/>
                </a:path>
                <a:path w="6694170" h="6997065">
                  <a:moveTo>
                    <a:pt x="4668221" y="4316672"/>
                  </a:moveTo>
                  <a:lnTo>
                    <a:pt x="4669690" y="4319218"/>
                  </a:lnTo>
                  <a:lnTo>
                    <a:pt x="4667143" y="4320687"/>
                  </a:lnTo>
                  <a:lnTo>
                    <a:pt x="4665674" y="4318141"/>
                  </a:lnTo>
                  <a:lnTo>
                    <a:pt x="4668221" y="4316672"/>
                  </a:lnTo>
                  <a:close/>
                </a:path>
                <a:path w="6694170" h="6997065">
                  <a:moveTo>
                    <a:pt x="4742916" y="4447240"/>
                  </a:moveTo>
                  <a:lnTo>
                    <a:pt x="4743799" y="4448762"/>
                  </a:lnTo>
                  <a:lnTo>
                    <a:pt x="4742277" y="4449638"/>
                  </a:lnTo>
                  <a:lnTo>
                    <a:pt x="4741394" y="4448116"/>
                  </a:lnTo>
                  <a:lnTo>
                    <a:pt x="4742916" y="4447240"/>
                  </a:lnTo>
                  <a:close/>
                </a:path>
                <a:path w="6694170" h="6997065">
                  <a:moveTo>
                    <a:pt x="1961247" y="0"/>
                  </a:moveTo>
                  <a:lnTo>
                    <a:pt x="2028466" y="0"/>
                  </a:lnTo>
                  <a:lnTo>
                    <a:pt x="1978051" y="29106"/>
                  </a:lnTo>
                  <a:lnTo>
                    <a:pt x="1961247" y="0"/>
                  </a:lnTo>
                  <a:close/>
                </a:path>
                <a:path w="6694170" h="6997065">
                  <a:moveTo>
                    <a:pt x="2078133" y="64952"/>
                  </a:moveTo>
                  <a:lnTo>
                    <a:pt x="2112208" y="123981"/>
                  </a:lnTo>
                  <a:lnTo>
                    <a:pt x="2053179" y="158062"/>
                  </a:lnTo>
                  <a:lnTo>
                    <a:pt x="2019104" y="99033"/>
                  </a:lnTo>
                  <a:lnTo>
                    <a:pt x="2078133" y="64952"/>
                  </a:lnTo>
                  <a:close/>
                </a:path>
                <a:path w="6694170" h="6997065">
                  <a:moveTo>
                    <a:pt x="2152615" y="196320"/>
                  </a:moveTo>
                  <a:lnTo>
                    <a:pt x="2185524" y="253317"/>
                  </a:lnTo>
                  <a:lnTo>
                    <a:pt x="2128526" y="286220"/>
                  </a:lnTo>
                  <a:lnTo>
                    <a:pt x="2095623" y="229228"/>
                  </a:lnTo>
                  <a:lnTo>
                    <a:pt x="2152615" y="196320"/>
                  </a:lnTo>
                  <a:close/>
                </a:path>
                <a:path w="6694170" h="6997065">
                  <a:moveTo>
                    <a:pt x="2227104" y="327681"/>
                  </a:moveTo>
                  <a:lnTo>
                    <a:pt x="2258834" y="382641"/>
                  </a:lnTo>
                  <a:lnTo>
                    <a:pt x="2203879" y="414371"/>
                  </a:lnTo>
                  <a:lnTo>
                    <a:pt x="2172149" y="359411"/>
                  </a:lnTo>
                  <a:lnTo>
                    <a:pt x="2227104" y="327681"/>
                  </a:lnTo>
                  <a:close/>
                </a:path>
                <a:path w="6694170" h="6997065">
                  <a:moveTo>
                    <a:pt x="2301699" y="458652"/>
                  </a:moveTo>
                  <a:lnTo>
                    <a:pt x="2332546" y="512078"/>
                  </a:lnTo>
                  <a:lnTo>
                    <a:pt x="2279120" y="542925"/>
                  </a:lnTo>
                  <a:lnTo>
                    <a:pt x="2248273" y="489499"/>
                  </a:lnTo>
                  <a:lnTo>
                    <a:pt x="2301699" y="458652"/>
                  </a:lnTo>
                  <a:close/>
                </a:path>
                <a:path w="6694170" h="6997065">
                  <a:moveTo>
                    <a:pt x="2376186" y="590014"/>
                  </a:moveTo>
                  <a:lnTo>
                    <a:pt x="2405861" y="641408"/>
                  </a:lnTo>
                  <a:lnTo>
                    <a:pt x="2354461" y="671082"/>
                  </a:lnTo>
                  <a:lnTo>
                    <a:pt x="2324792" y="619688"/>
                  </a:lnTo>
                  <a:lnTo>
                    <a:pt x="2376186" y="590014"/>
                  </a:lnTo>
                  <a:close/>
                </a:path>
                <a:path w="6694170" h="6997065">
                  <a:moveTo>
                    <a:pt x="2450669" y="721381"/>
                  </a:moveTo>
                  <a:lnTo>
                    <a:pt x="2479171" y="770744"/>
                  </a:lnTo>
                  <a:lnTo>
                    <a:pt x="2429809" y="799240"/>
                  </a:lnTo>
                  <a:lnTo>
                    <a:pt x="2401313" y="749877"/>
                  </a:lnTo>
                  <a:lnTo>
                    <a:pt x="2450669" y="721381"/>
                  </a:lnTo>
                  <a:close/>
                </a:path>
                <a:path w="6694170" h="6997065">
                  <a:moveTo>
                    <a:pt x="2525051" y="853151"/>
                  </a:moveTo>
                  <a:lnTo>
                    <a:pt x="2552078" y="899961"/>
                  </a:lnTo>
                  <a:lnTo>
                    <a:pt x="2505262" y="926988"/>
                  </a:lnTo>
                  <a:lnTo>
                    <a:pt x="2478235" y="880178"/>
                  </a:lnTo>
                  <a:lnTo>
                    <a:pt x="2525051" y="853151"/>
                  </a:lnTo>
                  <a:close/>
                </a:path>
                <a:path w="6694170" h="6997065">
                  <a:moveTo>
                    <a:pt x="2599540" y="984513"/>
                  </a:moveTo>
                  <a:lnTo>
                    <a:pt x="2625394" y="1029291"/>
                  </a:lnTo>
                  <a:lnTo>
                    <a:pt x="2580616" y="1055146"/>
                  </a:lnTo>
                  <a:lnTo>
                    <a:pt x="2554761" y="1010367"/>
                  </a:lnTo>
                  <a:lnTo>
                    <a:pt x="2599540" y="984513"/>
                  </a:lnTo>
                  <a:close/>
                </a:path>
                <a:path w="6694170" h="6997065">
                  <a:moveTo>
                    <a:pt x="2674022" y="1115881"/>
                  </a:moveTo>
                  <a:lnTo>
                    <a:pt x="2698703" y="1158621"/>
                  </a:lnTo>
                  <a:lnTo>
                    <a:pt x="2655957" y="1183303"/>
                  </a:lnTo>
                  <a:lnTo>
                    <a:pt x="2631281" y="1140556"/>
                  </a:lnTo>
                  <a:lnTo>
                    <a:pt x="2674022" y="1115881"/>
                  </a:lnTo>
                  <a:close/>
                </a:path>
                <a:path w="6694170" h="6997065">
                  <a:moveTo>
                    <a:pt x="2748404" y="1247645"/>
                  </a:moveTo>
                  <a:lnTo>
                    <a:pt x="2771610" y="1287845"/>
                  </a:lnTo>
                  <a:lnTo>
                    <a:pt x="2731410" y="1311057"/>
                  </a:lnTo>
                  <a:lnTo>
                    <a:pt x="2708204" y="1270858"/>
                  </a:lnTo>
                  <a:lnTo>
                    <a:pt x="2748404" y="1247645"/>
                  </a:lnTo>
                  <a:close/>
                </a:path>
                <a:path w="6694170" h="6997065">
                  <a:moveTo>
                    <a:pt x="2822993" y="1378610"/>
                  </a:moveTo>
                  <a:lnTo>
                    <a:pt x="2845323" y="1417287"/>
                  </a:lnTo>
                  <a:lnTo>
                    <a:pt x="2806651" y="1439612"/>
                  </a:lnTo>
                  <a:lnTo>
                    <a:pt x="2784321" y="1400934"/>
                  </a:lnTo>
                  <a:lnTo>
                    <a:pt x="2822993" y="1378610"/>
                  </a:lnTo>
                  <a:close/>
                </a:path>
                <a:path w="6694170" h="6997065">
                  <a:moveTo>
                    <a:pt x="2897487" y="1509977"/>
                  </a:moveTo>
                  <a:lnTo>
                    <a:pt x="2918638" y="1546611"/>
                  </a:lnTo>
                  <a:lnTo>
                    <a:pt x="2881998" y="1567768"/>
                  </a:lnTo>
                  <a:lnTo>
                    <a:pt x="2860846" y="1531134"/>
                  </a:lnTo>
                  <a:lnTo>
                    <a:pt x="2897487" y="1509977"/>
                  </a:lnTo>
                  <a:close/>
                </a:path>
                <a:path w="6694170" h="6997065">
                  <a:moveTo>
                    <a:pt x="2972076" y="1640942"/>
                  </a:moveTo>
                  <a:lnTo>
                    <a:pt x="2992350" y="1676048"/>
                  </a:lnTo>
                  <a:lnTo>
                    <a:pt x="2957238" y="1696323"/>
                  </a:lnTo>
                  <a:lnTo>
                    <a:pt x="2936964" y="1661211"/>
                  </a:lnTo>
                  <a:lnTo>
                    <a:pt x="2972076" y="1640942"/>
                  </a:lnTo>
                  <a:close/>
                </a:path>
                <a:path w="6694170" h="6997065">
                  <a:moveTo>
                    <a:pt x="3046564" y="1772304"/>
                  </a:moveTo>
                  <a:lnTo>
                    <a:pt x="3065666" y="1805384"/>
                  </a:lnTo>
                  <a:lnTo>
                    <a:pt x="3032591" y="1824480"/>
                  </a:lnTo>
                  <a:lnTo>
                    <a:pt x="3013490" y="1791400"/>
                  </a:lnTo>
                  <a:lnTo>
                    <a:pt x="3046564" y="1772304"/>
                  </a:lnTo>
                  <a:close/>
                </a:path>
                <a:path w="6694170" h="6997065">
                  <a:moveTo>
                    <a:pt x="3121052" y="1903677"/>
                  </a:moveTo>
                  <a:lnTo>
                    <a:pt x="3138975" y="1934714"/>
                  </a:lnTo>
                  <a:lnTo>
                    <a:pt x="3107932" y="1952632"/>
                  </a:lnTo>
                  <a:lnTo>
                    <a:pt x="3090015" y="1921595"/>
                  </a:lnTo>
                  <a:lnTo>
                    <a:pt x="3121052" y="1903677"/>
                  </a:lnTo>
                  <a:close/>
                </a:path>
                <a:path w="6694170" h="6997065">
                  <a:moveTo>
                    <a:pt x="3195540" y="2035040"/>
                  </a:moveTo>
                  <a:lnTo>
                    <a:pt x="3212285" y="2064038"/>
                  </a:lnTo>
                  <a:lnTo>
                    <a:pt x="3183279" y="2080789"/>
                  </a:lnTo>
                  <a:lnTo>
                    <a:pt x="3166535" y="2051784"/>
                  </a:lnTo>
                  <a:lnTo>
                    <a:pt x="3195540" y="2035040"/>
                  </a:lnTo>
                  <a:close/>
                </a:path>
                <a:path w="6694170" h="6997065">
                  <a:moveTo>
                    <a:pt x="3270136" y="2165998"/>
                  </a:moveTo>
                  <a:lnTo>
                    <a:pt x="3285998" y="2193481"/>
                  </a:lnTo>
                  <a:lnTo>
                    <a:pt x="3258521" y="2209343"/>
                  </a:lnTo>
                  <a:lnTo>
                    <a:pt x="3242653" y="2181866"/>
                  </a:lnTo>
                  <a:lnTo>
                    <a:pt x="3270136" y="2165998"/>
                  </a:lnTo>
                  <a:close/>
                </a:path>
                <a:path w="6694170" h="6997065">
                  <a:moveTo>
                    <a:pt x="3344624" y="2297365"/>
                  </a:moveTo>
                  <a:lnTo>
                    <a:pt x="3359313" y="2322811"/>
                  </a:lnTo>
                  <a:lnTo>
                    <a:pt x="3333873" y="2337500"/>
                  </a:lnTo>
                  <a:lnTo>
                    <a:pt x="3319178" y="2312054"/>
                  </a:lnTo>
                  <a:lnTo>
                    <a:pt x="3344624" y="2297365"/>
                  </a:lnTo>
                  <a:close/>
                </a:path>
                <a:path w="6694170" h="6997065">
                  <a:moveTo>
                    <a:pt x="3419107" y="2428733"/>
                  </a:moveTo>
                  <a:lnTo>
                    <a:pt x="3432623" y="2452140"/>
                  </a:lnTo>
                  <a:lnTo>
                    <a:pt x="3409215" y="2465657"/>
                  </a:lnTo>
                  <a:lnTo>
                    <a:pt x="3395705" y="2442249"/>
                  </a:lnTo>
                  <a:lnTo>
                    <a:pt x="3419107" y="2428733"/>
                  </a:lnTo>
                  <a:close/>
                </a:path>
                <a:path w="6694170" h="6997065">
                  <a:moveTo>
                    <a:pt x="3493707" y="2559691"/>
                  </a:moveTo>
                  <a:lnTo>
                    <a:pt x="3506341" y="2581577"/>
                  </a:lnTo>
                  <a:lnTo>
                    <a:pt x="3484455" y="2594211"/>
                  </a:lnTo>
                  <a:lnTo>
                    <a:pt x="3471821" y="2572325"/>
                  </a:lnTo>
                  <a:lnTo>
                    <a:pt x="3493707" y="2559691"/>
                  </a:lnTo>
                  <a:close/>
                </a:path>
                <a:path w="6694170" h="6997065">
                  <a:moveTo>
                    <a:pt x="3568190" y="2691059"/>
                  </a:moveTo>
                  <a:lnTo>
                    <a:pt x="3579645" y="2710907"/>
                  </a:lnTo>
                  <a:lnTo>
                    <a:pt x="3559803" y="2722362"/>
                  </a:lnTo>
                  <a:lnTo>
                    <a:pt x="3548342" y="2702520"/>
                  </a:lnTo>
                  <a:lnTo>
                    <a:pt x="3568190" y="2691059"/>
                  </a:lnTo>
                  <a:close/>
                </a:path>
                <a:path w="6694170" h="6997065">
                  <a:moveTo>
                    <a:pt x="3642784" y="2822030"/>
                  </a:moveTo>
                  <a:lnTo>
                    <a:pt x="3653357" y="2840344"/>
                  </a:lnTo>
                  <a:lnTo>
                    <a:pt x="3635043" y="2850922"/>
                  </a:lnTo>
                  <a:lnTo>
                    <a:pt x="3624465" y="2832603"/>
                  </a:lnTo>
                  <a:lnTo>
                    <a:pt x="3642784" y="2822030"/>
                  </a:lnTo>
                  <a:close/>
                </a:path>
                <a:path w="6694170" h="6997065">
                  <a:moveTo>
                    <a:pt x="3717380" y="2952988"/>
                  </a:moveTo>
                  <a:lnTo>
                    <a:pt x="3727076" y="2969780"/>
                  </a:lnTo>
                  <a:lnTo>
                    <a:pt x="3710285" y="2979476"/>
                  </a:lnTo>
                  <a:lnTo>
                    <a:pt x="3700589" y="2962684"/>
                  </a:lnTo>
                  <a:lnTo>
                    <a:pt x="3717380" y="2952988"/>
                  </a:lnTo>
                  <a:close/>
                </a:path>
                <a:path w="6694170" h="6997065">
                  <a:moveTo>
                    <a:pt x="3791975" y="3083953"/>
                  </a:moveTo>
                  <a:lnTo>
                    <a:pt x="3800789" y="3099217"/>
                  </a:lnTo>
                  <a:lnTo>
                    <a:pt x="3785525" y="3108030"/>
                  </a:lnTo>
                  <a:lnTo>
                    <a:pt x="3776712" y="3092767"/>
                  </a:lnTo>
                  <a:lnTo>
                    <a:pt x="3791975" y="3083953"/>
                  </a:lnTo>
                  <a:close/>
                </a:path>
                <a:path w="6694170" h="6997065">
                  <a:moveTo>
                    <a:pt x="3866571" y="3214918"/>
                  </a:moveTo>
                  <a:lnTo>
                    <a:pt x="3874501" y="3228660"/>
                  </a:lnTo>
                  <a:lnTo>
                    <a:pt x="3860766" y="3236590"/>
                  </a:lnTo>
                  <a:lnTo>
                    <a:pt x="3852835" y="3222849"/>
                  </a:lnTo>
                  <a:lnTo>
                    <a:pt x="3866571" y="3214918"/>
                  </a:lnTo>
                  <a:close/>
                </a:path>
                <a:path w="6694170" h="6997065">
                  <a:moveTo>
                    <a:pt x="3941160" y="3345883"/>
                  </a:moveTo>
                  <a:lnTo>
                    <a:pt x="3948214" y="3358096"/>
                  </a:lnTo>
                  <a:lnTo>
                    <a:pt x="3936001" y="3365145"/>
                  </a:lnTo>
                  <a:lnTo>
                    <a:pt x="3928946" y="3352932"/>
                  </a:lnTo>
                  <a:lnTo>
                    <a:pt x="3941160" y="3345883"/>
                  </a:lnTo>
                  <a:close/>
                </a:path>
                <a:path w="6694170" h="6997065">
                  <a:moveTo>
                    <a:pt x="4015648" y="3477245"/>
                  </a:moveTo>
                  <a:lnTo>
                    <a:pt x="4021524" y="3487420"/>
                  </a:lnTo>
                  <a:lnTo>
                    <a:pt x="4011348" y="3493296"/>
                  </a:lnTo>
                  <a:lnTo>
                    <a:pt x="4005472" y="3483120"/>
                  </a:lnTo>
                  <a:lnTo>
                    <a:pt x="4015648" y="3477245"/>
                  </a:lnTo>
                  <a:close/>
                </a:path>
                <a:path w="6694170" h="6997065">
                  <a:moveTo>
                    <a:pt x="4090356" y="3607807"/>
                  </a:moveTo>
                  <a:lnTo>
                    <a:pt x="4095645" y="3616969"/>
                  </a:lnTo>
                  <a:lnTo>
                    <a:pt x="4086482" y="3622258"/>
                  </a:lnTo>
                  <a:lnTo>
                    <a:pt x="4081193" y="3613096"/>
                  </a:lnTo>
                  <a:lnTo>
                    <a:pt x="4090356" y="3607807"/>
                  </a:lnTo>
                  <a:close/>
                </a:path>
                <a:path w="6694170" h="6997065">
                  <a:moveTo>
                    <a:pt x="4165051" y="3738375"/>
                  </a:moveTo>
                  <a:lnTo>
                    <a:pt x="4169754" y="3746519"/>
                  </a:lnTo>
                  <a:lnTo>
                    <a:pt x="4161616" y="3751222"/>
                  </a:lnTo>
                  <a:lnTo>
                    <a:pt x="4156913" y="3743072"/>
                  </a:lnTo>
                  <a:lnTo>
                    <a:pt x="4165051" y="3738375"/>
                  </a:lnTo>
                  <a:close/>
                </a:path>
                <a:path w="6694170" h="6997065">
                  <a:moveTo>
                    <a:pt x="4239753" y="3868936"/>
                  </a:moveTo>
                  <a:lnTo>
                    <a:pt x="4243869" y="3876062"/>
                  </a:lnTo>
                  <a:lnTo>
                    <a:pt x="4236744" y="3880173"/>
                  </a:lnTo>
                  <a:lnTo>
                    <a:pt x="4232628" y="3873047"/>
                  </a:lnTo>
                  <a:lnTo>
                    <a:pt x="4239753" y="3868936"/>
                  </a:lnTo>
                  <a:close/>
                </a:path>
                <a:path w="6694170" h="6997065">
                  <a:moveTo>
                    <a:pt x="4314348" y="3999901"/>
                  </a:moveTo>
                  <a:lnTo>
                    <a:pt x="4317582" y="4005499"/>
                  </a:lnTo>
                  <a:lnTo>
                    <a:pt x="4311984" y="4008733"/>
                  </a:lnTo>
                  <a:lnTo>
                    <a:pt x="4308750" y="4003135"/>
                  </a:lnTo>
                  <a:lnTo>
                    <a:pt x="4314348" y="3999901"/>
                  </a:lnTo>
                  <a:close/>
                </a:path>
                <a:path w="6694170" h="6997065">
                  <a:moveTo>
                    <a:pt x="4389055" y="4130463"/>
                  </a:moveTo>
                  <a:lnTo>
                    <a:pt x="4391697" y="4135048"/>
                  </a:lnTo>
                  <a:lnTo>
                    <a:pt x="4387118" y="4137689"/>
                  </a:lnTo>
                  <a:lnTo>
                    <a:pt x="4384471" y="4133111"/>
                  </a:lnTo>
                  <a:lnTo>
                    <a:pt x="4389055" y="4130463"/>
                  </a:lnTo>
                  <a:close/>
                </a:path>
                <a:path w="6694170" h="6997065">
                  <a:moveTo>
                    <a:pt x="4463757" y="4261025"/>
                  </a:moveTo>
                  <a:lnTo>
                    <a:pt x="4465812" y="4264591"/>
                  </a:lnTo>
                  <a:lnTo>
                    <a:pt x="4462253" y="4266646"/>
                  </a:lnTo>
                  <a:lnTo>
                    <a:pt x="4460197" y="4263081"/>
                  </a:lnTo>
                  <a:lnTo>
                    <a:pt x="4463757" y="4261025"/>
                  </a:lnTo>
                  <a:close/>
                </a:path>
                <a:path w="6694170" h="6997065">
                  <a:moveTo>
                    <a:pt x="4538459" y="4391593"/>
                  </a:moveTo>
                  <a:lnTo>
                    <a:pt x="4539928" y="4394134"/>
                  </a:lnTo>
                  <a:lnTo>
                    <a:pt x="4537387" y="4395603"/>
                  </a:lnTo>
                  <a:lnTo>
                    <a:pt x="4535918" y="4393062"/>
                  </a:lnTo>
                  <a:lnTo>
                    <a:pt x="4538459" y="4391593"/>
                  </a:lnTo>
                  <a:close/>
                </a:path>
                <a:path w="6694170" h="6997065">
                  <a:moveTo>
                    <a:pt x="4613160" y="4522155"/>
                  </a:moveTo>
                  <a:lnTo>
                    <a:pt x="4614043" y="4523677"/>
                  </a:lnTo>
                  <a:lnTo>
                    <a:pt x="4612515" y="4524560"/>
                  </a:lnTo>
                  <a:lnTo>
                    <a:pt x="4611632" y="4523038"/>
                  </a:lnTo>
                  <a:lnTo>
                    <a:pt x="4613160" y="4522155"/>
                  </a:lnTo>
                  <a:close/>
                </a:path>
                <a:path w="6694170" h="6997065">
                  <a:moveTo>
                    <a:pt x="1874314" y="6901"/>
                  </a:moveTo>
                  <a:lnTo>
                    <a:pt x="1910741" y="70000"/>
                  </a:lnTo>
                  <a:lnTo>
                    <a:pt x="1847643" y="106432"/>
                  </a:lnTo>
                  <a:lnTo>
                    <a:pt x="1811210" y="43334"/>
                  </a:lnTo>
                  <a:lnTo>
                    <a:pt x="1874314" y="6901"/>
                  </a:lnTo>
                  <a:close/>
                </a:path>
                <a:path w="6694170" h="6997065">
                  <a:moveTo>
                    <a:pt x="1948797" y="138263"/>
                  </a:moveTo>
                  <a:lnTo>
                    <a:pt x="1984057" y="199330"/>
                  </a:lnTo>
                  <a:lnTo>
                    <a:pt x="1922990" y="234583"/>
                  </a:lnTo>
                  <a:lnTo>
                    <a:pt x="1887737" y="173517"/>
                  </a:lnTo>
                  <a:lnTo>
                    <a:pt x="1948797" y="138263"/>
                  </a:lnTo>
                  <a:close/>
                </a:path>
                <a:path w="6694170" h="6997065">
                  <a:moveTo>
                    <a:pt x="2023179" y="270033"/>
                  </a:moveTo>
                  <a:lnTo>
                    <a:pt x="2056964" y="328553"/>
                  </a:lnTo>
                  <a:lnTo>
                    <a:pt x="1998444" y="362338"/>
                  </a:lnTo>
                  <a:lnTo>
                    <a:pt x="1964659" y="303818"/>
                  </a:lnTo>
                  <a:lnTo>
                    <a:pt x="2023179" y="270033"/>
                  </a:lnTo>
                  <a:close/>
                </a:path>
                <a:path w="6694170" h="6997065">
                  <a:moveTo>
                    <a:pt x="2097667" y="401395"/>
                  </a:moveTo>
                  <a:lnTo>
                    <a:pt x="2130279" y="457883"/>
                  </a:lnTo>
                  <a:lnTo>
                    <a:pt x="2073791" y="490495"/>
                  </a:lnTo>
                  <a:lnTo>
                    <a:pt x="2041178" y="434007"/>
                  </a:lnTo>
                  <a:lnTo>
                    <a:pt x="2097667" y="401395"/>
                  </a:lnTo>
                  <a:close/>
                </a:path>
                <a:path w="6694170" h="6997065">
                  <a:moveTo>
                    <a:pt x="2172262" y="532366"/>
                  </a:moveTo>
                  <a:lnTo>
                    <a:pt x="2203992" y="587320"/>
                  </a:lnTo>
                  <a:lnTo>
                    <a:pt x="2149032" y="619050"/>
                  </a:lnTo>
                  <a:lnTo>
                    <a:pt x="2117302" y="564096"/>
                  </a:lnTo>
                  <a:lnTo>
                    <a:pt x="2172262" y="532366"/>
                  </a:lnTo>
                  <a:close/>
                </a:path>
                <a:path w="6694170" h="6997065">
                  <a:moveTo>
                    <a:pt x="2246751" y="663727"/>
                  </a:moveTo>
                  <a:lnTo>
                    <a:pt x="2277301" y="716650"/>
                  </a:lnTo>
                  <a:lnTo>
                    <a:pt x="2224379" y="747207"/>
                  </a:lnTo>
                  <a:lnTo>
                    <a:pt x="2193822" y="694284"/>
                  </a:lnTo>
                  <a:lnTo>
                    <a:pt x="2246751" y="663727"/>
                  </a:lnTo>
                  <a:close/>
                </a:path>
                <a:path w="6694170" h="6997065">
                  <a:moveTo>
                    <a:pt x="2321233" y="795095"/>
                  </a:moveTo>
                  <a:lnTo>
                    <a:pt x="2350611" y="845980"/>
                  </a:lnTo>
                  <a:lnTo>
                    <a:pt x="2299726" y="875358"/>
                  </a:lnTo>
                  <a:lnTo>
                    <a:pt x="2270348" y="824473"/>
                  </a:lnTo>
                  <a:lnTo>
                    <a:pt x="2321233" y="795095"/>
                  </a:lnTo>
                  <a:close/>
                </a:path>
                <a:path w="6694170" h="6997065">
                  <a:moveTo>
                    <a:pt x="2395615" y="926865"/>
                  </a:moveTo>
                  <a:lnTo>
                    <a:pt x="2423524" y="975203"/>
                  </a:lnTo>
                  <a:lnTo>
                    <a:pt x="2375180" y="1003113"/>
                  </a:lnTo>
                  <a:lnTo>
                    <a:pt x="2347270" y="954775"/>
                  </a:lnTo>
                  <a:lnTo>
                    <a:pt x="2395615" y="926865"/>
                  </a:lnTo>
                  <a:close/>
                </a:path>
                <a:path w="6694170" h="6997065">
                  <a:moveTo>
                    <a:pt x="2470103" y="1058227"/>
                  </a:moveTo>
                  <a:lnTo>
                    <a:pt x="2496839" y="1104533"/>
                  </a:lnTo>
                  <a:lnTo>
                    <a:pt x="2450527" y="1131270"/>
                  </a:lnTo>
                  <a:lnTo>
                    <a:pt x="2423790" y="1084963"/>
                  </a:lnTo>
                  <a:lnTo>
                    <a:pt x="2470103" y="1058227"/>
                  </a:lnTo>
                  <a:close/>
                </a:path>
                <a:path w="6694170" h="6997065">
                  <a:moveTo>
                    <a:pt x="2544479" y="1189991"/>
                  </a:moveTo>
                  <a:lnTo>
                    <a:pt x="2569747" y="1233756"/>
                  </a:lnTo>
                  <a:lnTo>
                    <a:pt x="2525981" y="1259024"/>
                  </a:lnTo>
                  <a:lnTo>
                    <a:pt x="2500719" y="1215259"/>
                  </a:lnTo>
                  <a:lnTo>
                    <a:pt x="2544479" y="1189991"/>
                  </a:lnTo>
                  <a:close/>
                </a:path>
                <a:path w="6694170" h="6997065">
                  <a:moveTo>
                    <a:pt x="2618967" y="1321359"/>
                  </a:moveTo>
                  <a:lnTo>
                    <a:pt x="2643056" y="1363087"/>
                  </a:lnTo>
                  <a:lnTo>
                    <a:pt x="2601334" y="1387176"/>
                  </a:lnTo>
                  <a:lnTo>
                    <a:pt x="2577239" y="1345448"/>
                  </a:lnTo>
                  <a:lnTo>
                    <a:pt x="2618967" y="1321359"/>
                  </a:lnTo>
                  <a:close/>
                </a:path>
                <a:path w="6694170" h="6997065">
                  <a:moveTo>
                    <a:pt x="2693455" y="1452726"/>
                  </a:moveTo>
                  <a:lnTo>
                    <a:pt x="2716372" y="1492416"/>
                  </a:lnTo>
                  <a:lnTo>
                    <a:pt x="2676676" y="1515333"/>
                  </a:lnTo>
                  <a:lnTo>
                    <a:pt x="2653759" y="1475643"/>
                  </a:lnTo>
                  <a:lnTo>
                    <a:pt x="2693455" y="1452726"/>
                  </a:lnTo>
                  <a:close/>
                </a:path>
                <a:path w="6694170" h="6997065">
                  <a:moveTo>
                    <a:pt x="2767944" y="1584088"/>
                  </a:moveTo>
                  <a:lnTo>
                    <a:pt x="2789681" y="1621741"/>
                  </a:lnTo>
                  <a:lnTo>
                    <a:pt x="2752022" y="1643484"/>
                  </a:lnTo>
                  <a:lnTo>
                    <a:pt x="2730279" y="1605831"/>
                  </a:lnTo>
                  <a:lnTo>
                    <a:pt x="2767944" y="1584088"/>
                  </a:lnTo>
                  <a:close/>
                </a:path>
                <a:path w="6694170" h="6997065">
                  <a:moveTo>
                    <a:pt x="2842539" y="1715053"/>
                  </a:moveTo>
                  <a:lnTo>
                    <a:pt x="2863394" y="1751184"/>
                  </a:lnTo>
                  <a:lnTo>
                    <a:pt x="2827263" y="1772044"/>
                  </a:lnTo>
                  <a:lnTo>
                    <a:pt x="2806402" y="1735914"/>
                  </a:lnTo>
                  <a:lnTo>
                    <a:pt x="2842539" y="1715053"/>
                  </a:lnTo>
                  <a:close/>
                </a:path>
                <a:path w="6694170" h="6997065">
                  <a:moveTo>
                    <a:pt x="2916915" y="1846823"/>
                  </a:moveTo>
                  <a:lnTo>
                    <a:pt x="2936307" y="1880407"/>
                  </a:lnTo>
                  <a:lnTo>
                    <a:pt x="2902717" y="1899799"/>
                  </a:lnTo>
                  <a:lnTo>
                    <a:pt x="2883331" y="1866215"/>
                  </a:lnTo>
                  <a:lnTo>
                    <a:pt x="2916915" y="1846823"/>
                  </a:lnTo>
                  <a:close/>
                </a:path>
                <a:path w="6694170" h="6997065">
                  <a:moveTo>
                    <a:pt x="2991510" y="1977782"/>
                  </a:moveTo>
                  <a:lnTo>
                    <a:pt x="3010020" y="2009843"/>
                  </a:lnTo>
                  <a:lnTo>
                    <a:pt x="2977958" y="2028353"/>
                  </a:lnTo>
                  <a:lnTo>
                    <a:pt x="2959449" y="1996291"/>
                  </a:lnTo>
                  <a:lnTo>
                    <a:pt x="2991510" y="1977782"/>
                  </a:lnTo>
                  <a:close/>
                </a:path>
                <a:path w="6694170" h="6997065">
                  <a:moveTo>
                    <a:pt x="3065993" y="2109149"/>
                  </a:moveTo>
                  <a:lnTo>
                    <a:pt x="3083323" y="2139173"/>
                  </a:lnTo>
                  <a:lnTo>
                    <a:pt x="3053311" y="2156504"/>
                  </a:lnTo>
                  <a:lnTo>
                    <a:pt x="3035975" y="2126480"/>
                  </a:lnTo>
                  <a:lnTo>
                    <a:pt x="3065993" y="2109149"/>
                  </a:lnTo>
                  <a:close/>
                </a:path>
                <a:path w="6694170" h="6997065">
                  <a:moveTo>
                    <a:pt x="3140487" y="2240517"/>
                  </a:moveTo>
                  <a:lnTo>
                    <a:pt x="3156645" y="2268503"/>
                  </a:lnTo>
                  <a:lnTo>
                    <a:pt x="3128653" y="2284661"/>
                  </a:lnTo>
                  <a:lnTo>
                    <a:pt x="3112494" y="2256675"/>
                  </a:lnTo>
                  <a:lnTo>
                    <a:pt x="3140487" y="2240517"/>
                  </a:lnTo>
                  <a:close/>
                </a:path>
                <a:path w="6694170" h="6997065">
                  <a:moveTo>
                    <a:pt x="3215075" y="2371482"/>
                  </a:moveTo>
                  <a:lnTo>
                    <a:pt x="3230351" y="2397946"/>
                  </a:lnTo>
                  <a:lnTo>
                    <a:pt x="3203899" y="2413221"/>
                  </a:lnTo>
                  <a:lnTo>
                    <a:pt x="3188617" y="2386757"/>
                  </a:lnTo>
                  <a:lnTo>
                    <a:pt x="3215075" y="2371482"/>
                  </a:lnTo>
                  <a:close/>
                </a:path>
                <a:path w="6694170" h="6997065">
                  <a:moveTo>
                    <a:pt x="3289564" y="2502843"/>
                  </a:moveTo>
                  <a:lnTo>
                    <a:pt x="3303666" y="2527270"/>
                  </a:lnTo>
                  <a:lnTo>
                    <a:pt x="3279239" y="2541373"/>
                  </a:lnTo>
                  <a:lnTo>
                    <a:pt x="3265137" y="2516946"/>
                  </a:lnTo>
                  <a:lnTo>
                    <a:pt x="3289564" y="2502843"/>
                  </a:lnTo>
                  <a:close/>
                </a:path>
                <a:path w="6694170" h="6997065">
                  <a:moveTo>
                    <a:pt x="3364052" y="2634217"/>
                  </a:moveTo>
                  <a:lnTo>
                    <a:pt x="3376976" y="2656606"/>
                  </a:lnTo>
                  <a:lnTo>
                    <a:pt x="3354593" y="2669530"/>
                  </a:lnTo>
                  <a:lnTo>
                    <a:pt x="3341663" y="2647141"/>
                  </a:lnTo>
                  <a:lnTo>
                    <a:pt x="3364052" y="2634217"/>
                  </a:lnTo>
                  <a:close/>
                </a:path>
                <a:path w="6694170" h="6997065">
                  <a:moveTo>
                    <a:pt x="3438648" y="2765175"/>
                  </a:moveTo>
                  <a:lnTo>
                    <a:pt x="3450689" y="2786036"/>
                  </a:lnTo>
                  <a:lnTo>
                    <a:pt x="3429828" y="2798083"/>
                  </a:lnTo>
                  <a:lnTo>
                    <a:pt x="3417780" y="2777223"/>
                  </a:lnTo>
                  <a:lnTo>
                    <a:pt x="3438648" y="2765175"/>
                  </a:lnTo>
                  <a:close/>
                </a:path>
                <a:path w="6694170" h="6997065">
                  <a:moveTo>
                    <a:pt x="3513130" y="2896543"/>
                  </a:moveTo>
                  <a:lnTo>
                    <a:pt x="3524005" y="2915372"/>
                  </a:lnTo>
                  <a:lnTo>
                    <a:pt x="3505175" y="2926241"/>
                  </a:lnTo>
                  <a:lnTo>
                    <a:pt x="3494306" y="2907411"/>
                  </a:lnTo>
                  <a:lnTo>
                    <a:pt x="3513130" y="2896543"/>
                  </a:lnTo>
                  <a:close/>
                </a:path>
                <a:path w="6694170" h="6997065">
                  <a:moveTo>
                    <a:pt x="3587831" y="3027105"/>
                  </a:moveTo>
                  <a:lnTo>
                    <a:pt x="3598114" y="3044915"/>
                  </a:lnTo>
                  <a:lnTo>
                    <a:pt x="3580309" y="3055198"/>
                  </a:lnTo>
                  <a:lnTo>
                    <a:pt x="3570027" y="3037387"/>
                  </a:lnTo>
                  <a:lnTo>
                    <a:pt x="3587831" y="3027105"/>
                  </a:lnTo>
                  <a:close/>
                </a:path>
                <a:path w="6694170" h="6997065">
                  <a:moveTo>
                    <a:pt x="3662319" y="3158466"/>
                  </a:moveTo>
                  <a:lnTo>
                    <a:pt x="3671429" y="3174245"/>
                  </a:lnTo>
                  <a:lnTo>
                    <a:pt x="3655656" y="3183355"/>
                  </a:lnTo>
                  <a:lnTo>
                    <a:pt x="3646546" y="3167576"/>
                  </a:lnTo>
                  <a:lnTo>
                    <a:pt x="3662319" y="3158466"/>
                  </a:lnTo>
                  <a:close/>
                </a:path>
                <a:path w="6694170" h="6997065">
                  <a:moveTo>
                    <a:pt x="3736915" y="3289437"/>
                  </a:moveTo>
                  <a:lnTo>
                    <a:pt x="3745142" y="3303682"/>
                  </a:lnTo>
                  <a:lnTo>
                    <a:pt x="3730897" y="3311909"/>
                  </a:lnTo>
                  <a:lnTo>
                    <a:pt x="3722670" y="3297664"/>
                  </a:lnTo>
                  <a:lnTo>
                    <a:pt x="3736915" y="3289437"/>
                  </a:lnTo>
                  <a:close/>
                </a:path>
                <a:path w="6694170" h="6997065">
                  <a:moveTo>
                    <a:pt x="3811510" y="3420402"/>
                  </a:moveTo>
                  <a:lnTo>
                    <a:pt x="3818855" y="3433125"/>
                  </a:lnTo>
                  <a:lnTo>
                    <a:pt x="3806138" y="3440470"/>
                  </a:lnTo>
                  <a:lnTo>
                    <a:pt x="3798793" y="3427747"/>
                  </a:lnTo>
                  <a:lnTo>
                    <a:pt x="3811510" y="3420402"/>
                  </a:lnTo>
                  <a:close/>
                </a:path>
                <a:path w="6694170" h="6997065">
                  <a:moveTo>
                    <a:pt x="3886106" y="3551360"/>
                  </a:moveTo>
                  <a:lnTo>
                    <a:pt x="3892567" y="3562561"/>
                  </a:lnTo>
                  <a:lnTo>
                    <a:pt x="3881379" y="3569023"/>
                  </a:lnTo>
                  <a:lnTo>
                    <a:pt x="3874911" y="3557823"/>
                  </a:lnTo>
                  <a:lnTo>
                    <a:pt x="3886106" y="3551360"/>
                  </a:lnTo>
                  <a:close/>
                </a:path>
                <a:path w="6694170" h="6997065">
                  <a:moveTo>
                    <a:pt x="3960593" y="3682728"/>
                  </a:moveTo>
                  <a:lnTo>
                    <a:pt x="3965883" y="3691891"/>
                  </a:lnTo>
                  <a:lnTo>
                    <a:pt x="3956720" y="3697180"/>
                  </a:lnTo>
                  <a:lnTo>
                    <a:pt x="3951430" y="3688017"/>
                  </a:lnTo>
                  <a:lnTo>
                    <a:pt x="3960593" y="3682728"/>
                  </a:lnTo>
                  <a:close/>
                </a:path>
                <a:path w="6694170" h="6997065">
                  <a:moveTo>
                    <a:pt x="4035295" y="3813290"/>
                  </a:moveTo>
                  <a:lnTo>
                    <a:pt x="4039998" y="3821434"/>
                  </a:lnTo>
                  <a:lnTo>
                    <a:pt x="4031854" y="3826137"/>
                  </a:lnTo>
                  <a:lnTo>
                    <a:pt x="4027151" y="3817993"/>
                  </a:lnTo>
                  <a:lnTo>
                    <a:pt x="4035295" y="3813290"/>
                  </a:lnTo>
                  <a:close/>
                </a:path>
                <a:path w="6694170" h="6997065">
                  <a:moveTo>
                    <a:pt x="4109997" y="3943852"/>
                  </a:moveTo>
                  <a:lnTo>
                    <a:pt x="4114107" y="3950977"/>
                  </a:lnTo>
                  <a:lnTo>
                    <a:pt x="4106988" y="3955088"/>
                  </a:lnTo>
                  <a:lnTo>
                    <a:pt x="4102871" y="3947962"/>
                  </a:lnTo>
                  <a:lnTo>
                    <a:pt x="4109997" y="3943852"/>
                  </a:lnTo>
                  <a:close/>
                </a:path>
                <a:path w="6694170" h="6997065">
                  <a:moveTo>
                    <a:pt x="4184699" y="4074420"/>
                  </a:moveTo>
                  <a:lnTo>
                    <a:pt x="4188223" y="4080526"/>
                  </a:lnTo>
                  <a:lnTo>
                    <a:pt x="4182122" y="4084051"/>
                  </a:lnTo>
                  <a:lnTo>
                    <a:pt x="4178592" y="4077944"/>
                  </a:lnTo>
                  <a:lnTo>
                    <a:pt x="4184699" y="4074420"/>
                  </a:lnTo>
                  <a:close/>
                </a:path>
                <a:path w="6694170" h="6997065">
                  <a:moveTo>
                    <a:pt x="4259400" y="4204982"/>
                  </a:moveTo>
                  <a:lnTo>
                    <a:pt x="4262338" y="4210070"/>
                  </a:lnTo>
                  <a:lnTo>
                    <a:pt x="4257250" y="4213007"/>
                  </a:lnTo>
                  <a:lnTo>
                    <a:pt x="4254312" y="4207920"/>
                  </a:lnTo>
                  <a:lnTo>
                    <a:pt x="4259400" y="4204982"/>
                  </a:lnTo>
                  <a:close/>
                </a:path>
                <a:path w="6694170" h="6997065">
                  <a:moveTo>
                    <a:pt x="4334102" y="4335544"/>
                  </a:moveTo>
                  <a:lnTo>
                    <a:pt x="4336453" y="4339613"/>
                  </a:lnTo>
                  <a:lnTo>
                    <a:pt x="4332384" y="4341965"/>
                  </a:lnTo>
                  <a:lnTo>
                    <a:pt x="4330033" y="4337895"/>
                  </a:lnTo>
                  <a:lnTo>
                    <a:pt x="4334102" y="4335544"/>
                  </a:lnTo>
                  <a:close/>
                </a:path>
                <a:path w="6694170" h="6997065">
                  <a:moveTo>
                    <a:pt x="4408809" y="4466106"/>
                  </a:moveTo>
                  <a:lnTo>
                    <a:pt x="4410569" y="4469156"/>
                  </a:lnTo>
                  <a:lnTo>
                    <a:pt x="4407512" y="4470921"/>
                  </a:lnTo>
                  <a:lnTo>
                    <a:pt x="4405747" y="4467871"/>
                  </a:lnTo>
                  <a:lnTo>
                    <a:pt x="4408809" y="4466106"/>
                  </a:lnTo>
                  <a:close/>
                </a:path>
                <a:path w="6694170" h="6997065">
                  <a:moveTo>
                    <a:pt x="4483505" y="4596668"/>
                  </a:moveTo>
                  <a:lnTo>
                    <a:pt x="4484678" y="4598706"/>
                  </a:lnTo>
                  <a:lnTo>
                    <a:pt x="4482652" y="4599878"/>
                  </a:lnTo>
                  <a:lnTo>
                    <a:pt x="4481473" y="4597841"/>
                  </a:lnTo>
                  <a:lnTo>
                    <a:pt x="4483505" y="4596668"/>
                  </a:lnTo>
                  <a:close/>
                </a:path>
                <a:path w="6694170" h="6997065">
                  <a:moveTo>
                    <a:pt x="4557194" y="4727817"/>
                  </a:moveTo>
                  <a:lnTo>
                    <a:pt x="4558544" y="4727817"/>
                  </a:lnTo>
                  <a:lnTo>
                    <a:pt x="4558793" y="4728249"/>
                  </a:lnTo>
                  <a:lnTo>
                    <a:pt x="4557443" y="4728249"/>
                  </a:lnTo>
                  <a:lnTo>
                    <a:pt x="4557194" y="4727817"/>
                  </a:lnTo>
                  <a:close/>
                </a:path>
                <a:path w="6694170" h="6997065">
                  <a:moveTo>
                    <a:pt x="1610125" y="0"/>
                  </a:moveTo>
                  <a:lnTo>
                    <a:pt x="1700368" y="0"/>
                  </a:lnTo>
                  <a:lnTo>
                    <a:pt x="1709678" y="16124"/>
                  </a:lnTo>
                  <a:lnTo>
                    <a:pt x="1641995" y="55199"/>
                  </a:lnTo>
                  <a:lnTo>
                    <a:pt x="1610125" y="0"/>
                  </a:lnTo>
                  <a:close/>
                </a:path>
                <a:path w="6694170" h="6997065">
                  <a:moveTo>
                    <a:pt x="1744985" y="80218"/>
                  </a:moveTo>
                  <a:lnTo>
                    <a:pt x="1782591" y="145348"/>
                  </a:lnTo>
                  <a:lnTo>
                    <a:pt x="1717455" y="182953"/>
                  </a:lnTo>
                  <a:lnTo>
                    <a:pt x="1679849" y="117823"/>
                  </a:lnTo>
                  <a:lnTo>
                    <a:pt x="1744985" y="80218"/>
                  </a:lnTo>
                  <a:close/>
                </a:path>
                <a:path w="6694170" h="6997065">
                  <a:moveTo>
                    <a:pt x="1819473" y="211579"/>
                  </a:moveTo>
                  <a:lnTo>
                    <a:pt x="1855900" y="274678"/>
                  </a:lnTo>
                  <a:lnTo>
                    <a:pt x="1792802" y="311105"/>
                  </a:lnTo>
                  <a:lnTo>
                    <a:pt x="1756375" y="248006"/>
                  </a:lnTo>
                  <a:lnTo>
                    <a:pt x="1819473" y="211579"/>
                  </a:lnTo>
                  <a:close/>
                </a:path>
                <a:path w="6694170" h="6997065">
                  <a:moveTo>
                    <a:pt x="1893850" y="343350"/>
                  </a:moveTo>
                  <a:lnTo>
                    <a:pt x="1928813" y="403901"/>
                  </a:lnTo>
                  <a:lnTo>
                    <a:pt x="1868256" y="438865"/>
                  </a:lnTo>
                  <a:lnTo>
                    <a:pt x="1833298" y="378308"/>
                  </a:lnTo>
                  <a:lnTo>
                    <a:pt x="1893850" y="343350"/>
                  </a:lnTo>
                  <a:close/>
                </a:path>
                <a:path w="6694170" h="6997065">
                  <a:moveTo>
                    <a:pt x="1968332" y="474711"/>
                  </a:moveTo>
                  <a:lnTo>
                    <a:pt x="2002117" y="533231"/>
                  </a:lnTo>
                  <a:lnTo>
                    <a:pt x="1943603" y="567016"/>
                  </a:lnTo>
                  <a:lnTo>
                    <a:pt x="1909818" y="508496"/>
                  </a:lnTo>
                  <a:lnTo>
                    <a:pt x="1968332" y="474711"/>
                  </a:lnTo>
                  <a:close/>
                </a:path>
                <a:path w="6694170" h="6997065">
                  <a:moveTo>
                    <a:pt x="2042820" y="606079"/>
                  </a:moveTo>
                  <a:lnTo>
                    <a:pt x="2075432" y="662561"/>
                  </a:lnTo>
                  <a:lnTo>
                    <a:pt x="2018950" y="695173"/>
                  </a:lnTo>
                  <a:lnTo>
                    <a:pt x="1986338" y="638691"/>
                  </a:lnTo>
                  <a:lnTo>
                    <a:pt x="2042820" y="606079"/>
                  </a:lnTo>
                  <a:close/>
                </a:path>
                <a:path w="6694170" h="6997065">
                  <a:moveTo>
                    <a:pt x="2117314" y="737441"/>
                  </a:moveTo>
                  <a:lnTo>
                    <a:pt x="2148748" y="791891"/>
                  </a:lnTo>
                  <a:lnTo>
                    <a:pt x="2094297" y="823325"/>
                  </a:lnTo>
                  <a:lnTo>
                    <a:pt x="2062864" y="768880"/>
                  </a:lnTo>
                  <a:lnTo>
                    <a:pt x="2117314" y="737441"/>
                  </a:lnTo>
                  <a:close/>
                </a:path>
                <a:path w="6694170" h="6997065">
                  <a:moveTo>
                    <a:pt x="2191797" y="868808"/>
                  </a:moveTo>
                  <a:lnTo>
                    <a:pt x="2222057" y="921221"/>
                  </a:lnTo>
                  <a:lnTo>
                    <a:pt x="2169644" y="951482"/>
                  </a:lnTo>
                  <a:lnTo>
                    <a:pt x="2139383" y="899069"/>
                  </a:lnTo>
                  <a:lnTo>
                    <a:pt x="2191797" y="868808"/>
                  </a:lnTo>
                  <a:close/>
                </a:path>
                <a:path w="6694170" h="6997065">
                  <a:moveTo>
                    <a:pt x="2266173" y="1000572"/>
                  </a:moveTo>
                  <a:lnTo>
                    <a:pt x="2294965" y="1050445"/>
                  </a:lnTo>
                  <a:lnTo>
                    <a:pt x="2245098" y="1079237"/>
                  </a:lnTo>
                  <a:lnTo>
                    <a:pt x="2216306" y="1029365"/>
                  </a:lnTo>
                  <a:lnTo>
                    <a:pt x="2266173" y="1000572"/>
                  </a:lnTo>
                  <a:close/>
                </a:path>
                <a:path w="6694170" h="6997065">
                  <a:moveTo>
                    <a:pt x="2340661" y="1131940"/>
                  </a:moveTo>
                  <a:lnTo>
                    <a:pt x="2368280" y="1179769"/>
                  </a:lnTo>
                  <a:lnTo>
                    <a:pt x="2320445" y="1207388"/>
                  </a:lnTo>
                  <a:lnTo>
                    <a:pt x="2292832" y="1159553"/>
                  </a:lnTo>
                  <a:lnTo>
                    <a:pt x="2340661" y="1131940"/>
                  </a:lnTo>
                  <a:close/>
                </a:path>
                <a:path w="6694170" h="6997065">
                  <a:moveTo>
                    <a:pt x="2415042" y="1263704"/>
                  </a:moveTo>
                  <a:lnTo>
                    <a:pt x="2441193" y="1308998"/>
                  </a:lnTo>
                  <a:lnTo>
                    <a:pt x="2395905" y="1335142"/>
                  </a:lnTo>
                  <a:lnTo>
                    <a:pt x="2369755" y="1289854"/>
                  </a:lnTo>
                  <a:lnTo>
                    <a:pt x="2415042" y="1263704"/>
                  </a:lnTo>
                  <a:close/>
                </a:path>
                <a:path w="6694170" h="6997065">
                  <a:moveTo>
                    <a:pt x="2489424" y="1395474"/>
                  </a:moveTo>
                  <a:lnTo>
                    <a:pt x="2514100" y="1438221"/>
                  </a:lnTo>
                  <a:lnTo>
                    <a:pt x="2471359" y="1462897"/>
                  </a:lnTo>
                  <a:lnTo>
                    <a:pt x="2446678" y="1420156"/>
                  </a:lnTo>
                  <a:lnTo>
                    <a:pt x="2489424" y="1395474"/>
                  </a:lnTo>
                  <a:close/>
                </a:path>
                <a:path w="6694170" h="6997065">
                  <a:moveTo>
                    <a:pt x="2563907" y="1526842"/>
                  </a:moveTo>
                  <a:lnTo>
                    <a:pt x="2587409" y="1567551"/>
                  </a:lnTo>
                  <a:lnTo>
                    <a:pt x="2546700" y="1591054"/>
                  </a:lnTo>
                  <a:lnTo>
                    <a:pt x="2523197" y="1550344"/>
                  </a:lnTo>
                  <a:lnTo>
                    <a:pt x="2563907" y="1526842"/>
                  </a:lnTo>
                  <a:close/>
                </a:path>
                <a:path w="6694170" h="6997065">
                  <a:moveTo>
                    <a:pt x="2638395" y="1658204"/>
                  </a:moveTo>
                  <a:lnTo>
                    <a:pt x="2660725" y="1696881"/>
                  </a:lnTo>
                  <a:lnTo>
                    <a:pt x="2622054" y="1719211"/>
                  </a:lnTo>
                  <a:lnTo>
                    <a:pt x="2599723" y="1680534"/>
                  </a:lnTo>
                  <a:lnTo>
                    <a:pt x="2638395" y="1658204"/>
                  </a:lnTo>
                  <a:close/>
                </a:path>
                <a:path w="6694170" h="6997065">
                  <a:moveTo>
                    <a:pt x="2712990" y="1789174"/>
                  </a:moveTo>
                  <a:lnTo>
                    <a:pt x="2734438" y="1826318"/>
                  </a:lnTo>
                  <a:lnTo>
                    <a:pt x="2697288" y="1847765"/>
                  </a:lnTo>
                  <a:lnTo>
                    <a:pt x="2675841" y="1810622"/>
                  </a:lnTo>
                  <a:lnTo>
                    <a:pt x="2712990" y="1789174"/>
                  </a:lnTo>
                  <a:close/>
                </a:path>
                <a:path w="6694170" h="6997065">
                  <a:moveTo>
                    <a:pt x="2787479" y="1920536"/>
                  </a:moveTo>
                  <a:lnTo>
                    <a:pt x="2807754" y="1955648"/>
                  </a:lnTo>
                  <a:lnTo>
                    <a:pt x="2772641" y="1975917"/>
                  </a:lnTo>
                  <a:lnTo>
                    <a:pt x="2752367" y="1940805"/>
                  </a:lnTo>
                  <a:lnTo>
                    <a:pt x="2787479" y="1920536"/>
                  </a:lnTo>
                  <a:close/>
                </a:path>
                <a:path w="6694170" h="6997065">
                  <a:moveTo>
                    <a:pt x="2861961" y="2051904"/>
                  </a:moveTo>
                  <a:lnTo>
                    <a:pt x="2881057" y="2084978"/>
                  </a:lnTo>
                  <a:lnTo>
                    <a:pt x="2847983" y="2104074"/>
                  </a:lnTo>
                  <a:lnTo>
                    <a:pt x="2828887" y="2071000"/>
                  </a:lnTo>
                  <a:lnTo>
                    <a:pt x="2861961" y="2051904"/>
                  </a:lnTo>
                  <a:close/>
                </a:path>
                <a:path w="6694170" h="6997065">
                  <a:moveTo>
                    <a:pt x="2936449" y="2183265"/>
                  </a:moveTo>
                  <a:lnTo>
                    <a:pt x="2954372" y="2214308"/>
                  </a:lnTo>
                  <a:lnTo>
                    <a:pt x="2923335" y="2232231"/>
                  </a:lnTo>
                  <a:lnTo>
                    <a:pt x="2905412" y="2201188"/>
                  </a:lnTo>
                  <a:lnTo>
                    <a:pt x="2936449" y="2183265"/>
                  </a:lnTo>
                  <a:close/>
                </a:path>
                <a:path w="6694170" h="6997065">
                  <a:moveTo>
                    <a:pt x="3010831" y="2315035"/>
                  </a:moveTo>
                  <a:lnTo>
                    <a:pt x="3027279" y="2343525"/>
                  </a:lnTo>
                  <a:lnTo>
                    <a:pt x="2998789" y="2359980"/>
                  </a:lnTo>
                  <a:lnTo>
                    <a:pt x="2982335" y="2331484"/>
                  </a:lnTo>
                  <a:lnTo>
                    <a:pt x="3010831" y="2315035"/>
                  </a:lnTo>
                  <a:close/>
                </a:path>
                <a:path w="6694170" h="6997065">
                  <a:moveTo>
                    <a:pt x="3085531" y="2445597"/>
                  </a:moveTo>
                  <a:lnTo>
                    <a:pt x="3101401" y="2473074"/>
                  </a:lnTo>
                  <a:lnTo>
                    <a:pt x="3073917" y="2488942"/>
                  </a:lnTo>
                  <a:lnTo>
                    <a:pt x="3058055" y="2461459"/>
                  </a:lnTo>
                  <a:lnTo>
                    <a:pt x="3085531" y="2445597"/>
                  </a:lnTo>
                  <a:close/>
                </a:path>
                <a:path w="6694170" h="6997065">
                  <a:moveTo>
                    <a:pt x="3160015" y="2576965"/>
                  </a:moveTo>
                  <a:lnTo>
                    <a:pt x="3174704" y="2602404"/>
                  </a:lnTo>
                  <a:lnTo>
                    <a:pt x="3149265" y="2617094"/>
                  </a:lnTo>
                  <a:lnTo>
                    <a:pt x="3134576" y="2591654"/>
                  </a:lnTo>
                  <a:lnTo>
                    <a:pt x="3160015" y="2576965"/>
                  </a:lnTo>
                  <a:close/>
                </a:path>
                <a:path w="6694170" h="6997065">
                  <a:moveTo>
                    <a:pt x="3234397" y="2708729"/>
                  </a:moveTo>
                  <a:lnTo>
                    <a:pt x="3247618" y="2731628"/>
                  </a:lnTo>
                  <a:lnTo>
                    <a:pt x="3224719" y="2744848"/>
                  </a:lnTo>
                  <a:lnTo>
                    <a:pt x="3211498" y="2721950"/>
                  </a:lnTo>
                  <a:lnTo>
                    <a:pt x="3234397" y="2708729"/>
                  </a:lnTo>
                  <a:close/>
                </a:path>
                <a:path w="6694170" h="6997065">
                  <a:moveTo>
                    <a:pt x="3308992" y="2839700"/>
                  </a:moveTo>
                  <a:lnTo>
                    <a:pt x="3321330" y="2861064"/>
                  </a:lnTo>
                  <a:lnTo>
                    <a:pt x="3299960" y="2873402"/>
                  </a:lnTo>
                  <a:lnTo>
                    <a:pt x="3287622" y="2852038"/>
                  </a:lnTo>
                  <a:lnTo>
                    <a:pt x="3308992" y="2839700"/>
                  </a:lnTo>
                  <a:close/>
                </a:path>
                <a:path w="6694170" h="6997065">
                  <a:moveTo>
                    <a:pt x="3383588" y="2970658"/>
                  </a:moveTo>
                  <a:lnTo>
                    <a:pt x="3395048" y="2990501"/>
                  </a:lnTo>
                  <a:lnTo>
                    <a:pt x="3375200" y="3001962"/>
                  </a:lnTo>
                  <a:lnTo>
                    <a:pt x="3363745" y="2982114"/>
                  </a:lnTo>
                  <a:lnTo>
                    <a:pt x="3383588" y="2970658"/>
                  </a:lnTo>
                  <a:close/>
                </a:path>
                <a:path w="6694170" h="6997065">
                  <a:moveTo>
                    <a:pt x="3458183" y="3101623"/>
                  </a:moveTo>
                  <a:lnTo>
                    <a:pt x="3468762" y="3119943"/>
                  </a:lnTo>
                  <a:lnTo>
                    <a:pt x="3450442" y="3130516"/>
                  </a:lnTo>
                  <a:lnTo>
                    <a:pt x="3439869" y="3112196"/>
                  </a:lnTo>
                  <a:lnTo>
                    <a:pt x="3458183" y="3101623"/>
                  </a:lnTo>
                  <a:close/>
                </a:path>
                <a:path w="6694170" h="6997065">
                  <a:moveTo>
                    <a:pt x="3532671" y="3232991"/>
                  </a:moveTo>
                  <a:lnTo>
                    <a:pt x="3542071" y="3249274"/>
                  </a:lnTo>
                  <a:lnTo>
                    <a:pt x="3525788" y="3258674"/>
                  </a:lnTo>
                  <a:lnTo>
                    <a:pt x="3516388" y="3242391"/>
                  </a:lnTo>
                  <a:lnTo>
                    <a:pt x="3532671" y="3232991"/>
                  </a:lnTo>
                  <a:close/>
                </a:path>
                <a:path w="6694170" h="6997065">
                  <a:moveTo>
                    <a:pt x="3607266" y="3363949"/>
                  </a:moveTo>
                  <a:lnTo>
                    <a:pt x="3615784" y="3378704"/>
                  </a:lnTo>
                  <a:lnTo>
                    <a:pt x="3601029" y="3387227"/>
                  </a:lnTo>
                  <a:lnTo>
                    <a:pt x="3592506" y="3372467"/>
                  </a:lnTo>
                  <a:lnTo>
                    <a:pt x="3607266" y="3363949"/>
                  </a:lnTo>
                  <a:close/>
                </a:path>
                <a:path w="6694170" h="6997065">
                  <a:moveTo>
                    <a:pt x="3681860" y="3494914"/>
                  </a:moveTo>
                  <a:lnTo>
                    <a:pt x="3689496" y="3508146"/>
                  </a:lnTo>
                  <a:lnTo>
                    <a:pt x="3676270" y="3515781"/>
                  </a:lnTo>
                  <a:lnTo>
                    <a:pt x="3668629" y="3502555"/>
                  </a:lnTo>
                  <a:lnTo>
                    <a:pt x="3681860" y="3494914"/>
                  </a:lnTo>
                  <a:close/>
                </a:path>
                <a:path w="6694170" h="6997065">
                  <a:moveTo>
                    <a:pt x="3756457" y="3625885"/>
                  </a:moveTo>
                  <a:lnTo>
                    <a:pt x="3763209" y="3637583"/>
                  </a:lnTo>
                  <a:lnTo>
                    <a:pt x="3751505" y="3644342"/>
                  </a:lnTo>
                  <a:lnTo>
                    <a:pt x="3744753" y="3632643"/>
                  </a:lnTo>
                  <a:lnTo>
                    <a:pt x="3756457" y="3625885"/>
                  </a:lnTo>
                  <a:close/>
                </a:path>
                <a:path w="6694170" h="6997065">
                  <a:moveTo>
                    <a:pt x="3830945" y="3757247"/>
                  </a:moveTo>
                  <a:lnTo>
                    <a:pt x="3836524" y="3766914"/>
                  </a:lnTo>
                  <a:lnTo>
                    <a:pt x="3826858" y="3772499"/>
                  </a:lnTo>
                  <a:lnTo>
                    <a:pt x="3821273" y="3762826"/>
                  </a:lnTo>
                  <a:lnTo>
                    <a:pt x="3830945" y="3757247"/>
                  </a:lnTo>
                  <a:close/>
                </a:path>
                <a:path w="6694170" h="6997065">
                  <a:moveTo>
                    <a:pt x="3905641" y="3887809"/>
                  </a:moveTo>
                  <a:lnTo>
                    <a:pt x="3910634" y="3896462"/>
                  </a:lnTo>
                  <a:lnTo>
                    <a:pt x="3901986" y="3901455"/>
                  </a:lnTo>
                  <a:lnTo>
                    <a:pt x="3896993" y="3892802"/>
                  </a:lnTo>
                  <a:lnTo>
                    <a:pt x="3905641" y="3887809"/>
                  </a:lnTo>
                  <a:close/>
                </a:path>
                <a:path w="6694170" h="6997065">
                  <a:moveTo>
                    <a:pt x="3980343" y="4018377"/>
                  </a:moveTo>
                  <a:lnTo>
                    <a:pt x="3984749" y="4026005"/>
                  </a:lnTo>
                  <a:lnTo>
                    <a:pt x="3977120" y="4030412"/>
                  </a:lnTo>
                  <a:lnTo>
                    <a:pt x="3972714" y="4022783"/>
                  </a:lnTo>
                  <a:lnTo>
                    <a:pt x="3980343" y="4018377"/>
                  </a:lnTo>
                  <a:close/>
                </a:path>
                <a:path w="6694170" h="6997065">
                  <a:moveTo>
                    <a:pt x="4055050" y="4148939"/>
                  </a:moveTo>
                  <a:lnTo>
                    <a:pt x="4058864" y="4155549"/>
                  </a:lnTo>
                  <a:lnTo>
                    <a:pt x="4052248" y="4159369"/>
                  </a:lnTo>
                  <a:lnTo>
                    <a:pt x="4048434" y="4152759"/>
                  </a:lnTo>
                  <a:lnTo>
                    <a:pt x="4055050" y="4148939"/>
                  </a:lnTo>
                  <a:close/>
                </a:path>
                <a:path w="6694170" h="6997065">
                  <a:moveTo>
                    <a:pt x="4129639" y="4279898"/>
                  </a:moveTo>
                  <a:lnTo>
                    <a:pt x="4132577" y="4284985"/>
                  </a:lnTo>
                  <a:lnTo>
                    <a:pt x="4127489" y="4287923"/>
                  </a:lnTo>
                  <a:lnTo>
                    <a:pt x="4124551" y="4282835"/>
                  </a:lnTo>
                  <a:lnTo>
                    <a:pt x="4129639" y="4279898"/>
                  </a:lnTo>
                  <a:close/>
                </a:path>
                <a:path w="6694170" h="6997065">
                  <a:moveTo>
                    <a:pt x="4204341" y="4410460"/>
                  </a:moveTo>
                  <a:lnTo>
                    <a:pt x="4206692" y="4414535"/>
                  </a:lnTo>
                  <a:lnTo>
                    <a:pt x="4202623" y="4416886"/>
                  </a:lnTo>
                  <a:lnTo>
                    <a:pt x="4200272" y="4412811"/>
                  </a:lnTo>
                  <a:lnTo>
                    <a:pt x="4204341" y="4410460"/>
                  </a:lnTo>
                  <a:close/>
                </a:path>
                <a:path w="6694170" h="6997065">
                  <a:moveTo>
                    <a:pt x="4279049" y="4541022"/>
                  </a:moveTo>
                  <a:lnTo>
                    <a:pt x="4280808" y="4544078"/>
                  </a:lnTo>
                  <a:lnTo>
                    <a:pt x="4277757" y="4545837"/>
                  </a:lnTo>
                  <a:lnTo>
                    <a:pt x="4275992" y="4542787"/>
                  </a:lnTo>
                  <a:lnTo>
                    <a:pt x="4279049" y="4541022"/>
                  </a:lnTo>
                  <a:close/>
                </a:path>
                <a:path w="6694170" h="6997065">
                  <a:moveTo>
                    <a:pt x="4353750" y="4671584"/>
                  </a:moveTo>
                  <a:lnTo>
                    <a:pt x="4354923" y="4673621"/>
                  </a:lnTo>
                  <a:lnTo>
                    <a:pt x="4352891" y="4674800"/>
                  </a:lnTo>
                  <a:lnTo>
                    <a:pt x="4351712" y="4672763"/>
                  </a:lnTo>
                  <a:lnTo>
                    <a:pt x="4353750" y="4671584"/>
                  </a:lnTo>
                  <a:close/>
                </a:path>
                <a:path w="6694170" h="6997065">
                  <a:moveTo>
                    <a:pt x="4428558" y="4801749"/>
                  </a:moveTo>
                  <a:lnTo>
                    <a:pt x="4429441" y="4803277"/>
                  </a:lnTo>
                  <a:lnTo>
                    <a:pt x="4427913" y="4804160"/>
                  </a:lnTo>
                  <a:lnTo>
                    <a:pt x="4427030" y="4802631"/>
                  </a:lnTo>
                  <a:lnTo>
                    <a:pt x="4428558" y="4801749"/>
                  </a:lnTo>
                  <a:close/>
                </a:path>
                <a:path w="6694170" h="6997065">
                  <a:moveTo>
                    <a:pt x="1541062" y="22563"/>
                  </a:moveTo>
                  <a:lnTo>
                    <a:pt x="1580723" y="91259"/>
                  </a:lnTo>
                  <a:lnTo>
                    <a:pt x="1512021" y="130920"/>
                  </a:lnTo>
                  <a:lnTo>
                    <a:pt x="1472360" y="62224"/>
                  </a:lnTo>
                  <a:lnTo>
                    <a:pt x="1541062" y="22563"/>
                  </a:lnTo>
                  <a:close/>
                </a:path>
                <a:path w="6694170" h="6997065">
                  <a:moveTo>
                    <a:pt x="1615758" y="153125"/>
                  </a:moveTo>
                  <a:lnTo>
                    <a:pt x="1654832" y="220808"/>
                  </a:lnTo>
                  <a:lnTo>
                    <a:pt x="1587155" y="259882"/>
                  </a:lnTo>
                  <a:lnTo>
                    <a:pt x="1548081" y="192199"/>
                  </a:lnTo>
                  <a:lnTo>
                    <a:pt x="1615758" y="153125"/>
                  </a:lnTo>
                  <a:close/>
                </a:path>
                <a:path w="6694170" h="6997065">
                  <a:moveTo>
                    <a:pt x="1690140" y="284895"/>
                  </a:moveTo>
                  <a:lnTo>
                    <a:pt x="1727745" y="350025"/>
                  </a:lnTo>
                  <a:lnTo>
                    <a:pt x="1662609" y="387631"/>
                  </a:lnTo>
                  <a:lnTo>
                    <a:pt x="1625004" y="322501"/>
                  </a:lnTo>
                  <a:lnTo>
                    <a:pt x="1690140" y="284895"/>
                  </a:lnTo>
                  <a:close/>
                </a:path>
                <a:path w="6694170" h="6997065">
                  <a:moveTo>
                    <a:pt x="1764516" y="416660"/>
                  </a:moveTo>
                  <a:lnTo>
                    <a:pt x="1800652" y="479248"/>
                  </a:lnTo>
                  <a:lnTo>
                    <a:pt x="1738063" y="515385"/>
                  </a:lnTo>
                  <a:lnTo>
                    <a:pt x="1701927" y="452796"/>
                  </a:lnTo>
                  <a:lnTo>
                    <a:pt x="1764516" y="416660"/>
                  </a:lnTo>
                  <a:close/>
                </a:path>
                <a:path w="6694170" h="6997065">
                  <a:moveTo>
                    <a:pt x="1838897" y="548424"/>
                  </a:moveTo>
                  <a:lnTo>
                    <a:pt x="1873565" y="608472"/>
                  </a:lnTo>
                  <a:lnTo>
                    <a:pt x="1813517" y="643140"/>
                  </a:lnTo>
                  <a:lnTo>
                    <a:pt x="1778850" y="583092"/>
                  </a:lnTo>
                  <a:lnTo>
                    <a:pt x="1838897" y="548424"/>
                  </a:lnTo>
                  <a:close/>
                </a:path>
                <a:path w="6694170" h="6997065">
                  <a:moveTo>
                    <a:pt x="1913386" y="679791"/>
                  </a:moveTo>
                  <a:lnTo>
                    <a:pt x="1946880" y="737802"/>
                  </a:lnTo>
                  <a:lnTo>
                    <a:pt x="1888870" y="771291"/>
                  </a:lnTo>
                  <a:lnTo>
                    <a:pt x="1855375" y="713280"/>
                  </a:lnTo>
                  <a:lnTo>
                    <a:pt x="1913386" y="679791"/>
                  </a:lnTo>
                  <a:close/>
                </a:path>
                <a:path w="6694170" h="6997065">
                  <a:moveTo>
                    <a:pt x="1987873" y="811153"/>
                  </a:moveTo>
                  <a:lnTo>
                    <a:pt x="2020196" y="867132"/>
                  </a:lnTo>
                  <a:lnTo>
                    <a:pt x="1964218" y="899448"/>
                  </a:lnTo>
                  <a:lnTo>
                    <a:pt x="1931895" y="843475"/>
                  </a:lnTo>
                  <a:lnTo>
                    <a:pt x="1987873" y="811153"/>
                  </a:lnTo>
                  <a:close/>
                </a:path>
                <a:path w="6694170" h="6997065">
                  <a:moveTo>
                    <a:pt x="2062256" y="942923"/>
                  </a:moveTo>
                  <a:lnTo>
                    <a:pt x="2093103" y="996349"/>
                  </a:lnTo>
                  <a:lnTo>
                    <a:pt x="2039671" y="1027202"/>
                  </a:lnTo>
                  <a:lnTo>
                    <a:pt x="2008824" y="973771"/>
                  </a:lnTo>
                  <a:lnTo>
                    <a:pt x="2062256" y="942923"/>
                  </a:lnTo>
                  <a:close/>
                </a:path>
                <a:path w="6694170" h="6997065">
                  <a:moveTo>
                    <a:pt x="2136738" y="1074285"/>
                  </a:moveTo>
                  <a:lnTo>
                    <a:pt x="2166412" y="1125685"/>
                  </a:lnTo>
                  <a:lnTo>
                    <a:pt x="2115018" y="1155360"/>
                  </a:lnTo>
                  <a:lnTo>
                    <a:pt x="2085344" y="1103959"/>
                  </a:lnTo>
                  <a:lnTo>
                    <a:pt x="2136738" y="1074285"/>
                  </a:lnTo>
                  <a:close/>
                </a:path>
                <a:path w="6694170" h="6997065">
                  <a:moveTo>
                    <a:pt x="2211232" y="1205658"/>
                  </a:moveTo>
                  <a:lnTo>
                    <a:pt x="2239728" y="1255015"/>
                  </a:lnTo>
                  <a:lnTo>
                    <a:pt x="2190366" y="1283511"/>
                  </a:lnTo>
                  <a:lnTo>
                    <a:pt x="2161870" y="1234154"/>
                  </a:lnTo>
                  <a:lnTo>
                    <a:pt x="2211232" y="1205658"/>
                  </a:lnTo>
                  <a:close/>
                </a:path>
                <a:path w="6694170" h="6997065">
                  <a:moveTo>
                    <a:pt x="2285608" y="1337417"/>
                  </a:moveTo>
                  <a:lnTo>
                    <a:pt x="2312635" y="1384239"/>
                  </a:lnTo>
                  <a:lnTo>
                    <a:pt x="2265819" y="1411265"/>
                  </a:lnTo>
                  <a:lnTo>
                    <a:pt x="2238792" y="1364449"/>
                  </a:lnTo>
                  <a:lnTo>
                    <a:pt x="2285608" y="1337417"/>
                  </a:lnTo>
                  <a:close/>
                </a:path>
                <a:path w="6694170" h="6997065">
                  <a:moveTo>
                    <a:pt x="2359990" y="1469187"/>
                  </a:moveTo>
                  <a:lnTo>
                    <a:pt x="2385548" y="1513462"/>
                  </a:lnTo>
                  <a:lnTo>
                    <a:pt x="2341273" y="1539020"/>
                  </a:lnTo>
                  <a:lnTo>
                    <a:pt x="2315715" y="1494751"/>
                  </a:lnTo>
                  <a:lnTo>
                    <a:pt x="2359990" y="1469187"/>
                  </a:lnTo>
                  <a:close/>
                </a:path>
                <a:path w="6694170" h="6997065">
                  <a:moveTo>
                    <a:pt x="2434472" y="1600554"/>
                  </a:moveTo>
                  <a:lnTo>
                    <a:pt x="2458858" y="1642792"/>
                  </a:lnTo>
                  <a:lnTo>
                    <a:pt x="2416626" y="1667171"/>
                  </a:lnTo>
                  <a:lnTo>
                    <a:pt x="2392241" y="1624934"/>
                  </a:lnTo>
                  <a:lnTo>
                    <a:pt x="2434472" y="1600554"/>
                  </a:lnTo>
                  <a:close/>
                </a:path>
                <a:path w="6694170" h="6997065">
                  <a:moveTo>
                    <a:pt x="2508847" y="1732319"/>
                  </a:moveTo>
                  <a:lnTo>
                    <a:pt x="2531765" y="1772015"/>
                  </a:lnTo>
                  <a:lnTo>
                    <a:pt x="2492081" y="1794925"/>
                  </a:lnTo>
                  <a:lnTo>
                    <a:pt x="2469164" y="1755235"/>
                  </a:lnTo>
                  <a:lnTo>
                    <a:pt x="2508847" y="1732319"/>
                  </a:lnTo>
                  <a:close/>
                </a:path>
                <a:path w="6694170" h="6997065">
                  <a:moveTo>
                    <a:pt x="2583449" y="1863284"/>
                  </a:moveTo>
                  <a:lnTo>
                    <a:pt x="2605483" y="1901452"/>
                  </a:lnTo>
                  <a:lnTo>
                    <a:pt x="2567315" y="1923486"/>
                  </a:lnTo>
                  <a:lnTo>
                    <a:pt x="2545281" y="1885324"/>
                  </a:lnTo>
                  <a:lnTo>
                    <a:pt x="2583449" y="1863284"/>
                  </a:lnTo>
                  <a:close/>
                </a:path>
                <a:path w="6694170" h="6997065">
                  <a:moveTo>
                    <a:pt x="2657932" y="1994651"/>
                  </a:moveTo>
                  <a:lnTo>
                    <a:pt x="2678793" y="2030782"/>
                  </a:lnTo>
                  <a:lnTo>
                    <a:pt x="2642668" y="2051637"/>
                  </a:lnTo>
                  <a:lnTo>
                    <a:pt x="2621807" y="2015512"/>
                  </a:lnTo>
                  <a:lnTo>
                    <a:pt x="2657932" y="1994651"/>
                  </a:lnTo>
                  <a:close/>
                </a:path>
                <a:path w="6694170" h="6997065">
                  <a:moveTo>
                    <a:pt x="2732314" y="2126421"/>
                  </a:moveTo>
                  <a:lnTo>
                    <a:pt x="2751706" y="2160005"/>
                  </a:lnTo>
                  <a:lnTo>
                    <a:pt x="2718122" y="2179392"/>
                  </a:lnTo>
                  <a:lnTo>
                    <a:pt x="2698730" y="2145808"/>
                  </a:lnTo>
                  <a:lnTo>
                    <a:pt x="2732314" y="2126421"/>
                  </a:lnTo>
                  <a:close/>
                </a:path>
                <a:path w="6694170" h="6997065">
                  <a:moveTo>
                    <a:pt x="2806909" y="2257380"/>
                  </a:moveTo>
                  <a:lnTo>
                    <a:pt x="2825419" y="2289441"/>
                  </a:lnTo>
                  <a:lnTo>
                    <a:pt x="2793363" y="2307945"/>
                  </a:lnTo>
                  <a:lnTo>
                    <a:pt x="2774853" y="2275890"/>
                  </a:lnTo>
                  <a:lnTo>
                    <a:pt x="2806909" y="2257380"/>
                  </a:lnTo>
                  <a:close/>
                </a:path>
                <a:path w="6694170" h="6997065">
                  <a:moveTo>
                    <a:pt x="2881285" y="2389150"/>
                  </a:moveTo>
                  <a:lnTo>
                    <a:pt x="2898325" y="2418665"/>
                  </a:lnTo>
                  <a:lnTo>
                    <a:pt x="2868817" y="2435705"/>
                  </a:lnTo>
                  <a:lnTo>
                    <a:pt x="2851776" y="2406185"/>
                  </a:lnTo>
                  <a:lnTo>
                    <a:pt x="2881285" y="2389150"/>
                  </a:lnTo>
                  <a:close/>
                </a:path>
                <a:path w="6694170" h="6997065">
                  <a:moveTo>
                    <a:pt x="2955886" y="2520109"/>
                  </a:moveTo>
                  <a:lnTo>
                    <a:pt x="2972044" y="2548101"/>
                  </a:lnTo>
                  <a:lnTo>
                    <a:pt x="2944052" y="2564259"/>
                  </a:lnTo>
                  <a:lnTo>
                    <a:pt x="2927894" y="2536267"/>
                  </a:lnTo>
                  <a:lnTo>
                    <a:pt x="2955886" y="2520109"/>
                  </a:lnTo>
                  <a:close/>
                </a:path>
                <a:path w="6694170" h="6997065">
                  <a:moveTo>
                    <a:pt x="3030369" y="2651482"/>
                  </a:moveTo>
                  <a:lnTo>
                    <a:pt x="3045354" y="2677431"/>
                  </a:lnTo>
                  <a:lnTo>
                    <a:pt x="3019405" y="2692410"/>
                  </a:lnTo>
                  <a:lnTo>
                    <a:pt x="3004420" y="2666461"/>
                  </a:lnTo>
                  <a:lnTo>
                    <a:pt x="3030369" y="2651482"/>
                  </a:lnTo>
                  <a:close/>
                </a:path>
                <a:path w="6694170" h="6997065">
                  <a:moveTo>
                    <a:pt x="3104857" y="2782844"/>
                  </a:moveTo>
                  <a:lnTo>
                    <a:pt x="3118663" y="2806755"/>
                  </a:lnTo>
                  <a:lnTo>
                    <a:pt x="3094746" y="2820568"/>
                  </a:lnTo>
                  <a:lnTo>
                    <a:pt x="3080940" y="2796651"/>
                  </a:lnTo>
                  <a:lnTo>
                    <a:pt x="3104857" y="2782844"/>
                  </a:lnTo>
                  <a:close/>
                </a:path>
                <a:path w="6694170" h="6997065">
                  <a:moveTo>
                    <a:pt x="3179345" y="2914211"/>
                  </a:moveTo>
                  <a:lnTo>
                    <a:pt x="3191979" y="2936091"/>
                  </a:lnTo>
                  <a:lnTo>
                    <a:pt x="3170099" y="2948725"/>
                  </a:lnTo>
                  <a:lnTo>
                    <a:pt x="3157465" y="2926839"/>
                  </a:lnTo>
                  <a:lnTo>
                    <a:pt x="3179345" y="2914211"/>
                  </a:lnTo>
                  <a:close/>
                </a:path>
                <a:path w="6694170" h="6997065">
                  <a:moveTo>
                    <a:pt x="3253940" y="3045176"/>
                  </a:moveTo>
                  <a:lnTo>
                    <a:pt x="3265691" y="3065528"/>
                  </a:lnTo>
                  <a:lnTo>
                    <a:pt x="3245334" y="3077285"/>
                  </a:lnTo>
                  <a:lnTo>
                    <a:pt x="3233583" y="3056927"/>
                  </a:lnTo>
                  <a:lnTo>
                    <a:pt x="3253940" y="3045176"/>
                  </a:lnTo>
                  <a:close/>
                </a:path>
                <a:path w="6694170" h="6997065">
                  <a:moveTo>
                    <a:pt x="3328535" y="3176135"/>
                  </a:moveTo>
                  <a:lnTo>
                    <a:pt x="3339404" y="3194964"/>
                  </a:lnTo>
                  <a:lnTo>
                    <a:pt x="3320575" y="3205839"/>
                  </a:lnTo>
                  <a:lnTo>
                    <a:pt x="3309706" y="3187010"/>
                  </a:lnTo>
                  <a:lnTo>
                    <a:pt x="3328535" y="3176135"/>
                  </a:lnTo>
                  <a:close/>
                </a:path>
                <a:path w="6694170" h="6997065">
                  <a:moveTo>
                    <a:pt x="3403131" y="3307105"/>
                  </a:moveTo>
                  <a:lnTo>
                    <a:pt x="3413117" y="3324407"/>
                  </a:lnTo>
                  <a:lnTo>
                    <a:pt x="3395816" y="3334393"/>
                  </a:lnTo>
                  <a:lnTo>
                    <a:pt x="3385830" y="3317092"/>
                  </a:lnTo>
                  <a:lnTo>
                    <a:pt x="3403131" y="3307105"/>
                  </a:lnTo>
                  <a:close/>
                </a:path>
                <a:path w="6694170" h="6997065">
                  <a:moveTo>
                    <a:pt x="3477618" y="3438467"/>
                  </a:moveTo>
                  <a:lnTo>
                    <a:pt x="3486432" y="3453731"/>
                  </a:lnTo>
                  <a:lnTo>
                    <a:pt x="3471163" y="3462550"/>
                  </a:lnTo>
                  <a:lnTo>
                    <a:pt x="3462349" y="3447280"/>
                  </a:lnTo>
                  <a:lnTo>
                    <a:pt x="3477618" y="3438467"/>
                  </a:lnTo>
                  <a:close/>
                </a:path>
                <a:path w="6694170" h="6997065">
                  <a:moveTo>
                    <a:pt x="3552208" y="3569426"/>
                  </a:moveTo>
                  <a:lnTo>
                    <a:pt x="3560145" y="3583167"/>
                  </a:lnTo>
                  <a:lnTo>
                    <a:pt x="3546403" y="3591105"/>
                  </a:lnTo>
                  <a:lnTo>
                    <a:pt x="3538466" y="3577363"/>
                  </a:lnTo>
                  <a:lnTo>
                    <a:pt x="3552208" y="3569426"/>
                  </a:lnTo>
                  <a:close/>
                </a:path>
                <a:path w="6694170" h="6997065">
                  <a:moveTo>
                    <a:pt x="3626803" y="3700397"/>
                  </a:moveTo>
                  <a:lnTo>
                    <a:pt x="3633858" y="3712610"/>
                  </a:lnTo>
                  <a:lnTo>
                    <a:pt x="3621644" y="3719659"/>
                  </a:lnTo>
                  <a:lnTo>
                    <a:pt x="3614590" y="3707445"/>
                  </a:lnTo>
                  <a:lnTo>
                    <a:pt x="3626803" y="3700397"/>
                  </a:lnTo>
                  <a:close/>
                </a:path>
                <a:path w="6694170" h="6997065">
                  <a:moveTo>
                    <a:pt x="3701286" y="3831764"/>
                  </a:moveTo>
                  <a:lnTo>
                    <a:pt x="3707161" y="3841940"/>
                  </a:lnTo>
                  <a:lnTo>
                    <a:pt x="3696986" y="3847815"/>
                  </a:lnTo>
                  <a:lnTo>
                    <a:pt x="3691110" y="3837640"/>
                  </a:lnTo>
                  <a:lnTo>
                    <a:pt x="3701286" y="3831764"/>
                  </a:lnTo>
                  <a:close/>
                </a:path>
                <a:path w="6694170" h="6997065">
                  <a:moveTo>
                    <a:pt x="3775993" y="3962326"/>
                  </a:moveTo>
                  <a:lnTo>
                    <a:pt x="3781282" y="3971483"/>
                  </a:lnTo>
                  <a:lnTo>
                    <a:pt x="3772125" y="3976773"/>
                  </a:lnTo>
                  <a:lnTo>
                    <a:pt x="3766836" y="3967609"/>
                  </a:lnTo>
                  <a:lnTo>
                    <a:pt x="3775993" y="3962326"/>
                  </a:lnTo>
                  <a:close/>
                </a:path>
                <a:path w="6694170" h="6997065">
                  <a:moveTo>
                    <a:pt x="3850695" y="4092888"/>
                  </a:moveTo>
                  <a:lnTo>
                    <a:pt x="3855392" y="4101027"/>
                  </a:lnTo>
                  <a:lnTo>
                    <a:pt x="3847253" y="4105730"/>
                  </a:lnTo>
                  <a:lnTo>
                    <a:pt x="3842556" y="4097585"/>
                  </a:lnTo>
                  <a:lnTo>
                    <a:pt x="3850695" y="4092888"/>
                  </a:lnTo>
                  <a:close/>
                </a:path>
                <a:path w="6694170" h="6997065">
                  <a:moveTo>
                    <a:pt x="3925396" y="4223450"/>
                  </a:moveTo>
                  <a:lnTo>
                    <a:pt x="3929513" y="4230576"/>
                  </a:lnTo>
                  <a:lnTo>
                    <a:pt x="3922387" y="4234686"/>
                  </a:lnTo>
                  <a:lnTo>
                    <a:pt x="3918271" y="4227561"/>
                  </a:lnTo>
                  <a:lnTo>
                    <a:pt x="3925396" y="4223450"/>
                  </a:lnTo>
                  <a:close/>
                </a:path>
                <a:path w="6694170" h="6997065">
                  <a:moveTo>
                    <a:pt x="3999991" y="4354415"/>
                  </a:moveTo>
                  <a:lnTo>
                    <a:pt x="4003225" y="4360012"/>
                  </a:lnTo>
                  <a:lnTo>
                    <a:pt x="3997628" y="4363246"/>
                  </a:lnTo>
                  <a:lnTo>
                    <a:pt x="3994394" y="4357649"/>
                  </a:lnTo>
                  <a:lnTo>
                    <a:pt x="3999991" y="4354415"/>
                  </a:lnTo>
                  <a:close/>
                </a:path>
                <a:path w="6694170" h="6997065">
                  <a:moveTo>
                    <a:pt x="4074693" y="4484977"/>
                  </a:moveTo>
                  <a:lnTo>
                    <a:pt x="4077335" y="4489556"/>
                  </a:lnTo>
                  <a:lnTo>
                    <a:pt x="4072756" y="4492197"/>
                  </a:lnTo>
                  <a:lnTo>
                    <a:pt x="4070115" y="4487624"/>
                  </a:lnTo>
                  <a:lnTo>
                    <a:pt x="4074693" y="4484977"/>
                  </a:lnTo>
                  <a:close/>
                </a:path>
                <a:path w="6694170" h="6997065">
                  <a:moveTo>
                    <a:pt x="4149400" y="4615539"/>
                  </a:moveTo>
                  <a:lnTo>
                    <a:pt x="4151456" y="4619099"/>
                  </a:lnTo>
                  <a:lnTo>
                    <a:pt x="4147890" y="4621160"/>
                  </a:lnTo>
                  <a:lnTo>
                    <a:pt x="4145835" y="4617600"/>
                  </a:lnTo>
                  <a:lnTo>
                    <a:pt x="4149400" y="4615539"/>
                  </a:lnTo>
                  <a:close/>
                </a:path>
                <a:path w="6694170" h="6997065">
                  <a:moveTo>
                    <a:pt x="4224096" y="4746107"/>
                  </a:moveTo>
                  <a:lnTo>
                    <a:pt x="4225565" y="4748648"/>
                  </a:lnTo>
                  <a:lnTo>
                    <a:pt x="4223024" y="4750117"/>
                  </a:lnTo>
                  <a:lnTo>
                    <a:pt x="4221555" y="4747576"/>
                  </a:lnTo>
                  <a:lnTo>
                    <a:pt x="4224096" y="4746107"/>
                  </a:lnTo>
                  <a:close/>
                </a:path>
                <a:path w="6694170" h="6997065">
                  <a:moveTo>
                    <a:pt x="4298798" y="4876663"/>
                  </a:moveTo>
                  <a:lnTo>
                    <a:pt x="4299680" y="4878191"/>
                  </a:lnTo>
                  <a:lnTo>
                    <a:pt x="4298158" y="4879074"/>
                  </a:lnTo>
                  <a:lnTo>
                    <a:pt x="4297276" y="4877546"/>
                  </a:lnTo>
                  <a:lnTo>
                    <a:pt x="4298798" y="4876663"/>
                  </a:lnTo>
                  <a:close/>
                </a:path>
                <a:path w="6694170" h="6997065">
                  <a:moveTo>
                    <a:pt x="1275768" y="0"/>
                  </a:moveTo>
                  <a:lnTo>
                    <a:pt x="1357736" y="0"/>
                  </a:lnTo>
                  <a:lnTo>
                    <a:pt x="1379256" y="37276"/>
                  </a:lnTo>
                  <a:lnTo>
                    <a:pt x="1306492" y="79288"/>
                  </a:lnTo>
                  <a:lnTo>
                    <a:pt x="1264480" y="6517"/>
                  </a:lnTo>
                  <a:lnTo>
                    <a:pt x="1275768" y="0"/>
                  </a:lnTo>
                  <a:close/>
                </a:path>
                <a:path w="6694170" h="6997065">
                  <a:moveTo>
                    <a:pt x="1411727" y="95872"/>
                  </a:moveTo>
                  <a:lnTo>
                    <a:pt x="1452567" y="166605"/>
                  </a:lnTo>
                  <a:lnTo>
                    <a:pt x="1381839" y="207445"/>
                  </a:lnTo>
                  <a:lnTo>
                    <a:pt x="1341000" y="136706"/>
                  </a:lnTo>
                  <a:lnTo>
                    <a:pt x="1411727" y="95872"/>
                  </a:lnTo>
                  <a:close/>
                </a:path>
                <a:path w="6694170" h="6997065">
                  <a:moveTo>
                    <a:pt x="1486221" y="227240"/>
                  </a:moveTo>
                  <a:lnTo>
                    <a:pt x="1525882" y="295936"/>
                  </a:lnTo>
                  <a:lnTo>
                    <a:pt x="1457186" y="335596"/>
                  </a:lnTo>
                  <a:lnTo>
                    <a:pt x="1417525" y="266900"/>
                  </a:lnTo>
                  <a:lnTo>
                    <a:pt x="1486221" y="227240"/>
                  </a:lnTo>
                  <a:close/>
                </a:path>
                <a:path w="6694170" h="6997065">
                  <a:moveTo>
                    <a:pt x="1560709" y="358601"/>
                  </a:moveTo>
                  <a:lnTo>
                    <a:pt x="1599191" y="425260"/>
                  </a:lnTo>
                  <a:lnTo>
                    <a:pt x="1532527" y="463748"/>
                  </a:lnTo>
                  <a:lnTo>
                    <a:pt x="1494045" y="397090"/>
                  </a:lnTo>
                  <a:lnTo>
                    <a:pt x="1560709" y="358601"/>
                  </a:lnTo>
                  <a:close/>
                </a:path>
                <a:path w="6694170" h="6997065">
                  <a:moveTo>
                    <a:pt x="1635192" y="489969"/>
                  </a:moveTo>
                  <a:lnTo>
                    <a:pt x="1672501" y="554596"/>
                  </a:lnTo>
                  <a:lnTo>
                    <a:pt x="1607874" y="591911"/>
                  </a:lnTo>
                  <a:lnTo>
                    <a:pt x="1570565" y="527284"/>
                  </a:lnTo>
                  <a:lnTo>
                    <a:pt x="1635192" y="489969"/>
                  </a:lnTo>
                  <a:close/>
                </a:path>
                <a:path w="6694170" h="6997065">
                  <a:moveTo>
                    <a:pt x="1709573" y="621739"/>
                  </a:moveTo>
                  <a:lnTo>
                    <a:pt x="1745414" y="683818"/>
                  </a:lnTo>
                  <a:lnTo>
                    <a:pt x="1683328" y="719659"/>
                  </a:lnTo>
                  <a:lnTo>
                    <a:pt x="1647488" y="657579"/>
                  </a:lnTo>
                  <a:lnTo>
                    <a:pt x="1709573" y="621739"/>
                  </a:lnTo>
                  <a:close/>
                </a:path>
                <a:path w="6694170" h="6997065">
                  <a:moveTo>
                    <a:pt x="1783949" y="753503"/>
                  </a:moveTo>
                  <a:lnTo>
                    <a:pt x="1818321" y="813042"/>
                  </a:lnTo>
                  <a:lnTo>
                    <a:pt x="1758783" y="847413"/>
                  </a:lnTo>
                  <a:lnTo>
                    <a:pt x="1724411" y="787875"/>
                  </a:lnTo>
                  <a:lnTo>
                    <a:pt x="1783949" y="753503"/>
                  </a:lnTo>
                  <a:close/>
                </a:path>
                <a:path w="6694170" h="6997065">
                  <a:moveTo>
                    <a:pt x="1858332" y="885268"/>
                  </a:moveTo>
                  <a:lnTo>
                    <a:pt x="1891234" y="942266"/>
                  </a:lnTo>
                  <a:lnTo>
                    <a:pt x="1834242" y="975168"/>
                  </a:lnTo>
                  <a:lnTo>
                    <a:pt x="1801334" y="918177"/>
                  </a:lnTo>
                  <a:lnTo>
                    <a:pt x="1858332" y="885268"/>
                  </a:lnTo>
                  <a:close/>
                </a:path>
                <a:path w="6694170" h="6997065">
                  <a:moveTo>
                    <a:pt x="1932820" y="1016635"/>
                  </a:moveTo>
                  <a:lnTo>
                    <a:pt x="1964550" y="1071590"/>
                  </a:lnTo>
                  <a:lnTo>
                    <a:pt x="1909589" y="1103320"/>
                  </a:lnTo>
                  <a:lnTo>
                    <a:pt x="1877859" y="1048365"/>
                  </a:lnTo>
                  <a:lnTo>
                    <a:pt x="1932820" y="1016635"/>
                  </a:lnTo>
                  <a:close/>
                </a:path>
                <a:path w="6694170" h="6997065">
                  <a:moveTo>
                    <a:pt x="2007302" y="1148003"/>
                  </a:moveTo>
                  <a:lnTo>
                    <a:pt x="2037859" y="1200925"/>
                  </a:lnTo>
                  <a:lnTo>
                    <a:pt x="1984937" y="1231482"/>
                  </a:lnTo>
                  <a:lnTo>
                    <a:pt x="1954385" y="1178560"/>
                  </a:lnTo>
                  <a:lnTo>
                    <a:pt x="2007302" y="1148003"/>
                  </a:lnTo>
                  <a:close/>
                </a:path>
                <a:path w="6694170" h="6997065">
                  <a:moveTo>
                    <a:pt x="2081683" y="1279767"/>
                  </a:moveTo>
                  <a:lnTo>
                    <a:pt x="2110766" y="1330143"/>
                  </a:lnTo>
                  <a:lnTo>
                    <a:pt x="2060390" y="1359231"/>
                  </a:lnTo>
                  <a:lnTo>
                    <a:pt x="2031302" y="1308855"/>
                  </a:lnTo>
                  <a:lnTo>
                    <a:pt x="2081683" y="1279767"/>
                  </a:lnTo>
                  <a:close/>
                </a:path>
                <a:path w="6694170" h="6997065">
                  <a:moveTo>
                    <a:pt x="2156172" y="1411129"/>
                  </a:moveTo>
                  <a:lnTo>
                    <a:pt x="2184082" y="1459479"/>
                  </a:lnTo>
                  <a:lnTo>
                    <a:pt x="2135743" y="1487388"/>
                  </a:lnTo>
                  <a:lnTo>
                    <a:pt x="2107828" y="1439038"/>
                  </a:lnTo>
                  <a:lnTo>
                    <a:pt x="2156172" y="1411129"/>
                  </a:lnTo>
                  <a:close/>
                </a:path>
                <a:path w="6694170" h="6997065">
                  <a:moveTo>
                    <a:pt x="2230441" y="1543302"/>
                  </a:moveTo>
                  <a:lnTo>
                    <a:pt x="2256585" y="1588590"/>
                  </a:lnTo>
                  <a:lnTo>
                    <a:pt x="2211298" y="1614740"/>
                  </a:lnTo>
                  <a:lnTo>
                    <a:pt x="2185153" y="1569453"/>
                  </a:lnTo>
                  <a:lnTo>
                    <a:pt x="2230441" y="1543302"/>
                  </a:lnTo>
                  <a:close/>
                </a:path>
                <a:path w="6694170" h="6997065">
                  <a:moveTo>
                    <a:pt x="2304929" y="1674670"/>
                  </a:moveTo>
                  <a:lnTo>
                    <a:pt x="2329901" y="1717919"/>
                  </a:lnTo>
                  <a:lnTo>
                    <a:pt x="2286651" y="1742891"/>
                  </a:lnTo>
                  <a:lnTo>
                    <a:pt x="2261679" y="1699641"/>
                  </a:lnTo>
                  <a:lnTo>
                    <a:pt x="2304929" y="1674670"/>
                  </a:lnTo>
                  <a:close/>
                </a:path>
                <a:path w="6694170" h="6997065">
                  <a:moveTo>
                    <a:pt x="2379311" y="1806434"/>
                  </a:moveTo>
                  <a:lnTo>
                    <a:pt x="2402814" y="1847143"/>
                  </a:lnTo>
                  <a:lnTo>
                    <a:pt x="2362104" y="1870646"/>
                  </a:lnTo>
                  <a:lnTo>
                    <a:pt x="2338602" y="1829936"/>
                  </a:lnTo>
                  <a:lnTo>
                    <a:pt x="2379311" y="1806434"/>
                  </a:lnTo>
                  <a:close/>
                </a:path>
                <a:path w="6694170" h="6997065">
                  <a:moveTo>
                    <a:pt x="2453794" y="1937801"/>
                  </a:moveTo>
                  <a:lnTo>
                    <a:pt x="2476118" y="1976473"/>
                  </a:lnTo>
                  <a:lnTo>
                    <a:pt x="2437446" y="1998797"/>
                  </a:lnTo>
                  <a:lnTo>
                    <a:pt x="2415122" y="1960132"/>
                  </a:lnTo>
                  <a:lnTo>
                    <a:pt x="2453794" y="1937801"/>
                  </a:lnTo>
                  <a:close/>
                </a:path>
                <a:path w="6694170" h="6997065">
                  <a:moveTo>
                    <a:pt x="2528395" y="2068766"/>
                  </a:moveTo>
                  <a:lnTo>
                    <a:pt x="2549836" y="2105910"/>
                  </a:lnTo>
                  <a:lnTo>
                    <a:pt x="2512687" y="2127357"/>
                  </a:lnTo>
                  <a:lnTo>
                    <a:pt x="2491245" y="2090214"/>
                  </a:lnTo>
                  <a:lnTo>
                    <a:pt x="2528395" y="2068766"/>
                  </a:lnTo>
                  <a:close/>
                </a:path>
                <a:path w="6694170" h="6997065">
                  <a:moveTo>
                    <a:pt x="2602771" y="2200531"/>
                  </a:moveTo>
                  <a:lnTo>
                    <a:pt x="2622749" y="2235133"/>
                  </a:lnTo>
                  <a:lnTo>
                    <a:pt x="2588147" y="2255112"/>
                  </a:lnTo>
                  <a:lnTo>
                    <a:pt x="2568168" y="2220510"/>
                  </a:lnTo>
                  <a:lnTo>
                    <a:pt x="2602771" y="2200531"/>
                  </a:lnTo>
                  <a:close/>
                </a:path>
                <a:path w="6694170" h="6997065">
                  <a:moveTo>
                    <a:pt x="2677253" y="2331893"/>
                  </a:moveTo>
                  <a:lnTo>
                    <a:pt x="2696059" y="2364464"/>
                  </a:lnTo>
                  <a:lnTo>
                    <a:pt x="2663488" y="2383263"/>
                  </a:lnTo>
                  <a:lnTo>
                    <a:pt x="2644688" y="2350698"/>
                  </a:lnTo>
                  <a:lnTo>
                    <a:pt x="2677253" y="2331893"/>
                  </a:lnTo>
                  <a:close/>
                </a:path>
                <a:path w="6694170" h="6997065">
                  <a:moveTo>
                    <a:pt x="2751747" y="2463266"/>
                  </a:moveTo>
                  <a:lnTo>
                    <a:pt x="2769374" y="2493793"/>
                  </a:lnTo>
                  <a:lnTo>
                    <a:pt x="2738841" y="2511420"/>
                  </a:lnTo>
                  <a:lnTo>
                    <a:pt x="2721214" y="2480893"/>
                  </a:lnTo>
                  <a:lnTo>
                    <a:pt x="2751747" y="2463266"/>
                  </a:lnTo>
                  <a:close/>
                </a:path>
                <a:path w="6694170" h="6997065">
                  <a:moveTo>
                    <a:pt x="2826230" y="2594628"/>
                  </a:moveTo>
                  <a:lnTo>
                    <a:pt x="2842678" y="2623124"/>
                  </a:lnTo>
                  <a:lnTo>
                    <a:pt x="2814188" y="2639578"/>
                  </a:lnTo>
                  <a:lnTo>
                    <a:pt x="2797733" y="2611082"/>
                  </a:lnTo>
                  <a:lnTo>
                    <a:pt x="2826230" y="2594628"/>
                  </a:lnTo>
                  <a:close/>
                </a:path>
                <a:path w="6694170" h="6997065">
                  <a:moveTo>
                    <a:pt x="2900825" y="2725586"/>
                  </a:moveTo>
                  <a:lnTo>
                    <a:pt x="2916396" y="2752560"/>
                  </a:lnTo>
                  <a:lnTo>
                    <a:pt x="2889429" y="2768132"/>
                  </a:lnTo>
                  <a:lnTo>
                    <a:pt x="2873857" y="2741158"/>
                  </a:lnTo>
                  <a:lnTo>
                    <a:pt x="2900825" y="2725586"/>
                  </a:lnTo>
                  <a:close/>
                </a:path>
                <a:path w="6694170" h="6997065">
                  <a:moveTo>
                    <a:pt x="2975313" y="2856959"/>
                  </a:moveTo>
                  <a:lnTo>
                    <a:pt x="2989706" y="2881895"/>
                  </a:lnTo>
                  <a:lnTo>
                    <a:pt x="2964776" y="2896288"/>
                  </a:lnTo>
                  <a:lnTo>
                    <a:pt x="2950377" y="2871358"/>
                  </a:lnTo>
                  <a:lnTo>
                    <a:pt x="2975313" y="2856959"/>
                  </a:lnTo>
                  <a:close/>
                </a:path>
                <a:path w="6694170" h="6997065">
                  <a:moveTo>
                    <a:pt x="3049689" y="2988724"/>
                  </a:moveTo>
                  <a:lnTo>
                    <a:pt x="3062613" y="3011113"/>
                  </a:lnTo>
                  <a:lnTo>
                    <a:pt x="3040224" y="3024043"/>
                  </a:lnTo>
                  <a:lnTo>
                    <a:pt x="3027300" y="3001648"/>
                  </a:lnTo>
                  <a:lnTo>
                    <a:pt x="3049689" y="2988724"/>
                  </a:lnTo>
                  <a:close/>
                </a:path>
                <a:path w="6694170" h="6997065">
                  <a:moveTo>
                    <a:pt x="3124284" y="3119689"/>
                  </a:moveTo>
                  <a:lnTo>
                    <a:pt x="3136326" y="3140550"/>
                  </a:lnTo>
                  <a:lnTo>
                    <a:pt x="3115465" y="3152597"/>
                  </a:lnTo>
                  <a:lnTo>
                    <a:pt x="3103423" y="3131736"/>
                  </a:lnTo>
                  <a:lnTo>
                    <a:pt x="3124284" y="3119689"/>
                  </a:lnTo>
                  <a:close/>
                </a:path>
                <a:path w="6694170" h="6997065">
                  <a:moveTo>
                    <a:pt x="3198880" y="3250647"/>
                  </a:moveTo>
                  <a:lnTo>
                    <a:pt x="3210044" y="3269986"/>
                  </a:lnTo>
                  <a:lnTo>
                    <a:pt x="3190705" y="3281151"/>
                  </a:lnTo>
                  <a:lnTo>
                    <a:pt x="3179540" y="3261812"/>
                  </a:lnTo>
                  <a:lnTo>
                    <a:pt x="3198880" y="3250647"/>
                  </a:lnTo>
                  <a:close/>
                </a:path>
                <a:path w="6694170" h="6997065">
                  <a:moveTo>
                    <a:pt x="3273475" y="3381618"/>
                  </a:moveTo>
                  <a:lnTo>
                    <a:pt x="3283757" y="3399429"/>
                  </a:lnTo>
                  <a:lnTo>
                    <a:pt x="3265947" y="3409711"/>
                  </a:lnTo>
                  <a:lnTo>
                    <a:pt x="3255664" y="3391901"/>
                  </a:lnTo>
                  <a:lnTo>
                    <a:pt x="3273475" y="3381618"/>
                  </a:lnTo>
                  <a:close/>
                </a:path>
                <a:path w="6694170" h="6997065">
                  <a:moveTo>
                    <a:pt x="3347957" y="3512986"/>
                  </a:moveTo>
                  <a:lnTo>
                    <a:pt x="3357067" y="3528759"/>
                  </a:lnTo>
                  <a:lnTo>
                    <a:pt x="3341294" y="3537868"/>
                  </a:lnTo>
                  <a:lnTo>
                    <a:pt x="3332184" y="3522089"/>
                  </a:lnTo>
                  <a:lnTo>
                    <a:pt x="3347957" y="3512986"/>
                  </a:lnTo>
                  <a:close/>
                </a:path>
                <a:path w="6694170" h="6997065">
                  <a:moveTo>
                    <a:pt x="3422558" y="3643944"/>
                  </a:moveTo>
                  <a:lnTo>
                    <a:pt x="3430785" y="3658189"/>
                  </a:lnTo>
                  <a:lnTo>
                    <a:pt x="3416535" y="3666416"/>
                  </a:lnTo>
                  <a:lnTo>
                    <a:pt x="3408308" y="3652171"/>
                  </a:lnTo>
                  <a:lnTo>
                    <a:pt x="3422558" y="3643944"/>
                  </a:lnTo>
                  <a:close/>
                </a:path>
                <a:path w="6694170" h="6997065">
                  <a:moveTo>
                    <a:pt x="3497154" y="3774909"/>
                  </a:moveTo>
                  <a:lnTo>
                    <a:pt x="3504498" y="3787632"/>
                  </a:lnTo>
                  <a:lnTo>
                    <a:pt x="3491775" y="3794977"/>
                  </a:lnTo>
                  <a:lnTo>
                    <a:pt x="3484430" y="3782254"/>
                  </a:lnTo>
                  <a:lnTo>
                    <a:pt x="3497154" y="3774909"/>
                  </a:lnTo>
                  <a:close/>
                </a:path>
                <a:path w="6694170" h="6997065">
                  <a:moveTo>
                    <a:pt x="3571749" y="3905875"/>
                  </a:moveTo>
                  <a:lnTo>
                    <a:pt x="3578211" y="3917069"/>
                  </a:lnTo>
                  <a:lnTo>
                    <a:pt x="3567010" y="3923531"/>
                  </a:lnTo>
                  <a:lnTo>
                    <a:pt x="3560548" y="3912343"/>
                  </a:lnTo>
                  <a:lnTo>
                    <a:pt x="3571749" y="3905875"/>
                  </a:lnTo>
                  <a:close/>
                </a:path>
                <a:path w="6694170" h="6997065">
                  <a:moveTo>
                    <a:pt x="3646237" y="4037242"/>
                  </a:moveTo>
                  <a:lnTo>
                    <a:pt x="3651526" y="4046399"/>
                  </a:lnTo>
                  <a:lnTo>
                    <a:pt x="3642363" y="4051688"/>
                  </a:lnTo>
                  <a:lnTo>
                    <a:pt x="3637074" y="4042531"/>
                  </a:lnTo>
                  <a:lnTo>
                    <a:pt x="3646237" y="4037242"/>
                  </a:lnTo>
                  <a:close/>
                </a:path>
                <a:path w="6694170" h="6997065">
                  <a:moveTo>
                    <a:pt x="3720933" y="4167804"/>
                  </a:moveTo>
                  <a:lnTo>
                    <a:pt x="3725636" y="4175948"/>
                  </a:lnTo>
                  <a:lnTo>
                    <a:pt x="3717492" y="4180645"/>
                  </a:lnTo>
                  <a:lnTo>
                    <a:pt x="3712795" y="4172506"/>
                  </a:lnTo>
                  <a:lnTo>
                    <a:pt x="3720933" y="4167804"/>
                  </a:lnTo>
                  <a:close/>
                </a:path>
                <a:path w="6694170" h="6997065">
                  <a:moveTo>
                    <a:pt x="3795635" y="4298366"/>
                  </a:moveTo>
                  <a:lnTo>
                    <a:pt x="3799751" y="4305491"/>
                  </a:lnTo>
                  <a:lnTo>
                    <a:pt x="3792626" y="4309608"/>
                  </a:lnTo>
                  <a:lnTo>
                    <a:pt x="3788509" y="4302482"/>
                  </a:lnTo>
                  <a:lnTo>
                    <a:pt x="3795635" y="4298366"/>
                  </a:lnTo>
                  <a:close/>
                </a:path>
                <a:path w="6694170" h="6997065">
                  <a:moveTo>
                    <a:pt x="3870342" y="4428928"/>
                  </a:moveTo>
                  <a:lnTo>
                    <a:pt x="3873866" y="4435034"/>
                  </a:lnTo>
                  <a:lnTo>
                    <a:pt x="3867754" y="4438559"/>
                  </a:lnTo>
                  <a:lnTo>
                    <a:pt x="3864229" y="4432458"/>
                  </a:lnTo>
                  <a:lnTo>
                    <a:pt x="3870342" y="4428928"/>
                  </a:lnTo>
                  <a:close/>
                </a:path>
                <a:path w="6694170" h="6997065">
                  <a:moveTo>
                    <a:pt x="3944937" y="4559899"/>
                  </a:moveTo>
                  <a:lnTo>
                    <a:pt x="3947579" y="4564471"/>
                  </a:lnTo>
                  <a:lnTo>
                    <a:pt x="3942994" y="4567119"/>
                  </a:lnTo>
                  <a:lnTo>
                    <a:pt x="3940352" y="4562540"/>
                  </a:lnTo>
                  <a:lnTo>
                    <a:pt x="3944937" y="4559899"/>
                  </a:lnTo>
                  <a:close/>
                </a:path>
                <a:path w="6694170" h="6997065">
                  <a:moveTo>
                    <a:pt x="4019639" y="4690461"/>
                  </a:moveTo>
                  <a:lnTo>
                    <a:pt x="4021694" y="4694020"/>
                  </a:lnTo>
                  <a:lnTo>
                    <a:pt x="4018128" y="4696076"/>
                  </a:lnTo>
                  <a:lnTo>
                    <a:pt x="4016073" y="4692516"/>
                  </a:lnTo>
                  <a:lnTo>
                    <a:pt x="4019639" y="4690461"/>
                  </a:lnTo>
                  <a:close/>
                </a:path>
                <a:path w="6694170" h="6997065">
                  <a:moveTo>
                    <a:pt x="4094340" y="4821023"/>
                  </a:moveTo>
                  <a:lnTo>
                    <a:pt x="4095809" y="4823564"/>
                  </a:lnTo>
                  <a:lnTo>
                    <a:pt x="4093268" y="4825033"/>
                  </a:lnTo>
                  <a:lnTo>
                    <a:pt x="4091799" y="4822492"/>
                  </a:lnTo>
                  <a:lnTo>
                    <a:pt x="4094340" y="4821023"/>
                  </a:lnTo>
                  <a:close/>
                </a:path>
                <a:path w="6694170" h="6997065">
                  <a:moveTo>
                    <a:pt x="4169042" y="4951579"/>
                  </a:moveTo>
                  <a:lnTo>
                    <a:pt x="4169925" y="4953107"/>
                  </a:lnTo>
                  <a:lnTo>
                    <a:pt x="4168397" y="4953989"/>
                  </a:lnTo>
                  <a:lnTo>
                    <a:pt x="4167514" y="4952461"/>
                  </a:lnTo>
                  <a:lnTo>
                    <a:pt x="4169042" y="4951579"/>
                  </a:lnTo>
                  <a:close/>
                </a:path>
                <a:path w="6694170" h="6997065">
                  <a:moveTo>
                    <a:pt x="1087024" y="0"/>
                  </a:moveTo>
                  <a:lnTo>
                    <a:pt x="1145330" y="0"/>
                  </a:lnTo>
                  <a:lnTo>
                    <a:pt x="1101603" y="25247"/>
                  </a:lnTo>
                  <a:lnTo>
                    <a:pt x="1087024" y="0"/>
                  </a:lnTo>
                  <a:close/>
                </a:path>
                <a:path w="6694170" h="6997065">
                  <a:moveTo>
                    <a:pt x="1208022" y="37419"/>
                  </a:moveTo>
                  <a:lnTo>
                    <a:pt x="1251504" y="112731"/>
                  </a:lnTo>
                  <a:lnTo>
                    <a:pt x="1176192" y="156212"/>
                  </a:lnTo>
                  <a:lnTo>
                    <a:pt x="1132710" y="80900"/>
                  </a:lnTo>
                  <a:lnTo>
                    <a:pt x="1208022" y="37419"/>
                  </a:lnTo>
                  <a:close/>
                </a:path>
                <a:path w="6694170" h="6997065">
                  <a:moveTo>
                    <a:pt x="1282404" y="169183"/>
                  </a:moveTo>
                  <a:lnTo>
                    <a:pt x="1324416" y="241954"/>
                  </a:lnTo>
                  <a:lnTo>
                    <a:pt x="1251645" y="283966"/>
                  </a:lnTo>
                  <a:lnTo>
                    <a:pt x="1209633" y="211195"/>
                  </a:lnTo>
                  <a:lnTo>
                    <a:pt x="1282404" y="169183"/>
                  </a:lnTo>
                  <a:close/>
                </a:path>
                <a:path w="6694170" h="6997065">
                  <a:moveTo>
                    <a:pt x="1356780" y="300953"/>
                  </a:moveTo>
                  <a:lnTo>
                    <a:pt x="1397324" y="371177"/>
                  </a:lnTo>
                  <a:lnTo>
                    <a:pt x="1327106" y="411720"/>
                  </a:lnTo>
                  <a:lnTo>
                    <a:pt x="1286562" y="341497"/>
                  </a:lnTo>
                  <a:lnTo>
                    <a:pt x="1356780" y="300953"/>
                  </a:lnTo>
                  <a:close/>
                </a:path>
                <a:path w="6694170" h="6997065">
                  <a:moveTo>
                    <a:pt x="1431268" y="432315"/>
                  </a:moveTo>
                  <a:lnTo>
                    <a:pt x="1470639" y="500507"/>
                  </a:lnTo>
                  <a:lnTo>
                    <a:pt x="1402447" y="539878"/>
                  </a:lnTo>
                  <a:lnTo>
                    <a:pt x="1363082" y="471686"/>
                  </a:lnTo>
                  <a:lnTo>
                    <a:pt x="1431268" y="432315"/>
                  </a:lnTo>
                  <a:close/>
                </a:path>
                <a:path w="6694170" h="6997065">
                  <a:moveTo>
                    <a:pt x="1505757" y="563683"/>
                  </a:moveTo>
                  <a:lnTo>
                    <a:pt x="1543949" y="629838"/>
                  </a:lnTo>
                  <a:lnTo>
                    <a:pt x="1477794" y="668030"/>
                  </a:lnTo>
                  <a:lnTo>
                    <a:pt x="1439602" y="601875"/>
                  </a:lnTo>
                  <a:lnTo>
                    <a:pt x="1505757" y="563683"/>
                  </a:lnTo>
                  <a:close/>
                </a:path>
                <a:path w="6694170" h="6997065">
                  <a:moveTo>
                    <a:pt x="1580133" y="695453"/>
                  </a:moveTo>
                  <a:lnTo>
                    <a:pt x="1616856" y="759060"/>
                  </a:lnTo>
                  <a:lnTo>
                    <a:pt x="1553254" y="795783"/>
                  </a:lnTo>
                  <a:lnTo>
                    <a:pt x="1516531" y="732176"/>
                  </a:lnTo>
                  <a:lnTo>
                    <a:pt x="1580133" y="695453"/>
                  </a:lnTo>
                  <a:close/>
                </a:path>
                <a:path w="6694170" h="6997065">
                  <a:moveTo>
                    <a:pt x="1654514" y="827217"/>
                  </a:moveTo>
                  <a:lnTo>
                    <a:pt x="1689768" y="888284"/>
                  </a:lnTo>
                  <a:lnTo>
                    <a:pt x="1628708" y="923537"/>
                  </a:lnTo>
                  <a:lnTo>
                    <a:pt x="1593454" y="862471"/>
                  </a:lnTo>
                  <a:lnTo>
                    <a:pt x="1654514" y="827217"/>
                  </a:lnTo>
                  <a:close/>
                </a:path>
                <a:path w="6694170" h="6997065">
                  <a:moveTo>
                    <a:pt x="1728890" y="958981"/>
                  </a:moveTo>
                  <a:lnTo>
                    <a:pt x="1762681" y="1017507"/>
                  </a:lnTo>
                  <a:lnTo>
                    <a:pt x="1704162" y="1051292"/>
                  </a:lnTo>
                  <a:lnTo>
                    <a:pt x="1670377" y="992767"/>
                  </a:lnTo>
                  <a:lnTo>
                    <a:pt x="1728890" y="958981"/>
                  </a:lnTo>
                  <a:close/>
                </a:path>
                <a:path w="6694170" h="6997065">
                  <a:moveTo>
                    <a:pt x="1803272" y="1090752"/>
                  </a:moveTo>
                  <a:lnTo>
                    <a:pt x="1835588" y="1146724"/>
                  </a:lnTo>
                  <a:lnTo>
                    <a:pt x="1779615" y="1179040"/>
                  </a:lnTo>
                  <a:lnTo>
                    <a:pt x="1747299" y="1123067"/>
                  </a:lnTo>
                  <a:lnTo>
                    <a:pt x="1803272" y="1090752"/>
                  </a:lnTo>
                  <a:close/>
                </a:path>
                <a:path w="6694170" h="6997065">
                  <a:moveTo>
                    <a:pt x="1877761" y="1222113"/>
                  </a:moveTo>
                  <a:lnTo>
                    <a:pt x="1908904" y="1276055"/>
                  </a:lnTo>
                  <a:lnTo>
                    <a:pt x="1854963" y="1307198"/>
                  </a:lnTo>
                  <a:lnTo>
                    <a:pt x="1823819" y="1253257"/>
                  </a:lnTo>
                  <a:lnTo>
                    <a:pt x="1877761" y="1222113"/>
                  </a:lnTo>
                  <a:close/>
                </a:path>
                <a:path w="6694170" h="6997065">
                  <a:moveTo>
                    <a:pt x="1952142" y="1353883"/>
                  </a:moveTo>
                  <a:lnTo>
                    <a:pt x="1981817" y="1405278"/>
                  </a:lnTo>
                  <a:lnTo>
                    <a:pt x="1930416" y="1434952"/>
                  </a:lnTo>
                  <a:lnTo>
                    <a:pt x="1900742" y="1383558"/>
                  </a:lnTo>
                  <a:lnTo>
                    <a:pt x="1952142" y="1353883"/>
                  </a:lnTo>
                  <a:close/>
                </a:path>
                <a:path w="6694170" h="6997065">
                  <a:moveTo>
                    <a:pt x="2026625" y="1485251"/>
                  </a:moveTo>
                  <a:lnTo>
                    <a:pt x="2055121" y="1534608"/>
                  </a:lnTo>
                  <a:lnTo>
                    <a:pt x="2005770" y="1563104"/>
                  </a:lnTo>
                  <a:lnTo>
                    <a:pt x="1977268" y="1513747"/>
                  </a:lnTo>
                  <a:lnTo>
                    <a:pt x="2026625" y="1485251"/>
                  </a:lnTo>
                  <a:close/>
                </a:path>
                <a:path w="6694170" h="6997065">
                  <a:moveTo>
                    <a:pt x="2101007" y="1617015"/>
                  </a:moveTo>
                  <a:lnTo>
                    <a:pt x="2128033" y="1663831"/>
                  </a:lnTo>
                  <a:lnTo>
                    <a:pt x="2081223" y="1690858"/>
                  </a:lnTo>
                  <a:lnTo>
                    <a:pt x="2054191" y="1644042"/>
                  </a:lnTo>
                  <a:lnTo>
                    <a:pt x="2101007" y="1617015"/>
                  </a:lnTo>
                  <a:close/>
                </a:path>
                <a:path w="6694170" h="6997065">
                  <a:moveTo>
                    <a:pt x="2175383" y="1748785"/>
                  </a:moveTo>
                  <a:lnTo>
                    <a:pt x="2200941" y="1793054"/>
                  </a:lnTo>
                  <a:lnTo>
                    <a:pt x="2156678" y="1818613"/>
                  </a:lnTo>
                  <a:lnTo>
                    <a:pt x="2131119" y="1774344"/>
                  </a:lnTo>
                  <a:lnTo>
                    <a:pt x="2175383" y="1748785"/>
                  </a:lnTo>
                  <a:close/>
                </a:path>
                <a:path w="6694170" h="6997065">
                  <a:moveTo>
                    <a:pt x="2249764" y="1880550"/>
                  </a:moveTo>
                  <a:lnTo>
                    <a:pt x="2273853" y="1922278"/>
                  </a:lnTo>
                  <a:lnTo>
                    <a:pt x="2232131" y="1946367"/>
                  </a:lnTo>
                  <a:lnTo>
                    <a:pt x="2208042" y="1904639"/>
                  </a:lnTo>
                  <a:lnTo>
                    <a:pt x="2249764" y="1880550"/>
                  </a:lnTo>
                  <a:close/>
                </a:path>
                <a:path w="6694170" h="6997065">
                  <a:moveTo>
                    <a:pt x="2324253" y="2011917"/>
                  </a:moveTo>
                  <a:lnTo>
                    <a:pt x="2347169" y="2051607"/>
                  </a:lnTo>
                  <a:lnTo>
                    <a:pt x="2307479" y="2074524"/>
                  </a:lnTo>
                  <a:lnTo>
                    <a:pt x="2284562" y="2034834"/>
                  </a:lnTo>
                  <a:lnTo>
                    <a:pt x="2324253" y="2011917"/>
                  </a:lnTo>
                  <a:close/>
                </a:path>
                <a:path w="6694170" h="6997065">
                  <a:moveTo>
                    <a:pt x="2398735" y="2143285"/>
                  </a:moveTo>
                  <a:lnTo>
                    <a:pt x="2420479" y="2180938"/>
                  </a:lnTo>
                  <a:lnTo>
                    <a:pt x="2382820" y="2202681"/>
                  </a:lnTo>
                  <a:lnTo>
                    <a:pt x="2361082" y="2165022"/>
                  </a:lnTo>
                  <a:lnTo>
                    <a:pt x="2398735" y="2143285"/>
                  </a:lnTo>
                  <a:close/>
                </a:path>
                <a:path w="6694170" h="6997065">
                  <a:moveTo>
                    <a:pt x="2473223" y="2274647"/>
                  </a:moveTo>
                  <a:lnTo>
                    <a:pt x="2493788" y="2310268"/>
                  </a:lnTo>
                  <a:lnTo>
                    <a:pt x="2458173" y="2330832"/>
                  </a:lnTo>
                  <a:lnTo>
                    <a:pt x="2437608" y="2295211"/>
                  </a:lnTo>
                  <a:lnTo>
                    <a:pt x="2473223" y="2274647"/>
                  </a:lnTo>
                  <a:close/>
                </a:path>
                <a:path w="6694170" h="6997065">
                  <a:moveTo>
                    <a:pt x="2547712" y="2406008"/>
                  </a:moveTo>
                  <a:lnTo>
                    <a:pt x="2567104" y="2439598"/>
                  </a:lnTo>
                  <a:lnTo>
                    <a:pt x="2533520" y="2458990"/>
                  </a:lnTo>
                  <a:lnTo>
                    <a:pt x="2514128" y="2425400"/>
                  </a:lnTo>
                  <a:lnTo>
                    <a:pt x="2547712" y="2406008"/>
                  </a:lnTo>
                  <a:close/>
                </a:path>
                <a:path w="6694170" h="6997065">
                  <a:moveTo>
                    <a:pt x="2622200" y="2537376"/>
                  </a:moveTo>
                  <a:lnTo>
                    <a:pt x="2640413" y="2568928"/>
                  </a:lnTo>
                  <a:lnTo>
                    <a:pt x="2608867" y="2587141"/>
                  </a:lnTo>
                  <a:lnTo>
                    <a:pt x="2590648" y="2555589"/>
                  </a:lnTo>
                  <a:lnTo>
                    <a:pt x="2622200" y="2537376"/>
                  </a:lnTo>
                  <a:close/>
                </a:path>
                <a:path w="6694170" h="6997065">
                  <a:moveTo>
                    <a:pt x="2696576" y="2669146"/>
                  </a:moveTo>
                  <a:lnTo>
                    <a:pt x="2713326" y="2698151"/>
                  </a:lnTo>
                  <a:lnTo>
                    <a:pt x="2684321" y="2714895"/>
                  </a:lnTo>
                  <a:lnTo>
                    <a:pt x="2667577" y="2685890"/>
                  </a:lnTo>
                  <a:lnTo>
                    <a:pt x="2696576" y="2669146"/>
                  </a:lnTo>
                  <a:close/>
                </a:path>
                <a:path w="6694170" h="6997065">
                  <a:moveTo>
                    <a:pt x="2771171" y="2800111"/>
                  </a:moveTo>
                  <a:lnTo>
                    <a:pt x="2787039" y="2827588"/>
                  </a:lnTo>
                  <a:lnTo>
                    <a:pt x="2759556" y="2843456"/>
                  </a:lnTo>
                  <a:lnTo>
                    <a:pt x="2743694" y="2815979"/>
                  </a:lnTo>
                  <a:lnTo>
                    <a:pt x="2771171" y="2800111"/>
                  </a:lnTo>
                  <a:close/>
                </a:path>
                <a:path w="6694170" h="6997065">
                  <a:moveTo>
                    <a:pt x="2845659" y="2931473"/>
                  </a:moveTo>
                  <a:lnTo>
                    <a:pt x="2860348" y="2956918"/>
                  </a:lnTo>
                  <a:lnTo>
                    <a:pt x="2834909" y="2971607"/>
                  </a:lnTo>
                  <a:lnTo>
                    <a:pt x="2820220" y="2946162"/>
                  </a:lnTo>
                  <a:lnTo>
                    <a:pt x="2845659" y="2931473"/>
                  </a:lnTo>
                  <a:close/>
                </a:path>
                <a:path w="6694170" h="6997065">
                  <a:moveTo>
                    <a:pt x="2920148" y="3062840"/>
                  </a:moveTo>
                  <a:lnTo>
                    <a:pt x="2933664" y="3086242"/>
                  </a:lnTo>
                  <a:lnTo>
                    <a:pt x="2910250" y="3099759"/>
                  </a:lnTo>
                  <a:lnTo>
                    <a:pt x="2896740" y="3076357"/>
                  </a:lnTo>
                  <a:lnTo>
                    <a:pt x="2920148" y="3062840"/>
                  </a:lnTo>
                  <a:close/>
                </a:path>
                <a:path w="6694170" h="6997065">
                  <a:moveTo>
                    <a:pt x="2994630" y="3194208"/>
                  </a:moveTo>
                  <a:lnTo>
                    <a:pt x="3006974" y="3215578"/>
                  </a:lnTo>
                  <a:lnTo>
                    <a:pt x="2985603" y="3227916"/>
                  </a:lnTo>
                  <a:lnTo>
                    <a:pt x="2973265" y="3206545"/>
                  </a:lnTo>
                  <a:lnTo>
                    <a:pt x="2994630" y="3194208"/>
                  </a:lnTo>
                  <a:close/>
                </a:path>
                <a:path w="6694170" h="6997065">
                  <a:moveTo>
                    <a:pt x="3069225" y="3325173"/>
                  </a:moveTo>
                  <a:lnTo>
                    <a:pt x="3080686" y="3345021"/>
                  </a:lnTo>
                  <a:lnTo>
                    <a:pt x="3060838" y="3356476"/>
                  </a:lnTo>
                  <a:lnTo>
                    <a:pt x="3049383" y="3336628"/>
                  </a:lnTo>
                  <a:lnTo>
                    <a:pt x="3069225" y="3325173"/>
                  </a:lnTo>
                  <a:close/>
                </a:path>
                <a:path w="6694170" h="6997065">
                  <a:moveTo>
                    <a:pt x="3143826" y="3456131"/>
                  </a:moveTo>
                  <a:lnTo>
                    <a:pt x="3154405" y="3474451"/>
                  </a:lnTo>
                  <a:lnTo>
                    <a:pt x="3136079" y="3485030"/>
                  </a:lnTo>
                  <a:lnTo>
                    <a:pt x="3125500" y="3466710"/>
                  </a:lnTo>
                  <a:lnTo>
                    <a:pt x="3143826" y="3456131"/>
                  </a:lnTo>
                  <a:close/>
                </a:path>
                <a:path w="6694170" h="6997065">
                  <a:moveTo>
                    <a:pt x="3218309" y="3587504"/>
                  </a:moveTo>
                  <a:lnTo>
                    <a:pt x="3227709" y="3603781"/>
                  </a:lnTo>
                  <a:lnTo>
                    <a:pt x="3211432" y="3613181"/>
                  </a:lnTo>
                  <a:lnTo>
                    <a:pt x="3202032" y="3596904"/>
                  </a:lnTo>
                  <a:lnTo>
                    <a:pt x="3218309" y="3587504"/>
                  </a:lnTo>
                  <a:close/>
                </a:path>
                <a:path w="6694170" h="6997065">
                  <a:moveTo>
                    <a:pt x="3292904" y="3718463"/>
                  </a:moveTo>
                  <a:lnTo>
                    <a:pt x="3301421" y="3733223"/>
                  </a:lnTo>
                  <a:lnTo>
                    <a:pt x="3286667" y="3741741"/>
                  </a:lnTo>
                  <a:lnTo>
                    <a:pt x="3278144" y="3726986"/>
                  </a:lnTo>
                  <a:lnTo>
                    <a:pt x="3292904" y="3718463"/>
                  </a:lnTo>
                  <a:close/>
                </a:path>
                <a:path w="6694170" h="6997065">
                  <a:moveTo>
                    <a:pt x="3367504" y="3849428"/>
                  </a:moveTo>
                  <a:lnTo>
                    <a:pt x="3375140" y="3862654"/>
                  </a:lnTo>
                  <a:lnTo>
                    <a:pt x="3361908" y="3870295"/>
                  </a:lnTo>
                  <a:lnTo>
                    <a:pt x="3354267" y="3857069"/>
                  </a:lnTo>
                  <a:lnTo>
                    <a:pt x="3367504" y="3849428"/>
                  </a:lnTo>
                  <a:close/>
                </a:path>
                <a:path w="6694170" h="6997065">
                  <a:moveTo>
                    <a:pt x="3442094" y="3980393"/>
                  </a:moveTo>
                  <a:lnTo>
                    <a:pt x="3448852" y="3992096"/>
                  </a:lnTo>
                  <a:lnTo>
                    <a:pt x="3437148" y="3998855"/>
                  </a:lnTo>
                  <a:lnTo>
                    <a:pt x="3430390" y="3987151"/>
                  </a:lnTo>
                  <a:lnTo>
                    <a:pt x="3442094" y="3980393"/>
                  </a:lnTo>
                  <a:close/>
                </a:path>
                <a:path w="6694170" h="6997065">
                  <a:moveTo>
                    <a:pt x="3516582" y="4111760"/>
                  </a:moveTo>
                  <a:lnTo>
                    <a:pt x="3522162" y="4121427"/>
                  </a:lnTo>
                  <a:lnTo>
                    <a:pt x="3512495" y="4127006"/>
                  </a:lnTo>
                  <a:lnTo>
                    <a:pt x="3506916" y="4117340"/>
                  </a:lnTo>
                  <a:lnTo>
                    <a:pt x="3516582" y="4111760"/>
                  </a:lnTo>
                  <a:close/>
                </a:path>
                <a:path w="6694170" h="6997065">
                  <a:moveTo>
                    <a:pt x="3591284" y="4242316"/>
                  </a:moveTo>
                  <a:lnTo>
                    <a:pt x="3596277" y="4250970"/>
                  </a:lnTo>
                  <a:lnTo>
                    <a:pt x="3587629" y="4255963"/>
                  </a:lnTo>
                  <a:lnTo>
                    <a:pt x="3582630" y="4247309"/>
                  </a:lnTo>
                  <a:lnTo>
                    <a:pt x="3591284" y="4242316"/>
                  </a:lnTo>
                  <a:close/>
                </a:path>
                <a:path w="6694170" h="6997065">
                  <a:moveTo>
                    <a:pt x="3665986" y="4372878"/>
                  </a:moveTo>
                  <a:lnTo>
                    <a:pt x="3670393" y="4380513"/>
                  </a:lnTo>
                  <a:lnTo>
                    <a:pt x="3662758" y="4384920"/>
                  </a:lnTo>
                  <a:lnTo>
                    <a:pt x="3658351" y="4377285"/>
                  </a:lnTo>
                  <a:lnTo>
                    <a:pt x="3665986" y="4372878"/>
                  </a:lnTo>
                  <a:close/>
                </a:path>
                <a:path w="6694170" h="6997065">
                  <a:moveTo>
                    <a:pt x="3740581" y="4503849"/>
                  </a:moveTo>
                  <a:lnTo>
                    <a:pt x="3744105" y="4509950"/>
                  </a:lnTo>
                  <a:lnTo>
                    <a:pt x="3737999" y="4513474"/>
                  </a:lnTo>
                  <a:lnTo>
                    <a:pt x="3734474" y="4507373"/>
                  </a:lnTo>
                  <a:lnTo>
                    <a:pt x="3740581" y="4503849"/>
                  </a:lnTo>
                  <a:close/>
                </a:path>
                <a:path w="6694170" h="6997065">
                  <a:moveTo>
                    <a:pt x="3815282" y="4634411"/>
                  </a:moveTo>
                  <a:lnTo>
                    <a:pt x="3818220" y="4639499"/>
                  </a:lnTo>
                  <a:lnTo>
                    <a:pt x="3813132" y="4642437"/>
                  </a:lnTo>
                  <a:lnTo>
                    <a:pt x="3810195" y="4637349"/>
                  </a:lnTo>
                  <a:lnTo>
                    <a:pt x="3815282" y="4634411"/>
                  </a:lnTo>
                  <a:close/>
                </a:path>
                <a:path w="6694170" h="6997065">
                  <a:moveTo>
                    <a:pt x="3889984" y="4764973"/>
                  </a:moveTo>
                  <a:lnTo>
                    <a:pt x="3892335" y="4769048"/>
                  </a:lnTo>
                  <a:lnTo>
                    <a:pt x="3888266" y="4771400"/>
                  </a:lnTo>
                  <a:lnTo>
                    <a:pt x="3885915" y="4767325"/>
                  </a:lnTo>
                  <a:lnTo>
                    <a:pt x="3889984" y="4764973"/>
                  </a:lnTo>
                  <a:close/>
                </a:path>
                <a:path w="6694170" h="6997065">
                  <a:moveTo>
                    <a:pt x="3964692" y="4895535"/>
                  </a:moveTo>
                  <a:lnTo>
                    <a:pt x="3966451" y="4898586"/>
                  </a:lnTo>
                  <a:lnTo>
                    <a:pt x="3963395" y="4900351"/>
                  </a:lnTo>
                  <a:lnTo>
                    <a:pt x="3961629" y="4897300"/>
                  </a:lnTo>
                  <a:lnTo>
                    <a:pt x="3964692" y="4895535"/>
                  </a:lnTo>
                  <a:close/>
                </a:path>
                <a:path w="6694170" h="6997065">
                  <a:moveTo>
                    <a:pt x="4039387" y="5026103"/>
                  </a:moveTo>
                  <a:lnTo>
                    <a:pt x="4040560" y="5028141"/>
                  </a:lnTo>
                  <a:lnTo>
                    <a:pt x="4038534" y="5029313"/>
                  </a:lnTo>
                  <a:lnTo>
                    <a:pt x="4037355" y="5027276"/>
                  </a:lnTo>
                  <a:lnTo>
                    <a:pt x="4039387" y="5026103"/>
                  </a:lnTo>
                  <a:close/>
                </a:path>
                <a:path w="6694170" h="6997065">
                  <a:moveTo>
                    <a:pt x="4113076" y="5157252"/>
                  </a:moveTo>
                  <a:lnTo>
                    <a:pt x="4114429" y="5157252"/>
                  </a:lnTo>
                  <a:lnTo>
                    <a:pt x="4114675" y="5157678"/>
                  </a:lnTo>
                  <a:lnTo>
                    <a:pt x="4113323" y="5157678"/>
                  </a:lnTo>
                  <a:lnTo>
                    <a:pt x="4113076" y="5157252"/>
                  </a:lnTo>
                  <a:close/>
                </a:path>
                <a:path w="6694170" h="6997065">
                  <a:moveTo>
                    <a:pt x="967880" y="0"/>
                  </a:moveTo>
                  <a:lnTo>
                    <a:pt x="1016462" y="0"/>
                  </a:lnTo>
                  <a:lnTo>
                    <a:pt x="1050441" y="58855"/>
                  </a:lnTo>
                  <a:lnTo>
                    <a:pt x="970551" y="104983"/>
                  </a:lnTo>
                  <a:lnTo>
                    <a:pt x="924422" y="25088"/>
                  </a:lnTo>
                  <a:lnTo>
                    <a:pt x="967880" y="0"/>
                  </a:lnTo>
                  <a:close/>
                </a:path>
                <a:path w="6694170" h="6997065">
                  <a:moveTo>
                    <a:pt x="1078694" y="110729"/>
                  </a:moveTo>
                  <a:lnTo>
                    <a:pt x="1123354" y="188078"/>
                  </a:lnTo>
                  <a:lnTo>
                    <a:pt x="1046005" y="232738"/>
                  </a:lnTo>
                  <a:lnTo>
                    <a:pt x="1001351" y="155389"/>
                  </a:lnTo>
                  <a:lnTo>
                    <a:pt x="1078694" y="110729"/>
                  </a:lnTo>
                  <a:close/>
                </a:path>
                <a:path w="6694170" h="6997065">
                  <a:moveTo>
                    <a:pt x="1153076" y="242499"/>
                  </a:moveTo>
                  <a:lnTo>
                    <a:pt x="1196261" y="317296"/>
                  </a:lnTo>
                  <a:lnTo>
                    <a:pt x="1121458" y="360486"/>
                  </a:lnTo>
                  <a:lnTo>
                    <a:pt x="1078273" y="285690"/>
                  </a:lnTo>
                  <a:lnTo>
                    <a:pt x="1153076" y="242499"/>
                  </a:lnTo>
                  <a:close/>
                </a:path>
                <a:path w="6694170" h="6997065">
                  <a:moveTo>
                    <a:pt x="1227345" y="374666"/>
                  </a:moveTo>
                  <a:lnTo>
                    <a:pt x="1268771" y="446418"/>
                  </a:lnTo>
                  <a:lnTo>
                    <a:pt x="1197019" y="487844"/>
                  </a:lnTo>
                  <a:lnTo>
                    <a:pt x="1155593" y="416092"/>
                  </a:lnTo>
                  <a:lnTo>
                    <a:pt x="1227345" y="374666"/>
                  </a:lnTo>
                  <a:close/>
                </a:path>
                <a:path w="6694170" h="6997065">
                  <a:moveTo>
                    <a:pt x="1301833" y="506028"/>
                  </a:moveTo>
                  <a:lnTo>
                    <a:pt x="1342086" y="575748"/>
                  </a:lnTo>
                  <a:lnTo>
                    <a:pt x="1272371" y="615995"/>
                  </a:lnTo>
                  <a:lnTo>
                    <a:pt x="1232118" y="546281"/>
                  </a:lnTo>
                  <a:lnTo>
                    <a:pt x="1301833" y="506028"/>
                  </a:lnTo>
                  <a:close/>
                </a:path>
                <a:path w="6694170" h="6997065">
                  <a:moveTo>
                    <a:pt x="1376315" y="637395"/>
                  </a:moveTo>
                  <a:lnTo>
                    <a:pt x="1415389" y="705078"/>
                  </a:lnTo>
                  <a:lnTo>
                    <a:pt x="1347713" y="744152"/>
                  </a:lnTo>
                  <a:lnTo>
                    <a:pt x="1308639" y="676470"/>
                  </a:lnTo>
                  <a:lnTo>
                    <a:pt x="1376315" y="637395"/>
                  </a:lnTo>
                  <a:close/>
                </a:path>
                <a:path w="6694170" h="6997065">
                  <a:moveTo>
                    <a:pt x="1450697" y="769165"/>
                  </a:moveTo>
                  <a:lnTo>
                    <a:pt x="1488303" y="834301"/>
                  </a:lnTo>
                  <a:lnTo>
                    <a:pt x="1423167" y="871907"/>
                  </a:lnTo>
                  <a:lnTo>
                    <a:pt x="1385561" y="806771"/>
                  </a:lnTo>
                  <a:lnTo>
                    <a:pt x="1450697" y="769165"/>
                  </a:lnTo>
                  <a:close/>
                </a:path>
                <a:path w="6694170" h="6997065">
                  <a:moveTo>
                    <a:pt x="1525079" y="900930"/>
                  </a:moveTo>
                  <a:lnTo>
                    <a:pt x="1561215" y="963524"/>
                  </a:lnTo>
                  <a:lnTo>
                    <a:pt x="1498626" y="999661"/>
                  </a:lnTo>
                  <a:lnTo>
                    <a:pt x="1462490" y="937066"/>
                  </a:lnTo>
                  <a:lnTo>
                    <a:pt x="1525079" y="900930"/>
                  </a:lnTo>
                  <a:close/>
                </a:path>
                <a:path w="6694170" h="6997065">
                  <a:moveTo>
                    <a:pt x="1599455" y="1032700"/>
                  </a:moveTo>
                  <a:lnTo>
                    <a:pt x="1634123" y="1092748"/>
                  </a:lnTo>
                  <a:lnTo>
                    <a:pt x="1574081" y="1127415"/>
                  </a:lnTo>
                  <a:lnTo>
                    <a:pt x="1539413" y="1067368"/>
                  </a:lnTo>
                  <a:lnTo>
                    <a:pt x="1599455" y="1032700"/>
                  </a:lnTo>
                  <a:close/>
                </a:path>
                <a:path w="6694170" h="6997065">
                  <a:moveTo>
                    <a:pt x="1673837" y="1164464"/>
                  </a:moveTo>
                  <a:lnTo>
                    <a:pt x="1707035" y="1221965"/>
                  </a:lnTo>
                  <a:lnTo>
                    <a:pt x="1649534" y="1255164"/>
                  </a:lnTo>
                  <a:lnTo>
                    <a:pt x="1616336" y="1197663"/>
                  </a:lnTo>
                  <a:lnTo>
                    <a:pt x="1673837" y="1164464"/>
                  </a:lnTo>
                  <a:close/>
                </a:path>
                <a:path w="6694170" h="6997065">
                  <a:moveTo>
                    <a:pt x="1748213" y="1296228"/>
                  </a:moveTo>
                  <a:lnTo>
                    <a:pt x="1779943" y="1351189"/>
                  </a:lnTo>
                  <a:lnTo>
                    <a:pt x="1724988" y="1382919"/>
                  </a:lnTo>
                  <a:lnTo>
                    <a:pt x="1693258" y="1327958"/>
                  </a:lnTo>
                  <a:lnTo>
                    <a:pt x="1748213" y="1296228"/>
                  </a:lnTo>
                  <a:close/>
                </a:path>
                <a:path w="6694170" h="6997065">
                  <a:moveTo>
                    <a:pt x="1822701" y="1427596"/>
                  </a:moveTo>
                  <a:lnTo>
                    <a:pt x="1853258" y="1480518"/>
                  </a:lnTo>
                  <a:lnTo>
                    <a:pt x="1800336" y="1511069"/>
                  </a:lnTo>
                  <a:lnTo>
                    <a:pt x="1769784" y="1458147"/>
                  </a:lnTo>
                  <a:lnTo>
                    <a:pt x="1822701" y="1427596"/>
                  </a:lnTo>
                  <a:close/>
                </a:path>
                <a:path w="6694170" h="6997065">
                  <a:moveTo>
                    <a:pt x="1897082" y="1559360"/>
                  </a:moveTo>
                  <a:lnTo>
                    <a:pt x="1926171" y="1609742"/>
                  </a:lnTo>
                  <a:lnTo>
                    <a:pt x="1875790" y="1638824"/>
                  </a:lnTo>
                  <a:lnTo>
                    <a:pt x="1846708" y="1588448"/>
                  </a:lnTo>
                  <a:lnTo>
                    <a:pt x="1897082" y="1559360"/>
                  </a:lnTo>
                  <a:close/>
                </a:path>
                <a:path w="6694170" h="6997065">
                  <a:moveTo>
                    <a:pt x="1971465" y="1691130"/>
                  </a:moveTo>
                  <a:lnTo>
                    <a:pt x="1999078" y="1738965"/>
                  </a:lnTo>
                  <a:lnTo>
                    <a:pt x="1951249" y="1766578"/>
                  </a:lnTo>
                  <a:lnTo>
                    <a:pt x="1923630" y="1718744"/>
                  </a:lnTo>
                  <a:lnTo>
                    <a:pt x="1971465" y="1691130"/>
                  </a:lnTo>
                  <a:close/>
                </a:path>
                <a:path w="6694170" h="6997065">
                  <a:moveTo>
                    <a:pt x="2045846" y="1822900"/>
                  </a:moveTo>
                  <a:lnTo>
                    <a:pt x="2071991" y="1868188"/>
                  </a:lnTo>
                  <a:lnTo>
                    <a:pt x="2026703" y="1894332"/>
                  </a:lnTo>
                  <a:lnTo>
                    <a:pt x="2000559" y="1849045"/>
                  </a:lnTo>
                  <a:lnTo>
                    <a:pt x="2045846" y="1822900"/>
                  </a:lnTo>
                  <a:close/>
                </a:path>
                <a:path w="6694170" h="6997065">
                  <a:moveTo>
                    <a:pt x="2120222" y="1954659"/>
                  </a:moveTo>
                  <a:lnTo>
                    <a:pt x="2144898" y="1997406"/>
                  </a:lnTo>
                  <a:lnTo>
                    <a:pt x="2102157" y="2022081"/>
                  </a:lnTo>
                  <a:lnTo>
                    <a:pt x="2077476" y="1979340"/>
                  </a:lnTo>
                  <a:lnTo>
                    <a:pt x="2120222" y="1954659"/>
                  </a:lnTo>
                  <a:close/>
                </a:path>
                <a:path w="6694170" h="6997065">
                  <a:moveTo>
                    <a:pt x="2194604" y="2086430"/>
                  </a:moveTo>
                  <a:lnTo>
                    <a:pt x="2217811" y="2126629"/>
                  </a:lnTo>
                  <a:lnTo>
                    <a:pt x="2177611" y="2149842"/>
                  </a:lnTo>
                  <a:lnTo>
                    <a:pt x="2154404" y="2109636"/>
                  </a:lnTo>
                  <a:lnTo>
                    <a:pt x="2194604" y="2086430"/>
                  </a:lnTo>
                  <a:close/>
                </a:path>
                <a:path w="6694170" h="6997065">
                  <a:moveTo>
                    <a:pt x="2269087" y="2217797"/>
                  </a:moveTo>
                  <a:lnTo>
                    <a:pt x="2291121" y="2255965"/>
                  </a:lnTo>
                  <a:lnTo>
                    <a:pt x="2252958" y="2277999"/>
                  </a:lnTo>
                  <a:lnTo>
                    <a:pt x="2230925" y="2239831"/>
                  </a:lnTo>
                  <a:lnTo>
                    <a:pt x="2269087" y="2217797"/>
                  </a:lnTo>
                  <a:close/>
                </a:path>
                <a:path w="6694170" h="6997065">
                  <a:moveTo>
                    <a:pt x="2343682" y="2348762"/>
                  </a:moveTo>
                  <a:lnTo>
                    <a:pt x="2364833" y="2385402"/>
                  </a:lnTo>
                  <a:lnTo>
                    <a:pt x="2328199" y="2406553"/>
                  </a:lnTo>
                  <a:lnTo>
                    <a:pt x="2307048" y="2369913"/>
                  </a:lnTo>
                  <a:lnTo>
                    <a:pt x="2343682" y="2348762"/>
                  </a:lnTo>
                  <a:close/>
                </a:path>
                <a:path w="6694170" h="6997065">
                  <a:moveTo>
                    <a:pt x="2418058" y="2480532"/>
                  </a:moveTo>
                  <a:lnTo>
                    <a:pt x="2437741" y="2514619"/>
                  </a:lnTo>
                  <a:lnTo>
                    <a:pt x="2403653" y="2534301"/>
                  </a:lnTo>
                  <a:lnTo>
                    <a:pt x="2383971" y="2500214"/>
                  </a:lnTo>
                  <a:lnTo>
                    <a:pt x="2418058" y="2480532"/>
                  </a:lnTo>
                  <a:close/>
                </a:path>
                <a:path w="6694170" h="6997065">
                  <a:moveTo>
                    <a:pt x="2492546" y="2611894"/>
                  </a:moveTo>
                  <a:lnTo>
                    <a:pt x="2511056" y="2643955"/>
                  </a:lnTo>
                  <a:lnTo>
                    <a:pt x="2479000" y="2662464"/>
                  </a:lnTo>
                  <a:lnTo>
                    <a:pt x="2460491" y="2630403"/>
                  </a:lnTo>
                  <a:lnTo>
                    <a:pt x="2492546" y="2611894"/>
                  </a:lnTo>
                  <a:close/>
                </a:path>
                <a:path w="6694170" h="6997065">
                  <a:moveTo>
                    <a:pt x="2566928" y="2743664"/>
                  </a:moveTo>
                  <a:lnTo>
                    <a:pt x="2583968" y="2773172"/>
                  </a:lnTo>
                  <a:lnTo>
                    <a:pt x="2554454" y="2790213"/>
                  </a:lnTo>
                  <a:lnTo>
                    <a:pt x="2537413" y="2760704"/>
                  </a:lnTo>
                  <a:lnTo>
                    <a:pt x="2566928" y="2743664"/>
                  </a:lnTo>
                  <a:close/>
                </a:path>
                <a:path w="6694170" h="6997065">
                  <a:moveTo>
                    <a:pt x="2641523" y="2874622"/>
                  </a:moveTo>
                  <a:lnTo>
                    <a:pt x="2657682" y="2902609"/>
                  </a:lnTo>
                  <a:lnTo>
                    <a:pt x="2629695" y="2918767"/>
                  </a:lnTo>
                  <a:lnTo>
                    <a:pt x="2613537" y="2890780"/>
                  </a:lnTo>
                  <a:lnTo>
                    <a:pt x="2641523" y="2874622"/>
                  </a:lnTo>
                  <a:close/>
                </a:path>
                <a:path w="6694170" h="6997065">
                  <a:moveTo>
                    <a:pt x="2716012" y="3005990"/>
                  </a:moveTo>
                  <a:lnTo>
                    <a:pt x="2730997" y="3031945"/>
                  </a:lnTo>
                  <a:lnTo>
                    <a:pt x="2705042" y="3046930"/>
                  </a:lnTo>
                  <a:lnTo>
                    <a:pt x="2690056" y="3020975"/>
                  </a:lnTo>
                  <a:lnTo>
                    <a:pt x="2716012" y="3005990"/>
                  </a:lnTo>
                  <a:close/>
                </a:path>
                <a:path w="6694170" h="6997065">
                  <a:moveTo>
                    <a:pt x="2790494" y="3137357"/>
                  </a:moveTo>
                  <a:lnTo>
                    <a:pt x="2804300" y="3161275"/>
                  </a:lnTo>
                  <a:lnTo>
                    <a:pt x="2780389" y="3175081"/>
                  </a:lnTo>
                  <a:lnTo>
                    <a:pt x="2766582" y="3151164"/>
                  </a:lnTo>
                  <a:lnTo>
                    <a:pt x="2790494" y="3137357"/>
                  </a:lnTo>
                  <a:close/>
                </a:path>
                <a:path w="6694170" h="6997065">
                  <a:moveTo>
                    <a:pt x="2864982" y="3268725"/>
                  </a:moveTo>
                  <a:lnTo>
                    <a:pt x="2877616" y="3290598"/>
                  </a:lnTo>
                  <a:lnTo>
                    <a:pt x="2855730" y="3303232"/>
                  </a:lnTo>
                  <a:lnTo>
                    <a:pt x="2843102" y="3281359"/>
                  </a:lnTo>
                  <a:lnTo>
                    <a:pt x="2864982" y="3268725"/>
                  </a:lnTo>
                  <a:close/>
                </a:path>
                <a:path w="6694170" h="6997065">
                  <a:moveTo>
                    <a:pt x="2939577" y="3399683"/>
                  </a:moveTo>
                  <a:lnTo>
                    <a:pt x="2951329" y="3420035"/>
                  </a:lnTo>
                  <a:lnTo>
                    <a:pt x="2930971" y="3431786"/>
                  </a:lnTo>
                  <a:lnTo>
                    <a:pt x="2919220" y="3411435"/>
                  </a:lnTo>
                  <a:lnTo>
                    <a:pt x="2939577" y="3399683"/>
                  </a:lnTo>
                  <a:close/>
                </a:path>
                <a:path w="6694170" h="6997065">
                  <a:moveTo>
                    <a:pt x="3014066" y="3531045"/>
                  </a:moveTo>
                  <a:lnTo>
                    <a:pt x="3024644" y="3549371"/>
                  </a:lnTo>
                  <a:lnTo>
                    <a:pt x="3006325" y="3559944"/>
                  </a:lnTo>
                  <a:lnTo>
                    <a:pt x="2995746" y="3541624"/>
                  </a:lnTo>
                  <a:lnTo>
                    <a:pt x="3014066" y="3531045"/>
                  </a:lnTo>
                  <a:close/>
                </a:path>
                <a:path w="6694170" h="6997065">
                  <a:moveTo>
                    <a:pt x="3088661" y="3662016"/>
                  </a:moveTo>
                  <a:lnTo>
                    <a:pt x="3098357" y="3678807"/>
                  </a:lnTo>
                  <a:lnTo>
                    <a:pt x="3081559" y="3688504"/>
                  </a:lnTo>
                  <a:lnTo>
                    <a:pt x="3071863" y="3671712"/>
                  </a:lnTo>
                  <a:lnTo>
                    <a:pt x="3088661" y="3662016"/>
                  </a:lnTo>
                  <a:close/>
                </a:path>
                <a:path w="6694170" h="6997065">
                  <a:moveTo>
                    <a:pt x="3163256" y="3792981"/>
                  </a:moveTo>
                  <a:lnTo>
                    <a:pt x="3172070" y="3808244"/>
                  </a:lnTo>
                  <a:lnTo>
                    <a:pt x="3156800" y="3817058"/>
                  </a:lnTo>
                  <a:lnTo>
                    <a:pt x="3147986" y="3801794"/>
                  </a:lnTo>
                  <a:lnTo>
                    <a:pt x="3163256" y="3792981"/>
                  </a:lnTo>
                  <a:close/>
                </a:path>
                <a:path w="6694170" h="6997065">
                  <a:moveTo>
                    <a:pt x="3237845" y="3923946"/>
                  </a:moveTo>
                  <a:lnTo>
                    <a:pt x="3245782" y="3937687"/>
                  </a:lnTo>
                  <a:lnTo>
                    <a:pt x="3232046" y="3945618"/>
                  </a:lnTo>
                  <a:lnTo>
                    <a:pt x="3224109" y="3931877"/>
                  </a:lnTo>
                  <a:lnTo>
                    <a:pt x="3237845" y="3923946"/>
                  </a:lnTo>
                  <a:close/>
                </a:path>
                <a:path w="6694170" h="6997065">
                  <a:moveTo>
                    <a:pt x="3312333" y="4055307"/>
                  </a:moveTo>
                  <a:lnTo>
                    <a:pt x="3319092" y="4067011"/>
                  </a:lnTo>
                  <a:lnTo>
                    <a:pt x="3307388" y="4073769"/>
                  </a:lnTo>
                  <a:lnTo>
                    <a:pt x="3300629" y="4062066"/>
                  </a:lnTo>
                  <a:lnTo>
                    <a:pt x="3312333" y="4055307"/>
                  </a:lnTo>
                  <a:close/>
                </a:path>
                <a:path w="6694170" h="6997065">
                  <a:moveTo>
                    <a:pt x="3386929" y="4186272"/>
                  </a:moveTo>
                  <a:lnTo>
                    <a:pt x="3392804" y="4196454"/>
                  </a:lnTo>
                  <a:lnTo>
                    <a:pt x="3382629" y="4202329"/>
                  </a:lnTo>
                  <a:lnTo>
                    <a:pt x="3376753" y="4192147"/>
                  </a:lnTo>
                  <a:lnTo>
                    <a:pt x="3386929" y="4186272"/>
                  </a:lnTo>
                  <a:close/>
                </a:path>
                <a:path w="6694170" h="6997065">
                  <a:moveTo>
                    <a:pt x="3461524" y="4317236"/>
                  </a:moveTo>
                  <a:lnTo>
                    <a:pt x="3466517" y="4325890"/>
                  </a:lnTo>
                  <a:lnTo>
                    <a:pt x="3457869" y="4330883"/>
                  </a:lnTo>
                  <a:lnTo>
                    <a:pt x="3452876" y="4322230"/>
                  </a:lnTo>
                  <a:lnTo>
                    <a:pt x="3461524" y="4317236"/>
                  </a:lnTo>
                  <a:close/>
                </a:path>
                <a:path w="6694170" h="6997065">
                  <a:moveTo>
                    <a:pt x="3536225" y="4447799"/>
                  </a:moveTo>
                  <a:lnTo>
                    <a:pt x="3540632" y="4455433"/>
                  </a:lnTo>
                  <a:lnTo>
                    <a:pt x="3532998" y="4459840"/>
                  </a:lnTo>
                  <a:lnTo>
                    <a:pt x="3528591" y="4452205"/>
                  </a:lnTo>
                  <a:lnTo>
                    <a:pt x="3536225" y="4447799"/>
                  </a:lnTo>
                  <a:close/>
                </a:path>
                <a:path w="6694170" h="6997065">
                  <a:moveTo>
                    <a:pt x="3610927" y="4578361"/>
                  </a:moveTo>
                  <a:lnTo>
                    <a:pt x="3614748" y="4584977"/>
                  </a:lnTo>
                  <a:lnTo>
                    <a:pt x="3608132" y="4588797"/>
                  </a:lnTo>
                  <a:lnTo>
                    <a:pt x="3604311" y="4582181"/>
                  </a:lnTo>
                  <a:lnTo>
                    <a:pt x="3610927" y="4578361"/>
                  </a:lnTo>
                  <a:close/>
                </a:path>
                <a:path w="6694170" h="6997065">
                  <a:moveTo>
                    <a:pt x="3685522" y="4709325"/>
                  </a:moveTo>
                  <a:lnTo>
                    <a:pt x="3688460" y="4714419"/>
                  </a:lnTo>
                  <a:lnTo>
                    <a:pt x="3683372" y="4717357"/>
                  </a:lnTo>
                  <a:lnTo>
                    <a:pt x="3680435" y="4712263"/>
                  </a:lnTo>
                  <a:lnTo>
                    <a:pt x="3685522" y="4709325"/>
                  </a:lnTo>
                  <a:close/>
                </a:path>
                <a:path w="6694170" h="6997065">
                  <a:moveTo>
                    <a:pt x="3760224" y="4839893"/>
                  </a:moveTo>
                  <a:lnTo>
                    <a:pt x="3762575" y="4843962"/>
                  </a:lnTo>
                  <a:lnTo>
                    <a:pt x="3758506" y="4846314"/>
                  </a:lnTo>
                  <a:lnTo>
                    <a:pt x="3756155" y="4842245"/>
                  </a:lnTo>
                  <a:lnTo>
                    <a:pt x="3760224" y="4839893"/>
                  </a:lnTo>
                  <a:close/>
                </a:path>
                <a:path w="6694170" h="6997065">
                  <a:moveTo>
                    <a:pt x="3834931" y="4970455"/>
                  </a:moveTo>
                  <a:lnTo>
                    <a:pt x="3836691" y="4973506"/>
                  </a:lnTo>
                  <a:lnTo>
                    <a:pt x="3833640" y="4975265"/>
                  </a:lnTo>
                  <a:lnTo>
                    <a:pt x="3831875" y="4972215"/>
                  </a:lnTo>
                  <a:lnTo>
                    <a:pt x="3834931" y="4970455"/>
                  </a:lnTo>
                  <a:close/>
                </a:path>
                <a:path w="6694170" h="6997065">
                  <a:moveTo>
                    <a:pt x="3909634" y="5101017"/>
                  </a:moveTo>
                  <a:lnTo>
                    <a:pt x="3910806" y="5103055"/>
                  </a:lnTo>
                  <a:lnTo>
                    <a:pt x="3908775" y="5104228"/>
                  </a:lnTo>
                  <a:lnTo>
                    <a:pt x="3907596" y="5102190"/>
                  </a:lnTo>
                  <a:lnTo>
                    <a:pt x="3909634" y="5101017"/>
                  </a:lnTo>
                  <a:close/>
                </a:path>
                <a:path w="6694170" h="6997065">
                  <a:moveTo>
                    <a:pt x="3983316" y="5232166"/>
                  </a:moveTo>
                  <a:lnTo>
                    <a:pt x="3984666" y="5232166"/>
                  </a:lnTo>
                  <a:lnTo>
                    <a:pt x="3984915" y="5232598"/>
                  </a:lnTo>
                  <a:lnTo>
                    <a:pt x="3983565" y="5232598"/>
                  </a:lnTo>
                  <a:lnTo>
                    <a:pt x="3983316" y="5232166"/>
                  </a:lnTo>
                  <a:close/>
                </a:path>
                <a:path w="6694170" h="6997065">
                  <a:moveTo>
                    <a:pt x="2251887" y="5538531"/>
                  </a:moveTo>
                  <a:lnTo>
                    <a:pt x="2258503" y="5538531"/>
                  </a:lnTo>
                  <a:lnTo>
                    <a:pt x="2262323" y="5551231"/>
                  </a:lnTo>
                  <a:lnTo>
                    <a:pt x="2255707" y="5551231"/>
                  </a:lnTo>
                  <a:lnTo>
                    <a:pt x="2251887" y="5538531"/>
                  </a:lnTo>
                  <a:close/>
                </a:path>
                <a:path w="6694170" h="6997065">
                  <a:moveTo>
                    <a:pt x="1051381" y="5538531"/>
                  </a:moveTo>
                  <a:lnTo>
                    <a:pt x="1057552" y="5551231"/>
                  </a:lnTo>
                  <a:lnTo>
                    <a:pt x="1040695" y="5551231"/>
                  </a:lnTo>
                  <a:lnTo>
                    <a:pt x="1051381" y="5538531"/>
                  </a:lnTo>
                  <a:close/>
                </a:path>
                <a:path w="6694170" h="6997065">
                  <a:moveTo>
                    <a:pt x="164733" y="5525831"/>
                  </a:moveTo>
                  <a:lnTo>
                    <a:pt x="178481" y="5525831"/>
                  </a:lnTo>
                  <a:lnTo>
                    <a:pt x="186412" y="5538531"/>
                  </a:lnTo>
                  <a:lnTo>
                    <a:pt x="172670" y="5551231"/>
                  </a:lnTo>
                  <a:lnTo>
                    <a:pt x="164733" y="5525831"/>
                  </a:lnTo>
                  <a:close/>
                </a:path>
                <a:path w="6694170" h="6997065">
                  <a:moveTo>
                    <a:pt x="1375927" y="5525831"/>
                  </a:moveTo>
                  <a:lnTo>
                    <a:pt x="1391178" y="5525831"/>
                  </a:lnTo>
                  <a:lnTo>
                    <a:pt x="1381512" y="5538531"/>
                  </a:lnTo>
                  <a:lnTo>
                    <a:pt x="1375927" y="5525831"/>
                  </a:lnTo>
                  <a:close/>
                </a:path>
                <a:path w="6694170" h="6997065">
                  <a:moveTo>
                    <a:pt x="512806" y="5500431"/>
                  </a:moveTo>
                  <a:lnTo>
                    <a:pt x="520447" y="5513131"/>
                  </a:lnTo>
                  <a:lnTo>
                    <a:pt x="507215" y="5525831"/>
                  </a:lnTo>
                  <a:lnTo>
                    <a:pt x="499574" y="5513131"/>
                  </a:lnTo>
                  <a:lnTo>
                    <a:pt x="512806" y="5500431"/>
                  </a:lnTo>
                  <a:close/>
                </a:path>
                <a:path w="6694170" h="6997065">
                  <a:moveTo>
                    <a:pt x="1719823" y="5500431"/>
                  </a:moveTo>
                  <a:lnTo>
                    <a:pt x="1724816" y="5513131"/>
                  </a:lnTo>
                  <a:lnTo>
                    <a:pt x="1711169" y="5513131"/>
                  </a:lnTo>
                  <a:lnTo>
                    <a:pt x="1719823" y="5500431"/>
                  </a:lnTo>
                  <a:close/>
                </a:path>
                <a:path w="6694170" h="6997065">
                  <a:moveTo>
                    <a:pt x="2046405" y="5487731"/>
                  </a:moveTo>
                  <a:lnTo>
                    <a:pt x="2058447" y="5487731"/>
                  </a:lnTo>
                  <a:lnTo>
                    <a:pt x="2050812" y="5500431"/>
                  </a:lnTo>
                  <a:lnTo>
                    <a:pt x="2046405" y="5487731"/>
                  </a:lnTo>
                  <a:close/>
                </a:path>
                <a:path w="6694170" h="6997065">
                  <a:moveTo>
                    <a:pt x="834811" y="5487731"/>
                  </a:moveTo>
                  <a:lnTo>
                    <a:pt x="847025" y="5487731"/>
                  </a:lnTo>
                  <a:lnTo>
                    <a:pt x="854079" y="5500431"/>
                  </a:lnTo>
                  <a:lnTo>
                    <a:pt x="841866" y="5500431"/>
                  </a:lnTo>
                  <a:lnTo>
                    <a:pt x="834811" y="5487731"/>
                  </a:lnTo>
                  <a:close/>
                </a:path>
                <a:path w="6694170" h="6997065">
                  <a:moveTo>
                    <a:pt x="1181249" y="5462331"/>
                  </a:moveTo>
                  <a:lnTo>
                    <a:pt x="1187711" y="5475031"/>
                  </a:lnTo>
                  <a:lnTo>
                    <a:pt x="1176516" y="5487731"/>
                  </a:lnTo>
                  <a:lnTo>
                    <a:pt x="1170054" y="5475031"/>
                  </a:lnTo>
                  <a:lnTo>
                    <a:pt x="1181249" y="5462331"/>
                  </a:lnTo>
                  <a:close/>
                </a:path>
                <a:path w="6694170" h="6997065">
                  <a:moveTo>
                    <a:pt x="2381648" y="5462331"/>
                  </a:moveTo>
                  <a:lnTo>
                    <a:pt x="2388258" y="5462331"/>
                  </a:lnTo>
                  <a:lnTo>
                    <a:pt x="2392079" y="5475031"/>
                  </a:lnTo>
                  <a:lnTo>
                    <a:pt x="2385468" y="5475031"/>
                  </a:lnTo>
                  <a:lnTo>
                    <a:pt x="2381648" y="5462331"/>
                  </a:lnTo>
                  <a:close/>
                </a:path>
                <a:path w="6694170" h="6997065">
                  <a:moveTo>
                    <a:pt x="308343" y="5449631"/>
                  </a:moveTo>
                  <a:lnTo>
                    <a:pt x="316570" y="5462331"/>
                  </a:lnTo>
                  <a:lnTo>
                    <a:pt x="302319" y="5475031"/>
                  </a:lnTo>
                  <a:lnTo>
                    <a:pt x="294092" y="5462331"/>
                  </a:lnTo>
                  <a:lnTo>
                    <a:pt x="308343" y="5449631"/>
                  </a:lnTo>
                  <a:close/>
                </a:path>
                <a:path w="6694170" h="6997065">
                  <a:moveTo>
                    <a:pt x="1505688" y="5449631"/>
                  </a:moveTo>
                  <a:lnTo>
                    <a:pt x="1515361" y="5449631"/>
                  </a:lnTo>
                  <a:lnTo>
                    <a:pt x="1520940" y="5462331"/>
                  </a:lnTo>
                  <a:lnTo>
                    <a:pt x="1511274" y="5462331"/>
                  </a:lnTo>
                  <a:lnTo>
                    <a:pt x="1505688" y="5449631"/>
                  </a:lnTo>
                  <a:close/>
                </a:path>
                <a:path w="6694170" h="6997065">
                  <a:moveTo>
                    <a:pt x="642567" y="5424231"/>
                  </a:moveTo>
                  <a:lnTo>
                    <a:pt x="650207" y="5436931"/>
                  </a:lnTo>
                  <a:lnTo>
                    <a:pt x="636969" y="5449631"/>
                  </a:lnTo>
                  <a:lnTo>
                    <a:pt x="629335" y="5436931"/>
                  </a:lnTo>
                  <a:lnTo>
                    <a:pt x="642567" y="5424231"/>
                  </a:lnTo>
                  <a:close/>
                </a:path>
                <a:path w="6694170" h="6997065">
                  <a:moveTo>
                    <a:pt x="1849578" y="5424231"/>
                  </a:moveTo>
                  <a:lnTo>
                    <a:pt x="1854571" y="5436931"/>
                  </a:lnTo>
                  <a:lnTo>
                    <a:pt x="1840931" y="5436931"/>
                  </a:lnTo>
                  <a:lnTo>
                    <a:pt x="1849578" y="5424231"/>
                  </a:lnTo>
                  <a:close/>
                </a:path>
                <a:path w="6694170" h="6997065">
                  <a:moveTo>
                    <a:pt x="2176166" y="5411531"/>
                  </a:moveTo>
                  <a:lnTo>
                    <a:pt x="2188208" y="5411531"/>
                  </a:lnTo>
                  <a:lnTo>
                    <a:pt x="2180573" y="5424231"/>
                  </a:lnTo>
                  <a:lnTo>
                    <a:pt x="2176166" y="5411531"/>
                  </a:lnTo>
                  <a:close/>
                </a:path>
                <a:path w="6694170" h="6997065">
                  <a:moveTo>
                    <a:pt x="964169" y="5411531"/>
                  </a:moveTo>
                  <a:lnTo>
                    <a:pt x="976892" y="5411531"/>
                  </a:lnTo>
                  <a:lnTo>
                    <a:pt x="984237" y="5424231"/>
                  </a:lnTo>
                  <a:lnTo>
                    <a:pt x="971514" y="5424231"/>
                  </a:lnTo>
                  <a:lnTo>
                    <a:pt x="964169" y="5411531"/>
                  </a:lnTo>
                  <a:close/>
                </a:path>
                <a:path w="6694170" h="6997065">
                  <a:moveTo>
                    <a:pt x="1311004" y="5386131"/>
                  </a:moveTo>
                  <a:lnTo>
                    <a:pt x="1317466" y="5398831"/>
                  </a:lnTo>
                  <a:lnTo>
                    <a:pt x="1306277" y="5411531"/>
                  </a:lnTo>
                  <a:lnTo>
                    <a:pt x="1299815" y="5398831"/>
                  </a:lnTo>
                  <a:lnTo>
                    <a:pt x="1311004" y="5386131"/>
                  </a:lnTo>
                  <a:close/>
                </a:path>
                <a:path w="6694170" h="6997065">
                  <a:moveTo>
                    <a:pt x="88622" y="5398831"/>
                  </a:moveTo>
                  <a:lnTo>
                    <a:pt x="103886" y="5398831"/>
                  </a:lnTo>
                  <a:lnTo>
                    <a:pt x="112699" y="5411531"/>
                  </a:lnTo>
                  <a:lnTo>
                    <a:pt x="97436" y="5411531"/>
                  </a:lnTo>
                  <a:lnTo>
                    <a:pt x="88622" y="5398831"/>
                  </a:lnTo>
                  <a:close/>
                </a:path>
                <a:path w="6694170" h="6997065">
                  <a:moveTo>
                    <a:pt x="2518019" y="5386131"/>
                  </a:moveTo>
                  <a:lnTo>
                    <a:pt x="2521839" y="5398831"/>
                  </a:lnTo>
                  <a:lnTo>
                    <a:pt x="2511403" y="5398831"/>
                  </a:lnTo>
                  <a:lnTo>
                    <a:pt x="2518019" y="5386131"/>
                  </a:lnTo>
                  <a:close/>
                </a:path>
                <a:path w="6694170" h="6997065">
                  <a:moveTo>
                    <a:pt x="438210" y="5373431"/>
                  </a:moveTo>
                  <a:lnTo>
                    <a:pt x="446733" y="5386131"/>
                  </a:lnTo>
                  <a:lnTo>
                    <a:pt x="431973" y="5398831"/>
                  </a:lnTo>
                  <a:lnTo>
                    <a:pt x="423456" y="5386131"/>
                  </a:lnTo>
                  <a:lnTo>
                    <a:pt x="438210" y="5373431"/>
                  </a:lnTo>
                  <a:close/>
                </a:path>
                <a:path w="6694170" h="6997065">
                  <a:moveTo>
                    <a:pt x="1635046" y="5373431"/>
                  </a:moveTo>
                  <a:lnTo>
                    <a:pt x="1645228" y="5373431"/>
                  </a:lnTo>
                  <a:lnTo>
                    <a:pt x="1651103" y="5386131"/>
                  </a:lnTo>
                  <a:lnTo>
                    <a:pt x="1640922" y="5386131"/>
                  </a:lnTo>
                  <a:lnTo>
                    <a:pt x="1635046" y="5373431"/>
                  </a:lnTo>
                  <a:close/>
                </a:path>
                <a:path w="6694170" h="6997065">
                  <a:moveTo>
                    <a:pt x="772435" y="5348031"/>
                  </a:moveTo>
                  <a:lnTo>
                    <a:pt x="780366" y="5373431"/>
                  </a:lnTo>
                  <a:lnTo>
                    <a:pt x="766625" y="5373431"/>
                  </a:lnTo>
                  <a:lnTo>
                    <a:pt x="758688" y="5360731"/>
                  </a:lnTo>
                  <a:lnTo>
                    <a:pt x="772435" y="5348031"/>
                  </a:lnTo>
                  <a:close/>
                </a:path>
                <a:path w="6694170" h="6997065">
                  <a:moveTo>
                    <a:pt x="1979338" y="5348031"/>
                  </a:moveTo>
                  <a:lnTo>
                    <a:pt x="1984331" y="5360731"/>
                  </a:lnTo>
                  <a:lnTo>
                    <a:pt x="1970691" y="5360731"/>
                  </a:lnTo>
                  <a:lnTo>
                    <a:pt x="1979338" y="5348031"/>
                  </a:lnTo>
                  <a:close/>
                </a:path>
                <a:path w="6694170" h="6997065">
                  <a:moveTo>
                    <a:pt x="1106654" y="5335331"/>
                  </a:moveTo>
                  <a:lnTo>
                    <a:pt x="1113998" y="5348031"/>
                  </a:lnTo>
                  <a:lnTo>
                    <a:pt x="1101275" y="5360731"/>
                  </a:lnTo>
                  <a:lnTo>
                    <a:pt x="1093931" y="5348031"/>
                  </a:lnTo>
                  <a:lnTo>
                    <a:pt x="1106654" y="5335331"/>
                  </a:lnTo>
                  <a:close/>
                </a:path>
                <a:path w="6694170" h="6997065">
                  <a:moveTo>
                    <a:pt x="2305921" y="5335331"/>
                  </a:moveTo>
                  <a:lnTo>
                    <a:pt x="2317969" y="5335331"/>
                  </a:lnTo>
                  <a:lnTo>
                    <a:pt x="2310328" y="5348031"/>
                  </a:lnTo>
                  <a:lnTo>
                    <a:pt x="2305921" y="5335331"/>
                  </a:lnTo>
                  <a:close/>
                </a:path>
                <a:path w="6694170" h="6997065">
                  <a:moveTo>
                    <a:pt x="217974" y="5322631"/>
                  </a:moveTo>
                  <a:lnTo>
                    <a:pt x="233747" y="5322631"/>
                  </a:lnTo>
                  <a:lnTo>
                    <a:pt x="242857" y="5335331"/>
                  </a:lnTo>
                  <a:lnTo>
                    <a:pt x="227084" y="5348031"/>
                  </a:lnTo>
                  <a:lnTo>
                    <a:pt x="217974" y="5322631"/>
                  </a:lnTo>
                  <a:close/>
                </a:path>
                <a:path w="6694170" h="6997065">
                  <a:moveTo>
                    <a:pt x="1440878" y="5309931"/>
                  </a:moveTo>
                  <a:lnTo>
                    <a:pt x="1447637" y="5322631"/>
                  </a:lnTo>
                  <a:lnTo>
                    <a:pt x="1435927" y="5335331"/>
                  </a:lnTo>
                  <a:lnTo>
                    <a:pt x="1429169" y="5322631"/>
                  </a:lnTo>
                  <a:lnTo>
                    <a:pt x="1440878" y="5309931"/>
                  </a:lnTo>
                  <a:close/>
                </a:path>
                <a:path w="6694170" h="6997065">
                  <a:moveTo>
                    <a:pt x="2647779" y="5309931"/>
                  </a:moveTo>
                  <a:lnTo>
                    <a:pt x="2651600" y="5322631"/>
                  </a:lnTo>
                  <a:lnTo>
                    <a:pt x="2641163" y="5322631"/>
                  </a:lnTo>
                  <a:lnTo>
                    <a:pt x="2647779" y="5309931"/>
                  </a:lnTo>
                  <a:close/>
                </a:path>
                <a:path w="6694170" h="6997065">
                  <a:moveTo>
                    <a:pt x="567965" y="5297231"/>
                  </a:moveTo>
                  <a:lnTo>
                    <a:pt x="576488" y="5309931"/>
                  </a:lnTo>
                  <a:lnTo>
                    <a:pt x="561728" y="5322631"/>
                  </a:lnTo>
                  <a:lnTo>
                    <a:pt x="553211" y="5309931"/>
                  </a:lnTo>
                  <a:lnTo>
                    <a:pt x="567965" y="5297231"/>
                  </a:lnTo>
                  <a:close/>
                </a:path>
                <a:path w="6694170" h="6997065">
                  <a:moveTo>
                    <a:pt x="1764807" y="5297231"/>
                  </a:moveTo>
                  <a:lnTo>
                    <a:pt x="1774983" y="5297231"/>
                  </a:lnTo>
                  <a:lnTo>
                    <a:pt x="1780858" y="5309931"/>
                  </a:lnTo>
                  <a:lnTo>
                    <a:pt x="1770683" y="5309931"/>
                  </a:lnTo>
                  <a:lnTo>
                    <a:pt x="1764807" y="5297231"/>
                  </a:lnTo>
                  <a:close/>
                </a:path>
                <a:path w="6694170" h="6997065">
                  <a:moveTo>
                    <a:pt x="2109099" y="5271831"/>
                  </a:moveTo>
                  <a:lnTo>
                    <a:pt x="2114092" y="5284531"/>
                  </a:lnTo>
                  <a:lnTo>
                    <a:pt x="2105445" y="5297231"/>
                  </a:lnTo>
                  <a:lnTo>
                    <a:pt x="2100445" y="5284531"/>
                  </a:lnTo>
                  <a:lnTo>
                    <a:pt x="2109099" y="5271831"/>
                  </a:lnTo>
                  <a:close/>
                </a:path>
                <a:path w="6694170" h="6997065">
                  <a:moveTo>
                    <a:pt x="888052" y="5284531"/>
                  </a:moveTo>
                  <a:lnTo>
                    <a:pt x="902297" y="5284531"/>
                  </a:lnTo>
                  <a:lnTo>
                    <a:pt x="910524" y="5297231"/>
                  </a:lnTo>
                  <a:lnTo>
                    <a:pt x="896279" y="5297231"/>
                  </a:lnTo>
                  <a:lnTo>
                    <a:pt x="888052" y="5284531"/>
                  </a:lnTo>
                  <a:close/>
                </a:path>
                <a:path w="6694170" h="6997065">
                  <a:moveTo>
                    <a:pt x="1236522" y="5259131"/>
                  </a:moveTo>
                  <a:lnTo>
                    <a:pt x="1244162" y="5271831"/>
                  </a:lnTo>
                  <a:lnTo>
                    <a:pt x="1230924" y="5284531"/>
                  </a:lnTo>
                  <a:lnTo>
                    <a:pt x="1223290" y="5271831"/>
                  </a:lnTo>
                  <a:lnTo>
                    <a:pt x="1236522" y="5259131"/>
                  </a:lnTo>
                  <a:close/>
                </a:path>
                <a:path w="6694170" h="6997065">
                  <a:moveTo>
                    <a:pt x="29285" y="5259131"/>
                  </a:moveTo>
                  <a:lnTo>
                    <a:pt x="38981" y="5284531"/>
                  </a:lnTo>
                  <a:lnTo>
                    <a:pt x="22195" y="5284531"/>
                  </a:lnTo>
                  <a:lnTo>
                    <a:pt x="12499" y="5271831"/>
                  </a:lnTo>
                  <a:lnTo>
                    <a:pt x="29285" y="5259131"/>
                  </a:lnTo>
                  <a:close/>
                </a:path>
                <a:path w="6694170" h="6997065">
                  <a:moveTo>
                    <a:pt x="2435683" y="5259131"/>
                  </a:moveTo>
                  <a:lnTo>
                    <a:pt x="2443317" y="5259131"/>
                  </a:lnTo>
                  <a:lnTo>
                    <a:pt x="2447724" y="5271831"/>
                  </a:lnTo>
                  <a:lnTo>
                    <a:pt x="2440090" y="5271831"/>
                  </a:lnTo>
                  <a:lnTo>
                    <a:pt x="2435683" y="5259131"/>
                  </a:lnTo>
                  <a:close/>
                </a:path>
                <a:path w="6694170" h="6997065">
                  <a:moveTo>
                    <a:pt x="347333" y="5246431"/>
                  </a:moveTo>
                  <a:lnTo>
                    <a:pt x="363615" y="5246431"/>
                  </a:lnTo>
                  <a:lnTo>
                    <a:pt x="373015" y="5259131"/>
                  </a:lnTo>
                  <a:lnTo>
                    <a:pt x="356733" y="5271831"/>
                  </a:lnTo>
                  <a:lnTo>
                    <a:pt x="347333" y="5246431"/>
                  </a:lnTo>
                  <a:close/>
                </a:path>
                <a:path w="6694170" h="6997065">
                  <a:moveTo>
                    <a:pt x="1558929" y="5246431"/>
                  </a:moveTo>
                  <a:lnTo>
                    <a:pt x="1577391" y="5246431"/>
                  </a:lnTo>
                  <a:lnTo>
                    <a:pt x="1565687" y="5259131"/>
                  </a:lnTo>
                  <a:lnTo>
                    <a:pt x="1558929" y="5246431"/>
                  </a:lnTo>
                  <a:close/>
                </a:path>
                <a:path w="6694170" h="6997065">
                  <a:moveTo>
                    <a:pt x="2777540" y="5233731"/>
                  </a:moveTo>
                  <a:lnTo>
                    <a:pt x="2781361" y="5246431"/>
                  </a:lnTo>
                  <a:lnTo>
                    <a:pt x="2770918" y="5246431"/>
                  </a:lnTo>
                  <a:lnTo>
                    <a:pt x="2777540" y="5233731"/>
                  </a:lnTo>
                  <a:close/>
                </a:path>
                <a:path w="6694170" h="6997065">
                  <a:moveTo>
                    <a:pt x="697841" y="5221031"/>
                  </a:moveTo>
                  <a:lnTo>
                    <a:pt x="706654" y="5233731"/>
                  </a:lnTo>
                  <a:lnTo>
                    <a:pt x="691390" y="5246431"/>
                  </a:lnTo>
                  <a:lnTo>
                    <a:pt x="682577" y="5233731"/>
                  </a:lnTo>
                  <a:lnTo>
                    <a:pt x="697841" y="5221031"/>
                  </a:lnTo>
                  <a:close/>
                </a:path>
                <a:path w="6694170" h="6997065">
                  <a:moveTo>
                    <a:pt x="1894567" y="5221031"/>
                  </a:moveTo>
                  <a:lnTo>
                    <a:pt x="1904743" y="5221031"/>
                  </a:lnTo>
                  <a:lnTo>
                    <a:pt x="1910618" y="5233731"/>
                  </a:lnTo>
                  <a:lnTo>
                    <a:pt x="1900443" y="5233731"/>
                  </a:lnTo>
                  <a:lnTo>
                    <a:pt x="1894567" y="5221031"/>
                  </a:lnTo>
                  <a:close/>
                </a:path>
                <a:path w="6694170" h="6997065">
                  <a:moveTo>
                    <a:pt x="2230201" y="5208331"/>
                  </a:moveTo>
                  <a:lnTo>
                    <a:pt x="2243854" y="5208331"/>
                  </a:lnTo>
                  <a:lnTo>
                    <a:pt x="2235200" y="5221031"/>
                  </a:lnTo>
                  <a:lnTo>
                    <a:pt x="2230201" y="5208331"/>
                  </a:lnTo>
                  <a:close/>
                </a:path>
                <a:path w="6694170" h="6997065">
                  <a:moveTo>
                    <a:pt x="1017808" y="5208331"/>
                  </a:moveTo>
                  <a:lnTo>
                    <a:pt x="1032058" y="5208331"/>
                  </a:lnTo>
                  <a:lnTo>
                    <a:pt x="1040285" y="5221031"/>
                  </a:lnTo>
                  <a:lnTo>
                    <a:pt x="1026035" y="5221031"/>
                  </a:lnTo>
                  <a:lnTo>
                    <a:pt x="1017808" y="5208331"/>
                  </a:lnTo>
                  <a:close/>
                </a:path>
                <a:path w="6694170" h="6997065">
                  <a:moveTo>
                    <a:pt x="1366278" y="5182931"/>
                  </a:moveTo>
                  <a:lnTo>
                    <a:pt x="1373918" y="5195631"/>
                  </a:lnTo>
                  <a:lnTo>
                    <a:pt x="1360686" y="5208331"/>
                  </a:lnTo>
                  <a:lnTo>
                    <a:pt x="1353052" y="5195631"/>
                  </a:lnTo>
                  <a:lnTo>
                    <a:pt x="1366278" y="5182931"/>
                  </a:lnTo>
                  <a:close/>
                </a:path>
                <a:path w="6694170" h="6997065">
                  <a:moveTo>
                    <a:pt x="159259" y="5182931"/>
                  </a:moveTo>
                  <a:lnTo>
                    <a:pt x="169542" y="5208331"/>
                  </a:lnTo>
                  <a:lnTo>
                    <a:pt x="151731" y="5208331"/>
                  </a:lnTo>
                  <a:lnTo>
                    <a:pt x="141448" y="5195631"/>
                  </a:lnTo>
                  <a:lnTo>
                    <a:pt x="159259" y="5182931"/>
                  </a:lnTo>
                  <a:close/>
                </a:path>
                <a:path w="6694170" h="6997065">
                  <a:moveTo>
                    <a:pt x="2565443" y="5182931"/>
                  </a:moveTo>
                  <a:lnTo>
                    <a:pt x="2573072" y="5182931"/>
                  </a:lnTo>
                  <a:lnTo>
                    <a:pt x="2577479" y="5195631"/>
                  </a:lnTo>
                  <a:lnTo>
                    <a:pt x="2569850" y="5195631"/>
                  </a:lnTo>
                  <a:lnTo>
                    <a:pt x="2565443" y="5182931"/>
                  </a:lnTo>
                  <a:close/>
                </a:path>
                <a:path w="6694170" h="6997065">
                  <a:moveTo>
                    <a:pt x="476691" y="5170231"/>
                  </a:moveTo>
                  <a:lnTo>
                    <a:pt x="493483" y="5170231"/>
                  </a:lnTo>
                  <a:lnTo>
                    <a:pt x="503179" y="5182931"/>
                  </a:lnTo>
                  <a:lnTo>
                    <a:pt x="486387" y="5195631"/>
                  </a:lnTo>
                  <a:lnTo>
                    <a:pt x="476691" y="5170231"/>
                  </a:lnTo>
                  <a:close/>
                </a:path>
                <a:path w="6694170" h="6997065">
                  <a:moveTo>
                    <a:pt x="1688287" y="5170231"/>
                  </a:moveTo>
                  <a:lnTo>
                    <a:pt x="1700500" y="5170231"/>
                  </a:lnTo>
                  <a:lnTo>
                    <a:pt x="1707549" y="5182931"/>
                  </a:lnTo>
                  <a:lnTo>
                    <a:pt x="1695336" y="5182931"/>
                  </a:lnTo>
                  <a:lnTo>
                    <a:pt x="1688287" y="5170231"/>
                  </a:lnTo>
                  <a:close/>
                </a:path>
                <a:path w="6694170" h="6997065">
                  <a:moveTo>
                    <a:pt x="827702" y="5144831"/>
                  </a:moveTo>
                  <a:lnTo>
                    <a:pt x="836811" y="5157531"/>
                  </a:lnTo>
                  <a:lnTo>
                    <a:pt x="821038" y="5170231"/>
                  </a:lnTo>
                  <a:lnTo>
                    <a:pt x="811929" y="5157531"/>
                  </a:lnTo>
                  <a:lnTo>
                    <a:pt x="827702" y="5144831"/>
                  </a:lnTo>
                  <a:close/>
                </a:path>
                <a:path w="6694170" h="6997065">
                  <a:moveTo>
                    <a:pt x="2034504" y="5144831"/>
                  </a:moveTo>
                  <a:lnTo>
                    <a:pt x="2040380" y="5157531"/>
                  </a:lnTo>
                  <a:lnTo>
                    <a:pt x="2024328" y="5157531"/>
                  </a:lnTo>
                  <a:lnTo>
                    <a:pt x="2034504" y="5144831"/>
                  </a:lnTo>
                  <a:close/>
                </a:path>
                <a:path w="6694170" h="6997065">
                  <a:moveTo>
                    <a:pt x="1147166" y="5132131"/>
                  </a:moveTo>
                  <a:lnTo>
                    <a:pt x="1161920" y="5132131"/>
                  </a:lnTo>
                  <a:lnTo>
                    <a:pt x="1170443" y="5144831"/>
                  </a:lnTo>
                  <a:lnTo>
                    <a:pt x="1155683" y="5157531"/>
                  </a:lnTo>
                  <a:lnTo>
                    <a:pt x="1147166" y="5132131"/>
                  </a:lnTo>
                  <a:close/>
                </a:path>
                <a:path w="6694170" h="6997065">
                  <a:moveTo>
                    <a:pt x="2359962" y="5132131"/>
                  </a:moveTo>
                  <a:lnTo>
                    <a:pt x="2373615" y="5132131"/>
                  </a:lnTo>
                  <a:lnTo>
                    <a:pt x="2364961" y="5144831"/>
                  </a:lnTo>
                  <a:lnTo>
                    <a:pt x="2359962" y="5132131"/>
                  </a:lnTo>
                  <a:close/>
                </a:path>
                <a:path w="6694170" h="6997065">
                  <a:moveTo>
                    <a:pt x="289020" y="5106731"/>
                  </a:moveTo>
                  <a:lnTo>
                    <a:pt x="299303" y="5132131"/>
                  </a:lnTo>
                  <a:lnTo>
                    <a:pt x="281492" y="5144831"/>
                  </a:lnTo>
                  <a:lnTo>
                    <a:pt x="271209" y="5119431"/>
                  </a:lnTo>
                  <a:lnTo>
                    <a:pt x="289020" y="5106731"/>
                  </a:lnTo>
                  <a:close/>
                </a:path>
                <a:path w="6694170" h="6997065">
                  <a:moveTo>
                    <a:pt x="1496144" y="5106731"/>
                  </a:moveTo>
                  <a:lnTo>
                    <a:pt x="1504075" y="5119431"/>
                  </a:lnTo>
                  <a:lnTo>
                    <a:pt x="1490333" y="5132131"/>
                  </a:lnTo>
                  <a:lnTo>
                    <a:pt x="1482403" y="5119431"/>
                  </a:lnTo>
                  <a:lnTo>
                    <a:pt x="1496144" y="5106731"/>
                  </a:lnTo>
                  <a:close/>
                </a:path>
                <a:path w="6694170" h="6997065">
                  <a:moveTo>
                    <a:pt x="2695204" y="5106731"/>
                  </a:moveTo>
                  <a:lnTo>
                    <a:pt x="2702833" y="5106731"/>
                  </a:lnTo>
                  <a:lnTo>
                    <a:pt x="2707240" y="5119431"/>
                  </a:lnTo>
                  <a:lnTo>
                    <a:pt x="2699611" y="5119431"/>
                  </a:lnTo>
                  <a:lnTo>
                    <a:pt x="2695204" y="5106731"/>
                  </a:lnTo>
                  <a:close/>
                </a:path>
                <a:path w="6694170" h="6997065">
                  <a:moveTo>
                    <a:pt x="623352" y="5094031"/>
                  </a:moveTo>
                  <a:lnTo>
                    <a:pt x="633339" y="5106731"/>
                  </a:lnTo>
                  <a:lnTo>
                    <a:pt x="616038" y="5119431"/>
                  </a:lnTo>
                  <a:lnTo>
                    <a:pt x="606045" y="5106731"/>
                  </a:lnTo>
                  <a:lnTo>
                    <a:pt x="623352" y="5094031"/>
                  </a:lnTo>
                  <a:close/>
                </a:path>
                <a:path w="6694170" h="6997065">
                  <a:moveTo>
                    <a:pt x="1818047" y="5094031"/>
                  </a:moveTo>
                  <a:lnTo>
                    <a:pt x="1830255" y="5094031"/>
                  </a:lnTo>
                  <a:lnTo>
                    <a:pt x="1837303" y="5106731"/>
                  </a:lnTo>
                  <a:lnTo>
                    <a:pt x="1825096" y="5106731"/>
                  </a:lnTo>
                  <a:lnTo>
                    <a:pt x="1818047" y="5094031"/>
                  </a:lnTo>
                  <a:close/>
                </a:path>
                <a:path w="6694170" h="6997065">
                  <a:moveTo>
                    <a:pt x="957570" y="5068631"/>
                  </a:moveTo>
                  <a:lnTo>
                    <a:pt x="966970" y="5094031"/>
                  </a:lnTo>
                  <a:lnTo>
                    <a:pt x="950687" y="5094031"/>
                  </a:lnTo>
                  <a:lnTo>
                    <a:pt x="941287" y="5081331"/>
                  </a:lnTo>
                  <a:lnTo>
                    <a:pt x="957570" y="5068631"/>
                  </a:lnTo>
                  <a:close/>
                </a:path>
                <a:path w="6694170" h="6997065">
                  <a:moveTo>
                    <a:pt x="2164266" y="5068631"/>
                  </a:moveTo>
                  <a:lnTo>
                    <a:pt x="2170142" y="5081331"/>
                  </a:lnTo>
                  <a:lnTo>
                    <a:pt x="2154084" y="5081331"/>
                  </a:lnTo>
                  <a:lnTo>
                    <a:pt x="2164266" y="5068631"/>
                  </a:lnTo>
                  <a:close/>
                </a:path>
                <a:path w="6694170" h="6997065">
                  <a:moveTo>
                    <a:pt x="1276928" y="5055931"/>
                  </a:moveTo>
                  <a:lnTo>
                    <a:pt x="1291682" y="5055931"/>
                  </a:lnTo>
                  <a:lnTo>
                    <a:pt x="1300205" y="5068631"/>
                  </a:lnTo>
                  <a:lnTo>
                    <a:pt x="1285445" y="5081331"/>
                  </a:lnTo>
                  <a:lnTo>
                    <a:pt x="1276928" y="5055931"/>
                  </a:lnTo>
                  <a:close/>
                </a:path>
                <a:path w="6694170" h="6997065">
                  <a:moveTo>
                    <a:pt x="84563" y="5055931"/>
                  </a:moveTo>
                  <a:lnTo>
                    <a:pt x="95432" y="5068631"/>
                  </a:lnTo>
                  <a:lnTo>
                    <a:pt x="76603" y="5081331"/>
                  </a:lnTo>
                  <a:lnTo>
                    <a:pt x="65734" y="5068631"/>
                  </a:lnTo>
                  <a:lnTo>
                    <a:pt x="84563" y="5055931"/>
                  </a:lnTo>
                  <a:close/>
                </a:path>
                <a:path w="6694170" h="6997065">
                  <a:moveTo>
                    <a:pt x="2489723" y="5055931"/>
                  </a:moveTo>
                  <a:lnTo>
                    <a:pt x="2503370" y="5055931"/>
                  </a:lnTo>
                  <a:lnTo>
                    <a:pt x="2494722" y="5068631"/>
                  </a:lnTo>
                  <a:lnTo>
                    <a:pt x="2489723" y="5055931"/>
                  </a:lnTo>
                  <a:close/>
                </a:path>
                <a:path w="6694170" h="6997065">
                  <a:moveTo>
                    <a:pt x="418888" y="5030531"/>
                  </a:moveTo>
                  <a:lnTo>
                    <a:pt x="429466" y="5055931"/>
                  </a:lnTo>
                  <a:lnTo>
                    <a:pt x="411147" y="5068631"/>
                  </a:lnTo>
                  <a:lnTo>
                    <a:pt x="400568" y="5043231"/>
                  </a:lnTo>
                  <a:lnTo>
                    <a:pt x="418888" y="5030531"/>
                  </a:lnTo>
                  <a:close/>
                </a:path>
                <a:path w="6694170" h="6997065">
                  <a:moveTo>
                    <a:pt x="1625899" y="5030531"/>
                  </a:moveTo>
                  <a:lnTo>
                    <a:pt x="1633830" y="5043231"/>
                  </a:lnTo>
                  <a:lnTo>
                    <a:pt x="1620094" y="5055931"/>
                  </a:lnTo>
                  <a:lnTo>
                    <a:pt x="1612163" y="5043231"/>
                  </a:lnTo>
                  <a:lnTo>
                    <a:pt x="1625899" y="5030531"/>
                  </a:lnTo>
                  <a:close/>
                </a:path>
                <a:path w="6694170" h="6997065">
                  <a:moveTo>
                    <a:pt x="2832594" y="5030531"/>
                  </a:moveTo>
                  <a:lnTo>
                    <a:pt x="2837001" y="5043231"/>
                  </a:lnTo>
                  <a:lnTo>
                    <a:pt x="2824959" y="5043231"/>
                  </a:lnTo>
                  <a:lnTo>
                    <a:pt x="2832594" y="5030531"/>
                  </a:lnTo>
                  <a:close/>
                </a:path>
                <a:path w="6694170" h="6997065">
                  <a:moveTo>
                    <a:pt x="753214" y="5017831"/>
                  </a:moveTo>
                  <a:lnTo>
                    <a:pt x="763496" y="5030531"/>
                  </a:lnTo>
                  <a:lnTo>
                    <a:pt x="745685" y="5043231"/>
                  </a:lnTo>
                  <a:lnTo>
                    <a:pt x="735403" y="5030531"/>
                  </a:lnTo>
                  <a:lnTo>
                    <a:pt x="753214" y="5017831"/>
                  </a:lnTo>
                  <a:close/>
                </a:path>
                <a:path w="6694170" h="6997065">
                  <a:moveTo>
                    <a:pt x="1947802" y="5017831"/>
                  </a:moveTo>
                  <a:lnTo>
                    <a:pt x="1960016" y="5017831"/>
                  </a:lnTo>
                  <a:lnTo>
                    <a:pt x="1967065" y="5030531"/>
                  </a:lnTo>
                  <a:lnTo>
                    <a:pt x="1954851" y="5030531"/>
                  </a:lnTo>
                  <a:lnTo>
                    <a:pt x="1947802" y="5017831"/>
                  </a:lnTo>
                  <a:close/>
                </a:path>
                <a:path w="6694170" h="6997065">
                  <a:moveTo>
                    <a:pt x="2294020" y="4992431"/>
                  </a:moveTo>
                  <a:lnTo>
                    <a:pt x="2299896" y="5005131"/>
                  </a:lnTo>
                  <a:lnTo>
                    <a:pt x="2289720" y="5017831"/>
                  </a:lnTo>
                  <a:lnTo>
                    <a:pt x="2283845" y="5005131"/>
                  </a:lnTo>
                  <a:lnTo>
                    <a:pt x="2294020" y="4992431"/>
                  </a:lnTo>
                  <a:close/>
                </a:path>
                <a:path w="6694170" h="6997065">
                  <a:moveTo>
                    <a:pt x="1087325" y="4992431"/>
                  </a:moveTo>
                  <a:lnTo>
                    <a:pt x="1096731" y="5017831"/>
                  </a:lnTo>
                  <a:lnTo>
                    <a:pt x="1080448" y="5017831"/>
                  </a:lnTo>
                  <a:lnTo>
                    <a:pt x="1071048" y="5005131"/>
                  </a:lnTo>
                  <a:lnTo>
                    <a:pt x="1087325" y="4992431"/>
                  </a:lnTo>
                  <a:close/>
                </a:path>
                <a:path w="6694170" h="6997065">
                  <a:moveTo>
                    <a:pt x="1421443" y="4979731"/>
                  </a:moveTo>
                  <a:lnTo>
                    <a:pt x="1429966" y="4992431"/>
                  </a:lnTo>
                  <a:lnTo>
                    <a:pt x="1415206" y="5005131"/>
                  </a:lnTo>
                  <a:lnTo>
                    <a:pt x="1406688" y="4992431"/>
                  </a:lnTo>
                  <a:lnTo>
                    <a:pt x="1421443" y="4979731"/>
                  </a:lnTo>
                  <a:close/>
                </a:path>
                <a:path w="6694170" h="6997065">
                  <a:moveTo>
                    <a:pt x="214537" y="4979731"/>
                  </a:moveTo>
                  <a:lnTo>
                    <a:pt x="225993" y="5005131"/>
                  </a:lnTo>
                  <a:lnTo>
                    <a:pt x="206150" y="5005131"/>
                  </a:lnTo>
                  <a:lnTo>
                    <a:pt x="194689" y="4992431"/>
                  </a:lnTo>
                  <a:lnTo>
                    <a:pt x="214537" y="4979731"/>
                  </a:lnTo>
                  <a:close/>
                </a:path>
                <a:path w="6694170" h="6997065">
                  <a:moveTo>
                    <a:pt x="2619484" y="4979731"/>
                  </a:moveTo>
                  <a:lnTo>
                    <a:pt x="2628131" y="4979731"/>
                  </a:lnTo>
                  <a:lnTo>
                    <a:pt x="2633130" y="4992431"/>
                  </a:lnTo>
                  <a:lnTo>
                    <a:pt x="2624477" y="4992431"/>
                  </a:lnTo>
                  <a:lnTo>
                    <a:pt x="2619484" y="4979731"/>
                  </a:lnTo>
                  <a:close/>
                </a:path>
                <a:path w="6694170" h="6997065">
                  <a:moveTo>
                    <a:pt x="548757" y="4954331"/>
                  </a:moveTo>
                  <a:lnTo>
                    <a:pt x="559626" y="4979731"/>
                  </a:lnTo>
                  <a:lnTo>
                    <a:pt x="540796" y="4992431"/>
                  </a:lnTo>
                  <a:lnTo>
                    <a:pt x="529928" y="4967031"/>
                  </a:lnTo>
                  <a:lnTo>
                    <a:pt x="548757" y="4954331"/>
                  </a:lnTo>
                  <a:close/>
                </a:path>
                <a:path w="6694170" h="6997065">
                  <a:moveTo>
                    <a:pt x="1755659" y="4954331"/>
                  </a:moveTo>
                  <a:lnTo>
                    <a:pt x="1763590" y="4967031"/>
                  </a:lnTo>
                  <a:lnTo>
                    <a:pt x="1749854" y="4979731"/>
                  </a:lnTo>
                  <a:lnTo>
                    <a:pt x="1741924" y="4967031"/>
                  </a:lnTo>
                  <a:lnTo>
                    <a:pt x="1755659" y="4954331"/>
                  </a:lnTo>
                  <a:close/>
                </a:path>
                <a:path w="6694170" h="6997065">
                  <a:moveTo>
                    <a:pt x="882975" y="4941631"/>
                  </a:moveTo>
                  <a:lnTo>
                    <a:pt x="893257" y="4954331"/>
                  </a:lnTo>
                  <a:lnTo>
                    <a:pt x="875447" y="4967031"/>
                  </a:lnTo>
                  <a:lnTo>
                    <a:pt x="865164" y="4954331"/>
                  </a:lnTo>
                  <a:lnTo>
                    <a:pt x="882975" y="4941631"/>
                  </a:lnTo>
                  <a:close/>
                </a:path>
                <a:path w="6694170" h="6997065">
                  <a:moveTo>
                    <a:pt x="2077564" y="4941631"/>
                  </a:moveTo>
                  <a:lnTo>
                    <a:pt x="2089778" y="4941631"/>
                  </a:lnTo>
                  <a:lnTo>
                    <a:pt x="2096826" y="4954331"/>
                  </a:lnTo>
                  <a:lnTo>
                    <a:pt x="2084613" y="4954331"/>
                  </a:lnTo>
                  <a:lnTo>
                    <a:pt x="2077564" y="4941631"/>
                  </a:lnTo>
                  <a:close/>
                </a:path>
                <a:path w="6694170" h="6997065">
                  <a:moveTo>
                    <a:pt x="1217199" y="4916231"/>
                  </a:moveTo>
                  <a:lnTo>
                    <a:pt x="1226896" y="4941631"/>
                  </a:lnTo>
                  <a:lnTo>
                    <a:pt x="1210098" y="4954331"/>
                  </a:lnTo>
                  <a:lnTo>
                    <a:pt x="1200407" y="4928931"/>
                  </a:lnTo>
                  <a:lnTo>
                    <a:pt x="1217199" y="4916231"/>
                  </a:lnTo>
                  <a:close/>
                </a:path>
                <a:path w="6694170" h="6997065">
                  <a:moveTo>
                    <a:pt x="0" y="4928931"/>
                  </a:moveTo>
                  <a:lnTo>
                    <a:pt x="10075" y="4928931"/>
                  </a:lnTo>
                  <a:lnTo>
                    <a:pt x="22117" y="4941631"/>
                  </a:lnTo>
                  <a:lnTo>
                    <a:pt x="1256" y="4954331"/>
                  </a:lnTo>
                  <a:lnTo>
                    <a:pt x="0" y="4954331"/>
                  </a:lnTo>
                  <a:lnTo>
                    <a:pt x="0" y="4928931"/>
                  </a:lnTo>
                  <a:close/>
                </a:path>
                <a:path w="6694170" h="6997065">
                  <a:moveTo>
                    <a:pt x="2423781" y="4916231"/>
                  </a:moveTo>
                  <a:lnTo>
                    <a:pt x="2429657" y="4928931"/>
                  </a:lnTo>
                  <a:lnTo>
                    <a:pt x="2419481" y="4941631"/>
                  </a:lnTo>
                  <a:lnTo>
                    <a:pt x="2413606" y="4928931"/>
                  </a:lnTo>
                  <a:lnTo>
                    <a:pt x="2423781" y="4916231"/>
                  </a:lnTo>
                  <a:close/>
                </a:path>
                <a:path w="6694170" h="6997065">
                  <a:moveTo>
                    <a:pt x="344399" y="4903531"/>
                  </a:moveTo>
                  <a:lnTo>
                    <a:pt x="356151" y="4928931"/>
                  </a:lnTo>
                  <a:lnTo>
                    <a:pt x="335799" y="4941631"/>
                  </a:lnTo>
                  <a:lnTo>
                    <a:pt x="324048" y="4916231"/>
                  </a:lnTo>
                  <a:lnTo>
                    <a:pt x="344399" y="4903531"/>
                  </a:lnTo>
                  <a:close/>
                </a:path>
                <a:path w="6694170" h="6997065">
                  <a:moveTo>
                    <a:pt x="1551304" y="4903531"/>
                  </a:moveTo>
                  <a:lnTo>
                    <a:pt x="1560117" y="4916231"/>
                  </a:lnTo>
                  <a:lnTo>
                    <a:pt x="1544854" y="4928931"/>
                  </a:lnTo>
                  <a:lnTo>
                    <a:pt x="1536041" y="4916231"/>
                  </a:lnTo>
                  <a:lnTo>
                    <a:pt x="1551304" y="4903531"/>
                  </a:lnTo>
                  <a:close/>
                </a:path>
                <a:path w="6694170" h="6997065">
                  <a:moveTo>
                    <a:pt x="2749238" y="4903531"/>
                  </a:moveTo>
                  <a:lnTo>
                    <a:pt x="2757892" y="4903531"/>
                  </a:lnTo>
                  <a:lnTo>
                    <a:pt x="2762885" y="4916231"/>
                  </a:lnTo>
                  <a:lnTo>
                    <a:pt x="2754231" y="4916231"/>
                  </a:lnTo>
                  <a:lnTo>
                    <a:pt x="2749238" y="4903531"/>
                  </a:lnTo>
                  <a:close/>
                </a:path>
                <a:path w="6694170" h="6997065">
                  <a:moveTo>
                    <a:pt x="659286" y="4890831"/>
                  </a:moveTo>
                  <a:lnTo>
                    <a:pt x="678618" y="4890831"/>
                  </a:lnTo>
                  <a:lnTo>
                    <a:pt x="689783" y="4903531"/>
                  </a:lnTo>
                  <a:lnTo>
                    <a:pt x="670450" y="4916231"/>
                  </a:lnTo>
                  <a:lnTo>
                    <a:pt x="659286" y="4890831"/>
                  </a:lnTo>
                  <a:close/>
                </a:path>
                <a:path w="6694170" h="6997065">
                  <a:moveTo>
                    <a:pt x="1885421" y="4878131"/>
                  </a:moveTo>
                  <a:lnTo>
                    <a:pt x="1893351" y="4903531"/>
                  </a:lnTo>
                  <a:lnTo>
                    <a:pt x="1879616" y="4903531"/>
                  </a:lnTo>
                  <a:lnTo>
                    <a:pt x="1871685" y="4890831"/>
                  </a:lnTo>
                  <a:lnTo>
                    <a:pt x="1885421" y="4878131"/>
                  </a:lnTo>
                  <a:close/>
                </a:path>
                <a:path w="6694170" h="6997065">
                  <a:moveTo>
                    <a:pt x="2219538" y="4865431"/>
                  </a:moveTo>
                  <a:lnTo>
                    <a:pt x="2226586" y="4878131"/>
                  </a:lnTo>
                  <a:lnTo>
                    <a:pt x="2214373" y="4890831"/>
                  </a:lnTo>
                  <a:lnTo>
                    <a:pt x="2207324" y="4878131"/>
                  </a:lnTo>
                  <a:lnTo>
                    <a:pt x="2219538" y="4865431"/>
                  </a:lnTo>
                  <a:close/>
                </a:path>
                <a:path w="6694170" h="6997065">
                  <a:moveTo>
                    <a:pt x="1012842" y="4865431"/>
                  </a:moveTo>
                  <a:lnTo>
                    <a:pt x="1023421" y="4878131"/>
                  </a:lnTo>
                  <a:lnTo>
                    <a:pt x="1005101" y="4890831"/>
                  </a:lnTo>
                  <a:lnTo>
                    <a:pt x="994523" y="4878131"/>
                  </a:lnTo>
                  <a:lnTo>
                    <a:pt x="1012842" y="4865431"/>
                  </a:lnTo>
                  <a:close/>
                </a:path>
                <a:path w="6694170" h="6997065">
                  <a:moveTo>
                    <a:pt x="1330169" y="4852731"/>
                  </a:moveTo>
                  <a:lnTo>
                    <a:pt x="1346954" y="4852731"/>
                  </a:lnTo>
                  <a:lnTo>
                    <a:pt x="1356651" y="4865431"/>
                  </a:lnTo>
                  <a:lnTo>
                    <a:pt x="1339859" y="4878131"/>
                  </a:lnTo>
                  <a:lnTo>
                    <a:pt x="1330169" y="4852731"/>
                  </a:lnTo>
                  <a:close/>
                </a:path>
                <a:path w="6694170" h="6997065">
                  <a:moveTo>
                    <a:pt x="139936" y="4852731"/>
                  </a:moveTo>
                  <a:lnTo>
                    <a:pt x="152280" y="4865431"/>
                  </a:lnTo>
                  <a:lnTo>
                    <a:pt x="130910" y="4878131"/>
                  </a:lnTo>
                  <a:lnTo>
                    <a:pt x="118566" y="4865431"/>
                  </a:lnTo>
                  <a:lnTo>
                    <a:pt x="139936" y="4852731"/>
                  </a:lnTo>
                  <a:close/>
                </a:path>
                <a:path w="6694170" h="6997065">
                  <a:moveTo>
                    <a:pt x="2543360" y="4852731"/>
                  </a:moveTo>
                  <a:lnTo>
                    <a:pt x="2559418" y="4852731"/>
                  </a:lnTo>
                  <a:lnTo>
                    <a:pt x="2549236" y="4865431"/>
                  </a:lnTo>
                  <a:lnTo>
                    <a:pt x="2543360" y="4852731"/>
                  </a:lnTo>
                  <a:close/>
                </a:path>
                <a:path w="6694170" h="6997065">
                  <a:moveTo>
                    <a:pt x="474268" y="4827331"/>
                  </a:moveTo>
                  <a:lnTo>
                    <a:pt x="486316" y="4852731"/>
                  </a:lnTo>
                  <a:lnTo>
                    <a:pt x="465449" y="4865431"/>
                  </a:lnTo>
                  <a:lnTo>
                    <a:pt x="453407" y="4840031"/>
                  </a:lnTo>
                  <a:lnTo>
                    <a:pt x="474268" y="4827331"/>
                  </a:lnTo>
                  <a:close/>
                </a:path>
                <a:path w="6694170" h="6997065">
                  <a:moveTo>
                    <a:pt x="1681064" y="4827331"/>
                  </a:moveTo>
                  <a:lnTo>
                    <a:pt x="1689878" y="4840031"/>
                  </a:lnTo>
                  <a:lnTo>
                    <a:pt x="1674614" y="4852731"/>
                  </a:lnTo>
                  <a:lnTo>
                    <a:pt x="1665801" y="4840031"/>
                  </a:lnTo>
                  <a:lnTo>
                    <a:pt x="1681064" y="4827331"/>
                  </a:lnTo>
                  <a:close/>
                </a:path>
                <a:path w="6694170" h="6997065">
                  <a:moveTo>
                    <a:pt x="808380" y="4814631"/>
                  </a:moveTo>
                  <a:lnTo>
                    <a:pt x="819544" y="4827331"/>
                  </a:lnTo>
                  <a:lnTo>
                    <a:pt x="800205" y="4840031"/>
                  </a:lnTo>
                  <a:lnTo>
                    <a:pt x="789041" y="4827331"/>
                  </a:lnTo>
                  <a:lnTo>
                    <a:pt x="808380" y="4814631"/>
                  </a:lnTo>
                  <a:close/>
                </a:path>
                <a:path w="6694170" h="6997065">
                  <a:moveTo>
                    <a:pt x="2001441" y="4814631"/>
                  </a:moveTo>
                  <a:lnTo>
                    <a:pt x="2015182" y="4814631"/>
                  </a:lnTo>
                  <a:lnTo>
                    <a:pt x="2023113" y="4827331"/>
                  </a:lnTo>
                  <a:lnTo>
                    <a:pt x="2009372" y="4827331"/>
                  </a:lnTo>
                  <a:lnTo>
                    <a:pt x="2001441" y="4814631"/>
                  </a:lnTo>
                  <a:close/>
                </a:path>
                <a:path w="6694170" h="6997065">
                  <a:moveTo>
                    <a:pt x="2349293" y="4789231"/>
                  </a:moveTo>
                  <a:lnTo>
                    <a:pt x="2356342" y="4801931"/>
                  </a:lnTo>
                  <a:lnTo>
                    <a:pt x="2344134" y="4814631"/>
                  </a:lnTo>
                  <a:lnTo>
                    <a:pt x="2337086" y="4801931"/>
                  </a:lnTo>
                  <a:lnTo>
                    <a:pt x="2349293" y="4789231"/>
                  </a:lnTo>
                  <a:close/>
                </a:path>
                <a:path w="6694170" h="6997065">
                  <a:moveTo>
                    <a:pt x="1142599" y="4789231"/>
                  </a:moveTo>
                  <a:lnTo>
                    <a:pt x="1153177" y="4814631"/>
                  </a:lnTo>
                  <a:lnTo>
                    <a:pt x="1134863" y="4814631"/>
                  </a:lnTo>
                  <a:lnTo>
                    <a:pt x="1124284" y="4801931"/>
                  </a:lnTo>
                  <a:lnTo>
                    <a:pt x="1142599" y="4789231"/>
                  </a:lnTo>
                  <a:close/>
                </a:path>
                <a:path w="6694170" h="6997065">
                  <a:moveTo>
                    <a:pt x="1459520" y="4776531"/>
                  </a:moveTo>
                  <a:lnTo>
                    <a:pt x="1476822" y="4776531"/>
                  </a:lnTo>
                  <a:lnTo>
                    <a:pt x="1486814" y="4789231"/>
                  </a:lnTo>
                  <a:lnTo>
                    <a:pt x="1469513" y="4801931"/>
                  </a:lnTo>
                  <a:lnTo>
                    <a:pt x="1459520" y="4776531"/>
                  </a:lnTo>
                  <a:close/>
                </a:path>
                <a:path w="6694170" h="6997065">
                  <a:moveTo>
                    <a:pt x="269811" y="4776531"/>
                  </a:moveTo>
                  <a:lnTo>
                    <a:pt x="282439" y="4789231"/>
                  </a:lnTo>
                  <a:lnTo>
                    <a:pt x="260559" y="4801931"/>
                  </a:lnTo>
                  <a:lnTo>
                    <a:pt x="247925" y="4789231"/>
                  </a:lnTo>
                  <a:lnTo>
                    <a:pt x="269811" y="4776531"/>
                  </a:lnTo>
                  <a:close/>
                </a:path>
                <a:path w="6694170" h="6997065">
                  <a:moveTo>
                    <a:pt x="2673121" y="4776531"/>
                  </a:moveTo>
                  <a:lnTo>
                    <a:pt x="2689173" y="4776531"/>
                  </a:lnTo>
                  <a:lnTo>
                    <a:pt x="2678997" y="4789231"/>
                  </a:lnTo>
                  <a:lnTo>
                    <a:pt x="2673121" y="4776531"/>
                  </a:lnTo>
                  <a:close/>
                </a:path>
                <a:path w="6694170" h="6997065">
                  <a:moveTo>
                    <a:pt x="604136" y="4751131"/>
                  </a:moveTo>
                  <a:lnTo>
                    <a:pt x="616479" y="4776531"/>
                  </a:lnTo>
                  <a:lnTo>
                    <a:pt x="595103" y="4789231"/>
                  </a:lnTo>
                  <a:lnTo>
                    <a:pt x="582760" y="4763831"/>
                  </a:lnTo>
                  <a:lnTo>
                    <a:pt x="604136" y="4751131"/>
                  </a:lnTo>
                  <a:close/>
                </a:path>
                <a:path w="6694170" h="6997065">
                  <a:moveTo>
                    <a:pt x="1810825" y="4751131"/>
                  </a:moveTo>
                  <a:lnTo>
                    <a:pt x="1819639" y="4763831"/>
                  </a:lnTo>
                  <a:lnTo>
                    <a:pt x="1804375" y="4776531"/>
                  </a:lnTo>
                  <a:lnTo>
                    <a:pt x="1795562" y="4763831"/>
                  </a:lnTo>
                  <a:lnTo>
                    <a:pt x="1810825" y="4751131"/>
                  </a:lnTo>
                  <a:close/>
                </a:path>
                <a:path w="6694170" h="6997065">
                  <a:moveTo>
                    <a:pt x="938247" y="4738431"/>
                  </a:moveTo>
                  <a:lnTo>
                    <a:pt x="949702" y="4751131"/>
                  </a:lnTo>
                  <a:lnTo>
                    <a:pt x="929860" y="4763831"/>
                  </a:lnTo>
                  <a:lnTo>
                    <a:pt x="918399" y="4751131"/>
                  </a:lnTo>
                  <a:lnTo>
                    <a:pt x="938247" y="4738431"/>
                  </a:lnTo>
                  <a:close/>
                </a:path>
                <a:path w="6694170" h="6997065">
                  <a:moveTo>
                    <a:pt x="2131201" y="4738431"/>
                  </a:moveTo>
                  <a:lnTo>
                    <a:pt x="2144942" y="4738431"/>
                  </a:lnTo>
                  <a:lnTo>
                    <a:pt x="2152873" y="4751131"/>
                  </a:lnTo>
                  <a:lnTo>
                    <a:pt x="2139132" y="4751131"/>
                  </a:lnTo>
                  <a:lnTo>
                    <a:pt x="2131201" y="4738431"/>
                  </a:lnTo>
                  <a:close/>
                </a:path>
                <a:path w="6694170" h="6997065">
                  <a:moveTo>
                    <a:pt x="1272359" y="4713031"/>
                  </a:moveTo>
                  <a:lnTo>
                    <a:pt x="1282938" y="4738431"/>
                  </a:lnTo>
                  <a:lnTo>
                    <a:pt x="1264624" y="4751131"/>
                  </a:lnTo>
                  <a:lnTo>
                    <a:pt x="1254045" y="4725731"/>
                  </a:lnTo>
                  <a:lnTo>
                    <a:pt x="1272359" y="4713031"/>
                  </a:lnTo>
                  <a:close/>
                </a:path>
                <a:path w="6694170" h="6997065">
                  <a:moveTo>
                    <a:pt x="65348" y="4713031"/>
                  </a:moveTo>
                  <a:lnTo>
                    <a:pt x="78568" y="4738431"/>
                  </a:lnTo>
                  <a:lnTo>
                    <a:pt x="55669" y="4751131"/>
                  </a:lnTo>
                  <a:lnTo>
                    <a:pt x="42449" y="4725731"/>
                  </a:lnTo>
                  <a:lnTo>
                    <a:pt x="65348" y="4713031"/>
                  </a:lnTo>
                  <a:close/>
                </a:path>
                <a:path w="6694170" h="6997065">
                  <a:moveTo>
                    <a:pt x="2479054" y="4713031"/>
                  </a:moveTo>
                  <a:lnTo>
                    <a:pt x="2486103" y="4725731"/>
                  </a:lnTo>
                  <a:lnTo>
                    <a:pt x="2473889" y="4738431"/>
                  </a:lnTo>
                  <a:lnTo>
                    <a:pt x="2466840" y="4725731"/>
                  </a:lnTo>
                  <a:lnTo>
                    <a:pt x="2479054" y="4713031"/>
                  </a:lnTo>
                  <a:close/>
                </a:path>
                <a:path w="6694170" h="6997065">
                  <a:moveTo>
                    <a:pt x="399674" y="4700331"/>
                  </a:moveTo>
                  <a:lnTo>
                    <a:pt x="412604" y="4725731"/>
                  </a:lnTo>
                  <a:lnTo>
                    <a:pt x="390209" y="4738431"/>
                  </a:lnTo>
                  <a:lnTo>
                    <a:pt x="377285" y="4713031"/>
                  </a:lnTo>
                  <a:lnTo>
                    <a:pt x="399674" y="4700331"/>
                  </a:lnTo>
                  <a:close/>
                </a:path>
                <a:path w="6694170" h="6997065">
                  <a:moveTo>
                    <a:pt x="1606576" y="4700331"/>
                  </a:moveTo>
                  <a:lnTo>
                    <a:pt x="1616568" y="4713031"/>
                  </a:lnTo>
                  <a:lnTo>
                    <a:pt x="1599267" y="4725731"/>
                  </a:lnTo>
                  <a:lnTo>
                    <a:pt x="1589280" y="4713031"/>
                  </a:lnTo>
                  <a:lnTo>
                    <a:pt x="1606576" y="4700331"/>
                  </a:lnTo>
                  <a:close/>
                </a:path>
                <a:path w="6694170" h="6997065">
                  <a:moveTo>
                    <a:pt x="2803279" y="4700331"/>
                  </a:moveTo>
                  <a:lnTo>
                    <a:pt x="2812945" y="4700331"/>
                  </a:lnTo>
                  <a:lnTo>
                    <a:pt x="2818531" y="4713031"/>
                  </a:lnTo>
                  <a:lnTo>
                    <a:pt x="2808858" y="4713031"/>
                  </a:lnTo>
                  <a:lnTo>
                    <a:pt x="2803279" y="4700331"/>
                  </a:lnTo>
                  <a:close/>
                </a:path>
                <a:path w="6694170" h="6997065">
                  <a:moveTo>
                    <a:pt x="733891" y="4674931"/>
                  </a:moveTo>
                  <a:lnTo>
                    <a:pt x="746235" y="4700331"/>
                  </a:lnTo>
                  <a:lnTo>
                    <a:pt x="724864" y="4713031"/>
                  </a:lnTo>
                  <a:lnTo>
                    <a:pt x="712521" y="4687631"/>
                  </a:lnTo>
                  <a:lnTo>
                    <a:pt x="733891" y="4674931"/>
                  </a:lnTo>
                  <a:close/>
                </a:path>
                <a:path w="6694170" h="6997065">
                  <a:moveTo>
                    <a:pt x="1940587" y="4674931"/>
                  </a:moveTo>
                  <a:lnTo>
                    <a:pt x="1949401" y="4687631"/>
                  </a:lnTo>
                  <a:lnTo>
                    <a:pt x="1934131" y="4700331"/>
                  </a:lnTo>
                  <a:lnTo>
                    <a:pt x="1925317" y="4687631"/>
                  </a:lnTo>
                  <a:lnTo>
                    <a:pt x="1940587" y="4674931"/>
                  </a:lnTo>
                  <a:close/>
                </a:path>
                <a:path w="6694170" h="6997065">
                  <a:moveTo>
                    <a:pt x="1068116" y="4662231"/>
                  </a:moveTo>
                  <a:lnTo>
                    <a:pt x="1079867" y="4674931"/>
                  </a:lnTo>
                  <a:lnTo>
                    <a:pt x="1059515" y="4687631"/>
                  </a:lnTo>
                  <a:lnTo>
                    <a:pt x="1047764" y="4674931"/>
                  </a:lnTo>
                  <a:lnTo>
                    <a:pt x="1068116" y="4662231"/>
                  </a:lnTo>
                  <a:close/>
                </a:path>
                <a:path w="6694170" h="6997065">
                  <a:moveTo>
                    <a:pt x="2260962" y="4662231"/>
                  </a:moveTo>
                  <a:lnTo>
                    <a:pt x="2274698" y="4662231"/>
                  </a:lnTo>
                  <a:lnTo>
                    <a:pt x="2282629" y="4674931"/>
                  </a:lnTo>
                  <a:lnTo>
                    <a:pt x="2268893" y="4674931"/>
                  </a:lnTo>
                  <a:lnTo>
                    <a:pt x="2260962" y="4662231"/>
                  </a:lnTo>
                  <a:close/>
                </a:path>
                <a:path w="6694170" h="6997065">
                  <a:moveTo>
                    <a:pt x="1402226" y="4636831"/>
                  </a:moveTo>
                  <a:lnTo>
                    <a:pt x="1413095" y="4662231"/>
                  </a:lnTo>
                  <a:lnTo>
                    <a:pt x="1394271" y="4674931"/>
                  </a:lnTo>
                  <a:lnTo>
                    <a:pt x="1383403" y="4649531"/>
                  </a:lnTo>
                  <a:lnTo>
                    <a:pt x="1402226" y="4636831"/>
                  </a:lnTo>
                  <a:close/>
                </a:path>
                <a:path w="6694170" h="6997065">
                  <a:moveTo>
                    <a:pt x="195322" y="4636831"/>
                  </a:moveTo>
                  <a:lnTo>
                    <a:pt x="209129" y="4662231"/>
                  </a:lnTo>
                  <a:lnTo>
                    <a:pt x="185211" y="4674931"/>
                  </a:lnTo>
                  <a:lnTo>
                    <a:pt x="171405" y="4649531"/>
                  </a:lnTo>
                  <a:lnTo>
                    <a:pt x="195322" y="4636831"/>
                  </a:lnTo>
                  <a:close/>
                </a:path>
                <a:path w="6694170" h="6997065">
                  <a:moveTo>
                    <a:pt x="2608702" y="4636831"/>
                  </a:moveTo>
                  <a:lnTo>
                    <a:pt x="2615460" y="4649531"/>
                  </a:lnTo>
                  <a:lnTo>
                    <a:pt x="2603756" y="4662231"/>
                  </a:lnTo>
                  <a:lnTo>
                    <a:pt x="2596998" y="4649531"/>
                  </a:lnTo>
                  <a:lnTo>
                    <a:pt x="2608702" y="4636831"/>
                  </a:lnTo>
                  <a:close/>
                </a:path>
                <a:path w="6694170" h="6997065">
                  <a:moveTo>
                    <a:pt x="529541" y="4624131"/>
                  </a:moveTo>
                  <a:lnTo>
                    <a:pt x="542761" y="4649531"/>
                  </a:lnTo>
                  <a:lnTo>
                    <a:pt x="519862" y="4662231"/>
                  </a:lnTo>
                  <a:lnTo>
                    <a:pt x="506642" y="4636831"/>
                  </a:lnTo>
                  <a:lnTo>
                    <a:pt x="529541" y="4624131"/>
                  </a:lnTo>
                  <a:close/>
                </a:path>
                <a:path w="6694170" h="6997065">
                  <a:moveTo>
                    <a:pt x="1736337" y="4624131"/>
                  </a:moveTo>
                  <a:lnTo>
                    <a:pt x="1746329" y="4636831"/>
                  </a:lnTo>
                  <a:lnTo>
                    <a:pt x="1729022" y="4649531"/>
                  </a:lnTo>
                  <a:lnTo>
                    <a:pt x="1719036" y="4636831"/>
                  </a:lnTo>
                  <a:lnTo>
                    <a:pt x="1736337" y="4624131"/>
                  </a:lnTo>
                  <a:close/>
                </a:path>
                <a:path w="6694170" h="6997065">
                  <a:moveTo>
                    <a:pt x="863759" y="4598731"/>
                  </a:moveTo>
                  <a:lnTo>
                    <a:pt x="876393" y="4624131"/>
                  </a:lnTo>
                  <a:lnTo>
                    <a:pt x="854513" y="4636831"/>
                  </a:lnTo>
                  <a:lnTo>
                    <a:pt x="841879" y="4611431"/>
                  </a:lnTo>
                  <a:lnTo>
                    <a:pt x="863759" y="4598731"/>
                  </a:lnTo>
                  <a:close/>
                </a:path>
                <a:path w="6694170" h="6997065">
                  <a:moveTo>
                    <a:pt x="2070341" y="4598731"/>
                  </a:moveTo>
                  <a:lnTo>
                    <a:pt x="2079155" y="4624131"/>
                  </a:lnTo>
                  <a:lnTo>
                    <a:pt x="2063891" y="4624131"/>
                  </a:lnTo>
                  <a:lnTo>
                    <a:pt x="2055078" y="4611431"/>
                  </a:lnTo>
                  <a:lnTo>
                    <a:pt x="2070341" y="4598731"/>
                  </a:lnTo>
                  <a:close/>
                </a:path>
                <a:path w="6694170" h="6997065">
                  <a:moveTo>
                    <a:pt x="2404459" y="4586031"/>
                  </a:moveTo>
                  <a:lnTo>
                    <a:pt x="2412389" y="4598731"/>
                  </a:lnTo>
                  <a:lnTo>
                    <a:pt x="2398648" y="4611431"/>
                  </a:lnTo>
                  <a:lnTo>
                    <a:pt x="2390717" y="4598731"/>
                  </a:lnTo>
                  <a:lnTo>
                    <a:pt x="2404459" y="4586031"/>
                  </a:lnTo>
                  <a:close/>
                </a:path>
                <a:path w="6694170" h="6997065">
                  <a:moveTo>
                    <a:pt x="1197877" y="4586031"/>
                  </a:moveTo>
                  <a:lnTo>
                    <a:pt x="1209628" y="4598731"/>
                  </a:lnTo>
                  <a:lnTo>
                    <a:pt x="1189270" y="4611431"/>
                  </a:lnTo>
                  <a:lnTo>
                    <a:pt x="1177519" y="4598731"/>
                  </a:lnTo>
                  <a:lnTo>
                    <a:pt x="1197877" y="4586031"/>
                  </a:lnTo>
                  <a:close/>
                </a:path>
                <a:path w="6694170" h="6997065">
                  <a:moveTo>
                    <a:pt x="325191" y="4560631"/>
                  </a:moveTo>
                  <a:lnTo>
                    <a:pt x="339294" y="4586031"/>
                  </a:lnTo>
                  <a:lnTo>
                    <a:pt x="314867" y="4611431"/>
                  </a:lnTo>
                  <a:lnTo>
                    <a:pt x="300764" y="4586031"/>
                  </a:lnTo>
                  <a:lnTo>
                    <a:pt x="325191" y="4560631"/>
                  </a:lnTo>
                  <a:close/>
                </a:path>
                <a:path w="6694170" h="6997065">
                  <a:moveTo>
                    <a:pt x="0" y="4598731"/>
                  </a:moveTo>
                  <a:lnTo>
                    <a:pt x="5258" y="4611431"/>
                  </a:lnTo>
                  <a:lnTo>
                    <a:pt x="0" y="4611431"/>
                  </a:lnTo>
                  <a:lnTo>
                    <a:pt x="0" y="4598731"/>
                  </a:lnTo>
                  <a:close/>
                </a:path>
                <a:path w="6694170" h="6997065">
                  <a:moveTo>
                    <a:pt x="1531987" y="4560631"/>
                  </a:moveTo>
                  <a:lnTo>
                    <a:pt x="1542856" y="4586031"/>
                  </a:lnTo>
                  <a:lnTo>
                    <a:pt x="1524026" y="4598731"/>
                  </a:lnTo>
                  <a:lnTo>
                    <a:pt x="1513158" y="4573331"/>
                  </a:lnTo>
                  <a:lnTo>
                    <a:pt x="1531987" y="4560631"/>
                  </a:lnTo>
                  <a:close/>
                </a:path>
                <a:path w="6694170" h="6997065">
                  <a:moveTo>
                    <a:pt x="2738457" y="4560631"/>
                  </a:moveTo>
                  <a:lnTo>
                    <a:pt x="2745215" y="4573331"/>
                  </a:lnTo>
                  <a:lnTo>
                    <a:pt x="2733517" y="4586031"/>
                  </a:lnTo>
                  <a:lnTo>
                    <a:pt x="2726759" y="4573331"/>
                  </a:lnTo>
                  <a:lnTo>
                    <a:pt x="2738457" y="4560631"/>
                  </a:lnTo>
                  <a:close/>
                </a:path>
                <a:path w="6694170" h="6997065">
                  <a:moveTo>
                    <a:pt x="659302" y="4547931"/>
                  </a:moveTo>
                  <a:lnTo>
                    <a:pt x="672523" y="4573331"/>
                  </a:lnTo>
                  <a:lnTo>
                    <a:pt x="649624" y="4586031"/>
                  </a:lnTo>
                  <a:lnTo>
                    <a:pt x="636404" y="4560631"/>
                  </a:lnTo>
                  <a:lnTo>
                    <a:pt x="659302" y="4547931"/>
                  </a:lnTo>
                  <a:close/>
                </a:path>
                <a:path w="6694170" h="6997065">
                  <a:moveTo>
                    <a:pt x="1866099" y="4547931"/>
                  </a:moveTo>
                  <a:lnTo>
                    <a:pt x="1876085" y="4560631"/>
                  </a:lnTo>
                  <a:lnTo>
                    <a:pt x="1858784" y="4573331"/>
                  </a:lnTo>
                  <a:lnTo>
                    <a:pt x="1848798" y="4560631"/>
                  </a:lnTo>
                  <a:lnTo>
                    <a:pt x="1866099" y="4547931"/>
                  </a:lnTo>
                  <a:close/>
                </a:path>
                <a:path w="6694170" h="6997065">
                  <a:moveTo>
                    <a:pt x="993521" y="4522531"/>
                  </a:moveTo>
                  <a:lnTo>
                    <a:pt x="1006155" y="4547931"/>
                  </a:lnTo>
                  <a:lnTo>
                    <a:pt x="984275" y="4560631"/>
                  </a:lnTo>
                  <a:lnTo>
                    <a:pt x="971641" y="4535231"/>
                  </a:lnTo>
                  <a:lnTo>
                    <a:pt x="993521" y="4522531"/>
                  </a:lnTo>
                  <a:close/>
                </a:path>
                <a:path w="6694170" h="6997065">
                  <a:moveTo>
                    <a:pt x="2200103" y="4522531"/>
                  </a:moveTo>
                  <a:lnTo>
                    <a:pt x="2208916" y="4547931"/>
                  </a:lnTo>
                  <a:lnTo>
                    <a:pt x="2193646" y="4547931"/>
                  </a:lnTo>
                  <a:lnTo>
                    <a:pt x="2184833" y="4535231"/>
                  </a:lnTo>
                  <a:lnTo>
                    <a:pt x="2200103" y="4522531"/>
                  </a:lnTo>
                  <a:close/>
                </a:path>
                <a:path w="6694170" h="6997065">
                  <a:moveTo>
                    <a:pt x="1327738" y="4509831"/>
                  </a:moveTo>
                  <a:lnTo>
                    <a:pt x="1339785" y="4535231"/>
                  </a:lnTo>
                  <a:lnTo>
                    <a:pt x="1318925" y="4547931"/>
                  </a:lnTo>
                  <a:lnTo>
                    <a:pt x="1306877" y="4522531"/>
                  </a:lnTo>
                  <a:lnTo>
                    <a:pt x="1327738" y="4509831"/>
                  </a:lnTo>
                  <a:close/>
                </a:path>
                <a:path w="6694170" h="6997065">
                  <a:moveTo>
                    <a:pt x="120834" y="4509831"/>
                  </a:moveTo>
                  <a:lnTo>
                    <a:pt x="135819" y="4535231"/>
                  </a:lnTo>
                  <a:lnTo>
                    <a:pt x="109864" y="4547931"/>
                  </a:lnTo>
                  <a:lnTo>
                    <a:pt x="94879" y="4522531"/>
                  </a:lnTo>
                  <a:lnTo>
                    <a:pt x="120834" y="4509831"/>
                  </a:lnTo>
                  <a:close/>
                </a:path>
                <a:path w="6694170" h="6997065">
                  <a:moveTo>
                    <a:pt x="2534213" y="4509831"/>
                  </a:moveTo>
                  <a:lnTo>
                    <a:pt x="2542144" y="4522531"/>
                  </a:lnTo>
                  <a:lnTo>
                    <a:pt x="2528403" y="4535231"/>
                  </a:lnTo>
                  <a:lnTo>
                    <a:pt x="2520472" y="4522531"/>
                  </a:lnTo>
                  <a:lnTo>
                    <a:pt x="2534213" y="4509831"/>
                  </a:lnTo>
                  <a:close/>
                </a:path>
                <a:path w="6694170" h="6997065">
                  <a:moveTo>
                    <a:pt x="455052" y="4497131"/>
                  </a:moveTo>
                  <a:lnTo>
                    <a:pt x="469451" y="4522531"/>
                  </a:lnTo>
                  <a:lnTo>
                    <a:pt x="444515" y="4535231"/>
                  </a:lnTo>
                  <a:lnTo>
                    <a:pt x="430117" y="4509831"/>
                  </a:lnTo>
                  <a:lnTo>
                    <a:pt x="455052" y="4497131"/>
                  </a:lnTo>
                  <a:close/>
                </a:path>
                <a:path w="6694170" h="6997065">
                  <a:moveTo>
                    <a:pt x="1642913" y="4497131"/>
                  </a:moveTo>
                  <a:lnTo>
                    <a:pt x="1661748" y="4497131"/>
                  </a:lnTo>
                  <a:lnTo>
                    <a:pt x="1672617" y="4509831"/>
                  </a:lnTo>
                  <a:lnTo>
                    <a:pt x="1653782" y="4522531"/>
                  </a:lnTo>
                  <a:lnTo>
                    <a:pt x="1642913" y="4497131"/>
                  </a:lnTo>
                  <a:close/>
                </a:path>
                <a:path w="6694170" h="6997065">
                  <a:moveTo>
                    <a:pt x="789170" y="4471731"/>
                  </a:moveTo>
                  <a:lnTo>
                    <a:pt x="802680" y="4497131"/>
                  </a:lnTo>
                  <a:lnTo>
                    <a:pt x="779273" y="4509831"/>
                  </a:lnTo>
                  <a:lnTo>
                    <a:pt x="765756" y="4484431"/>
                  </a:lnTo>
                  <a:lnTo>
                    <a:pt x="789170" y="4471731"/>
                  </a:lnTo>
                  <a:close/>
                </a:path>
                <a:path w="6694170" h="6997065">
                  <a:moveTo>
                    <a:pt x="1995859" y="4471731"/>
                  </a:moveTo>
                  <a:lnTo>
                    <a:pt x="2005845" y="4484431"/>
                  </a:lnTo>
                  <a:lnTo>
                    <a:pt x="1988544" y="4497131"/>
                  </a:lnTo>
                  <a:lnTo>
                    <a:pt x="1978558" y="4484431"/>
                  </a:lnTo>
                  <a:lnTo>
                    <a:pt x="1995859" y="4471731"/>
                  </a:lnTo>
                  <a:close/>
                </a:path>
                <a:path w="6694170" h="6997065">
                  <a:moveTo>
                    <a:pt x="1123276" y="4459031"/>
                  </a:moveTo>
                  <a:lnTo>
                    <a:pt x="1135910" y="4471731"/>
                  </a:lnTo>
                  <a:lnTo>
                    <a:pt x="1114036" y="4484431"/>
                  </a:lnTo>
                  <a:lnTo>
                    <a:pt x="1101402" y="4471731"/>
                  </a:lnTo>
                  <a:lnTo>
                    <a:pt x="1123276" y="4459031"/>
                  </a:lnTo>
                  <a:close/>
                </a:path>
                <a:path w="6694170" h="6997065">
                  <a:moveTo>
                    <a:pt x="2314594" y="4459031"/>
                  </a:moveTo>
                  <a:lnTo>
                    <a:pt x="2329863" y="4459031"/>
                  </a:lnTo>
                  <a:lnTo>
                    <a:pt x="2338677" y="4471731"/>
                  </a:lnTo>
                  <a:lnTo>
                    <a:pt x="2323407" y="4471731"/>
                  </a:lnTo>
                  <a:lnTo>
                    <a:pt x="2314594" y="4459031"/>
                  </a:lnTo>
                  <a:close/>
                </a:path>
                <a:path w="6694170" h="6997065">
                  <a:moveTo>
                    <a:pt x="1457499" y="4433631"/>
                  </a:moveTo>
                  <a:lnTo>
                    <a:pt x="1469546" y="4459031"/>
                  </a:lnTo>
                  <a:lnTo>
                    <a:pt x="1448679" y="4471731"/>
                  </a:lnTo>
                  <a:lnTo>
                    <a:pt x="1436631" y="4446331"/>
                  </a:lnTo>
                  <a:lnTo>
                    <a:pt x="1457499" y="4433631"/>
                  </a:lnTo>
                  <a:close/>
                </a:path>
                <a:path w="6694170" h="6997065">
                  <a:moveTo>
                    <a:pt x="250703" y="4433631"/>
                  </a:moveTo>
                  <a:lnTo>
                    <a:pt x="265978" y="4459031"/>
                  </a:lnTo>
                  <a:lnTo>
                    <a:pt x="239514" y="4471731"/>
                  </a:lnTo>
                  <a:lnTo>
                    <a:pt x="224239" y="4446331"/>
                  </a:lnTo>
                  <a:lnTo>
                    <a:pt x="250703" y="4433631"/>
                  </a:lnTo>
                  <a:close/>
                </a:path>
                <a:path w="6694170" h="6997065">
                  <a:moveTo>
                    <a:pt x="2663868" y="4433631"/>
                  </a:moveTo>
                  <a:lnTo>
                    <a:pt x="2671503" y="4446331"/>
                  </a:lnTo>
                  <a:lnTo>
                    <a:pt x="2658277" y="4459031"/>
                  </a:lnTo>
                  <a:lnTo>
                    <a:pt x="2650636" y="4446331"/>
                  </a:lnTo>
                  <a:lnTo>
                    <a:pt x="2663868" y="4433631"/>
                  </a:lnTo>
                  <a:close/>
                </a:path>
                <a:path w="6694170" h="6997065">
                  <a:moveTo>
                    <a:pt x="584921" y="4420931"/>
                  </a:moveTo>
                  <a:lnTo>
                    <a:pt x="599610" y="4446331"/>
                  </a:lnTo>
                  <a:lnTo>
                    <a:pt x="574170" y="4459031"/>
                  </a:lnTo>
                  <a:lnTo>
                    <a:pt x="559481" y="4433631"/>
                  </a:lnTo>
                  <a:lnTo>
                    <a:pt x="584921" y="4420931"/>
                  </a:lnTo>
                  <a:close/>
                </a:path>
                <a:path w="6694170" h="6997065">
                  <a:moveTo>
                    <a:pt x="1772674" y="4420931"/>
                  </a:moveTo>
                  <a:lnTo>
                    <a:pt x="1791504" y="4420931"/>
                  </a:lnTo>
                  <a:lnTo>
                    <a:pt x="1802372" y="4433631"/>
                  </a:lnTo>
                  <a:lnTo>
                    <a:pt x="1783543" y="4446331"/>
                  </a:lnTo>
                  <a:lnTo>
                    <a:pt x="1772674" y="4420931"/>
                  </a:lnTo>
                  <a:close/>
                </a:path>
                <a:path w="6694170" h="6997065">
                  <a:moveTo>
                    <a:pt x="919033" y="4395531"/>
                  </a:moveTo>
                  <a:lnTo>
                    <a:pt x="932845" y="4420931"/>
                  </a:lnTo>
                  <a:lnTo>
                    <a:pt x="908922" y="4433631"/>
                  </a:lnTo>
                  <a:lnTo>
                    <a:pt x="895116" y="4408231"/>
                  </a:lnTo>
                  <a:lnTo>
                    <a:pt x="919033" y="4395531"/>
                  </a:lnTo>
                  <a:close/>
                </a:path>
                <a:path w="6694170" h="6997065">
                  <a:moveTo>
                    <a:pt x="2125620" y="4395531"/>
                  </a:moveTo>
                  <a:lnTo>
                    <a:pt x="2135607" y="4408231"/>
                  </a:lnTo>
                  <a:lnTo>
                    <a:pt x="2118306" y="4420931"/>
                  </a:lnTo>
                  <a:lnTo>
                    <a:pt x="2108313" y="4408231"/>
                  </a:lnTo>
                  <a:lnTo>
                    <a:pt x="2125620" y="4395531"/>
                  </a:lnTo>
                  <a:close/>
                </a:path>
                <a:path w="6694170" h="6997065">
                  <a:moveTo>
                    <a:pt x="46346" y="4382831"/>
                  </a:moveTo>
                  <a:lnTo>
                    <a:pt x="62504" y="4408231"/>
                  </a:lnTo>
                  <a:lnTo>
                    <a:pt x="34518" y="4420931"/>
                  </a:lnTo>
                  <a:lnTo>
                    <a:pt x="18359" y="4395531"/>
                  </a:lnTo>
                  <a:lnTo>
                    <a:pt x="46346" y="4382831"/>
                  </a:lnTo>
                  <a:close/>
                </a:path>
                <a:path w="6694170" h="6997065">
                  <a:moveTo>
                    <a:pt x="2444355" y="4382831"/>
                  </a:moveTo>
                  <a:lnTo>
                    <a:pt x="2459618" y="4382831"/>
                  </a:lnTo>
                  <a:lnTo>
                    <a:pt x="2468432" y="4395531"/>
                  </a:lnTo>
                  <a:lnTo>
                    <a:pt x="2453168" y="4408231"/>
                  </a:lnTo>
                  <a:lnTo>
                    <a:pt x="2444355" y="4382831"/>
                  </a:lnTo>
                  <a:close/>
                </a:path>
                <a:path w="6694170" h="6997065">
                  <a:moveTo>
                    <a:pt x="1253149" y="4382831"/>
                  </a:moveTo>
                  <a:lnTo>
                    <a:pt x="1266073" y="4395531"/>
                  </a:lnTo>
                  <a:lnTo>
                    <a:pt x="1243684" y="4408231"/>
                  </a:lnTo>
                  <a:lnTo>
                    <a:pt x="1230760" y="4395531"/>
                  </a:lnTo>
                  <a:lnTo>
                    <a:pt x="1253149" y="4382831"/>
                  </a:lnTo>
                  <a:close/>
                </a:path>
                <a:path w="6694170" h="6997065">
                  <a:moveTo>
                    <a:pt x="380564" y="4357431"/>
                  </a:moveTo>
                  <a:lnTo>
                    <a:pt x="396136" y="4382831"/>
                  </a:lnTo>
                  <a:lnTo>
                    <a:pt x="369168" y="4408231"/>
                  </a:lnTo>
                  <a:lnTo>
                    <a:pt x="353596" y="4370131"/>
                  </a:lnTo>
                  <a:lnTo>
                    <a:pt x="380564" y="4357431"/>
                  </a:lnTo>
                  <a:close/>
                </a:path>
                <a:path w="6694170" h="6997065">
                  <a:moveTo>
                    <a:pt x="1587254" y="4357431"/>
                  </a:moveTo>
                  <a:lnTo>
                    <a:pt x="1599302" y="4382831"/>
                  </a:lnTo>
                  <a:lnTo>
                    <a:pt x="1578441" y="4395531"/>
                  </a:lnTo>
                  <a:lnTo>
                    <a:pt x="1566393" y="4370131"/>
                  </a:lnTo>
                  <a:lnTo>
                    <a:pt x="1587254" y="4357431"/>
                  </a:lnTo>
                  <a:close/>
                </a:path>
                <a:path w="6694170" h="6997065">
                  <a:moveTo>
                    <a:pt x="2793629" y="4357431"/>
                  </a:moveTo>
                  <a:lnTo>
                    <a:pt x="2801264" y="4370131"/>
                  </a:lnTo>
                  <a:lnTo>
                    <a:pt x="2788032" y="4382831"/>
                  </a:lnTo>
                  <a:lnTo>
                    <a:pt x="2780391" y="4370131"/>
                  </a:lnTo>
                  <a:lnTo>
                    <a:pt x="2793629" y="4357431"/>
                  </a:lnTo>
                  <a:close/>
                </a:path>
                <a:path w="6694170" h="6997065">
                  <a:moveTo>
                    <a:pt x="714788" y="4344731"/>
                  </a:moveTo>
                  <a:lnTo>
                    <a:pt x="729774" y="4370131"/>
                  </a:lnTo>
                  <a:lnTo>
                    <a:pt x="703818" y="4382831"/>
                  </a:lnTo>
                  <a:lnTo>
                    <a:pt x="688833" y="4357431"/>
                  </a:lnTo>
                  <a:lnTo>
                    <a:pt x="714788" y="4344731"/>
                  </a:lnTo>
                  <a:close/>
                </a:path>
                <a:path w="6694170" h="6997065">
                  <a:moveTo>
                    <a:pt x="1921264" y="4344731"/>
                  </a:moveTo>
                  <a:lnTo>
                    <a:pt x="1932132" y="4357431"/>
                  </a:lnTo>
                  <a:lnTo>
                    <a:pt x="1913303" y="4370131"/>
                  </a:lnTo>
                  <a:lnTo>
                    <a:pt x="1902434" y="4357431"/>
                  </a:lnTo>
                  <a:lnTo>
                    <a:pt x="1921264" y="4344731"/>
                  </a:lnTo>
                  <a:close/>
                </a:path>
                <a:path w="6694170" h="6997065">
                  <a:moveTo>
                    <a:pt x="1048900" y="4319331"/>
                  </a:moveTo>
                  <a:lnTo>
                    <a:pt x="1062996" y="4344731"/>
                  </a:lnTo>
                  <a:lnTo>
                    <a:pt x="1038575" y="4357431"/>
                  </a:lnTo>
                  <a:lnTo>
                    <a:pt x="1024479" y="4332031"/>
                  </a:lnTo>
                  <a:lnTo>
                    <a:pt x="1048900" y="4319331"/>
                  </a:lnTo>
                  <a:close/>
                </a:path>
                <a:path w="6694170" h="6997065">
                  <a:moveTo>
                    <a:pt x="2255375" y="4319331"/>
                  </a:moveTo>
                  <a:lnTo>
                    <a:pt x="2265362" y="4344731"/>
                  </a:lnTo>
                  <a:lnTo>
                    <a:pt x="2248060" y="4344731"/>
                  </a:lnTo>
                  <a:lnTo>
                    <a:pt x="2238068" y="4332031"/>
                  </a:lnTo>
                  <a:lnTo>
                    <a:pt x="2255375" y="4319331"/>
                  </a:lnTo>
                  <a:close/>
                </a:path>
                <a:path w="6694170" h="6997065">
                  <a:moveTo>
                    <a:pt x="1382903" y="4306631"/>
                  </a:moveTo>
                  <a:lnTo>
                    <a:pt x="1395828" y="4332031"/>
                  </a:lnTo>
                  <a:lnTo>
                    <a:pt x="1373444" y="4344731"/>
                  </a:lnTo>
                  <a:lnTo>
                    <a:pt x="1360514" y="4319331"/>
                  </a:lnTo>
                  <a:lnTo>
                    <a:pt x="1382903" y="4306631"/>
                  </a:lnTo>
                  <a:close/>
                </a:path>
                <a:path w="6694170" h="6997065">
                  <a:moveTo>
                    <a:pt x="176108" y="4306631"/>
                  </a:moveTo>
                  <a:lnTo>
                    <a:pt x="192266" y="4332031"/>
                  </a:lnTo>
                  <a:lnTo>
                    <a:pt x="164279" y="4344731"/>
                  </a:lnTo>
                  <a:lnTo>
                    <a:pt x="148121" y="4319331"/>
                  </a:lnTo>
                  <a:lnTo>
                    <a:pt x="176108" y="4306631"/>
                  </a:lnTo>
                  <a:close/>
                </a:path>
                <a:path w="6694170" h="6997065">
                  <a:moveTo>
                    <a:pt x="2574513" y="4306631"/>
                  </a:moveTo>
                  <a:lnTo>
                    <a:pt x="2589273" y="4306631"/>
                  </a:lnTo>
                  <a:lnTo>
                    <a:pt x="2597790" y="4319331"/>
                  </a:lnTo>
                  <a:lnTo>
                    <a:pt x="2583036" y="4332031"/>
                  </a:lnTo>
                  <a:lnTo>
                    <a:pt x="2574513" y="4306631"/>
                  </a:lnTo>
                  <a:close/>
                </a:path>
                <a:path w="6694170" h="6997065">
                  <a:moveTo>
                    <a:pt x="510438" y="4281231"/>
                  </a:moveTo>
                  <a:lnTo>
                    <a:pt x="526300" y="4306631"/>
                  </a:lnTo>
                  <a:lnTo>
                    <a:pt x="498823" y="4332031"/>
                  </a:lnTo>
                  <a:lnTo>
                    <a:pt x="482961" y="4306631"/>
                  </a:lnTo>
                  <a:lnTo>
                    <a:pt x="510438" y="4281231"/>
                  </a:lnTo>
                  <a:close/>
                </a:path>
                <a:path w="6694170" h="6997065">
                  <a:moveTo>
                    <a:pt x="1717015" y="4281231"/>
                  </a:moveTo>
                  <a:lnTo>
                    <a:pt x="1729063" y="4306631"/>
                  </a:lnTo>
                  <a:lnTo>
                    <a:pt x="1708202" y="4319331"/>
                  </a:lnTo>
                  <a:lnTo>
                    <a:pt x="1696155" y="4293931"/>
                  </a:lnTo>
                  <a:lnTo>
                    <a:pt x="1717015" y="4281231"/>
                  </a:lnTo>
                  <a:close/>
                </a:path>
                <a:path w="6694170" h="6997065">
                  <a:moveTo>
                    <a:pt x="844657" y="4268531"/>
                  </a:moveTo>
                  <a:lnTo>
                    <a:pt x="859932" y="4293931"/>
                  </a:lnTo>
                  <a:lnTo>
                    <a:pt x="833468" y="4306631"/>
                  </a:lnTo>
                  <a:lnTo>
                    <a:pt x="818193" y="4281231"/>
                  </a:lnTo>
                  <a:lnTo>
                    <a:pt x="844657" y="4268531"/>
                  </a:lnTo>
                  <a:close/>
                </a:path>
                <a:path w="6694170" h="6997065">
                  <a:moveTo>
                    <a:pt x="2051019" y="4268531"/>
                  </a:moveTo>
                  <a:lnTo>
                    <a:pt x="2061888" y="4281231"/>
                  </a:lnTo>
                  <a:lnTo>
                    <a:pt x="2043064" y="4293931"/>
                  </a:lnTo>
                  <a:lnTo>
                    <a:pt x="2032196" y="4281231"/>
                  </a:lnTo>
                  <a:lnTo>
                    <a:pt x="2051019" y="4268531"/>
                  </a:lnTo>
                  <a:close/>
                </a:path>
                <a:path w="6694170" h="6997065">
                  <a:moveTo>
                    <a:pt x="1178661" y="4243131"/>
                  </a:moveTo>
                  <a:lnTo>
                    <a:pt x="1192758" y="4268531"/>
                  </a:lnTo>
                  <a:lnTo>
                    <a:pt x="1168331" y="4281231"/>
                  </a:lnTo>
                  <a:lnTo>
                    <a:pt x="1154234" y="4255831"/>
                  </a:lnTo>
                  <a:lnTo>
                    <a:pt x="1178661" y="4243131"/>
                  </a:lnTo>
                  <a:close/>
                </a:path>
                <a:path w="6694170" h="6997065">
                  <a:moveTo>
                    <a:pt x="2385023" y="4243131"/>
                  </a:moveTo>
                  <a:lnTo>
                    <a:pt x="2394719" y="4268531"/>
                  </a:lnTo>
                  <a:lnTo>
                    <a:pt x="2377927" y="4268531"/>
                  </a:lnTo>
                  <a:lnTo>
                    <a:pt x="2368237" y="4255831"/>
                  </a:lnTo>
                  <a:lnTo>
                    <a:pt x="2385023" y="4243131"/>
                  </a:lnTo>
                  <a:close/>
                </a:path>
                <a:path w="6694170" h="6997065">
                  <a:moveTo>
                    <a:pt x="1512665" y="4230431"/>
                  </a:moveTo>
                  <a:lnTo>
                    <a:pt x="1525590" y="4255831"/>
                  </a:lnTo>
                  <a:lnTo>
                    <a:pt x="1503201" y="4268531"/>
                  </a:lnTo>
                  <a:lnTo>
                    <a:pt x="1490270" y="4243131"/>
                  </a:lnTo>
                  <a:lnTo>
                    <a:pt x="1512665" y="4230431"/>
                  </a:lnTo>
                  <a:close/>
                </a:path>
                <a:path w="6694170" h="6997065">
                  <a:moveTo>
                    <a:pt x="305975" y="4230431"/>
                  </a:moveTo>
                  <a:lnTo>
                    <a:pt x="322423" y="4255831"/>
                  </a:lnTo>
                  <a:lnTo>
                    <a:pt x="293927" y="4268531"/>
                  </a:lnTo>
                  <a:lnTo>
                    <a:pt x="277479" y="4243131"/>
                  </a:lnTo>
                  <a:lnTo>
                    <a:pt x="305975" y="4230431"/>
                  </a:lnTo>
                  <a:close/>
                </a:path>
                <a:path w="6694170" h="6997065">
                  <a:moveTo>
                    <a:pt x="2719034" y="4230431"/>
                  </a:moveTo>
                  <a:lnTo>
                    <a:pt x="2727552" y="4243131"/>
                  </a:lnTo>
                  <a:lnTo>
                    <a:pt x="2712797" y="4255831"/>
                  </a:lnTo>
                  <a:lnTo>
                    <a:pt x="2704274" y="4243131"/>
                  </a:lnTo>
                  <a:lnTo>
                    <a:pt x="2719034" y="4230431"/>
                  </a:lnTo>
                  <a:close/>
                </a:path>
                <a:path w="6694170" h="6997065">
                  <a:moveTo>
                    <a:pt x="640193" y="4205031"/>
                  </a:moveTo>
                  <a:lnTo>
                    <a:pt x="656055" y="4243131"/>
                  </a:lnTo>
                  <a:lnTo>
                    <a:pt x="628578" y="4255831"/>
                  </a:lnTo>
                  <a:lnTo>
                    <a:pt x="612716" y="4230431"/>
                  </a:lnTo>
                  <a:lnTo>
                    <a:pt x="640193" y="4205031"/>
                  </a:lnTo>
                  <a:close/>
                </a:path>
                <a:path w="6694170" h="6997065">
                  <a:moveTo>
                    <a:pt x="1846776" y="4205031"/>
                  </a:moveTo>
                  <a:lnTo>
                    <a:pt x="1858823" y="4230431"/>
                  </a:lnTo>
                  <a:lnTo>
                    <a:pt x="1837962" y="4243131"/>
                  </a:lnTo>
                  <a:lnTo>
                    <a:pt x="1825915" y="4217731"/>
                  </a:lnTo>
                  <a:lnTo>
                    <a:pt x="1846776" y="4205031"/>
                  </a:lnTo>
                  <a:close/>
                </a:path>
                <a:path w="6694170" h="6997065">
                  <a:moveTo>
                    <a:pt x="974417" y="4192331"/>
                  </a:moveTo>
                  <a:lnTo>
                    <a:pt x="989693" y="4217731"/>
                  </a:lnTo>
                  <a:lnTo>
                    <a:pt x="963229" y="4230431"/>
                  </a:lnTo>
                  <a:lnTo>
                    <a:pt x="947953" y="4205031"/>
                  </a:lnTo>
                  <a:lnTo>
                    <a:pt x="974417" y="4192331"/>
                  </a:lnTo>
                  <a:close/>
                </a:path>
                <a:path w="6694170" h="6997065">
                  <a:moveTo>
                    <a:pt x="2180780" y="4192331"/>
                  </a:moveTo>
                  <a:lnTo>
                    <a:pt x="2191648" y="4205031"/>
                  </a:lnTo>
                  <a:lnTo>
                    <a:pt x="2172825" y="4217731"/>
                  </a:lnTo>
                  <a:lnTo>
                    <a:pt x="2161956" y="4205031"/>
                  </a:lnTo>
                  <a:lnTo>
                    <a:pt x="2180780" y="4192331"/>
                  </a:lnTo>
                  <a:close/>
                </a:path>
                <a:path w="6694170" h="6997065">
                  <a:moveTo>
                    <a:pt x="101726" y="4166931"/>
                  </a:moveTo>
                  <a:lnTo>
                    <a:pt x="119358" y="4205031"/>
                  </a:lnTo>
                  <a:lnTo>
                    <a:pt x="88825" y="4217731"/>
                  </a:lnTo>
                  <a:lnTo>
                    <a:pt x="71198" y="4192331"/>
                  </a:lnTo>
                  <a:lnTo>
                    <a:pt x="101726" y="4166931"/>
                  </a:lnTo>
                  <a:close/>
                </a:path>
                <a:path w="6694170" h="6997065">
                  <a:moveTo>
                    <a:pt x="2514785" y="4166931"/>
                  </a:moveTo>
                  <a:lnTo>
                    <a:pt x="2524475" y="4192331"/>
                  </a:lnTo>
                  <a:lnTo>
                    <a:pt x="2507684" y="4205031"/>
                  </a:lnTo>
                  <a:lnTo>
                    <a:pt x="2497993" y="4179631"/>
                  </a:lnTo>
                  <a:lnTo>
                    <a:pt x="2514785" y="4166931"/>
                  </a:lnTo>
                  <a:close/>
                </a:path>
                <a:path w="6694170" h="6997065">
                  <a:moveTo>
                    <a:pt x="1308522" y="4166931"/>
                  </a:moveTo>
                  <a:lnTo>
                    <a:pt x="1322920" y="4192331"/>
                  </a:lnTo>
                  <a:lnTo>
                    <a:pt x="1297990" y="4205031"/>
                  </a:lnTo>
                  <a:lnTo>
                    <a:pt x="1283592" y="4192331"/>
                  </a:lnTo>
                  <a:lnTo>
                    <a:pt x="1308522" y="4166931"/>
                  </a:lnTo>
                  <a:close/>
                </a:path>
                <a:path w="6694170" h="6997065">
                  <a:moveTo>
                    <a:pt x="435837" y="4154231"/>
                  </a:moveTo>
                  <a:lnTo>
                    <a:pt x="452588" y="4179631"/>
                  </a:lnTo>
                  <a:lnTo>
                    <a:pt x="423583" y="4205031"/>
                  </a:lnTo>
                  <a:lnTo>
                    <a:pt x="406832" y="4166931"/>
                  </a:lnTo>
                  <a:lnTo>
                    <a:pt x="435837" y="4154231"/>
                  </a:lnTo>
                  <a:close/>
                </a:path>
                <a:path w="6694170" h="6997065">
                  <a:moveTo>
                    <a:pt x="1642420" y="4154231"/>
                  </a:moveTo>
                  <a:lnTo>
                    <a:pt x="1655350" y="4179631"/>
                  </a:lnTo>
                  <a:lnTo>
                    <a:pt x="1632961" y="4192331"/>
                  </a:lnTo>
                  <a:lnTo>
                    <a:pt x="1620031" y="4166931"/>
                  </a:lnTo>
                  <a:lnTo>
                    <a:pt x="1642420" y="4154231"/>
                  </a:lnTo>
                  <a:close/>
                </a:path>
                <a:path w="6694170" h="6997065">
                  <a:moveTo>
                    <a:pt x="2848683" y="4154231"/>
                  </a:moveTo>
                  <a:lnTo>
                    <a:pt x="2856910" y="4166931"/>
                  </a:lnTo>
                  <a:lnTo>
                    <a:pt x="2842659" y="4179631"/>
                  </a:lnTo>
                  <a:lnTo>
                    <a:pt x="2834438" y="4166931"/>
                  </a:lnTo>
                  <a:lnTo>
                    <a:pt x="2848683" y="4154231"/>
                  </a:lnTo>
                  <a:close/>
                </a:path>
                <a:path w="6694170" h="6997065">
                  <a:moveTo>
                    <a:pt x="770061" y="4128831"/>
                  </a:moveTo>
                  <a:lnTo>
                    <a:pt x="786220" y="4166931"/>
                  </a:lnTo>
                  <a:lnTo>
                    <a:pt x="758233" y="4179631"/>
                  </a:lnTo>
                  <a:lnTo>
                    <a:pt x="742075" y="4154231"/>
                  </a:lnTo>
                  <a:lnTo>
                    <a:pt x="770061" y="4128831"/>
                  </a:lnTo>
                  <a:close/>
                </a:path>
                <a:path w="6694170" h="6997065">
                  <a:moveTo>
                    <a:pt x="1976537" y="4128831"/>
                  </a:moveTo>
                  <a:lnTo>
                    <a:pt x="1988584" y="4154231"/>
                  </a:lnTo>
                  <a:lnTo>
                    <a:pt x="1967717" y="4166931"/>
                  </a:lnTo>
                  <a:lnTo>
                    <a:pt x="1955670" y="4141531"/>
                  </a:lnTo>
                  <a:lnTo>
                    <a:pt x="1976537" y="4128831"/>
                  </a:lnTo>
                  <a:close/>
                </a:path>
                <a:path w="6694170" h="6997065">
                  <a:moveTo>
                    <a:pt x="1104279" y="4116131"/>
                  </a:moveTo>
                  <a:lnTo>
                    <a:pt x="1119851" y="4141531"/>
                  </a:lnTo>
                  <a:lnTo>
                    <a:pt x="1092877" y="4154231"/>
                  </a:lnTo>
                  <a:lnTo>
                    <a:pt x="1077306" y="4128831"/>
                  </a:lnTo>
                  <a:lnTo>
                    <a:pt x="1104279" y="4116131"/>
                  </a:lnTo>
                  <a:close/>
                </a:path>
                <a:path w="6694170" h="6997065">
                  <a:moveTo>
                    <a:pt x="2310541" y="4116131"/>
                  </a:moveTo>
                  <a:lnTo>
                    <a:pt x="2321409" y="4128831"/>
                  </a:lnTo>
                  <a:lnTo>
                    <a:pt x="2302580" y="4141531"/>
                  </a:lnTo>
                  <a:lnTo>
                    <a:pt x="2291711" y="4128831"/>
                  </a:lnTo>
                  <a:lnTo>
                    <a:pt x="2310541" y="4116131"/>
                  </a:lnTo>
                  <a:close/>
                </a:path>
                <a:path w="6694170" h="6997065">
                  <a:moveTo>
                    <a:pt x="1438283" y="4090731"/>
                  </a:moveTo>
                  <a:lnTo>
                    <a:pt x="1452676" y="4116131"/>
                  </a:lnTo>
                  <a:lnTo>
                    <a:pt x="1427746" y="4141531"/>
                  </a:lnTo>
                  <a:lnTo>
                    <a:pt x="1413348" y="4116131"/>
                  </a:lnTo>
                  <a:lnTo>
                    <a:pt x="1438283" y="4090731"/>
                  </a:lnTo>
                  <a:close/>
                </a:path>
                <a:path w="6694170" h="6997065">
                  <a:moveTo>
                    <a:pt x="231593" y="4103431"/>
                  </a:moveTo>
                  <a:lnTo>
                    <a:pt x="249511" y="4128831"/>
                  </a:lnTo>
                  <a:lnTo>
                    <a:pt x="218474" y="4141531"/>
                  </a:lnTo>
                  <a:lnTo>
                    <a:pt x="200556" y="4116131"/>
                  </a:lnTo>
                  <a:lnTo>
                    <a:pt x="231593" y="4103431"/>
                  </a:lnTo>
                  <a:close/>
                </a:path>
                <a:path w="6694170" h="6997065">
                  <a:moveTo>
                    <a:pt x="2628151" y="4103431"/>
                  </a:moveTo>
                  <a:lnTo>
                    <a:pt x="2644433" y="4103431"/>
                  </a:lnTo>
                  <a:lnTo>
                    <a:pt x="2653839" y="4116131"/>
                  </a:lnTo>
                  <a:lnTo>
                    <a:pt x="2637556" y="4128831"/>
                  </a:lnTo>
                  <a:lnTo>
                    <a:pt x="2628151" y="4103431"/>
                  </a:lnTo>
                  <a:close/>
                </a:path>
                <a:path w="6694170" h="6997065">
                  <a:moveTo>
                    <a:pt x="565705" y="4078031"/>
                  </a:moveTo>
                  <a:lnTo>
                    <a:pt x="582745" y="4103431"/>
                  </a:lnTo>
                  <a:lnTo>
                    <a:pt x="553231" y="4128831"/>
                  </a:lnTo>
                  <a:lnTo>
                    <a:pt x="536190" y="4090731"/>
                  </a:lnTo>
                  <a:lnTo>
                    <a:pt x="565705" y="4078031"/>
                  </a:lnTo>
                  <a:close/>
                </a:path>
                <a:path w="6694170" h="6997065">
                  <a:moveTo>
                    <a:pt x="1772180" y="4078031"/>
                  </a:moveTo>
                  <a:lnTo>
                    <a:pt x="1785110" y="4103431"/>
                  </a:lnTo>
                  <a:lnTo>
                    <a:pt x="1762721" y="4116131"/>
                  </a:lnTo>
                  <a:lnTo>
                    <a:pt x="1749791" y="4090731"/>
                  </a:lnTo>
                  <a:lnTo>
                    <a:pt x="1772180" y="4078031"/>
                  </a:lnTo>
                  <a:close/>
                </a:path>
                <a:path w="6694170" h="6997065">
                  <a:moveTo>
                    <a:pt x="899822" y="4065331"/>
                  </a:moveTo>
                  <a:lnTo>
                    <a:pt x="915980" y="4090731"/>
                  </a:lnTo>
                  <a:lnTo>
                    <a:pt x="887988" y="4103431"/>
                  </a:lnTo>
                  <a:lnTo>
                    <a:pt x="871830" y="4078031"/>
                  </a:lnTo>
                  <a:lnTo>
                    <a:pt x="899822" y="4065331"/>
                  </a:lnTo>
                  <a:close/>
                </a:path>
                <a:path w="6694170" h="6997065">
                  <a:moveTo>
                    <a:pt x="2106292" y="4065331"/>
                  </a:moveTo>
                  <a:lnTo>
                    <a:pt x="2118339" y="4078031"/>
                  </a:lnTo>
                  <a:lnTo>
                    <a:pt x="2097472" y="4090731"/>
                  </a:lnTo>
                  <a:lnTo>
                    <a:pt x="2085424" y="4078031"/>
                  </a:lnTo>
                  <a:lnTo>
                    <a:pt x="2106292" y="4065331"/>
                  </a:lnTo>
                  <a:close/>
                </a:path>
                <a:path w="6694170" h="6997065">
                  <a:moveTo>
                    <a:pt x="27238" y="4039931"/>
                  </a:moveTo>
                  <a:lnTo>
                    <a:pt x="46043" y="4078031"/>
                  </a:lnTo>
                  <a:lnTo>
                    <a:pt x="13472" y="4090731"/>
                  </a:lnTo>
                  <a:lnTo>
                    <a:pt x="0" y="4065331"/>
                  </a:lnTo>
                  <a:lnTo>
                    <a:pt x="0" y="4052631"/>
                  </a:lnTo>
                  <a:lnTo>
                    <a:pt x="27238" y="4039931"/>
                  </a:lnTo>
                  <a:close/>
                </a:path>
                <a:path w="6694170" h="6997065">
                  <a:moveTo>
                    <a:pt x="1234039" y="4039931"/>
                  </a:moveTo>
                  <a:lnTo>
                    <a:pt x="1249611" y="4065331"/>
                  </a:lnTo>
                  <a:lnTo>
                    <a:pt x="1222637" y="4078031"/>
                  </a:lnTo>
                  <a:lnTo>
                    <a:pt x="1207066" y="4052631"/>
                  </a:lnTo>
                  <a:lnTo>
                    <a:pt x="1234039" y="4039931"/>
                  </a:lnTo>
                  <a:close/>
                </a:path>
                <a:path w="6694170" h="6997065">
                  <a:moveTo>
                    <a:pt x="361455" y="4027231"/>
                  </a:moveTo>
                  <a:lnTo>
                    <a:pt x="379675" y="4052631"/>
                  </a:lnTo>
                  <a:lnTo>
                    <a:pt x="348128" y="4078031"/>
                  </a:lnTo>
                  <a:lnTo>
                    <a:pt x="329909" y="4039931"/>
                  </a:lnTo>
                  <a:lnTo>
                    <a:pt x="361455" y="4027231"/>
                  </a:lnTo>
                  <a:close/>
                </a:path>
                <a:path w="6694170" h="6997065">
                  <a:moveTo>
                    <a:pt x="2440190" y="4039931"/>
                  </a:moveTo>
                  <a:lnTo>
                    <a:pt x="2450768" y="4065331"/>
                  </a:lnTo>
                  <a:lnTo>
                    <a:pt x="2432449" y="4065331"/>
                  </a:lnTo>
                  <a:lnTo>
                    <a:pt x="2421870" y="4052631"/>
                  </a:lnTo>
                  <a:lnTo>
                    <a:pt x="2440190" y="4039931"/>
                  </a:lnTo>
                  <a:close/>
                </a:path>
                <a:path w="6694170" h="6997065">
                  <a:moveTo>
                    <a:pt x="1568044" y="4027231"/>
                  </a:moveTo>
                  <a:lnTo>
                    <a:pt x="1582437" y="4052631"/>
                  </a:lnTo>
                  <a:lnTo>
                    <a:pt x="1557501" y="4065331"/>
                  </a:lnTo>
                  <a:lnTo>
                    <a:pt x="1543108" y="4039931"/>
                  </a:lnTo>
                  <a:lnTo>
                    <a:pt x="1568044" y="4027231"/>
                  </a:lnTo>
                  <a:close/>
                </a:path>
                <a:path w="6694170" h="6997065">
                  <a:moveTo>
                    <a:pt x="2757912" y="4027231"/>
                  </a:moveTo>
                  <a:lnTo>
                    <a:pt x="2774195" y="4027231"/>
                  </a:lnTo>
                  <a:lnTo>
                    <a:pt x="2783594" y="4039931"/>
                  </a:lnTo>
                  <a:lnTo>
                    <a:pt x="2767318" y="4052631"/>
                  </a:lnTo>
                  <a:lnTo>
                    <a:pt x="2757912" y="4027231"/>
                  </a:lnTo>
                  <a:close/>
                </a:path>
                <a:path w="6694170" h="6997065">
                  <a:moveTo>
                    <a:pt x="695574" y="4001831"/>
                  </a:moveTo>
                  <a:lnTo>
                    <a:pt x="712904" y="4027231"/>
                  </a:lnTo>
                  <a:lnTo>
                    <a:pt x="682886" y="4052631"/>
                  </a:lnTo>
                  <a:lnTo>
                    <a:pt x="665549" y="4014531"/>
                  </a:lnTo>
                  <a:lnTo>
                    <a:pt x="695574" y="4001831"/>
                  </a:lnTo>
                  <a:close/>
                </a:path>
                <a:path w="6694170" h="6997065">
                  <a:moveTo>
                    <a:pt x="1901942" y="4001831"/>
                  </a:moveTo>
                  <a:lnTo>
                    <a:pt x="1914872" y="4027231"/>
                  </a:lnTo>
                  <a:lnTo>
                    <a:pt x="1892477" y="4039931"/>
                  </a:lnTo>
                  <a:lnTo>
                    <a:pt x="1879552" y="4014531"/>
                  </a:lnTo>
                  <a:lnTo>
                    <a:pt x="1901942" y="4001831"/>
                  </a:lnTo>
                  <a:close/>
                </a:path>
                <a:path w="6694170" h="6997065">
                  <a:moveTo>
                    <a:pt x="1029684" y="3989131"/>
                  </a:moveTo>
                  <a:lnTo>
                    <a:pt x="1046138" y="4014531"/>
                  </a:lnTo>
                  <a:lnTo>
                    <a:pt x="1017642" y="4027231"/>
                  </a:lnTo>
                  <a:lnTo>
                    <a:pt x="1001188" y="4001831"/>
                  </a:lnTo>
                  <a:lnTo>
                    <a:pt x="1029684" y="3989131"/>
                  </a:lnTo>
                  <a:close/>
                </a:path>
                <a:path w="6694170" h="6997065">
                  <a:moveTo>
                    <a:pt x="2235945" y="3989131"/>
                  </a:moveTo>
                  <a:lnTo>
                    <a:pt x="2247697" y="4001831"/>
                  </a:lnTo>
                  <a:lnTo>
                    <a:pt x="2227345" y="4014531"/>
                  </a:lnTo>
                  <a:lnTo>
                    <a:pt x="2215593" y="4001831"/>
                  </a:lnTo>
                  <a:lnTo>
                    <a:pt x="2235945" y="3989131"/>
                  </a:lnTo>
                  <a:close/>
                </a:path>
                <a:path w="6694170" h="6997065">
                  <a:moveTo>
                    <a:pt x="157105" y="3963731"/>
                  </a:moveTo>
                  <a:lnTo>
                    <a:pt x="176201" y="4001831"/>
                  </a:lnTo>
                  <a:lnTo>
                    <a:pt x="143127" y="4014531"/>
                  </a:lnTo>
                  <a:lnTo>
                    <a:pt x="124031" y="3989131"/>
                  </a:lnTo>
                  <a:lnTo>
                    <a:pt x="157105" y="3963731"/>
                  </a:lnTo>
                  <a:close/>
                </a:path>
                <a:path w="6694170" h="6997065">
                  <a:moveTo>
                    <a:pt x="2569951" y="3963731"/>
                  </a:moveTo>
                  <a:lnTo>
                    <a:pt x="2580530" y="3989131"/>
                  </a:lnTo>
                  <a:lnTo>
                    <a:pt x="2562203" y="4001831"/>
                  </a:lnTo>
                  <a:lnTo>
                    <a:pt x="2551625" y="3976431"/>
                  </a:lnTo>
                  <a:lnTo>
                    <a:pt x="2569951" y="3963731"/>
                  </a:lnTo>
                  <a:close/>
                </a:path>
                <a:path w="6694170" h="6997065">
                  <a:moveTo>
                    <a:pt x="1363801" y="3963731"/>
                  </a:moveTo>
                  <a:lnTo>
                    <a:pt x="1379373" y="3989131"/>
                  </a:lnTo>
                  <a:lnTo>
                    <a:pt x="1352399" y="4001831"/>
                  </a:lnTo>
                  <a:lnTo>
                    <a:pt x="1336827" y="3976431"/>
                  </a:lnTo>
                  <a:lnTo>
                    <a:pt x="1363801" y="3963731"/>
                  </a:lnTo>
                  <a:close/>
                </a:path>
                <a:path w="6694170" h="6997065">
                  <a:moveTo>
                    <a:pt x="491329" y="3951031"/>
                  </a:moveTo>
                  <a:lnTo>
                    <a:pt x="509833" y="3976431"/>
                  </a:lnTo>
                  <a:lnTo>
                    <a:pt x="477777" y="4001831"/>
                  </a:lnTo>
                  <a:lnTo>
                    <a:pt x="459267" y="3963731"/>
                  </a:lnTo>
                  <a:lnTo>
                    <a:pt x="491329" y="3951031"/>
                  </a:lnTo>
                  <a:close/>
                </a:path>
                <a:path w="6694170" h="6997065">
                  <a:moveTo>
                    <a:pt x="1697804" y="3951031"/>
                  </a:moveTo>
                  <a:lnTo>
                    <a:pt x="1712197" y="3976431"/>
                  </a:lnTo>
                  <a:lnTo>
                    <a:pt x="1687261" y="3989131"/>
                  </a:lnTo>
                  <a:lnTo>
                    <a:pt x="1672868" y="3963731"/>
                  </a:lnTo>
                  <a:lnTo>
                    <a:pt x="1697804" y="3951031"/>
                  </a:lnTo>
                  <a:close/>
                </a:path>
                <a:path w="6694170" h="6997065">
                  <a:moveTo>
                    <a:pt x="825440" y="3925631"/>
                  </a:moveTo>
                  <a:lnTo>
                    <a:pt x="843067" y="3963731"/>
                  </a:lnTo>
                  <a:lnTo>
                    <a:pt x="812534" y="3976431"/>
                  </a:lnTo>
                  <a:lnTo>
                    <a:pt x="794907" y="3951031"/>
                  </a:lnTo>
                  <a:lnTo>
                    <a:pt x="825440" y="3925631"/>
                  </a:lnTo>
                  <a:close/>
                </a:path>
                <a:path w="6694170" h="6997065">
                  <a:moveTo>
                    <a:pt x="2031696" y="3925631"/>
                  </a:moveTo>
                  <a:lnTo>
                    <a:pt x="2044626" y="3951031"/>
                  </a:lnTo>
                  <a:lnTo>
                    <a:pt x="2022232" y="3963731"/>
                  </a:lnTo>
                  <a:lnTo>
                    <a:pt x="2009307" y="3938331"/>
                  </a:lnTo>
                  <a:lnTo>
                    <a:pt x="2031696" y="3925631"/>
                  </a:lnTo>
                  <a:close/>
                </a:path>
                <a:path w="6694170" h="6997065">
                  <a:moveTo>
                    <a:pt x="1159444" y="3912931"/>
                  </a:moveTo>
                  <a:lnTo>
                    <a:pt x="1175898" y="3938331"/>
                  </a:lnTo>
                  <a:lnTo>
                    <a:pt x="1147397" y="3951031"/>
                  </a:lnTo>
                  <a:lnTo>
                    <a:pt x="1130942" y="3925631"/>
                  </a:lnTo>
                  <a:lnTo>
                    <a:pt x="1159444" y="3912931"/>
                  </a:lnTo>
                  <a:close/>
                </a:path>
                <a:path w="6694170" h="6997065">
                  <a:moveTo>
                    <a:pt x="2365701" y="3912931"/>
                  </a:moveTo>
                  <a:lnTo>
                    <a:pt x="2377453" y="3925631"/>
                  </a:lnTo>
                  <a:lnTo>
                    <a:pt x="2357101" y="3938331"/>
                  </a:lnTo>
                  <a:lnTo>
                    <a:pt x="2345349" y="3925631"/>
                  </a:lnTo>
                  <a:lnTo>
                    <a:pt x="2365701" y="3912931"/>
                  </a:lnTo>
                  <a:close/>
                </a:path>
                <a:path w="6694170" h="6997065">
                  <a:moveTo>
                    <a:pt x="1493556" y="3887531"/>
                  </a:moveTo>
                  <a:lnTo>
                    <a:pt x="1509128" y="3912931"/>
                  </a:lnTo>
                  <a:lnTo>
                    <a:pt x="1482160" y="3938331"/>
                  </a:lnTo>
                  <a:lnTo>
                    <a:pt x="1466588" y="3900231"/>
                  </a:lnTo>
                  <a:lnTo>
                    <a:pt x="1493556" y="3887531"/>
                  </a:lnTo>
                  <a:close/>
                </a:path>
                <a:path w="6694170" h="6997065">
                  <a:moveTo>
                    <a:pt x="286973" y="3887531"/>
                  </a:moveTo>
                  <a:lnTo>
                    <a:pt x="306365" y="3925631"/>
                  </a:lnTo>
                  <a:lnTo>
                    <a:pt x="272775" y="3938331"/>
                  </a:lnTo>
                  <a:lnTo>
                    <a:pt x="253383" y="3912931"/>
                  </a:lnTo>
                  <a:lnTo>
                    <a:pt x="286973" y="3887531"/>
                  </a:lnTo>
                  <a:close/>
                </a:path>
                <a:path w="6694170" h="6997065">
                  <a:moveTo>
                    <a:pt x="2699599" y="3887531"/>
                  </a:moveTo>
                  <a:lnTo>
                    <a:pt x="2709882" y="3912931"/>
                  </a:lnTo>
                  <a:lnTo>
                    <a:pt x="2692077" y="3925631"/>
                  </a:lnTo>
                  <a:lnTo>
                    <a:pt x="2681795" y="3900231"/>
                  </a:lnTo>
                  <a:lnTo>
                    <a:pt x="2699599" y="3887531"/>
                  </a:lnTo>
                  <a:close/>
                </a:path>
                <a:path w="6694170" h="6997065">
                  <a:moveTo>
                    <a:pt x="621091" y="3874831"/>
                  </a:moveTo>
                  <a:lnTo>
                    <a:pt x="639594" y="3900231"/>
                  </a:lnTo>
                  <a:lnTo>
                    <a:pt x="607539" y="3925631"/>
                  </a:lnTo>
                  <a:lnTo>
                    <a:pt x="589029" y="3887531"/>
                  </a:lnTo>
                  <a:lnTo>
                    <a:pt x="621091" y="3874831"/>
                  </a:lnTo>
                  <a:close/>
                </a:path>
                <a:path w="6694170" h="6997065">
                  <a:moveTo>
                    <a:pt x="1827560" y="3874831"/>
                  </a:moveTo>
                  <a:lnTo>
                    <a:pt x="1841958" y="3900231"/>
                  </a:lnTo>
                  <a:lnTo>
                    <a:pt x="1817023" y="3912931"/>
                  </a:lnTo>
                  <a:lnTo>
                    <a:pt x="1802630" y="3887531"/>
                  </a:lnTo>
                  <a:lnTo>
                    <a:pt x="1827560" y="3874831"/>
                  </a:lnTo>
                  <a:close/>
                </a:path>
                <a:path w="6694170" h="6997065">
                  <a:moveTo>
                    <a:pt x="955196" y="3849431"/>
                  </a:moveTo>
                  <a:lnTo>
                    <a:pt x="972823" y="3887531"/>
                  </a:lnTo>
                  <a:lnTo>
                    <a:pt x="942289" y="3900231"/>
                  </a:lnTo>
                  <a:lnTo>
                    <a:pt x="924662" y="3874831"/>
                  </a:lnTo>
                  <a:lnTo>
                    <a:pt x="955196" y="3849431"/>
                  </a:lnTo>
                  <a:close/>
                </a:path>
                <a:path w="6694170" h="6997065">
                  <a:moveTo>
                    <a:pt x="2161457" y="3849431"/>
                  </a:moveTo>
                  <a:lnTo>
                    <a:pt x="2174381" y="3874831"/>
                  </a:lnTo>
                  <a:lnTo>
                    <a:pt x="2151992" y="3887531"/>
                  </a:lnTo>
                  <a:lnTo>
                    <a:pt x="2139068" y="3862131"/>
                  </a:lnTo>
                  <a:lnTo>
                    <a:pt x="2161457" y="3849431"/>
                  </a:lnTo>
                  <a:close/>
                </a:path>
                <a:path w="6694170" h="6997065">
                  <a:moveTo>
                    <a:pt x="82729" y="3836731"/>
                  </a:moveTo>
                  <a:lnTo>
                    <a:pt x="103294" y="3874831"/>
                  </a:lnTo>
                  <a:lnTo>
                    <a:pt x="67673" y="3887531"/>
                  </a:lnTo>
                  <a:lnTo>
                    <a:pt x="47108" y="3849431"/>
                  </a:lnTo>
                  <a:lnTo>
                    <a:pt x="82729" y="3836731"/>
                  </a:lnTo>
                  <a:close/>
                </a:path>
                <a:path w="6694170" h="6997065">
                  <a:moveTo>
                    <a:pt x="1289200" y="3836731"/>
                  </a:moveTo>
                  <a:lnTo>
                    <a:pt x="1305654" y="3862131"/>
                  </a:lnTo>
                  <a:lnTo>
                    <a:pt x="1277158" y="3874831"/>
                  </a:lnTo>
                  <a:lnTo>
                    <a:pt x="1260704" y="3849431"/>
                  </a:lnTo>
                  <a:lnTo>
                    <a:pt x="1289200" y="3836731"/>
                  </a:lnTo>
                  <a:close/>
                </a:path>
                <a:path w="6694170" h="6997065">
                  <a:moveTo>
                    <a:pt x="416835" y="3811331"/>
                  </a:moveTo>
                  <a:lnTo>
                    <a:pt x="436523" y="3849431"/>
                  </a:lnTo>
                  <a:lnTo>
                    <a:pt x="402430" y="3874831"/>
                  </a:lnTo>
                  <a:lnTo>
                    <a:pt x="382748" y="3836731"/>
                  </a:lnTo>
                  <a:lnTo>
                    <a:pt x="416835" y="3811331"/>
                  </a:lnTo>
                  <a:close/>
                </a:path>
                <a:path w="6694170" h="6997065">
                  <a:moveTo>
                    <a:pt x="2495356" y="3836731"/>
                  </a:moveTo>
                  <a:lnTo>
                    <a:pt x="2506816" y="3849431"/>
                  </a:lnTo>
                  <a:lnTo>
                    <a:pt x="2486968" y="3862131"/>
                  </a:lnTo>
                  <a:lnTo>
                    <a:pt x="2475513" y="3849431"/>
                  </a:lnTo>
                  <a:lnTo>
                    <a:pt x="2495356" y="3836731"/>
                  </a:lnTo>
                  <a:close/>
                </a:path>
                <a:path w="6694170" h="6997065">
                  <a:moveTo>
                    <a:pt x="1623316" y="3811331"/>
                  </a:moveTo>
                  <a:lnTo>
                    <a:pt x="1638888" y="3836731"/>
                  </a:lnTo>
                  <a:lnTo>
                    <a:pt x="1611914" y="3862131"/>
                  </a:lnTo>
                  <a:lnTo>
                    <a:pt x="1596342" y="3836731"/>
                  </a:lnTo>
                  <a:lnTo>
                    <a:pt x="1623316" y="3811331"/>
                  </a:lnTo>
                  <a:close/>
                </a:path>
                <a:path w="6694170" h="6997065">
                  <a:moveTo>
                    <a:pt x="2829358" y="3811331"/>
                  </a:moveTo>
                  <a:lnTo>
                    <a:pt x="2839641" y="3836731"/>
                  </a:lnTo>
                  <a:lnTo>
                    <a:pt x="2821830" y="3849431"/>
                  </a:lnTo>
                  <a:lnTo>
                    <a:pt x="2811547" y="3824031"/>
                  </a:lnTo>
                  <a:lnTo>
                    <a:pt x="2829358" y="3811331"/>
                  </a:lnTo>
                  <a:close/>
                </a:path>
                <a:path w="6694170" h="6997065">
                  <a:moveTo>
                    <a:pt x="750952" y="3798631"/>
                  </a:moveTo>
                  <a:lnTo>
                    <a:pt x="769758" y="3824031"/>
                  </a:lnTo>
                  <a:lnTo>
                    <a:pt x="737187" y="3849431"/>
                  </a:lnTo>
                  <a:lnTo>
                    <a:pt x="718387" y="3811331"/>
                  </a:lnTo>
                  <a:lnTo>
                    <a:pt x="750952" y="3798631"/>
                  </a:lnTo>
                  <a:close/>
                </a:path>
                <a:path w="6694170" h="6997065">
                  <a:moveTo>
                    <a:pt x="1957214" y="3798631"/>
                  </a:moveTo>
                  <a:lnTo>
                    <a:pt x="1971311" y="3824031"/>
                  </a:lnTo>
                  <a:lnTo>
                    <a:pt x="1946884" y="3836731"/>
                  </a:lnTo>
                  <a:lnTo>
                    <a:pt x="1932787" y="3811331"/>
                  </a:lnTo>
                  <a:lnTo>
                    <a:pt x="1957214" y="3798631"/>
                  </a:lnTo>
                  <a:close/>
                </a:path>
                <a:path w="6694170" h="6997065">
                  <a:moveTo>
                    <a:pt x="1085068" y="3773231"/>
                  </a:moveTo>
                  <a:lnTo>
                    <a:pt x="1102985" y="3811331"/>
                  </a:lnTo>
                  <a:lnTo>
                    <a:pt x="1071942" y="3824031"/>
                  </a:lnTo>
                  <a:lnTo>
                    <a:pt x="1054025" y="3798631"/>
                  </a:lnTo>
                  <a:lnTo>
                    <a:pt x="1085068" y="3773231"/>
                  </a:lnTo>
                  <a:close/>
                </a:path>
                <a:path w="6694170" h="6997065">
                  <a:moveTo>
                    <a:pt x="2291106" y="3773231"/>
                  </a:moveTo>
                  <a:lnTo>
                    <a:pt x="2303740" y="3798631"/>
                  </a:lnTo>
                  <a:lnTo>
                    <a:pt x="2281860" y="3811331"/>
                  </a:lnTo>
                  <a:lnTo>
                    <a:pt x="2269226" y="3785931"/>
                  </a:lnTo>
                  <a:lnTo>
                    <a:pt x="2291106" y="3773231"/>
                  </a:lnTo>
                  <a:close/>
                </a:path>
                <a:path w="6694170" h="6997065">
                  <a:moveTo>
                    <a:pt x="212591" y="3760531"/>
                  </a:moveTo>
                  <a:lnTo>
                    <a:pt x="233452" y="3798631"/>
                  </a:lnTo>
                  <a:lnTo>
                    <a:pt x="197321" y="3811331"/>
                  </a:lnTo>
                  <a:lnTo>
                    <a:pt x="176460" y="3785931"/>
                  </a:lnTo>
                  <a:lnTo>
                    <a:pt x="212591" y="3760531"/>
                  </a:lnTo>
                  <a:close/>
                </a:path>
                <a:path w="6694170" h="6997065">
                  <a:moveTo>
                    <a:pt x="1418961" y="3760531"/>
                  </a:moveTo>
                  <a:lnTo>
                    <a:pt x="1435415" y="3785931"/>
                  </a:lnTo>
                  <a:lnTo>
                    <a:pt x="1406919" y="3798631"/>
                  </a:lnTo>
                  <a:lnTo>
                    <a:pt x="1390465" y="3773231"/>
                  </a:lnTo>
                  <a:lnTo>
                    <a:pt x="1418961" y="3760531"/>
                  </a:lnTo>
                  <a:close/>
                </a:path>
                <a:path w="6694170" h="6997065">
                  <a:moveTo>
                    <a:pt x="546709" y="3735131"/>
                  </a:moveTo>
                  <a:lnTo>
                    <a:pt x="566688" y="3773231"/>
                  </a:lnTo>
                  <a:lnTo>
                    <a:pt x="532085" y="3798631"/>
                  </a:lnTo>
                  <a:lnTo>
                    <a:pt x="512106" y="3760531"/>
                  </a:lnTo>
                  <a:lnTo>
                    <a:pt x="546709" y="3735131"/>
                  </a:lnTo>
                  <a:close/>
                </a:path>
                <a:path w="6694170" h="6997065">
                  <a:moveTo>
                    <a:pt x="2625111" y="3760531"/>
                  </a:moveTo>
                  <a:lnTo>
                    <a:pt x="2636572" y="3785931"/>
                  </a:lnTo>
                  <a:lnTo>
                    <a:pt x="2616724" y="3785931"/>
                  </a:lnTo>
                  <a:lnTo>
                    <a:pt x="2605269" y="3773231"/>
                  </a:lnTo>
                  <a:lnTo>
                    <a:pt x="2625111" y="3760531"/>
                  </a:lnTo>
                  <a:close/>
                </a:path>
                <a:path w="6694170" h="6997065">
                  <a:moveTo>
                    <a:pt x="1753071" y="3735131"/>
                  </a:moveTo>
                  <a:lnTo>
                    <a:pt x="1768643" y="3773231"/>
                  </a:lnTo>
                  <a:lnTo>
                    <a:pt x="1741675" y="3785931"/>
                  </a:lnTo>
                  <a:lnTo>
                    <a:pt x="1726104" y="3760531"/>
                  </a:lnTo>
                  <a:lnTo>
                    <a:pt x="1753071" y="3735131"/>
                  </a:lnTo>
                  <a:close/>
                </a:path>
                <a:path w="6694170" h="6997065">
                  <a:moveTo>
                    <a:pt x="880713" y="3722431"/>
                  </a:moveTo>
                  <a:lnTo>
                    <a:pt x="899513" y="3747831"/>
                  </a:lnTo>
                  <a:lnTo>
                    <a:pt x="866948" y="3773231"/>
                  </a:lnTo>
                  <a:lnTo>
                    <a:pt x="848142" y="3735131"/>
                  </a:lnTo>
                  <a:lnTo>
                    <a:pt x="880713" y="3722431"/>
                  </a:lnTo>
                  <a:close/>
                </a:path>
                <a:path w="6694170" h="6997065">
                  <a:moveTo>
                    <a:pt x="2086969" y="3722431"/>
                  </a:moveTo>
                  <a:lnTo>
                    <a:pt x="2101066" y="3747831"/>
                  </a:lnTo>
                  <a:lnTo>
                    <a:pt x="2076645" y="3760531"/>
                  </a:lnTo>
                  <a:lnTo>
                    <a:pt x="2062548" y="3735131"/>
                  </a:lnTo>
                  <a:lnTo>
                    <a:pt x="2086969" y="3722431"/>
                  </a:lnTo>
                  <a:close/>
                </a:path>
                <a:path w="6694170" h="6997065">
                  <a:moveTo>
                    <a:pt x="8241" y="3697031"/>
                  </a:moveTo>
                  <a:lnTo>
                    <a:pt x="29984" y="3735131"/>
                  </a:lnTo>
                  <a:lnTo>
                    <a:pt x="0" y="3760531"/>
                  </a:lnTo>
                  <a:lnTo>
                    <a:pt x="0" y="3709731"/>
                  </a:lnTo>
                  <a:lnTo>
                    <a:pt x="8241" y="3697031"/>
                  </a:lnTo>
                  <a:close/>
                </a:path>
                <a:path w="6694170" h="6997065">
                  <a:moveTo>
                    <a:pt x="1214824" y="3697031"/>
                  </a:moveTo>
                  <a:lnTo>
                    <a:pt x="1232741" y="3735131"/>
                  </a:lnTo>
                  <a:lnTo>
                    <a:pt x="1201704" y="3747831"/>
                  </a:lnTo>
                  <a:lnTo>
                    <a:pt x="1183781" y="3722431"/>
                  </a:lnTo>
                  <a:lnTo>
                    <a:pt x="1214824" y="3697031"/>
                  </a:lnTo>
                  <a:close/>
                </a:path>
                <a:path w="6694170" h="6997065">
                  <a:moveTo>
                    <a:pt x="2420867" y="3709731"/>
                  </a:moveTo>
                  <a:lnTo>
                    <a:pt x="2433501" y="3722431"/>
                  </a:lnTo>
                  <a:lnTo>
                    <a:pt x="2411615" y="3735131"/>
                  </a:lnTo>
                  <a:lnTo>
                    <a:pt x="2398982" y="3722431"/>
                  </a:lnTo>
                  <a:lnTo>
                    <a:pt x="2420867" y="3709731"/>
                  </a:lnTo>
                  <a:close/>
                </a:path>
                <a:path w="6694170" h="6997065">
                  <a:moveTo>
                    <a:pt x="1548721" y="3684331"/>
                  </a:moveTo>
                  <a:lnTo>
                    <a:pt x="1565175" y="3709731"/>
                  </a:lnTo>
                  <a:lnTo>
                    <a:pt x="1536679" y="3735131"/>
                  </a:lnTo>
                  <a:lnTo>
                    <a:pt x="1520225" y="3697031"/>
                  </a:lnTo>
                  <a:lnTo>
                    <a:pt x="1548721" y="3684331"/>
                  </a:lnTo>
                  <a:close/>
                </a:path>
                <a:path w="6694170" h="6997065">
                  <a:moveTo>
                    <a:pt x="342459" y="3684331"/>
                  </a:moveTo>
                  <a:lnTo>
                    <a:pt x="363610" y="3722431"/>
                  </a:lnTo>
                  <a:lnTo>
                    <a:pt x="326976" y="3735131"/>
                  </a:lnTo>
                  <a:lnTo>
                    <a:pt x="305825" y="3709731"/>
                  </a:lnTo>
                  <a:lnTo>
                    <a:pt x="342459" y="3684331"/>
                  </a:lnTo>
                  <a:close/>
                </a:path>
                <a:path w="6694170" h="6997065">
                  <a:moveTo>
                    <a:pt x="2754757" y="3684331"/>
                  </a:moveTo>
                  <a:lnTo>
                    <a:pt x="2765922" y="3709731"/>
                  </a:lnTo>
                  <a:lnTo>
                    <a:pt x="2746589" y="3722431"/>
                  </a:lnTo>
                  <a:lnTo>
                    <a:pt x="2735425" y="3697031"/>
                  </a:lnTo>
                  <a:lnTo>
                    <a:pt x="2754757" y="3684331"/>
                  </a:lnTo>
                  <a:close/>
                </a:path>
                <a:path w="6694170" h="6997065">
                  <a:moveTo>
                    <a:pt x="676570" y="3658931"/>
                  </a:moveTo>
                  <a:lnTo>
                    <a:pt x="696845" y="3697031"/>
                  </a:lnTo>
                  <a:lnTo>
                    <a:pt x="661733" y="3722431"/>
                  </a:lnTo>
                  <a:lnTo>
                    <a:pt x="641458" y="3684331"/>
                  </a:lnTo>
                  <a:lnTo>
                    <a:pt x="676570" y="3658931"/>
                  </a:lnTo>
                  <a:close/>
                </a:path>
                <a:path w="6694170" h="6997065">
                  <a:moveTo>
                    <a:pt x="1882832" y="3671631"/>
                  </a:moveTo>
                  <a:lnTo>
                    <a:pt x="1898404" y="3697031"/>
                  </a:lnTo>
                  <a:lnTo>
                    <a:pt x="1871436" y="3709731"/>
                  </a:lnTo>
                  <a:lnTo>
                    <a:pt x="1855864" y="3684331"/>
                  </a:lnTo>
                  <a:lnTo>
                    <a:pt x="1882832" y="3671631"/>
                  </a:lnTo>
                  <a:close/>
                </a:path>
                <a:path w="6694170" h="6997065">
                  <a:moveTo>
                    <a:pt x="1010574" y="3646231"/>
                  </a:moveTo>
                  <a:lnTo>
                    <a:pt x="1029676" y="3684331"/>
                  </a:lnTo>
                  <a:lnTo>
                    <a:pt x="996602" y="3697031"/>
                  </a:lnTo>
                  <a:lnTo>
                    <a:pt x="977500" y="3671631"/>
                  </a:lnTo>
                  <a:lnTo>
                    <a:pt x="1010574" y="3646231"/>
                  </a:lnTo>
                  <a:close/>
                </a:path>
                <a:path w="6694170" h="6997065">
                  <a:moveTo>
                    <a:pt x="2216624" y="3646231"/>
                  </a:moveTo>
                  <a:lnTo>
                    <a:pt x="2230430" y="3671631"/>
                  </a:lnTo>
                  <a:lnTo>
                    <a:pt x="2206513" y="3684331"/>
                  </a:lnTo>
                  <a:lnTo>
                    <a:pt x="2192706" y="3658931"/>
                  </a:lnTo>
                  <a:lnTo>
                    <a:pt x="2216624" y="3646231"/>
                  </a:lnTo>
                  <a:close/>
                </a:path>
                <a:path w="6694170" h="6997065">
                  <a:moveTo>
                    <a:pt x="138103" y="3633531"/>
                  </a:moveTo>
                  <a:lnTo>
                    <a:pt x="160137" y="3671631"/>
                  </a:lnTo>
                  <a:lnTo>
                    <a:pt x="121975" y="3684331"/>
                  </a:lnTo>
                  <a:lnTo>
                    <a:pt x="99941" y="3646231"/>
                  </a:lnTo>
                  <a:lnTo>
                    <a:pt x="138103" y="3633531"/>
                  </a:lnTo>
                  <a:close/>
                </a:path>
                <a:path w="6694170" h="6997065">
                  <a:moveTo>
                    <a:pt x="1344585" y="3633531"/>
                  </a:moveTo>
                  <a:lnTo>
                    <a:pt x="1362502" y="3658931"/>
                  </a:lnTo>
                  <a:lnTo>
                    <a:pt x="1331465" y="3671631"/>
                  </a:lnTo>
                  <a:lnTo>
                    <a:pt x="1313542" y="3646231"/>
                  </a:lnTo>
                  <a:lnTo>
                    <a:pt x="1344585" y="3633531"/>
                  </a:lnTo>
                  <a:close/>
                </a:path>
                <a:path w="6694170" h="6997065">
                  <a:moveTo>
                    <a:pt x="472221" y="3608131"/>
                  </a:moveTo>
                  <a:lnTo>
                    <a:pt x="493372" y="3646231"/>
                  </a:lnTo>
                  <a:lnTo>
                    <a:pt x="456732" y="3671631"/>
                  </a:lnTo>
                  <a:lnTo>
                    <a:pt x="435580" y="3633531"/>
                  </a:lnTo>
                  <a:lnTo>
                    <a:pt x="472221" y="3608131"/>
                  </a:lnTo>
                  <a:close/>
                </a:path>
                <a:path w="6694170" h="6997065">
                  <a:moveTo>
                    <a:pt x="2550516" y="3633531"/>
                  </a:moveTo>
                  <a:lnTo>
                    <a:pt x="2562859" y="3646231"/>
                  </a:lnTo>
                  <a:lnTo>
                    <a:pt x="2541489" y="3658931"/>
                  </a:lnTo>
                  <a:lnTo>
                    <a:pt x="2529151" y="3646231"/>
                  </a:lnTo>
                  <a:lnTo>
                    <a:pt x="2550516" y="3633531"/>
                  </a:lnTo>
                  <a:close/>
                </a:path>
                <a:path w="6694170" h="6997065">
                  <a:moveTo>
                    <a:pt x="1678476" y="3608131"/>
                  </a:moveTo>
                  <a:lnTo>
                    <a:pt x="1694931" y="3633531"/>
                  </a:lnTo>
                  <a:lnTo>
                    <a:pt x="1666435" y="3658931"/>
                  </a:lnTo>
                  <a:lnTo>
                    <a:pt x="1649980" y="3620831"/>
                  </a:lnTo>
                  <a:lnTo>
                    <a:pt x="1678476" y="3608131"/>
                  </a:lnTo>
                  <a:close/>
                </a:path>
                <a:path w="6694170" h="6997065">
                  <a:moveTo>
                    <a:pt x="806331" y="3595431"/>
                  </a:moveTo>
                  <a:lnTo>
                    <a:pt x="826606" y="3620831"/>
                  </a:lnTo>
                  <a:lnTo>
                    <a:pt x="791494" y="3646231"/>
                  </a:lnTo>
                  <a:lnTo>
                    <a:pt x="771219" y="3608131"/>
                  </a:lnTo>
                  <a:lnTo>
                    <a:pt x="806331" y="3595431"/>
                  </a:lnTo>
                  <a:close/>
                </a:path>
                <a:path w="6694170" h="6997065">
                  <a:moveTo>
                    <a:pt x="2012486" y="3595431"/>
                  </a:moveTo>
                  <a:lnTo>
                    <a:pt x="2027762" y="3620831"/>
                  </a:lnTo>
                  <a:lnTo>
                    <a:pt x="2001298" y="3633531"/>
                  </a:lnTo>
                  <a:lnTo>
                    <a:pt x="1986022" y="3608131"/>
                  </a:lnTo>
                  <a:lnTo>
                    <a:pt x="2012486" y="3595431"/>
                  </a:lnTo>
                  <a:close/>
                </a:path>
                <a:path w="6694170" h="6997065">
                  <a:moveTo>
                    <a:pt x="1140336" y="3570031"/>
                  </a:moveTo>
                  <a:lnTo>
                    <a:pt x="1159438" y="3608131"/>
                  </a:lnTo>
                  <a:lnTo>
                    <a:pt x="1126358" y="3620831"/>
                  </a:lnTo>
                  <a:lnTo>
                    <a:pt x="1107261" y="3595431"/>
                  </a:lnTo>
                  <a:lnTo>
                    <a:pt x="1140336" y="3570031"/>
                  </a:lnTo>
                  <a:close/>
                </a:path>
                <a:path w="6694170" h="6997065">
                  <a:moveTo>
                    <a:pt x="2346272" y="3570031"/>
                  </a:moveTo>
                  <a:lnTo>
                    <a:pt x="2359789" y="3595431"/>
                  </a:lnTo>
                  <a:lnTo>
                    <a:pt x="2336375" y="3608131"/>
                  </a:lnTo>
                  <a:lnTo>
                    <a:pt x="2322864" y="3582731"/>
                  </a:lnTo>
                  <a:lnTo>
                    <a:pt x="2346272" y="3570031"/>
                  </a:lnTo>
                  <a:close/>
                </a:path>
                <a:path w="6694170" h="6997065">
                  <a:moveTo>
                    <a:pt x="267976" y="3557331"/>
                  </a:moveTo>
                  <a:lnTo>
                    <a:pt x="290306" y="3595431"/>
                  </a:lnTo>
                  <a:lnTo>
                    <a:pt x="251629" y="3608131"/>
                  </a:lnTo>
                  <a:lnTo>
                    <a:pt x="229299" y="3570031"/>
                  </a:lnTo>
                  <a:lnTo>
                    <a:pt x="267976" y="3557331"/>
                  </a:lnTo>
                  <a:close/>
                </a:path>
                <a:path w="6694170" h="6997065">
                  <a:moveTo>
                    <a:pt x="1474339" y="3557331"/>
                  </a:moveTo>
                  <a:lnTo>
                    <a:pt x="1492262" y="3582731"/>
                  </a:lnTo>
                  <a:lnTo>
                    <a:pt x="1461225" y="3595431"/>
                  </a:lnTo>
                  <a:lnTo>
                    <a:pt x="1443302" y="3570031"/>
                  </a:lnTo>
                  <a:lnTo>
                    <a:pt x="1474339" y="3557331"/>
                  </a:lnTo>
                  <a:close/>
                </a:path>
                <a:path w="6694170" h="6997065">
                  <a:moveTo>
                    <a:pt x="602082" y="3531931"/>
                  </a:moveTo>
                  <a:lnTo>
                    <a:pt x="623529" y="3570031"/>
                  </a:lnTo>
                  <a:lnTo>
                    <a:pt x="586386" y="3595431"/>
                  </a:lnTo>
                  <a:lnTo>
                    <a:pt x="564938" y="3557331"/>
                  </a:lnTo>
                  <a:lnTo>
                    <a:pt x="602082" y="3531931"/>
                  </a:lnTo>
                  <a:close/>
                </a:path>
                <a:path w="6694170" h="6997065">
                  <a:moveTo>
                    <a:pt x="2680275" y="3557331"/>
                  </a:moveTo>
                  <a:lnTo>
                    <a:pt x="2692618" y="3582731"/>
                  </a:lnTo>
                  <a:lnTo>
                    <a:pt x="2671242" y="3582731"/>
                  </a:lnTo>
                  <a:lnTo>
                    <a:pt x="2658904" y="3570031"/>
                  </a:lnTo>
                  <a:lnTo>
                    <a:pt x="2680275" y="3557331"/>
                  </a:lnTo>
                  <a:close/>
                </a:path>
                <a:path w="6694170" h="6997065">
                  <a:moveTo>
                    <a:pt x="1808231" y="3531931"/>
                  </a:moveTo>
                  <a:lnTo>
                    <a:pt x="1824686" y="3557331"/>
                  </a:lnTo>
                  <a:lnTo>
                    <a:pt x="1796196" y="3582731"/>
                  </a:lnTo>
                  <a:lnTo>
                    <a:pt x="1779741" y="3557331"/>
                  </a:lnTo>
                  <a:lnTo>
                    <a:pt x="1808231" y="3531931"/>
                  </a:lnTo>
                  <a:close/>
                </a:path>
                <a:path w="6694170" h="6997065">
                  <a:moveTo>
                    <a:pt x="936198" y="3519231"/>
                  </a:moveTo>
                  <a:lnTo>
                    <a:pt x="956763" y="3544631"/>
                  </a:lnTo>
                  <a:lnTo>
                    <a:pt x="921142" y="3570031"/>
                  </a:lnTo>
                  <a:lnTo>
                    <a:pt x="900577" y="3531931"/>
                  </a:lnTo>
                  <a:lnTo>
                    <a:pt x="936198" y="3519231"/>
                  </a:lnTo>
                  <a:close/>
                </a:path>
                <a:path w="6694170" h="6997065">
                  <a:moveTo>
                    <a:pt x="2142248" y="3519231"/>
                  </a:moveTo>
                  <a:lnTo>
                    <a:pt x="2157523" y="3544631"/>
                  </a:lnTo>
                  <a:lnTo>
                    <a:pt x="2131059" y="3557331"/>
                  </a:lnTo>
                  <a:lnTo>
                    <a:pt x="2115784" y="3531931"/>
                  </a:lnTo>
                  <a:lnTo>
                    <a:pt x="2142248" y="3519231"/>
                  </a:lnTo>
                  <a:close/>
                </a:path>
                <a:path w="6694170" h="6997065">
                  <a:moveTo>
                    <a:pt x="63620" y="3493831"/>
                  </a:moveTo>
                  <a:lnTo>
                    <a:pt x="86833" y="3531931"/>
                  </a:lnTo>
                  <a:lnTo>
                    <a:pt x="46633" y="3557331"/>
                  </a:lnTo>
                  <a:lnTo>
                    <a:pt x="23421" y="3519231"/>
                  </a:lnTo>
                  <a:lnTo>
                    <a:pt x="63620" y="3493831"/>
                  </a:lnTo>
                  <a:close/>
                </a:path>
                <a:path w="6694170" h="6997065">
                  <a:moveTo>
                    <a:pt x="1270096" y="3493831"/>
                  </a:moveTo>
                  <a:lnTo>
                    <a:pt x="1289192" y="3531931"/>
                  </a:lnTo>
                  <a:lnTo>
                    <a:pt x="1256112" y="3544631"/>
                  </a:lnTo>
                  <a:lnTo>
                    <a:pt x="1237016" y="3519231"/>
                  </a:lnTo>
                  <a:lnTo>
                    <a:pt x="1270096" y="3493831"/>
                  </a:lnTo>
                  <a:close/>
                </a:path>
                <a:path w="6694170" h="6997065">
                  <a:moveTo>
                    <a:pt x="2475927" y="3493831"/>
                  </a:moveTo>
                  <a:lnTo>
                    <a:pt x="2489147" y="3519231"/>
                  </a:lnTo>
                  <a:lnTo>
                    <a:pt x="2466249" y="3531931"/>
                  </a:lnTo>
                  <a:lnTo>
                    <a:pt x="2453028" y="3506531"/>
                  </a:lnTo>
                  <a:lnTo>
                    <a:pt x="2475927" y="3493831"/>
                  </a:lnTo>
                  <a:close/>
                </a:path>
                <a:path w="6694170" h="6997065">
                  <a:moveTo>
                    <a:pt x="1604100" y="3481131"/>
                  </a:moveTo>
                  <a:lnTo>
                    <a:pt x="1622023" y="3506531"/>
                  </a:lnTo>
                  <a:lnTo>
                    <a:pt x="1590980" y="3531931"/>
                  </a:lnTo>
                  <a:lnTo>
                    <a:pt x="1573057" y="3493831"/>
                  </a:lnTo>
                  <a:lnTo>
                    <a:pt x="1604100" y="3481131"/>
                  </a:lnTo>
                  <a:close/>
                </a:path>
                <a:path w="6694170" h="6997065">
                  <a:moveTo>
                    <a:pt x="397732" y="3481131"/>
                  </a:moveTo>
                  <a:lnTo>
                    <a:pt x="420057" y="3519231"/>
                  </a:lnTo>
                  <a:lnTo>
                    <a:pt x="381391" y="3531931"/>
                  </a:lnTo>
                  <a:lnTo>
                    <a:pt x="359061" y="3493831"/>
                  </a:lnTo>
                  <a:lnTo>
                    <a:pt x="397732" y="3481131"/>
                  </a:lnTo>
                  <a:close/>
                </a:path>
                <a:path w="6694170" h="6997065">
                  <a:moveTo>
                    <a:pt x="2809930" y="3481131"/>
                  </a:moveTo>
                  <a:lnTo>
                    <a:pt x="2821971" y="3506531"/>
                  </a:lnTo>
                  <a:lnTo>
                    <a:pt x="2801110" y="3519231"/>
                  </a:lnTo>
                  <a:lnTo>
                    <a:pt x="2789069" y="3493831"/>
                  </a:lnTo>
                  <a:lnTo>
                    <a:pt x="2809930" y="3481131"/>
                  </a:lnTo>
                  <a:close/>
                </a:path>
                <a:path w="6694170" h="6997065">
                  <a:moveTo>
                    <a:pt x="731843" y="3455731"/>
                  </a:moveTo>
                  <a:lnTo>
                    <a:pt x="753290" y="3493831"/>
                  </a:lnTo>
                  <a:lnTo>
                    <a:pt x="716141" y="3519231"/>
                  </a:lnTo>
                  <a:lnTo>
                    <a:pt x="694694" y="3481131"/>
                  </a:lnTo>
                  <a:lnTo>
                    <a:pt x="731843" y="3455731"/>
                  </a:lnTo>
                  <a:close/>
                </a:path>
                <a:path w="6694170" h="6997065">
                  <a:moveTo>
                    <a:pt x="1937891" y="3455731"/>
                  </a:moveTo>
                  <a:lnTo>
                    <a:pt x="1954049" y="3493831"/>
                  </a:lnTo>
                  <a:lnTo>
                    <a:pt x="1926057" y="3506531"/>
                  </a:lnTo>
                  <a:lnTo>
                    <a:pt x="1909899" y="3481131"/>
                  </a:lnTo>
                  <a:lnTo>
                    <a:pt x="1937891" y="3455731"/>
                  </a:lnTo>
                  <a:close/>
                </a:path>
                <a:path w="6694170" h="6997065">
                  <a:moveTo>
                    <a:pt x="1065960" y="3443031"/>
                  </a:moveTo>
                  <a:lnTo>
                    <a:pt x="1086524" y="3481131"/>
                  </a:lnTo>
                  <a:lnTo>
                    <a:pt x="1050903" y="3493831"/>
                  </a:lnTo>
                  <a:lnTo>
                    <a:pt x="1030339" y="3455731"/>
                  </a:lnTo>
                  <a:lnTo>
                    <a:pt x="1065960" y="3443031"/>
                  </a:lnTo>
                  <a:close/>
                </a:path>
                <a:path w="6694170" h="6997065">
                  <a:moveTo>
                    <a:pt x="2271896" y="3443031"/>
                  </a:moveTo>
                  <a:lnTo>
                    <a:pt x="2286876" y="3468431"/>
                  </a:lnTo>
                  <a:lnTo>
                    <a:pt x="2260921" y="3481131"/>
                  </a:lnTo>
                  <a:lnTo>
                    <a:pt x="2245941" y="3455731"/>
                  </a:lnTo>
                  <a:lnTo>
                    <a:pt x="2271896" y="3443031"/>
                  </a:lnTo>
                  <a:close/>
                </a:path>
                <a:path w="6694170" h="6997065">
                  <a:moveTo>
                    <a:pt x="193482" y="3417631"/>
                  </a:moveTo>
                  <a:lnTo>
                    <a:pt x="216991" y="3455731"/>
                  </a:lnTo>
                  <a:lnTo>
                    <a:pt x="176282" y="3481131"/>
                  </a:lnTo>
                  <a:lnTo>
                    <a:pt x="152779" y="3443031"/>
                  </a:lnTo>
                  <a:lnTo>
                    <a:pt x="193482" y="3417631"/>
                  </a:lnTo>
                  <a:close/>
                </a:path>
                <a:path w="6694170" h="6997065">
                  <a:moveTo>
                    <a:pt x="1399851" y="3417631"/>
                  </a:moveTo>
                  <a:lnTo>
                    <a:pt x="1418947" y="3455731"/>
                  </a:lnTo>
                  <a:lnTo>
                    <a:pt x="1385873" y="3468431"/>
                  </a:lnTo>
                  <a:lnTo>
                    <a:pt x="1366776" y="3443031"/>
                  </a:lnTo>
                  <a:lnTo>
                    <a:pt x="1399851" y="3417631"/>
                  </a:lnTo>
                  <a:close/>
                </a:path>
                <a:path w="6694170" h="6997065">
                  <a:moveTo>
                    <a:pt x="527599" y="3404931"/>
                  </a:moveTo>
                  <a:lnTo>
                    <a:pt x="550226" y="3443031"/>
                  </a:lnTo>
                  <a:lnTo>
                    <a:pt x="511039" y="3468431"/>
                  </a:lnTo>
                  <a:lnTo>
                    <a:pt x="488418" y="3430331"/>
                  </a:lnTo>
                  <a:lnTo>
                    <a:pt x="527599" y="3404931"/>
                  </a:lnTo>
                  <a:close/>
                </a:path>
                <a:path w="6694170" h="6997065">
                  <a:moveTo>
                    <a:pt x="2605686" y="3430331"/>
                  </a:moveTo>
                  <a:lnTo>
                    <a:pt x="2618906" y="3443031"/>
                  </a:lnTo>
                  <a:lnTo>
                    <a:pt x="2596008" y="3455731"/>
                  </a:lnTo>
                  <a:lnTo>
                    <a:pt x="2582787" y="3443031"/>
                  </a:lnTo>
                  <a:lnTo>
                    <a:pt x="2605686" y="3430331"/>
                  </a:lnTo>
                  <a:close/>
                </a:path>
                <a:path w="6694170" h="6997065">
                  <a:moveTo>
                    <a:pt x="1733749" y="3404931"/>
                  </a:moveTo>
                  <a:lnTo>
                    <a:pt x="1751376" y="3430331"/>
                  </a:lnTo>
                  <a:lnTo>
                    <a:pt x="1720848" y="3455731"/>
                  </a:lnTo>
                  <a:lnTo>
                    <a:pt x="1703221" y="3417631"/>
                  </a:lnTo>
                  <a:lnTo>
                    <a:pt x="1733749" y="3404931"/>
                  </a:lnTo>
                  <a:close/>
                </a:path>
                <a:path w="6694170" h="6997065">
                  <a:moveTo>
                    <a:pt x="861704" y="3379531"/>
                  </a:moveTo>
                  <a:lnTo>
                    <a:pt x="883447" y="3417631"/>
                  </a:lnTo>
                  <a:lnTo>
                    <a:pt x="845789" y="3443031"/>
                  </a:lnTo>
                  <a:lnTo>
                    <a:pt x="824051" y="3404931"/>
                  </a:lnTo>
                  <a:lnTo>
                    <a:pt x="861704" y="3379531"/>
                  </a:lnTo>
                  <a:close/>
                </a:path>
                <a:path w="6694170" h="6997065">
                  <a:moveTo>
                    <a:pt x="2067647" y="3379531"/>
                  </a:moveTo>
                  <a:lnTo>
                    <a:pt x="2083805" y="3417631"/>
                  </a:lnTo>
                  <a:lnTo>
                    <a:pt x="2055818" y="3430331"/>
                  </a:lnTo>
                  <a:lnTo>
                    <a:pt x="2039660" y="3404931"/>
                  </a:lnTo>
                  <a:lnTo>
                    <a:pt x="2067647" y="3379531"/>
                  </a:lnTo>
                  <a:close/>
                </a:path>
                <a:path w="6694170" h="6997065">
                  <a:moveTo>
                    <a:pt x="1195720" y="3366831"/>
                  </a:moveTo>
                  <a:lnTo>
                    <a:pt x="1216285" y="3404931"/>
                  </a:lnTo>
                  <a:lnTo>
                    <a:pt x="1180658" y="3417631"/>
                  </a:lnTo>
                  <a:lnTo>
                    <a:pt x="1160093" y="3379531"/>
                  </a:lnTo>
                  <a:lnTo>
                    <a:pt x="1195720" y="3366831"/>
                  </a:lnTo>
                  <a:close/>
                </a:path>
                <a:path w="6694170" h="6997065">
                  <a:moveTo>
                    <a:pt x="0" y="3379531"/>
                  </a:moveTo>
                  <a:lnTo>
                    <a:pt x="13517" y="3404931"/>
                  </a:lnTo>
                  <a:lnTo>
                    <a:pt x="0" y="3417631"/>
                  </a:lnTo>
                  <a:lnTo>
                    <a:pt x="0" y="3379531"/>
                  </a:lnTo>
                  <a:close/>
                </a:path>
                <a:path w="6694170" h="6997065">
                  <a:moveTo>
                    <a:pt x="2401545" y="3366831"/>
                  </a:moveTo>
                  <a:lnTo>
                    <a:pt x="2416234" y="3392231"/>
                  </a:lnTo>
                  <a:lnTo>
                    <a:pt x="2390795" y="3404931"/>
                  </a:lnTo>
                  <a:lnTo>
                    <a:pt x="2376105" y="3379531"/>
                  </a:lnTo>
                  <a:lnTo>
                    <a:pt x="2401545" y="3366831"/>
                  </a:lnTo>
                  <a:close/>
                </a:path>
                <a:path w="6694170" h="6997065">
                  <a:moveTo>
                    <a:pt x="1529612" y="3341431"/>
                  </a:moveTo>
                  <a:lnTo>
                    <a:pt x="1548708" y="3379531"/>
                  </a:lnTo>
                  <a:lnTo>
                    <a:pt x="1515634" y="3404931"/>
                  </a:lnTo>
                  <a:lnTo>
                    <a:pt x="1496538" y="3366831"/>
                  </a:lnTo>
                  <a:lnTo>
                    <a:pt x="1529612" y="3341431"/>
                  </a:lnTo>
                  <a:close/>
                </a:path>
                <a:path w="6694170" h="6997065">
                  <a:moveTo>
                    <a:pt x="323351" y="3341431"/>
                  </a:moveTo>
                  <a:lnTo>
                    <a:pt x="347149" y="3392231"/>
                  </a:lnTo>
                  <a:lnTo>
                    <a:pt x="305931" y="3404931"/>
                  </a:lnTo>
                  <a:lnTo>
                    <a:pt x="282138" y="3366831"/>
                  </a:lnTo>
                  <a:lnTo>
                    <a:pt x="323351" y="3341431"/>
                  </a:lnTo>
                  <a:close/>
                </a:path>
                <a:path w="6694170" h="6997065">
                  <a:moveTo>
                    <a:pt x="657361" y="3328731"/>
                  </a:moveTo>
                  <a:lnTo>
                    <a:pt x="679981" y="3366831"/>
                  </a:lnTo>
                  <a:lnTo>
                    <a:pt x="640800" y="3392231"/>
                  </a:lnTo>
                  <a:lnTo>
                    <a:pt x="618174" y="3354131"/>
                  </a:lnTo>
                  <a:lnTo>
                    <a:pt x="657361" y="3328731"/>
                  </a:lnTo>
                  <a:close/>
                </a:path>
                <a:path w="6694170" h="6997065">
                  <a:moveTo>
                    <a:pt x="2735334" y="3354131"/>
                  </a:moveTo>
                  <a:lnTo>
                    <a:pt x="2748259" y="3366831"/>
                  </a:lnTo>
                  <a:lnTo>
                    <a:pt x="2725870" y="3379531"/>
                  </a:lnTo>
                  <a:lnTo>
                    <a:pt x="2712945" y="3366831"/>
                  </a:lnTo>
                  <a:lnTo>
                    <a:pt x="2735334" y="3354131"/>
                  </a:lnTo>
                  <a:close/>
                </a:path>
                <a:path w="6694170" h="6997065">
                  <a:moveTo>
                    <a:pt x="1863509" y="3328731"/>
                  </a:moveTo>
                  <a:lnTo>
                    <a:pt x="1881136" y="3354131"/>
                  </a:lnTo>
                  <a:lnTo>
                    <a:pt x="1850603" y="3379531"/>
                  </a:lnTo>
                  <a:lnTo>
                    <a:pt x="1832976" y="3341431"/>
                  </a:lnTo>
                  <a:lnTo>
                    <a:pt x="1863509" y="3328731"/>
                  </a:lnTo>
                  <a:close/>
                </a:path>
                <a:path w="6694170" h="6997065">
                  <a:moveTo>
                    <a:pt x="991466" y="3303331"/>
                  </a:moveTo>
                  <a:lnTo>
                    <a:pt x="1013209" y="3341431"/>
                  </a:lnTo>
                  <a:lnTo>
                    <a:pt x="975550" y="3366831"/>
                  </a:lnTo>
                  <a:lnTo>
                    <a:pt x="953813" y="3328731"/>
                  </a:lnTo>
                  <a:lnTo>
                    <a:pt x="991466" y="3303331"/>
                  </a:lnTo>
                  <a:close/>
                </a:path>
                <a:path w="6694170" h="6997065">
                  <a:moveTo>
                    <a:pt x="2197408" y="3316031"/>
                  </a:moveTo>
                  <a:lnTo>
                    <a:pt x="2213566" y="3341431"/>
                  </a:lnTo>
                  <a:lnTo>
                    <a:pt x="2185580" y="3354131"/>
                  </a:lnTo>
                  <a:lnTo>
                    <a:pt x="2169421" y="3328731"/>
                  </a:lnTo>
                  <a:lnTo>
                    <a:pt x="2197408" y="3316031"/>
                  </a:lnTo>
                  <a:close/>
                </a:path>
                <a:path w="6694170" h="6997065">
                  <a:moveTo>
                    <a:pt x="118994" y="3290631"/>
                  </a:moveTo>
                  <a:lnTo>
                    <a:pt x="143675" y="3328731"/>
                  </a:lnTo>
                  <a:lnTo>
                    <a:pt x="100929" y="3354131"/>
                  </a:lnTo>
                  <a:lnTo>
                    <a:pt x="76253" y="3316031"/>
                  </a:lnTo>
                  <a:lnTo>
                    <a:pt x="118994" y="3290631"/>
                  </a:lnTo>
                  <a:close/>
                </a:path>
                <a:path w="6694170" h="6997065">
                  <a:moveTo>
                    <a:pt x="1325475" y="3290631"/>
                  </a:moveTo>
                  <a:lnTo>
                    <a:pt x="1346039" y="3328731"/>
                  </a:lnTo>
                  <a:lnTo>
                    <a:pt x="1310418" y="3341431"/>
                  </a:lnTo>
                  <a:lnTo>
                    <a:pt x="1289854" y="3316031"/>
                  </a:lnTo>
                  <a:lnTo>
                    <a:pt x="1325475" y="3290631"/>
                  </a:lnTo>
                  <a:close/>
                </a:path>
                <a:path w="6694170" h="6997065">
                  <a:moveTo>
                    <a:pt x="453111" y="3265231"/>
                  </a:moveTo>
                  <a:lnTo>
                    <a:pt x="476910" y="3316031"/>
                  </a:lnTo>
                  <a:lnTo>
                    <a:pt x="435691" y="3341431"/>
                  </a:lnTo>
                  <a:lnTo>
                    <a:pt x="411899" y="3290631"/>
                  </a:lnTo>
                  <a:lnTo>
                    <a:pt x="453111" y="3265231"/>
                  </a:lnTo>
                  <a:close/>
                </a:path>
                <a:path w="6694170" h="6997065">
                  <a:moveTo>
                    <a:pt x="2531304" y="3290631"/>
                  </a:moveTo>
                  <a:lnTo>
                    <a:pt x="2545993" y="3316031"/>
                  </a:lnTo>
                  <a:lnTo>
                    <a:pt x="2520553" y="3328731"/>
                  </a:lnTo>
                  <a:lnTo>
                    <a:pt x="2505864" y="3303331"/>
                  </a:lnTo>
                  <a:lnTo>
                    <a:pt x="2531304" y="3290631"/>
                  </a:lnTo>
                  <a:close/>
                </a:path>
                <a:path w="6694170" h="6997065">
                  <a:moveTo>
                    <a:pt x="1659373" y="3277931"/>
                  </a:moveTo>
                  <a:lnTo>
                    <a:pt x="1678469" y="3303331"/>
                  </a:lnTo>
                  <a:lnTo>
                    <a:pt x="1645394" y="3328731"/>
                  </a:lnTo>
                  <a:lnTo>
                    <a:pt x="1626293" y="3290631"/>
                  </a:lnTo>
                  <a:lnTo>
                    <a:pt x="1659373" y="3277931"/>
                  </a:lnTo>
                  <a:close/>
                </a:path>
                <a:path w="6694170" h="6997065">
                  <a:moveTo>
                    <a:pt x="787221" y="3252531"/>
                  </a:moveTo>
                  <a:lnTo>
                    <a:pt x="810138" y="3290631"/>
                  </a:lnTo>
                  <a:lnTo>
                    <a:pt x="770448" y="3316031"/>
                  </a:lnTo>
                  <a:lnTo>
                    <a:pt x="747531" y="3277931"/>
                  </a:lnTo>
                  <a:lnTo>
                    <a:pt x="787221" y="3252531"/>
                  </a:lnTo>
                  <a:close/>
                </a:path>
                <a:path w="6694170" h="6997065">
                  <a:moveTo>
                    <a:pt x="1993164" y="3252531"/>
                  </a:moveTo>
                  <a:lnTo>
                    <a:pt x="2010495" y="3277931"/>
                  </a:lnTo>
                  <a:lnTo>
                    <a:pt x="1980471" y="3303331"/>
                  </a:lnTo>
                  <a:lnTo>
                    <a:pt x="1963140" y="3265231"/>
                  </a:lnTo>
                  <a:lnTo>
                    <a:pt x="1993164" y="3252531"/>
                  </a:lnTo>
                  <a:close/>
                </a:path>
                <a:path w="6694170" h="6997065">
                  <a:moveTo>
                    <a:pt x="1121226" y="3227131"/>
                  </a:moveTo>
                  <a:lnTo>
                    <a:pt x="1142970" y="3265231"/>
                  </a:lnTo>
                  <a:lnTo>
                    <a:pt x="1105311" y="3290631"/>
                  </a:lnTo>
                  <a:lnTo>
                    <a:pt x="1083573" y="3252531"/>
                  </a:lnTo>
                  <a:lnTo>
                    <a:pt x="1121226" y="3227131"/>
                  </a:lnTo>
                  <a:close/>
                </a:path>
                <a:path w="6694170" h="6997065">
                  <a:moveTo>
                    <a:pt x="2327056" y="3239831"/>
                  </a:moveTo>
                  <a:lnTo>
                    <a:pt x="2342925" y="3265231"/>
                  </a:lnTo>
                  <a:lnTo>
                    <a:pt x="2315442" y="3277931"/>
                  </a:lnTo>
                  <a:lnTo>
                    <a:pt x="2299579" y="3252531"/>
                  </a:lnTo>
                  <a:lnTo>
                    <a:pt x="2327056" y="3239831"/>
                  </a:lnTo>
                  <a:close/>
                </a:path>
                <a:path w="6694170" h="6997065">
                  <a:moveTo>
                    <a:pt x="248868" y="3214431"/>
                  </a:moveTo>
                  <a:lnTo>
                    <a:pt x="273840" y="3252531"/>
                  </a:lnTo>
                  <a:lnTo>
                    <a:pt x="230590" y="3277931"/>
                  </a:lnTo>
                  <a:lnTo>
                    <a:pt x="205618" y="3239831"/>
                  </a:lnTo>
                  <a:lnTo>
                    <a:pt x="248868" y="3214431"/>
                  </a:lnTo>
                  <a:close/>
                </a:path>
                <a:path w="6694170" h="6997065">
                  <a:moveTo>
                    <a:pt x="1455230" y="3214431"/>
                  </a:moveTo>
                  <a:lnTo>
                    <a:pt x="1475795" y="3252531"/>
                  </a:lnTo>
                  <a:lnTo>
                    <a:pt x="1440180" y="3265231"/>
                  </a:lnTo>
                  <a:lnTo>
                    <a:pt x="1419615" y="3239831"/>
                  </a:lnTo>
                  <a:lnTo>
                    <a:pt x="1455230" y="3214431"/>
                  </a:lnTo>
                  <a:close/>
                </a:path>
                <a:path w="6694170" h="6997065">
                  <a:moveTo>
                    <a:pt x="582979" y="3189031"/>
                  </a:moveTo>
                  <a:lnTo>
                    <a:pt x="607074" y="3239831"/>
                  </a:lnTo>
                  <a:lnTo>
                    <a:pt x="565346" y="3265231"/>
                  </a:lnTo>
                  <a:lnTo>
                    <a:pt x="541251" y="3214431"/>
                  </a:lnTo>
                  <a:lnTo>
                    <a:pt x="582979" y="3189031"/>
                  </a:lnTo>
                  <a:close/>
                </a:path>
                <a:path w="6694170" h="6997065">
                  <a:moveTo>
                    <a:pt x="2660846" y="3214431"/>
                  </a:moveTo>
                  <a:lnTo>
                    <a:pt x="2674949" y="3239831"/>
                  </a:lnTo>
                  <a:lnTo>
                    <a:pt x="2650528" y="3252531"/>
                  </a:lnTo>
                  <a:lnTo>
                    <a:pt x="2636425" y="3227131"/>
                  </a:lnTo>
                  <a:lnTo>
                    <a:pt x="2660846" y="3214431"/>
                  </a:lnTo>
                  <a:close/>
                </a:path>
                <a:path w="6694170" h="6997065">
                  <a:moveTo>
                    <a:pt x="1789021" y="3201731"/>
                  </a:moveTo>
                  <a:lnTo>
                    <a:pt x="1807827" y="3227131"/>
                  </a:lnTo>
                  <a:lnTo>
                    <a:pt x="1775256" y="3252531"/>
                  </a:lnTo>
                  <a:lnTo>
                    <a:pt x="1756456" y="3214431"/>
                  </a:lnTo>
                  <a:lnTo>
                    <a:pt x="1789021" y="3201731"/>
                  </a:lnTo>
                  <a:close/>
                </a:path>
                <a:path w="6694170" h="6997065">
                  <a:moveTo>
                    <a:pt x="916983" y="3176331"/>
                  </a:moveTo>
                  <a:lnTo>
                    <a:pt x="939900" y="3214431"/>
                  </a:lnTo>
                  <a:lnTo>
                    <a:pt x="900210" y="3239831"/>
                  </a:lnTo>
                  <a:lnTo>
                    <a:pt x="877293" y="3201731"/>
                  </a:lnTo>
                  <a:lnTo>
                    <a:pt x="916983" y="3176331"/>
                  </a:lnTo>
                  <a:close/>
                </a:path>
                <a:path w="6694170" h="6997065">
                  <a:moveTo>
                    <a:pt x="2122813" y="3176331"/>
                  </a:moveTo>
                  <a:lnTo>
                    <a:pt x="2139853" y="3214431"/>
                  </a:lnTo>
                  <a:lnTo>
                    <a:pt x="2110338" y="3227131"/>
                  </a:lnTo>
                  <a:lnTo>
                    <a:pt x="2093298" y="3201731"/>
                  </a:lnTo>
                  <a:lnTo>
                    <a:pt x="2122813" y="3176331"/>
                  </a:lnTo>
                  <a:close/>
                </a:path>
                <a:path w="6694170" h="6997065">
                  <a:moveTo>
                    <a:pt x="44731" y="3150931"/>
                  </a:moveTo>
                  <a:lnTo>
                    <a:pt x="71171" y="3201731"/>
                  </a:lnTo>
                  <a:lnTo>
                    <a:pt x="25374" y="3227131"/>
                  </a:lnTo>
                  <a:lnTo>
                    <a:pt x="0" y="3189031"/>
                  </a:lnTo>
                  <a:lnTo>
                    <a:pt x="44731" y="3150931"/>
                  </a:lnTo>
                  <a:close/>
                </a:path>
                <a:path w="6694170" h="6997065">
                  <a:moveTo>
                    <a:pt x="1250986" y="3163631"/>
                  </a:moveTo>
                  <a:lnTo>
                    <a:pt x="1272724" y="3201731"/>
                  </a:lnTo>
                  <a:lnTo>
                    <a:pt x="1235071" y="3214431"/>
                  </a:lnTo>
                  <a:lnTo>
                    <a:pt x="1213328" y="3176331"/>
                  </a:lnTo>
                  <a:lnTo>
                    <a:pt x="1250986" y="3163631"/>
                  </a:lnTo>
                  <a:close/>
                </a:path>
                <a:path w="6694170" h="6997065">
                  <a:moveTo>
                    <a:pt x="2456709" y="3163631"/>
                  </a:moveTo>
                  <a:lnTo>
                    <a:pt x="2472281" y="3189031"/>
                  </a:lnTo>
                  <a:lnTo>
                    <a:pt x="2445313" y="3201731"/>
                  </a:lnTo>
                  <a:lnTo>
                    <a:pt x="2429741" y="3176331"/>
                  </a:lnTo>
                  <a:lnTo>
                    <a:pt x="2456709" y="3163631"/>
                  </a:lnTo>
                  <a:close/>
                </a:path>
                <a:path w="6694170" h="6997065">
                  <a:moveTo>
                    <a:pt x="1584884" y="3138231"/>
                  </a:moveTo>
                  <a:lnTo>
                    <a:pt x="1605153" y="3176331"/>
                  </a:lnTo>
                  <a:lnTo>
                    <a:pt x="1570041" y="3201731"/>
                  </a:lnTo>
                  <a:lnTo>
                    <a:pt x="1549772" y="3163631"/>
                  </a:lnTo>
                  <a:lnTo>
                    <a:pt x="1584884" y="3138231"/>
                  </a:lnTo>
                  <a:close/>
                </a:path>
                <a:path w="6694170" h="6997065">
                  <a:moveTo>
                    <a:pt x="378729" y="3138231"/>
                  </a:moveTo>
                  <a:lnTo>
                    <a:pt x="403997" y="3176331"/>
                  </a:lnTo>
                  <a:lnTo>
                    <a:pt x="360238" y="3201731"/>
                  </a:lnTo>
                  <a:lnTo>
                    <a:pt x="334970" y="3163631"/>
                  </a:lnTo>
                  <a:lnTo>
                    <a:pt x="378729" y="3138231"/>
                  </a:lnTo>
                  <a:close/>
                </a:path>
                <a:path w="6694170" h="6997065">
                  <a:moveTo>
                    <a:pt x="712845" y="3125531"/>
                  </a:moveTo>
                  <a:lnTo>
                    <a:pt x="737231" y="3163631"/>
                  </a:lnTo>
                  <a:lnTo>
                    <a:pt x="694993" y="3189031"/>
                  </a:lnTo>
                  <a:lnTo>
                    <a:pt x="670608" y="3138231"/>
                  </a:lnTo>
                  <a:lnTo>
                    <a:pt x="712845" y="3125531"/>
                  </a:lnTo>
                  <a:close/>
                </a:path>
                <a:path w="6694170" h="6997065">
                  <a:moveTo>
                    <a:pt x="1918782" y="3125531"/>
                  </a:moveTo>
                  <a:lnTo>
                    <a:pt x="1937582" y="3150931"/>
                  </a:lnTo>
                  <a:lnTo>
                    <a:pt x="1905017" y="3176331"/>
                  </a:lnTo>
                  <a:lnTo>
                    <a:pt x="1886217" y="3138231"/>
                  </a:lnTo>
                  <a:lnTo>
                    <a:pt x="1918782" y="3125531"/>
                  </a:lnTo>
                  <a:close/>
                </a:path>
                <a:path w="6694170" h="6997065">
                  <a:moveTo>
                    <a:pt x="1046738" y="3100131"/>
                  </a:moveTo>
                  <a:lnTo>
                    <a:pt x="1069655" y="3138231"/>
                  </a:lnTo>
                  <a:lnTo>
                    <a:pt x="1029970" y="3163631"/>
                  </a:lnTo>
                  <a:lnTo>
                    <a:pt x="1007054" y="3125531"/>
                  </a:lnTo>
                  <a:lnTo>
                    <a:pt x="1046738" y="3100131"/>
                  </a:lnTo>
                  <a:close/>
                </a:path>
                <a:path w="6694170" h="6997065">
                  <a:moveTo>
                    <a:pt x="2252462" y="3100131"/>
                  </a:moveTo>
                  <a:lnTo>
                    <a:pt x="2269212" y="3138231"/>
                  </a:lnTo>
                  <a:lnTo>
                    <a:pt x="2240207" y="3150931"/>
                  </a:lnTo>
                  <a:lnTo>
                    <a:pt x="2223463" y="3125531"/>
                  </a:lnTo>
                  <a:lnTo>
                    <a:pt x="2252462" y="3100131"/>
                  </a:lnTo>
                  <a:close/>
                </a:path>
                <a:path w="6694170" h="6997065">
                  <a:moveTo>
                    <a:pt x="174593" y="3087431"/>
                  </a:moveTo>
                  <a:lnTo>
                    <a:pt x="201329" y="3125531"/>
                  </a:lnTo>
                  <a:lnTo>
                    <a:pt x="155023" y="3150931"/>
                  </a:lnTo>
                  <a:lnTo>
                    <a:pt x="128286" y="3112831"/>
                  </a:lnTo>
                  <a:lnTo>
                    <a:pt x="174593" y="3087431"/>
                  </a:lnTo>
                  <a:close/>
                </a:path>
                <a:path w="6694170" h="6997065">
                  <a:moveTo>
                    <a:pt x="1380748" y="3087431"/>
                  </a:moveTo>
                  <a:lnTo>
                    <a:pt x="1402485" y="3125531"/>
                  </a:lnTo>
                  <a:lnTo>
                    <a:pt x="1364832" y="3138231"/>
                  </a:lnTo>
                  <a:lnTo>
                    <a:pt x="1343089" y="3100131"/>
                  </a:lnTo>
                  <a:lnTo>
                    <a:pt x="1380748" y="3087431"/>
                  </a:lnTo>
                  <a:close/>
                </a:path>
                <a:path w="6694170" h="6997065">
                  <a:moveTo>
                    <a:pt x="508603" y="3062031"/>
                  </a:moveTo>
                  <a:lnTo>
                    <a:pt x="534161" y="3112831"/>
                  </a:lnTo>
                  <a:lnTo>
                    <a:pt x="489886" y="3138231"/>
                  </a:lnTo>
                  <a:lnTo>
                    <a:pt x="464328" y="3087431"/>
                  </a:lnTo>
                  <a:lnTo>
                    <a:pt x="508603" y="3062031"/>
                  </a:lnTo>
                  <a:close/>
                </a:path>
                <a:path w="6694170" h="6997065">
                  <a:moveTo>
                    <a:pt x="2586464" y="3087431"/>
                  </a:moveTo>
                  <a:lnTo>
                    <a:pt x="2602036" y="3112831"/>
                  </a:lnTo>
                  <a:lnTo>
                    <a:pt x="2575068" y="3125531"/>
                  </a:lnTo>
                  <a:lnTo>
                    <a:pt x="2559496" y="3100131"/>
                  </a:lnTo>
                  <a:lnTo>
                    <a:pt x="2586464" y="3087431"/>
                  </a:lnTo>
                  <a:close/>
                </a:path>
                <a:path w="6694170" h="6997065">
                  <a:moveTo>
                    <a:pt x="1714639" y="3062031"/>
                  </a:moveTo>
                  <a:lnTo>
                    <a:pt x="1734914" y="3100131"/>
                  </a:lnTo>
                  <a:lnTo>
                    <a:pt x="1699802" y="3125531"/>
                  </a:lnTo>
                  <a:lnTo>
                    <a:pt x="1679527" y="3087431"/>
                  </a:lnTo>
                  <a:lnTo>
                    <a:pt x="1714639" y="3062031"/>
                  </a:lnTo>
                  <a:close/>
                </a:path>
                <a:path w="6694170" h="6997065">
                  <a:moveTo>
                    <a:pt x="842607" y="3049331"/>
                  </a:moveTo>
                  <a:lnTo>
                    <a:pt x="866987" y="3087431"/>
                  </a:lnTo>
                  <a:lnTo>
                    <a:pt x="824755" y="3112831"/>
                  </a:lnTo>
                  <a:lnTo>
                    <a:pt x="800370" y="3074731"/>
                  </a:lnTo>
                  <a:lnTo>
                    <a:pt x="842607" y="3049331"/>
                  </a:lnTo>
                  <a:close/>
                </a:path>
                <a:path w="6694170" h="6997065">
                  <a:moveTo>
                    <a:pt x="2048431" y="3049331"/>
                  </a:moveTo>
                  <a:lnTo>
                    <a:pt x="2066940" y="3074731"/>
                  </a:lnTo>
                  <a:lnTo>
                    <a:pt x="2034879" y="3100131"/>
                  </a:lnTo>
                  <a:lnTo>
                    <a:pt x="2016375" y="3062031"/>
                  </a:lnTo>
                  <a:lnTo>
                    <a:pt x="2048431" y="3049331"/>
                  </a:lnTo>
                  <a:close/>
                </a:path>
                <a:path w="6694170" h="6997065">
                  <a:moveTo>
                    <a:pt x="1176498" y="3023931"/>
                  </a:moveTo>
                  <a:lnTo>
                    <a:pt x="1199415" y="3062031"/>
                  </a:lnTo>
                  <a:lnTo>
                    <a:pt x="1159725" y="3087431"/>
                  </a:lnTo>
                  <a:lnTo>
                    <a:pt x="1136808" y="3049331"/>
                  </a:lnTo>
                  <a:lnTo>
                    <a:pt x="1176498" y="3023931"/>
                  </a:lnTo>
                  <a:close/>
                </a:path>
                <a:path w="6694170" h="6997065">
                  <a:moveTo>
                    <a:pt x="2382114" y="3036631"/>
                  </a:moveTo>
                  <a:lnTo>
                    <a:pt x="2398562" y="3062031"/>
                  </a:lnTo>
                  <a:lnTo>
                    <a:pt x="2370072" y="3074731"/>
                  </a:lnTo>
                  <a:lnTo>
                    <a:pt x="2353617" y="3049331"/>
                  </a:lnTo>
                  <a:lnTo>
                    <a:pt x="2382114" y="3036631"/>
                  </a:lnTo>
                  <a:close/>
                </a:path>
                <a:path w="6694170" h="6997065">
                  <a:moveTo>
                    <a:pt x="304460" y="3011231"/>
                  </a:moveTo>
                  <a:lnTo>
                    <a:pt x="331487" y="3049331"/>
                  </a:lnTo>
                  <a:lnTo>
                    <a:pt x="284671" y="3074731"/>
                  </a:lnTo>
                  <a:lnTo>
                    <a:pt x="257644" y="3036631"/>
                  </a:lnTo>
                  <a:lnTo>
                    <a:pt x="304460" y="3011231"/>
                  </a:lnTo>
                  <a:close/>
                </a:path>
                <a:path w="6694170" h="6997065">
                  <a:moveTo>
                    <a:pt x="1510503" y="3011231"/>
                  </a:moveTo>
                  <a:lnTo>
                    <a:pt x="1532240" y="3049331"/>
                  </a:lnTo>
                  <a:lnTo>
                    <a:pt x="1494587" y="3062031"/>
                  </a:lnTo>
                  <a:lnTo>
                    <a:pt x="1472844" y="3023931"/>
                  </a:lnTo>
                  <a:lnTo>
                    <a:pt x="1510503" y="3011231"/>
                  </a:lnTo>
                  <a:close/>
                </a:path>
                <a:path w="6694170" h="6997065">
                  <a:moveTo>
                    <a:pt x="638464" y="2985831"/>
                  </a:moveTo>
                  <a:lnTo>
                    <a:pt x="664318" y="3036631"/>
                  </a:lnTo>
                  <a:lnTo>
                    <a:pt x="619540" y="3062031"/>
                  </a:lnTo>
                  <a:lnTo>
                    <a:pt x="593686" y="3011231"/>
                  </a:lnTo>
                  <a:lnTo>
                    <a:pt x="638464" y="2985831"/>
                  </a:lnTo>
                  <a:close/>
                </a:path>
                <a:path w="6694170" h="6997065">
                  <a:moveTo>
                    <a:pt x="1844294" y="2985831"/>
                  </a:moveTo>
                  <a:lnTo>
                    <a:pt x="1864273" y="3023931"/>
                  </a:lnTo>
                  <a:lnTo>
                    <a:pt x="1829670" y="3049331"/>
                  </a:lnTo>
                  <a:lnTo>
                    <a:pt x="1809692" y="3011231"/>
                  </a:lnTo>
                  <a:lnTo>
                    <a:pt x="1844294" y="2985831"/>
                  </a:lnTo>
                  <a:close/>
                </a:path>
                <a:path w="6694170" h="6997065">
                  <a:moveTo>
                    <a:pt x="972362" y="2973131"/>
                  </a:moveTo>
                  <a:lnTo>
                    <a:pt x="996741" y="3011231"/>
                  </a:lnTo>
                  <a:lnTo>
                    <a:pt x="954510" y="3036631"/>
                  </a:lnTo>
                  <a:lnTo>
                    <a:pt x="930131" y="2998531"/>
                  </a:lnTo>
                  <a:lnTo>
                    <a:pt x="972362" y="2973131"/>
                  </a:lnTo>
                  <a:close/>
                </a:path>
                <a:path w="6694170" h="6997065">
                  <a:moveTo>
                    <a:pt x="2178086" y="2973131"/>
                  </a:moveTo>
                  <a:lnTo>
                    <a:pt x="2196299" y="2998531"/>
                  </a:lnTo>
                  <a:lnTo>
                    <a:pt x="2164753" y="3023931"/>
                  </a:lnTo>
                  <a:lnTo>
                    <a:pt x="2146534" y="2985831"/>
                  </a:lnTo>
                  <a:lnTo>
                    <a:pt x="2178086" y="2973131"/>
                  </a:lnTo>
                  <a:close/>
                </a:path>
                <a:path w="6694170" h="6997065">
                  <a:moveTo>
                    <a:pt x="100211" y="2947731"/>
                  </a:moveTo>
                  <a:lnTo>
                    <a:pt x="128417" y="2998531"/>
                  </a:lnTo>
                  <a:lnTo>
                    <a:pt x="79569" y="3023931"/>
                  </a:lnTo>
                  <a:lnTo>
                    <a:pt x="51364" y="2973131"/>
                  </a:lnTo>
                  <a:lnTo>
                    <a:pt x="100211" y="2947731"/>
                  </a:lnTo>
                  <a:close/>
                </a:path>
                <a:path w="6694170" h="6997065">
                  <a:moveTo>
                    <a:pt x="1306259" y="2947731"/>
                  </a:moveTo>
                  <a:lnTo>
                    <a:pt x="1329176" y="2985831"/>
                  </a:lnTo>
                  <a:lnTo>
                    <a:pt x="1289480" y="3011231"/>
                  </a:lnTo>
                  <a:lnTo>
                    <a:pt x="1266563" y="2973131"/>
                  </a:lnTo>
                  <a:lnTo>
                    <a:pt x="1306259" y="2947731"/>
                  </a:lnTo>
                  <a:close/>
                </a:path>
                <a:path w="6694170" h="6997065">
                  <a:moveTo>
                    <a:pt x="434327" y="2935031"/>
                  </a:moveTo>
                  <a:lnTo>
                    <a:pt x="461650" y="2973131"/>
                  </a:lnTo>
                  <a:lnTo>
                    <a:pt x="414325" y="3011231"/>
                  </a:lnTo>
                  <a:lnTo>
                    <a:pt x="387002" y="2960431"/>
                  </a:lnTo>
                  <a:lnTo>
                    <a:pt x="434327" y="2935031"/>
                  </a:lnTo>
                  <a:close/>
                </a:path>
                <a:path w="6694170" h="6997065">
                  <a:moveTo>
                    <a:pt x="2511875" y="2960431"/>
                  </a:moveTo>
                  <a:lnTo>
                    <a:pt x="2528323" y="2985831"/>
                  </a:lnTo>
                  <a:lnTo>
                    <a:pt x="2499827" y="2998531"/>
                  </a:lnTo>
                  <a:lnTo>
                    <a:pt x="2483379" y="2973131"/>
                  </a:lnTo>
                  <a:lnTo>
                    <a:pt x="2511875" y="2960431"/>
                  </a:lnTo>
                  <a:close/>
                </a:path>
                <a:path w="6694170" h="6997065">
                  <a:moveTo>
                    <a:pt x="1640151" y="2935031"/>
                  </a:moveTo>
                  <a:lnTo>
                    <a:pt x="1661598" y="2973131"/>
                  </a:lnTo>
                  <a:lnTo>
                    <a:pt x="1624455" y="2998531"/>
                  </a:lnTo>
                  <a:lnTo>
                    <a:pt x="1603008" y="2960431"/>
                  </a:lnTo>
                  <a:lnTo>
                    <a:pt x="1640151" y="2935031"/>
                  </a:lnTo>
                  <a:close/>
                </a:path>
                <a:path w="6694170" h="6997065">
                  <a:moveTo>
                    <a:pt x="768225" y="2909631"/>
                  </a:moveTo>
                  <a:lnTo>
                    <a:pt x="794080" y="2960431"/>
                  </a:lnTo>
                  <a:lnTo>
                    <a:pt x="749302" y="2985831"/>
                  </a:lnTo>
                  <a:lnTo>
                    <a:pt x="723447" y="2935031"/>
                  </a:lnTo>
                  <a:lnTo>
                    <a:pt x="768225" y="2909631"/>
                  </a:lnTo>
                  <a:close/>
                </a:path>
                <a:path w="6694170" h="6997065">
                  <a:moveTo>
                    <a:pt x="1973943" y="2922331"/>
                  </a:moveTo>
                  <a:lnTo>
                    <a:pt x="1993625" y="2947731"/>
                  </a:lnTo>
                  <a:lnTo>
                    <a:pt x="1959538" y="2973131"/>
                  </a:lnTo>
                  <a:lnTo>
                    <a:pt x="1939850" y="2935031"/>
                  </a:lnTo>
                  <a:lnTo>
                    <a:pt x="1973943" y="2922331"/>
                  </a:lnTo>
                  <a:close/>
                </a:path>
                <a:path w="6694170" h="6997065">
                  <a:moveTo>
                    <a:pt x="1102122" y="2896931"/>
                  </a:moveTo>
                  <a:lnTo>
                    <a:pt x="1126502" y="2935031"/>
                  </a:lnTo>
                  <a:lnTo>
                    <a:pt x="1084265" y="2960431"/>
                  </a:lnTo>
                  <a:lnTo>
                    <a:pt x="1059885" y="2922331"/>
                  </a:lnTo>
                  <a:lnTo>
                    <a:pt x="1102122" y="2896931"/>
                  </a:lnTo>
                  <a:close/>
                </a:path>
                <a:path w="6694170" h="6997065">
                  <a:moveTo>
                    <a:pt x="2307732" y="2896931"/>
                  </a:moveTo>
                  <a:lnTo>
                    <a:pt x="2325655" y="2935031"/>
                  </a:lnTo>
                  <a:lnTo>
                    <a:pt x="2294612" y="2947731"/>
                  </a:lnTo>
                  <a:lnTo>
                    <a:pt x="2276695" y="2922331"/>
                  </a:lnTo>
                  <a:lnTo>
                    <a:pt x="2307732" y="2896931"/>
                  </a:lnTo>
                  <a:close/>
                </a:path>
                <a:path w="6694170" h="6997065">
                  <a:moveTo>
                    <a:pt x="230084" y="2871531"/>
                  </a:moveTo>
                  <a:lnTo>
                    <a:pt x="258580" y="2922331"/>
                  </a:lnTo>
                  <a:lnTo>
                    <a:pt x="209218" y="2947731"/>
                  </a:lnTo>
                  <a:lnTo>
                    <a:pt x="180722" y="2909631"/>
                  </a:lnTo>
                  <a:lnTo>
                    <a:pt x="230084" y="2871531"/>
                  </a:lnTo>
                  <a:close/>
                </a:path>
                <a:path w="6694170" h="6997065">
                  <a:moveTo>
                    <a:pt x="1436020" y="2871531"/>
                  </a:moveTo>
                  <a:lnTo>
                    <a:pt x="1458937" y="2922331"/>
                  </a:lnTo>
                  <a:lnTo>
                    <a:pt x="1419241" y="2935031"/>
                  </a:lnTo>
                  <a:lnTo>
                    <a:pt x="1396324" y="2896931"/>
                  </a:lnTo>
                  <a:lnTo>
                    <a:pt x="1436020" y="2871531"/>
                  </a:lnTo>
                  <a:close/>
                </a:path>
                <a:path w="6694170" h="6997065">
                  <a:moveTo>
                    <a:pt x="564088" y="2858831"/>
                  </a:moveTo>
                  <a:lnTo>
                    <a:pt x="591411" y="2909631"/>
                  </a:lnTo>
                  <a:lnTo>
                    <a:pt x="544085" y="2935031"/>
                  </a:lnTo>
                  <a:lnTo>
                    <a:pt x="516762" y="2884231"/>
                  </a:lnTo>
                  <a:lnTo>
                    <a:pt x="564088" y="2858831"/>
                  </a:lnTo>
                  <a:close/>
                </a:path>
                <a:path w="6694170" h="6997065">
                  <a:moveTo>
                    <a:pt x="1769912" y="2858831"/>
                  </a:moveTo>
                  <a:lnTo>
                    <a:pt x="1791360" y="2896931"/>
                  </a:lnTo>
                  <a:lnTo>
                    <a:pt x="1754210" y="2922331"/>
                  </a:lnTo>
                  <a:lnTo>
                    <a:pt x="1732763" y="2884231"/>
                  </a:lnTo>
                  <a:lnTo>
                    <a:pt x="1769912" y="2858831"/>
                  </a:lnTo>
                  <a:close/>
                </a:path>
                <a:path w="6694170" h="6997065">
                  <a:moveTo>
                    <a:pt x="897980" y="2833431"/>
                  </a:moveTo>
                  <a:lnTo>
                    <a:pt x="923835" y="2884231"/>
                  </a:lnTo>
                  <a:lnTo>
                    <a:pt x="879062" y="2909631"/>
                  </a:lnTo>
                  <a:lnTo>
                    <a:pt x="853208" y="2858831"/>
                  </a:lnTo>
                  <a:lnTo>
                    <a:pt x="897980" y="2833431"/>
                  </a:lnTo>
                  <a:close/>
                </a:path>
                <a:path w="6694170" h="6997065">
                  <a:moveTo>
                    <a:pt x="2103597" y="2846131"/>
                  </a:moveTo>
                  <a:lnTo>
                    <a:pt x="2122990" y="2871531"/>
                  </a:lnTo>
                  <a:lnTo>
                    <a:pt x="2089400" y="2896931"/>
                  </a:lnTo>
                  <a:lnTo>
                    <a:pt x="2070013" y="2858831"/>
                  </a:lnTo>
                  <a:lnTo>
                    <a:pt x="2103597" y="2846131"/>
                  </a:lnTo>
                  <a:close/>
                </a:path>
                <a:path w="6694170" h="6997065">
                  <a:moveTo>
                    <a:pt x="25835" y="2820731"/>
                  </a:moveTo>
                  <a:lnTo>
                    <a:pt x="55503" y="2871531"/>
                  </a:lnTo>
                  <a:lnTo>
                    <a:pt x="4115" y="2896931"/>
                  </a:lnTo>
                  <a:lnTo>
                    <a:pt x="0" y="2896931"/>
                  </a:lnTo>
                  <a:lnTo>
                    <a:pt x="0" y="2833431"/>
                  </a:lnTo>
                  <a:lnTo>
                    <a:pt x="25835" y="2820731"/>
                  </a:lnTo>
                  <a:close/>
                </a:path>
                <a:path w="6694170" h="6997065">
                  <a:moveTo>
                    <a:pt x="1231883" y="2820731"/>
                  </a:moveTo>
                  <a:lnTo>
                    <a:pt x="1256263" y="2858831"/>
                  </a:lnTo>
                  <a:lnTo>
                    <a:pt x="1214026" y="2884231"/>
                  </a:lnTo>
                  <a:lnTo>
                    <a:pt x="1189646" y="2846131"/>
                  </a:lnTo>
                  <a:lnTo>
                    <a:pt x="1231883" y="2820731"/>
                  </a:lnTo>
                  <a:close/>
                </a:path>
                <a:path w="6694170" h="6997065">
                  <a:moveTo>
                    <a:pt x="359946" y="2795331"/>
                  </a:moveTo>
                  <a:lnTo>
                    <a:pt x="388738" y="2846131"/>
                  </a:lnTo>
                  <a:lnTo>
                    <a:pt x="338871" y="2884231"/>
                  </a:lnTo>
                  <a:lnTo>
                    <a:pt x="310079" y="2833431"/>
                  </a:lnTo>
                  <a:lnTo>
                    <a:pt x="359946" y="2795331"/>
                  </a:lnTo>
                  <a:close/>
                </a:path>
                <a:path w="6694170" h="6997065">
                  <a:moveTo>
                    <a:pt x="2437381" y="2820731"/>
                  </a:moveTo>
                  <a:lnTo>
                    <a:pt x="2455014" y="2858831"/>
                  </a:lnTo>
                  <a:lnTo>
                    <a:pt x="2424481" y="2871531"/>
                  </a:lnTo>
                  <a:lnTo>
                    <a:pt x="2406854" y="2846131"/>
                  </a:lnTo>
                  <a:lnTo>
                    <a:pt x="2437381" y="2820731"/>
                  </a:lnTo>
                  <a:close/>
                </a:path>
                <a:path w="6694170" h="6997065">
                  <a:moveTo>
                    <a:pt x="1565669" y="2808031"/>
                  </a:moveTo>
                  <a:lnTo>
                    <a:pt x="1588295" y="2846131"/>
                  </a:lnTo>
                  <a:lnTo>
                    <a:pt x="1549108" y="2858831"/>
                  </a:lnTo>
                  <a:lnTo>
                    <a:pt x="1526487" y="2820731"/>
                  </a:lnTo>
                  <a:lnTo>
                    <a:pt x="1565669" y="2808031"/>
                  </a:lnTo>
                  <a:close/>
                </a:path>
                <a:path w="6694170" h="6997065">
                  <a:moveTo>
                    <a:pt x="693950" y="2782631"/>
                  </a:moveTo>
                  <a:lnTo>
                    <a:pt x="721563" y="2833431"/>
                  </a:lnTo>
                  <a:lnTo>
                    <a:pt x="673735" y="2858831"/>
                  </a:lnTo>
                  <a:lnTo>
                    <a:pt x="646116" y="2808031"/>
                  </a:lnTo>
                  <a:lnTo>
                    <a:pt x="693950" y="2782631"/>
                  </a:lnTo>
                  <a:close/>
                </a:path>
                <a:path w="6694170" h="6997065">
                  <a:moveTo>
                    <a:pt x="1899567" y="2782631"/>
                  </a:moveTo>
                  <a:lnTo>
                    <a:pt x="1920718" y="2820731"/>
                  </a:lnTo>
                  <a:lnTo>
                    <a:pt x="1884084" y="2846131"/>
                  </a:lnTo>
                  <a:lnTo>
                    <a:pt x="1862933" y="2808031"/>
                  </a:lnTo>
                  <a:lnTo>
                    <a:pt x="1899567" y="2782631"/>
                  </a:lnTo>
                  <a:close/>
                </a:path>
                <a:path w="6694170" h="6997065">
                  <a:moveTo>
                    <a:pt x="1027740" y="2757231"/>
                  </a:moveTo>
                  <a:lnTo>
                    <a:pt x="1053595" y="2808031"/>
                  </a:lnTo>
                  <a:lnTo>
                    <a:pt x="1008817" y="2833431"/>
                  </a:lnTo>
                  <a:lnTo>
                    <a:pt x="982962" y="2795331"/>
                  </a:lnTo>
                  <a:lnTo>
                    <a:pt x="1027740" y="2757231"/>
                  </a:lnTo>
                  <a:close/>
                </a:path>
                <a:path w="6694170" h="6997065">
                  <a:moveTo>
                    <a:pt x="2233249" y="2769931"/>
                  </a:moveTo>
                  <a:lnTo>
                    <a:pt x="2252345" y="2795331"/>
                  </a:lnTo>
                  <a:lnTo>
                    <a:pt x="2219271" y="2820731"/>
                  </a:lnTo>
                  <a:lnTo>
                    <a:pt x="2200175" y="2782631"/>
                  </a:lnTo>
                  <a:lnTo>
                    <a:pt x="2233249" y="2769931"/>
                  </a:lnTo>
                  <a:close/>
                </a:path>
                <a:path w="6694170" h="6997065">
                  <a:moveTo>
                    <a:pt x="155703" y="2744531"/>
                  </a:moveTo>
                  <a:lnTo>
                    <a:pt x="185673" y="2795331"/>
                  </a:lnTo>
                  <a:lnTo>
                    <a:pt x="133763" y="2820731"/>
                  </a:lnTo>
                  <a:lnTo>
                    <a:pt x="103799" y="2769931"/>
                  </a:lnTo>
                  <a:lnTo>
                    <a:pt x="155703" y="2744531"/>
                  </a:lnTo>
                  <a:close/>
                </a:path>
                <a:path w="6694170" h="6997065">
                  <a:moveTo>
                    <a:pt x="1361532" y="2744531"/>
                  </a:moveTo>
                  <a:lnTo>
                    <a:pt x="1385621" y="2782631"/>
                  </a:lnTo>
                  <a:lnTo>
                    <a:pt x="1343893" y="2808031"/>
                  </a:lnTo>
                  <a:lnTo>
                    <a:pt x="1319798" y="2769931"/>
                  </a:lnTo>
                  <a:lnTo>
                    <a:pt x="1361532" y="2744531"/>
                  </a:lnTo>
                  <a:close/>
                </a:path>
                <a:path w="6694170" h="6997065">
                  <a:moveTo>
                    <a:pt x="489819" y="2719131"/>
                  </a:moveTo>
                  <a:lnTo>
                    <a:pt x="518901" y="2769931"/>
                  </a:lnTo>
                  <a:lnTo>
                    <a:pt x="468519" y="2808031"/>
                  </a:lnTo>
                  <a:lnTo>
                    <a:pt x="439437" y="2757231"/>
                  </a:lnTo>
                  <a:lnTo>
                    <a:pt x="489819" y="2719131"/>
                  </a:lnTo>
                  <a:close/>
                </a:path>
                <a:path w="6694170" h="6997065">
                  <a:moveTo>
                    <a:pt x="1695323" y="2731831"/>
                  </a:moveTo>
                  <a:lnTo>
                    <a:pt x="1717648" y="2769931"/>
                  </a:lnTo>
                  <a:lnTo>
                    <a:pt x="1678976" y="2795331"/>
                  </a:lnTo>
                  <a:lnTo>
                    <a:pt x="1656652" y="2744531"/>
                  </a:lnTo>
                  <a:lnTo>
                    <a:pt x="1695323" y="2731831"/>
                  </a:lnTo>
                  <a:close/>
                </a:path>
                <a:path w="6694170" h="6997065">
                  <a:moveTo>
                    <a:pt x="823711" y="2706431"/>
                  </a:moveTo>
                  <a:lnTo>
                    <a:pt x="851325" y="2757231"/>
                  </a:lnTo>
                  <a:lnTo>
                    <a:pt x="803496" y="2782631"/>
                  </a:lnTo>
                  <a:lnTo>
                    <a:pt x="775877" y="2731831"/>
                  </a:lnTo>
                  <a:lnTo>
                    <a:pt x="823711" y="2706431"/>
                  </a:lnTo>
                  <a:close/>
                </a:path>
                <a:path w="6694170" h="6997065">
                  <a:moveTo>
                    <a:pt x="2029221" y="2706431"/>
                  </a:moveTo>
                  <a:lnTo>
                    <a:pt x="2050082" y="2744531"/>
                  </a:lnTo>
                  <a:lnTo>
                    <a:pt x="2013946" y="2769931"/>
                  </a:lnTo>
                  <a:lnTo>
                    <a:pt x="1993085" y="2731831"/>
                  </a:lnTo>
                  <a:lnTo>
                    <a:pt x="2029221" y="2706431"/>
                  </a:lnTo>
                  <a:close/>
                </a:path>
                <a:path w="6694170" h="6997065">
                  <a:moveTo>
                    <a:pt x="1157502" y="2693731"/>
                  </a:moveTo>
                  <a:lnTo>
                    <a:pt x="1183356" y="2731831"/>
                  </a:lnTo>
                  <a:lnTo>
                    <a:pt x="1138572" y="2757231"/>
                  </a:lnTo>
                  <a:lnTo>
                    <a:pt x="1112717" y="2719131"/>
                  </a:lnTo>
                  <a:lnTo>
                    <a:pt x="1157502" y="2693731"/>
                  </a:lnTo>
                  <a:close/>
                </a:path>
                <a:path w="6694170" h="6997065">
                  <a:moveTo>
                    <a:pt x="2362899" y="2693731"/>
                  </a:moveTo>
                  <a:lnTo>
                    <a:pt x="2381699" y="2719131"/>
                  </a:lnTo>
                  <a:lnTo>
                    <a:pt x="2349134" y="2744531"/>
                  </a:lnTo>
                  <a:lnTo>
                    <a:pt x="2330334" y="2706431"/>
                  </a:lnTo>
                  <a:lnTo>
                    <a:pt x="2362899" y="2693731"/>
                  </a:lnTo>
                  <a:close/>
                </a:path>
                <a:path w="6694170" h="6997065">
                  <a:moveTo>
                    <a:pt x="285564" y="2668331"/>
                  </a:moveTo>
                  <a:lnTo>
                    <a:pt x="315825" y="2719131"/>
                  </a:lnTo>
                  <a:lnTo>
                    <a:pt x="263411" y="2744531"/>
                  </a:lnTo>
                  <a:lnTo>
                    <a:pt x="233151" y="2693731"/>
                  </a:lnTo>
                  <a:lnTo>
                    <a:pt x="285564" y="2668331"/>
                  </a:lnTo>
                  <a:close/>
                </a:path>
                <a:path w="6694170" h="6997065">
                  <a:moveTo>
                    <a:pt x="1491287" y="2668331"/>
                  </a:moveTo>
                  <a:lnTo>
                    <a:pt x="1515382" y="2706431"/>
                  </a:lnTo>
                  <a:lnTo>
                    <a:pt x="1473654" y="2731831"/>
                  </a:lnTo>
                  <a:lnTo>
                    <a:pt x="1449559" y="2693731"/>
                  </a:lnTo>
                  <a:lnTo>
                    <a:pt x="1491287" y="2668331"/>
                  </a:lnTo>
                  <a:close/>
                </a:path>
                <a:path w="6694170" h="6997065">
                  <a:moveTo>
                    <a:pt x="619573" y="2655631"/>
                  </a:moveTo>
                  <a:lnTo>
                    <a:pt x="648656" y="2693731"/>
                  </a:lnTo>
                  <a:lnTo>
                    <a:pt x="598280" y="2731831"/>
                  </a:lnTo>
                  <a:lnTo>
                    <a:pt x="569192" y="2681031"/>
                  </a:lnTo>
                  <a:lnTo>
                    <a:pt x="619573" y="2655631"/>
                  </a:lnTo>
                  <a:close/>
                </a:path>
                <a:path w="6694170" h="6997065">
                  <a:moveTo>
                    <a:pt x="1825084" y="2655631"/>
                  </a:moveTo>
                  <a:lnTo>
                    <a:pt x="1847408" y="2693731"/>
                  </a:lnTo>
                  <a:lnTo>
                    <a:pt x="1808731" y="2719131"/>
                  </a:lnTo>
                  <a:lnTo>
                    <a:pt x="1786407" y="2681031"/>
                  </a:lnTo>
                  <a:lnTo>
                    <a:pt x="1825084" y="2655631"/>
                  </a:lnTo>
                  <a:close/>
                </a:path>
                <a:path w="6694170" h="6997065">
                  <a:moveTo>
                    <a:pt x="953471" y="2630231"/>
                  </a:moveTo>
                  <a:lnTo>
                    <a:pt x="981085" y="2681031"/>
                  </a:lnTo>
                  <a:lnTo>
                    <a:pt x="933250" y="2706431"/>
                  </a:lnTo>
                  <a:lnTo>
                    <a:pt x="905637" y="2655631"/>
                  </a:lnTo>
                  <a:lnTo>
                    <a:pt x="953471" y="2630231"/>
                  </a:lnTo>
                  <a:close/>
                </a:path>
                <a:path w="6694170" h="6997065">
                  <a:moveTo>
                    <a:pt x="2158867" y="2630231"/>
                  </a:moveTo>
                  <a:lnTo>
                    <a:pt x="2179432" y="2668331"/>
                  </a:lnTo>
                  <a:lnTo>
                    <a:pt x="2143811" y="2693731"/>
                  </a:lnTo>
                  <a:lnTo>
                    <a:pt x="2123246" y="2655631"/>
                  </a:lnTo>
                  <a:lnTo>
                    <a:pt x="2158867" y="2630231"/>
                  </a:lnTo>
                  <a:close/>
                </a:path>
                <a:path w="6694170" h="6997065">
                  <a:moveTo>
                    <a:pt x="81321" y="2617531"/>
                  </a:moveTo>
                  <a:lnTo>
                    <a:pt x="112760" y="2668331"/>
                  </a:lnTo>
                  <a:lnTo>
                    <a:pt x="58310" y="2693731"/>
                  </a:lnTo>
                  <a:lnTo>
                    <a:pt x="26870" y="2642931"/>
                  </a:lnTo>
                  <a:lnTo>
                    <a:pt x="81321" y="2617531"/>
                  </a:lnTo>
                  <a:close/>
                </a:path>
                <a:path w="6694170" h="6997065">
                  <a:moveTo>
                    <a:pt x="1287150" y="2617531"/>
                  </a:moveTo>
                  <a:lnTo>
                    <a:pt x="1312708" y="2655631"/>
                  </a:lnTo>
                  <a:lnTo>
                    <a:pt x="1268439" y="2681031"/>
                  </a:lnTo>
                  <a:lnTo>
                    <a:pt x="1242875" y="2642931"/>
                  </a:lnTo>
                  <a:lnTo>
                    <a:pt x="1287150" y="2617531"/>
                  </a:lnTo>
                  <a:close/>
                </a:path>
                <a:path w="6694170" h="6997065">
                  <a:moveTo>
                    <a:pt x="415325" y="2592131"/>
                  </a:moveTo>
                  <a:lnTo>
                    <a:pt x="445585" y="2642931"/>
                  </a:lnTo>
                  <a:lnTo>
                    <a:pt x="393172" y="2681031"/>
                  </a:lnTo>
                  <a:lnTo>
                    <a:pt x="362911" y="2617531"/>
                  </a:lnTo>
                  <a:lnTo>
                    <a:pt x="415325" y="2592131"/>
                  </a:lnTo>
                  <a:close/>
                </a:path>
                <a:path w="6694170" h="6997065">
                  <a:moveTo>
                    <a:pt x="1620942" y="2592131"/>
                  </a:moveTo>
                  <a:lnTo>
                    <a:pt x="1644734" y="2642931"/>
                  </a:lnTo>
                  <a:lnTo>
                    <a:pt x="1603522" y="2655631"/>
                  </a:lnTo>
                  <a:lnTo>
                    <a:pt x="1579723" y="2617531"/>
                  </a:lnTo>
                  <a:lnTo>
                    <a:pt x="1620942" y="2592131"/>
                  </a:lnTo>
                  <a:close/>
                </a:path>
                <a:path w="6694170" h="6997065">
                  <a:moveTo>
                    <a:pt x="749329" y="2579431"/>
                  </a:moveTo>
                  <a:lnTo>
                    <a:pt x="778418" y="2630231"/>
                  </a:lnTo>
                  <a:lnTo>
                    <a:pt x="728042" y="2655631"/>
                  </a:lnTo>
                  <a:lnTo>
                    <a:pt x="698954" y="2604831"/>
                  </a:lnTo>
                  <a:lnTo>
                    <a:pt x="749329" y="2579431"/>
                  </a:lnTo>
                  <a:close/>
                </a:path>
                <a:path w="6694170" h="6997065">
                  <a:moveTo>
                    <a:pt x="1954733" y="2579431"/>
                  </a:moveTo>
                  <a:lnTo>
                    <a:pt x="1976767" y="2617531"/>
                  </a:lnTo>
                  <a:lnTo>
                    <a:pt x="1938599" y="2642931"/>
                  </a:lnTo>
                  <a:lnTo>
                    <a:pt x="1916565" y="2604831"/>
                  </a:lnTo>
                  <a:lnTo>
                    <a:pt x="1954733" y="2579431"/>
                  </a:lnTo>
                  <a:close/>
                </a:path>
                <a:path w="6694170" h="6997065">
                  <a:moveTo>
                    <a:pt x="1083120" y="2554031"/>
                  </a:moveTo>
                  <a:lnTo>
                    <a:pt x="1110443" y="2604831"/>
                  </a:lnTo>
                  <a:lnTo>
                    <a:pt x="1063117" y="2630231"/>
                  </a:lnTo>
                  <a:lnTo>
                    <a:pt x="1035794" y="2579431"/>
                  </a:lnTo>
                  <a:lnTo>
                    <a:pt x="1083120" y="2554031"/>
                  </a:lnTo>
                  <a:close/>
                </a:path>
                <a:path w="6694170" h="6997065">
                  <a:moveTo>
                    <a:pt x="2288411" y="2566731"/>
                  </a:moveTo>
                  <a:lnTo>
                    <a:pt x="2308389" y="2592131"/>
                  </a:lnTo>
                  <a:lnTo>
                    <a:pt x="2273793" y="2617531"/>
                  </a:lnTo>
                  <a:lnTo>
                    <a:pt x="2253814" y="2579431"/>
                  </a:lnTo>
                  <a:lnTo>
                    <a:pt x="2288411" y="2566731"/>
                  </a:lnTo>
                  <a:close/>
                </a:path>
                <a:path w="6694170" h="6997065">
                  <a:moveTo>
                    <a:pt x="211188" y="2541331"/>
                  </a:moveTo>
                  <a:lnTo>
                    <a:pt x="242918" y="2592131"/>
                  </a:lnTo>
                  <a:lnTo>
                    <a:pt x="187958" y="2617531"/>
                  </a:lnTo>
                  <a:lnTo>
                    <a:pt x="156228" y="2566731"/>
                  </a:lnTo>
                  <a:lnTo>
                    <a:pt x="211188" y="2541331"/>
                  </a:lnTo>
                  <a:close/>
                </a:path>
                <a:path w="6694170" h="6997065">
                  <a:moveTo>
                    <a:pt x="1416799" y="2541331"/>
                  </a:moveTo>
                  <a:lnTo>
                    <a:pt x="1442066" y="2579431"/>
                  </a:lnTo>
                  <a:lnTo>
                    <a:pt x="1398307" y="2604831"/>
                  </a:lnTo>
                  <a:lnTo>
                    <a:pt x="1373039" y="2566731"/>
                  </a:lnTo>
                  <a:lnTo>
                    <a:pt x="1416799" y="2541331"/>
                  </a:lnTo>
                  <a:close/>
                </a:path>
                <a:path w="6694170" h="6997065">
                  <a:moveTo>
                    <a:pt x="545192" y="2515931"/>
                  </a:moveTo>
                  <a:lnTo>
                    <a:pt x="575743" y="2566731"/>
                  </a:lnTo>
                  <a:lnTo>
                    <a:pt x="522827" y="2604831"/>
                  </a:lnTo>
                  <a:lnTo>
                    <a:pt x="492270" y="2554031"/>
                  </a:lnTo>
                  <a:lnTo>
                    <a:pt x="545192" y="2515931"/>
                  </a:lnTo>
                  <a:close/>
                </a:path>
                <a:path w="6694170" h="6997065">
                  <a:moveTo>
                    <a:pt x="1750590" y="2515931"/>
                  </a:moveTo>
                  <a:lnTo>
                    <a:pt x="1774099" y="2566731"/>
                  </a:lnTo>
                  <a:lnTo>
                    <a:pt x="1733389" y="2592131"/>
                  </a:lnTo>
                  <a:lnTo>
                    <a:pt x="1709881" y="2541331"/>
                  </a:lnTo>
                  <a:lnTo>
                    <a:pt x="1750590" y="2515931"/>
                  </a:lnTo>
                  <a:close/>
                </a:path>
                <a:path w="6694170" h="6997065">
                  <a:moveTo>
                    <a:pt x="879090" y="2503231"/>
                  </a:moveTo>
                  <a:lnTo>
                    <a:pt x="908178" y="2554031"/>
                  </a:lnTo>
                  <a:lnTo>
                    <a:pt x="857802" y="2579431"/>
                  </a:lnTo>
                  <a:lnTo>
                    <a:pt x="828714" y="2528631"/>
                  </a:lnTo>
                  <a:lnTo>
                    <a:pt x="879090" y="2503231"/>
                  </a:lnTo>
                  <a:close/>
                </a:path>
                <a:path w="6694170" h="6997065">
                  <a:moveTo>
                    <a:pt x="2084379" y="2503231"/>
                  </a:moveTo>
                  <a:lnTo>
                    <a:pt x="2106123" y="2541331"/>
                  </a:lnTo>
                  <a:lnTo>
                    <a:pt x="2068464" y="2566731"/>
                  </a:lnTo>
                  <a:lnTo>
                    <a:pt x="2046726" y="2528631"/>
                  </a:lnTo>
                  <a:lnTo>
                    <a:pt x="2084379" y="2503231"/>
                  </a:lnTo>
                  <a:close/>
                </a:path>
                <a:path w="6694170" h="6997065">
                  <a:moveTo>
                    <a:pt x="1212881" y="2477831"/>
                  </a:moveTo>
                  <a:lnTo>
                    <a:pt x="1240204" y="2528631"/>
                  </a:lnTo>
                  <a:lnTo>
                    <a:pt x="1192879" y="2554031"/>
                  </a:lnTo>
                  <a:lnTo>
                    <a:pt x="1165556" y="2503231"/>
                  </a:lnTo>
                  <a:lnTo>
                    <a:pt x="1212881" y="2477831"/>
                  </a:lnTo>
                  <a:close/>
                </a:path>
                <a:path w="6694170" h="6997065">
                  <a:moveTo>
                    <a:pt x="340949" y="2465131"/>
                  </a:moveTo>
                  <a:lnTo>
                    <a:pt x="372679" y="2515931"/>
                  </a:lnTo>
                  <a:lnTo>
                    <a:pt x="317718" y="2554031"/>
                  </a:lnTo>
                  <a:lnTo>
                    <a:pt x="285988" y="2490531"/>
                  </a:lnTo>
                  <a:lnTo>
                    <a:pt x="340949" y="2465131"/>
                  </a:lnTo>
                  <a:close/>
                </a:path>
                <a:path w="6694170" h="6997065">
                  <a:moveTo>
                    <a:pt x="0" y="2477831"/>
                  </a:moveTo>
                  <a:lnTo>
                    <a:pt x="6945" y="2477831"/>
                  </a:lnTo>
                  <a:lnTo>
                    <a:pt x="39847" y="2541331"/>
                  </a:lnTo>
                  <a:lnTo>
                    <a:pt x="0" y="2554031"/>
                  </a:lnTo>
                  <a:lnTo>
                    <a:pt x="0" y="2477831"/>
                  </a:lnTo>
                  <a:close/>
                </a:path>
                <a:path w="6694170" h="6997065">
                  <a:moveTo>
                    <a:pt x="1546560" y="2465131"/>
                  </a:moveTo>
                  <a:lnTo>
                    <a:pt x="1571828" y="2503231"/>
                  </a:lnTo>
                  <a:lnTo>
                    <a:pt x="1528068" y="2528631"/>
                  </a:lnTo>
                  <a:lnTo>
                    <a:pt x="1502800" y="2490531"/>
                  </a:lnTo>
                  <a:lnTo>
                    <a:pt x="1546560" y="2465131"/>
                  </a:lnTo>
                  <a:close/>
                </a:path>
                <a:path w="6694170" h="6997065">
                  <a:moveTo>
                    <a:pt x="674953" y="2439731"/>
                  </a:moveTo>
                  <a:lnTo>
                    <a:pt x="705505" y="2490531"/>
                  </a:lnTo>
                  <a:lnTo>
                    <a:pt x="652582" y="2528631"/>
                  </a:lnTo>
                  <a:lnTo>
                    <a:pt x="622031" y="2477831"/>
                  </a:lnTo>
                  <a:lnTo>
                    <a:pt x="674953" y="2439731"/>
                  </a:lnTo>
                  <a:close/>
                </a:path>
                <a:path w="6694170" h="6997065">
                  <a:moveTo>
                    <a:pt x="1880245" y="2452431"/>
                  </a:moveTo>
                  <a:lnTo>
                    <a:pt x="1903451" y="2490531"/>
                  </a:lnTo>
                  <a:lnTo>
                    <a:pt x="1863251" y="2515931"/>
                  </a:lnTo>
                  <a:lnTo>
                    <a:pt x="1840045" y="2465131"/>
                  </a:lnTo>
                  <a:lnTo>
                    <a:pt x="1880245" y="2452431"/>
                  </a:lnTo>
                  <a:close/>
                </a:path>
                <a:path w="6694170" h="6997065">
                  <a:moveTo>
                    <a:pt x="1008851" y="2427031"/>
                  </a:moveTo>
                  <a:lnTo>
                    <a:pt x="1037939" y="2477831"/>
                  </a:lnTo>
                  <a:lnTo>
                    <a:pt x="987558" y="2503231"/>
                  </a:lnTo>
                  <a:lnTo>
                    <a:pt x="958476" y="2452431"/>
                  </a:lnTo>
                  <a:lnTo>
                    <a:pt x="1008851" y="2427031"/>
                  </a:lnTo>
                  <a:close/>
                </a:path>
                <a:path w="6694170" h="6997065">
                  <a:moveTo>
                    <a:pt x="2214029" y="2427031"/>
                  </a:moveTo>
                  <a:lnTo>
                    <a:pt x="2235476" y="2465131"/>
                  </a:lnTo>
                  <a:lnTo>
                    <a:pt x="2198327" y="2490531"/>
                  </a:lnTo>
                  <a:lnTo>
                    <a:pt x="2176880" y="2452431"/>
                  </a:lnTo>
                  <a:lnTo>
                    <a:pt x="2214029" y="2427031"/>
                  </a:lnTo>
                  <a:close/>
                </a:path>
                <a:path w="6694170" h="6997065">
                  <a:moveTo>
                    <a:pt x="136806" y="2401631"/>
                  </a:moveTo>
                  <a:lnTo>
                    <a:pt x="170005" y="2465131"/>
                  </a:lnTo>
                  <a:lnTo>
                    <a:pt x="112504" y="2490531"/>
                  </a:lnTo>
                  <a:lnTo>
                    <a:pt x="79305" y="2439731"/>
                  </a:lnTo>
                  <a:lnTo>
                    <a:pt x="136806" y="2401631"/>
                  </a:lnTo>
                  <a:close/>
                </a:path>
                <a:path w="6694170" h="6997065">
                  <a:moveTo>
                    <a:pt x="1342530" y="2401631"/>
                  </a:moveTo>
                  <a:lnTo>
                    <a:pt x="1369556" y="2452431"/>
                  </a:lnTo>
                  <a:lnTo>
                    <a:pt x="1322741" y="2477831"/>
                  </a:lnTo>
                  <a:lnTo>
                    <a:pt x="1295714" y="2439731"/>
                  </a:lnTo>
                  <a:lnTo>
                    <a:pt x="1342530" y="2401631"/>
                  </a:lnTo>
                  <a:close/>
                </a:path>
                <a:path w="6694170" h="6997065">
                  <a:moveTo>
                    <a:pt x="470810" y="2388931"/>
                  </a:moveTo>
                  <a:lnTo>
                    <a:pt x="502837" y="2439731"/>
                  </a:lnTo>
                  <a:lnTo>
                    <a:pt x="447367" y="2477831"/>
                  </a:lnTo>
                  <a:lnTo>
                    <a:pt x="415347" y="2414331"/>
                  </a:lnTo>
                  <a:lnTo>
                    <a:pt x="470810" y="2388931"/>
                  </a:lnTo>
                  <a:close/>
                </a:path>
                <a:path w="6694170" h="6997065">
                  <a:moveTo>
                    <a:pt x="1676214" y="2388931"/>
                  </a:moveTo>
                  <a:lnTo>
                    <a:pt x="1701186" y="2427031"/>
                  </a:lnTo>
                  <a:lnTo>
                    <a:pt x="1657929" y="2452431"/>
                  </a:lnTo>
                  <a:lnTo>
                    <a:pt x="1632958" y="2414331"/>
                  </a:lnTo>
                  <a:lnTo>
                    <a:pt x="1676214" y="2388931"/>
                  </a:lnTo>
                  <a:close/>
                </a:path>
                <a:path w="6694170" h="6997065">
                  <a:moveTo>
                    <a:pt x="804714" y="2363531"/>
                  </a:moveTo>
                  <a:lnTo>
                    <a:pt x="835265" y="2414331"/>
                  </a:lnTo>
                  <a:lnTo>
                    <a:pt x="782342" y="2452431"/>
                  </a:lnTo>
                  <a:lnTo>
                    <a:pt x="751791" y="2401631"/>
                  </a:lnTo>
                  <a:lnTo>
                    <a:pt x="804714" y="2363531"/>
                  </a:lnTo>
                  <a:close/>
                </a:path>
                <a:path w="6694170" h="6997065">
                  <a:moveTo>
                    <a:pt x="2009897" y="2376231"/>
                  </a:moveTo>
                  <a:lnTo>
                    <a:pt x="2032807" y="2414331"/>
                  </a:lnTo>
                  <a:lnTo>
                    <a:pt x="1993117" y="2439731"/>
                  </a:lnTo>
                  <a:lnTo>
                    <a:pt x="1970207" y="2401631"/>
                  </a:lnTo>
                  <a:lnTo>
                    <a:pt x="2009897" y="2376231"/>
                  </a:lnTo>
                  <a:close/>
                </a:path>
                <a:path w="6694170" h="6997065">
                  <a:moveTo>
                    <a:pt x="1138499" y="2350831"/>
                  </a:moveTo>
                  <a:lnTo>
                    <a:pt x="1167291" y="2401631"/>
                  </a:lnTo>
                  <a:lnTo>
                    <a:pt x="1117425" y="2427031"/>
                  </a:lnTo>
                  <a:lnTo>
                    <a:pt x="1088633" y="2376231"/>
                  </a:lnTo>
                  <a:lnTo>
                    <a:pt x="1138499" y="2350831"/>
                  </a:lnTo>
                  <a:close/>
                </a:path>
                <a:path w="6694170" h="6997065">
                  <a:moveTo>
                    <a:pt x="266567" y="2325431"/>
                  </a:moveTo>
                  <a:lnTo>
                    <a:pt x="299765" y="2388931"/>
                  </a:lnTo>
                  <a:lnTo>
                    <a:pt x="242264" y="2414331"/>
                  </a:lnTo>
                  <a:lnTo>
                    <a:pt x="209066" y="2363531"/>
                  </a:lnTo>
                  <a:lnTo>
                    <a:pt x="266567" y="2325431"/>
                  </a:lnTo>
                  <a:close/>
                </a:path>
                <a:path w="6694170" h="6997065">
                  <a:moveTo>
                    <a:pt x="1472184" y="2338131"/>
                  </a:moveTo>
                  <a:lnTo>
                    <a:pt x="1498920" y="2376231"/>
                  </a:lnTo>
                  <a:lnTo>
                    <a:pt x="1452614" y="2401631"/>
                  </a:lnTo>
                  <a:lnTo>
                    <a:pt x="1425877" y="2363531"/>
                  </a:lnTo>
                  <a:lnTo>
                    <a:pt x="1472184" y="2338131"/>
                  </a:lnTo>
                  <a:close/>
                </a:path>
                <a:path w="6694170" h="6997065">
                  <a:moveTo>
                    <a:pt x="600572" y="2312731"/>
                  </a:moveTo>
                  <a:lnTo>
                    <a:pt x="632598" y="2363531"/>
                  </a:lnTo>
                  <a:lnTo>
                    <a:pt x="577128" y="2401631"/>
                  </a:lnTo>
                  <a:lnTo>
                    <a:pt x="545108" y="2338131"/>
                  </a:lnTo>
                  <a:lnTo>
                    <a:pt x="600572" y="2312731"/>
                  </a:lnTo>
                  <a:close/>
                </a:path>
                <a:path w="6694170" h="6997065">
                  <a:moveTo>
                    <a:pt x="1805863" y="2312731"/>
                  </a:moveTo>
                  <a:lnTo>
                    <a:pt x="1830539" y="2363531"/>
                  </a:lnTo>
                  <a:lnTo>
                    <a:pt x="1787798" y="2388931"/>
                  </a:lnTo>
                  <a:lnTo>
                    <a:pt x="1763116" y="2338131"/>
                  </a:lnTo>
                  <a:lnTo>
                    <a:pt x="1805863" y="2312731"/>
                  </a:lnTo>
                  <a:close/>
                </a:path>
                <a:path w="6694170" h="6997065">
                  <a:moveTo>
                    <a:pt x="934468" y="2287331"/>
                  </a:moveTo>
                  <a:lnTo>
                    <a:pt x="965026" y="2350831"/>
                  </a:lnTo>
                  <a:lnTo>
                    <a:pt x="912097" y="2376231"/>
                  </a:lnTo>
                  <a:lnTo>
                    <a:pt x="881546" y="2325431"/>
                  </a:lnTo>
                  <a:lnTo>
                    <a:pt x="934468" y="2287331"/>
                  </a:lnTo>
                  <a:close/>
                </a:path>
                <a:path w="6694170" h="6997065">
                  <a:moveTo>
                    <a:pt x="2139546" y="2300031"/>
                  </a:moveTo>
                  <a:lnTo>
                    <a:pt x="2162173" y="2338131"/>
                  </a:lnTo>
                  <a:lnTo>
                    <a:pt x="2122986" y="2363531"/>
                  </a:lnTo>
                  <a:lnTo>
                    <a:pt x="2100359" y="2325431"/>
                  </a:lnTo>
                  <a:lnTo>
                    <a:pt x="2139546" y="2300031"/>
                  </a:lnTo>
                  <a:close/>
                </a:path>
                <a:path w="6694170" h="6997065">
                  <a:moveTo>
                    <a:pt x="62430" y="2274631"/>
                  </a:moveTo>
                  <a:lnTo>
                    <a:pt x="97098" y="2338131"/>
                  </a:lnTo>
                  <a:lnTo>
                    <a:pt x="37050" y="2363531"/>
                  </a:lnTo>
                  <a:lnTo>
                    <a:pt x="2382" y="2312731"/>
                  </a:lnTo>
                  <a:lnTo>
                    <a:pt x="62430" y="2274631"/>
                  </a:lnTo>
                  <a:close/>
                </a:path>
                <a:path w="6694170" h="6997065">
                  <a:moveTo>
                    <a:pt x="1268153" y="2274631"/>
                  </a:moveTo>
                  <a:lnTo>
                    <a:pt x="1296649" y="2325431"/>
                  </a:lnTo>
                  <a:lnTo>
                    <a:pt x="1247287" y="2350831"/>
                  </a:lnTo>
                  <a:lnTo>
                    <a:pt x="1218791" y="2300031"/>
                  </a:lnTo>
                  <a:lnTo>
                    <a:pt x="1268153" y="2274631"/>
                  </a:lnTo>
                  <a:close/>
                </a:path>
                <a:path w="6694170" h="6997065">
                  <a:moveTo>
                    <a:pt x="396428" y="2249231"/>
                  </a:moveTo>
                  <a:lnTo>
                    <a:pt x="429923" y="2312731"/>
                  </a:lnTo>
                  <a:lnTo>
                    <a:pt x="371913" y="2350831"/>
                  </a:lnTo>
                  <a:lnTo>
                    <a:pt x="338424" y="2287331"/>
                  </a:lnTo>
                  <a:lnTo>
                    <a:pt x="396428" y="2249231"/>
                  </a:lnTo>
                  <a:close/>
                </a:path>
                <a:path w="6694170" h="6997065">
                  <a:moveTo>
                    <a:pt x="1601832" y="2261931"/>
                  </a:moveTo>
                  <a:lnTo>
                    <a:pt x="1628273" y="2300031"/>
                  </a:lnTo>
                  <a:lnTo>
                    <a:pt x="1582475" y="2325431"/>
                  </a:lnTo>
                  <a:lnTo>
                    <a:pt x="1556035" y="2287331"/>
                  </a:lnTo>
                  <a:lnTo>
                    <a:pt x="1601832" y="2261931"/>
                  </a:lnTo>
                  <a:close/>
                </a:path>
                <a:path w="6694170" h="6997065">
                  <a:moveTo>
                    <a:pt x="730332" y="2236531"/>
                  </a:moveTo>
                  <a:lnTo>
                    <a:pt x="762352" y="2287331"/>
                  </a:lnTo>
                  <a:lnTo>
                    <a:pt x="706888" y="2325431"/>
                  </a:lnTo>
                  <a:lnTo>
                    <a:pt x="674868" y="2261931"/>
                  </a:lnTo>
                  <a:lnTo>
                    <a:pt x="730332" y="2236531"/>
                  </a:lnTo>
                  <a:close/>
                </a:path>
                <a:path w="6694170" h="6997065">
                  <a:moveTo>
                    <a:pt x="1935403" y="2236531"/>
                  </a:moveTo>
                  <a:lnTo>
                    <a:pt x="1959498" y="2287331"/>
                  </a:lnTo>
                  <a:lnTo>
                    <a:pt x="1917770" y="2312731"/>
                  </a:lnTo>
                  <a:lnTo>
                    <a:pt x="1893675" y="2261931"/>
                  </a:lnTo>
                  <a:lnTo>
                    <a:pt x="1935403" y="2236531"/>
                  </a:lnTo>
                  <a:close/>
                </a:path>
                <a:path w="6694170" h="6997065">
                  <a:moveTo>
                    <a:pt x="1064117" y="2223831"/>
                  </a:moveTo>
                  <a:lnTo>
                    <a:pt x="1094378" y="2274631"/>
                  </a:lnTo>
                  <a:lnTo>
                    <a:pt x="1041965" y="2300031"/>
                  </a:lnTo>
                  <a:lnTo>
                    <a:pt x="1011704" y="2249231"/>
                  </a:lnTo>
                  <a:lnTo>
                    <a:pt x="1064117" y="2223831"/>
                  </a:lnTo>
                  <a:close/>
                </a:path>
                <a:path w="6694170" h="6997065">
                  <a:moveTo>
                    <a:pt x="192298" y="2198431"/>
                  </a:moveTo>
                  <a:lnTo>
                    <a:pt x="227262" y="2261931"/>
                  </a:lnTo>
                  <a:lnTo>
                    <a:pt x="166698" y="2287331"/>
                  </a:lnTo>
                  <a:lnTo>
                    <a:pt x="131741" y="2236531"/>
                  </a:lnTo>
                  <a:lnTo>
                    <a:pt x="192298" y="2198431"/>
                  </a:lnTo>
                  <a:close/>
                </a:path>
                <a:path w="6694170" h="6997065">
                  <a:moveTo>
                    <a:pt x="1397802" y="2198431"/>
                  </a:moveTo>
                  <a:lnTo>
                    <a:pt x="1426008" y="2249231"/>
                  </a:lnTo>
                  <a:lnTo>
                    <a:pt x="1377160" y="2274631"/>
                  </a:lnTo>
                  <a:lnTo>
                    <a:pt x="1348955" y="2223831"/>
                  </a:lnTo>
                  <a:lnTo>
                    <a:pt x="1397802" y="2198431"/>
                  </a:lnTo>
                  <a:close/>
                </a:path>
                <a:path w="6694170" h="6997065">
                  <a:moveTo>
                    <a:pt x="526190" y="2173031"/>
                  </a:moveTo>
                  <a:lnTo>
                    <a:pt x="559685" y="2236531"/>
                  </a:lnTo>
                  <a:lnTo>
                    <a:pt x="501674" y="2274631"/>
                  </a:lnTo>
                  <a:lnTo>
                    <a:pt x="468179" y="2211131"/>
                  </a:lnTo>
                  <a:lnTo>
                    <a:pt x="526190" y="2173031"/>
                  </a:lnTo>
                  <a:close/>
                </a:path>
                <a:path w="6694170" h="6997065">
                  <a:moveTo>
                    <a:pt x="1731482" y="2185731"/>
                  </a:moveTo>
                  <a:lnTo>
                    <a:pt x="1757632" y="2223831"/>
                  </a:lnTo>
                  <a:lnTo>
                    <a:pt x="1712338" y="2249231"/>
                  </a:lnTo>
                  <a:lnTo>
                    <a:pt x="1686194" y="2211131"/>
                  </a:lnTo>
                  <a:lnTo>
                    <a:pt x="1731482" y="2185731"/>
                  </a:lnTo>
                  <a:close/>
                </a:path>
                <a:path w="6694170" h="6997065">
                  <a:moveTo>
                    <a:pt x="860093" y="2160331"/>
                  </a:moveTo>
                  <a:lnTo>
                    <a:pt x="892113" y="2211131"/>
                  </a:lnTo>
                  <a:lnTo>
                    <a:pt x="836643" y="2249231"/>
                  </a:lnTo>
                  <a:lnTo>
                    <a:pt x="804623" y="2198431"/>
                  </a:lnTo>
                  <a:lnTo>
                    <a:pt x="860093" y="2160331"/>
                  </a:lnTo>
                  <a:close/>
                </a:path>
                <a:path w="6694170" h="6997065">
                  <a:moveTo>
                    <a:pt x="2065058" y="2173031"/>
                  </a:moveTo>
                  <a:lnTo>
                    <a:pt x="2088851" y="2211131"/>
                  </a:lnTo>
                  <a:lnTo>
                    <a:pt x="2047638" y="2236531"/>
                  </a:lnTo>
                  <a:lnTo>
                    <a:pt x="2023840" y="2185731"/>
                  </a:lnTo>
                  <a:lnTo>
                    <a:pt x="2065058" y="2173031"/>
                  </a:lnTo>
                  <a:close/>
                </a:path>
                <a:path w="6694170" h="6997065">
                  <a:moveTo>
                    <a:pt x="1193772" y="2147631"/>
                  </a:moveTo>
                  <a:lnTo>
                    <a:pt x="1223742" y="2198431"/>
                  </a:lnTo>
                  <a:lnTo>
                    <a:pt x="1171833" y="2223831"/>
                  </a:lnTo>
                  <a:lnTo>
                    <a:pt x="1141868" y="2173031"/>
                  </a:lnTo>
                  <a:lnTo>
                    <a:pt x="1193772" y="2147631"/>
                  </a:lnTo>
                  <a:close/>
                </a:path>
                <a:path w="6694170" h="6997065">
                  <a:moveTo>
                    <a:pt x="322053" y="2122231"/>
                  </a:moveTo>
                  <a:lnTo>
                    <a:pt x="357017" y="2185731"/>
                  </a:lnTo>
                  <a:lnTo>
                    <a:pt x="296459" y="2223831"/>
                  </a:lnTo>
                  <a:lnTo>
                    <a:pt x="261501" y="2160331"/>
                  </a:lnTo>
                  <a:lnTo>
                    <a:pt x="322053" y="2122231"/>
                  </a:lnTo>
                  <a:close/>
                </a:path>
                <a:path w="6694170" h="6997065">
                  <a:moveTo>
                    <a:pt x="0" y="2160331"/>
                  </a:moveTo>
                  <a:lnTo>
                    <a:pt x="23788" y="2198431"/>
                  </a:lnTo>
                  <a:lnTo>
                    <a:pt x="0" y="2211131"/>
                  </a:lnTo>
                  <a:lnTo>
                    <a:pt x="0" y="2160331"/>
                  </a:lnTo>
                  <a:close/>
                </a:path>
                <a:path w="6694170" h="6997065">
                  <a:moveTo>
                    <a:pt x="1527450" y="2122231"/>
                  </a:moveTo>
                  <a:lnTo>
                    <a:pt x="1555360" y="2173031"/>
                  </a:lnTo>
                  <a:lnTo>
                    <a:pt x="1507022" y="2198431"/>
                  </a:lnTo>
                  <a:lnTo>
                    <a:pt x="1479112" y="2160331"/>
                  </a:lnTo>
                  <a:lnTo>
                    <a:pt x="1527450" y="2122231"/>
                  </a:lnTo>
                  <a:close/>
                </a:path>
                <a:path w="6694170" h="6997065">
                  <a:moveTo>
                    <a:pt x="655950" y="2109531"/>
                  </a:moveTo>
                  <a:lnTo>
                    <a:pt x="689445" y="2160331"/>
                  </a:lnTo>
                  <a:lnTo>
                    <a:pt x="631434" y="2198431"/>
                  </a:lnTo>
                  <a:lnTo>
                    <a:pt x="597939" y="2134931"/>
                  </a:lnTo>
                  <a:lnTo>
                    <a:pt x="655950" y="2109531"/>
                  </a:lnTo>
                  <a:close/>
                </a:path>
                <a:path w="6694170" h="6997065">
                  <a:moveTo>
                    <a:pt x="1861027" y="2109531"/>
                  </a:moveTo>
                  <a:lnTo>
                    <a:pt x="1886585" y="2147631"/>
                  </a:lnTo>
                  <a:lnTo>
                    <a:pt x="1842316" y="2185731"/>
                  </a:lnTo>
                  <a:lnTo>
                    <a:pt x="1816758" y="2134931"/>
                  </a:lnTo>
                  <a:lnTo>
                    <a:pt x="1861027" y="2109531"/>
                  </a:lnTo>
                  <a:close/>
                </a:path>
                <a:path w="6694170" h="6997065">
                  <a:moveTo>
                    <a:pt x="989741" y="2084131"/>
                  </a:moveTo>
                  <a:lnTo>
                    <a:pt x="1021471" y="2147631"/>
                  </a:lnTo>
                  <a:lnTo>
                    <a:pt x="966517" y="2173031"/>
                  </a:lnTo>
                  <a:lnTo>
                    <a:pt x="934787" y="2122231"/>
                  </a:lnTo>
                  <a:lnTo>
                    <a:pt x="989741" y="2084131"/>
                  </a:lnTo>
                  <a:close/>
                </a:path>
                <a:path w="6694170" h="6997065">
                  <a:moveTo>
                    <a:pt x="118022" y="2058731"/>
                  </a:moveTo>
                  <a:lnTo>
                    <a:pt x="154745" y="2134931"/>
                  </a:lnTo>
                  <a:lnTo>
                    <a:pt x="91144" y="2160331"/>
                  </a:lnTo>
                  <a:lnTo>
                    <a:pt x="54415" y="2096831"/>
                  </a:lnTo>
                  <a:lnTo>
                    <a:pt x="118022" y="2058731"/>
                  </a:lnTo>
                  <a:close/>
                </a:path>
                <a:path w="6694170" h="6997065">
                  <a:moveTo>
                    <a:pt x="1323426" y="2071431"/>
                  </a:moveTo>
                  <a:lnTo>
                    <a:pt x="1353094" y="2122231"/>
                  </a:lnTo>
                  <a:lnTo>
                    <a:pt x="1301700" y="2147631"/>
                  </a:lnTo>
                  <a:lnTo>
                    <a:pt x="1272032" y="2096831"/>
                  </a:lnTo>
                  <a:lnTo>
                    <a:pt x="1323426" y="2071431"/>
                  </a:lnTo>
                  <a:close/>
                </a:path>
                <a:path w="6694170" h="6997065">
                  <a:moveTo>
                    <a:pt x="451921" y="2046031"/>
                  </a:moveTo>
                  <a:lnTo>
                    <a:pt x="487175" y="2109531"/>
                  </a:lnTo>
                  <a:lnTo>
                    <a:pt x="426108" y="2147631"/>
                  </a:lnTo>
                  <a:lnTo>
                    <a:pt x="390854" y="2084131"/>
                  </a:lnTo>
                  <a:lnTo>
                    <a:pt x="451921" y="2046031"/>
                  </a:lnTo>
                  <a:close/>
                </a:path>
                <a:path w="6694170" h="6997065">
                  <a:moveTo>
                    <a:pt x="1657105" y="2046031"/>
                  </a:moveTo>
                  <a:lnTo>
                    <a:pt x="1684719" y="2096831"/>
                  </a:lnTo>
                  <a:lnTo>
                    <a:pt x="1636890" y="2122231"/>
                  </a:lnTo>
                  <a:lnTo>
                    <a:pt x="1609271" y="2084131"/>
                  </a:lnTo>
                  <a:lnTo>
                    <a:pt x="1657105" y="2046031"/>
                  </a:lnTo>
                  <a:close/>
                </a:path>
                <a:path w="6694170" h="6997065">
                  <a:moveTo>
                    <a:pt x="785711" y="2033331"/>
                  </a:moveTo>
                  <a:lnTo>
                    <a:pt x="819200" y="2084131"/>
                  </a:lnTo>
                  <a:lnTo>
                    <a:pt x="761189" y="2122231"/>
                  </a:lnTo>
                  <a:lnTo>
                    <a:pt x="727695" y="2058731"/>
                  </a:lnTo>
                  <a:lnTo>
                    <a:pt x="785711" y="2033331"/>
                  </a:lnTo>
                  <a:close/>
                </a:path>
                <a:path w="6694170" h="6997065">
                  <a:moveTo>
                    <a:pt x="1990676" y="2033331"/>
                  </a:moveTo>
                  <a:lnTo>
                    <a:pt x="2015944" y="2084131"/>
                  </a:lnTo>
                  <a:lnTo>
                    <a:pt x="1972185" y="2109531"/>
                  </a:lnTo>
                  <a:lnTo>
                    <a:pt x="1946917" y="2058731"/>
                  </a:lnTo>
                  <a:lnTo>
                    <a:pt x="1990676" y="2033331"/>
                  </a:lnTo>
                  <a:close/>
                </a:path>
                <a:path w="6694170" h="6997065">
                  <a:moveTo>
                    <a:pt x="1119390" y="2007931"/>
                  </a:moveTo>
                  <a:lnTo>
                    <a:pt x="1150829" y="2071431"/>
                  </a:lnTo>
                  <a:lnTo>
                    <a:pt x="1096379" y="2096831"/>
                  </a:lnTo>
                  <a:lnTo>
                    <a:pt x="1064939" y="2046031"/>
                  </a:lnTo>
                  <a:lnTo>
                    <a:pt x="1119390" y="2007931"/>
                  </a:lnTo>
                  <a:close/>
                </a:path>
                <a:path w="6694170" h="6997065">
                  <a:moveTo>
                    <a:pt x="247784" y="1995231"/>
                  </a:moveTo>
                  <a:lnTo>
                    <a:pt x="284506" y="2058731"/>
                  </a:lnTo>
                  <a:lnTo>
                    <a:pt x="220905" y="2084131"/>
                  </a:lnTo>
                  <a:lnTo>
                    <a:pt x="184176" y="2020631"/>
                  </a:lnTo>
                  <a:lnTo>
                    <a:pt x="247784" y="1995231"/>
                  </a:lnTo>
                  <a:close/>
                </a:path>
                <a:path w="6694170" h="6997065">
                  <a:moveTo>
                    <a:pt x="1453074" y="1995231"/>
                  </a:moveTo>
                  <a:lnTo>
                    <a:pt x="1482453" y="2046031"/>
                  </a:lnTo>
                  <a:lnTo>
                    <a:pt x="1431567" y="2071431"/>
                  </a:lnTo>
                  <a:lnTo>
                    <a:pt x="1402189" y="2020631"/>
                  </a:lnTo>
                  <a:lnTo>
                    <a:pt x="1453074" y="1995231"/>
                  </a:lnTo>
                  <a:close/>
                </a:path>
                <a:path w="6694170" h="6997065">
                  <a:moveTo>
                    <a:pt x="581675" y="1969831"/>
                  </a:moveTo>
                  <a:lnTo>
                    <a:pt x="616928" y="2033331"/>
                  </a:lnTo>
                  <a:lnTo>
                    <a:pt x="555868" y="2071431"/>
                  </a:lnTo>
                  <a:lnTo>
                    <a:pt x="520614" y="2007931"/>
                  </a:lnTo>
                  <a:lnTo>
                    <a:pt x="581675" y="1969831"/>
                  </a:lnTo>
                  <a:close/>
                </a:path>
                <a:path w="6694170" h="6997065">
                  <a:moveTo>
                    <a:pt x="1786758" y="1982531"/>
                  </a:moveTo>
                  <a:lnTo>
                    <a:pt x="1814081" y="2020631"/>
                  </a:lnTo>
                  <a:lnTo>
                    <a:pt x="1766755" y="2046031"/>
                  </a:lnTo>
                  <a:lnTo>
                    <a:pt x="1739432" y="2007931"/>
                  </a:lnTo>
                  <a:lnTo>
                    <a:pt x="1786758" y="1982531"/>
                  </a:lnTo>
                  <a:close/>
                </a:path>
                <a:path w="6694170" h="6997065">
                  <a:moveTo>
                    <a:pt x="915365" y="1957131"/>
                  </a:moveTo>
                  <a:lnTo>
                    <a:pt x="948564" y="2007931"/>
                  </a:lnTo>
                  <a:lnTo>
                    <a:pt x="891057" y="2046031"/>
                  </a:lnTo>
                  <a:lnTo>
                    <a:pt x="857859" y="1982531"/>
                  </a:lnTo>
                  <a:lnTo>
                    <a:pt x="915365" y="1957131"/>
                  </a:lnTo>
                  <a:close/>
                </a:path>
                <a:path w="6694170" h="6997065">
                  <a:moveTo>
                    <a:pt x="43753" y="1931731"/>
                  </a:moveTo>
                  <a:lnTo>
                    <a:pt x="82242" y="1995231"/>
                  </a:lnTo>
                  <a:lnTo>
                    <a:pt x="15578" y="2033331"/>
                  </a:lnTo>
                  <a:lnTo>
                    <a:pt x="0" y="2007931"/>
                  </a:lnTo>
                  <a:lnTo>
                    <a:pt x="0" y="1957131"/>
                  </a:lnTo>
                  <a:lnTo>
                    <a:pt x="43753" y="1931731"/>
                  </a:lnTo>
                  <a:close/>
                </a:path>
                <a:path w="6694170" h="6997065">
                  <a:moveTo>
                    <a:pt x="1249044" y="1931731"/>
                  </a:moveTo>
                  <a:lnTo>
                    <a:pt x="1280182" y="1995231"/>
                  </a:lnTo>
                  <a:lnTo>
                    <a:pt x="1226247" y="2020631"/>
                  </a:lnTo>
                  <a:lnTo>
                    <a:pt x="1195109" y="1969831"/>
                  </a:lnTo>
                  <a:lnTo>
                    <a:pt x="1249044" y="1931731"/>
                  </a:lnTo>
                  <a:close/>
                </a:path>
                <a:path w="6694170" h="6997065">
                  <a:moveTo>
                    <a:pt x="377652" y="1919031"/>
                  </a:moveTo>
                  <a:lnTo>
                    <a:pt x="414665" y="1982531"/>
                  </a:lnTo>
                  <a:lnTo>
                    <a:pt x="350554" y="2020631"/>
                  </a:lnTo>
                  <a:lnTo>
                    <a:pt x="313535" y="1957131"/>
                  </a:lnTo>
                  <a:lnTo>
                    <a:pt x="377652" y="1919031"/>
                  </a:lnTo>
                  <a:close/>
                </a:path>
                <a:path w="6694170" h="6997065">
                  <a:moveTo>
                    <a:pt x="1582724" y="1919031"/>
                  </a:moveTo>
                  <a:lnTo>
                    <a:pt x="1611812" y="1969831"/>
                  </a:lnTo>
                  <a:lnTo>
                    <a:pt x="1561430" y="1995231"/>
                  </a:lnTo>
                  <a:lnTo>
                    <a:pt x="1532348" y="1944431"/>
                  </a:lnTo>
                  <a:lnTo>
                    <a:pt x="1582724" y="1919031"/>
                  </a:lnTo>
                  <a:close/>
                </a:path>
                <a:path w="6694170" h="6997065">
                  <a:moveTo>
                    <a:pt x="711335" y="1893631"/>
                  </a:moveTo>
                  <a:lnTo>
                    <a:pt x="746293" y="1957131"/>
                  </a:lnTo>
                  <a:lnTo>
                    <a:pt x="685735" y="1995231"/>
                  </a:lnTo>
                  <a:lnTo>
                    <a:pt x="650771" y="1931731"/>
                  </a:lnTo>
                  <a:lnTo>
                    <a:pt x="711335" y="1893631"/>
                  </a:lnTo>
                  <a:close/>
                </a:path>
                <a:path w="6694170" h="6997065">
                  <a:moveTo>
                    <a:pt x="1916300" y="1906331"/>
                  </a:moveTo>
                  <a:lnTo>
                    <a:pt x="1943037" y="1944431"/>
                  </a:lnTo>
                  <a:lnTo>
                    <a:pt x="1896731" y="1982531"/>
                  </a:lnTo>
                  <a:lnTo>
                    <a:pt x="1869994" y="1931731"/>
                  </a:lnTo>
                  <a:lnTo>
                    <a:pt x="1916300" y="1906331"/>
                  </a:lnTo>
                  <a:close/>
                </a:path>
                <a:path w="6694170" h="6997065">
                  <a:moveTo>
                    <a:pt x="1045014" y="1880931"/>
                  </a:moveTo>
                  <a:lnTo>
                    <a:pt x="1077916" y="1931731"/>
                  </a:lnTo>
                  <a:lnTo>
                    <a:pt x="1020925" y="1969831"/>
                  </a:lnTo>
                  <a:lnTo>
                    <a:pt x="988017" y="1919031"/>
                  </a:lnTo>
                  <a:lnTo>
                    <a:pt x="1045014" y="1880931"/>
                  </a:lnTo>
                  <a:close/>
                </a:path>
                <a:path w="6694170" h="6997065">
                  <a:moveTo>
                    <a:pt x="173514" y="1855531"/>
                  </a:moveTo>
                  <a:lnTo>
                    <a:pt x="211996" y="1919031"/>
                  </a:lnTo>
                  <a:lnTo>
                    <a:pt x="145338" y="1957131"/>
                  </a:lnTo>
                  <a:lnTo>
                    <a:pt x="106850" y="1893631"/>
                  </a:lnTo>
                  <a:lnTo>
                    <a:pt x="173514" y="1855531"/>
                  </a:lnTo>
                  <a:close/>
                </a:path>
                <a:path w="6694170" h="6997065">
                  <a:moveTo>
                    <a:pt x="1378693" y="1868231"/>
                  </a:moveTo>
                  <a:lnTo>
                    <a:pt x="1409540" y="1919031"/>
                  </a:lnTo>
                  <a:lnTo>
                    <a:pt x="1356114" y="1944431"/>
                  </a:lnTo>
                  <a:lnTo>
                    <a:pt x="1325261" y="1893631"/>
                  </a:lnTo>
                  <a:lnTo>
                    <a:pt x="1378693" y="1868231"/>
                  </a:lnTo>
                  <a:close/>
                </a:path>
                <a:path w="6694170" h="6997065">
                  <a:moveTo>
                    <a:pt x="507406" y="1842831"/>
                  </a:moveTo>
                  <a:lnTo>
                    <a:pt x="544425" y="1906331"/>
                  </a:lnTo>
                  <a:lnTo>
                    <a:pt x="480308" y="1944431"/>
                  </a:lnTo>
                  <a:lnTo>
                    <a:pt x="443288" y="1880931"/>
                  </a:lnTo>
                  <a:lnTo>
                    <a:pt x="507406" y="1842831"/>
                  </a:lnTo>
                  <a:close/>
                </a:path>
                <a:path w="6694170" h="6997065">
                  <a:moveTo>
                    <a:pt x="1712376" y="1842831"/>
                  </a:moveTo>
                  <a:lnTo>
                    <a:pt x="1741168" y="1893631"/>
                  </a:lnTo>
                  <a:lnTo>
                    <a:pt x="1691302" y="1919031"/>
                  </a:lnTo>
                  <a:lnTo>
                    <a:pt x="1662509" y="1868231"/>
                  </a:lnTo>
                  <a:lnTo>
                    <a:pt x="1712376" y="1842831"/>
                  </a:lnTo>
                  <a:close/>
                </a:path>
                <a:path w="6694170" h="6997065">
                  <a:moveTo>
                    <a:pt x="841089" y="1817431"/>
                  </a:moveTo>
                  <a:lnTo>
                    <a:pt x="876048" y="1880931"/>
                  </a:lnTo>
                  <a:lnTo>
                    <a:pt x="815496" y="1919031"/>
                  </a:lnTo>
                  <a:lnTo>
                    <a:pt x="780532" y="1855531"/>
                  </a:lnTo>
                  <a:lnTo>
                    <a:pt x="841089" y="1817431"/>
                  </a:lnTo>
                  <a:close/>
                </a:path>
                <a:path w="6694170" h="6997065">
                  <a:moveTo>
                    <a:pt x="1174662" y="1804731"/>
                  </a:moveTo>
                  <a:lnTo>
                    <a:pt x="1207274" y="1868231"/>
                  </a:lnTo>
                  <a:lnTo>
                    <a:pt x="1150792" y="1893631"/>
                  </a:lnTo>
                  <a:lnTo>
                    <a:pt x="1118180" y="1842831"/>
                  </a:lnTo>
                  <a:lnTo>
                    <a:pt x="1174662" y="1804731"/>
                  </a:lnTo>
                  <a:close/>
                </a:path>
                <a:path w="6694170" h="6997065">
                  <a:moveTo>
                    <a:pt x="303377" y="1779331"/>
                  </a:moveTo>
                  <a:lnTo>
                    <a:pt x="342161" y="1855531"/>
                  </a:lnTo>
                  <a:lnTo>
                    <a:pt x="274987" y="1893631"/>
                  </a:lnTo>
                  <a:lnTo>
                    <a:pt x="236209" y="1817431"/>
                  </a:lnTo>
                  <a:lnTo>
                    <a:pt x="303377" y="1779331"/>
                  </a:lnTo>
                  <a:close/>
                </a:path>
                <a:path w="6694170" h="6997065">
                  <a:moveTo>
                    <a:pt x="1508342" y="1792031"/>
                  </a:moveTo>
                  <a:lnTo>
                    <a:pt x="1538899" y="1842831"/>
                  </a:lnTo>
                  <a:lnTo>
                    <a:pt x="1485976" y="1868231"/>
                  </a:lnTo>
                  <a:lnTo>
                    <a:pt x="1455425" y="1817431"/>
                  </a:lnTo>
                  <a:lnTo>
                    <a:pt x="1508342" y="1792031"/>
                  </a:lnTo>
                  <a:close/>
                </a:path>
                <a:path w="6694170" h="6997065">
                  <a:moveTo>
                    <a:pt x="637054" y="1766631"/>
                  </a:moveTo>
                  <a:lnTo>
                    <a:pt x="673783" y="1830131"/>
                  </a:lnTo>
                  <a:lnTo>
                    <a:pt x="610175" y="1868231"/>
                  </a:lnTo>
                  <a:lnTo>
                    <a:pt x="573452" y="1804731"/>
                  </a:lnTo>
                  <a:lnTo>
                    <a:pt x="637054" y="1766631"/>
                  </a:lnTo>
                  <a:close/>
                </a:path>
                <a:path w="6694170" h="6997065">
                  <a:moveTo>
                    <a:pt x="0" y="1855531"/>
                  </a:moveTo>
                  <a:lnTo>
                    <a:pt x="4910" y="1868231"/>
                  </a:lnTo>
                  <a:lnTo>
                    <a:pt x="0" y="1868231"/>
                  </a:lnTo>
                  <a:lnTo>
                    <a:pt x="0" y="1855531"/>
                  </a:lnTo>
                  <a:close/>
                </a:path>
                <a:path w="6694170" h="6997065">
                  <a:moveTo>
                    <a:pt x="1841919" y="1766631"/>
                  </a:moveTo>
                  <a:lnTo>
                    <a:pt x="1870124" y="1817431"/>
                  </a:lnTo>
                  <a:lnTo>
                    <a:pt x="1821277" y="1842831"/>
                  </a:lnTo>
                  <a:lnTo>
                    <a:pt x="1793071" y="1804731"/>
                  </a:lnTo>
                  <a:lnTo>
                    <a:pt x="1841919" y="1766631"/>
                  </a:lnTo>
                  <a:close/>
                </a:path>
                <a:path w="6694170" h="6997065">
                  <a:moveTo>
                    <a:pt x="970745" y="1753931"/>
                  </a:moveTo>
                  <a:lnTo>
                    <a:pt x="1005413" y="1804731"/>
                  </a:lnTo>
                  <a:lnTo>
                    <a:pt x="945365" y="1842831"/>
                  </a:lnTo>
                  <a:lnTo>
                    <a:pt x="910697" y="1779331"/>
                  </a:lnTo>
                  <a:lnTo>
                    <a:pt x="970745" y="1753931"/>
                  </a:lnTo>
                  <a:close/>
                </a:path>
                <a:path w="6694170" h="6997065">
                  <a:moveTo>
                    <a:pt x="99133" y="1728531"/>
                  </a:moveTo>
                  <a:lnTo>
                    <a:pt x="139090" y="1792031"/>
                  </a:lnTo>
                  <a:lnTo>
                    <a:pt x="69885" y="1830131"/>
                  </a:lnTo>
                  <a:lnTo>
                    <a:pt x="29928" y="1766631"/>
                  </a:lnTo>
                  <a:lnTo>
                    <a:pt x="99133" y="1728531"/>
                  </a:lnTo>
                  <a:close/>
                </a:path>
                <a:path w="6694170" h="6997065">
                  <a:moveTo>
                    <a:pt x="1304317" y="1728531"/>
                  </a:moveTo>
                  <a:lnTo>
                    <a:pt x="1336633" y="1792031"/>
                  </a:lnTo>
                  <a:lnTo>
                    <a:pt x="1280660" y="1817431"/>
                  </a:lnTo>
                  <a:lnTo>
                    <a:pt x="1248344" y="1766631"/>
                  </a:lnTo>
                  <a:lnTo>
                    <a:pt x="1304317" y="1728531"/>
                  </a:lnTo>
                  <a:close/>
                </a:path>
                <a:path w="6694170" h="6997065">
                  <a:moveTo>
                    <a:pt x="433137" y="1703131"/>
                  </a:moveTo>
                  <a:lnTo>
                    <a:pt x="471921" y="1779331"/>
                  </a:lnTo>
                  <a:lnTo>
                    <a:pt x="404747" y="1817431"/>
                  </a:lnTo>
                  <a:lnTo>
                    <a:pt x="365963" y="1741231"/>
                  </a:lnTo>
                  <a:lnTo>
                    <a:pt x="433137" y="1703131"/>
                  </a:lnTo>
                  <a:close/>
                </a:path>
                <a:path w="6694170" h="6997065">
                  <a:moveTo>
                    <a:pt x="1637888" y="1715831"/>
                  </a:moveTo>
                  <a:lnTo>
                    <a:pt x="1667858" y="1766631"/>
                  </a:lnTo>
                  <a:lnTo>
                    <a:pt x="1615949" y="1792031"/>
                  </a:lnTo>
                  <a:lnTo>
                    <a:pt x="1585984" y="1741231"/>
                  </a:lnTo>
                  <a:lnTo>
                    <a:pt x="1637888" y="1715831"/>
                  </a:lnTo>
                  <a:close/>
                </a:path>
                <a:path w="6694170" h="6997065">
                  <a:moveTo>
                    <a:pt x="766815" y="1690431"/>
                  </a:moveTo>
                  <a:lnTo>
                    <a:pt x="803543" y="1753931"/>
                  </a:lnTo>
                  <a:lnTo>
                    <a:pt x="739936" y="1792031"/>
                  </a:lnTo>
                  <a:lnTo>
                    <a:pt x="703213" y="1728531"/>
                  </a:lnTo>
                  <a:lnTo>
                    <a:pt x="766815" y="1690431"/>
                  </a:lnTo>
                  <a:close/>
                </a:path>
                <a:path w="6694170" h="6997065">
                  <a:moveTo>
                    <a:pt x="1100280" y="1677731"/>
                  </a:moveTo>
                  <a:lnTo>
                    <a:pt x="1134362" y="1728531"/>
                  </a:lnTo>
                  <a:lnTo>
                    <a:pt x="1075338" y="1766631"/>
                  </a:lnTo>
                  <a:lnTo>
                    <a:pt x="1041257" y="1703131"/>
                  </a:lnTo>
                  <a:lnTo>
                    <a:pt x="1100280" y="1677731"/>
                  </a:lnTo>
                  <a:close/>
                </a:path>
                <a:path w="6694170" h="6997065">
                  <a:moveTo>
                    <a:pt x="228888" y="1652331"/>
                  </a:moveTo>
                  <a:lnTo>
                    <a:pt x="268845" y="1715831"/>
                  </a:lnTo>
                  <a:lnTo>
                    <a:pt x="199646" y="1766631"/>
                  </a:lnTo>
                  <a:lnTo>
                    <a:pt x="159689" y="1690431"/>
                  </a:lnTo>
                  <a:lnTo>
                    <a:pt x="228888" y="1652331"/>
                  </a:lnTo>
                  <a:close/>
                </a:path>
                <a:path w="6694170" h="6997065">
                  <a:moveTo>
                    <a:pt x="1433966" y="1652331"/>
                  </a:moveTo>
                  <a:lnTo>
                    <a:pt x="1465985" y="1715831"/>
                  </a:lnTo>
                  <a:lnTo>
                    <a:pt x="1410522" y="1741231"/>
                  </a:lnTo>
                  <a:lnTo>
                    <a:pt x="1378496" y="1690431"/>
                  </a:lnTo>
                  <a:lnTo>
                    <a:pt x="1433966" y="1652331"/>
                  </a:lnTo>
                  <a:close/>
                </a:path>
                <a:path w="6694170" h="6997065">
                  <a:moveTo>
                    <a:pt x="562791" y="1626931"/>
                  </a:moveTo>
                  <a:lnTo>
                    <a:pt x="601273" y="1703131"/>
                  </a:lnTo>
                  <a:lnTo>
                    <a:pt x="534609" y="1741231"/>
                  </a:lnTo>
                  <a:lnTo>
                    <a:pt x="496127" y="1677731"/>
                  </a:lnTo>
                  <a:lnTo>
                    <a:pt x="562791" y="1626931"/>
                  </a:lnTo>
                  <a:close/>
                </a:path>
                <a:path w="6694170" h="6997065">
                  <a:moveTo>
                    <a:pt x="1767542" y="1639631"/>
                  </a:moveTo>
                  <a:lnTo>
                    <a:pt x="1797211" y="1690431"/>
                  </a:lnTo>
                  <a:lnTo>
                    <a:pt x="1745817" y="1715831"/>
                  </a:lnTo>
                  <a:lnTo>
                    <a:pt x="1716148" y="1665031"/>
                  </a:lnTo>
                  <a:lnTo>
                    <a:pt x="1767542" y="1639631"/>
                  </a:lnTo>
                  <a:close/>
                </a:path>
                <a:path w="6694170" h="6997065">
                  <a:moveTo>
                    <a:pt x="896469" y="1614231"/>
                  </a:moveTo>
                  <a:lnTo>
                    <a:pt x="932896" y="1677731"/>
                  </a:lnTo>
                  <a:lnTo>
                    <a:pt x="869798" y="1715831"/>
                  </a:lnTo>
                  <a:lnTo>
                    <a:pt x="833371" y="1652331"/>
                  </a:lnTo>
                  <a:lnTo>
                    <a:pt x="896469" y="1614231"/>
                  </a:lnTo>
                  <a:close/>
                </a:path>
                <a:path w="6694170" h="6997065">
                  <a:moveTo>
                    <a:pt x="24751" y="1588831"/>
                  </a:moveTo>
                  <a:lnTo>
                    <a:pt x="66177" y="1665031"/>
                  </a:lnTo>
                  <a:lnTo>
                    <a:pt x="0" y="1703131"/>
                  </a:lnTo>
                  <a:lnTo>
                    <a:pt x="0" y="1614231"/>
                  </a:lnTo>
                  <a:lnTo>
                    <a:pt x="24751" y="1588831"/>
                  </a:lnTo>
                  <a:close/>
                </a:path>
                <a:path w="6694170" h="6997065">
                  <a:moveTo>
                    <a:pt x="1229935" y="1601531"/>
                  </a:moveTo>
                  <a:lnTo>
                    <a:pt x="1263720" y="1652331"/>
                  </a:lnTo>
                  <a:lnTo>
                    <a:pt x="1205200" y="1690431"/>
                  </a:lnTo>
                  <a:lnTo>
                    <a:pt x="1171415" y="1626931"/>
                  </a:lnTo>
                  <a:lnTo>
                    <a:pt x="1229935" y="1601531"/>
                  </a:lnTo>
                  <a:close/>
                </a:path>
                <a:path w="6694170" h="6997065">
                  <a:moveTo>
                    <a:pt x="358648" y="1576131"/>
                  </a:moveTo>
                  <a:lnTo>
                    <a:pt x="398605" y="1639631"/>
                  </a:lnTo>
                  <a:lnTo>
                    <a:pt x="329400" y="1690431"/>
                  </a:lnTo>
                  <a:lnTo>
                    <a:pt x="289443" y="1614231"/>
                  </a:lnTo>
                  <a:lnTo>
                    <a:pt x="358648" y="1576131"/>
                  </a:lnTo>
                  <a:close/>
                </a:path>
                <a:path w="6694170" h="6997065">
                  <a:moveTo>
                    <a:pt x="1563512" y="1588831"/>
                  </a:moveTo>
                  <a:lnTo>
                    <a:pt x="1594945" y="1639631"/>
                  </a:lnTo>
                  <a:lnTo>
                    <a:pt x="1540495" y="1665031"/>
                  </a:lnTo>
                  <a:lnTo>
                    <a:pt x="1509061" y="1614231"/>
                  </a:lnTo>
                  <a:lnTo>
                    <a:pt x="1563512" y="1588831"/>
                  </a:lnTo>
                  <a:close/>
                </a:path>
                <a:path w="6694170" h="6997065">
                  <a:moveTo>
                    <a:pt x="692546" y="1563431"/>
                  </a:moveTo>
                  <a:lnTo>
                    <a:pt x="731034" y="1626931"/>
                  </a:lnTo>
                  <a:lnTo>
                    <a:pt x="664370" y="1665031"/>
                  </a:lnTo>
                  <a:lnTo>
                    <a:pt x="625888" y="1601531"/>
                  </a:lnTo>
                  <a:lnTo>
                    <a:pt x="692546" y="1563431"/>
                  </a:lnTo>
                  <a:close/>
                </a:path>
                <a:path w="6694170" h="6997065">
                  <a:moveTo>
                    <a:pt x="1026011" y="1538031"/>
                  </a:moveTo>
                  <a:lnTo>
                    <a:pt x="1061858" y="1601531"/>
                  </a:lnTo>
                  <a:lnTo>
                    <a:pt x="999772" y="1639631"/>
                  </a:lnTo>
                  <a:lnTo>
                    <a:pt x="963932" y="1576131"/>
                  </a:lnTo>
                  <a:lnTo>
                    <a:pt x="1026011" y="1538031"/>
                  </a:lnTo>
                  <a:close/>
                </a:path>
                <a:path w="6694170" h="6997065">
                  <a:moveTo>
                    <a:pt x="154619" y="1525331"/>
                  </a:moveTo>
                  <a:lnTo>
                    <a:pt x="196335" y="1588831"/>
                  </a:lnTo>
                  <a:lnTo>
                    <a:pt x="124080" y="1626931"/>
                  </a:lnTo>
                  <a:lnTo>
                    <a:pt x="82364" y="1563431"/>
                  </a:lnTo>
                  <a:lnTo>
                    <a:pt x="154619" y="1525331"/>
                  </a:lnTo>
                  <a:close/>
                </a:path>
                <a:path w="6694170" h="6997065">
                  <a:moveTo>
                    <a:pt x="1359583" y="1525331"/>
                  </a:moveTo>
                  <a:lnTo>
                    <a:pt x="1393079" y="1588831"/>
                  </a:lnTo>
                  <a:lnTo>
                    <a:pt x="1335068" y="1614231"/>
                  </a:lnTo>
                  <a:lnTo>
                    <a:pt x="1301579" y="1563431"/>
                  </a:lnTo>
                  <a:lnTo>
                    <a:pt x="1359583" y="1525331"/>
                  </a:lnTo>
                  <a:close/>
                </a:path>
                <a:path w="6694170" h="6997065">
                  <a:moveTo>
                    <a:pt x="488409" y="1499931"/>
                  </a:moveTo>
                  <a:lnTo>
                    <a:pt x="528366" y="1576131"/>
                  </a:lnTo>
                  <a:lnTo>
                    <a:pt x="459155" y="1614231"/>
                  </a:lnTo>
                  <a:lnTo>
                    <a:pt x="419198" y="1538031"/>
                  </a:lnTo>
                  <a:lnTo>
                    <a:pt x="488409" y="1499931"/>
                  </a:lnTo>
                  <a:close/>
                </a:path>
                <a:path w="6694170" h="6997065">
                  <a:moveTo>
                    <a:pt x="1693054" y="1512631"/>
                  </a:moveTo>
                  <a:lnTo>
                    <a:pt x="1723902" y="1563431"/>
                  </a:lnTo>
                  <a:lnTo>
                    <a:pt x="1670470" y="1588831"/>
                  </a:lnTo>
                  <a:lnTo>
                    <a:pt x="1639622" y="1538031"/>
                  </a:lnTo>
                  <a:lnTo>
                    <a:pt x="1693054" y="1512631"/>
                  </a:lnTo>
                  <a:close/>
                </a:path>
                <a:path w="6694170" h="6997065">
                  <a:moveTo>
                    <a:pt x="822194" y="1487231"/>
                  </a:moveTo>
                  <a:lnTo>
                    <a:pt x="860392" y="1550731"/>
                  </a:lnTo>
                  <a:lnTo>
                    <a:pt x="794237" y="1588831"/>
                  </a:lnTo>
                  <a:lnTo>
                    <a:pt x="756039" y="1525331"/>
                  </a:lnTo>
                  <a:lnTo>
                    <a:pt x="822194" y="1487231"/>
                  </a:lnTo>
                  <a:close/>
                </a:path>
                <a:path w="6694170" h="6997065">
                  <a:moveTo>
                    <a:pt x="1155666" y="1461831"/>
                  </a:moveTo>
                  <a:lnTo>
                    <a:pt x="1191216" y="1525331"/>
                  </a:lnTo>
                  <a:lnTo>
                    <a:pt x="1129640" y="1563431"/>
                  </a:lnTo>
                  <a:lnTo>
                    <a:pt x="1094090" y="1499931"/>
                  </a:lnTo>
                  <a:lnTo>
                    <a:pt x="1155666" y="1461831"/>
                  </a:lnTo>
                  <a:close/>
                </a:path>
                <a:path w="6694170" h="6997065">
                  <a:moveTo>
                    <a:pt x="284379" y="1449131"/>
                  </a:moveTo>
                  <a:lnTo>
                    <a:pt x="326095" y="1512631"/>
                  </a:lnTo>
                  <a:lnTo>
                    <a:pt x="253834" y="1563431"/>
                  </a:lnTo>
                  <a:lnTo>
                    <a:pt x="212118" y="1487231"/>
                  </a:lnTo>
                  <a:lnTo>
                    <a:pt x="284379" y="1449131"/>
                  </a:lnTo>
                  <a:close/>
                </a:path>
                <a:path w="6694170" h="6997065">
                  <a:moveTo>
                    <a:pt x="1489130" y="1449131"/>
                  </a:moveTo>
                  <a:lnTo>
                    <a:pt x="1522032" y="1512631"/>
                  </a:lnTo>
                  <a:lnTo>
                    <a:pt x="1465041" y="1538031"/>
                  </a:lnTo>
                  <a:lnTo>
                    <a:pt x="1432138" y="1487231"/>
                  </a:lnTo>
                  <a:lnTo>
                    <a:pt x="1489130" y="1449131"/>
                  </a:lnTo>
                  <a:close/>
                </a:path>
                <a:path w="6694170" h="6997065">
                  <a:moveTo>
                    <a:pt x="618057" y="1423731"/>
                  </a:moveTo>
                  <a:lnTo>
                    <a:pt x="657718" y="1499931"/>
                  </a:lnTo>
                  <a:lnTo>
                    <a:pt x="589029" y="1538031"/>
                  </a:lnTo>
                  <a:lnTo>
                    <a:pt x="549368" y="1461831"/>
                  </a:lnTo>
                  <a:lnTo>
                    <a:pt x="618057" y="1423731"/>
                  </a:lnTo>
                  <a:close/>
                </a:path>
                <a:path w="6694170" h="6997065">
                  <a:moveTo>
                    <a:pt x="951742" y="1411031"/>
                  </a:moveTo>
                  <a:lnTo>
                    <a:pt x="989348" y="1474531"/>
                  </a:lnTo>
                  <a:lnTo>
                    <a:pt x="924212" y="1512631"/>
                  </a:lnTo>
                  <a:lnTo>
                    <a:pt x="886607" y="1449131"/>
                  </a:lnTo>
                  <a:lnTo>
                    <a:pt x="951742" y="1411031"/>
                  </a:lnTo>
                  <a:close/>
                </a:path>
                <a:path w="6694170" h="6997065">
                  <a:moveTo>
                    <a:pt x="80457" y="1385631"/>
                  </a:moveTo>
                  <a:lnTo>
                    <a:pt x="124228" y="1461831"/>
                  </a:lnTo>
                  <a:lnTo>
                    <a:pt x="48413" y="1499931"/>
                  </a:lnTo>
                  <a:lnTo>
                    <a:pt x="4636" y="1436431"/>
                  </a:lnTo>
                  <a:lnTo>
                    <a:pt x="80457" y="1385631"/>
                  </a:lnTo>
                  <a:close/>
                </a:path>
                <a:path w="6694170" h="6997065">
                  <a:moveTo>
                    <a:pt x="1285207" y="1398331"/>
                  </a:moveTo>
                  <a:lnTo>
                    <a:pt x="1320165" y="1449131"/>
                  </a:lnTo>
                  <a:lnTo>
                    <a:pt x="1259614" y="1487231"/>
                  </a:lnTo>
                  <a:lnTo>
                    <a:pt x="1224650" y="1423731"/>
                  </a:lnTo>
                  <a:lnTo>
                    <a:pt x="1285207" y="1398331"/>
                  </a:lnTo>
                  <a:close/>
                </a:path>
                <a:path w="6694170" h="6997065">
                  <a:moveTo>
                    <a:pt x="414027" y="1372931"/>
                  </a:moveTo>
                  <a:lnTo>
                    <a:pt x="455453" y="1436431"/>
                  </a:lnTo>
                  <a:lnTo>
                    <a:pt x="383701" y="1487231"/>
                  </a:lnTo>
                  <a:lnTo>
                    <a:pt x="342275" y="1411031"/>
                  </a:lnTo>
                  <a:lnTo>
                    <a:pt x="414027" y="1372931"/>
                  </a:lnTo>
                  <a:close/>
                </a:path>
                <a:path w="6694170" h="6997065">
                  <a:moveTo>
                    <a:pt x="1618678" y="1372931"/>
                  </a:moveTo>
                  <a:lnTo>
                    <a:pt x="1650994" y="1436431"/>
                  </a:lnTo>
                  <a:lnTo>
                    <a:pt x="1595015" y="1461831"/>
                  </a:lnTo>
                  <a:lnTo>
                    <a:pt x="1562700" y="1411031"/>
                  </a:lnTo>
                  <a:lnTo>
                    <a:pt x="1618678" y="1372931"/>
                  </a:lnTo>
                  <a:close/>
                </a:path>
                <a:path w="6694170" h="6997065">
                  <a:moveTo>
                    <a:pt x="747706" y="1347531"/>
                  </a:moveTo>
                  <a:lnTo>
                    <a:pt x="787076" y="1423731"/>
                  </a:lnTo>
                  <a:lnTo>
                    <a:pt x="718890" y="1461831"/>
                  </a:lnTo>
                  <a:lnTo>
                    <a:pt x="679520" y="1385631"/>
                  </a:lnTo>
                  <a:lnTo>
                    <a:pt x="747706" y="1347531"/>
                  </a:lnTo>
                  <a:close/>
                </a:path>
                <a:path w="6694170" h="6997065">
                  <a:moveTo>
                    <a:pt x="1081397" y="1334831"/>
                  </a:moveTo>
                  <a:lnTo>
                    <a:pt x="1118706" y="1398331"/>
                  </a:lnTo>
                  <a:lnTo>
                    <a:pt x="1054079" y="1436431"/>
                  </a:lnTo>
                  <a:lnTo>
                    <a:pt x="1016770" y="1372931"/>
                  </a:lnTo>
                  <a:lnTo>
                    <a:pt x="1081397" y="1334831"/>
                  </a:lnTo>
                  <a:close/>
                </a:path>
                <a:path w="6694170" h="6997065">
                  <a:moveTo>
                    <a:pt x="210217" y="1309431"/>
                  </a:moveTo>
                  <a:lnTo>
                    <a:pt x="253988" y="1385631"/>
                  </a:lnTo>
                  <a:lnTo>
                    <a:pt x="178167" y="1436431"/>
                  </a:lnTo>
                  <a:lnTo>
                    <a:pt x="134396" y="1360231"/>
                  </a:lnTo>
                  <a:lnTo>
                    <a:pt x="210217" y="1309431"/>
                  </a:lnTo>
                  <a:close/>
                </a:path>
                <a:path w="6694170" h="6997065">
                  <a:moveTo>
                    <a:pt x="1414748" y="1322131"/>
                  </a:moveTo>
                  <a:lnTo>
                    <a:pt x="1449125" y="1372931"/>
                  </a:lnTo>
                  <a:lnTo>
                    <a:pt x="1389587" y="1411031"/>
                  </a:lnTo>
                  <a:lnTo>
                    <a:pt x="1355210" y="1347531"/>
                  </a:lnTo>
                  <a:lnTo>
                    <a:pt x="1414748" y="1322131"/>
                  </a:lnTo>
                  <a:close/>
                </a:path>
                <a:path w="6694170" h="6997065">
                  <a:moveTo>
                    <a:pt x="543681" y="1296731"/>
                  </a:moveTo>
                  <a:lnTo>
                    <a:pt x="584811" y="1360231"/>
                  </a:lnTo>
                  <a:lnTo>
                    <a:pt x="513569" y="1411031"/>
                  </a:lnTo>
                  <a:lnTo>
                    <a:pt x="472439" y="1334831"/>
                  </a:lnTo>
                  <a:lnTo>
                    <a:pt x="543681" y="1296731"/>
                  </a:lnTo>
                  <a:close/>
                </a:path>
                <a:path w="6694170" h="6997065">
                  <a:moveTo>
                    <a:pt x="877467" y="1271331"/>
                  </a:moveTo>
                  <a:lnTo>
                    <a:pt x="916837" y="1347531"/>
                  </a:lnTo>
                  <a:lnTo>
                    <a:pt x="848651" y="1385631"/>
                  </a:lnTo>
                  <a:lnTo>
                    <a:pt x="809281" y="1322131"/>
                  </a:lnTo>
                  <a:lnTo>
                    <a:pt x="877467" y="1271331"/>
                  </a:lnTo>
                  <a:close/>
                </a:path>
                <a:path w="6694170" h="6997065">
                  <a:moveTo>
                    <a:pt x="1210932" y="1258631"/>
                  </a:moveTo>
                  <a:lnTo>
                    <a:pt x="1247661" y="1322131"/>
                  </a:lnTo>
                  <a:lnTo>
                    <a:pt x="1184054" y="1360231"/>
                  </a:lnTo>
                  <a:lnTo>
                    <a:pt x="1147331" y="1296731"/>
                  </a:lnTo>
                  <a:lnTo>
                    <a:pt x="1210932" y="1258631"/>
                  </a:lnTo>
                  <a:close/>
                </a:path>
                <a:path w="6694170" h="6997065">
                  <a:moveTo>
                    <a:pt x="339865" y="1233231"/>
                  </a:moveTo>
                  <a:lnTo>
                    <a:pt x="383346" y="1309431"/>
                  </a:lnTo>
                  <a:lnTo>
                    <a:pt x="308034" y="1360231"/>
                  </a:lnTo>
                  <a:lnTo>
                    <a:pt x="264553" y="1284031"/>
                  </a:lnTo>
                  <a:lnTo>
                    <a:pt x="339865" y="1233231"/>
                  </a:lnTo>
                  <a:close/>
                </a:path>
                <a:path w="6694170" h="6997065">
                  <a:moveTo>
                    <a:pt x="0" y="1258631"/>
                  </a:moveTo>
                  <a:lnTo>
                    <a:pt x="6181" y="1258631"/>
                  </a:lnTo>
                  <a:lnTo>
                    <a:pt x="51723" y="1334831"/>
                  </a:lnTo>
                  <a:lnTo>
                    <a:pt x="0" y="1360231"/>
                  </a:lnTo>
                  <a:lnTo>
                    <a:pt x="0" y="1258631"/>
                  </a:lnTo>
                  <a:close/>
                </a:path>
                <a:path w="6694170" h="6997065">
                  <a:moveTo>
                    <a:pt x="1544296" y="1245931"/>
                  </a:moveTo>
                  <a:lnTo>
                    <a:pt x="1578082" y="1309431"/>
                  </a:lnTo>
                  <a:lnTo>
                    <a:pt x="1519562" y="1334831"/>
                  </a:lnTo>
                  <a:lnTo>
                    <a:pt x="1485771" y="1284031"/>
                  </a:lnTo>
                  <a:lnTo>
                    <a:pt x="1544296" y="1245931"/>
                  </a:lnTo>
                  <a:close/>
                </a:path>
                <a:path w="6694170" h="6997065">
                  <a:moveTo>
                    <a:pt x="673330" y="1220531"/>
                  </a:moveTo>
                  <a:lnTo>
                    <a:pt x="714169" y="1296731"/>
                  </a:lnTo>
                  <a:lnTo>
                    <a:pt x="643436" y="1334831"/>
                  </a:lnTo>
                  <a:lnTo>
                    <a:pt x="602597" y="1258631"/>
                  </a:lnTo>
                  <a:lnTo>
                    <a:pt x="673330" y="1220531"/>
                  </a:lnTo>
                  <a:close/>
                </a:path>
                <a:path w="6694170" h="6997065">
                  <a:moveTo>
                    <a:pt x="1007014" y="1207831"/>
                  </a:moveTo>
                  <a:lnTo>
                    <a:pt x="1045793" y="1271331"/>
                  </a:lnTo>
                  <a:lnTo>
                    <a:pt x="978625" y="1309431"/>
                  </a:lnTo>
                  <a:lnTo>
                    <a:pt x="939841" y="1245931"/>
                  </a:lnTo>
                  <a:lnTo>
                    <a:pt x="1007014" y="1207831"/>
                  </a:lnTo>
                  <a:close/>
                </a:path>
                <a:path w="6694170" h="6997065">
                  <a:moveTo>
                    <a:pt x="135941" y="1182431"/>
                  </a:moveTo>
                  <a:lnTo>
                    <a:pt x="181483" y="1258631"/>
                  </a:lnTo>
                  <a:lnTo>
                    <a:pt x="102606" y="1309431"/>
                  </a:lnTo>
                  <a:lnTo>
                    <a:pt x="57064" y="1220531"/>
                  </a:lnTo>
                  <a:lnTo>
                    <a:pt x="135941" y="1182431"/>
                  </a:lnTo>
                  <a:close/>
                </a:path>
                <a:path w="6694170" h="6997065">
                  <a:moveTo>
                    <a:pt x="1340373" y="1182431"/>
                  </a:moveTo>
                  <a:lnTo>
                    <a:pt x="1376212" y="1245931"/>
                  </a:lnTo>
                  <a:lnTo>
                    <a:pt x="1314133" y="1284031"/>
                  </a:lnTo>
                  <a:lnTo>
                    <a:pt x="1278287" y="1220531"/>
                  </a:lnTo>
                  <a:lnTo>
                    <a:pt x="1340373" y="1182431"/>
                  </a:lnTo>
                  <a:close/>
                </a:path>
                <a:path w="6694170" h="6997065">
                  <a:moveTo>
                    <a:pt x="469513" y="1157031"/>
                  </a:moveTo>
                  <a:lnTo>
                    <a:pt x="512704" y="1233231"/>
                  </a:lnTo>
                  <a:lnTo>
                    <a:pt x="437896" y="1284031"/>
                  </a:lnTo>
                  <a:lnTo>
                    <a:pt x="394711" y="1207831"/>
                  </a:lnTo>
                  <a:lnTo>
                    <a:pt x="469513" y="1157031"/>
                  </a:lnTo>
                  <a:close/>
                </a:path>
                <a:path w="6694170" h="6997065">
                  <a:moveTo>
                    <a:pt x="802979" y="1144331"/>
                  </a:moveTo>
                  <a:lnTo>
                    <a:pt x="843522" y="1220531"/>
                  </a:lnTo>
                  <a:lnTo>
                    <a:pt x="773299" y="1258631"/>
                  </a:lnTo>
                  <a:lnTo>
                    <a:pt x="732755" y="1182431"/>
                  </a:lnTo>
                  <a:lnTo>
                    <a:pt x="802979" y="1144331"/>
                  </a:lnTo>
                  <a:close/>
                </a:path>
                <a:path w="6694170" h="6997065">
                  <a:moveTo>
                    <a:pt x="1136556" y="1131631"/>
                  </a:moveTo>
                  <a:lnTo>
                    <a:pt x="1174748" y="1195131"/>
                  </a:lnTo>
                  <a:lnTo>
                    <a:pt x="1108600" y="1233231"/>
                  </a:lnTo>
                  <a:lnTo>
                    <a:pt x="1070408" y="1169731"/>
                  </a:lnTo>
                  <a:lnTo>
                    <a:pt x="1136556" y="1131631"/>
                  </a:lnTo>
                  <a:close/>
                </a:path>
                <a:path w="6694170" h="6997065">
                  <a:moveTo>
                    <a:pt x="265596" y="1106231"/>
                  </a:moveTo>
                  <a:lnTo>
                    <a:pt x="310836" y="1182431"/>
                  </a:lnTo>
                  <a:lnTo>
                    <a:pt x="232468" y="1233231"/>
                  </a:lnTo>
                  <a:lnTo>
                    <a:pt x="187228" y="1144331"/>
                  </a:lnTo>
                  <a:lnTo>
                    <a:pt x="265596" y="1106231"/>
                  </a:lnTo>
                  <a:close/>
                </a:path>
                <a:path w="6694170" h="6997065">
                  <a:moveTo>
                    <a:pt x="1469915" y="1118931"/>
                  </a:moveTo>
                  <a:lnTo>
                    <a:pt x="1505175" y="1169731"/>
                  </a:lnTo>
                  <a:lnTo>
                    <a:pt x="1444108" y="1207831"/>
                  </a:lnTo>
                  <a:lnTo>
                    <a:pt x="1408848" y="1144331"/>
                  </a:lnTo>
                  <a:lnTo>
                    <a:pt x="1469915" y="1118931"/>
                  </a:lnTo>
                  <a:close/>
                </a:path>
                <a:path w="6694170" h="6997065">
                  <a:moveTo>
                    <a:pt x="599161" y="1093531"/>
                  </a:moveTo>
                  <a:lnTo>
                    <a:pt x="642056" y="1157031"/>
                  </a:lnTo>
                  <a:lnTo>
                    <a:pt x="567769" y="1207831"/>
                  </a:lnTo>
                  <a:lnTo>
                    <a:pt x="524875" y="1131631"/>
                  </a:lnTo>
                  <a:lnTo>
                    <a:pt x="599161" y="1093531"/>
                  </a:lnTo>
                  <a:close/>
                </a:path>
                <a:path w="6694170" h="6997065">
                  <a:moveTo>
                    <a:pt x="932527" y="1068131"/>
                  </a:moveTo>
                  <a:lnTo>
                    <a:pt x="972484" y="1144331"/>
                  </a:lnTo>
                  <a:lnTo>
                    <a:pt x="903273" y="1182431"/>
                  </a:lnTo>
                  <a:lnTo>
                    <a:pt x="863316" y="1106231"/>
                  </a:lnTo>
                  <a:lnTo>
                    <a:pt x="932527" y="1068131"/>
                  </a:lnTo>
                  <a:close/>
                </a:path>
                <a:path w="6694170" h="6997065">
                  <a:moveTo>
                    <a:pt x="61666" y="1042731"/>
                  </a:moveTo>
                  <a:lnTo>
                    <a:pt x="108968" y="1131631"/>
                  </a:lnTo>
                  <a:lnTo>
                    <a:pt x="27040" y="1182431"/>
                  </a:lnTo>
                  <a:lnTo>
                    <a:pt x="0" y="1131631"/>
                  </a:lnTo>
                  <a:lnTo>
                    <a:pt x="0" y="1080831"/>
                  </a:lnTo>
                  <a:lnTo>
                    <a:pt x="61666" y="1042731"/>
                  </a:lnTo>
                  <a:close/>
                </a:path>
                <a:path w="6694170" h="6997065">
                  <a:moveTo>
                    <a:pt x="1266103" y="1055431"/>
                  </a:moveTo>
                  <a:lnTo>
                    <a:pt x="1303709" y="1118931"/>
                  </a:lnTo>
                  <a:lnTo>
                    <a:pt x="1238573" y="1157031"/>
                  </a:lnTo>
                  <a:lnTo>
                    <a:pt x="1200967" y="1093531"/>
                  </a:lnTo>
                  <a:lnTo>
                    <a:pt x="1266103" y="1055431"/>
                  </a:lnTo>
                  <a:close/>
                </a:path>
                <a:path w="6694170" h="6997065">
                  <a:moveTo>
                    <a:pt x="395243" y="1030031"/>
                  </a:moveTo>
                  <a:lnTo>
                    <a:pt x="440194" y="1106231"/>
                  </a:lnTo>
                  <a:lnTo>
                    <a:pt x="362341" y="1157031"/>
                  </a:lnTo>
                  <a:lnTo>
                    <a:pt x="317385" y="1080831"/>
                  </a:lnTo>
                  <a:lnTo>
                    <a:pt x="395243" y="1030031"/>
                  </a:lnTo>
                  <a:close/>
                </a:path>
                <a:path w="6694170" h="6997065">
                  <a:moveTo>
                    <a:pt x="728710" y="1017331"/>
                  </a:moveTo>
                  <a:lnTo>
                    <a:pt x="771018" y="1093531"/>
                  </a:lnTo>
                  <a:lnTo>
                    <a:pt x="697744" y="1131631"/>
                  </a:lnTo>
                  <a:lnTo>
                    <a:pt x="655436" y="1055431"/>
                  </a:lnTo>
                  <a:lnTo>
                    <a:pt x="728710" y="1017331"/>
                  </a:lnTo>
                  <a:close/>
                </a:path>
                <a:path w="6694170" h="6997065">
                  <a:moveTo>
                    <a:pt x="1062175" y="991931"/>
                  </a:moveTo>
                  <a:lnTo>
                    <a:pt x="1101835" y="1068131"/>
                  </a:lnTo>
                  <a:lnTo>
                    <a:pt x="1033146" y="1106231"/>
                  </a:lnTo>
                  <a:lnTo>
                    <a:pt x="993485" y="1042731"/>
                  </a:lnTo>
                  <a:lnTo>
                    <a:pt x="1062175" y="991931"/>
                  </a:lnTo>
                  <a:close/>
                </a:path>
                <a:path w="6694170" h="6997065">
                  <a:moveTo>
                    <a:pt x="191320" y="966531"/>
                  </a:moveTo>
                  <a:lnTo>
                    <a:pt x="238326" y="1055431"/>
                  </a:lnTo>
                  <a:lnTo>
                    <a:pt x="156907" y="1106231"/>
                  </a:lnTo>
                  <a:lnTo>
                    <a:pt x="109902" y="1017331"/>
                  </a:lnTo>
                  <a:lnTo>
                    <a:pt x="191320" y="966531"/>
                  </a:lnTo>
                  <a:close/>
                </a:path>
                <a:path w="6694170" h="6997065">
                  <a:moveTo>
                    <a:pt x="1395639" y="979231"/>
                  </a:moveTo>
                  <a:lnTo>
                    <a:pt x="1432658" y="1042731"/>
                  </a:lnTo>
                  <a:lnTo>
                    <a:pt x="1368547" y="1080831"/>
                  </a:lnTo>
                  <a:lnTo>
                    <a:pt x="1331528" y="1017331"/>
                  </a:lnTo>
                  <a:lnTo>
                    <a:pt x="1395639" y="979231"/>
                  </a:lnTo>
                  <a:close/>
                </a:path>
                <a:path w="6694170" h="6997065">
                  <a:moveTo>
                    <a:pt x="524892" y="953831"/>
                  </a:moveTo>
                  <a:lnTo>
                    <a:pt x="569552" y="1030031"/>
                  </a:lnTo>
                  <a:lnTo>
                    <a:pt x="492203" y="1080831"/>
                  </a:lnTo>
                  <a:lnTo>
                    <a:pt x="447543" y="1004631"/>
                  </a:lnTo>
                  <a:lnTo>
                    <a:pt x="524892" y="953831"/>
                  </a:lnTo>
                  <a:close/>
                </a:path>
                <a:path w="6694170" h="6997065">
                  <a:moveTo>
                    <a:pt x="858257" y="941131"/>
                  </a:moveTo>
                  <a:lnTo>
                    <a:pt x="899974" y="1017331"/>
                  </a:lnTo>
                  <a:lnTo>
                    <a:pt x="827718" y="1055431"/>
                  </a:lnTo>
                  <a:lnTo>
                    <a:pt x="785996" y="979231"/>
                  </a:lnTo>
                  <a:lnTo>
                    <a:pt x="858257" y="941131"/>
                  </a:lnTo>
                  <a:close/>
                </a:path>
                <a:path w="6694170" h="6997065">
                  <a:moveTo>
                    <a:pt x="1191721" y="928431"/>
                  </a:moveTo>
                  <a:lnTo>
                    <a:pt x="1230795" y="991931"/>
                  </a:lnTo>
                  <a:lnTo>
                    <a:pt x="1163119" y="1030031"/>
                  </a:lnTo>
                  <a:lnTo>
                    <a:pt x="1124044" y="966531"/>
                  </a:lnTo>
                  <a:lnTo>
                    <a:pt x="1191721" y="928431"/>
                  </a:lnTo>
                  <a:close/>
                </a:path>
                <a:path w="6694170" h="6997065">
                  <a:moveTo>
                    <a:pt x="320969" y="903031"/>
                  </a:moveTo>
                  <a:lnTo>
                    <a:pt x="367678" y="979231"/>
                  </a:lnTo>
                  <a:lnTo>
                    <a:pt x="286775" y="1030031"/>
                  </a:lnTo>
                  <a:lnTo>
                    <a:pt x="240060" y="941131"/>
                  </a:lnTo>
                  <a:lnTo>
                    <a:pt x="320969" y="903031"/>
                  </a:lnTo>
                  <a:close/>
                </a:path>
                <a:path w="6694170" h="6997065">
                  <a:moveTo>
                    <a:pt x="0" y="941131"/>
                  </a:moveTo>
                  <a:lnTo>
                    <a:pt x="34455" y="1004631"/>
                  </a:lnTo>
                  <a:lnTo>
                    <a:pt x="0" y="1017331"/>
                  </a:lnTo>
                  <a:lnTo>
                    <a:pt x="0" y="941131"/>
                  </a:lnTo>
                  <a:close/>
                </a:path>
                <a:path w="6694170" h="6997065">
                  <a:moveTo>
                    <a:pt x="654441" y="877631"/>
                  </a:moveTo>
                  <a:lnTo>
                    <a:pt x="698509" y="953831"/>
                  </a:lnTo>
                  <a:lnTo>
                    <a:pt x="622178" y="1004631"/>
                  </a:lnTo>
                  <a:lnTo>
                    <a:pt x="578110" y="928431"/>
                  </a:lnTo>
                  <a:lnTo>
                    <a:pt x="654441" y="877631"/>
                  </a:lnTo>
                  <a:close/>
                </a:path>
                <a:path w="6694170" h="6997065">
                  <a:moveTo>
                    <a:pt x="987799" y="864931"/>
                  </a:moveTo>
                  <a:lnTo>
                    <a:pt x="1028928" y="941131"/>
                  </a:lnTo>
                  <a:lnTo>
                    <a:pt x="957686" y="979231"/>
                  </a:lnTo>
                  <a:lnTo>
                    <a:pt x="916556" y="903031"/>
                  </a:lnTo>
                  <a:lnTo>
                    <a:pt x="987799" y="864931"/>
                  </a:lnTo>
                  <a:close/>
                </a:path>
                <a:path w="6694170" h="6997065">
                  <a:moveTo>
                    <a:pt x="116938" y="839531"/>
                  </a:moveTo>
                  <a:lnTo>
                    <a:pt x="165413" y="928431"/>
                  </a:lnTo>
                  <a:lnTo>
                    <a:pt x="81453" y="979231"/>
                  </a:lnTo>
                  <a:lnTo>
                    <a:pt x="32979" y="890331"/>
                  </a:lnTo>
                  <a:lnTo>
                    <a:pt x="116938" y="839531"/>
                  </a:lnTo>
                  <a:close/>
                </a:path>
                <a:path w="6694170" h="6997065">
                  <a:moveTo>
                    <a:pt x="1321263" y="852231"/>
                  </a:moveTo>
                  <a:lnTo>
                    <a:pt x="1359752" y="915731"/>
                  </a:lnTo>
                  <a:lnTo>
                    <a:pt x="1293093" y="953831"/>
                  </a:lnTo>
                  <a:lnTo>
                    <a:pt x="1254605" y="890331"/>
                  </a:lnTo>
                  <a:lnTo>
                    <a:pt x="1321263" y="852231"/>
                  </a:lnTo>
                  <a:close/>
                </a:path>
                <a:path w="6694170" h="6997065">
                  <a:moveTo>
                    <a:pt x="450623" y="826831"/>
                  </a:moveTo>
                  <a:lnTo>
                    <a:pt x="497042" y="903031"/>
                  </a:lnTo>
                  <a:lnTo>
                    <a:pt x="416643" y="953831"/>
                  </a:lnTo>
                  <a:lnTo>
                    <a:pt x="370224" y="864931"/>
                  </a:lnTo>
                  <a:lnTo>
                    <a:pt x="450623" y="826831"/>
                  </a:lnTo>
                  <a:close/>
                </a:path>
                <a:path w="6694170" h="6997065">
                  <a:moveTo>
                    <a:pt x="783982" y="801431"/>
                  </a:moveTo>
                  <a:lnTo>
                    <a:pt x="827464" y="877631"/>
                  </a:lnTo>
                  <a:lnTo>
                    <a:pt x="752152" y="928431"/>
                  </a:lnTo>
                  <a:lnTo>
                    <a:pt x="708670" y="852231"/>
                  </a:lnTo>
                  <a:lnTo>
                    <a:pt x="783982" y="801431"/>
                  </a:lnTo>
                  <a:close/>
                </a:path>
                <a:path w="6694170" h="6997065">
                  <a:moveTo>
                    <a:pt x="1117233" y="788731"/>
                  </a:moveTo>
                  <a:lnTo>
                    <a:pt x="1157480" y="864931"/>
                  </a:lnTo>
                  <a:lnTo>
                    <a:pt x="1087766" y="903031"/>
                  </a:lnTo>
                  <a:lnTo>
                    <a:pt x="1047518" y="826831"/>
                  </a:lnTo>
                  <a:lnTo>
                    <a:pt x="1117233" y="788731"/>
                  </a:lnTo>
                  <a:close/>
                </a:path>
                <a:path w="6694170" h="6997065">
                  <a:moveTo>
                    <a:pt x="246587" y="763331"/>
                  </a:moveTo>
                  <a:lnTo>
                    <a:pt x="294771" y="852231"/>
                  </a:lnTo>
                  <a:lnTo>
                    <a:pt x="211321" y="903031"/>
                  </a:lnTo>
                  <a:lnTo>
                    <a:pt x="163137" y="814131"/>
                  </a:lnTo>
                  <a:lnTo>
                    <a:pt x="246587" y="763331"/>
                  </a:lnTo>
                  <a:close/>
                </a:path>
                <a:path w="6694170" h="6997065">
                  <a:moveTo>
                    <a:pt x="580165" y="750631"/>
                  </a:moveTo>
                  <a:lnTo>
                    <a:pt x="625998" y="826831"/>
                  </a:lnTo>
                  <a:lnTo>
                    <a:pt x="546617" y="877631"/>
                  </a:lnTo>
                  <a:lnTo>
                    <a:pt x="500785" y="801431"/>
                  </a:lnTo>
                  <a:lnTo>
                    <a:pt x="580165" y="750631"/>
                  </a:lnTo>
                  <a:close/>
                </a:path>
                <a:path w="6694170" h="6997065">
                  <a:moveTo>
                    <a:pt x="913530" y="737931"/>
                  </a:moveTo>
                  <a:lnTo>
                    <a:pt x="956418" y="814131"/>
                  </a:lnTo>
                  <a:lnTo>
                    <a:pt x="882126" y="852231"/>
                  </a:lnTo>
                  <a:lnTo>
                    <a:pt x="839231" y="776031"/>
                  </a:lnTo>
                  <a:lnTo>
                    <a:pt x="913530" y="737931"/>
                  </a:lnTo>
                  <a:close/>
                </a:path>
                <a:path w="6694170" h="6997065">
                  <a:moveTo>
                    <a:pt x="42782" y="712531"/>
                  </a:moveTo>
                  <a:lnTo>
                    <a:pt x="93311" y="801431"/>
                  </a:lnTo>
                  <a:lnTo>
                    <a:pt x="5786" y="852231"/>
                  </a:lnTo>
                  <a:lnTo>
                    <a:pt x="0" y="839531"/>
                  </a:lnTo>
                  <a:lnTo>
                    <a:pt x="0" y="737931"/>
                  </a:lnTo>
                  <a:lnTo>
                    <a:pt x="42782" y="712531"/>
                  </a:lnTo>
                  <a:close/>
                </a:path>
                <a:path w="6694170" h="6997065">
                  <a:moveTo>
                    <a:pt x="1246781" y="712531"/>
                  </a:moveTo>
                  <a:lnTo>
                    <a:pt x="1286442" y="788731"/>
                  </a:lnTo>
                  <a:lnTo>
                    <a:pt x="1217740" y="826831"/>
                  </a:lnTo>
                  <a:lnTo>
                    <a:pt x="1178079" y="763331"/>
                  </a:lnTo>
                  <a:lnTo>
                    <a:pt x="1246781" y="712531"/>
                  </a:lnTo>
                  <a:close/>
                </a:path>
                <a:path w="6694170" h="6997065">
                  <a:moveTo>
                    <a:pt x="376247" y="687131"/>
                  </a:moveTo>
                  <a:lnTo>
                    <a:pt x="424135" y="776031"/>
                  </a:lnTo>
                  <a:lnTo>
                    <a:pt x="341189" y="826831"/>
                  </a:lnTo>
                  <a:lnTo>
                    <a:pt x="293301" y="737931"/>
                  </a:lnTo>
                  <a:lnTo>
                    <a:pt x="376247" y="687131"/>
                  </a:lnTo>
                  <a:close/>
                </a:path>
                <a:path w="6694170" h="6997065">
                  <a:moveTo>
                    <a:pt x="709713" y="674431"/>
                  </a:moveTo>
                  <a:lnTo>
                    <a:pt x="754953" y="750631"/>
                  </a:lnTo>
                  <a:lnTo>
                    <a:pt x="676586" y="801431"/>
                  </a:lnTo>
                  <a:lnTo>
                    <a:pt x="631345" y="725231"/>
                  </a:lnTo>
                  <a:lnTo>
                    <a:pt x="709713" y="674431"/>
                  </a:lnTo>
                  <a:close/>
                </a:path>
                <a:path w="6694170" h="6997065">
                  <a:moveTo>
                    <a:pt x="1042964" y="661731"/>
                  </a:moveTo>
                  <a:lnTo>
                    <a:pt x="1084976" y="737931"/>
                  </a:lnTo>
                  <a:lnTo>
                    <a:pt x="1012211" y="776031"/>
                  </a:lnTo>
                  <a:lnTo>
                    <a:pt x="970193" y="699831"/>
                  </a:lnTo>
                  <a:lnTo>
                    <a:pt x="1042964" y="661731"/>
                  </a:lnTo>
                  <a:close/>
                </a:path>
                <a:path w="6694170" h="6997065">
                  <a:moveTo>
                    <a:pt x="172318" y="636331"/>
                  </a:moveTo>
                  <a:lnTo>
                    <a:pt x="222261" y="725231"/>
                  </a:lnTo>
                  <a:lnTo>
                    <a:pt x="135761" y="776031"/>
                  </a:lnTo>
                  <a:lnTo>
                    <a:pt x="85817" y="687131"/>
                  </a:lnTo>
                  <a:lnTo>
                    <a:pt x="172318" y="636331"/>
                  </a:lnTo>
                  <a:close/>
                </a:path>
                <a:path w="6694170" h="6997065">
                  <a:moveTo>
                    <a:pt x="505896" y="623631"/>
                  </a:moveTo>
                  <a:lnTo>
                    <a:pt x="553488" y="699831"/>
                  </a:lnTo>
                  <a:lnTo>
                    <a:pt x="471051" y="750631"/>
                  </a:lnTo>
                  <a:lnTo>
                    <a:pt x="423459" y="661731"/>
                  </a:lnTo>
                  <a:lnTo>
                    <a:pt x="505896" y="623631"/>
                  </a:lnTo>
                  <a:close/>
                </a:path>
                <a:path w="6694170" h="6997065">
                  <a:moveTo>
                    <a:pt x="839148" y="598231"/>
                  </a:moveTo>
                  <a:lnTo>
                    <a:pt x="883512" y="674431"/>
                  </a:lnTo>
                  <a:lnTo>
                    <a:pt x="806672" y="725231"/>
                  </a:lnTo>
                  <a:lnTo>
                    <a:pt x="762308" y="649031"/>
                  </a:lnTo>
                  <a:lnTo>
                    <a:pt x="839148" y="598231"/>
                  </a:lnTo>
                  <a:close/>
                </a:path>
                <a:path w="6694170" h="6997065">
                  <a:moveTo>
                    <a:pt x="1172399" y="585531"/>
                  </a:moveTo>
                  <a:lnTo>
                    <a:pt x="1213529" y="661731"/>
                  </a:lnTo>
                  <a:lnTo>
                    <a:pt x="1142286" y="699831"/>
                  </a:lnTo>
                  <a:lnTo>
                    <a:pt x="1101156" y="623631"/>
                  </a:lnTo>
                  <a:lnTo>
                    <a:pt x="1172399" y="585531"/>
                  </a:lnTo>
                  <a:close/>
                </a:path>
                <a:path w="6694170" h="6997065">
                  <a:moveTo>
                    <a:pt x="301972" y="560131"/>
                  </a:moveTo>
                  <a:lnTo>
                    <a:pt x="351619" y="649031"/>
                  </a:lnTo>
                  <a:lnTo>
                    <a:pt x="265622" y="699831"/>
                  </a:lnTo>
                  <a:lnTo>
                    <a:pt x="215975" y="610931"/>
                  </a:lnTo>
                  <a:lnTo>
                    <a:pt x="301972" y="560131"/>
                  </a:lnTo>
                  <a:close/>
                </a:path>
                <a:path w="6694170" h="6997065">
                  <a:moveTo>
                    <a:pt x="635331" y="547431"/>
                  </a:moveTo>
                  <a:lnTo>
                    <a:pt x="682047" y="623631"/>
                  </a:lnTo>
                  <a:lnTo>
                    <a:pt x="601132" y="674431"/>
                  </a:lnTo>
                  <a:lnTo>
                    <a:pt x="554416" y="585531"/>
                  </a:lnTo>
                  <a:lnTo>
                    <a:pt x="635331" y="547431"/>
                  </a:lnTo>
                  <a:close/>
                </a:path>
                <a:path w="6694170" h="6997065">
                  <a:moveTo>
                    <a:pt x="0" y="636331"/>
                  </a:moveTo>
                  <a:lnTo>
                    <a:pt x="13575" y="661731"/>
                  </a:lnTo>
                  <a:lnTo>
                    <a:pt x="0" y="674431"/>
                  </a:lnTo>
                  <a:lnTo>
                    <a:pt x="0" y="636331"/>
                  </a:lnTo>
                  <a:close/>
                </a:path>
                <a:path w="6694170" h="6997065">
                  <a:moveTo>
                    <a:pt x="968689" y="522031"/>
                  </a:moveTo>
                  <a:lnTo>
                    <a:pt x="1012460" y="598231"/>
                  </a:lnTo>
                  <a:lnTo>
                    <a:pt x="936645" y="649031"/>
                  </a:lnTo>
                  <a:lnTo>
                    <a:pt x="892868" y="572831"/>
                  </a:lnTo>
                  <a:lnTo>
                    <a:pt x="968689" y="522031"/>
                  </a:lnTo>
                  <a:close/>
                </a:path>
                <a:path w="6694170" h="6997065">
                  <a:moveTo>
                    <a:pt x="98156" y="496631"/>
                  </a:moveTo>
                  <a:lnTo>
                    <a:pt x="150154" y="585531"/>
                  </a:lnTo>
                  <a:lnTo>
                    <a:pt x="60088" y="649031"/>
                  </a:lnTo>
                  <a:lnTo>
                    <a:pt x="8084" y="547431"/>
                  </a:lnTo>
                  <a:lnTo>
                    <a:pt x="98156" y="496631"/>
                  </a:lnTo>
                  <a:close/>
                </a:path>
                <a:path w="6694170" h="6997065">
                  <a:moveTo>
                    <a:pt x="431408" y="483931"/>
                  </a:moveTo>
                  <a:lnTo>
                    <a:pt x="480179" y="572831"/>
                  </a:lnTo>
                  <a:lnTo>
                    <a:pt x="395704" y="623631"/>
                  </a:lnTo>
                  <a:lnTo>
                    <a:pt x="346933" y="534731"/>
                  </a:lnTo>
                  <a:lnTo>
                    <a:pt x="431408" y="483931"/>
                  </a:lnTo>
                  <a:close/>
                </a:path>
                <a:path w="6694170" h="6997065">
                  <a:moveTo>
                    <a:pt x="764872" y="471231"/>
                  </a:moveTo>
                  <a:lnTo>
                    <a:pt x="810995" y="547431"/>
                  </a:lnTo>
                  <a:lnTo>
                    <a:pt x="731105" y="598231"/>
                  </a:lnTo>
                  <a:lnTo>
                    <a:pt x="684982" y="522031"/>
                  </a:lnTo>
                  <a:lnTo>
                    <a:pt x="764872" y="471231"/>
                  </a:lnTo>
                  <a:close/>
                </a:path>
                <a:path w="6694170" h="6997065">
                  <a:moveTo>
                    <a:pt x="1098023" y="458531"/>
                  </a:moveTo>
                  <a:lnTo>
                    <a:pt x="1140621" y="522031"/>
                  </a:lnTo>
                  <a:lnTo>
                    <a:pt x="1066832" y="572831"/>
                  </a:lnTo>
                  <a:lnTo>
                    <a:pt x="1024233" y="496631"/>
                  </a:lnTo>
                  <a:lnTo>
                    <a:pt x="1098023" y="458531"/>
                  </a:lnTo>
                  <a:close/>
                </a:path>
                <a:path w="6694170" h="6997065">
                  <a:moveTo>
                    <a:pt x="227697" y="433131"/>
                  </a:moveTo>
                  <a:lnTo>
                    <a:pt x="279114" y="522031"/>
                  </a:lnTo>
                  <a:lnTo>
                    <a:pt x="190062" y="572831"/>
                  </a:lnTo>
                  <a:lnTo>
                    <a:pt x="138644" y="483931"/>
                  </a:lnTo>
                  <a:lnTo>
                    <a:pt x="227697" y="433131"/>
                  </a:lnTo>
                  <a:close/>
                </a:path>
                <a:path w="6694170" h="6997065">
                  <a:moveTo>
                    <a:pt x="560955" y="407731"/>
                  </a:moveTo>
                  <a:lnTo>
                    <a:pt x="609133" y="496631"/>
                  </a:lnTo>
                  <a:lnTo>
                    <a:pt x="525677" y="547431"/>
                  </a:lnTo>
                  <a:lnTo>
                    <a:pt x="477499" y="458531"/>
                  </a:lnTo>
                  <a:lnTo>
                    <a:pt x="560955" y="407731"/>
                  </a:lnTo>
                  <a:close/>
                </a:path>
                <a:path w="6694170" h="6997065">
                  <a:moveTo>
                    <a:pt x="894307" y="395031"/>
                  </a:moveTo>
                  <a:lnTo>
                    <a:pt x="939553" y="471231"/>
                  </a:lnTo>
                  <a:lnTo>
                    <a:pt x="861191" y="522031"/>
                  </a:lnTo>
                  <a:lnTo>
                    <a:pt x="815945" y="445831"/>
                  </a:lnTo>
                  <a:lnTo>
                    <a:pt x="894307" y="395031"/>
                  </a:lnTo>
                  <a:close/>
                </a:path>
                <a:path w="6694170" h="6997065">
                  <a:moveTo>
                    <a:pt x="23886" y="369631"/>
                  </a:moveTo>
                  <a:lnTo>
                    <a:pt x="77649" y="458531"/>
                  </a:lnTo>
                  <a:lnTo>
                    <a:pt x="0" y="509331"/>
                  </a:lnTo>
                  <a:lnTo>
                    <a:pt x="0" y="382331"/>
                  </a:lnTo>
                  <a:lnTo>
                    <a:pt x="23886" y="369631"/>
                  </a:lnTo>
                  <a:close/>
                </a:path>
                <a:path w="6694170" h="6997065">
                  <a:moveTo>
                    <a:pt x="357240" y="356931"/>
                  </a:moveTo>
                  <a:lnTo>
                    <a:pt x="408072" y="445831"/>
                  </a:lnTo>
                  <a:lnTo>
                    <a:pt x="320037" y="496631"/>
                  </a:lnTo>
                  <a:lnTo>
                    <a:pt x="269205" y="407731"/>
                  </a:lnTo>
                  <a:lnTo>
                    <a:pt x="357240" y="356931"/>
                  </a:lnTo>
                  <a:close/>
                </a:path>
                <a:path w="6694170" h="6997065">
                  <a:moveTo>
                    <a:pt x="690491" y="331531"/>
                  </a:moveTo>
                  <a:lnTo>
                    <a:pt x="738088" y="420431"/>
                  </a:lnTo>
                  <a:lnTo>
                    <a:pt x="655651" y="471231"/>
                  </a:lnTo>
                  <a:lnTo>
                    <a:pt x="608060" y="382331"/>
                  </a:lnTo>
                  <a:lnTo>
                    <a:pt x="690491" y="331531"/>
                  </a:lnTo>
                  <a:close/>
                </a:path>
                <a:path w="6694170" h="6997065">
                  <a:moveTo>
                    <a:pt x="1023742" y="318831"/>
                  </a:moveTo>
                  <a:lnTo>
                    <a:pt x="1068106" y="395031"/>
                  </a:lnTo>
                  <a:lnTo>
                    <a:pt x="991272" y="445831"/>
                  </a:lnTo>
                  <a:lnTo>
                    <a:pt x="946908" y="369631"/>
                  </a:lnTo>
                  <a:lnTo>
                    <a:pt x="1023742" y="318831"/>
                  </a:lnTo>
                  <a:close/>
                </a:path>
                <a:path w="6694170" h="6997065">
                  <a:moveTo>
                    <a:pt x="153428" y="293431"/>
                  </a:moveTo>
                  <a:lnTo>
                    <a:pt x="206605" y="382331"/>
                  </a:lnTo>
                  <a:lnTo>
                    <a:pt x="114501" y="445831"/>
                  </a:lnTo>
                  <a:lnTo>
                    <a:pt x="61324" y="344231"/>
                  </a:lnTo>
                  <a:lnTo>
                    <a:pt x="153428" y="293431"/>
                  </a:lnTo>
                  <a:close/>
                </a:path>
                <a:path w="6694170" h="6997065">
                  <a:moveTo>
                    <a:pt x="486674" y="280731"/>
                  </a:moveTo>
                  <a:lnTo>
                    <a:pt x="536623" y="369631"/>
                  </a:lnTo>
                  <a:lnTo>
                    <a:pt x="450117" y="420431"/>
                  </a:lnTo>
                  <a:lnTo>
                    <a:pt x="400174" y="331531"/>
                  </a:lnTo>
                  <a:lnTo>
                    <a:pt x="486674" y="280731"/>
                  </a:lnTo>
                  <a:close/>
                </a:path>
                <a:path w="6694170" h="6997065">
                  <a:moveTo>
                    <a:pt x="819931" y="268031"/>
                  </a:moveTo>
                  <a:lnTo>
                    <a:pt x="866640" y="344231"/>
                  </a:lnTo>
                  <a:lnTo>
                    <a:pt x="785731" y="395031"/>
                  </a:lnTo>
                  <a:lnTo>
                    <a:pt x="739022" y="306131"/>
                  </a:lnTo>
                  <a:lnTo>
                    <a:pt x="819931" y="268031"/>
                  </a:lnTo>
                  <a:close/>
                </a:path>
                <a:path w="6694170" h="6997065">
                  <a:moveTo>
                    <a:pt x="282864" y="217231"/>
                  </a:moveTo>
                  <a:lnTo>
                    <a:pt x="335158" y="306131"/>
                  </a:lnTo>
                  <a:lnTo>
                    <a:pt x="244583" y="369631"/>
                  </a:lnTo>
                  <a:lnTo>
                    <a:pt x="192288" y="268031"/>
                  </a:lnTo>
                  <a:lnTo>
                    <a:pt x="282864" y="217231"/>
                  </a:lnTo>
                  <a:close/>
                </a:path>
                <a:path w="6694170" h="6997065">
                  <a:moveTo>
                    <a:pt x="616115" y="204531"/>
                  </a:moveTo>
                  <a:lnTo>
                    <a:pt x="665175" y="293431"/>
                  </a:lnTo>
                  <a:lnTo>
                    <a:pt x="580197" y="344231"/>
                  </a:lnTo>
                  <a:lnTo>
                    <a:pt x="531131" y="255331"/>
                  </a:lnTo>
                  <a:lnTo>
                    <a:pt x="616115" y="204531"/>
                  </a:lnTo>
                  <a:close/>
                </a:path>
                <a:path w="6694170" h="6997065">
                  <a:moveTo>
                    <a:pt x="949366" y="191831"/>
                  </a:moveTo>
                  <a:lnTo>
                    <a:pt x="995198" y="268031"/>
                  </a:lnTo>
                  <a:lnTo>
                    <a:pt x="915818" y="318831"/>
                  </a:lnTo>
                  <a:lnTo>
                    <a:pt x="869985" y="229931"/>
                  </a:lnTo>
                  <a:lnTo>
                    <a:pt x="949366" y="191831"/>
                  </a:lnTo>
                  <a:close/>
                </a:path>
                <a:path w="6694170" h="6997065">
                  <a:moveTo>
                    <a:pt x="79152" y="166431"/>
                  </a:moveTo>
                  <a:lnTo>
                    <a:pt x="134094" y="255331"/>
                  </a:lnTo>
                  <a:lnTo>
                    <a:pt x="38934" y="318831"/>
                  </a:lnTo>
                  <a:lnTo>
                    <a:pt x="0" y="242631"/>
                  </a:lnTo>
                  <a:lnTo>
                    <a:pt x="0" y="204531"/>
                  </a:lnTo>
                  <a:lnTo>
                    <a:pt x="79152" y="166431"/>
                  </a:lnTo>
                  <a:close/>
                </a:path>
                <a:path w="6694170" h="6997065">
                  <a:moveTo>
                    <a:pt x="412298" y="153731"/>
                  </a:moveTo>
                  <a:lnTo>
                    <a:pt x="463710" y="242631"/>
                  </a:lnTo>
                  <a:lnTo>
                    <a:pt x="374663" y="293431"/>
                  </a:lnTo>
                  <a:lnTo>
                    <a:pt x="323251" y="204531"/>
                  </a:lnTo>
                  <a:lnTo>
                    <a:pt x="412298" y="153731"/>
                  </a:lnTo>
                  <a:close/>
                </a:path>
                <a:path w="6694170" h="6997065">
                  <a:moveTo>
                    <a:pt x="745548" y="128331"/>
                  </a:moveTo>
                  <a:lnTo>
                    <a:pt x="793733" y="217231"/>
                  </a:lnTo>
                  <a:lnTo>
                    <a:pt x="710277" y="268031"/>
                  </a:lnTo>
                  <a:lnTo>
                    <a:pt x="662099" y="179131"/>
                  </a:lnTo>
                  <a:lnTo>
                    <a:pt x="745548" y="128331"/>
                  </a:lnTo>
                  <a:close/>
                </a:path>
                <a:path w="6694170" h="6997065">
                  <a:moveTo>
                    <a:pt x="208588" y="90231"/>
                  </a:moveTo>
                  <a:lnTo>
                    <a:pt x="262648" y="179131"/>
                  </a:lnTo>
                  <a:lnTo>
                    <a:pt x="169022" y="242631"/>
                  </a:lnTo>
                  <a:lnTo>
                    <a:pt x="114962" y="141031"/>
                  </a:lnTo>
                  <a:lnTo>
                    <a:pt x="208588" y="90231"/>
                  </a:lnTo>
                  <a:close/>
                </a:path>
                <a:path w="6694170" h="6997065">
                  <a:moveTo>
                    <a:pt x="541733" y="77531"/>
                  </a:moveTo>
                  <a:lnTo>
                    <a:pt x="592268" y="166431"/>
                  </a:lnTo>
                  <a:lnTo>
                    <a:pt x="504744" y="217231"/>
                  </a:lnTo>
                  <a:lnTo>
                    <a:pt x="454208" y="128331"/>
                  </a:lnTo>
                  <a:lnTo>
                    <a:pt x="541733" y="77531"/>
                  </a:lnTo>
                  <a:close/>
                </a:path>
                <a:path w="6694170" h="6997065">
                  <a:moveTo>
                    <a:pt x="874984" y="64831"/>
                  </a:moveTo>
                  <a:lnTo>
                    <a:pt x="922286" y="141031"/>
                  </a:lnTo>
                  <a:lnTo>
                    <a:pt x="840364" y="191831"/>
                  </a:lnTo>
                  <a:lnTo>
                    <a:pt x="793062" y="102931"/>
                  </a:lnTo>
                  <a:lnTo>
                    <a:pt x="874984" y="64831"/>
                  </a:lnTo>
                  <a:close/>
                </a:path>
                <a:path w="6694170" h="6997065">
                  <a:moveTo>
                    <a:pt x="338029" y="14031"/>
                  </a:moveTo>
                  <a:lnTo>
                    <a:pt x="391207" y="102931"/>
                  </a:lnTo>
                  <a:lnTo>
                    <a:pt x="299097" y="166431"/>
                  </a:lnTo>
                  <a:lnTo>
                    <a:pt x="245920" y="64831"/>
                  </a:lnTo>
                  <a:lnTo>
                    <a:pt x="338029" y="14031"/>
                  </a:lnTo>
                  <a:close/>
                </a:path>
                <a:path w="6694170" h="6997065">
                  <a:moveTo>
                    <a:pt x="4883" y="26731"/>
                  </a:moveTo>
                  <a:lnTo>
                    <a:pt x="61585" y="128331"/>
                  </a:lnTo>
                  <a:lnTo>
                    <a:pt x="0" y="166431"/>
                  </a:lnTo>
                  <a:lnTo>
                    <a:pt x="0" y="39431"/>
                  </a:lnTo>
                  <a:lnTo>
                    <a:pt x="4883" y="26731"/>
                  </a:lnTo>
                  <a:close/>
                </a:path>
                <a:path w="6694170" h="6997065">
                  <a:moveTo>
                    <a:pt x="661758" y="1331"/>
                  </a:moveTo>
                  <a:lnTo>
                    <a:pt x="674169" y="1331"/>
                  </a:lnTo>
                  <a:lnTo>
                    <a:pt x="720423" y="90231"/>
                  </a:lnTo>
                  <a:lnTo>
                    <a:pt x="634936" y="141031"/>
                  </a:lnTo>
                  <a:lnTo>
                    <a:pt x="585579" y="52131"/>
                  </a:lnTo>
                  <a:lnTo>
                    <a:pt x="661758" y="1331"/>
                  </a:lnTo>
                  <a:close/>
                </a:path>
                <a:path w="6694170" h="6997065">
                  <a:moveTo>
                    <a:pt x="49491" y="1331"/>
                  </a:moveTo>
                  <a:lnTo>
                    <a:pt x="162601" y="1331"/>
                  </a:lnTo>
                  <a:lnTo>
                    <a:pt x="190144" y="52131"/>
                  </a:lnTo>
                  <a:lnTo>
                    <a:pt x="93456" y="115631"/>
                  </a:lnTo>
                  <a:lnTo>
                    <a:pt x="37637" y="14031"/>
                  </a:lnTo>
                  <a:lnTo>
                    <a:pt x="49491" y="1331"/>
                  </a:lnTo>
                  <a:close/>
                </a:path>
                <a:path w="6694170" h="6997065">
                  <a:moveTo>
                    <a:pt x="384114" y="1331"/>
                  </a:moveTo>
                  <a:lnTo>
                    <a:pt x="504207" y="1331"/>
                  </a:lnTo>
                  <a:lnTo>
                    <a:pt x="519355" y="26731"/>
                  </a:lnTo>
                  <a:lnTo>
                    <a:pt x="429283" y="90231"/>
                  </a:lnTo>
                  <a:lnTo>
                    <a:pt x="384114" y="1331"/>
                  </a:lnTo>
                  <a:close/>
                </a:path>
                <a:path w="6694170" h="6997065">
                  <a:moveTo>
                    <a:pt x="734553" y="1331"/>
                  </a:moveTo>
                  <a:lnTo>
                    <a:pt x="845821" y="1331"/>
                  </a:lnTo>
                  <a:lnTo>
                    <a:pt x="848573" y="14031"/>
                  </a:lnTo>
                  <a:lnTo>
                    <a:pt x="765123" y="64831"/>
                  </a:lnTo>
                  <a:lnTo>
                    <a:pt x="734553" y="1331"/>
                  </a:lnTo>
                  <a:close/>
                </a:path>
                <a:path w="6694170" h="6997065">
                  <a:moveTo>
                    <a:pt x="214501" y="1331"/>
                  </a:moveTo>
                  <a:lnTo>
                    <a:pt x="259267" y="1331"/>
                  </a:lnTo>
                  <a:lnTo>
                    <a:pt x="225693" y="26731"/>
                  </a:lnTo>
                  <a:lnTo>
                    <a:pt x="214501" y="1331"/>
                  </a:lnTo>
                  <a:close/>
                </a:path>
                <a:path w="6694170" h="6997065">
                  <a:moveTo>
                    <a:pt x="2884417" y="3605564"/>
                  </a:moveTo>
                  <a:lnTo>
                    <a:pt x="2895286" y="3624393"/>
                  </a:lnTo>
                  <a:lnTo>
                    <a:pt x="2876457" y="3635262"/>
                  </a:lnTo>
                  <a:lnTo>
                    <a:pt x="2865588" y="3616438"/>
                  </a:lnTo>
                  <a:lnTo>
                    <a:pt x="2884417" y="3605564"/>
                  </a:lnTo>
                  <a:close/>
                </a:path>
                <a:path w="6694170" h="6997065">
                  <a:moveTo>
                    <a:pt x="2959007" y="3736529"/>
                  </a:moveTo>
                  <a:lnTo>
                    <a:pt x="2968999" y="3753830"/>
                  </a:lnTo>
                  <a:lnTo>
                    <a:pt x="2951698" y="3763822"/>
                  </a:lnTo>
                  <a:lnTo>
                    <a:pt x="2941705" y="3746515"/>
                  </a:lnTo>
                  <a:lnTo>
                    <a:pt x="2959007" y="3736529"/>
                  </a:lnTo>
                  <a:close/>
                </a:path>
                <a:path w="6694170" h="6997065">
                  <a:moveTo>
                    <a:pt x="3033495" y="3867902"/>
                  </a:moveTo>
                  <a:lnTo>
                    <a:pt x="3042308" y="3883166"/>
                  </a:lnTo>
                  <a:lnTo>
                    <a:pt x="3027045" y="3891979"/>
                  </a:lnTo>
                  <a:lnTo>
                    <a:pt x="3018231" y="3876716"/>
                  </a:lnTo>
                  <a:lnTo>
                    <a:pt x="3033495" y="3867902"/>
                  </a:lnTo>
                  <a:close/>
                </a:path>
                <a:path w="6694170" h="6997065">
                  <a:moveTo>
                    <a:pt x="3108090" y="3998861"/>
                  </a:moveTo>
                  <a:lnTo>
                    <a:pt x="3116027" y="4012603"/>
                  </a:lnTo>
                  <a:lnTo>
                    <a:pt x="3102286" y="4020534"/>
                  </a:lnTo>
                  <a:lnTo>
                    <a:pt x="3094349" y="4006792"/>
                  </a:lnTo>
                  <a:lnTo>
                    <a:pt x="3108090" y="3998861"/>
                  </a:lnTo>
                  <a:close/>
                </a:path>
                <a:path w="6694170" h="6997065">
                  <a:moveTo>
                    <a:pt x="3182685" y="4129826"/>
                  </a:moveTo>
                  <a:lnTo>
                    <a:pt x="3189740" y="4142039"/>
                  </a:lnTo>
                  <a:lnTo>
                    <a:pt x="3177526" y="4149094"/>
                  </a:lnTo>
                  <a:lnTo>
                    <a:pt x="3170472" y="4136880"/>
                  </a:lnTo>
                  <a:lnTo>
                    <a:pt x="3182685" y="4129826"/>
                  </a:lnTo>
                  <a:close/>
                </a:path>
                <a:path w="6694170" h="6997065">
                  <a:moveTo>
                    <a:pt x="3257168" y="4261193"/>
                  </a:moveTo>
                  <a:lnTo>
                    <a:pt x="3263043" y="4271369"/>
                  </a:lnTo>
                  <a:lnTo>
                    <a:pt x="3252868" y="4277245"/>
                  </a:lnTo>
                  <a:lnTo>
                    <a:pt x="3246992" y="4267069"/>
                  </a:lnTo>
                  <a:lnTo>
                    <a:pt x="3257168" y="4261193"/>
                  </a:lnTo>
                  <a:close/>
                </a:path>
                <a:path w="6694170" h="6997065">
                  <a:moveTo>
                    <a:pt x="3331875" y="4391755"/>
                  </a:moveTo>
                  <a:lnTo>
                    <a:pt x="3337164" y="4400919"/>
                  </a:lnTo>
                  <a:lnTo>
                    <a:pt x="3328007" y="4406202"/>
                  </a:lnTo>
                  <a:lnTo>
                    <a:pt x="3322718" y="4397039"/>
                  </a:lnTo>
                  <a:lnTo>
                    <a:pt x="3331875" y="4391755"/>
                  </a:lnTo>
                  <a:close/>
                </a:path>
                <a:path w="6694170" h="6997065">
                  <a:moveTo>
                    <a:pt x="3406577" y="4522317"/>
                  </a:moveTo>
                  <a:lnTo>
                    <a:pt x="3411274" y="4530456"/>
                  </a:lnTo>
                  <a:lnTo>
                    <a:pt x="3403135" y="4535159"/>
                  </a:lnTo>
                  <a:lnTo>
                    <a:pt x="3398439" y="4527020"/>
                  </a:lnTo>
                  <a:lnTo>
                    <a:pt x="3406577" y="4522317"/>
                  </a:lnTo>
                  <a:close/>
                </a:path>
                <a:path w="6694170" h="6997065">
                  <a:moveTo>
                    <a:pt x="3481279" y="4652880"/>
                  </a:moveTo>
                  <a:lnTo>
                    <a:pt x="3485395" y="4660005"/>
                  </a:lnTo>
                  <a:lnTo>
                    <a:pt x="3478270" y="4664121"/>
                  </a:lnTo>
                  <a:lnTo>
                    <a:pt x="3474153" y="4656996"/>
                  </a:lnTo>
                  <a:lnTo>
                    <a:pt x="3481279" y="4652880"/>
                  </a:lnTo>
                  <a:close/>
                </a:path>
                <a:path w="6694170" h="6997065">
                  <a:moveTo>
                    <a:pt x="3555874" y="4783844"/>
                  </a:moveTo>
                  <a:lnTo>
                    <a:pt x="3559108" y="4789442"/>
                  </a:lnTo>
                  <a:lnTo>
                    <a:pt x="3553510" y="4792676"/>
                  </a:lnTo>
                  <a:lnTo>
                    <a:pt x="3550277" y="4787072"/>
                  </a:lnTo>
                  <a:lnTo>
                    <a:pt x="3555874" y="4783844"/>
                  </a:lnTo>
                  <a:close/>
                </a:path>
                <a:path w="6694170" h="6997065">
                  <a:moveTo>
                    <a:pt x="3630576" y="4914406"/>
                  </a:moveTo>
                  <a:lnTo>
                    <a:pt x="3633217" y="4918985"/>
                  </a:lnTo>
                  <a:lnTo>
                    <a:pt x="3628638" y="4921632"/>
                  </a:lnTo>
                  <a:lnTo>
                    <a:pt x="3625997" y="4917048"/>
                  </a:lnTo>
                  <a:lnTo>
                    <a:pt x="3630576" y="4914406"/>
                  </a:lnTo>
                  <a:close/>
                </a:path>
                <a:path w="6694170" h="6997065">
                  <a:moveTo>
                    <a:pt x="3705277" y="5044968"/>
                  </a:moveTo>
                  <a:lnTo>
                    <a:pt x="3707339" y="5048534"/>
                  </a:lnTo>
                  <a:lnTo>
                    <a:pt x="3703773" y="5050589"/>
                  </a:lnTo>
                  <a:lnTo>
                    <a:pt x="3701712" y="5047024"/>
                  </a:lnTo>
                  <a:lnTo>
                    <a:pt x="3705277" y="5044968"/>
                  </a:lnTo>
                  <a:close/>
                </a:path>
                <a:path w="6694170" h="6997065">
                  <a:moveTo>
                    <a:pt x="3779979" y="5175530"/>
                  </a:moveTo>
                  <a:lnTo>
                    <a:pt x="3781448" y="5178077"/>
                  </a:lnTo>
                  <a:lnTo>
                    <a:pt x="3778901" y="5179546"/>
                  </a:lnTo>
                  <a:lnTo>
                    <a:pt x="3777432" y="5176999"/>
                  </a:lnTo>
                  <a:lnTo>
                    <a:pt x="3779979" y="5175530"/>
                  </a:lnTo>
                  <a:close/>
                </a:path>
                <a:path w="6694170" h="6997065">
                  <a:moveTo>
                    <a:pt x="3854680" y="5306092"/>
                  </a:moveTo>
                  <a:lnTo>
                    <a:pt x="3855563" y="5307626"/>
                  </a:lnTo>
                  <a:lnTo>
                    <a:pt x="3854041" y="5308503"/>
                  </a:lnTo>
                  <a:lnTo>
                    <a:pt x="3853158" y="5306975"/>
                  </a:lnTo>
                  <a:lnTo>
                    <a:pt x="3854680" y="5306092"/>
                  </a:lnTo>
                  <a:close/>
                </a:path>
                <a:path w="6694170" h="6997065">
                  <a:moveTo>
                    <a:pt x="2903841" y="3942414"/>
                  </a:moveTo>
                  <a:lnTo>
                    <a:pt x="2912950" y="3958187"/>
                  </a:lnTo>
                  <a:lnTo>
                    <a:pt x="2897177" y="3967291"/>
                  </a:lnTo>
                  <a:lnTo>
                    <a:pt x="2888068" y="3951518"/>
                  </a:lnTo>
                  <a:lnTo>
                    <a:pt x="2903841" y="3942414"/>
                  </a:lnTo>
                  <a:close/>
                </a:path>
                <a:path w="6694170" h="6997065">
                  <a:moveTo>
                    <a:pt x="2978436" y="4073379"/>
                  </a:moveTo>
                  <a:lnTo>
                    <a:pt x="2986663" y="4087624"/>
                  </a:lnTo>
                  <a:lnTo>
                    <a:pt x="2972418" y="4095851"/>
                  </a:lnTo>
                  <a:lnTo>
                    <a:pt x="2964191" y="4081606"/>
                  </a:lnTo>
                  <a:lnTo>
                    <a:pt x="2978436" y="4073379"/>
                  </a:lnTo>
                  <a:close/>
                </a:path>
                <a:path w="6694170" h="6997065">
                  <a:moveTo>
                    <a:pt x="3053037" y="4204338"/>
                  </a:moveTo>
                  <a:lnTo>
                    <a:pt x="3060382" y="4217060"/>
                  </a:lnTo>
                  <a:lnTo>
                    <a:pt x="3047659" y="4224405"/>
                  </a:lnTo>
                  <a:lnTo>
                    <a:pt x="3040314" y="4211682"/>
                  </a:lnTo>
                  <a:lnTo>
                    <a:pt x="3053037" y="4204338"/>
                  </a:lnTo>
                  <a:close/>
                </a:path>
                <a:path w="6694170" h="6997065">
                  <a:moveTo>
                    <a:pt x="3127519" y="4335705"/>
                  </a:moveTo>
                  <a:lnTo>
                    <a:pt x="3133691" y="4346396"/>
                  </a:lnTo>
                  <a:lnTo>
                    <a:pt x="3123006" y="4352562"/>
                  </a:lnTo>
                  <a:lnTo>
                    <a:pt x="3116834" y="4341877"/>
                  </a:lnTo>
                  <a:lnTo>
                    <a:pt x="3127519" y="4335705"/>
                  </a:lnTo>
                  <a:close/>
                </a:path>
                <a:path w="6694170" h="6997065">
                  <a:moveTo>
                    <a:pt x="3202115" y="4466670"/>
                  </a:moveTo>
                  <a:lnTo>
                    <a:pt x="3207404" y="4475833"/>
                  </a:lnTo>
                  <a:lnTo>
                    <a:pt x="3198247" y="4481122"/>
                  </a:lnTo>
                  <a:lnTo>
                    <a:pt x="3192958" y="4471959"/>
                  </a:lnTo>
                  <a:lnTo>
                    <a:pt x="3202115" y="4466670"/>
                  </a:lnTo>
                  <a:close/>
                </a:path>
                <a:path w="6694170" h="6997065">
                  <a:moveTo>
                    <a:pt x="3276817" y="4597238"/>
                  </a:moveTo>
                  <a:lnTo>
                    <a:pt x="3281520" y="4605376"/>
                  </a:lnTo>
                  <a:lnTo>
                    <a:pt x="3273375" y="4610073"/>
                  </a:lnTo>
                  <a:lnTo>
                    <a:pt x="3268678" y="4601935"/>
                  </a:lnTo>
                  <a:lnTo>
                    <a:pt x="3276817" y="4597238"/>
                  </a:lnTo>
                  <a:close/>
                </a:path>
                <a:path w="6694170" h="6997065">
                  <a:moveTo>
                    <a:pt x="3351518" y="4727800"/>
                  </a:moveTo>
                  <a:lnTo>
                    <a:pt x="3355635" y="4734925"/>
                  </a:lnTo>
                  <a:lnTo>
                    <a:pt x="3348509" y="4739036"/>
                  </a:lnTo>
                  <a:lnTo>
                    <a:pt x="3344392" y="4731910"/>
                  </a:lnTo>
                  <a:lnTo>
                    <a:pt x="3351518" y="4727800"/>
                  </a:lnTo>
                  <a:close/>
                </a:path>
                <a:path w="6694170" h="6997065">
                  <a:moveTo>
                    <a:pt x="3426113" y="4858759"/>
                  </a:moveTo>
                  <a:lnTo>
                    <a:pt x="3429347" y="4864362"/>
                  </a:lnTo>
                  <a:lnTo>
                    <a:pt x="3423750" y="4867590"/>
                  </a:lnTo>
                  <a:lnTo>
                    <a:pt x="3420516" y="4861993"/>
                  </a:lnTo>
                  <a:lnTo>
                    <a:pt x="3426113" y="4858759"/>
                  </a:lnTo>
                  <a:close/>
                </a:path>
                <a:path w="6694170" h="6997065">
                  <a:moveTo>
                    <a:pt x="3500815" y="4989321"/>
                  </a:moveTo>
                  <a:lnTo>
                    <a:pt x="3503462" y="4993905"/>
                  </a:lnTo>
                  <a:lnTo>
                    <a:pt x="3498878" y="4996547"/>
                  </a:lnTo>
                  <a:lnTo>
                    <a:pt x="3496236" y="4991968"/>
                  </a:lnTo>
                  <a:lnTo>
                    <a:pt x="3500815" y="4989321"/>
                  </a:lnTo>
                  <a:close/>
                </a:path>
                <a:path w="6694170" h="6997065">
                  <a:moveTo>
                    <a:pt x="3575517" y="5119883"/>
                  </a:moveTo>
                  <a:lnTo>
                    <a:pt x="3577578" y="5123449"/>
                  </a:lnTo>
                  <a:lnTo>
                    <a:pt x="3574013" y="5125510"/>
                  </a:lnTo>
                  <a:lnTo>
                    <a:pt x="3571951" y="5121944"/>
                  </a:lnTo>
                  <a:lnTo>
                    <a:pt x="3575517" y="5119883"/>
                  </a:lnTo>
                  <a:close/>
                </a:path>
                <a:path w="6694170" h="6997065">
                  <a:moveTo>
                    <a:pt x="3650224" y="5250445"/>
                  </a:moveTo>
                  <a:lnTo>
                    <a:pt x="3651693" y="5252992"/>
                  </a:lnTo>
                  <a:lnTo>
                    <a:pt x="3649146" y="5254461"/>
                  </a:lnTo>
                  <a:lnTo>
                    <a:pt x="3647677" y="5251914"/>
                  </a:lnTo>
                  <a:lnTo>
                    <a:pt x="3650224" y="5250445"/>
                  </a:lnTo>
                  <a:close/>
                </a:path>
                <a:path w="6694170" h="6997065">
                  <a:moveTo>
                    <a:pt x="3724920" y="5381013"/>
                  </a:moveTo>
                  <a:lnTo>
                    <a:pt x="3725803" y="5382541"/>
                  </a:lnTo>
                  <a:lnTo>
                    <a:pt x="3724280" y="5383424"/>
                  </a:lnTo>
                  <a:lnTo>
                    <a:pt x="3723398" y="5381890"/>
                  </a:lnTo>
                  <a:lnTo>
                    <a:pt x="3724920" y="5381013"/>
                  </a:lnTo>
                  <a:close/>
                </a:path>
                <a:path w="6694170" h="6997065">
                  <a:moveTo>
                    <a:pt x="2923278" y="4279258"/>
                  </a:moveTo>
                  <a:lnTo>
                    <a:pt x="2930623" y="4291981"/>
                  </a:lnTo>
                  <a:lnTo>
                    <a:pt x="2917900" y="4299325"/>
                  </a:lnTo>
                  <a:lnTo>
                    <a:pt x="2910555" y="4286603"/>
                  </a:lnTo>
                  <a:lnTo>
                    <a:pt x="2923278" y="4279258"/>
                  </a:lnTo>
                  <a:close/>
                </a:path>
                <a:path w="6694170" h="6997065">
                  <a:moveTo>
                    <a:pt x="2997873" y="4410223"/>
                  </a:moveTo>
                  <a:lnTo>
                    <a:pt x="3004335" y="4421417"/>
                  </a:lnTo>
                  <a:lnTo>
                    <a:pt x="2993141" y="4427879"/>
                  </a:lnTo>
                  <a:lnTo>
                    <a:pt x="2986678" y="4416685"/>
                  </a:lnTo>
                  <a:lnTo>
                    <a:pt x="2997873" y="4410223"/>
                  </a:lnTo>
                  <a:close/>
                </a:path>
                <a:path w="6694170" h="6997065">
                  <a:moveTo>
                    <a:pt x="3072362" y="4541584"/>
                  </a:moveTo>
                  <a:lnTo>
                    <a:pt x="3077651" y="4550747"/>
                  </a:lnTo>
                  <a:lnTo>
                    <a:pt x="3068488" y="4556037"/>
                  </a:lnTo>
                  <a:lnTo>
                    <a:pt x="3063199" y="4546874"/>
                  </a:lnTo>
                  <a:lnTo>
                    <a:pt x="3072362" y="4541584"/>
                  </a:lnTo>
                  <a:close/>
                </a:path>
                <a:path w="6694170" h="6997065">
                  <a:moveTo>
                    <a:pt x="3147064" y="4672152"/>
                  </a:moveTo>
                  <a:lnTo>
                    <a:pt x="3151766" y="4680290"/>
                  </a:lnTo>
                  <a:lnTo>
                    <a:pt x="3143616" y="4684993"/>
                  </a:lnTo>
                  <a:lnTo>
                    <a:pt x="3138920" y="4676855"/>
                  </a:lnTo>
                  <a:lnTo>
                    <a:pt x="3147064" y="4672152"/>
                  </a:lnTo>
                  <a:close/>
                </a:path>
                <a:path w="6694170" h="6997065">
                  <a:moveTo>
                    <a:pt x="3221759" y="4802714"/>
                  </a:moveTo>
                  <a:lnTo>
                    <a:pt x="3225876" y="4809839"/>
                  </a:lnTo>
                  <a:lnTo>
                    <a:pt x="3218750" y="4813956"/>
                  </a:lnTo>
                  <a:lnTo>
                    <a:pt x="3214639" y="4806831"/>
                  </a:lnTo>
                  <a:lnTo>
                    <a:pt x="3221759" y="4802714"/>
                  </a:lnTo>
                  <a:close/>
                </a:path>
                <a:path w="6694170" h="6997065">
                  <a:moveTo>
                    <a:pt x="3296467" y="4933276"/>
                  </a:moveTo>
                  <a:lnTo>
                    <a:pt x="3299991" y="4939383"/>
                  </a:lnTo>
                  <a:lnTo>
                    <a:pt x="3293884" y="4942907"/>
                  </a:lnTo>
                  <a:lnTo>
                    <a:pt x="3290360" y="4936800"/>
                  </a:lnTo>
                  <a:lnTo>
                    <a:pt x="3296467" y="4933276"/>
                  </a:lnTo>
                  <a:close/>
                </a:path>
                <a:path w="6694170" h="6997065">
                  <a:moveTo>
                    <a:pt x="3371055" y="5064241"/>
                  </a:moveTo>
                  <a:lnTo>
                    <a:pt x="3373703" y="5068819"/>
                  </a:lnTo>
                  <a:lnTo>
                    <a:pt x="3369118" y="5071467"/>
                  </a:lnTo>
                  <a:lnTo>
                    <a:pt x="3366477" y="5066883"/>
                  </a:lnTo>
                  <a:lnTo>
                    <a:pt x="3371055" y="5064241"/>
                  </a:lnTo>
                  <a:close/>
                </a:path>
                <a:path w="6694170" h="6997065">
                  <a:moveTo>
                    <a:pt x="3445757" y="5194803"/>
                  </a:moveTo>
                  <a:lnTo>
                    <a:pt x="3447819" y="5198369"/>
                  </a:lnTo>
                  <a:lnTo>
                    <a:pt x="3444259" y="5200424"/>
                  </a:lnTo>
                  <a:lnTo>
                    <a:pt x="3442197" y="5196858"/>
                  </a:lnTo>
                  <a:lnTo>
                    <a:pt x="3445757" y="5194803"/>
                  </a:lnTo>
                  <a:close/>
                </a:path>
                <a:path w="6694170" h="6997065">
                  <a:moveTo>
                    <a:pt x="3520465" y="5325365"/>
                  </a:moveTo>
                  <a:lnTo>
                    <a:pt x="3521934" y="5327906"/>
                  </a:lnTo>
                  <a:lnTo>
                    <a:pt x="3519387" y="5329375"/>
                  </a:lnTo>
                  <a:lnTo>
                    <a:pt x="3517918" y="5326834"/>
                  </a:lnTo>
                  <a:lnTo>
                    <a:pt x="3520465" y="5325365"/>
                  </a:lnTo>
                  <a:close/>
                </a:path>
                <a:path w="6694170" h="6997065">
                  <a:moveTo>
                    <a:pt x="3595166" y="5455927"/>
                  </a:moveTo>
                  <a:lnTo>
                    <a:pt x="3596049" y="5457455"/>
                  </a:lnTo>
                  <a:lnTo>
                    <a:pt x="3594521" y="5458338"/>
                  </a:lnTo>
                  <a:lnTo>
                    <a:pt x="3593638" y="5456810"/>
                  </a:lnTo>
                  <a:lnTo>
                    <a:pt x="3595166" y="5455927"/>
                  </a:lnTo>
                  <a:close/>
                </a:path>
                <a:path w="6694170" h="6997065">
                  <a:moveTo>
                    <a:pt x="2868112" y="4485142"/>
                  </a:moveTo>
                  <a:lnTo>
                    <a:pt x="2874574" y="4496331"/>
                  </a:lnTo>
                  <a:lnTo>
                    <a:pt x="2863379" y="4502793"/>
                  </a:lnTo>
                  <a:lnTo>
                    <a:pt x="2856917" y="4491604"/>
                  </a:lnTo>
                  <a:lnTo>
                    <a:pt x="2868112" y="4485142"/>
                  </a:lnTo>
                  <a:close/>
                </a:path>
                <a:path w="6694170" h="6997065">
                  <a:moveTo>
                    <a:pt x="2942707" y="4616101"/>
                  </a:moveTo>
                  <a:lnTo>
                    <a:pt x="2948293" y="4625767"/>
                  </a:lnTo>
                  <a:lnTo>
                    <a:pt x="2938620" y="4631353"/>
                  </a:lnTo>
                  <a:lnTo>
                    <a:pt x="2933041" y="4621681"/>
                  </a:lnTo>
                  <a:lnTo>
                    <a:pt x="2942707" y="4616101"/>
                  </a:lnTo>
                  <a:close/>
                </a:path>
                <a:path w="6694170" h="6997065">
                  <a:moveTo>
                    <a:pt x="3017409" y="4746663"/>
                  </a:moveTo>
                  <a:lnTo>
                    <a:pt x="3022402" y="4755317"/>
                  </a:lnTo>
                  <a:lnTo>
                    <a:pt x="3013754" y="4760310"/>
                  </a:lnTo>
                  <a:lnTo>
                    <a:pt x="3008761" y="4751656"/>
                  </a:lnTo>
                  <a:lnTo>
                    <a:pt x="3017409" y="4746663"/>
                  </a:lnTo>
                  <a:close/>
                </a:path>
                <a:path w="6694170" h="6997065">
                  <a:moveTo>
                    <a:pt x="3092111" y="4877225"/>
                  </a:moveTo>
                  <a:lnTo>
                    <a:pt x="3096518" y="4884860"/>
                  </a:lnTo>
                  <a:lnTo>
                    <a:pt x="3088883" y="4889267"/>
                  </a:lnTo>
                  <a:lnTo>
                    <a:pt x="3084476" y="4881632"/>
                  </a:lnTo>
                  <a:lnTo>
                    <a:pt x="3092111" y="4877225"/>
                  </a:lnTo>
                  <a:close/>
                </a:path>
                <a:path w="6694170" h="6997065">
                  <a:moveTo>
                    <a:pt x="3166706" y="5008196"/>
                  </a:moveTo>
                  <a:lnTo>
                    <a:pt x="3170230" y="5014297"/>
                  </a:lnTo>
                  <a:lnTo>
                    <a:pt x="3164124" y="5017821"/>
                  </a:lnTo>
                  <a:lnTo>
                    <a:pt x="3160599" y="5011720"/>
                  </a:lnTo>
                  <a:lnTo>
                    <a:pt x="3166706" y="5008196"/>
                  </a:lnTo>
                  <a:close/>
                </a:path>
                <a:path w="6694170" h="6997065">
                  <a:moveTo>
                    <a:pt x="3241408" y="5138758"/>
                  </a:moveTo>
                  <a:lnTo>
                    <a:pt x="3244345" y="5143846"/>
                  </a:lnTo>
                  <a:lnTo>
                    <a:pt x="3239258" y="5146784"/>
                  </a:lnTo>
                  <a:lnTo>
                    <a:pt x="3236320" y="5141696"/>
                  </a:lnTo>
                  <a:lnTo>
                    <a:pt x="3241408" y="5138758"/>
                  </a:lnTo>
                  <a:close/>
                </a:path>
                <a:path w="6694170" h="6997065">
                  <a:moveTo>
                    <a:pt x="3316109" y="5269320"/>
                  </a:moveTo>
                  <a:lnTo>
                    <a:pt x="3318461" y="5273389"/>
                  </a:lnTo>
                  <a:lnTo>
                    <a:pt x="3314386" y="5275741"/>
                  </a:lnTo>
                  <a:lnTo>
                    <a:pt x="3312040" y="5271672"/>
                  </a:lnTo>
                  <a:lnTo>
                    <a:pt x="3316109" y="5269320"/>
                  </a:lnTo>
                  <a:close/>
                </a:path>
                <a:path w="6694170" h="6997065">
                  <a:moveTo>
                    <a:pt x="3390816" y="5399882"/>
                  </a:moveTo>
                  <a:lnTo>
                    <a:pt x="3392576" y="5402932"/>
                  </a:lnTo>
                  <a:lnTo>
                    <a:pt x="3389525" y="5404697"/>
                  </a:lnTo>
                  <a:lnTo>
                    <a:pt x="3387760" y="5401641"/>
                  </a:lnTo>
                  <a:lnTo>
                    <a:pt x="3390816" y="5399882"/>
                  </a:lnTo>
                  <a:close/>
                </a:path>
                <a:path w="6694170" h="6997065">
                  <a:moveTo>
                    <a:pt x="3465518" y="5530444"/>
                  </a:moveTo>
                  <a:lnTo>
                    <a:pt x="3466691" y="5532476"/>
                  </a:lnTo>
                  <a:lnTo>
                    <a:pt x="3464654" y="5533649"/>
                  </a:lnTo>
                  <a:lnTo>
                    <a:pt x="3463481" y="5531623"/>
                  </a:lnTo>
                  <a:lnTo>
                    <a:pt x="3465518" y="5530444"/>
                  </a:lnTo>
                  <a:close/>
                </a:path>
                <a:path w="6694170" h="6997065">
                  <a:moveTo>
                    <a:pt x="2887653" y="4821578"/>
                  </a:moveTo>
                  <a:lnTo>
                    <a:pt x="2892646" y="4830231"/>
                  </a:lnTo>
                  <a:lnTo>
                    <a:pt x="2883992" y="4835230"/>
                  </a:lnTo>
                  <a:lnTo>
                    <a:pt x="2878999" y="4826577"/>
                  </a:lnTo>
                  <a:lnTo>
                    <a:pt x="2887653" y="4821578"/>
                  </a:lnTo>
                  <a:close/>
                </a:path>
                <a:path w="6694170" h="6997065">
                  <a:moveTo>
                    <a:pt x="2962349" y="4952146"/>
                  </a:moveTo>
                  <a:lnTo>
                    <a:pt x="2966756" y="4959774"/>
                  </a:lnTo>
                  <a:lnTo>
                    <a:pt x="2959121" y="4964181"/>
                  </a:lnTo>
                  <a:lnTo>
                    <a:pt x="2954714" y="4956552"/>
                  </a:lnTo>
                  <a:lnTo>
                    <a:pt x="2962349" y="4952146"/>
                  </a:lnTo>
                  <a:close/>
                </a:path>
                <a:path w="6694170" h="6997065">
                  <a:moveTo>
                    <a:pt x="3036949" y="5083110"/>
                  </a:moveTo>
                  <a:lnTo>
                    <a:pt x="3040474" y="5089211"/>
                  </a:lnTo>
                  <a:lnTo>
                    <a:pt x="3034368" y="5092741"/>
                  </a:lnTo>
                  <a:lnTo>
                    <a:pt x="3030843" y="5086634"/>
                  </a:lnTo>
                  <a:lnTo>
                    <a:pt x="3036949" y="5083110"/>
                  </a:lnTo>
                  <a:close/>
                </a:path>
                <a:path w="6694170" h="6997065">
                  <a:moveTo>
                    <a:pt x="3111646" y="5213672"/>
                  </a:moveTo>
                  <a:lnTo>
                    <a:pt x="3114584" y="5218760"/>
                  </a:lnTo>
                  <a:lnTo>
                    <a:pt x="3109496" y="5221698"/>
                  </a:lnTo>
                  <a:lnTo>
                    <a:pt x="3106558" y="5216610"/>
                  </a:lnTo>
                  <a:lnTo>
                    <a:pt x="3111646" y="5213672"/>
                  </a:lnTo>
                  <a:close/>
                </a:path>
                <a:path w="6694170" h="6997065">
                  <a:moveTo>
                    <a:pt x="3186353" y="5344234"/>
                  </a:moveTo>
                  <a:lnTo>
                    <a:pt x="3188699" y="5348304"/>
                  </a:lnTo>
                  <a:lnTo>
                    <a:pt x="3184629" y="5350655"/>
                  </a:lnTo>
                  <a:lnTo>
                    <a:pt x="3182284" y="5346586"/>
                  </a:lnTo>
                  <a:lnTo>
                    <a:pt x="3186353" y="5344234"/>
                  </a:lnTo>
                  <a:close/>
                </a:path>
                <a:path w="6694170" h="6997065">
                  <a:moveTo>
                    <a:pt x="3261055" y="5474797"/>
                  </a:moveTo>
                  <a:lnTo>
                    <a:pt x="3262814" y="5477853"/>
                  </a:lnTo>
                  <a:lnTo>
                    <a:pt x="3259763" y="5479612"/>
                  </a:lnTo>
                  <a:lnTo>
                    <a:pt x="3258004" y="5476562"/>
                  </a:lnTo>
                  <a:lnTo>
                    <a:pt x="3261055" y="5474797"/>
                  </a:lnTo>
                  <a:close/>
                </a:path>
                <a:path w="6694170" h="6997065">
                  <a:moveTo>
                    <a:pt x="3335757" y="5605364"/>
                  </a:moveTo>
                  <a:lnTo>
                    <a:pt x="3336930" y="5607390"/>
                  </a:lnTo>
                  <a:lnTo>
                    <a:pt x="3334892" y="5608569"/>
                  </a:lnTo>
                  <a:lnTo>
                    <a:pt x="3333719" y="5606537"/>
                  </a:lnTo>
                  <a:lnTo>
                    <a:pt x="3335757" y="5605364"/>
                  </a:lnTo>
                  <a:close/>
                </a:path>
                <a:path w="6694170" h="6997065">
                  <a:moveTo>
                    <a:pt x="2907296" y="5157621"/>
                  </a:moveTo>
                  <a:lnTo>
                    <a:pt x="2911116" y="5164243"/>
                  </a:lnTo>
                  <a:lnTo>
                    <a:pt x="2904500" y="5168057"/>
                  </a:lnTo>
                  <a:lnTo>
                    <a:pt x="2900680" y="5161441"/>
                  </a:lnTo>
                  <a:lnTo>
                    <a:pt x="2907296" y="5157621"/>
                  </a:lnTo>
                  <a:close/>
                </a:path>
                <a:path w="6694170" h="6997065">
                  <a:moveTo>
                    <a:pt x="2981891" y="5288586"/>
                  </a:moveTo>
                  <a:lnTo>
                    <a:pt x="2984829" y="5293673"/>
                  </a:lnTo>
                  <a:lnTo>
                    <a:pt x="2979741" y="5296611"/>
                  </a:lnTo>
                  <a:lnTo>
                    <a:pt x="2976803" y="5291523"/>
                  </a:lnTo>
                  <a:lnTo>
                    <a:pt x="2981891" y="5288586"/>
                  </a:lnTo>
                  <a:close/>
                </a:path>
                <a:path w="6694170" h="6997065">
                  <a:moveTo>
                    <a:pt x="3056592" y="5419153"/>
                  </a:moveTo>
                  <a:lnTo>
                    <a:pt x="3058938" y="5423223"/>
                  </a:lnTo>
                  <a:lnTo>
                    <a:pt x="3054869" y="5425568"/>
                  </a:lnTo>
                  <a:lnTo>
                    <a:pt x="3052523" y="5421499"/>
                  </a:lnTo>
                  <a:lnTo>
                    <a:pt x="3056592" y="5419153"/>
                  </a:lnTo>
                  <a:close/>
                </a:path>
                <a:path w="6694170" h="6997065">
                  <a:moveTo>
                    <a:pt x="3131294" y="5549716"/>
                  </a:moveTo>
                  <a:lnTo>
                    <a:pt x="3133060" y="5552766"/>
                  </a:lnTo>
                  <a:lnTo>
                    <a:pt x="3130003" y="5554531"/>
                  </a:lnTo>
                  <a:lnTo>
                    <a:pt x="3128244" y="5551475"/>
                  </a:lnTo>
                  <a:lnTo>
                    <a:pt x="3131294" y="5549716"/>
                  </a:lnTo>
                  <a:close/>
                </a:path>
                <a:path w="6694170" h="6997065">
                  <a:moveTo>
                    <a:pt x="3205996" y="5680278"/>
                  </a:moveTo>
                  <a:lnTo>
                    <a:pt x="3207169" y="5682309"/>
                  </a:lnTo>
                  <a:lnTo>
                    <a:pt x="3205131" y="5683482"/>
                  </a:lnTo>
                  <a:lnTo>
                    <a:pt x="3203958" y="5681456"/>
                  </a:lnTo>
                  <a:lnTo>
                    <a:pt x="3205996" y="5680278"/>
                  </a:lnTo>
                  <a:close/>
                </a:path>
                <a:path w="6694170" h="6997065">
                  <a:moveTo>
                    <a:pt x="3279678" y="5811432"/>
                  </a:moveTo>
                  <a:lnTo>
                    <a:pt x="3281044" y="5811432"/>
                  </a:lnTo>
                  <a:lnTo>
                    <a:pt x="3281290" y="5811859"/>
                  </a:lnTo>
                  <a:lnTo>
                    <a:pt x="3279925" y="5811859"/>
                  </a:lnTo>
                  <a:lnTo>
                    <a:pt x="3279678" y="5811432"/>
                  </a:lnTo>
                  <a:close/>
                </a:path>
                <a:path w="6694170" h="6997065">
                  <a:moveTo>
                    <a:pt x="2926837" y="5494068"/>
                  </a:moveTo>
                  <a:lnTo>
                    <a:pt x="2929183" y="5498137"/>
                  </a:lnTo>
                  <a:lnTo>
                    <a:pt x="2925113" y="5500489"/>
                  </a:lnTo>
                  <a:lnTo>
                    <a:pt x="2922762" y="5496420"/>
                  </a:lnTo>
                  <a:lnTo>
                    <a:pt x="2926837" y="5494068"/>
                  </a:lnTo>
                  <a:close/>
                </a:path>
                <a:path w="6694170" h="6997065">
                  <a:moveTo>
                    <a:pt x="3001534" y="5624630"/>
                  </a:moveTo>
                  <a:lnTo>
                    <a:pt x="3003298" y="5627686"/>
                  </a:lnTo>
                  <a:lnTo>
                    <a:pt x="3000242" y="5629446"/>
                  </a:lnTo>
                  <a:lnTo>
                    <a:pt x="2998483" y="5626395"/>
                  </a:lnTo>
                  <a:lnTo>
                    <a:pt x="3001534" y="5624630"/>
                  </a:lnTo>
                  <a:close/>
                </a:path>
                <a:path w="6694170" h="6997065">
                  <a:moveTo>
                    <a:pt x="3076235" y="5755198"/>
                  </a:moveTo>
                  <a:lnTo>
                    <a:pt x="3077408" y="5757224"/>
                  </a:lnTo>
                  <a:lnTo>
                    <a:pt x="3075376" y="5758402"/>
                  </a:lnTo>
                  <a:lnTo>
                    <a:pt x="3074203" y="5756371"/>
                  </a:lnTo>
                  <a:lnTo>
                    <a:pt x="3076235" y="5755198"/>
                  </a:lnTo>
                  <a:close/>
                </a:path>
                <a:path w="6694170" h="6997065">
                  <a:moveTo>
                    <a:pt x="3149923" y="5886347"/>
                  </a:moveTo>
                  <a:lnTo>
                    <a:pt x="3151282" y="5886347"/>
                  </a:lnTo>
                  <a:lnTo>
                    <a:pt x="3151529" y="5886773"/>
                  </a:lnTo>
                  <a:lnTo>
                    <a:pt x="3150170" y="5886773"/>
                  </a:lnTo>
                  <a:lnTo>
                    <a:pt x="3149923" y="5886347"/>
                  </a:lnTo>
                  <a:close/>
                </a:path>
                <a:path w="6694170" h="6997065">
                  <a:moveTo>
                    <a:pt x="2797076" y="5568982"/>
                  </a:moveTo>
                  <a:lnTo>
                    <a:pt x="2799422" y="5573051"/>
                  </a:lnTo>
                  <a:lnTo>
                    <a:pt x="2795353" y="5575403"/>
                  </a:lnTo>
                  <a:lnTo>
                    <a:pt x="2793001" y="5571334"/>
                  </a:lnTo>
                  <a:lnTo>
                    <a:pt x="2797076" y="5568982"/>
                  </a:lnTo>
                  <a:close/>
                </a:path>
                <a:path w="6694170" h="6997065">
                  <a:moveTo>
                    <a:pt x="2871778" y="5699544"/>
                  </a:moveTo>
                  <a:lnTo>
                    <a:pt x="2873543" y="5702600"/>
                  </a:lnTo>
                  <a:lnTo>
                    <a:pt x="2870487" y="5704365"/>
                  </a:lnTo>
                  <a:lnTo>
                    <a:pt x="2868722" y="5701309"/>
                  </a:lnTo>
                  <a:lnTo>
                    <a:pt x="2871778" y="5699544"/>
                  </a:lnTo>
                  <a:close/>
                </a:path>
                <a:path w="6694170" h="6997065">
                  <a:moveTo>
                    <a:pt x="2946480" y="5830112"/>
                  </a:moveTo>
                  <a:lnTo>
                    <a:pt x="2947653" y="5832144"/>
                  </a:lnTo>
                  <a:lnTo>
                    <a:pt x="2945621" y="5833316"/>
                  </a:lnTo>
                  <a:lnTo>
                    <a:pt x="2944448" y="5831285"/>
                  </a:lnTo>
                  <a:lnTo>
                    <a:pt x="2946480" y="5830112"/>
                  </a:lnTo>
                  <a:close/>
                </a:path>
                <a:path w="6694170" h="6997065">
                  <a:moveTo>
                    <a:pt x="3020163" y="5961260"/>
                  </a:moveTo>
                  <a:lnTo>
                    <a:pt x="3021519" y="5961260"/>
                  </a:lnTo>
                  <a:lnTo>
                    <a:pt x="3021768" y="5961693"/>
                  </a:lnTo>
                  <a:lnTo>
                    <a:pt x="3020412" y="5961693"/>
                  </a:lnTo>
                  <a:lnTo>
                    <a:pt x="3020163" y="5961260"/>
                  </a:lnTo>
                  <a:close/>
                </a:path>
                <a:path w="6694170" h="6997065">
                  <a:moveTo>
                    <a:pt x="2667316" y="5643903"/>
                  </a:moveTo>
                  <a:lnTo>
                    <a:pt x="2669667" y="5647972"/>
                  </a:lnTo>
                  <a:lnTo>
                    <a:pt x="2665592" y="5650324"/>
                  </a:lnTo>
                  <a:lnTo>
                    <a:pt x="2663241" y="5646254"/>
                  </a:lnTo>
                  <a:lnTo>
                    <a:pt x="2667316" y="5643903"/>
                  </a:lnTo>
                  <a:close/>
                </a:path>
                <a:path w="6694170" h="6997065">
                  <a:moveTo>
                    <a:pt x="2742017" y="5774465"/>
                  </a:moveTo>
                  <a:lnTo>
                    <a:pt x="2743783" y="5777515"/>
                  </a:lnTo>
                  <a:lnTo>
                    <a:pt x="2740732" y="5779280"/>
                  </a:lnTo>
                  <a:lnTo>
                    <a:pt x="2738967" y="5776224"/>
                  </a:lnTo>
                  <a:lnTo>
                    <a:pt x="2742017" y="5774465"/>
                  </a:lnTo>
                  <a:close/>
                </a:path>
                <a:path w="6694170" h="6997065">
                  <a:moveTo>
                    <a:pt x="2816725" y="5905027"/>
                  </a:moveTo>
                  <a:lnTo>
                    <a:pt x="2817898" y="5907059"/>
                  </a:lnTo>
                  <a:lnTo>
                    <a:pt x="2815860" y="5908231"/>
                  </a:lnTo>
                  <a:lnTo>
                    <a:pt x="2814687" y="5906206"/>
                  </a:lnTo>
                  <a:lnTo>
                    <a:pt x="2816725" y="5905027"/>
                  </a:lnTo>
                  <a:close/>
                </a:path>
                <a:path w="6694170" h="6997065">
                  <a:moveTo>
                    <a:pt x="2890408" y="6036181"/>
                  </a:moveTo>
                  <a:lnTo>
                    <a:pt x="2891760" y="6036181"/>
                  </a:lnTo>
                  <a:lnTo>
                    <a:pt x="2892007" y="6036608"/>
                  </a:lnTo>
                  <a:lnTo>
                    <a:pt x="2890655" y="6036608"/>
                  </a:lnTo>
                  <a:lnTo>
                    <a:pt x="2890408" y="6036181"/>
                  </a:lnTo>
                  <a:close/>
                </a:path>
                <a:path w="6694170" h="6997065">
                  <a:moveTo>
                    <a:pt x="2462859" y="5588256"/>
                  </a:moveTo>
                  <a:lnTo>
                    <a:pt x="2465797" y="5593343"/>
                  </a:lnTo>
                  <a:lnTo>
                    <a:pt x="2460709" y="5596281"/>
                  </a:lnTo>
                  <a:lnTo>
                    <a:pt x="2457771" y="5591193"/>
                  </a:lnTo>
                  <a:lnTo>
                    <a:pt x="2462859" y="5588256"/>
                  </a:lnTo>
                  <a:close/>
                </a:path>
                <a:path w="6694170" h="6997065">
                  <a:moveTo>
                    <a:pt x="2537555" y="5718818"/>
                  </a:moveTo>
                  <a:lnTo>
                    <a:pt x="2539906" y="5722887"/>
                  </a:lnTo>
                  <a:lnTo>
                    <a:pt x="2535837" y="5725238"/>
                  </a:lnTo>
                  <a:lnTo>
                    <a:pt x="2533486" y="5721169"/>
                  </a:lnTo>
                  <a:lnTo>
                    <a:pt x="2537555" y="5718818"/>
                  </a:lnTo>
                  <a:close/>
                </a:path>
                <a:path w="6694170" h="6997065">
                  <a:moveTo>
                    <a:pt x="2612262" y="5849380"/>
                  </a:moveTo>
                  <a:lnTo>
                    <a:pt x="2614021" y="5852436"/>
                  </a:lnTo>
                  <a:lnTo>
                    <a:pt x="2610971" y="5854195"/>
                  </a:lnTo>
                  <a:lnTo>
                    <a:pt x="2609206" y="5851145"/>
                  </a:lnTo>
                  <a:lnTo>
                    <a:pt x="2612262" y="5849380"/>
                  </a:lnTo>
                  <a:close/>
                </a:path>
                <a:path w="6694170" h="6997065">
                  <a:moveTo>
                    <a:pt x="2686964" y="5979948"/>
                  </a:moveTo>
                  <a:lnTo>
                    <a:pt x="2688137" y="5981973"/>
                  </a:lnTo>
                  <a:lnTo>
                    <a:pt x="2686099" y="5983152"/>
                  </a:lnTo>
                  <a:lnTo>
                    <a:pt x="2684926" y="5981120"/>
                  </a:lnTo>
                  <a:lnTo>
                    <a:pt x="2686964" y="5979948"/>
                  </a:lnTo>
                  <a:close/>
                </a:path>
                <a:path w="6694170" h="6997065">
                  <a:moveTo>
                    <a:pt x="2760647" y="6111096"/>
                  </a:moveTo>
                  <a:lnTo>
                    <a:pt x="2762005" y="6111096"/>
                  </a:lnTo>
                  <a:lnTo>
                    <a:pt x="2762252" y="6111523"/>
                  </a:lnTo>
                  <a:lnTo>
                    <a:pt x="2760893" y="6111523"/>
                  </a:lnTo>
                  <a:lnTo>
                    <a:pt x="2760647" y="6111096"/>
                  </a:lnTo>
                  <a:close/>
                </a:path>
                <a:path w="6694170" h="6997065">
                  <a:moveTo>
                    <a:pt x="2333098" y="5663170"/>
                  </a:moveTo>
                  <a:lnTo>
                    <a:pt x="2336036" y="5668258"/>
                  </a:lnTo>
                  <a:lnTo>
                    <a:pt x="2330948" y="5671195"/>
                  </a:lnTo>
                  <a:lnTo>
                    <a:pt x="2328010" y="5666108"/>
                  </a:lnTo>
                  <a:lnTo>
                    <a:pt x="2333098" y="5663170"/>
                  </a:lnTo>
                  <a:close/>
                </a:path>
                <a:path w="6694170" h="6997065">
                  <a:moveTo>
                    <a:pt x="2407800" y="5793732"/>
                  </a:moveTo>
                  <a:lnTo>
                    <a:pt x="2410151" y="5797801"/>
                  </a:lnTo>
                  <a:lnTo>
                    <a:pt x="2406076" y="5800153"/>
                  </a:lnTo>
                  <a:lnTo>
                    <a:pt x="2403730" y="5796084"/>
                  </a:lnTo>
                  <a:lnTo>
                    <a:pt x="2407800" y="5793732"/>
                  </a:lnTo>
                  <a:close/>
                </a:path>
                <a:path w="6694170" h="6997065">
                  <a:moveTo>
                    <a:pt x="2482500" y="5924300"/>
                  </a:moveTo>
                  <a:lnTo>
                    <a:pt x="2484260" y="5927350"/>
                  </a:lnTo>
                  <a:lnTo>
                    <a:pt x="2481210" y="5929115"/>
                  </a:lnTo>
                  <a:lnTo>
                    <a:pt x="2479444" y="5926059"/>
                  </a:lnTo>
                  <a:lnTo>
                    <a:pt x="2482500" y="5924300"/>
                  </a:lnTo>
                  <a:close/>
                </a:path>
                <a:path w="6694170" h="6997065">
                  <a:moveTo>
                    <a:pt x="2557203" y="6054862"/>
                  </a:moveTo>
                  <a:lnTo>
                    <a:pt x="2558376" y="6056894"/>
                  </a:lnTo>
                  <a:lnTo>
                    <a:pt x="2556338" y="6058066"/>
                  </a:lnTo>
                  <a:lnTo>
                    <a:pt x="2555165" y="6056041"/>
                  </a:lnTo>
                  <a:lnTo>
                    <a:pt x="2557203" y="6054862"/>
                  </a:lnTo>
                  <a:close/>
                </a:path>
                <a:path w="6694170" h="6997065">
                  <a:moveTo>
                    <a:pt x="2630892" y="6186010"/>
                  </a:moveTo>
                  <a:lnTo>
                    <a:pt x="2632242" y="6186010"/>
                  </a:lnTo>
                  <a:lnTo>
                    <a:pt x="2632491" y="6186443"/>
                  </a:lnTo>
                  <a:lnTo>
                    <a:pt x="2631141" y="6186443"/>
                  </a:lnTo>
                  <a:lnTo>
                    <a:pt x="2630892" y="6186010"/>
                  </a:lnTo>
                  <a:close/>
                </a:path>
                <a:path w="6694170" h="6997065">
                  <a:moveTo>
                    <a:pt x="2128741" y="5607120"/>
                  </a:moveTo>
                  <a:lnTo>
                    <a:pt x="2132562" y="5613742"/>
                  </a:lnTo>
                  <a:lnTo>
                    <a:pt x="2125946" y="5617563"/>
                  </a:lnTo>
                  <a:lnTo>
                    <a:pt x="2122125" y="5610941"/>
                  </a:lnTo>
                  <a:lnTo>
                    <a:pt x="2128741" y="5607120"/>
                  </a:lnTo>
                  <a:close/>
                </a:path>
                <a:path w="6694170" h="6997065">
                  <a:moveTo>
                    <a:pt x="2203337" y="5738091"/>
                  </a:moveTo>
                  <a:lnTo>
                    <a:pt x="2206274" y="5743179"/>
                  </a:lnTo>
                  <a:lnTo>
                    <a:pt x="2201187" y="5746116"/>
                  </a:lnTo>
                  <a:lnTo>
                    <a:pt x="2198249" y="5741029"/>
                  </a:lnTo>
                  <a:lnTo>
                    <a:pt x="2203337" y="5738091"/>
                  </a:lnTo>
                  <a:close/>
                </a:path>
                <a:path w="6694170" h="6997065">
                  <a:moveTo>
                    <a:pt x="2278038" y="5868653"/>
                  </a:moveTo>
                  <a:lnTo>
                    <a:pt x="2280390" y="5872722"/>
                  </a:lnTo>
                  <a:lnTo>
                    <a:pt x="2276315" y="5875074"/>
                  </a:lnTo>
                  <a:lnTo>
                    <a:pt x="2273969" y="5871004"/>
                  </a:lnTo>
                  <a:lnTo>
                    <a:pt x="2278038" y="5868653"/>
                  </a:lnTo>
                  <a:close/>
                </a:path>
                <a:path w="6694170" h="6997065">
                  <a:moveTo>
                    <a:pt x="2352746" y="5999215"/>
                  </a:moveTo>
                  <a:lnTo>
                    <a:pt x="2354505" y="6002265"/>
                  </a:lnTo>
                  <a:lnTo>
                    <a:pt x="2351448" y="6004030"/>
                  </a:lnTo>
                  <a:lnTo>
                    <a:pt x="2349689" y="6000980"/>
                  </a:lnTo>
                  <a:lnTo>
                    <a:pt x="2352746" y="5999215"/>
                  </a:lnTo>
                  <a:close/>
                </a:path>
                <a:path w="6694170" h="6997065">
                  <a:moveTo>
                    <a:pt x="2427442" y="6129783"/>
                  </a:moveTo>
                  <a:lnTo>
                    <a:pt x="2428615" y="6131808"/>
                  </a:lnTo>
                  <a:lnTo>
                    <a:pt x="2426583" y="6132981"/>
                  </a:lnTo>
                  <a:lnTo>
                    <a:pt x="2425410" y="6130956"/>
                  </a:lnTo>
                  <a:lnTo>
                    <a:pt x="2427442" y="6129783"/>
                  </a:lnTo>
                  <a:close/>
                </a:path>
                <a:path w="6694170" h="6997065">
                  <a:moveTo>
                    <a:pt x="2501131" y="6260931"/>
                  </a:moveTo>
                  <a:lnTo>
                    <a:pt x="2502483" y="6260931"/>
                  </a:lnTo>
                  <a:lnTo>
                    <a:pt x="2502730" y="6261358"/>
                  </a:lnTo>
                  <a:lnTo>
                    <a:pt x="2501377" y="6261358"/>
                  </a:lnTo>
                  <a:lnTo>
                    <a:pt x="2501131" y="6260931"/>
                  </a:lnTo>
                  <a:close/>
                </a:path>
                <a:path w="6694170" h="6997065">
                  <a:moveTo>
                    <a:pt x="1924280" y="5551478"/>
                  </a:moveTo>
                  <a:lnTo>
                    <a:pt x="1928687" y="5559107"/>
                  </a:lnTo>
                  <a:lnTo>
                    <a:pt x="1921052" y="5563514"/>
                  </a:lnTo>
                  <a:lnTo>
                    <a:pt x="1916645" y="5555885"/>
                  </a:lnTo>
                  <a:lnTo>
                    <a:pt x="1924280" y="5551478"/>
                  </a:lnTo>
                  <a:close/>
                </a:path>
                <a:path w="6694170" h="6997065">
                  <a:moveTo>
                    <a:pt x="1998981" y="5682040"/>
                  </a:moveTo>
                  <a:lnTo>
                    <a:pt x="2002802" y="5688656"/>
                  </a:lnTo>
                  <a:lnTo>
                    <a:pt x="1996186" y="5692477"/>
                  </a:lnTo>
                  <a:lnTo>
                    <a:pt x="1992365" y="5685861"/>
                  </a:lnTo>
                  <a:lnTo>
                    <a:pt x="1998981" y="5682040"/>
                  </a:lnTo>
                  <a:close/>
                </a:path>
                <a:path w="6694170" h="6997065">
                  <a:moveTo>
                    <a:pt x="2073577" y="5813005"/>
                  </a:moveTo>
                  <a:lnTo>
                    <a:pt x="2076514" y="5818093"/>
                  </a:lnTo>
                  <a:lnTo>
                    <a:pt x="2071427" y="5821031"/>
                  </a:lnTo>
                  <a:lnTo>
                    <a:pt x="2068489" y="5815943"/>
                  </a:lnTo>
                  <a:lnTo>
                    <a:pt x="2073577" y="5813005"/>
                  </a:lnTo>
                  <a:close/>
                </a:path>
                <a:path w="6694170" h="6997065">
                  <a:moveTo>
                    <a:pt x="2148284" y="5943567"/>
                  </a:moveTo>
                  <a:lnTo>
                    <a:pt x="2150630" y="5947636"/>
                  </a:lnTo>
                  <a:lnTo>
                    <a:pt x="2146555" y="5949988"/>
                  </a:lnTo>
                  <a:lnTo>
                    <a:pt x="2144209" y="5945919"/>
                  </a:lnTo>
                  <a:lnTo>
                    <a:pt x="2148284" y="5943567"/>
                  </a:lnTo>
                  <a:close/>
                </a:path>
                <a:path w="6694170" h="6997065">
                  <a:moveTo>
                    <a:pt x="2222986" y="6074129"/>
                  </a:moveTo>
                  <a:lnTo>
                    <a:pt x="2224745" y="6077186"/>
                  </a:lnTo>
                  <a:lnTo>
                    <a:pt x="2221694" y="6078945"/>
                  </a:lnTo>
                  <a:lnTo>
                    <a:pt x="2219935" y="6075895"/>
                  </a:lnTo>
                  <a:lnTo>
                    <a:pt x="2222986" y="6074129"/>
                  </a:lnTo>
                  <a:close/>
                </a:path>
                <a:path w="6694170" h="6997065">
                  <a:moveTo>
                    <a:pt x="2297687" y="6204697"/>
                  </a:moveTo>
                  <a:lnTo>
                    <a:pt x="2298860" y="6206723"/>
                  </a:lnTo>
                  <a:lnTo>
                    <a:pt x="2296823" y="6207901"/>
                  </a:lnTo>
                  <a:lnTo>
                    <a:pt x="2295650" y="6205870"/>
                  </a:lnTo>
                  <a:lnTo>
                    <a:pt x="2297687" y="6204697"/>
                  </a:lnTo>
                  <a:close/>
                </a:path>
                <a:path w="6694170" h="6997065">
                  <a:moveTo>
                    <a:pt x="2371370" y="6335846"/>
                  </a:moveTo>
                  <a:lnTo>
                    <a:pt x="2372721" y="6335846"/>
                  </a:lnTo>
                  <a:lnTo>
                    <a:pt x="2372970" y="6336278"/>
                  </a:lnTo>
                  <a:lnTo>
                    <a:pt x="2371619" y="6336278"/>
                  </a:lnTo>
                  <a:lnTo>
                    <a:pt x="2371370" y="6335846"/>
                  </a:lnTo>
                  <a:close/>
                </a:path>
                <a:path w="6694170" h="6997065">
                  <a:moveTo>
                    <a:pt x="1794519" y="5626393"/>
                  </a:moveTo>
                  <a:lnTo>
                    <a:pt x="1798926" y="5634028"/>
                  </a:lnTo>
                  <a:lnTo>
                    <a:pt x="1791297" y="5638435"/>
                  </a:lnTo>
                  <a:lnTo>
                    <a:pt x="1786890" y="5630800"/>
                  </a:lnTo>
                  <a:lnTo>
                    <a:pt x="1794519" y="5626393"/>
                  </a:lnTo>
                  <a:close/>
                </a:path>
                <a:path w="6694170" h="6997065">
                  <a:moveTo>
                    <a:pt x="1869226" y="5756955"/>
                  </a:moveTo>
                  <a:lnTo>
                    <a:pt x="1873047" y="5763577"/>
                  </a:lnTo>
                  <a:lnTo>
                    <a:pt x="1866431" y="5767392"/>
                  </a:lnTo>
                  <a:lnTo>
                    <a:pt x="1862610" y="5760776"/>
                  </a:lnTo>
                  <a:lnTo>
                    <a:pt x="1869226" y="5756955"/>
                  </a:lnTo>
                  <a:close/>
                </a:path>
                <a:path w="6694170" h="6997065">
                  <a:moveTo>
                    <a:pt x="1943815" y="5887926"/>
                  </a:moveTo>
                  <a:lnTo>
                    <a:pt x="1946753" y="5893014"/>
                  </a:lnTo>
                  <a:lnTo>
                    <a:pt x="1941665" y="5895952"/>
                  </a:lnTo>
                  <a:lnTo>
                    <a:pt x="1938728" y="5890864"/>
                  </a:lnTo>
                  <a:lnTo>
                    <a:pt x="1943815" y="5887926"/>
                  </a:lnTo>
                  <a:close/>
                </a:path>
                <a:path w="6694170" h="6997065">
                  <a:moveTo>
                    <a:pt x="2018523" y="6018488"/>
                  </a:moveTo>
                  <a:lnTo>
                    <a:pt x="2020868" y="6022557"/>
                  </a:lnTo>
                  <a:lnTo>
                    <a:pt x="2016799" y="6024903"/>
                  </a:lnTo>
                  <a:lnTo>
                    <a:pt x="2014454" y="6020833"/>
                  </a:lnTo>
                  <a:lnTo>
                    <a:pt x="2018523" y="6018488"/>
                  </a:lnTo>
                  <a:close/>
                </a:path>
                <a:path w="6694170" h="6997065">
                  <a:moveTo>
                    <a:pt x="2093224" y="6149050"/>
                  </a:moveTo>
                  <a:lnTo>
                    <a:pt x="2094983" y="6152100"/>
                  </a:lnTo>
                  <a:lnTo>
                    <a:pt x="2091933" y="6153865"/>
                  </a:lnTo>
                  <a:lnTo>
                    <a:pt x="2090174" y="6150809"/>
                  </a:lnTo>
                  <a:lnTo>
                    <a:pt x="2093224" y="6149050"/>
                  </a:lnTo>
                  <a:close/>
                </a:path>
                <a:path w="6694170" h="6997065">
                  <a:moveTo>
                    <a:pt x="2167926" y="6279612"/>
                  </a:moveTo>
                  <a:lnTo>
                    <a:pt x="2169099" y="6281644"/>
                  </a:lnTo>
                  <a:lnTo>
                    <a:pt x="2167061" y="6282817"/>
                  </a:lnTo>
                  <a:lnTo>
                    <a:pt x="2165888" y="6280791"/>
                  </a:lnTo>
                  <a:lnTo>
                    <a:pt x="2167926" y="6279612"/>
                  </a:lnTo>
                  <a:close/>
                </a:path>
                <a:path w="6694170" h="6997065">
                  <a:moveTo>
                    <a:pt x="2241609" y="6410766"/>
                  </a:moveTo>
                  <a:lnTo>
                    <a:pt x="2242975" y="6410766"/>
                  </a:lnTo>
                  <a:lnTo>
                    <a:pt x="2243220" y="6411193"/>
                  </a:lnTo>
                  <a:lnTo>
                    <a:pt x="2241856" y="6411193"/>
                  </a:lnTo>
                  <a:lnTo>
                    <a:pt x="2241609" y="6410766"/>
                  </a:lnTo>
                  <a:close/>
                </a:path>
                <a:path w="6694170" h="6997065">
                  <a:moveTo>
                    <a:pt x="1590062" y="5570746"/>
                  </a:moveTo>
                  <a:lnTo>
                    <a:pt x="1595055" y="5579400"/>
                  </a:lnTo>
                  <a:lnTo>
                    <a:pt x="1586408" y="5584399"/>
                  </a:lnTo>
                  <a:lnTo>
                    <a:pt x="1581409" y="5575745"/>
                  </a:lnTo>
                  <a:lnTo>
                    <a:pt x="1590062" y="5570746"/>
                  </a:lnTo>
                  <a:close/>
                </a:path>
                <a:path w="6694170" h="6997065">
                  <a:moveTo>
                    <a:pt x="1664764" y="5701309"/>
                  </a:moveTo>
                  <a:lnTo>
                    <a:pt x="1669171" y="5708943"/>
                  </a:lnTo>
                  <a:lnTo>
                    <a:pt x="1661542" y="5713350"/>
                  </a:lnTo>
                  <a:lnTo>
                    <a:pt x="1657135" y="5705715"/>
                  </a:lnTo>
                  <a:lnTo>
                    <a:pt x="1664764" y="5701309"/>
                  </a:lnTo>
                  <a:close/>
                </a:path>
                <a:path w="6694170" h="6997065">
                  <a:moveTo>
                    <a:pt x="1739359" y="5832279"/>
                  </a:moveTo>
                  <a:lnTo>
                    <a:pt x="1742884" y="5838380"/>
                  </a:lnTo>
                  <a:lnTo>
                    <a:pt x="1736777" y="5841910"/>
                  </a:lnTo>
                  <a:lnTo>
                    <a:pt x="1733253" y="5835803"/>
                  </a:lnTo>
                  <a:lnTo>
                    <a:pt x="1739359" y="5832279"/>
                  </a:lnTo>
                  <a:close/>
                </a:path>
                <a:path w="6694170" h="6997065">
                  <a:moveTo>
                    <a:pt x="1814061" y="5962841"/>
                  </a:moveTo>
                  <a:lnTo>
                    <a:pt x="1816999" y="5967929"/>
                  </a:lnTo>
                  <a:lnTo>
                    <a:pt x="1811911" y="5970867"/>
                  </a:lnTo>
                  <a:lnTo>
                    <a:pt x="1808973" y="5965779"/>
                  </a:lnTo>
                  <a:lnTo>
                    <a:pt x="1814061" y="5962841"/>
                  </a:lnTo>
                  <a:close/>
                </a:path>
                <a:path w="6694170" h="6997065">
                  <a:moveTo>
                    <a:pt x="1888768" y="6093403"/>
                  </a:moveTo>
                  <a:lnTo>
                    <a:pt x="1891114" y="6097473"/>
                  </a:lnTo>
                  <a:lnTo>
                    <a:pt x="1887045" y="6099824"/>
                  </a:lnTo>
                  <a:lnTo>
                    <a:pt x="1884693" y="6095755"/>
                  </a:lnTo>
                  <a:lnTo>
                    <a:pt x="1888768" y="6093403"/>
                  </a:lnTo>
                  <a:close/>
                </a:path>
                <a:path w="6694170" h="6997065">
                  <a:moveTo>
                    <a:pt x="1963465" y="6223966"/>
                  </a:moveTo>
                  <a:lnTo>
                    <a:pt x="1965230" y="6227022"/>
                  </a:lnTo>
                  <a:lnTo>
                    <a:pt x="1962173" y="6228781"/>
                  </a:lnTo>
                  <a:lnTo>
                    <a:pt x="1960414" y="6225731"/>
                  </a:lnTo>
                  <a:lnTo>
                    <a:pt x="1963465" y="6223966"/>
                  </a:lnTo>
                  <a:close/>
                </a:path>
                <a:path w="6694170" h="6997065">
                  <a:moveTo>
                    <a:pt x="2038166" y="6354533"/>
                  </a:moveTo>
                  <a:lnTo>
                    <a:pt x="2039339" y="6356559"/>
                  </a:lnTo>
                  <a:lnTo>
                    <a:pt x="2037308" y="6357738"/>
                  </a:lnTo>
                  <a:lnTo>
                    <a:pt x="2036135" y="6355706"/>
                  </a:lnTo>
                  <a:lnTo>
                    <a:pt x="2038166" y="6354533"/>
                  </a:lnTo>
                  <a:close/>
                </a:path>
                <a:path w="6694170" h="6997065">
                  <a:moveTo>
                    <a:pt x="1460199" y="5646070"/>
                  </a:moveTo>
                  <a:lnTo>
                    <a:pt x="1464897" y="5654209"/>
                  </a:lnTo>
                  <a:lnTo>
                    <a:pt x="1456753" y="5658912"/>
                  </a:lnTo>
                  <a:lnTo>
                    <a:pt x="1452049" y="5650773"/>
                  </a:lnTo>
                  <a:lnTo>
                    <a:pt x="1460199" y="5646070"/>
                  </a:lnTo>
                  <a:close/>
                </a:path>
                <a:path w="6694170" h="6997065">
                  <a:moveTo>
                    <a:pt x="1534896" y="5776632"/>
                  </a:moveTo>
                  <a:lnTo>
                    <a:pt x="1539013" y="5783758"/>
                  </a:lnTo>
                  <a:lnTo>
                    <a:pt x="1531893" y="5787868"/>
                  </a:lnTo>
                  <a:lnTo>
                    <a:pt x="1527777" y="5780743"/>
                  </a:lnTo>
                  <a:lnTo>
                    <a:pt x="1534896" y="5776632"/>
                  </a:lnTo>
                  <a:close/>
                </a:path>
                <a:path w="6694170" h="6997065">
                  <a:moveTo>
                    <a:pt x="1609598" y="5907194"/>
                  </a:moveTo>
                  <a:lnTo>
                    <a:pt x="1613122" y="5913301"/>
                  </a:lnTo>
                  <a:lnTo>
                    <a:pt x="1607021" y="5916825"/>
                  </a:lnTo>
                  <a:lnTo>
                    <a:pt x="1603497" y="5910719"/>
                  </a:lnTo>
                  <a:lnTo>
                    <a:pt x="1609598" y="5907194"/>
                  </a:lnTo>
                  <a:close/>
                </a:path>
                <a:path w="6694170" h="6997065">
                  <a:moveTo>
                    <a:pt x="1684305" y="6037756"/>
                  </a:moveTo>
                  <a:lnTo>
                    <a:pt x="1687243" y="6042844"/>
                  </a:lnTo>
                  <a:lnTo>
                    <a:pt x="1682155" y="6045782"/>
                  </a:lnTo>
                  <a:lnTo>
                    <a:pt x="1679217" y="6040694"/>
                  </a:lnTo>
                  <a:lnTo>
                    <a:pt x="1684305" y="6037756"/>
                  </a:lnTo>
                  <a:close/>
                </a:path>
                <a:path w="6694170" h="6997065">
                  <a:moveTo>
                    <a:pt x="1759007" y="6168319"/>
                  </a:moveTo>
                  <a:lnTo>
                    <a:pt x="1761352" y="6172388"/>
                  </a:lnTo>
                  <a:lnTo>
                    <a:pt x="1757283" y="6174739"/>
                  </a:lnTo>
                  <a:lnTo>
                    <a:pt x="1754932" y="6170670"/>
                  </a:lnTo>
                  <a:lnTo>
                    <a:pt x="1759007" y="6168319"/>
                  </a:lnTo>
                  <a:close/>
                </a:path>
                <a:path w="6694170" h="6997065">
                  <a:moveTo>
                    <a:pt x="1833708" y="6298881"/>
                  </a:moveTo>
                  <a:lnTo>
                    <a:pt x="1835474" y="6301937"/>
                  </a:lnTo>
                  <a:lnTo>
                    <a:pt x="1832417" y="6303702"/>
                  </a:lnTo>
                  <a:lnTo>
                    <a:pt x="1830652" y="6300646"/>
                  </a:lnTo>
                  <a:lnTo>
                    <a:pt x="1833708" y="6298881"/>
                  </a:lnTo>
                  <a:close/>
                </a:path>
                <a:path w="6694170" h="6997065">
                  <a:moveTo>
                    <a:pt x="1908410" y="6429448"/>
                  </a:moveTo>
                  <a:lnTo>
                    <a:pt x="1909583" y="6431480"/>
                  </a:lnTo>
                  <a:lnTo>
                    <a:pt x="1907552" y="6432653"/>
                  </a:lnTo>
                  <a:lnTo>
                    <a:pt x="1906379" y="6430621"/>
                  </a:lnTo>
                  <a:lnTo>
                    <a:pt x="1908410" y="6429448"/>
                  </a:lnTo>
                  <a:close/>
                </a:path>
                <a:path w="6694170" h="6997065">
                  <a:moveTo>
                    <a:pt x="1255737" y="5590424"/>
                  </a:moveTo>
                  <a:lnTo>
                    <a:pt x="1261026" y="5599587"/>
                  </a:lnTo>
                  <a:lnTo>
                    <a:pt x="1251863" y="5604876"/>
                  </a:lnTo>
                  <a:lnTo>
                    <a:pt x="1246574" y="5595713"/>
                  </a:lnTo>
                  <a:lnTo>
                    <a:pt x="1255737" y="5590424"/>
                  </a:lnTo>
                  <a:close/>
                </a:path>
                <a:path w="6694170" h="6997065">
                  <a:moveTo>
                    <a:pt x="1330438" y="5720986"/>
                  </a:moveTo>
                  <a:lnTo>
                    <a:pt x="1335136" y="5729124"/>
                  </a:lnTo>
                  <a:lnTo>
                    <a:pt x="1326997" y="5733827"/>
                  </a:lnTo>
                  <a:lnTo>
                    <a:pt x="1322294" y="5725689"/>
                  </a:lnTo>
                  <a:lnTo>
                    <a:pt x="1330438" y="5720986"/>
                  </a:lnTo>
                  <a:close/>
                </a:path>
                <a:path w="6694170" h="6997065">
                  <a:moveTo>
                    <a:pt x="1405140" y="5851548"/>
                  </a:moveTo>
                  <a:lnTo>
                    <a:pt x="1409257" y="5858673"/>
                  </a:lnTo>
                  <a:lnTo>
                    <a:pt x="1402131" y="5862790"/>
                  </a:lnTo>
                  <a:lnTo>
                    <a:pt x="1398015" y="5855664"/>
                  </a:lnTo>
                  <a:lnTo>
                    <a:pt x="1405140" y="5851548"/>
                  </a:lnTo>
                  <a:close/>
                </a:path>
                <a:path w="6694170" h="6997065">
                  <a:moveTo>
                    <a:pt x="1479736" y="5982512"/>
                  </a:moveTo>
                  <a:lnTo>
                    <a:pt x="1482970" y="5988110"/>
                  </a:lnTo>
                  <a:lnTo>
                    <a:pt x="1477372" y="5991344"/>
                  </a:lnTo>
                  <a:lnTo>
                    <a:pt x="1474138" y="5985741"/>
                  </a:lnTo>
                  <a:lnTo>
                    <a:pt x="1479736" y="5982512"/>
                  </a:lnTo>
                  <a:close/>
                </a:path>
                <a:path w="6694170" h="6997065">
                  <a:moveTo>
                    <a:pt x="1554437" y="6113074"/>
                  </a:moveTo>
                  <a:lnTo>
                    <a:pt x="1557079" y="6117653"/>
                  </a:lnTo>
                  <a:lnTo>
                    <a:pt x="1552500" y="6120301"/>
                  </a:lnTo>
                  <a:lnTo>
                    <a:pt x="1549859" y="6115716"/>
                  </a:lnTo>
                  <a:lnTo>
                    <a:pt x="1554437" y="6113074"/>
                  </a:lnTo>
                  <a:close/>
                </a:path>
                <a:path w="6694170" h="6997065">
                  <a:moveTo>
                    <a:pt x="1629133" y="6243636"/>
                  </a:moveTo>
                  <a:lnTo>
                    <a:pt x="1631195" y="6247202"/>
                  </a:lnTo>
                  <a:lnTo>
                    <a:pt x="1627635" y="6249258"/>
                  </a:lnTo>
                  <a:lnTo>
                    <a:pt x="1625574" y="6245692"/>
                  </a:lnTo>
                  <a:lnTo>
                    <a:pt x="1629133" y="6243636"/>
                  </a:lnTo>
                  <a:close/>
                </a:path>
                <a:path w="6694170" h="6997065">
                  <a:moveTo>
                    <a:pt x="1703841" y="6374198"/>
                  </a:moveTo>
                  <a:lnTo>
                    <a:pt x="1705310" y="6376745"/>
                  </a:lnTo>
                  <a:lnTo>
                    <a:pt x="1702763" y="6378214"/>
                  </a:lnTo>
                  <a:lnTo>
                    <a:pt x="1701294" y="6375667"/>
                  </a:lnTo>
                  <a:lnTo>
                    <a:pt x="1703841" y="6374198"/>
                  </a:lnTo>
                  <a:close/>
                </a:path>
                <a:path w="6694170" h="6997065">
                  <a:moveTo>
                    <a:pt x="1778542" y="6504760"/>
                  </a:moveTo>
                  <a:lnTo>
                    <a:pt x="1779425" y="6506294"/>
                  </a:lnTo>
                  <a:lnTo>
                    <a:pt x="1777897" y="6507177"/>
                  </a:lnTo>
                  <a:lnTo>
                    <a:pt x="1777014" y="6505643"/>
                  </a:lnTo>
                  <a:lnTo>
                    <a:pt x="1778542" y="6504760"/>
                  </a:lnTo>
                  <a:close/>
                </a:path>
                <a:path w="6694170" h="6997065">
                  <a:moveTo>
                    <a:pt x="1125976" y="5665339"/>
                  </a:moveTo>
                  <a:lnTo>
                    <a:pt x="1131265" y="5674502"/>
                  </a:lnTo>
                  <a:lnTo>
                    <a:pt x="1122108" y="5679791"/>
                  </a:lnTo>
                  <a:lnTo>
                    <a:pt x="1116819" y="5670628"/>
                  </a:lnTo>
                  <a:lnTo>
                    <a:pt x="1125976" y="5665339"/>
                  </a:lnTo>
                  <a:close/>
                </a:path>
                <a:path w="6694170" h="6997065">
                  <a:moveTo>
                    <a:pt x="1200678" y="5795907"/>
                  </a:moveTo>
                  <a:lnTo>
                    <a:pt x="1205381" y="5804045"/>
                  </a:lnTo>
                  <a:lnTo>
                    <a:pt x="1197236" y="5808742"/>
                  </a:lnTo>
                  <a:lnTo>
                    <a:pt x="1192540" y="5800604"/>
                  </a:lnTo>
                  <a:lnTo>
                    <a:pt x="1200678" y="5795907"/>
                  </a:lnTo>
                  <a:close/>
                </a:path>
                <a:path w="6694170" h="6997065">
                  <a:moveTo>
                    <a:pt x="1275379" y="5926469"/>
                  </a:moveTo>
                  <a:lnTo>
                    <a:pt x="1279496" y="5933594"/>
                  </a:lnTo>
                  <a:lnTo>
                    <a:pt x="1272370" y="5937704"/>
                  </a:lnTo>
                  <a:lnTo>
                    <a:pt x="1268254" y="5930579"/>
                  </a:lnTo>
                  <a:lnTo>
                    <a:pt x="1275379" y="5926469"/>
                  </a:lnTo>
                  <a:close/>
                </a:path>
                <a:path w="6694170" h="6997065">
                  <a:moveTo>
                    <a:pt x="1349974" y="6057427"/>
                  </a:moveTo>
                  <a:lnTo>
                    <a:pt x="1353208" y="6063031"/>
                  </a:lnTo>
                  <a:lnTo>
                    <a:pt x="1347611" y="6066259"/>
                  </a:lnTo>
                  <a:lnTo>
                    <a:pt x="1344377" y="6060661"/>
                  </a:lnTo>
                  <a:lnTo>
                    <a:pt x="1349974" y="6057427"/>
                  </a:lnTo>
                  <a:close/>
                </a:path>
                <a:path w="6694170" h="6997065">
                  <a:moveTo>
                    <a:pt x="1424676" y="6187990"/>
                  </a:moveTo>
                  <a:lnTo>
                    <a:pt x="1427324" y="6192574"/>
                  </a:lnTo>
                  <a:lnTo>
                    <a:pt x="1422739" y="6195216"/>
                  </a:lnTo>
                  <a:lnTo>
                    <a:pt x="1420097" y="6190637"/>
                  </a:lnTo>
                  <a:lnTo>
                    <a:pt x="1424676" y="6187990"/>
                  </a:lnTo>
                  <a:close/>
                </a:path>
                <a:path w="6694170" h="6997065">
                  <a:moveTo>
                    <a:pt x="1499378" y="6318552"/>
                  </a:moveTo>
                  <a:lnTo>
                    <a:pt x="1501439" y="6322117"/>
                  </a:lnTo>
                  <a:lnTo>
                    <a:pt x="1497874" y="6324179"/>
                  </a:lnTo>
                  <a:lnTo>
                    <a:pt x="1495812" y="6320613"/>
                  </a:lnTo>
                  <a:lnTo>
                    <a:pt x="1499378" y="6318552"/>
                  </a:lnTo>
                  <a:close/>
                </a:path>
                <a:path w="6694170" h="6997065">
                  <a:moveTo>
                    <a:pt x="1574079" y="6449119"/>
                  </a:moveTo>
                  <a:lnTo>
                    <a:pt x="1575549" y="6451660"/>
                  </a:lnTo>
                  <a:lnTo>
                    <a:pt x="1573002" y="6453129"/>
                  </a:lnTo>
                  <a:lnTo>
                    <a:pt x="1571533" y="6450588"/>
                  </a:lnTo>
                  <a:lnTo>
                    <a:pt x="1574079" y="6449119"/>
                  </a:lnTo>
                  <a:close/>
                </a:path>
                <a:path w="6694170" h="6997065">
                  <a:moveTo>
                    <a:pt x="1648781" y="6579681"/>
                  </a:moveTo>
                  <a:lnTo>
                    <a:pt x="1649664" y="6581210"/>
                  </a:lnTo>
                  <a:lnTo>
                    <a:pt x="1648141" y="6582092"/>
                  </a:lnTo>
                  <a:lnTo>
                    <a:pt x="1647259" y="6580558"/>
                  </a:lnTo>
                  <a:lnTo>
                    <a:pt x="1648781" y="6579681"/>
                  </a:lnTo>
                  <a:close/>
                </a:path>
                <a:path w="6694170" h="6997065">
                  <a:moveTo>
                    <a:pt x="921519" y="5609691"/>
                  </a:moveTo>
                  <a:lnTo>
                    <a:pt x="927394" y="5619873"/>
                  </a:lnTo>
                  <a:lnTo>
                    <a:pt x="917212" y="5625749"/>
                  </a:lnTo>
                  <a:lnTo>
                    <a:pt x="911337" y="5615567"/>
                  </a:lnTo>
                  <a:lnTo>
                    <a:pt x="921519" y="5609691"/>
                  </a:lnTo>
                  <a:close/>
                </a:path>
                <a:path w="6694170" h="6997065">
                  <a:moveTo>
                    <a:pt x="996108" y="5740656"/>
                  </a:moveTo>
                  <a:lnTo>
                    <a:pt x="1001101" y="5749310"/>
                  </a:lnTo>
                  <a:lnTo>
                    <a:pt x="992447" y="5754303"/>
                  </a:lnTo>
                  <a:lnTo>
                    <a:pt x="987454" y="5745649"/>
                  </a:lnTo>
                  <a:lnTo>
                    <a:pt x="996108" y="5740656"/>
                  </a:lnTo>
                  <a:close/>
                </a:path>
                <a:path w="6694170" h="6997065">
                  <a:moveTo>
                    <a:pt x="1070809" y="5871218"/>
                  </a:moveTo>
                  <a:lnTo>
                    <a:pt x="1075216" y="5878853"/>
                  </a:lnTo>
                  <a:lnTo>
                    <a:pt x="1067587" y="5883260"/>
                  </a:lnTo>
                  <a:lnTo>
                    <a:pt x="1063180" y="5875625"/>
                  </a:lnTo>
                  <a:lnTo>
                    <a:pt x="1070809" y="5871218"/>
                  </a:lnTo>
                  <a:close/>
                </a:path>
                <a:path w="6694170" h="6997065">
                  <a:moveTo>
                    <a:pt x="1145617" y="6001383"/>
                  </a:moveTo>
                  <a:lnTo>
                    <a:pt x="1149734" y="6008508"/>
                  </a:lnTo>
                  <a:lnTo>
                    <a:pt x="1142608" y="6012625"/>
                  </a:lnTo>
                  <a:lnTo>
                    <a:pt x="1138498" y="6005500"/>
                  </a:lnTo>
                  <a:lnTo>
                    <a:pt x="1145617" y="6001383"/>
                  </a:lnTo>
                  <a:close/>
                </a:path>
                <a:path w="6694170" h="6997065">
                  <a:moveTo>
                    <a:pt x="1220213" y="6132348"/>
                  </a:moveTo>
                  <a:lnTo>
                    <a:pt x="1223447" y="6137945"/>
                  </a:lnTo>
                  <a:lnTo>
                    <a:pt x="1217849" y="6141179"/>
                  </a:lnTo>
                  <a:lnTo>
                    <a:pt x="1214615" y="6135576"/>
                  </a:lnTo>
                  <a:lnTo>
                    <a:pt x="1220213" y="6132348"/>
                  </a:lnTo>
                  <a:close/>
                </a:path>
                <a:path w="6694170" h="6997065">
                  <a:moveTo>
                    <a:pt x="1294914" y="6262910"/>
                  </a:moveTo>
                  <a:lnTo>
                    <a:pt x="1297562" y="6267488"/>
                  </a:lnTo>
                  <a:lnTo>
                    <a:pt x="1292977" y="6270136"/>
                  </a:lnTo>
                  <a:lnTo>
                    <a:pt x="1290335" y="6265552"/>
                  </a:lnTo>
                  <a:lnTo>
                    <a:pt x="1294914" y="6262910"/>
                  </a:lnTo>
                  <a:close/>
                </a:path>
                <a:path w="6694170" h="6997065">
                  <a:moveTo>
                    <a:pt x="1369617" y="6393472"/>
                  </a:moveTo>
                  <a:lnTo>
                    <a:pt x="1371677" y="6397037"/>
                  </a:lnTo>
                  <a:lnTo>
                    <a:pt x="1368112" y="6399093"/>
                  </a:lnTo>
                  <a:lnTo>
                    <a:pt x="1366057" y="6395527"/>
                  </a:lnTo>
                  <a:lnTo>
                    <a:pt x="1369617" y="6393472"/>
                  </a:lnTo>
                  <a:close/>
                </a:path>
                <a:path w="6694170" h="6997065">
                  <a:moveTo>
                    <a:pt x="1444323" y="6524034"/>
                  </a:moveTo>
                  <a:lnTo>
                    <a:pt x="1445793" y="6526575"/>
                  </a:lnTo>
                  <a:lnTo>
                    <a:pt x="1443246" y="6528044"/>
                  </a:lnTo>
                  <a:lnTo>
                    <a:pt x="1441777" y="6525503"/>
                  </a:lnTo>
                  <a:lnTo>
                    <a:pt x="1444323" y="6524034"/>
                  </a:lnTo>
                  <a:close/>
                </a:path>
                <a:path w="6694170" h="6997065">
                  <a:moveTo>
                    <a:pt x="1519019" y="6654596"/>
                  </a:moveTo>
                  <a:lnTo>
                    <a:pt x="1519902" y="6656130"/>
                  </a:lnTo>
                  <a:lnTo>
                    <a:pt x="1518380" y="6657006"/>
                  </a:lnTo>
                  <a:lnTo>
                    <a:pt x="1517497" y="6655478"/>
                  </a:lnTo>
                  <a:lnTo>
                    <a:pt x="1519019" y="6654596"/>
                  </a:lnTo>
                  <a:close/>
                </a:path>
                <a:path w="6694170" h="6997065">
                  <a:moveTo>
                    <a:pt x="717162" y="5553647"/>
                  </a:moveTo>
                  <a:lnTo>
                    <a:pt x="723920" y="5565350"/>
                  </a:lnTo>
                  <a:lnTo>
                    <a:pt x="712210" y="5572109"/>
                  </a:lnTo>
                  <a:lnTo>
                    <a:pt x="705452" y="5560405"/>
                  </a:lnTo>
                  <a:lnTo>
                    <a:pt x="717162" y="5553647"/>
                  </a:lnTo>
                  <a:close/>
                </a:path>
                <a:path w="6694170" h="6997065">
                  <a:moveTo>
                    <a:pt x="791757" y="5684611"/>
                  </a:moveTo>
                  <a:lnTo>
                    <a:pt x="797632" y="5694787"/>
                  </a:lnTo>
                  <a:lnTo>
                    <a:pt x="787450" y="5700663"/>
                  </a:lnTo>
                  <a:lnTo>
                    <a:pt x="781575" y="5690487"/>
                  </a:lnTo>
                  <a:lnTo>
                    <a:pt x="791757" y="5684611"/>
                  </a:lnTo>
                  <a:close/>
                </a:path>
                <a:path w="6694170" h="6997065">
                  <a:moveTo>
                    <a:pt x="866346" y="5815570"/>
                  </a:moveTo>
                  <a:lnTo>
                    <a:pt x="871345" y="5824224"/>
                  </a:lnTo>
                  <a:lnTo>
                    <a:pt x="862698" y="5829217"/>
                  </a:lnTo>
                  <a:lnTo>
                    <a:pt x="857698" y="5820563"/>
                  </a:lnTo>
                  <a:lnTo>
                    <a:pt x="866346" y="5815570"/>
                  </a:lnTo>
                  <a:close/>
                </a:path>
                <a:path w="6694170" h="6997065">
                  <a:moveTo>
                    <a:pt x="941047" y="5946132"/>
                  </a:moveTo>
                  <a:lnTo>
                    <a:pt x="945454" y="5953767"/>
                  </a:lnTo>
                  <a:lnTo>
                    <a:pt x="937826" y="5958174"/>
                  </a:lnTo>
                  <a:lnTo>
                    <a:pt x="933419" y="5950539"/>
                  </a:lnTo>
                  <a:lnTo>
                    <a:pt x="941047" y="5946132"/>
                  </a:lnTo>
                  <a:close/>
                </a:path>
                <a:path w="6694170" h="6997065">
                  <a:moveTo>
                    <a:pt x="1015755" y="6076700"/>
                  </a:moveTo>
                  <a:lnTo>
                    <a:pt x="1019575" y="6083316"/>
                  </a:lnTo>
                  <a:lnTo>
                    <a:pt x="1012954" y="6087136"/>
                  </a:lnTo>
                  <a:lnTo>
                    <a:pt x="1009133" y="6080520"/>
                  </a:lnTo>
                  <a:lnTo>
                    <a:pt x="1015755" y="6076700"/>
                  </a:lnTo>
                  <a:close/>
                </a:path>
                <a:path w="6694170" h="6997065">
                  <a:moveTo>
                    <a:pt x="1090350" y="6207665"/>
                  </a:moveTo>
                  <a:lnTo>
                    <a:pt x="1093288" y="6212752"/>
                  </a:lnTo>
                  <a:lnTo>
                    <a:pt x="1088200" y="6215690"/>
                  </a:lnTo>
                  <a:lnTo>
                    <a:pt x="1085262" y="6210602"/>
                  </a:lnTo>
                  <a:lnTo>
                    <a:pt x="1090350" y="6207665"/>
                  </a:lnTo>
                  <a:close/>
                </a:path>
                <a:path w="6694170" h="6997065">
                  <a:moveTo>
                    <a:pt x="1165052" y="6338227"/>
                  </a:moveTo>
                  <a:lnTo>
                    <a:pt x="1167403" y="6342302"/>
                  </a:lnTo>
                  <a:lnTo>
                    <a:pt x="1163328" y="6344653"/>
                  </a:lnTo>
                  <a:lnTo>
                    <a:pt x="1160977" y="6340578"/>
                  </a:lnTo>
                  <a:lnTo>
                    <a:pt x="1165052" y="6338227"/>
                  </a:lnTo>
                  <a:close/>
                </a:path>
                <a:path w="6694170" h="6997065">
                  <a:moveTo>
                    <a:pt x="1239748" y="6468795"/>
                  </a:moveTo>
                  <a:lnTo>
                    <a:pt x="1241513" y="6471845"/>
                  </a:lnTo>
                  <a:lnTo>
                    <a:pt x="1238462" y="6473604"/>
                  </a:lnTo>
                  <a:lnTo>
                    <a:pt x="1236697" y="6470554"/>
                  </a:lnTo>
                  <a:lnTo>
                    <a:pt x="1239748" y="6468795"/>
                  </a:lnTo>
                  <a:close/>
                </a:path>
                <a:path w="6694170" h="6997065">
                  <a:moveTo>
                    <a:pt x="1314455" y="6599357"/>
                  </a:moveTo>
                  <a:lnTo>
                    <a:pt x="1315628" y="6601394"/>
                  </a:lnTo>
                  <a:lnTo>
                    <a:pt x="1313590" y="6602567"/>
                  </a:lnTo>
                  <a:lnTo>
                    <a:pt x="1312417" y="6600529"/>
                  </a:lnTo>
                  <a:lnTo>
                    <a:pt x="1314455" y="6599357"/>
                  </a:lnTo>
                  <a:close/>
                </a:path>
                <a:path w="6694170" h="6997065">
                  <a:moveTo>
                    <a:pt x="1388138" y="6730505"/>
                  </a:moveTo>
                  <a:lnTo>
                    <a:pt x="1389496" y="6730505"/>
                  </a:lnTo>
                  <a:lnTo>
                    <a:pt x="1389743" y="6730931"/>
                  </a:lnTo>
                  <a:lnTo>
                    <a:pt x="1388385" y="6730931"/>
                  </a:lnTo>
                  <a:lnTo>
                    <a:pt x="1388138" y="6730505"/>
                  </a:lnTo>
                  <a:close/>
                </a:path>
                <a:path w="6694170" h="6997065">
                  <a:moveTo>
                    <a:pt x="587294" y="5628964"/>
                  </a:moveTo>
                  <a:lnTo>
                    <a:pt x="593756" y="5640158"/>
                  </a:lnTo>
                  <a:lnTo>
                    <a:pt x="582561" y="5646620"/>
                  </a:lnTo>
                  <a:lnTo>
                    <a:pt x="576099" y="5635426"/>
                  </a:lnTo>
                  <a:lnTo>
                    <a:pt x="587294" y="5628964"/>
                  </a:lnTo>
                  <a:close/>
                </a:path>
                <a:path w="6694170" h="6997065">
                  <a:moveTo>
                    <a:pt x="661889" y="5759928"/>
                  </a:moveTo>
                  <a:lnTo>
                    <a:pt x="667469" y="5769595"/>
                  </a:lnTo>
                  <a:lnTo>
                    <a:pt x="657802" y="5775174"/>
                  </a:lnTo>
                  <a:lnTo>
                    <a:pt x="652223" y="5765514"/>
                  </a:lnTo>
                  <a:lnTo>
                    <a:pt x="661889" y="5759928"/>
                  </a:lnTo>
                  <a:close/>
                </a:path>
                <a:path w="6694170" h="6997065">
                  <a:moveTo>
                    <a:pt x="736585" y="5890490"/>
                  </a:moveTo>
                  <a:lnTo>
                    <a:pt x="741584" y="5899144"/>
                  </a:lnTo>
                  <a:lnTo>
                    <a:pt x="732937" y="5904137"/>
                  </a:lnTo>
                  <a:lnTo>
                    <a:pt x="727938" y="5895484"/>
                  </a:lnTo>
                  <a:lnTo>
                    <a:pt x="736585" y="5890490"/>
                  </a:lnTo>
                  <a:close/>
                </a:path>
                <a:path w="6694170" h="6997065">
                  <a:moveTo>
                    <a:pt x="811293" y="6021052"/>
                  </a:moveTo>
                  <a:lnTo>
                    <a:pt x="815700" y="6028687"/>
                  </a:lnTo>
                  <a:lnTo>
                    <a:pt x="808065" y="6033094"/>
                  </a:lnTo>
                  <a:lnTo>
                    <a:pt x="803658" y="6025459"/>
                  </a:lnTo>
                  <a:lnTo>
                    <a:pt x="811293" y="6021052"/>
                  </a:lnTo>
                  <a:close/>
                </a:path>
                <a:path w="6694170" h="6997065">
                  <a:moveTo>
                    <a:pt x="885888" y="6152017"/>
                  </a:moveTo>
                  <a:lnTo>
                    <a:pt x="889412" y="6158124"/>
                  </a:lnTo>
                  <a:lnTo>
                    <a:pt x="883306" y="6161648"/>
                  </a:lnTo>
                  <a:lnTo>
                    <a:pt x="879781" y="6155541"/>
                  </a:lnTo>
                  <a:lnTo>
                    <a:pt x="885888" y="6152017"/>
                  </a:lnTo>
                  <a:close/>
                </a:path>
                <a:path w="6694170" h="6997065">
                  <a:moveTo>
                    <a:pt x="960589" y="6282579"/>
                  </a:moveTo>
                  <a:lnTo>
                    <a:pt x="963527" y="6287673"/>
                  </a:lnTo>
                  <a:lnTo>
                    <a:pt x="958439" y="6290611"/>
                  </a:lnTo>
                  <a:lnTo>
                    <a:pt x="955502" y="6285517"/>
                  </a:lnTo>
                  <a:lnTo>
                    <a:pt x="960589" y="6282579"/>
                  </a:lnTo>
                  <a:close/>
                </a:path>
                <a:path w="6694170" h="6997065">
                  <a:moveTo>
                    <a:pt x="1035291" y="6413147"/>
                  </a:moveTo>
                  <a:lnTo>
                    <a:pt x="1037642" y="6417216"/>
                  </a:lnTo>
                  <a:lnTo>
                    <a:pt x="1033567" y="6419568"/>
                  </a:lnTo>
                  <a:lnTo>
                    <a:pt x="1031216" y="6415498"/>
                  </a:lnTo>
                  <a:lnTo>
                    <a:pt x="1035291" y="6413147"/>
                  </a:lnTo>
                  <a:close/>
                </a:path>
                <a:path w="6694170" h="6997065">
                  <a:moveTo>
                    <a:pt x="1109993" y="6543709"/>
                  </a:moveTo>
                  <a:lnTo>
                    <a:pt x="1111758" y="6546759"/>
                  </a:lnTo>
                  <a:lnTo>
                    <a:pt x="1108702" y="6548524"/>
                  </a:lnTo>
                  <a:lnTo>
                    <a:pt x="1106936" y="6545474"/>
                  </a:lnTo>
                  <a:lnTo>
                    <a:pt x="1109993" y="6543709"/>
                  </a:lnTo>
                  <a:close/>
                </a:path>
                <a:path w="6694170" h="6997065">
                  <a:moveTo>
                    <a:pt x="1184700" y="6674271"/>
                  </a:moveTo>
                  <a:lnTo>
                    <a:pt x="1185873" y="6676308"/>
                  </a:lnTo>
                  <a:lnTo>
                    <a:pt x="1183835" y="6677481"/>
                  </a:lnTo>
                  <a:lnTo>
                    <a:pt x="1182662" y="6675444"/>
                  </a:lnTo>
                  <a:lnTo>
                    <a:pt x="1184700" y="6674271"/>
                  </a:lnTo>
                  <a:close/>
                </a:path>
                <a:path w="6694170" h="6997065">
                  <a:moveTo>
                    <a:pt x="1258378" y="6805419"/>
                  </a:moveTo>
                  <a:lnTo>
                    <a:pt x="1259734" y="6805419"/>
                  </a:lnTo>
                  <a:lnTo>
                    <a:pt x="1259983" y="6805852"/>
                  </a:lnTo>
                  <a:lnTo>
                    <a:pt x="1258626" y="6805852"/>
                  </a:lnTo>
                  <a:lnTo>
                    <a:pt x="1258378" y="6805419"/>
                  </a:lnTo>
                  <a:close/>
                </a:path>
                <a:path w="6694170" h="6997065">
                  <a:moveTo>
                    <a:pt x="382938" y="5572914"/>
                  </a:moveTo>
                  <a:lnTo>
                    <a:pt x="390283" y="5585636"/>
                  </a:lnTo>
                  <a:lnTo>
                    <a:pt x="377560" y="5592981"/>
                  </a:lnTo>
                  <a:lnTo>
                    <a:pt x="370215" y="5580258"/>
                  </a:lnTo>
                  <a:lnTo>
                    <a:pt x="382938" y="5572914"/>
                  </a:lnTo>
                  <a:close/>
                </a:path>
                <a:path w="6694170" h="6997065">
                  <a:moveTo>
                    <a:pt x="457426" y="5704287"/>
                  </a:moveTo>
                  <a:lnTo>
                    <a:pt x="463598" y="5714972"/>
                  </a:lnTo>
                  <a:lnTo>
                    <a:pt x="452913" y="5721138"/>
                  </a:lnTo>
                  <a:lnTo>
                    <a:pt x="446741" y="5710453"/>
                  </a:lnTo>
                  <a:lnTo>
                    <a:pt x="457426" y="5704287"/>
                  </a:lnTo>
                  <a:close/>
                </a:path>
                <a:path w="6694170" h="6997065">
                  <a:moveTo>
                    <a:pt x="532021" y="5835246"/>
                  </a:moveTo>
                  <a:lnTo>
                    <a:pt x="537311" y="5844409"/>
                  </a:lnTo>
                  <a:lnTo>
                    <a:pt x="528154" y="5849692"/>
                  </a:lnTo>
                  <a:lnTo>
                    <a:pt x="522864" y="5840535"/>
                  </a:lnTo>
                  <a:lnTo>
                    <a:pt x="532021" y="5835246"/>
                  </a:lnTo>
                  <a:close/>
                </a:path>
                <a:path w="6694170" h="6997065">
                  <a:moveTo>
                    <a:pt x="606724" y="5965808"/>
                  </a:moveTo>
                  <a:lnTo>
                    <a:pt x="611426" y="5973952"/>
                  </a:lnTo>
                  <a:lnTo>
                    <a:pt x="603282" y="5978649"/>
                  </a:lnTo>
                  <a:lnTo>
                    <a:pt x="598585" y="5970511"/>
                  </a:lnTo>
                  <a:lnTo>
                    <a:pt x="606724" y="5965808"/>
                  </a:lnTo>
                  <a:close/>
                </a:path>
                <a:path w="6694170" h="6997065">
                  <a:moveTo>
                    <a:pt x="681425" y="6096370"/>
                  </a:moveTo>
                  <a:lnTo>
                    <a:pt x="685541" y="6103495"/>
                  </a:lnTo>
                  <a:lnTo>
                    <a:pt x="678416" y="6107612"/>
                  </a:lnTo>
                  <a:lnTo>
                    <a:pt x="674299" y="6100487"/>
                  </a:lnTo>
                  <a:lnTo>
                    <a:pt x="681425" y="6096370"/>
                  </a:lnTo>
                  <a:close/>
                </a:path>
                <a:path w="6694170" h="6997065">
                  <a:moveTo>
                    <a:pt x="756020" y="6227341"/>
                  </a:moveTo>
                  <a:lnTo>
                    <a:pt x="759254" y="6232938"/>
                  </a:lnTo>
                  <a:lnTo>
                    <a:pt x="753657" y="6236166"/>
                  </a:lnTo>
                  <a:lnTo>
                    <a:pt x="750423" y="6230569"/>
                  </a:lnTo>
                  <a:lnTo>
                    <a:pt x="756020" y="6227341"/>
                  </a:lnTo>
                  <a:close/>
                </a:path>
                <a:path w="6694170" h="6997065">
                  <a:moveTo>
                    <a:pt x="830728" y="6357903"/>
                  </a:moveTo>
                  <a:lnTo>
                    <a:pt x="833369" y="6362475"/>
                  </a:lnTo>
                  <a:lnTo>
                    <a:pt x="828785" y="6365123"/>
                  </a:lnTo>
                  <a:lnTo>
                    <a:pt x="826143" y="6360544"/>
                  </a:lnTo>
                  <a:lnTo>
                    <a:pt x="830728" y="6357903"/>
                  </a:lnTo>
                  <a:close/>
                </a:path>
                <a:path w="6694170" h="6997065">
                  <a:moveTo>
                    <a:pt x="905429" y="6488465"/>
                  </a:moveTo>
                  <a:lnTo>
                    <a:pt x="907484" y="6492024"/>
                  </a:lnTo>
                  <a:lnTo>
                    <a:pt x="903919" y="6494080"/>
                  </a:lnTo>
                  <a:lnTo>
                    <a:pt x="901864" y="6490520"/>
                  </a:lnTo>
                  <a:lnTo>
                    <a:pt x="905429" y="6488465"/>
                  </a:lnTo>
                  <a:close/>
                </a:path>
                <a:path w="6694170" h="6997065">
                  <a:moveTo>
                    <a:pt x="980125" y="6619027"/>
                  </a:moveTo>
                  <a:lnTo>
                    <a:pt x="981594" y="6621574"/>
                  </a:lnTo>
                  <a:lnTo>
                    <a:pt x="979053" y="6623043"/>
                  </a:lnTo>
                  <a:lnTo>
                    <a:pt x="977584" y="6620496"/>
                  </a:lnTo>
                  <a:lnTo>
                    <a:pt x="980125" y="6619027"/>
                  </a:lnTo>
                  <a:close/>
                </a:path>
                <a:path w="6694170" h="6997065">
                  <a:moveTo>
                    <a:pt x="1054827" y="6749589"/>
                  </a:moveTo>
                  <a:lnTo>
                    <a:pt x="1055709" y="6751117"/>
                  </a:lnTo>
                  <a:lnTo>
                    <a:pt x="1054187" y="6751993"/>
                  </a:lnTo>
                  <a:lnTo>
                    <a:pt x="1053304" y="6750465"/>
                  </a:lnTo>
                  <a:lnTo>
                    <a:pt x="1054827" y="6749589"/>
                  </a:lnTo>
                  <a:close/>
                </a:path>
                <a:path w="6694170" h="6997065">
                  <a:moveTo>
                    <a:pt x="253070" y="5648238"/>
                  </a:moveTo>
                  <a:lnTo>
                    <a:pt x="260124" y="5660451"/>
                  </a:lnTo>
                  <a:lnTo>
                    <a:pt x="247911" y="5667499"/>
                  </a:lnTo>
                  <a:lnTo>
                    <a:pt x="240856" y="5655286"/>
                  </a:lnTo>
                  <a:lnTo>
                    <a:pt x="253070" y="5648238"/>
                  </a:lnTo>
                  <a:close/>
                </a:path>
                <a:path w="6694170" h="6997065">
                  <a:moveTo>
                    <a:pt x="327564" y="5779599"/>
                  </a:moveTo>
                  <a:lnTo>
                    <a:pt x="333439" y="5789775"/>
                  </a:lnTo>
                  <a:lnTo>
                    <a:pt x="323257" y="5795651"/>
                  </a:lnTo>
                  <a:lnTo>
                    <a:pt x="317382" y="5785475"/>
                  </a:lnTo>
                  <a:lnTo>
                    <a:pt x="327564" y="5779599"/>
                  </a:lnTo>
                  <a:close/>
                </a:path>
                <a:path w="6694170" h="6997065">
                  <a:moveTo>
                    <a:pt x="402153" y="5910564"/>
                  </a:moveTo>
                  <a:lnTo>
                    <a:pt x="407146" y="5919217"/>
                  </a:lnTo>
                  <a:lnTo>
                    <a:pt x="398492" y="5924210"/>
                  </a:lnTo>
                  <a:lnTo>
                    <a:pt x="393499" y="5915563"/>
                  </a:lnTo>
                  <a:lnTo>
                    <a:pt x="402153" y="5910564"/>
                  </a:lnTo>
                  <a:close/>
                </a:path>
                <a:path w="6694170" h="6997065">
                  <a:moveTo>
                    <a:pt x="476961" y="6040729"/>
                  </a:moveTo>
                  <a:lnTo>
                    <a:pt x="481664" y="6048867"/>
                  </a:lnTo>
                  <a:lnTo>
                    <a:pt x="473520" y="6053570"/>
                  </a:lnTo>
                  <a:lnTo>
                    <a:pt x="468823" y="6045426"/>
                  </a:lnTo>
                  <a:lnTo>
                    <a:pt x="476961" y="6040729"/>
                  </a:lnTo>
                  <a:close/>
                </a:path>
                <a:path w="6694170" h="6997065">
                  <a:moveTo>
                    <a:pt x="551662" y="6171291"/>
                  </a:moveTo>
                  <a:lnTo>
                    <a:pt x="555779" y="6178416"/>
                  </a:lnTo>
                  <a:lnTo>
                    <a:pt x="548654" y="6182527"/>
                  </a:lnTo>
                  <a:lnTo>
                    <a:pt x="544543" y="6175401"/>
                  </a:lnTo>
                  <a:lnTo>
                    <a:pt x="551662" y="6171291"/>
                  </a:lnTo>
                  <a:close/>
                </a:path>
                <a:path w="6694170" h="6997065">
                  <a:moveTo>
                    <a:pt x="626258" y="6302255"/>
                  </a:moveTo>
                  <a:lnTo>
                    <a:pt x="629492" y="6307853"/>
                  </a:lnTo>
                  <a:lnTo>
                    <a:pt x="623894" y="6311087"/>
                  </a:lnTo>
                  <a:lnTo>
                    <a:pt x="620666" y="6305489"/>
                  </a:lnTo>
                  <a:lnTo>
                    <a:pt x="626258" y="6302255"/>
                  </a:lnTo>
                  <a:close/>
                </a:path>
                <a:path w="6694170" h="6997065">
                  <a:moveTo>
                    <a:pt x="700965" y="6432817"/>
                  </a:moveTo>
                  <a:lnTo>
                    <a:pt x="703607" y="6437396"/>
                  </a:lnTo>
                  <a:lnTo>
                    <a:pt x="699022" y="6440037"/>
                  </a:lnTo>
                  <a:lnTo>
                    <a:pt x="696381" y="6435465"/>
                  </a:lnTo>
                  <a:lnTo>
                    <a:pt x="700965" y="6432817"/>
                  </a:lnTo>
                  <a:close/>
                </a:path>
                <a:path w="6694170" h="6997065">
                  <a:moveTo>
                    <a:pt x="775667" y="6563379"/>
                  </a:moveTo>
                  <a:lnTo>
                    <a:pt x="777722" y="6566939"/>
                  </a:lnTo>
                  <a:lnTo>
                    <a:pt x="774157" y="6569000"/>
                  </a:lnTo>
                  <a:lnTo>
                    <a:pt x="772101" y="6565440"/>
                  </a:lnTo>
                  <a:lnTo>
                    <a:pt x="775667" y="6563379"/>
                  </a:lnTo>
                  <a:close/>
                </a:path>
                <a:path w="6694170" h="6997065">
                  <a:moveTo>
                    <a:pt x="850369" y="6693941"/>
                  </a:moveTo>
                  <a:lnTo>
                    <a:pt x="851838" y="6696488"/>
                  </a:lnTo>
                  <a:lnTo>
                    <a:pt x="849297" y="6697957"/>
                  </a:lnTo>
                  <a:lnTo>
                    <a:pt x="847827" y="6695410"/>
                  </a:lnTo>
                  <a:lnTo>
                    <a:pt x="850369" y="6693941"/>
                  </a:lnTo>
                  <a:close/>
                </a:path>
                <a:path w="6694170" h="6997065">
                  <a:moveTo>
                    <a:pt x="925064" y="6824503"/>
                  </a:moveTo>
                  <a:lnTo>
                    <a:pt x="925947" y="6826031"/>
                  </a:lnTo>
                  <a:lnTo>
                    <a:pt x="924425" y="6826914"/>
                  </a:lnTo>
                  <a:lnTo>
                    <a:pt x="923542" y="6825386"/>
                  </a:lnTo>
                  <a:lnTo>
                    <a:pt x="925064" y="6824503"/>
                  </a:lnTo>
                  <a:close/>
                </a:path>
                <a:path w="6694170" h="6997065">
                  <a:moveTo>
                    <a:pt x="48607" y="5592590"/>
                  </a:moveTo>
                  <a:lnTo>
                    <a:pt x="56247" y="5605822"/>
                  </a:lnTo>
                  <a:lnTo>
                    <a:pt x="43015" y="5613457"/>
                  </a:lnTo>
                  <a:lnTo>
                    <a:pt x="35381" y="5600231"/>
                  </a:lnTo>
                  <a:lnTo>
                    <a:pt x="48607" y="5592590"/>
                  </a:lnTo>
                  <a:close/>
                </a:path>
                <a:path w="6694170" h="6997065">
                  <a:moveTo>
                    <a:pt x="123207" y="5723555"/>
                  </a:moveTo>
                  <a:lnTo>
                    <a:pt x="129966" y="5735253"/>
                  </a:lnTo>
                  <a:lnTo>
                    <a:pt x="118256" y="5742011"/>
                  </a:lnTo>
                  <a:lnTo>
                    <a:pt x="111503" y="5730313"/>
                  </a:lnTo>
                  <a:lnTo>
                    <a:pt x="123207" y="5723555"/>
                  </a:lnTo>
                  <a:close/>
                </a:path>
                <a:path w="6694170" h="6997065">
                  <a:moveTo>
                    <a:pt x="197690" y="5854922"/>
                  </a:moveTo>
                  <a:lnTo>
                    <a:pt x="203275" y="5864589"/>
                  </a:lnTo>
                  <a:lnTo>
                    <a:pt x="193603" y="5870174"/>
                  </a:lnTo>
                  <a:lnTo>
                    <a:pt x="188023" y="5860502"/>
                  </a:lnTo>
                  <a:lnTo>
                    <a:pt x="197690" y="5854922"/>
                  </a:lnTo>
                  <a:close/>
                </a:path>
                <a:path w="6694170" h="6997065">
                  <a:moveTo>
                    <a:pt x="272397" y="5985484"/>
                  </a:moveTo>
                  <a:lnTo>
                    <a:pt x="277390" y="5994132"/>
                  </a:lnTo>
                  <a:lnTo>
                    <a:pt x="268743" y="5999125"/>
                  </a:lnTo>
                  <a:lnTo>
                    <a:pt x="263750" y="5990478"/>
                  </a:lnTo>
                  <a:lnTo>
                    <a:pt x="272397" y="5985484"/>
                  </a:lnTo>
                  <a:close/>
                </a:path>
                <a:path w="6694170" h="6997065">
                  <a:moveTo>
                    <a:pt x="347099" y="6116046"/>
                  </a:moveTo>
                  <a:lnTo>
                    <a:pt x="351506" y="6123681"/>
                  </a:lnTo>
                  <a:lnTo>
                    <a:pt x="343871" y="6128088"/>
                  </a:lnTo>
                  <a:lnTo>
                    <a:pt x="339464" y="6120453"/>
                  </a:lnTo>
                  <a:lnTo>
                    <a:pt x="347099" y="6116046"/>
                  </a:lnTo>
                  <a:close/>
                </a:path>
                <a:path w="6694170" h="6997065">
                  <a:moveTo>
                    <a:pt x="421801" y="6246608"/>
                  </a:moveTo>
                  <a:lnTo>
                    <a:pt x="425621" y="6253219"/>
                  </a:lnTo>
                  <a:lnTo>
                    <a:pt x="418999" y="6257039"/>
                  </a:lnTo>
                  <a:lnTo>
                    <a:pt x="415185" y="6250429"/>
                  </a:lnTo>
                  <a:lnTo>
                    <a:pt x="421801" y="6246608"/>
                  </a:lnTo>
                  <a:close/>
                </a:path>
                <a:path w="6694170" h="6997065">
                  <a:moveTo>
                    <a:pt x="496396" y="6377573"/>
                  </a:moveTo>
                  <a:lnTo>
                    <a:pt x="499334" y="6382661"/>
                  </a:lnTo>
                  <a:lnTo>
                    <a:pt x="494246" y="6385599"/>
                  </a:lnTo>
                  <a:lnTo>
                    <a:pt x="491308" y="6380511"/>
                  </a:lnTo>
                  <a:lnTo>
                    <a:pt x="496396" y="6377573"/>
                  </a:lnTo>
                  <a:close/>
                </a:path>
                <a:path w="6694170" h="6997065">
                  <a:moveTo>
                    <a:pt x="571097" y="6508135"/>
                  </a:moveTo>
                  <a:lnTo>
                    <a:pt x="573449" y="6512204"/>
                  </a:lnTo>
                  <a:lnTo>
                    <a:pt x="569374" y="6514556"/>
                  </a:lnTo>
                  <a:lnTo>
                    <a:pt x="567022" y="6510487"/>
                  </a:lnTo>
                  <a:lnTo>
                    <a:pt x="571097" y="6508135"/>
                  </a:lnTo>
                  <a:close/>
                </a:path>
                <a:path w="6694170" h="6997065">
                  <a:moveTo>
                    <a:pt x="645794" y="6638697"/>
                  </a:moveTo>
                  <a:lnTo>
                    <a:pt x="647559" y="6641753"/>
                  </a:lnTo>
                  <a:lnTo>
                    <a:pt x="644502" y="6643512"/>
                  </a:lnTo>
                  <a:lnTo>
                    <a:pt x="642743" y="6640462"/>
                  </a:lnTo>
                  <a:lnTo>
                    <a:pt x="645794" y="6638697"/>
                  </a:lnTo>
                  <a:close/>
                </a:path>
                <a:path w="6694170" h="6997065">
                  <a:moveTo>
                    <a:pt x="720501" y="6769259"/>
                  </a:moveTo>
                  <a:lnTo>
                    <a:pt x="721674" y="6771297"/>
                  </a:lnTo>
                  <a:lnTo>
                    <a:pt x="719636" y="6772475"/>
                  </a:lnTo>
                  <a:lnTo>
                    <a:pt x="718463" y="6770438"/>
                  </a:lnTo>
                  <a:lnTo>
                    <a:pt x="720501" y="6769259"/>
                  </a:lnTo>
                  <a:close/>
                </a:path>
                <a:path w="6694170" h="6997065">
                  <a:moveTo>
                    <a:pt x="794184" y="6900407"/>
                  </a:moveTo>
                  <a:lnTo>
                    <a:pt x="795540" y="6900407"/>
                  </a:lnTo>
                  <a:lnTo>
                    <a:pt x="795789" y="6900840"/>
                  </a:lnTo>
                  <a:lnTo>
                    <a:pt x="794433" y="6900840"/>
                  </a:lnTo>
                  <a:lnTo>
                    <a:pt x="794184" y="6900407"/>
                  </a:lnTo>
                  <a:close/>
                </a:path>
                <a:path w="6694170" h="6997065">
                  <a:moveTo>
                    <a:pt x="67827" y="5930234"/>
                  </a:moveTo>
                  <a:lnTo>
                    <a:pt x="73116" y="5939397"/>
                  </a:lnTo>
                  <a:lnTo>
                    <a:pt x="63954" y="5944687"/>
                  </a:lnTo>
                  <a:lnTo>
                    <a:pt x="58664" y="5935524"/>
                  </a:lnTo>
                  <a:lnTo>
                    <a:pt x="67827" y="5930234"/>
                  </a:lnTo>
                  <a:close/>
                </a:path>
                <a:path w="6694170" h="6997065">
                  <a:moveTo>
                    <a:pt x="142529" y="6060796"/>
                  </a:moveTo>
                  <a:lnTo>
                    <a:pt x="147232" y="6068946"/>
                  </a:lnTo>
                  <a:lnTo>
                    <a:pt x="139088" y="6073649"/>
                  </a:lnTo>
                  <a:lnTo>
                    <a:pt x="134385" y="6065499"/>
                  </a:lnTo>
                  <a:lnTo>
                    <a:pt x="142529" y="6060796"/>
                  </a:lnTo>
                  <a:close/>
                </a:path>
                <a:path w="6694170" h="6997065">
                  <a:moveTo>
                    <a:pt x="217225" y="6191364"/>
                  </a:moveTo>
                  <a:lnTo>
                    <a:pt x="221341" y="6198489"/>
                  </a:lnTo>
                  <a:lnTo>
                    <a:pt x="214222" y="6202600"/>
                  </a:lnTo>
                  <a:lnTo>
                    <a:pt x="210106" y="6195475"/>
                  </a:lnTo>
                  <a:lnTo>
                    <a:pt x="217225" y="6191364"/>
                  </a:lnTo>
                  <a:close/>
                </a:path>
                <a:path w="6694170" h="6997065">
                  <a:moveTo>
                    <a:pt x="291932" y="6321926"/>
                  </a:moveTo>
                  <a:lnTo>
                    <a:pt x="295457" y="6328033"/>
                  </a:lnTo>
                  <a:lnTo>
                    <a:pt x="289350" y="6331557"/>
                  </a:lnTo>
                  <a:lnTo>
                    <a:pt x="285826" y="6325450"/>
                  </a:lnTo>
                  <a:lnTo>
                    <a:pt x="291932" y="6321926"/>
                  </a:lnTo>
                  <a:close/>
                </a:path>
                <a:path w="6694170" h="6997065">
                  <a:moveTo>
                    <a:pt x="366521" y="6452891"/>
                  </a:moveTo>
                  <a:lnTo>
                    <a:pt x="369169" y="6457475"/>
                  </a:lnTo>
                  <a:lnTo>
                    <a:pt x="364590" y="6460117"/>
                  </a:lnTo>
                  <a:lnTo>
                    <a:pt x="361948" y="6455533"/>
                  </a:lnTo>
                  <a:lnTo>
                    <a:pt x="366521" y="6452891"/>
                  </a:lnTo>
                  <a:close/>
                </a:path>
                <a:path w="6694170" h="6997065">
                  <a:moveTo>
                    <a:pt x="441335" y="6583050"/>
                  </a:moveTo>
                  <a:lnTo>
                    <a:pt x="443686" y="6587125"/>
                  </a:lnTo>
                  <a:lnTo>
                    <a:pt x="439611" y="6589477"/>
                  </a:lnTo>
                  <a:lnTo>
                    <a:pt x="437260" y="6585402"/>
                  </a:lnTo>
                  <a:lnTo>
                    <a:pt x="441335" y="6583050"/>
                  </a:lnTo>
                  <a:close/>
                </a:path>
                <a:path w="6694170" h="6997065">
                  <a:moveTo>
                    <a:pt x="516037" y="6713612"/>
                  </a:moveTo>
                  <a:lnTo>
                    <a:pt x="517802" y="6716668"/>
                  </a:lnTo>
                  <a:lnTo>
                    <a:pt x="514746" y="6718433"/>
                  </a:lnTo>
                  <a:lnTo>
                    <a:pt x="512980" y="6715377"/>
                  </a:lnTo>
                  <a:lnTo>
                    <a:pt x="516037" y="6713612"/>
                  </a:lnTo>
                  <a:close/>
                </a:path>
                <a:path w="6694170" h="6997065">
                  <a:moveTo>
                    <a:pt x="590738" y="6844180"/>
                  </a:moveTo>
                  <a:lnTo>
                    <a:pt x="591911" y="6846217"/>
                  </a:lnTo>
                  <a:lnTo>
                    <a:pt x="589880" y="6847390"/>
                  </a:lnTo>
                  <a:lnTo>
                    <a:pt x="588707" y="6845353"/>
                  </a:lnTo>
                  <a:lnTo>
                    <a:pt x="590738" y="6844180"/>
                  </a:lnTo>
                  <a:close/>
                </a:path>
                <a:path w="6694170" h="6997065">
                  <a:moveTo>
                    <a:pt x="12766" y="6135717"/>
                  </a:moveTo>
                  <a:lnTo>
                    <a:pt x="17469" y="6143861"/>
                  </a:lnTo>
                  <a:lnTo>
                    <a:pt x="9331" y="6148564"/>
                  </a:lnTo>
                  <a:lnTo>
                    <a:pt x="4628" y="6140414"/>
                  </a:lnTo>
                  <a:lnTo>
                    <a:pt x="12766" y="6135717"/>
                  </a:lnTo>
                  <a:close/>
                </a:path>
                <a:path w="6694170" h="6997065">
                  <a:moveTo>
                    <a:pt x="87468" y="6266279"/>
                  </a:moveTo>
                  <a:lnTo>
                    <a:pt x="91584" y="6273405"/>
                  </a:lnTo>
                  <a:lnTo>
                    <a:pt x="84459" y="6277515"/>
                  </a:lnTo>
                  <a:lnTo>
                    <a:pt x="80342" y="6270390"/>
                  </a:lnTo>
                  <a:lnTo>
                    <a:pt x="87468" y="6266279"/>
                  </a:lnTo>
                  <a:close/>
                </a:path>
                <a:path w="6694170" h="6997065">
                  <a:moveTo>
                    <a:pt x="162063" y="6397244"/>
                  </a:moveTo>
                  <a:lnTo>
                    <a:pt x="165297" y="6402841"/>
                  </a:lnTo>
                  <a:lnTo>
                    <a:pt x="159699" y="6406075"/>
                  </a:lnTo>
                  <a:lnTo>
                    <a:pt x="156466" y="6400478"/>
                  </a:lnTo>
                  <a:lnTo>
                    <a:pt x="162063" y="6397244"/>
                  </a:lnTo>
                  <a:close/>
                </a:path>
                <a:path w="6694170" h="6997065">
                  <a:moveTo>
                    <a:pt x="236765" y="6527806"/>
                  </a:moveTo>
                  <a:lnTo>
                    <a:pt x="239412" y="6532390"/>
                  </a:lnTo>
                  <a:lnTo>
                    <a:pt x="234833" y="6535032"/>
                  </a:lnTo>
                  <a:lnTo>
                    <a:pt x="232186" y="6530454"/>
                  </a:lnTo>
                  <a:lnTo>
                    <a:pt x="236765" y="6527806"/>
                  </a:lnTo>
                  <a:close/>
                </a:path>
                <a:path w="6694170" h="6997065">
                  <a:moveTo>
                    <a:pt x="311466" y="6658374"/>
                  </a:moveTo>
                  <a:lnTo>
                    <a:pt x="313521" y="6661934"/>
                  </a:lnTo>
                  <a:lnTo>
                    <a:pt x="309962" y="6663989"/>
                  </a:lnTo>
                  <a:lnTo>
                    <a:pt x="307907" y="6660429"/>
                  </a:lnTo>
                  <a:lnTo>
                    <a:pt x="311466" y="6658374"/>
                  </a:lnTo>
                  <a:close/>
                </a:path>
                <a:path w="6694170" h="6997065">
                  <a:moveTo>
                    <a:pt x="386168" y="6788936"/>
                  </a:moveTo>
                  <a:lnTo>
                    <a:pt x="387637" y="6791483"/>
                  </a:lnTo>
                  <a:lnTo>
                    <a:pt x="385096" y="6792952"/>
                  </a:lnTo>
                  <a:lnTo>
                    <a:pt x="383627" y="6790405"/>
                  </a:lnTo>
                  <a:lnTo>
                    <a:pt x="386168" y="6788936"/>
                  </a:lnTo>
                  <a:close/>
                </a:path>
                <a:path w="6694170" h="6997065">
                  <a:moveTo>
                    <a:pt x="460870" y="6919498"/>
                  </a:moveTo>
                  <a:lnTo>
                    <a:pt x="461752" y="6921020"/>
                  </a:lnTo>
                  <a:lnTo>
                    <a:pt x="460224" y="6921902"/>
                  </a:lnTo>
                  <a:lnTo>
                    <a:pt x="459341" y="6920380"/>
                  </a:lnTo>
                  <a:lnTo>
                    <a:pt x="460870" y="6919498"/>
                  </a:lnTo>
                  <a:close/>
                </a:path>
                <a:path w="6694170" h="6997065">
                  <a:moveTo>
                    <a:pt x="32195" y="6472561"/>
                  </a:moveTo>
                  <a:lnTo>
                    <a:pt x="35132" y="6477649"/>
                  </a:lnTo>
                  <a:lnTo>
                    <a:pt x="30039" y="6480587"/>
                  </a:lnTo>
                  <a:lnTo>
                    <a:pt x="27101" y="6475499"/>
                  </a:lnTo>
                  <a:lnTo>
                    <a:pt x="32195" y="6472561"/>
                  </a:lnTo>
                  <a:close/>
                </a:path>
                <a:path w="6694170" h="6997065">
                  <a:moveTo>
                    <a:pt x="106896" y="6603123"/>
                  </a:moveTo>
                  <a:lnTo>
                    <a:pt x="109248" y="6607198"/>
                  </a:lnTo>
                  <a:lnTo>
                    <a:pt x="105178" y="6609544"/>
                  </a:lnTo>
                  <a:lnTo>
                    <a:pt x="102827" y="6605475"/>
                  </a:lnTo>
                  <a:lnTo>
                    <a:pt x="106896" y="6603123"/>
                  </a:lnTo>
                  <a:close/>
                </a:path>
                <a:path w="6694170" h="6997065">
                  <a:moveTo>
                    <a:pt x="181598" y="6733685"/>
                  </a:moveTo>
                  <a:lnTo>
                    <a:pt x="183363" y="6736747"/>
                  </a:lnTo>
                  <a:lnTo>
                    <a:pt x="180313" y="6738507"/>
                  </a:lnTo>
                  <a:lnTo>
                    <a:pt x="178547" y="6735450"/>
                  </a:lnTo>
                  <a:lnTo>
                    <a:pt x="181598" y="6733685"/>
                  </a:lnTo>
                  <a:close/>
                </a:path>
                <a:path w="6694170" h="6997065">
                  <a:moveTo>
                    <a:pt x="256299" y="6864253"/>
                  </a:moveTo>
                  <a:lnTo>
                    <a:pt x="257479" y="6866285"/>
                  </a:lnTo>
                  <a:lnTo>
                    <a:pt x="255441" y="6867463"/>
                  </a:lnTo>
                  <a:lnTo>
                    <a:pt x="254268" y="6865426"/>
                  </a:lnTo>
                  <a:lnTo>
                    <a:pt x="256299" y="6864253"/>
                  </a:lnTo>
                  <a:close/>
                </a:path>
                <a:path w="6694170" h="6997065">
                  <a:moveTo>
                    <a:pt x="331114" y="6994418"/>
                  </a:moveTo>
                  <a:lnTo>
                    <a:pt x="331990" y="6995940"/>
                  </a:lnTo>
                  <a:lnTo>
                    <a:pt x="330468" y="6996817"/>
                  </a:lnTo>
                  <a:lnTo>
                    <a:pt x="329585" y="6995295"/>
                  </a:lnTo>
                  <a:lnTo>
                    <a:pt x="331114" y="6994418"/>
                  </a:lnTo>
                  <a:close/>
                </a:path>
                <a:path w="6694170" h="6997065">
                  <a:moveTo>
                    <a:pt x="51836" y="6808606"/>
                  </a:moveTo>
                  <a:lnTo>
                    <a:pt x="53601" y="6811662"/>
                  </a:lnTo>
                  <a:lnTo>
                    <a:pt x="50550" y="6813427"/>
                  </a:lnTo>
                  <a:lnTo>
                    <a:pt x="48785" y="6810365"/>
                  </a:lnTo>
                  <a:lnTo>
                    <a:pt x="51836" y="6808606"/>
                  </a:lnTo>
                  <a:close/>
                </a:path>
                <a:path w="6694170" h="6997065">
                  <a:moveTo>
                    <a:pt x="126543" y="6939168"/>
                  </a:moveTo>
                  <a:lnTo>
                    <a:pt x="127716" y="6941205"/>
                  </a:lnTo>
                  <a:lnTo>
                    <a:pt x="125678" y="6942378"/>
                  </a:lnTo>
                  <a:lnTo>
                    <a:pt x="124505" y="6940347"/>
                  </a:lnTo>
                  <a:lnTo>
                    <a:pt x="126543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505" rIns="0" bIns="0" rtlCol="0">
            <a:spAutoFit/>
          </a:bodyPr>
          <a:lstStyle/>
          <a:p>
            <a:pPr marL="969010">
              <a:lnSpc>
                <a:spcPct val="100000"/>
              </a:lnSpc>
              <a:spcBef>
                <a:spcPts val="115"/>
              </a:spcBef>
            </a:pPr>
            <a:r>
              <a:rPr sz="5450" b="1" spc="50" dirty="0">
                <a:solidFill>
                  <a:srgbClr val="4574A6"/>
                </a:solidFill>
                <a:latin typeface="Tahoma"/>
                <a:cs typeface="Tahoma"/>
              </a:rPr>
              <a:t>BENEFICIARY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25214" y="4443746"/>
            <a:ext cx="8752840" cy="3649345"/>
            <a:chOff x="1325214" y="4443746"/>
            <a:chExt cx="8752840" cy="36493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5214" y="4443746"/>
              <a:ext cx="8752621" cy="3649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489" y="5000012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489" y="5476262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489" y="5952512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489" y="6428762"/>
              <a:ext cx="114300" cy="114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489" y="6905012"/>
              <a:ext cx="114300" cy="1142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1403495" y="3138212"/>
            <a:ext cx="6884670" cy="7148830"/>
            <a:chOff x="11403495" y="3138212"/>
            <a:chExt cx="6884670" cy="71488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19978" y="3734065"/>
              <a:ext cx="5039321" cy="5029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15499" y="3890982"/>
              <a:ext cx="4838699" cy="48196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442390" y="3948260"/>
              <a:ext cx="4612005" cy="4610100"/>
            </a:xfrm>
            <a:custGeom>
              <a:avLst/>
              <a:gdLst/>
              <a:ahLst/>
              <a:cxnLst/>
              <a:rect l="l" t="t" r="r" b="b"/>
              <a:pathLst>
                <a:path w="4612005" h="4610100">
                  <a:moveTo>
                    <a:pt x="2402211" y="12700"/>
                  </a:moveTo>
                  <a:lnTo>
                    <a:pt x="2209714" y="12700"/>
                  </a:lnTo>
                  <a:lnTo>
                    <a:pt x="2257717" y="0"/>
                  </a:lnTo>
                  <a:lnTo>
                    <a:pt x="2354208" y="0"/>
                  </a:lnTo>
                  <a:lnTo>
                    <a:pt x="2402211" y="12700"/>
                  </a:lnTo>
                  <a:close/>
                </a:path>
                <a:path w="4612005" h="4610100">
                  <a:moveTo>
                    <a:pt x="2591618" y="25400"/>
                  </a:moveTo>
                  <a:lnTo>
                    <a:pt x="2020307" y="25400"/>
                  </a:lnTo>
                  <a:lnTo>
                    <a:pt x="2067248" y="12700"/>
                  </a:lnTo>
                  <a:lnTo>
                    <a:pt x="2544677" y="12700"/>
                  </a:lnTo>
                  <a:lnTo>
                    <a:pt x="2591618" y="25400"/>
                  </a:lnTo>
                  <a:close/>
                </a:path>
                <a:path w="4612005" h="4610100">
                  <a:moveTo>
                    <a:pt x="2684623" y="38100"/>
                  </a:moveTo>
                  <a:lnTo>
                    <a:pt x="1927302" y="38100"/>
                  </a:lnTo>
                  <a:lnTo>
                    <a:pt x="1973655" y="25400"/>
                  </a:lnTo>
                  <a:lnTo>
                    <a:pt x="2638270" y="25400"/>
                  </a:lnTo>
                  <a:lnTo>
                    <a:pt x="2684623" y="38100"/>
                  </a:lnTo>
                  <a:close/>
                </a:path>
                <a:path w="4612005" h="4610100">
                  <a:moveTo>
                    <a:pt x="2776392" y="4572000"/>
                  </a:moveTo>
                  <a:lnTo>
                    <a:pt x="1835533" y="4572000"/>
                  </a:lnTo>
                  <a:lnTo>
                    <a:pt x="1525182" y="4483100"/>
                  </a:lnTo>
                  <a:lnTo>
                    <a:pt x="1482351" y="4470400"/>
                  </a:lnTo>
                  <a:lnTo>
                    <a:pt x="1439926" y="4445000"/>
                  </a:lnTo>
                  <a:lnTo>
                    <a:pt x="1397915" y="4432300"/>
                  </a:lnTo>
                  <a:lnTo>
                    <a:pt x="1356328" y="4406900"/>
                  </a:lnTo>
                  <a:lnTo>
                    <a:pt x="1315176" y="4394200"/>
                  </a:lnTo>
                  <a:lnTo>
                    <a:pt x="1274467" y="4368800"/>
                  </a:lnTo>
                  <a:lnTo>
                    <a:pt x="1234212" y="4356100"/>
                  </a:lnTo>
                  <a:lnTo>
                    <a:pt x="1155099" y="4305300"/>
                  </a:lnTo>
                  <a:lnTo>
                    <a:pt x="1116261" y="4292600"/>
                  </a:lnTo>
                  <a:lnTo>
                    <a:pt x="1040071" y="4241800"/>
                  </a:lnTo>
                  <a:lnTo>
                    <a:pt x="965925" y="4191000"/>
                  </a:lnTo>
                  <a:lnTo>
                    <a:pt x="929642" y="4165600"/>
                  </a:lnTo>
                  <a:lnTo>
                    <a:pt x="893900" y="4127500"/>
                  </a:lnTo>
                  <a:lnTo>
                    <a:pt x="858707" y="4102100"/>
                  </a:lnTo>
                  <a:lnTo>
                    <a:pt x="824073" y="4076700"/>
                  </a:lnTo>
                  <a:lnTo>
                    <a:pt x="790009" y="4051300"/>
                  </a:lnTo>
                  <a:lnTo>
                    <a:pt x="756522" y="4013200"/>
                  </a:lnTo>
                  <a:lnTo>
                    <a:pt x="723624" y="3987800"/>
                  </a:lnTo>
                  <a:lnTo>
                    <a:pt x="691324" y="3962400"/>
                  </a:lnTo>
                  <a:lnTo>
                    <a:pt x="659631" y="3924300"/>
                  </a:lnTo>
                  <a:lnTo>
                    <a:pt x="628555" y="3898900"/>
                  </a:lnTo>
                  <a:lnTo>
                    <a:pt x="598105" y="3860800"/>
                  </a:lnTo>
                  <a:lnTo>
                    <a:pt x="568292" y="3822700"/>
                  </a:lnTo>
                  <a:lnTo>
                    <a:pt x="539125" y="3797300"/>
                  </a:lnTo>
                  <a:lnTo>
                    <a:pt x="510613" y="3759200"/>
                  </a:lnTo>
                  <a:lnTo>
                    <a:pt x="482766" y="3721100"/>
                  </a:lnTo>
                  <a:lnTo>
                    <a:pt x="455594" y="3683000"/>
                  </a:lnTo>
                  <a:lnTo>
                    <a:pt x="429107" y="3644900"/>
                  </a:lnTo>
                  <a:lnTo>
                    <a:pt x="403314" y="3619500"/>
                  </a:lnTo>
                  <a:lnTo>
                    <a:pt x="378224" y="3581400"/>
                  </a:lnTo>
                  <a:lnTo>
                    <a:pt x="353847" y="3543300"/>
                  </a:lnTo>
                  <a:lnTo>
                    <a:pt x="330194" y="3505200"/>
                  </a:lnTo>
                  <a:lnTo>
                    <a:pt x="307273" y="3467100"/>
                  </a:lnTo>
                  <a:lnTo>
                    <a:pt x="285094" y="3416300"/>
                  </a:lnTo>
                  <a:lnTo>
                    <a:pt x="263667" y="3378200"/>
                  </a:lnTo>
                  <a:lnTo>
                    <a:pt x="243002" y="3340100"/>
                  </a:lnTo>
                  <a:lnTo>
                    <a:pt x="223107" y="3302000"/>
                  </a:lnTo>
                  <a:lnTo>
                    <a:pt x="203993" y="3263900"/>
                  </a:lnTo>
                  <a:lnTo>
                    <a:pt x="185670" y="3213100"/>
                  </a:lnTo>
                  <a:lnTo>
                    <a:pt x="168146" y="3175000"/>
                  </a:lnTo>
                  <a:lnTo>
                    <a:pt x="151432" y="3136900"/>
                  </a:lnTo>
                  <a:lnTo>
                    <a:pt x="135538" y="3086100"/>
                  </a:lnTo>
                  <a:lnTo>
                    <a:pt x="120472" y="3048000"/>
                  </a:lnTo>
                  <a:lnTo>
                    <a:pt x="106245" y="3009900"/>
                  </a:lnTo>
                  <a:lnTo>
                    <a:pt x="92865" y="2959100"/>
                  </a:lnTo>
                  <a:lnTo>
                    <a:pt x="80344" y="2921000"/>
                  </a:lnTo>
                  <a:lnTo>
                    <a:pt x="68690" y="2870200"/>
                  </a:lnTo>
                  <a:lnTo>
                    <a:pt x="57913" y="2832100"/>
                  </a:lnTo>
                  <a:lnTo>
                    <a:pt x="48022" y="2781300"/>
                  </a:lnTo>
                  <a:lnTo>
                    <a:pt x="39028" y="2730500"/>
                  </a:lnTo>
                  <a:lnTo>
                    <a:pt x="30939" y="2692400"/>
                  </a:lnTo>
                  <a:lnTo>
                    <a:pt x="23766" y="2641600"/>
                  </a:lnTo>
                  <a:lnTo>
                    <a:pt x="17519" y="2590800"/>
                  </a:lnTo>
                  <a:lnTo>
                    <a:pt x="12206" y="2552700"/>
                  </a:lnTo>
                  <a:lnTo>
                    <a:pt x="7837" y="2501900"/>
                  </a:lnTo>
                  <a:lnTo>
                    <a:pt x="4423" y="2451100"/>
                  </a:lnTo>
                  <a:lnTo>
                    <a:pt x="1972" y="2413000"/>
                  </a:lnTo>
                  <a:lnTo>
                    <a:pt x="494" y="2362200"/>
                  </a:lnTo>
                  <a:lnTo>
                    <a:pt x="0" y="2311400"/>
                  </a:lnTo>
                  <a:lnTo>
                    <a:pt x="494" y="2260600"/>
                  </a:lnTo>
                  <a:lnTo>
                    <a:pt x="1972" y="2209800"/>
                  </a:lnTo>
                  <a:lnTo>
                    <a:pt x="4423" y="2171700"/>
                  </a:lnTo>
                  <a:lnTo>
                    <a:pt x="7837" y="2120900"/>
                  </a:lnTo>
                  <a:lnTo>
                    <a:pt x="12206" y="2070100"/>
                  </a:lnTo>
                  <a:lnTo>
                    <a:pt x="17519" y="2019300"/>
                  </a:lnTo>
                  <a:lnTo>
                    <a:pt x="23766" y="1981200"/>
                  </a:lnTo>
                  <a:lnTo>
                    <a:pt x="30939" y="1930400"/>
                  </a:lnTo>
                  <a:lnTo>
                    <a:pt x="39028" y="1879600"/>
                  </a:lnTo>
                  <a:lnTo>
                    <a:pt x="48022" y="1841500"/>
                  </a:lnTo>
                  <a:lnTo>
                    <a:pt x="57913" y="1790700"/>
                  </a:lnTo>
                  <a:lnTo>
                    <a:pt x="68690" y="1752600"/>
                  </a:lnTo>
                  <a:lnTo>
                    <a:pt x="80344" y="1701800"/>
                  </a:lnTo>
                  <a:lnTo>
                    <a:pt x="92865" y="1663700"/>
                  </a:lnTo>
                  <a:lnTo>
                    <a:pt x="106245" y="1612900"/>
                  </a:lnTo>
                  <a:lnTo>
                    <a:pt x="120472" y="1574800"/>
                  </a:lnTo>
                  <a:lnTo>
                    <a:pt x="135538" y="1524000"/>
                  </a:lnTo>
                  <a:lnTo>
                    <a:pt x="151432" y="1485900"/>
                  </a:lnTo>
                  <a:lnTo>
                    <a:pt x="168146" y="1447800"/>
                  </a:lnTo>
                  <a:lnTo>
                    <a:pt x="185670" y="1397000"/>
                  </a:lnTo>
                  <a:lnTo>
                    <a:pt x="203993" y="1358900"/>
                  </a:lnTo>
                  <a:lnTo>
                    <a:pt x="223107" y="1320800"/>
                  </a:lnTo>
                  <a:lnTo>
                    <a:pt x="243002" y="1282700"/>
                  </a:lnTo>
                  <a:lnTo>
                    <a:pt x="263667" y="1244600"/>
                  </a:lnTo>
                  <a:lnTo>
                    <a:pt x="285094" y="1193800"/>
                  </a:lnTo>
                  <a:lnTo>
                    <a:pt x="307273" y="1155700"/>
                  </a:lnTo>
                  <a:lnTo>
                    <a:pt x="330194" y="1117600"/>
                  </a:lnTo>
                  <a:lnTo>
                    <a:pt x="353847" y="1079500"/>
                  </a:lnTo>
                  <a:lnTo>
                    <a:pt x="378224" y="1041400"/>
                  </a:lnTo>
                  <a:lnTo>
                    <a:pt x="403314" y="1003300"/>
                  </a:lnTo>
                  <a:lnTo>
                    <a:pt x="429107" y="965200"/>
                  </a:lnTo>
                  <a:lnTo>
                    <a:pt x="455594" y="939800"/>
                  </a:lnTo>
                  <a:lnTo>
                    <a:pt x="482766" y="901700"/>
                  </a:lnTo>
                  <a:lnTo>
                    <a:pt x="510613" y="863600"/>
                  </a:lnTo>
                  <a:lnTo>
                    <a:pt x="539125" y="825500"/>
                  </a:lnTo>
                  <a:lnTo>
                    <a:pt x="568292" y="800100"/>
                  </a:lnTo>
                  <a:lnTo>
                    <a:pt x="598105" y="762000"/>
                  </a:lnTo>
                  <a:lnTo>
                    <a:pt x="628555" y="723900"/>
                  </a:lnTo>
                  <a:lnTo>
                    <a:pt x="659631" y="698500"/>
                  </a:lnTo>
                  <a:lnTo>
                    <a:pt x="691324" y="660400"/>
                  </a:lnTo>
                  <a:lnTo>
                    <a:pt x="723624" y="635000"/>
                  </a:lnTo>
                  <a:lnTo>
                    <a:pt x="756522" y="596900"/>
                  </a:lnTo>
                  <a:lnTo>
                    <a:pt x="790009" y="571500"/>
                  </a:lnTo>
                  <a:lnTo>
                    <a:pt x="824073" y="546100"/>
                  </a:lnTo>
                  <a:lnTo>
                    <a:pt x="858707" y="520700"/>
                  </a:lnTo>
                  <a:lnTo>
                    <a:pt x="893900" y="482600"/>
                  </a:lnTo>
                  <a:lnTo>
                    <a:pt x="929642" y="457200"/>
                  </a:lnTo>
                  <a:lnTo>
                    <a:pt x="965925" y="431800"/>
                  </a:lnTo>
                  <a:lnTo>
                    <a:pt x="1040071" y="381000"/>
                  </a:lnTo>
                  <a:lnTo>
                    <a:pt x="1116261" y="330200"/>
                  </a:lnTo>
                  <a:lnTo>
                    <a:pt x="1155099" y="317500"/>
                  </a:lnTo>
                  <a:lnTo>
                    <a:pt x="1234212" y="266700"/>
                  </a:lnTo>
                  <a:lnTo>
                    <a:pt x="1274467" y="241300"/>
                  </a:lnTo>
                  <a:lnTo>
                    <a:pt x="1315176" y="228600"/>
                  </a:lnTo>
                  <a:lnTo>
                    <a:pt x="1356328" y="203200"/>
                  </a:lnTo>
                  <a:lnTo>
                    <a:pt x="1439926" y="177800"/>
                  </a:lnTo>
                  <a:lnTo>
                    <a:pt x="1482351" y="152400"/>
                  </a:lnTo>
                  <a:lnTo>
                    <a:pt x="1881258" y="38100"/>
                  </a:lnTo>
                  <a:lnTo>
                    <a:pt x="2730667" y="38100"/>
                  </a:lnTo>
                  <a:lnTo>
                    <a:pt x="3129574" y="152400"/>
                  </a:lnTo>
                  <a:lnTo>
                    <a:pt x="3171999" y="177800"/>
                  </a:lnTo>
                  <a:lnTo>
                    <a:pt x="3255597" y="203200"/>
                  </a:lnTo>
                  <a:lnTo>
                    <a:pt x="3296749" y="228600"/>
                  </a:lnTo>
                  <a:lnTo>
                    <a:pt x="3337458" y="241300"/>
                  </a:lnTo>
                  <a:lnTo>
                    <a:pt x="3377713" y="266700"/>
                  </a:lnTo>
                  <a:lnTo>
                    <a:pt x="3456826" y="317500"/>
                  </a:lnTo>
                  <a:lnTo>
                    <a:pt x="3495664" y="330200"/>
                  </a:lnTo>
                  <a:lnTo>
                    <a:pt x="3571854" y="381000"/>
                  </a:lnTo>
                  <a:lnTo>
                    <a:pt x="3646000" y="431800"/>
                  </a:lnTo>
                  <a:lnTo>
                    <a:pt x="3682283" y="457200"/>
                  </a:lnTo>
                  <a:lnTo>
                    <a:pt x="3718025" y="482600"/>
                  </a:lnTo>
                  <a:lnTo>
                    <a:pt x="3753218" y="520700"/>
                  </a:lnTo>
                  <a:lnTo>
                    <a:pt x="3787851" y="546100"/>
                  </a:lnTo>
                  <a:lnTo>
                    <a:pt x="3821916" y="571500"/>
                  </a:lnTo>
                  <a:lnTo>
                    <a:pt x="3855402" y="596900"/>
                  </a:lnTo>
                  <a:lnTo>
                    <a:pt x="3888301" y="635000"/>
                  </a:lnTo>
                  <a:lnTo>
                    <a:pt x="3920601" y="660400"/>
                  </a:lnTo>
                  <a:lnTo>
                    <a:pt x="3952294" y="698500"/>
                  </a:lnTo>
                  <a:lnTo>
                    <a:pt x="3983370" y="723900"/>
                  </a:lnTo>
                  <a:lnTo>
                    <a:pt x="4013820" y="762000"/>
                  </a:lnTo>
                  <a:lnTo>
                    <a:pt x="4043633" y="800100"/>
                  </a:lnTo>
                  <a:lnTo>
                    <a:pt x="4072800" y="825500"/>
                  </a:lnTo>
                  <a:lnTo>
                    <a:pt x="4101312" y="863600"/>
                  </a:lnTo>
                  <a:lnTo>
                    <a:pt x="4129158" y="901700"/>
                  </a:lnTo>
                  <a:lnTo>
                    <a:pt x="4156330" y="939800"/>
                  </a:lnTo>
                  <a:lnTo>
                    <a:pt x="4182818" y="965200"/>
                  </a:lnTo>
                  <a:lnTo>
                    <a:pt x="4208611" y="1003300"/>
                  </a:lnTo>
                  <a:lnTo>
                    <a:pt x="4233701" y="1041400"/>
                  </a:lnTo>
                  <a:lnTo>
                    <a:pt x="4258077" y="1079500"/>
                  </a:lnTo>
                  <a:lnTo>
                    <a:pt x="4281731" y="1117600"/>
                  </a:lnTo>
                  <a:lnTo>
                    <a:pt x="4304652" y="1155700"/>
                  </a:lnTo>
                  <a:lnTo>
                    <a:pt x="4326830" y="1193800"/>
                  </a:lnTo>
                  <a:lnTo>
                    <a:pt x="4348257" y="1244600"/>
                  </a:lnTo>
                  <a:lnTo>
                    <a:pt x="4368923" y="1282700"/>
                  </a:lnTo>
                  <a:lnTo>
                    <a:pt x="4388817" y="1320800"/>
                  </a:lnTo>
                  <a:lnTo>
                    <a:pt x="4407931" y="1358900"/>
                  </a:lnTo>
                  <a:lnTo>
                    <a:pt x="4426255" y="1397000"/>
                  </a:lnTo>
                  <a:lnTo>
                    <a:pt x="4443778" y="1447800"/>
                  </a:lnTo>
                  <a:lnTo>
                    <a:pt x="4460492" y="1485900"/>
                  </a:lnTo>
                  <a:lnTo>
                    <a:pt x="4476387" y="1524000"/>
                  </a:lnTo>
                  <a:lnTo>
                    <a:pt x="4491452" y="1574800"/>
                  </a:lnTo>
                  <a:lnTo>
                    <a:pt x="4505680" y="1612900"/>
                  </a:lnTo>
                  <a:lnTo>
                    <a:pt x="4519059" y="1663700"/>
                  </a:lnTo>
                  <a:lnTo>
                    <a:pt x="4531581" y="1701800"/>
                  </a:lnTo>
                  <a:lnTo>
                    <a:pt x="4543235" y="1752600"/>
                  </a:lnTo>
                  <a:lnTo>
                    <a:pt x="4554012" y="1790700"/>
                  </a:lnTo>
                  <a:lnTo>
                    <a:pt x="4563902" y="1841500"/>
                  </a:lnTo>
                  <a:lnTo>
                    <a:pt x="4572897" y="1879600"/>
                  </a:lnTo>
                  <a:lnTo>
                    <a:pt x="4580985" y="1930400"/>
                  </a:lnTo>
                  <a:lnTo>
                    <a:pt x="4588158" y="1981200"/>
                  </a:lnTo>
                  <a:lnTo>
                    <a:pt x="4594406" y="2019300"/>
                  </a:lnTo>
                  <a:lnTo>
                    <a:pt x="4599719" y="2070100"/>
                  </a:lnTo>
                  <a:lnTo>
                    <a:pt x="4604087" y="2120900"/>
                  </a:lnTo>
                  <a:lnTo>
                    <a:pt x="4607502" y="2171700"/>
                  </a:lnTo>
                  <a:lnTo>
                    <a:pt x="4609953" y="2209800"/>
                  </a:lnTo>
                  <a:lnTo>
                    <a:pt x="4611430" y="2260600"/>
                  </a:lnTo>
                  <a:lnTo>
                    <a:pt x="4611925" y="2311400"/>
                  </a:lnTo>
                  <a:lnTo>
                    <a:pt x="4611430" y="2362200"/>
                  </a:lnTo>
                  <a:lnTo>
                    <a:pt x="4609953" y="2413000"/>
                  </a:lnTo>
                  <a:lnTo>
                    <a:pt x="4607502" y="2451100"/>
                  </a:lnTo>
                  <a:lnTo>
                    <a:pt x="4604087" y="2501900"/>
                  </a:lnTo>
                  <a:lnTo>
                    <a:pt x="4599719" y="2552700"/>
                  </a:lnTo>
                  <a:lnTo>
                    <a:pt x="4594406" y="2590800"/>
                  </a:lnTo>
                  <a:lnTo>
                    <a:pt x="4588158" y="2641600"/>
                  </a:lnTo>
                  <a:lnTo>
                    <a:pt x="4580985" y="2692400"/>
                  </a:lnTo>
                  <a:lnTo>
                    <a:pt x="4572897" y="2730500"/>
                  </a:lnTo>
                  <a:lnTo>
                    <a:pt x="4563902" y="2781300"/>
                  </a:lnTo>
                  <a:lnTo>
                    <a:pt x="4554012" y="2832100"/>
                  </a:lnTo>
                  <a:lnTo>
                    <a:pt x="4543235" y="2870200"/>
                  </a:lnTo>
                  <a:lnTo>
                    <a:pt x="4531581" y="2921000"/>
                  </a:lnTo>
                  <a:lnTo>
                    <a:pt x="4519059" y="2959100"/>
                  </a:lnTo>
                  <a:lnTo>
                    <a:pt x="4505680" y="3009900"/>
                  </a:lnTo>
                  <a:lnTo>
                    <a:pt x="4491452" y="3048000"/>
                  </a:lnTo>
                  <a:lnTo>
                    <a:pt x="4476387" y="3086100"/>
                  </a:lnTo>
                  <a:lnTo>
                    <a:pt x="4460492" y="3136900"/>
                  </a:lnTo>
                  <a:lnTo>
                    <a:pt x="4443778" y="3175000"/>
                  </a:lnTo>
                  <a:lnTo>
                    <a:pt x="4426255" y="3213100"/>
                  </a:lnTo>
                  <a:lnTo>
                    <a:pt x="4407931" y="3263900"/>
                  </a:lnTo>
                  <a:lnTo>
                    <a:pt x="4388817" y="3302000"/>
                  </a:lnTo>
                  <a:lnTo>
                    <a:pt x="4368923" y="3340100"/>
                  </a:lnTo>
                  <a:lnTo>
                    <a:pt x="4348257" y="3378200"/>
                  </a:lnTo>
                  <a:lnTo>
                    <a:pt x="4326830" y="3416300"/>
                  </a:lnTo>
                  <a:lnTo>
                    <a:pt x="4304652" y="3467100"/>
                  </a:lnTo>
                  <a:lnTo>
                    <a:pt x="4281731" y="3505200"/>
                  </a:lnTo>
                  <a:lnTo>
                    <a:pt x="4258077" y="3543300"/>
                  </a:lnTo>
                  <a:lnTo>
                    <a:pt x="4233701" y="3581400"/>
                  </a:lnTo>
                  <a:lnTo>
                    <a:pt x="4208611" y="3619500"/>
                  </a:lnTo>
                  <a:lnTo>
                    <a:pt x="4182818" y="3644900"/>
                  </a:lnTo>
                  <a:lnTo>
                    <a:pt x="4156330" y="3683000"/>
                  </a:lnTo>
                  <a:lnTo>
                    <a:pt x="4129158" y="3721100"/>
                  </a:lnTo>
                  <a:lnTo>
                    <a:pt x="4101312" y="3759200"/>
                  </a:lnTo>
                  <a:lnTo>
                    <a:pt x="4072800" y="3797300"/>
                  </a:lnTo>
                  <a:lnTo>
                    <a:pt x="4043633" y="3822700"/>
                  </a:lnTo>
                  <a:lnTo>
                    <a:pt x="4013820" y="3860800"/>
                  </a:lnTo>
                  <a:lnTo>
                    <a:pt x="3983370" y="3898900"/>
                  </a:lnTo>
                  <a:lnTo>
                    <a:pt x="3952294" y="3924300"/>
                  </a:lnTo>
                  <a:lnTo>
                    <a:pt x="3920601" y="3962400"/>
                  </a:lnTo>
                  <a:lnTo>
                    <a:pt x="3888301" y="3987800"/>
                  </a:lnTo>
                  <a:lnTo>
                    <a:pt x="3855402" y="4013200"/>
                  </a:lnTo>
                  <a:lnTo>
                    <a:pt x="3821916" y="4051300"/>
                  </a:lnTo>
                  <a:lnTo>
                    <a:pt x="3787851" y="4076700"/>
                  </a:lnTo>
                  <a:lnTo>
                    <a:pt x="3753218" y="4102100"/>
                  </a:lnTo>
                  <a:lnTo>
                    <a:pt x="3718025" y="4127500"/>
                  </a:lnTo>
                  <a:lnTo>
                    <a:pt x="3682283" y="4165600"/>
                  </a:lnTo>
                  <a:lnTo>
                    <a:pt x="3646000" y="4191000"/>
                  </a:lnTo>
                  <a:lnTo>
                    <a:pt x="3571854" y="4241800"/>
                  </a:lnTo>
                  <a:lnTo>
                    <a:pt x="3495664" y="4292600"/>
                  </a:lnTo>
                  <a:lnTo>
                    <a:pt x="3456826" y="4305300"/>
                  </a:lnTo>
                  <a:lnTo>
                    <a:pt x="3377713" y="4356100"/>
                  </a:lnTo>
                  <a:lnTo>
                    <a:pt x="3337458" y="4368800"/>
                  </a:lnTo>
                  <a:lnTo>
                    <a:pt x="3296749" y="4394200"/>
                  </a:lnTo>
                  <a:lnTo>
                    <a:pt x="3255597" y="4406900"/>
                  </a:lnTo>
                  <a:lnTo>
                    <a:pt x="3214010" y="4432300"/>
                  </a:lnTo>
                  <a:lnTo>
                    <a:pt x="3171999" y="4445000"/>
                  </a:lnTo>
                  <a:lnTo>
                    <a:pt x="3129574" y="4470400"/>
                  </a:lnTo>
                  <a:lnTo>
                    <a:pt x="3086743" y="4483100"/>
                  </a:lnTo>
                  <a:lnTo>
                    <a:pt x="2776392" y="4572000"/>
                  </a:lnTo>
                  <a:close/>
                </a:path>
                <a:path w="4612005" h="4610100">
                  <a:moveTo>
                    <a:pt x="2638270" y="4597400"/>
                  </a:moveTo>
                  <a:lnTo>
                    <a:pt x="1973655" y="4597400"/>
                  </a:lnTo>
                  <a:lnTo>
                    <a:pt x="1881258" y="4572000"/>
                  </a:lnTo>
                  <a:lnTo>
                    <a:pt x="2730667" y="4572000"/>
                  </a:lnTo>
                  <a:lnTo>
                    <a:pt x="2638270" y="4597400"/>
                  </a:lnTo>
                  <a:close/>
                </a:path>
                <a:path w="4612005" h="4610100">
                  <a:moveTo>
                    <a:pt x="2544677" y="4610100"/>
                  </a:moveTo>
                  <a:lnTo>
                    <a:pt x="2067248" y="4610100"/>
                  </a:lnTo>
                  <a:lnTo>
                    <a:pt x="2020307" y="4597400"/>
                  </a:lnTo>
                  <a:lnTo>
                    <a:pt x="2591618" y="4597400"/>
                  </a:lnTo>
                  <a:lnTo>
                    <a:pt x="2544677" y="4610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70851" y="4196548"/>
              <a:ext cx="4110086" cy="4102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403495" y="3138212"/>
              <a:ext cx="6884670" cy="7148830"/>
            </a:xfrm>
            <a:custGeom>
              <a:avLst/>
              <a:gdLst/>
              <a:ahLst/>
              <a:cxnLst/>
              <a:rect l="l" t="t" r="r" b="b"/>
              <a:pathLst>
                <a:path w="6884669" h="71488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84669" h="71488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84669" h="71488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84669" h="71488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84669" h="71488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84669" h="71488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84669" h="71488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84669" h="71488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84669" h="71488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84669" h="7148830">
                  <a:moveTo>
                    <a:pt x="614511" y="7147467"/>
                  </a:moveTo>
                  <a:lnTo>
                    <a:pt x="613634" y="7145939"/>
                  </a:lnTo>
                  <a:lnTo>
                    <a:pt x="615162" y="7145056"/>
                  </a:lnTo>
                  <a:lnTo>
                    <a:pt x="616039" y="7146584"/>
                  </a:lnTo>
                  <a:lnTo>
                    <a:pt x="614511" y="7147467"/>
                  </a:lnTo>
                  <a:close/>
                </a:path>
                <a:path w="6884669" h="71488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84669" h="71488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84669" h="71488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84669" h="71488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84669" h="71488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84669" h="71488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84669" h="71488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84669" h="71488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84669" h="71488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84669" h="71488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84669" h="71488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84669" h="71488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84669" h="71488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84669" h="71488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84669" h="71488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84669" h="7148830">
                  <a:moveTo>
                    <a:pt x="948518" y="7128994"/>
                  </a:moveTo>
                  <a:lnTo>
                    <a:pt x="946463" y="7125434"/>
                  </a:lnTo>
                  <a:lnTo>
                    <a:pt x="950028" y="7123379"/>
                  </a:lnTo>
                  <a:lnTo>
                    <a:pt x="952084" y="7126939"/>
                  </a:lnTo>
                  <a:lnTo>
                    <a:pt x="948518" y="7128994"/>
                  </a:lnTo>
                  <a:close/>
                </a:path>
                <a:path w="6884669" h="71488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84669" h="71488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84669" h="71488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84669" h="71488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84669" h="71488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84669" h="71488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84669" h="71488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84669" h="71488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84669" h="71488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84669" h="71488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84669" h="71488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84669" h="71488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84669" h="71488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84669" h="71488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84669" h="71488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84669" h="71488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84669" h="71488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84669" h="71488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84669" h="71488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84669" h="71488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84669" h="71488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84669" h="71488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84669" h="7148830">
                  <a:moveTo>
                    <a:pt x="1282312" y="7111331"/>
                  </a:moveTo>
                  <a:lnTo>
                    <a:pt x="1278492" y="7104715"/>
                  </a:lnTo>
                  <a:lnTo>
                    <a:pt x="1285108" y="7100894"/>
                  </a:lnTo>
                  <a:lnTo>
                    <a:pt x="1288928" y="7107510"/>
                  </a:lnTo>
                  <a:lnTo>
                    <a:pt x="1282312" y="7111331"/>
                  </a:lnTo>
                  <a:close/>
                </a:path>
                <a:path w="6884669" h="71488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84669" h="71488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84669" h="71488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84669" h="71488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84669" h="71488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84669" h="71488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84669" h="71488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84669" h="71488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84669" h="71488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84669" h="71488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84669" h="71488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84669" h="71488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84669" h="71488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84669" h="71488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84669" h="71488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84669" h="71488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84669" h="71488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84669" h="71488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84669" h="71488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84669" h="71488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84669" h="71488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84669" h="71488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84669" h="71488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84669" h="71488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84669" h="71488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84669" h="71488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84669" h="71488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84669" h="71488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84669" h="71488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84669" h="71488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84669" h="71488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84669" h="71488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84669" h="71488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84669" h="71488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84669" h="71488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84669" h="71488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84669" h="71488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84669" h="71488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84669" h="71488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84669" h="71488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84669" h="71488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84669" h="71488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84669" h="71488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84669" h="7148830">
                  <a:moveTo>
                    <a:pt x="1821536" y="7145705"/>
                  </a:moveTo>
                  <a:lnTo>
                    <a:pt x="1818006" y="7139593"/>
                  </a:lnTo>
                  <a:lnTo>
                    <a:pt x="1824112" y="7136068"/>
                  </a:lnTo>
                  <a:lnTo>
                    <a:pt x="1827643" y="7142181"/>
                  </a:lnTo>
                  <a:lnTo>
                    <a:pt x="1821536" y="7145705"/>
                  </a:lnTo>
                  <a:close/>
                </a:path>
                <a:path w="6884669" h="71488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84669" h="71488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84669" h="71488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84669" h="71488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84669" h="71488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84669" h="71488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84669" h="71488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84669" h="71488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84669" h="71488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84669" h="71488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84669" h="71488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84669" h="71488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84669" h="71488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84669" h="71488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84669" h="71488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84669" h="71488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84669" h="71488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84669" h="71488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84669" h="71488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84669" h="71488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84669" h="71488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84669" h="71488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84669" h="71488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84669" h="71488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84669" h="71488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84669" h="71488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84669" h="71488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84669" h="71488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84669" h="71488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84669" h="71488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84669" h="71488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84669" h="71488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84669" h="71488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84669" h="71488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84669" h="71488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84669" h="71488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84669" h="7148830">
                  <a:moveTo>
                    <a:pt x="2155003" y="7129241"/>
                  </a:moveTo>
                  <a:lnTo>
                    <a:pt x="2148838" y="7118556"/>
                  </a:lnTo>
                  <a:lnTo>
                    <a:pt x="2159517" y="7112390"/>
                  </a:lnTo>
                  <a:lnTo>
                    <a:pt x="2165689" y="7123075"/>
                  </a:lnTo>
                  <a:lnTo>
                    <a:pt x="2155003" y="7129241"/>
                  </a:lnTo>
                  <a:close/>
                </a:path>
                <a:path w="6884669" h="71488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84669" h="71488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84669" h="71488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84669" h="71488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84669" h="71488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84669" h="71488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84669" h="71488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84669" h="71488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84669" h="71488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84669" h="71488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84669" h="71488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84669" h="71488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84669" h="71488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84669" h="71488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84669" h="71488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84669" h="71488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84669" h="71488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84669" h="71488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84669" h="71488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84669" h="71488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84669" h="71488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84669" h="71488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84669" h="71488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84669" h="71488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84669" h="71488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84669" h="71488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84669" h="71488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84669" h="71488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84669" h="71488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84669" h="71488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84669" h="71488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84669" h="71488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84669" h="71488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84669" h="71488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84669" h="71488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84669" h="71488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84669" h="71488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84669" h="71488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84669" h="71488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84669" h="71488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84669" h="71488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84669" h="7148830">
                  <a:moveTo>
                    <a:pt x="2488152" y="7113986"/>
                  </a:moveTo>
                  <a:lnTo>
                    <a:pt x="2478456" y="7097195"/>
                  </a:lnTo>
                  <a:lnTo>
                    <a:pt x="2495248" y="7087499"/>
                  </a:lnTo>
                  <a:lnTo>
                    <a:pt x="2504944" y="7104290"/>
                  </a:lnTo>
                  <a:lnTo>
                    <a:pt x="2488152" y="7113986"/>
                  </a:lnTo>
                  <a:close/>
                </a:path>
                <a:path w="6884669" h="71488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84669" h="71488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84669" h="71488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84669" h="71488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84669" h="71488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84669" h="71488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84669" h="71488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84669" h="71488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84669" h="71488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84669" h="71488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84669" h="71488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84669" h="71488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84669" h="71488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84669" h="71488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84669" h="71488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84669" h="71488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84669" h="71488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84669" h="71488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84669" h="71488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84669" h="71488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84669" h="71488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84669" h="71488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84669" h="71488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84669" h="71488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84669" h="71488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84669" h="71488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84669" h="71488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84669" h="71488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84669" h="71488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84669" h="71488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84669" h="71488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84669" h="71488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84669" h="71488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84669" h="71488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84669" h="71488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84669" h="71488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84669" h="71488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84669" h="71488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84669" h="71488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84669" h="71488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84669" h="71488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84669" h="71488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84669" h="71488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84669" h="71488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84669" h="71488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84669" h="71488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84669" h="7148830">
                  <a:moveTo>
                    <a:pt x="2821086" y="7099529"/>
                  </a:move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1086" y="7099529"/>
                  </a:lnTo>
                  <a:close/>
                </a:path>
                <a:path w="6884669" h="71488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84669" h="71488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84669" h="71488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84669" h="71488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84669" h="71488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84669" h="71488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84669" h="71488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84669" h="71488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84669" h="71488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84669" h="71488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84669" h="71488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84669" h="71488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84669" h="71488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84669" h="71488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84669" h="71488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84669" h="71488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84669" h="71488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84669" h="71488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84669" h="71488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84669" h="71488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84669" h="71488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84669" h="71488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84669" h="71488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84669" h="71488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84669" h="7148830">
                  <a:moveTo>
                    <a:pt x="3028127" y="7145542"/>
                  </a:moveTo>
                  <a:lnTo>
                    <a:pt x="3020782" y="7132825"/>
                  </a:lnTo>
                  <a:lnTo>
                    <a:pt x="3033505" y="7125480"/>
                  </a:lnTo>
                  <a:lnTo>
                    <a:pt x="3040850" y="7138197"/>
                  </a:lnTo>
                  <a:lnTo>
                    <a:pt x="3028127" y="7145542"/>
                  </a:lnTo>
                  <a:close/>
                </a:path>
                <a:path w="6884669" h="71488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84669" h="71488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84669" h="71488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84669" h="71488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84669" h="71488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84669" h="71488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84669" h="71488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84669" h="71488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84669" h="71488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84669" h="71488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84669" h="71488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84669" h="71488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84669" h="71488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84669" h="71488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84669" h="71488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84669" h="71488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84669" h="71488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84669" h="71488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84669" h="71488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84669" h="71488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84669" h="71488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84669" h="71488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84669" h="71488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84669" h="71488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84669" h="71488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84669" h="71488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84669" h="71488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84669" h="71488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84669" h="71488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84669" h="71488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84669" h="71488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84669" h="71488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84669" h="71488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84669" h="71488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84669" h="71488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84669" h="71488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84669" h="71488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84669" h="71488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84669" h="71488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84669" h="71488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84669" h="71488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84669" h="71488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84669" h="71488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84669" h="71488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84669" h="71488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84669" h="71488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84669" h="71488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84669" h="71488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84669" h="71488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84669" h="71488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84669" h="71488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84669" h="71488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84669" h="71488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84669" h="7148830">
                  <a:moveTo>
                    <a:pt x="3360950" y="7131494"/>
                  </a:moveTo>
                  <a:lnTo>
                    <a:pt x="3349198" y="7111142"/>
                  </a:lnTo>
                  <a:lnTo>
                    <a:pt x="3369550" y="7099391"/>
                  </a:lnTo>
                  <a:lnTo>
                    <a:pt x="3381301" y="7119743"/>
                  </a:lnTo>
                  <a:lnTo>
                    <a:pt x="3360950" y="7131494"/>
                  </a:lnTo>
                  <a:close/>
                </a:path>
                <a:path w="6884669" h="71488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84669" h="71488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84669" h="71488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84669" h="71488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84669" h="71488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84669" h="71488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84669" h="71488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84669" h="71488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84669" h="71488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84669" h="71488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84669" h="71488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84669" h="71488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84669" h="71488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84669" h="71488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84669" h="71488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84669" h="71488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84669" h="71488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84669" h="71488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84669" h="71488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84669" h="71488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84669" h="71488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84669" h="71488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84669" h="71488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84669" h="71488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84669" h="71488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84669" h="71488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84669" h="71488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84669" h="71488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84669" h="71488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84669" h="71488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84669" h="71488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84669" h="71488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84669" h="71488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84669" h="71488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84669" h="71488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84669" h="71488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84669" h="71488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84669" h="71488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84669" h="71488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84669" h="71488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84669" h="71488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84669" h="71488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84669" h="71488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84669" h="71488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84669" h="71488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84669" h="71488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84669" h="71488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84669" h="71488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84669" h="71488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84669" h="71488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84669" h="71488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84669" h="71488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84669" h="71488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84669" h="71488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84669" h="71488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84669" h="71488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84669" h="71488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84669" h="7148830">
                  <a:moveTo>
                    <a:pt x="3693337" y="7119045"/>
                  </a:moveTo>
                  <a:lnTo>
                    <a:pt x="3676007" y="7089021"/>
                  </a:lnTo>
                  <a:lnTo>
                    <a:pt x="3706031" y="7071690"/>
                  </a:lnTo>
                  <a:lnTo>
                    <a:pt x="3723361" y="7101714"/>
                  </a:lnTo>
                  <a:lnTo>
                    <a:pt x="3693337" y="7119045"/>
                  </a:lnTo>
                  <a:close/>
                </a:path>
                <a:path w="6884669" h="71488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84669" h="71488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84669" h="71488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84669" h="71488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84669" h="71488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84669" h="71488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84669" h="71488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84669" h="71488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84669" h="71488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84669" h="71488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84669" h="71488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84669" h="71488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84669" h="71488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84669" h="71488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84669" h="71488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84669" h="71488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84669" h="71488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84669" h="71488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84669" h="71488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84669" h="71488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84669" h="71488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84669" h="71488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84669" h="71488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84669" h="71488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84669" h="71488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84669" h="71488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84669" h="71488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84669" h="71488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84669" h="71488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84669" h="71488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84669" h="7148830">
                  <a:moveTo>
                    <a:pt x="3912020" y="7148786"/>
                  </a:moveTo>
                  <a:lnTo>
                    <a:pt x="3895055" y="7148786"/>
                  </a:lnTo>
                  <a:lnTo>
                    <a:pt x="3894329" y="7147530"/>
                  </a:lnTo>
                  <a:lnTo>
                    <a:pt x="3907052" y="7140185"/>
                  </a:lnTo>
                  <a:lnTo>
                    <a:pt x="3912020" y="7148786"/>
                  </a:lnTo>
                  <a:close/>
                </a:path>
                <a:path w="6884669" h="71488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84669" h="71488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84669" h="71488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84669" h="71488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84669" h="71488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84669" h="71488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84669" h="71488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84669" h="71488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84669" h="71488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84669" h="71488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84669" h="71488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84669" h="71488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84669" h="71488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84669" h="71488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84669" h="71488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84669" h="71488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84669" h="71488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84669" h="71488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84669" h="71488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84669" h="71488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84669" h="71488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84669" h="71488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84669" h="71488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84669" h="71488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84669" h="71488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84669" h="71488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84669" h="71488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84669" h="71488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84669" h="71488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84669" h="71488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84669" h="71488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84669" h="7148830">
                  <a:moveTo>
                    <a:pt x="4025406" y="7107804"/>
                  </a:move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25406" y="7107804"/>
                  </a:lnTo>
                  <a:close/>
                </a:path>
                <a:path w="6884669" h="71488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84669" h="71488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84669" h="71488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84669" h="71488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84669" h="71488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84669" h="71488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84669" h="71488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84669" h="71488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84669" h="71488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84669" h="71488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84669" h="71488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84669" h="71488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84669" h="71488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84669" h="71488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84669" h="71488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84669" h="71488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84669" h="71488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84669" h="71488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84669" h="71488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84669" h="71488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84669" h="71488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84669" h="71488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84669" h="71488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84669" h="71488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84669" h="71488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84669" h="71488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84669" h="71488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84669" h="71488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84669" h="71488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84669" h="71488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84669" h="71488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84669" h="71488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84669" h="7148830">
                  <a:moveTo>
                    <a:pt x="4233962" y="7148201"/>
                  </a:moveTo>
                  <a:lnTo>
                    <a:pt x="4220742" y="7125303"/>
                  </a:lnTo>
                  <a:lnTo>
                    <a:pt x="4243634" y="7112082"/>
                  </a:lnTo>
                  <a:lnTo>
                    <a:pt x="4256861" y="7134981"/>
                  </a:lnTo>
                  <a:lnTo>
                    <a:pt x="4233962" y="7148201"/>
                  </a:lnTo>
                  <a:close/>
                </a:path>
                <a:path w="6884669" h="71488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84669" h="71488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84669" h="71488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84669" h="71488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84669" h="71488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84669" h="71488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84669" h="71488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84669" h="71488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84669" h="71488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84669" h="71488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84669" h="71488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84669" h="71488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84669" h="71488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84669" h="71488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84669" h="71488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84669" h="71488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84669" h="71488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84669" h="71488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84669" h="71488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84669" h="71488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84669" h="71488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84669" h="71488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84669" h="71488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84669" h="71488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84669" h="71488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84669" h="71488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84669" h="71488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84669" h="71488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84669" h="71488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84669" h="71488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84669" h="71488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84669" h="71488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84669" h="71488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84669" h="71488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84669" h="71488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84669" h="71488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84669" h="71488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84669" h="71488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84669" h="71488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84669" h="71488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84669" h="71488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84669" h="71488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84669" h="71488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84669" h="71488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84669" h="71488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84669" h="71488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84669" h="71488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84669" h="71488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84669" h="71488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84669" h="71488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84669" h="71488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84669" h="71488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84669" h="71488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84669" h="71488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84669" h="71488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84669" h="71488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84669" h="71488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84669" h="71488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84669" h="71488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84669" h="71488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84669" h="71488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84669" h="71488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84669" h="71488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84669" h="71488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84669" h="71488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84669" h="71488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84669" h="71488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84669" h="71488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84669" h="7148830">
                  <a:moveTo>
                    <a:pt x="4566033" y="7136957"/>
                  </a:moveTo>
                  <a:lnTo>
                    <a:pt x="4546350" y="7102864"/>
                  </a:lnTo>
                  <a:lnTo>
                    <a:pt x="4580442" y="7083176"/>
                  </a:lnTo>
                  <a:lnTo>
                    <a:pt x="4600125" y="7117275"/>
                  </a:lnTo>
                  <a:lnTo>
                    <a:pt x="4566033" y="7136957"/>
                  </a:lnTo>
                  <a:close/>
                </a:path>
                <a:path w="6884669" h="71488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84669" h="71488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84669" h="71488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84669" h="71488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84669" h="71488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84669" h="71488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84669" h="71488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84669" h="71488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84669" h="71488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84669" h="71488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84669" h="71488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84669" h="71488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84669" h="71488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84669" h="71488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84669" h="71488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84669" h="71488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84669" h="71488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84669" h="71488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84669" h="71488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84669" h="71488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84669" h="71488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84669" h="71488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84669" h="71488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84669" h="71488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84669" h="71488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84669" h="71488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84669" h="71488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84669" h="71488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84669" h="71488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84669" h="71488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84669" h="71488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84669" h="71488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84669" h="71488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84669" h="71488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84669" h="71488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84669" h="71488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84669" h="71488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84669" h="71488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84669" h="71488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84669" h="71488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84669" h="71488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84669" h="71488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84669" h="71488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84669" h="71488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84669" h="71488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84669" h="71488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84669" h="71488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84669" h="71488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84669" h="71488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84669" h="71488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84669" h="71488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84669" h="71488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84669" h="71488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84669" h="71488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84669" h="71488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84669" h="71488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84669" h="71488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84669" h="71488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84669" h="71488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84669" h="71488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84669" h="71488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84669" h="71488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84669" h="71488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84669" h="71488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84669" h="71488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84669" h="71488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84669" h="71488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84669" h="71488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84669" h="71488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84669" h="71488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84669" h="71488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84669" h="7148830">
                  <a:moveTo>
                    <a:pt x="4897563" y="7127721"/>
                  </a:moveTo>
                  <a:lnTo>
                    <a:pt x="4869944" y="7079881"/>
                  </a:lnTo>
                  <a:lnTo>
                    <a:pt x="4917784" y="7052262"/>
                  </a:lnTo>
                  <a:lnTo>
                    <a:pt x="4945403" y="7100102"/>
                  </a:lnTo>
                  <a:lnTo>
                    <a:pt x="4897563" y="7127721"/>
                  </a:lnTo>
                  <a:close/>
                </a:path>
                <a:path w="6884669" h="71488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84669" h="71488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84669" h="71488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84669" h="71488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84669" h="71488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84669" h="71488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84669" h="71488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84669" h="71488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84669" h="71488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84669" h="71488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84669" h="71488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84669" h="71488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84669" h="71488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84669" h="71488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84669" h="71488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84669" h="71488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84669" h="71488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84669" h="71488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84669" h="71488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84669" h="71488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84669" h="71488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84669" h="71488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84669" h="71488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84669" h="71488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84669" h="71488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84669" h="71488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84669" h="71488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84669" h="71488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84669" h="71488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84669" h="71488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84669" h="71488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84669" h="71488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84669" h="71488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84669" h="71488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84669" h="71488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84669" h="71488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84669" h="71488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84669" h="7148830">
                  <a:moveTo>
                    <a:pt x="5129223" y="7148786"/>
                  </a:moveTo>
                  <a:lnTo>
                    <a:pt x="5100050" y="7148786"/>
                  </a:lnTo>
                  <a:lnTo>
                    <a:pt x="5095097" y="7140206"/>
                  </a:lnTo>
                  <a:lnTo>
                    <a:pt x="5116977" y="7127572"/>
                  </a:lnTo>
                  <a:lnTo>
                    <a:pt x="5129223" y="7148786"/>
                  </a:lnTo>
                  <a:close/>
                </a:path>
                <a:path w="6884669" h="71488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84669" h="71488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84669" h="71488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84669" h="71488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84669" h="71488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84669" h="71488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84669" h="71488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84669" h="71488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84669" h="71488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84669" h="71488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84669" h="71488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84669" h="71488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84669" h="71488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84669" h="71488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84669" h="71488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84669" h="71488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84669" h="71488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84669" h="71488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84669" h="71488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84669" h="71488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84669" h="71488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84669" h="71488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84669" h="71488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84669" h="71488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84669" h="71488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84669" h="71488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84669" h="71488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84669" h="71488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84669" h="71488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84669" h="71488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84669" h="71488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84669" h="71488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84669" h="71488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84669" h="71488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84669" h="71488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84669" h="71488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84669" h="71488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84669" h="71488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84669" h="7148830">
                  <a:moveTo>
                    <a:pt x="5229205" y="7118077"/>
                  </a:move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29205" y="7118077"/>
                  </a:lnTo>
                  <a:close/>
                </a:path>
                <a:path w="6884669" h="71488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84669" h="71488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84669" h="71488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84669" h="71488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84669" h="71488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84669" h="71488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84669" h="71488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84669" h="71488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84669" h="71488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84669" h="71488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84669" h="71488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84669" h="71488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84669" h="71488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84669" h="71488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84669" h="71488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84669" h="71488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84669" h="71488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84669" h="71488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84669" h="71488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84669" h="71488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84669" h="71488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84669" h="71488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84669" h="71488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84669" h="71488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84669" h="71488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84669" h="71488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84669" h="71488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84669" h="71488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84669" h="71488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84669" h="71488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84669" h="71488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84669" h="71488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84669" h="71488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84669" h="71488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84669" h="71488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84669" h="71488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84669" h="71488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84669" h="71488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84669" h="7148830">
                  <a:moveTo>
                    <a:pt x="5445120" y="7148786"/>
                  </a:moveTo>
                  <a:lnTo>
                    <a:pt x="5437589" y="7148786"/>
                  </a:lnTo>
                  <a:lnTo>
                    <a:pt x="5419493" y="7117450"/>
                  </a:lnTo>
                  <a:lnTo>
                    <a:pt x="5454096" y="7097471"/>
                  </a:lnTo>
                  <a:lnTo>
                    <a:pt x="5474075" y="7132068"/>
                  </a:lnTo>
                  <a:lnTo>
                    <a:pt x="5445120" y="7148786"/>
                  </a:lnTo>
                  <a:close/>
                </a:path>
                <a:path w="6884669" h="71488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84669" h="71488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84669" h="71488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84669" h="71488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84669" h="71488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84669" h="71488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84669" h="71488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84669" h="71488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84669" h="71488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84669" h="71488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84669" h="71488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84669" h="71488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84669" h="71488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84669" h="71488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84669" h="71488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84669" h="71488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84669" h="71488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84669" h="71488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84669" h="71488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84669" h="71488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84669" h="71488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84669" h="71488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84669" h="71488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84669" h="71488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84669" h="71488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84669" h="71488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84669" h="71488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84669" h="71488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84669" h="71488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84669" h="71488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84669" h="71488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84669" h="71488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84669" h="71488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84669" h="71488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84669" h="71488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84669" h="71488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84669" h="71488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84669" h="71488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84669" h="71488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84669" h="7148830">
                  <a:moveTo>
                    <a:pt x="5560953" y="7108031"/>
                  </a:move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60953" y="7108031"/>
                  </a:lnTo>
                  <a:close/>
                </a:path>
                <a:path w="6884669" h="71488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84669" h="71488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84669" h="71488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84669" h="71488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84669" h="71488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84669" h="71488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84669" h="71488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84669" h="71488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84669" h="71488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84669" h="71488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84669" h="71488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84669" h="71488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84669" h="71488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84669" h="71488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84669" h="71488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84669" h="71488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84669" h="71488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84669" h="71488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84669" h="71488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84669" h="71488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84669" h="71488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84669" h="71488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84669" h="71488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84669" h="71488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84669" h="71488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84669" h="71488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84669" h="71488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84669" h="71488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84669" h="71488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84669" h="71488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84669" h="71488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84669" h="71488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84669" h="71488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84669" h="71488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84669" h="71488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84669" h="71488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84669" h="71488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84669" h="71488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84669" h="71488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84669" h="71488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84669" h="7148830">
                  <a:moveTo>
                    <a:pt x="5770574" y="7144416"/>
                  </a:moveTo>
                  <a:lnTo>
                    <a:pt x="5741486" y="7094041"/>
                  </a:lnTo>
                  <a:lnTo>
                    <a:pt x="5791867" y="7064952"/>
                  </a:lnTo>
                  <a:lnTo>
                    <a:pt x="5820949" y="7115334"/>
                  </a:lnTo>
                  <a:lnTo>
                    <a:pt x="5770574" y="7144416"/>
                  </a:lnTo>
                  <a:close/>
                </a:path>
                <a:path w="6884669" h="71488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84669" h="71488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84669" h="71488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84669" h="71488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84669" h="71488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84669" h="71488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84669" h="71488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84669" h="71488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84669" h="71488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84669" h="71488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84669" h="71488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84669" h="71488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84669" h="71488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84669" h="71488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84669" h="71488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84669" h="71488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84669" h="71488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84669" h="71488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84669" h="71488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84669" h="71488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84669" h="71488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84669" h="71488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84669" h="71488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84669" h="71488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84669" h="71488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84669" h="71488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84669" h="71488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84669" h="71488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84669" h="71488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84669" h="71488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84669" h="71488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84669" h="71488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84669" h="71488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84669" h="71488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84669" h="71488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84669" h="71488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84669" h="71488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84669" h="71488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84669" h="71488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84669" h="71488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84669" h="71488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84669" h="7148830">
                  <a:moveTo>
                    <a:pt x="5991228" y="7148786"/>
                  </a:moveTo>
                  <a:lnTo>
                    <a:pt x="5984529" y="7148786"/>
                  </a:lnTo>
                  <a:lnTo>
                    <a:pt x="5989554" y="7145885"/>
                  </a:lnTo>
                  <a:lnTo>
                    <a:pt x="5991228" y="7148786"/>
                  </a:lnTo>
                  <a:close/>
                </a:path>
                <a:path w="6884669" h="71488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84669" h="71488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84669" h="71488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84669" h="71488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84669" h="71488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84669" h="71488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84669" h="71488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84669" h="71488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84669" h="71488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84669" h="71488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84669" h="71488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84669" h="71488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84669" h="71488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84669" h="71488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84669" h="71488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84669" h="71488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84669" h="71488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84669" h="71488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84669" h="71488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84669" h="71488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84669" h="71488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84669" h="71488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84669" h="71488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84669" h="71488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84669" h="71488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84669" h="7148830">
                  <a:moveTo>
                    <a:pt x="6804572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4572" y="1668865"/>
                  </a:lnTo>
                  <a:close/>
                </a:path>
                <a:path w="6884669" h="71488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84669" h="71488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84669" h="71488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84669" h="71488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84669" h="71488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84669" h="71488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84669" h="71488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84669" h="71488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84669" h="71488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84669" h="71488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84669" h="71488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84669" h="71488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84669" h="71488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84669" h="71488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84669" h="71488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84669" h="71488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84669" h="71488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84669" h="71488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84669" h="71488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84669" h="71488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84669" h="71488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84669" h="71488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84669" h="71488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84669" h="71488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84669" h="71488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84669" h="71488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84669" h="71488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84669" h="71488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84669" h="71488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84669" h="71488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84669" h="71488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84669" h="71488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84669" h="71488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84669" h="71488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84669" h="71488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84669" h="71488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84669" h="71488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84669" h="71488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84669" h="71488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84669" h="71488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84669" h="71488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84669" h="71488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84669" h="71488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84669" h="71488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84669" h="71488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84669" h="7148830">
                  <a:moveTo>
                    <a:pt x="6816211" y="2011765"/>
                  </a:moveTo>
                  <a:lnTo>
                    <a:pt x="6811804" y="1999065"/>
                  </a:lnTo>
                  <a:lnTo>
                    <a:pt x="6823845" y="1999065"/>
                  </a:lnTo>
                  <a:lnTo>
                    <a:pt x="6816211" y="2011765"/>
                  </a:lnTo>
                  <a:close/>
                </a:path>
                <a:path w="6884669" h="71488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84669" h="71488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84669" h="71488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84669" h="71488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84669" h="71488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84669" h="71488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84669" h="71488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84669" h="71488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84669" h="71488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84669" h="71488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84669" h="71488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84669" h="71488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84669" h="71488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84669" h="71488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84669" h="71488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84669" h="71488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84669" h="71488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84669" h="71488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84669" h="71488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84669" h="71488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84669" h="71488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84669" h="71488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84669" h="71488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84669" h="71488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84669" h="71488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84669" h="71488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84669" h="71488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84669" h="71488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84669" h="71488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84669" h="71488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84669" h="71488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84669" h="71488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84669" h="71488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84669" h="71488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84669" h="71488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84669" h="71488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84669" h="71488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84669" h="71488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84669" h="71488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84669" h="71488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84669" h="71488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84669" h="71488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84669" h="71488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84669" h="7148830">
                  <a:moveTo>
                    <a:pt x="6842321" y="2341965"/>
                  </a:moveTo>
                  <a:lnTo>
                    <a:pt x="6836723" y="2341965"/>
                  </a:lnTo>
                  <a:lnTo>
                    <a:pt x="6833489" y="2329265"/>
                  </a:lnTo>
                  <a:lnTo>
                    <a:pt x="6839087" y="2329265"/>
                  </a:lnTo>
                  <a:lnTo>
                    <a:pt x="6842321" y="2341965"/>
                  </a:lnTo>
                  <a:close/>
                </a:path>
                <a:path w="6884669" h="71488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84669" h="71488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84669" h="71488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84669" h="71488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84669" h="71488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84669" h="71488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84669" h="71488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84669" h="71488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84669" h="71488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84669" h="71488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84669" h="71488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84669" h="71488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84669" h="71488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84669" h="71488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84669" h="71488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84669" h="71488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84669" h="71488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84669" h="71488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84669" h="71488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84669" h="71488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84669" h="71488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84669" h="71488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84669" h="71488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84669" h="71488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84669" h="71488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84669" h="71488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84669" h="71488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84669" h="71488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84669" h="71488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84669" h="71488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84669" h="71488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84669" h="71488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84669" h="71488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84669" h="71488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84669" h="71488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84669" h="71488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84669" h="71488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84669" h="71488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84669" h="71488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84669" h="71488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84669" h="71488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84669" h="71488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84669" h="71488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84669" h="71488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84669" h="71488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84669" h="71488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84669" h="71488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84669" h="71488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84669" h="71488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84669" h="71488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84669" h="71488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84669" h="71488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84669" h="71488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84669" h="71488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84669" h="71488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84669" h="71488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84669" h="71488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84669" h="71488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84669" h="71488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84669" h="71488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84669" h="71488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84669" h="71488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84669" h="71488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84669" h="71488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84669" h="71488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84669" h="71488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84669" h="71488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84669" h="71488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84669" h="71488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84669" h="71488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84669" h="71488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84669" h="7148830">
                  <a:moveTo>
                    <a:pt x="6799801" y="2888065"/>
                  </a:moveTo>
                  <a:lnTo>
                    <a:pt x="6790692" y="2875365"/>
                  </a:lnTo>
                  <a:lnTo>
                    <a:pt x="6806471" y="2862665"/>
                  </a:lnTo>
                  <a:lnTo>
                    <a:pt x="6815580" y="2875365"/>
                  </a:lnTo>
                  <a:lnTo>
                    <a:pt x="6799801" y="2888065"/>
                  </a:lnTo>
                  <a:close/>
                </a:path>
                <a:path w="6884669" h="71488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84669" h="71488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84669" h="71488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84669" h="71488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84669" h="71488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84669" h="71488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84669" h="71488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84669" h="71488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84669" h="71488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84669" h="71488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84669" h="71488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84669" h="71488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84669" h="71488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84669" h="71488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84669" h="71488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84669" h="71488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84669" h="71488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84669" h="71488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84669" h="71488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84669" h="71488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84669" h="71488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84669" h="71488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84669" h="71488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84669" h="71488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84669" h="71488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84669" h="71488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84669" h="71488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84669" h="71488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84669" h="71488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84669" h="71488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84669" h="71488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84669" h="71488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84669" h="71488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84669" h="71488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84669" h="71488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84669" h="71488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84669" h="71488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84669" h="71488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84669" h="71488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84669" h="71488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84669" h="71488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84669" h="71488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84669" h="71488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84669" h="71488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84669" h="71488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84669" h="71488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84669" h="7148830">
                  <a:moveTo>
                    <a:pt x="6833243" y="3218265"/>
                  </a:moveTo>
                  <a:lnTo>
                    <a:pt x="6820520" y="3218265"/>
                  </a:lnTo>
                  <a:lnTo>
                    <a:pt x="6813176" y="3205565"/>
                  </a:lnTo>
                  <a:lnTo>
                    <a:pt x="6825899" y="3205565"/>
                  </a:lnTo>
                  <a:lnTo>
                    <a:pt x="6833243" y="3218265"/>
                  </a:lnTo>
                  <a:close/>
                </a:path>
                <a:path w="6884669" h="71488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84669" h="71488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84669" h="71488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84669" h="71488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84669" h="71488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84669" h="71488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84669" h="71488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84669" h="71488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84669" h="71488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84669" h="71488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84669" h="71488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84669" h="71488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84669" h="71488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84669" h="71488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84669" h="71488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84669" h="71488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84669" h="71488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84669" h="71488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84669" h="71488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84669" h="71488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84669" h="71488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84669" h="71488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84669" h="71488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84669" h="71488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84669" h="71488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84669" h="71488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84669" h="71488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84669" h="71488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84669" h="71488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84669" h="71488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84669" h="71488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84669" h="71488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84669" h="71488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84669" h="71488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84669" h="71488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84669" h="71488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84669" h="71488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84669" h="71488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84669" h="71488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84669" h="71488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84669" h="71488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84669" h="71488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84669" h="71488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84669" h="71488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84669" h="7148830">
                  <a:moveTo>
                    <a:pt x="6849704" y="3548465"/>
                  </a:moveTo>
                  <a:lnTo>
                    <a:pt x="6836863" y="3548465"/>
                  </a:lnTo>
                  <a:lnTo>
                    <a:pt x="6845007" y="3535765"/>
                  </a:lnTo>
                  <a:lnTo>
                    <a:pt x="6849704" y="3548465"/>
                  </a:lnTo>
                  <a:close/>
                </a:path>
                <a:path w="6884669" h="71488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84669" h="71488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84669" h="71488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84669" h="71488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84669" h="71488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84669" h="71488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84669" h="71488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84669" h="71488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84669" h="71488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84669" h="71488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84669" h="71488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84669" h="71488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84669" h="71488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84669" h="71488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84669" h="71488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84669" h="71488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84669" h="71488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84669" h="71488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84669" h="71488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84669" h="71488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84669" h="71488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84669" h="71488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84669" h="71488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84669" h="71488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84669" h="7148830">
                  <a:moveTo>
                    <a:pt x="6782745" y="3764365"/>
                  </a:moveTo>
                  <a:lnTo>
                    <a:pt x="6767174" y="3738965"/>
                  </a:lnTo>
                  <a:lnTo>
                    <a:pt x="6794147" y="3726265"/>
                  </a:lnTo>
                  <a:lnTo>
                    <a:pt x="6809719" y="3751665"/>
                  </a:lnTo>
                  <a:lnTo>
                    <a:pt x="6782745" y="3764365"/>
                  </a:lnTo>
                  <a:close/>
                </a:path>
                <a:path w="6884669" h="71488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84669" h="71488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84669" h="71488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84669" h="71488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84669" h="71488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84669" h="71488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84669" h="71488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84669" h="71488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84669" h="71488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84669" h="71488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84669" h="71488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84669" h="71488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84669" h="71488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84669" h="71488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84669" h="71488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84669" h="71488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84669" h="71488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84669" h="71488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84669" h="71488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84669" h="71488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84669" h="71488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84669" h="71488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84669" h="71488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84669" h="71488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84669" h="71488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84669" h="71488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84669" h="71488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84669" h="71488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84669" h="71488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84669" h="71488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84669" h="71488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84669" h="71488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84669" h="71488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84669" h="71488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84669" h="71488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84669" h="71488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84669" h="71488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84669" h="71488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84669" h="71488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84669" h="71488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84669" h="71488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84669" h="71488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84669" h="71488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84669" h="7148830">
                  <a:moveTo>
                    <a:pt x="6803678" y="4107265"/>
                  </a:moveTo>
                  <a:lnTo>
                    <a:pt x="6790458" y="4081865"/>
                  </a:lnTo>
                  <a:lnTo>
                    <a:pt x="6813357" y="4069165"/>
                  </a:lnTo>
                  <a:lnTo>
                    <a:pt x="6826577" y="4081865"/>
                  </a:lnTo>
                  <a:lnTo>
                    <a:pt x="6803678" y="4107265"/>
                  </a:lnTo>
                  <a:close/>
                </a:path>
                <a:path w="6884669" h="71488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84669" h="71488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84669" h="71488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84669" h="71488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84669" h="71488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84669" h="71488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84669" h="71488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84669" h="71488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84669" h="71488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84669" h="71488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84669" h="71488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84669" h="71488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84669" h="71488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84669" h="71488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84669" h="71488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84669" h="71488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84669" h="71488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84669" h="71488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84669" h="71488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84669" h="71488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84669" h="71488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84669" h="71488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84669" h="71488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84669" h="71488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84669" h="71488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84669" h="71488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84669" h="71488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84669" h="71488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84669" h="71488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84669" h="71488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84669" h="71488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84669" h="71488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84669" h="71488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84669" h="71488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84669" h="71488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84669" h="71488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84669" h="71488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84669" h="71488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84669" h="7148830">
                  <a:moveTo>
                    <a:pt x="6841837" y="4424765"/>
                  </a:moveTo>
                  <a:lnTo>
                    <a:pt x="6825045" y="4424765"/>
                  </a:lnTo>
                  <a:lnTo>
                    <a:pt x="6815349" y="4412065"/>
                  </a:lnTo>
                  <a:lnTo>
                    <a:pt x="6832140" y="4399365"/>
                  </a:lnTo>
                  <a:lnTo>
                    <a:pt x="6841837" y="4424765"/>
                  </a:lnTo>
                  <a:close/>
                </a:path>
                <a:path w="6884669" h="71488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84669" h="71488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84669" h="71488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84669" h="71488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84669" h="71488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84669" h="71488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84669" h="71488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84669" h="71488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84669" h="71488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84669" h="71488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84669" h="71488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84669" h="71488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84669" h="71488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84669" h="71488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84669" h="71488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84669" h="71488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84669" h="71488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84669" h="71488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84669" h="71488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84669" h="71488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84669" h="71488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7869" y="4627965"/>
                  </a:lnTo>
                  <a:lnTo>
                    <a:pt x="6764613" y="4653365"/>
                  </a:lnTo>
                  <a:close/>
                </a:path>
                <a:path w="6884669" h="71488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84669" h="71488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84669" h="71488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84669" h="71488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84669" h="71488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84669" h="71488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84669" h="71488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84669" h="71488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84669" h="71488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84669" h="71488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84669" h="71488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84669" h="71488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84669" h="71488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84669" h="71488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84669" h="71488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84669" h="71488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84669" h="7148830">
                  <a:moveTo>
                    <a:pt x="6856699" y="4754965"/>
                  </a:moveTo>
                  <a:lnTo>
                    <a:pt x="6840647" y="4754965"/>
                  </a:lnTo>
                  <a:lnTo>
                    <a:pt x="6850823" y="4742265"/>
                  </a:lnTo>
                  <a:lnTo>
                    <a:pt x="6856699" y="4754965"/>
                  </a:lnTo>
                  <a:close/>
                </a:path>
                <a:path w="6884669" h="71488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84669" h="71488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84669" h="71488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84669" h="71488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84669" h="71488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84669" h="71488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84669" h="71488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84669" h="71488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84669" h="71488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84669" h="71488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84669" h="71488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84669" h="71488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84669" h="71488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84669" h="71488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84669" h="71488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84669" h="71488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84669" h="71488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84669" h="71488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84669" h="71488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23526" y="4970865"/>
                  </a:lnTo>
                  <a:lnTo>
                    <a:pt x="6785873" y="4983565"/>
                  </a:lnTo>
                  <a:close/>
                </a:path>
                <a:path w="6884669" h="71488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84669" h="71488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84669" h="71488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84669" h="71488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84669" h="71488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84669" h="71488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84669" h="71488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84669" h="71488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84669" h="71488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84669" h="71488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84669" h="71488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84669" h="71488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84669" h="71488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84669" h="71488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84669" h="71488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84669" h="71488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84669" h="71488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84669" h="71488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84669" h="71488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84669" h="71488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84669" h="71488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84669" h="71488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84669" h="71488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84669" h="71488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84669" h="71488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84669" h="71488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84669" h="71488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84669" h="71488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84669" h="71488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84669" h="71488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84669" h="7148830">
                  <a:moveTo>
                    <a:pt x="6807665" y="5313765"/>
                  </a:moveTo>
                  <a:lnTo>
                    <a:pt x="6790625" y="5288365"/>
                  </a:lnTo>
                  <a:lnTo>
                    <a:pt x="6820139" y="5262965"/>
                  </a:lnTo>
                  <a:lnTo>
                    <a:pt x="6837180" y="5301065"/>
                  </a:lnTo>
                  <a:lnTo>
                    <a:pt x="6807665" y="5313765"/>
                  </a:lnTo>
                  <a:close/>
                </a:path>
                <a:path w="6884669" h="71488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84669" h="71488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84669" h="71488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84669" h="71488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84669" h="71488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84669" h="71488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84669" h="71488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84669" h="71488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84669" h="71488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84669" h="71488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84669" h="71488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84669" h="71488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84669" h="71488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84669" h="71488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84669" h="71488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84669" h="71488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8027" y="5504265"/>
                  </a:lnTo>
                  <a:lnTo>
                    <a:pt x="6745941" y="5542365"/>
                  </a:lnTo>
                  <a:close/>
                </a:path>
                <a:path w="6884669" h="71488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84669" h="71488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84669" h="71488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84669" h="71488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84669" h="71488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84669" h="71488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84669" h="71488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84669" h="71488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84669" h="71488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84669" h="71488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84669" h="71488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84669" h="71488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84669" h="71488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84669" h="71488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84669" h="7148830">
                  <a:moveTo>
                    <a:pt x="6829676" y="5643965"/>
                  </a:moveTo>
                  <a:lnTo>
                    <a:pt x="6817925" y="5618565"/>
                  </a:lnTo>
                  <a:lnTo>
                    <a:pt x="6838277" y="5605865"/>
                  </a:lnTo>
                  <a:lnTo>
                    <a:pt x="6850034" y="5631265"/>
                  </a:lnTo>
                  <a:lnTo>
                    <a:pt x="6829676" y="5643965"/>
                  </a:lnTo>
                  <a:close/>
                </a:path>
                <a:path w="6884669" h="71488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84669" h="71488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84669" h="71488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84669" h="71488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84669" h="71488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84669" h="71488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84669" h="71488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84669" h="71488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84669" h="71488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84669" h="71488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84669" h="71488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84669" h="71488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84669" h="71488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84669" h="71488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23286" y="5847165"/>
                  </a:lnTo>
                  <a:lnTo>
                    <a:pt x="6767308" y="5872565"/>
                  </a:lnTo>
                  <a:close/>
                </a:path>
                <a:path w="6884669" h="71488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84669" h="71488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84669" h="71488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84669" h="71488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84669" h="71488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84669" h="71488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84669" h="71488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84669" h="71488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84669" h="71488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84669" h="71488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84669" h="71488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84669" h="7148830">
                  <a:moveTo>
                    <a:pt x="6851688" y="5974165"/>
                  </a:moveTo>
                  <a:lnTo>
                    <a:pt x="6845226" y="5961465"/>
                  </a:lnTo>
                  <a:lnTo>
                    <a:pt x="6856420" y="5948765"/>
                  </a:lnTo>
                  <a:lnTo>
                    <a:pt x="6862882" y="5961465"/>
                  </a:lnTo>
                  <a:lnTo>
                    <a:pt x="6851688" y="5974165"/>
                  </a:lnTo>
                  <a:close/>
                </a:path>
                <a:path w="6884669" h="71488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84669" h="71488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84669" h="71488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84669" h="71488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84669" h="71488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84669" h="71488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84669" h="71488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84669" h="71488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84669" h="71488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84669" h="71488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84669" h="71488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84669" h="71488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84669" h="71488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8997" y="6126565"/>
                  </a:lnTo>
                  <a:lnTo>
                    <a:pt x="6835733" y="6177365"/>
                  </a:lnTo>
                  <a:lnTo>
                    <a:pt x="6789427" y="6202765"/>
                  </a:lnTo>
                  <a:close/>
                </a:path>
                <a:path w="6884669" h="71488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84669" h="71488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84669" h="71488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84669" h="71488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84669" h="71488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84669" h="71488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84669" h="71488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84669" h="71488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84669" h="71488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84669" h="71488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84669" h="71488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8584" y="6380565"/>
                  </a:lnTo>
                  <a:lnTo>
                    <a:pt x="6727171" y="6431365"/>
                  </a:lnTo>
                  <a:close/>
                </a:path>
                <a:path w="6884669" h="71488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84669" h="71488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84669" h="71488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84669" h="71488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84669" h="71488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84669" h="71488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84669" h="71488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84669" h="71488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84669" h="71488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84669" h="71488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84669" h="7148830">
                  <a:moveTo>
                    <a:pt x="6811977" y="6520265"/>
                  </a:moveTo>
                  <a:lnTo>
                    <a:pt x="6791998" y="6494865"/>
                  </a:lnTo>
                  <a:lnTo>
                    <a:pt x="6826601" y="6469465"/>
                  </a:lnTo>
                  <a:lnTo>
                    <a:pt x="6846580" y="6507565"/>
                  </a:lnTo>
                  <a:lnTo>
                    <a:pt x="6811977" y="6520265"/>
                  </a:lnTo>
                  <a:close/>
                </a:path>
                <a:path w="6884669" h="71488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84669" h="71488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84669" h="71488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84669" h="71488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84669" h="71488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84669" h="71488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84669" h="71488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84669" h="71488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84669" h="71488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84669" h="71488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24642" y="6723465"/>
                  </a:lnTo>
                  <a:lnTo>
                    <a:pt x="6748318" y="6761565"/>
                  </a:lnTo>
                  <a:close/>
                </a:path>
                <a:path w="6884669" h="71488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84669" h="71488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84669" h="71488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84669" h="71488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84669" h="71488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84669" h="71488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84669" h="71488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84669" h="7148830">
                  <a:moveTo>
                    <a:pt x="6834741" y="6850465"/>
                  </a:moveTo>
                  <a:lnTo>
                    <a:pt x="6822107" y="6825065"/>
                  </a:lnTo>
                  <a:lnTo>
                    <a:pt x="6843987" y="6812365"/>
                  </a:lnTo>
                  <a:lnTo>
                    <a:pt x="6856621" y="6837765"/>
                  </a:lnTo>
                  <a:lnTo>
                    <a:pt x="6834741" y="6850465"/>
                  </a:lnTo>
                  <a:close/>
                </a:path>
                <a:path w="6884669" h="71488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84669" h="71488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84669" h="71488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84669" h="71488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84669" h="71488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84669" h="71488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84669" h="71488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84669" h="7148830">
                  <a:moveTo>
                    <a:pt x="6432124" y="7129865"/>
                  </a:move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32124" y="7129865"/>
                  </a:lnTo>
                  <a:close/>
                </a:path>
                <a:path w="6884669" h="71488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33084" y="7053665"/>
                  </a:lnTo>
                  <a:lnTo>
                    <a:pt x="6771514" y="7091765"/>
                  </a:lnTo>
                  <a:close/>
                </a:path>
                <a:path w="6884669" h="7148830">
                  <a:moveTo>
                    <a:pt x="6101250" y="7129865"/>
                  </a:moveTo>
                  <a:lnTo>
                    <a:pt x="6061879" y="7066365"/>
                  </a:lnTo>
                  <a:lnTo>
                    <a:pt x="6130065" y="7028265"/>
                  </a:lnTo>
                  <a:lnTo>
                    <a:pt x="6169436" y="7091765"/>
                  </a:lnTo>
                  <a:lnTo>
                    <a:pt x="6101250" y="7129865"/>
                  </a:lnTo>
                  <a:close/>
                </a:path>
                <a:path w="6884669" h="7148830">
                  <a:moveTo>
                    <a:pt x="6662588" y="7142565"/>
                  </a:moveTo>
                  <a:lnTo>
                    <a:pt x="6637822" y="7142565"/>
                  </a:lnTo>
                  <a:lnTo>
                    <a:pt x="6614630" y="7104465"/>
                  </a:lnTo>
                  <a:lnTo>
                    <a:pt x="6665515" y="7079065"/>
                  </a:lnTo>
                  <a:lnTo>
                    <a:pt x="6694900" y="7129865"/>
                  </a:lnTo>
                  <a:lnTo>
                    <a:pt x="6662588" y="7142565"/>
                  </a:lnTo>
                  <a:close/>
                </a:path>
                <a:path w="6884669" h="7148830">
                  <a:moveTo>
                    <a:pt x="6346018" y="7142565"/>
                  </a:moveTo>
                  <a:lnTo>
                    <a:pt x="6304009" y="7142565"/>
                  </a:lnTo>
                  <a:lnTo>
                    <a:pt x="6294647" y="7129865"/>
                  </a:lnTo>
                  <a:lnTo>
                    <a:pt x="6327212" y="7104465"/>
                  </a:lnTo>
                  <a:lnTo>
                    <a:pt x="6346018" y="7142565"/>
                  </a:lnTo>
                  <a:close/>
                </a:path>
                <a:path w="6884669" h="71488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84669" h="71488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84669" h="71488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84669" h="71488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84669" h="71488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84669" h="71488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84669" h="71488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84669" h="71488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84669" h="71488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84669" h="71488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84669" h="71488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84669" h="71488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84669" h="71488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84669" h="71488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84669" h="71488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84669" h="71488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84669" h="71488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84669" h="71488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84669" h="71488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84669" h="71488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84669" h="71488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84669" h="71488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84669" h="71488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84669" h="71488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84669" h="71488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84669" h="71488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84669" h="71488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84669" h="71488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84669" h="71488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84669" h="71488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84669" h="71488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84669" h="71488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84669" h="71488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84669" h="71488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84669" h="71488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84669" h="71488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84669" h="71488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84669" h="71488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84669" h="71488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84669" h="71488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84669" h="71488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84669" h="71488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84669" h="71488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84669" h="71488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84669" h="71488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84669" h="71488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84669" h="71488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84669" h="71488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84669" h="71488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84669" h="71488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84669" h="71488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84669" h="71488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84669" h="71488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84669" h="71488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84669" h="71488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84669" h="71488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84669" h="71488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84669" h="71488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84669" h="71488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84669" h="71488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84669" h="71488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84669" h="71488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84669" h="71488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84669" h="71488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84669" h="71488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84669" h="71488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84669" h="71488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84669" h="71488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84669" h="71488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84669" h="71488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84669" h="71488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84669" h="71488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84669" h="71488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84669" h="71488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84669" h="71488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84669" h="71488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84669" h="71488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84669" h="71488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84669" h="71488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84669" h="71488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84669" h="71488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84669" h="71488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84669" h="71488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84669" h="71488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84669" h="71488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84669" h="71488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84669" h="71488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84669" h="71488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84669" h="71488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84669" h="71488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84669" h="71488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84669" h="71488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84669" h="71488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84669" h="71488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84669" h="71488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84669" h="71488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84669" h="71488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84669" h="71488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84669" h="71488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84669" h="71488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84669" h="71488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84669" h="71488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84669" h="71488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84669" h="71488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84669" h="71488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84669" h="71488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84669" h="71488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84669" h="7148830">
                  <a:moveTo>
                    <a:pt x="6884238" y="4219349"/>
                  </a:moveTo>
                  <a:lnTo>
                    <a:pt x="6882884" y="4219349"/>
                  </a:lnTo>
                  <a:lnTo>
                    <a:pt x="6882633" y="4218917"/>
                  </a:lnTo>
                  <a:lnTo>
                    <a:pt x="6883989" y="4218917"/>
                  </a:lnTo>
                  <a:lnTo>
                    <a:pt x="6884238" y="4219349"/>
                  </a:lnTo>
                  <a:close/>
                </a:path>
                <a:path w="6884669" h="71488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84669" h="71488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84669" h="71488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84669" h="71488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84669" h="71488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84669" h="71488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84669" h="71488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84669" h="71488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84669" h="71488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84669" h="71488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84669" h="71488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84669" h="71488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84669" h="71488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84669" h="71488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84669" h="71488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84669" h="71488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84669" h="71488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84669" h="71488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84669" h="71488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84669" h="71488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84669" h="71488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84669" h="71488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84669" h="71488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84669" h="71488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84669" h="71488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84669" h="71488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84669" h="71488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84669" h="71488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84669" h="71488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84669" h="71488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84669" h="71488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84669" h="71488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84669" h="71488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84669" h="71488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84669" h="71488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84669" h="71488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84669" h="71488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84669" h="71488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84669" h="71488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84669" h="71488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84669" h="71488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84669" h="71488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84669" h="71488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84669" h="71488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84669" h="71488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84669" h="71488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84669" h="71488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84669" h="71488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84669" h="71488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84669" h="71488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84669" h="71488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84669" h="71488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84669" h="71488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84669" h="71488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84669" h="71488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84669" h="71488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84669" h="71488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84669" h="71488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84669" h="71488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84669" h="71488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84669" h="71488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84669" h="71488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84669" h="71488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84669" h="71488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84669" h="71488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84669" h="71488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84669" h="71488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84669" h="71488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84669" h="71488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84669" h="71488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84669" h="71488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84669" h="71488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84669" h="71488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84669" h="71488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84669" h="71488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84669" h="71488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84669" h="71488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84669" h="71488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84669" h="71488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84669" h="71488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84669" h="71488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84669" h="71488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84669" h="71488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84669" h="71488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84669" h="71488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84669" h="71488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84669" h="71488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84669" h="71488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84669" h="71488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84669" h="71488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84669" h="71488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84669" h="71488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84669" h="71488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84669" h="7148830">
                  <a:moveTo>
                    <a:pt x="6831989" y="1136285"/>
                  </a:moveTo>
                  <a:lnTo>
                    <a:pt x="6830520" y="1133738"/>
                  </a:lnTo>
                  <a:lnTo>
                    <a:pt x="6833061" y="1132269"/>
                  </a:lnTo>
                  <a:lnTo>
                    <a:pt x="6834530" y="1134816"/>
                  </a:lnTo>
                  <a:lnTo>
                    <a:pt x="6831989" y="1136285"/>
                  </a:lnTo>
                  <a:close/>
                </a:path>
                <a:path w="6884669" h="71488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84669" h="71488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84669" h="71488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84669" h="71488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84669" h="71488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84669" h="71488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84669" h="71488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84669" h="71488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84669" h="7148830">
                  <a:moveTo>
                    <a:pt x="6811802" y="802248"/>
                  </a:moveTo>
                  <a:lnTo>
                    <a:pt x="6810037" y="799192"/>
                  </a:lnTo>
                  <a:lnTo>
                    <a:pt x="6813094" y="797426"/>
                  </a:lnTo>
                  <a:lnTo>
                    <a:pt x="6814859" y="800489"/>
                  </a:lnTo>
                  <a:lnTo>
                    <a:pt x="6811802" y="802248"/>
                  </a:lnTo>
                  <a:close/>
                </a:path>
                <a:path w="6884669" h="71488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84669" h="71488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84669" h="71488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84669" h="71488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84669" h="71488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84669" h="71488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84669" h="71488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84669" h="71488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84669" h="71488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84669" h="71488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84669" h="71488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84669" h="71488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92497" y="4741224"/>
            <a:ext cx="6906259" cy="2882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0"/>
              </a:spcBef>
            </a:pPr>
            <a:r>
              <a:rPr sz="2650" b="1" spc="75" dirty="0">
                <a:solidFill>
                  <a:srgbClr val="FFFFFF"/>
                </a:solidFill>
                <a:latin typeface="Tahoma"/>
                <a:cs typeface="Tahoma"/>
              </a:rPr>
              <a:t>Hospital</a:t>
            </a:r>
            <a:r>
              <a:rPr sz="26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70" dirty="0">
                <a:solidFill>
                  <a:srgbClr val="FFFFFF"/>
                </a:solidFill>
                <a:latin typeface="Tahoma"/>
                <a:cs typeface="Tahoma"/>
              </a:rPr>
              <a:t>administrators</a:t>
            </a:r>
            <a:r>
              <a:rPr sz="26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00" dirty="0">
                <a:solidFill>
                  <a:srgbClr val="FFFFFF"/>
                </a:solidFill>
                <a:latin typeface="Tahoma"/>
                <a:cs typeface="Tahoma"/>
              </a:rPr>
              <a:t>managers Doctors</a:t>
            </a:r>
            <a:r>
              <a:rPr sz="265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5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70" dirty="0">
                <a:solidFill>
                  <a:srgbClr val="FFFFFF"/>
                </a:solidFill>
                <a:latin typeface="Tahoma"/>
                <a:cs typeface="Tahoma"/>
              </a:rPr>
              <a:t>nurses</a:t>
            </a:r>
            <a:endParaRPr sz="2650">
              <a:latin typeface="Tahoma"/>
              <a:cs typeface="Tahoma"/>
            </a:endParaRPr>
          </a:p>
          <a:p>
            <a:pPr marL="12700" marR="101600">
              <a:lnSpc>
                <a:spcPct val="117900"/>
              </a:lnSpc>
              <a:spcBef>
                <a:spcPts val="5"/>
              </a:spcBef>
            </a:pPr>
            <a:r>
              <a:rPr sz="2650" b="1" spc="80" dirty="0">
                <a:solidFill>
                  <a:srgbClr val="FFFFFF"/>
                </a:solidFill>
                <a:latin typeface="Tahoma"/>
                <a:cs typeface="Tahoma"/>
              </a:rPr>
              <a:t>Receptionists</a:t>
            </a:r>
            <a:r>
              <a:rPr sz="26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60" dirty="0">
                <a:solidFill>
                  <a:srgbClr val="FFFFFF"/>
                </a:solidFill>
                <a:latin typeface="Tahoma"/>
                <a:cs typeface="Tahoma"/>
              </a:rPr>
              <a:t>cashiers</a:t>
            </a:r>
            <a:r>
              <a:rPr sz="2650" b="1" spc="6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70" dirty="0">
                <a:solidFill>
                  <a:srgbClr val="FFFFFF"/>
                </a:solidFill>
                <a:latin typeface="Tahoma"/>
                <a:cs typeface="Tahoma"/>
              </a:rPr>
              <a:t>Laboratory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0" dirty="0">
                <a:solidFill>
                  <a:srgbClr val="FFFFFF"/>
                </a:solidFill>
                <a:latin typeface="Tahoma"/>
                <a:cs typeface="Tahoma"/>
              </a:rPr>
              <a:t>pharmacy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FFFFFF"/>
                </a:solidFill>
                <a:latin typeface="Tahoma"/>
                <a:cs typeface="Tahoma"/>
              </a:rPr>
              <a:t>staff </a:t>
            </a:r>
            <a:r>
              <a:rPr sz="2650" b="1" spc="85" dirty="0">
                <a:solidFill>
                  <a:srgbClr val="FFFFFF"/>
                </a:solidFill>
                <a:latin typeface="Tahoma"/>
                <a:cs typeface="Tahoma"/>
              </a:rPr>
              <a:t>Patients</a:t>
            </a:r>
            <a:r>
              <a:rPr sz="2650" b="1" spc="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dirty="0">
                <a:solidFill>
                  <a:srgbClr val="FFFFFF"/>
                </a:solidFill>
                <a:latin typeface="Tahoma"/>
                <a:cs typeface="Tahoma"/>
              </a:rPr>
              <a:t>(indirectly</a:t>
            </a:r>
            <a:r>
              <a:rPr sz="2650" b="1" spc="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14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2650" b="1" spc="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00" dirty="0">
                <a:solidFill>
                  <a:srgbClr val="FFFFFF"/>
                </a:solidFill>
                <a:latin typeface="Tahoma"/>
                <a:cs typeface="Tahoma"/>
              </a:rPr>
              <a:t>improved </a:t>
            </a:r>
            <a:r>
              <a:rPr sz="2650" b="1" spc="80" dirty="0">
                <a:solidFill>
                  <a:srgbClr val="FFFFFF"/>
                </a:solidFill>
                <a:latin typeface="Tahoma"/>
                <a:cs typeface="Tahoma"/>
              </a:rPr>
              <a:t>workflow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7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26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FFFFFF"/>
                </a:solidFill>
                <a:latin typeface="Tahoma"/>
                <a:cs typeface="Tahoma"/>
              </a:rPr>
              <a:t>delivery)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1504" y="8348272"/>
              <a:ext cx="5238749" cy="914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3545" y="8348272"/>
              <a:ext cx="5238749" cy="914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9848" y="4187724"/>
              <a:ext cx="7013991" cy="53809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16765" y="4415520"/>
              <a:ext cx="6842533" cy="515310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60895" y="1422796"/>
            <a:ext cx="96926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275" dirty="0">
                <a:latin typeface="Tahoma"/>
                <a:cs typeface="Tahoma"/>
              </a:rPr>
              <a:t>SCOPE</a:t>
            </a:r>
            <a:r>
              <a:rPr sz="6000" b="1" spc="-50" dirty="0">
                <a:latin typeface="Tahoma"/>
                <a:cs typeface="Tahoma"/>
              </a:rPr>
              <a:t> </a:t>
            </a:r>
            <a:r>
              <a:rPr sz="6000" b="1" spc="330" dirty="0">
                <a:latin typeface="Tahoma"/>
                <a:cs typeface="Tahoma"/>
              </a:rPr>
              <a:t>AND</a:t>
            </a:r>
            <a:r>
              <a:rPr sz="6000" b="1" spc="-45" dirty="0">
                <a:latin typeface="Tahoma"/>
                <a:cs typeface="Tahoma"/>
              </a:rPr>
              <a:t> </a:t>
            </a:r>
            <a:r>
              <a:rPr sz="6000" b="1" spc="-125" dirty="0">
                <a:latin typeface="Tahoma"/>
                <a:cs typeface="Tahoma"/>
              </a:rPr>
              <a:t>LIMITATION</a:t>
            </a:r>
            <a:endParaRPr sz="6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68162" y="5587135"/>
            <a:ext cx="8339455" cy="3248025"/>
            <a:chOff x="2468162" y="5587135"/>
            <a:chExt cx="8339455" cy="324802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5587135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6034810"/>
              <a:ext cx="114300" cy="114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6930160"/>
              <a:ext cx="114300" cy="1142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7825510"/>
              <a:ext cx="114300" cy="1142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8273185"/>
              <a:ext cx="114300" cy="1142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62" y="8720860"/>
              <a:ext cx="114300" cy="1142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2990" y="5595860"/>
              <a:ext cx="114300" cy="114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2990" y="6062585"/>
              <a:ext cx="114300" cy="1142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2990" y="6529310"/>
              <a:ext cx="114300" cy="1142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2990" y="6996035"/>
              <a:ext cx="114300" cy="114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2990" y="7929485"/>
              <a:ext cx="114300" cy="1142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752672" y="4742179"/>
            <a:ext cx="5351780" cy="3797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100"/>
              </a:spcBef>
            </a:pPr>
            <a:r>
              <a:rPr sz="2400" b="1" spc="75" dirty="0">
                <a:solidFill>
                  <a:srgbClr val="FFFFFF"/>
                </a:solidFill>
                <a:latin typeface="Tahoma"/>
                <a:cs typeface="Tahoma"/>
              </a:rPr>
              <a:t>Scope</a:t>
            </a:r>
            <a:endParaRPr sz="2400" dirty="0">
              <a:latin typeface="Tahoma"/>
              <a:cs typeface="Tahoma"/>
            </a:endParaRPr>
          </a:p>
          <a:p>
            <a:pPr marL="12700" marR="253365">
              <a:lnSpc>
                <a:spcPct val="115199"/>
              </a:lnSpc>
              <a:spcBef>
                <a:spcPts val="2005"/>
              </a:spcBef>
            </a:pPr>
            <a:r>
              <a:rPr sz="2550" spc="-100" dirty="0">
                <a:solidFill>
                  <a:srgbClr val="FFFFFF"/>
                </a:solidFill>
                <a:latin typeface="Arial Black"/>
                <a:cs typeface="Arial Black"/>
              </a:rPr>
              <a:t>Patient</a:t>
            </a:r>
            <a:r>
              <a:rPr sz="2550" spc="-2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60" dirty="0">
                <a:solidFill>
                  <a:srgbClr val="FFFFFF"/>
                </a:solidFill>
                <a:latin typeface="Arial Black"/>
                <a:cs typeface="Arial Black"/>
              </a:rPr>
              <a:t>triage</a:t>
            </a:r>
            <a:r>
              <a:rPr sz="2550" spc="-2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550" spc="-2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50" dirty="0">
                <a:solidFill>
                  <a:srgbClr val="FFFFFF"/>
                </a:solidFill>
                <a:latin typeface="Arial Black"/>
                <a:cs typeface="Arial Black"/>
              </a:rPr>
              <a:t>registration </a:t>
            </a:r>
            <a:r>
              <a:rPr sz="2550" spc="-120" dirty="0">
                <a:solidFill>
                  <a:srgbClr val="FFFFFF"/>
                </a:solidFill>
                <a:latin typeface="Arial Black"/>
                <a:cs typeface="Arial Black"/>
              </a:rPr>
              <a:t>Visit</a:t>
            </a:r>
            <a:r>
              <a:rPr sz="255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35" dirty="0">
                <a:solidFill>
                  <a:srgbClr val="FFFFFF"/>
                </a:solidFill>
                <a:latin typeface="Arial Black"/>
                <a:cs typeface="Arial Black"/>
              </a:rPr>
              <a:t>monitoring</a:t>
            </a:r>
            <a:r>
              <a:rPr sz="2550" spc="-25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550" spc="-25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Arial Black"/>
                <a:cs typeface="Arial Black"/>
              </a:rPr>
              <a:t>medical checkups</a:t>
            </a:r>
            <a:endParaRPr sz="2550" dirty="0">
              <a:latin typeface="Arial Black"/>
              <a:cs typeface="Arial Black"/>
            </a:endParaRPr>
          </a:p>
          <a:p>
            <a:pPr marL="12700" marR="904875">
              <a:lnSpc>
                <a:spcPct val="115199"/>
              </a:lnSpc>
            </a:pPr>
            <a:r>
              <a:rPr sz="2550" spc="-80" dirty="0">
                <a:solidFill>
                  <a:srgbClr val="FFFFFF"/>
                </a:solidFill>
                <a:latin typeface="Arial Black"/>
                <a:cs typeface="Arial Black"/>
              </a:rPr>
              <a:t>Laboratory</a:t>
            </a:r>
            <a:r>
              <a:rPr sz="255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55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Arial Black"/>
                <a:cs typeface="Arial Black"/>
              </a:rPr>
              <a:t>pharmacy management</a:t>
            </a:r>
            <a:endParaRPr sz="2550" dirty="0">
              <a:latin typeface="Arial Black"/>
              <a:cs typeface="Arial Black"/>
            </a:endParaRPr>
          </a:p>
          <a:p>
            <a:pPr marL="12700" marR="5080">
              <a:lnSpc>
                <a:spcPct val="115199"/>
              </a:lnSpc>
            </a:pPr>
            <a:r>
              <a:rPr sz="2550" spc="-100" dirty="0">
                <a:solidFill>
                  <a:srgbClr val="FFFFFF"/>
                </a:solidFill>
                <a:latin typeface="Arial Black"/>
                <a:cs typeface="Arial Black"/>
              </a:rPr>
              <a:t>Billing</a:t>
            </a:r>
            <a:r>
              <a:rPr sz="255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55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dirty="0">
                <a:solidFill>
                  <a:srgbClr val="FFFFFF"/>
                </a:solidFill>
                <a:latin typeface="Arial Black"/>
                <a:cs typeface="Arial Black"/>
              </a:rPr>
              <a:t>payment</a:t>
            </a:r>
            <a:r>
              <a:rPr sz="2550" spc="-25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50" dirty="0">
                <a:solidFill>
                  <a:srgbClr val="FFFFFF"/>
                </a:solidFill>
                <a:latin typeface="Arial Black"/>
                <a:cs typeface="Arial Black"/>
              </a:rPr>
              <a:t>processing </a:t>
            </a:r>
            <a:r>
              <a:rPr sz="2550" spc="-160" dirty="0">
                <a:solidFill>
                  <a:srgbClr val="FFFFFF"/>
                </a:solidFill>
                <a:latin typeface="Arial Black"/>
                <a:cs typeface="Arial Black"/>
              </a:rPr>
              <a:t>Role</a:t>
            </a:r>
            <a:r>
              <a:rPr sz="255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45" dirty="0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sz="255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125" dirty="0">
                <a:solidFill>
                  <a:srgbClr val="FFFFFF"/>
                </a:solidFill>
                <a:latin typeface="Arial Black"/>
                <a:cs typeface="Arial Black"/>
              </a:rPr>
              <a:t>access</a:t>
            </a:r>
            <a:r>
              <a:rPr sz="2550" spc="-2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Arial Black"/>
                <a:cs typeface="Arial Black"/>
              </a:rPr>
              <a:t>control </a:t>
            </a:r>
            <a:endParaRPr sz="2550" dirty="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1993" y="4799504"/>
            <a:ext cx="6263005" cy="38481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731645">
              <a:lnSpc>
                <a:spcPct val="100000"/>
              </a:lnSpc>
              <a:spcBef>
                <a:spcPts val="1055"/>
              </a:spcBef>
            </a:pPr>
            <a:r>
              <a:rPr sz="2400" b="1" spc="45" dirty="0">
                <a:solidFill>
                  <a:srgbClr val="FFFFFF"/>
                </a:solidFill>
                <a:latin typeface="Tahoma"/>
                <a:cs typeface="Tahoma"/>
              </a:rPr>
              <a:t>Limitations</a:t>
            </a:r>
            <a:endParaRPr sz="2400">
              <a:latin typeface="Tahoma"/>
              <a:cs typeface="Tahoma"/>
            </a:endParaRPr>
          </a:p>
          <a:p>
            <a:pPr marL="12700" marR="791210">
              <a:lnSpc>
                <a:spcPct val="117800"/>
              </a:lnSpc>
              <a:spcBef>
                <a:spcPts val="530"/>
              </a:spcBef>
            </a:pPr>
            <a:r>
              <a:rPr sz="2600" spc="-70" dirty="0">
                <a:solidFill>
                  <a:srgbClr val="FFFFFF"/>
                </a:solidFill>
                <a:latin typeface="Arial Black"/>
                <a:cs typeface="Arial Black"/>
              </a:rPr>
              <a:t>Designed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Black"/>
                <a:cs typeface="Arial Black"/>
              </a:rPr>
              <a:t>single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Black"/>
                <a:cs typeface="Arial Black"/>
              </a:rPr>
              <a:t>hospital </a:t>
            </a:r>
            <a:r>
              <a:rPr sz="2600" spc="-185" dirty="0">
                <a:solidFill>
                  <a:srgbClr val="FFFFFF"/>
                </a:solidFill>
                <a:latin typeface="Arial Black"/>
                <a:cs typeface="Arial Black"/>
              </a:rPr>
              <a:t>Uses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Arial Black"/>
                <a:cs typeface="Arial Black"/>
              </a:rPr>
              <a:t>simulated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170" dirty="0">
                <a:solidFill>
                  <a:srgbClr val="FFFFFF"/>
                </a:solidFill>
                <a:latin typeface="Arial Black"/>
                <a:cs typeface="Arial Black"/>
              </a:rPr>
              <a:t>(non-</a:t>
            </a:r>
            <a:r>
              <a:rPr sz="2600" dirty="0">
                <a:solidFill>
                  <a:srgbClr val="FFFFFF"/>
                </a:solidFill>
                <a:latin typeface="Arial Black"/>
                <a:cs typeface="Arial Black"/>
              </a:rPr>
              <a:t>real)</a:t>
            </a:r>
            <a:r>
              <a:rPr sz="2600" spc="-2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endParaRPr sz="2600">
              <a:latin typeface="Arial Black"/>
              <a:cs typeface="Arial Black"/>
            </a:endParaRPr>
          </a:p>
          <a:p>
            <a:pPr marL="12700" marR="5080">
              <a:lnSpc>
                <a:spcPct val="117800"/>
              </a:lnSpc>
            </a:pPr>
            <a:r>
              <a:rPr sz="2600" spc="-140" dirty="0">
                <a:solidFill>
                  <a:srgbClr val="FFFFFF"/>
                </a:solidFill>
                <a:latin typeface="Arial Black"/>
                <a:cs typeface="Arial Black"/>
              </a:rPr>
              <a:t>No</a:t>
            </a:r>
            <a:r>
              <a:rPr sz="2600" spc="-2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Arial Black"/>
                <a:cs typeface="Arial Black"/>
              </a:rPr>
              <a:t>advanced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55" dirty="0">
                <a:solidFill>
                  <a:srgbClr val="FFFFFF"/>
                </a:solidFill>
                <a:latin typeface="Arial Black"/>
                <a:cs typeface="Arial Black"/>
              </a:rPr>
              <a:t>analytics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60" dirty="0">
                <a:solidFill>
                  <a:srgbClr val="FFFFFF"/>
                </a:solidFill>
                <a:latin typeface="Arial Black"/>
                <a:cs typeface="Arial Black"/>
              </a:rPr>
              <a:t>or</a:t>
            </a:r>
            <a:r>
              <a:rPr sz="2600" spc="-2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80" dirty="0">
                <a:solidFill>
                  <a:srgbClr val="FFFFFF"/>
                </a:solidFill>
                <a:latin typeface="Arial Black"/>
                <a:cs typeface="Arial Black"/>
              </a:rPr>
              <a:t>AI</a:t>
            </a:r>
            <a:r>
              <a:rPr sz="26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Black"/>
                <a:cs typeface="Arial Black"/>
              </a:rPr>
              <a:t>support </a:t>
            </a:r>
            <a:r>
              <a:rPr sz="2600" spc="-105" dirty="0">
                <a:solidFill>
                  <a:srgbClr val="FFFFFF"/>
                </a:solidFill>
                <a:latin typeface="Arial Black"/>
                <a:cs typeface="Arial Black"/>
              </a:rPr>
              <a:t>Limited</a:t>
            </a:r>
            <a:r>
              <a:rPr sz="2600" spc="-2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Arial Black"/>
                <a:cs typeface="Arial Black"/>
              </a:rPr>
              <a:t>emergency</a:t>
            </a:r>
            <a:r>
              <a:rPr sz="2600" spc="-2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Black"/>
                <a:cs typeface="Arial Black"/>
              </a:rPr>
              <a:t>scenario handling</a:t>
            </a:r>
            <a:endParaRPr sz="2600">
              <a:latin typeface="Arial Black"/>
              <a:cs typeface="Arial Black"/>
            </a:endParaRPr>
          </a:p>
          <a:p>
            <a:pPr marL="12700" marR="495934">
              <a:lnSpc>
                <a:spcPct val="117800"/>
              </a:lnSpc>
            </a:pPr>
            <a:r>
              <a:rPr sz="2600" dirty="0">
                <a:solidFill>
                  <a:srgbClr val="FFFFFF"/>
                </a:solidFill>
                <a:latin typeface="Arial Black"/>
                <a:cs typeface="Arial Black"/>
              </a:rPr>
              <a:t>Can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55" dirty="0">
                <a:solidFill>
                  <a:srgbClr val="FFFFFF"/>
                </a:solidFill>
                <a:latin typeface="Arial Black"/>
                <a:cs typeface="Arial Black"/>
              </a:rPr>
              <a:t>not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Arial Black"/>
                <a:cs typeface="Arial Black"/>
              </a:rPr>
              <a:t>handle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60" dirty="0">
                <a:solidFill>
                  <a:srgbClr val="FFFFFF"/>
                </a:solidFill>
                <a:latin typeface="Arial Black"/>
                <a:cs typeface="Arial Black"/>
              </a:rPr>
              <a:t>operations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sz="2600" spc="-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Arial Black"/>
                <a:cs typeface="Arial Black"/>
              </a:rPr>
              <a:t>big </a:t>
            </a:r>
            <a:r>
              <a:rPr sz="2600" spc="-10" dirty="0">
                <a:solidFill>
                  <a:srgbClr val="FFFFFF"/>
                </a:solidFill>
                <a:latin typeface="Arial Black"/>
                <a:cs typeface="Arial Black"/>
              </a:rPr>
              <a:t>hospitals</a:t>
            </a:r>
            <a:endParaRPr sz="2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770620" cy="10287000"/>
            <a:chOff x="0" y="0"/>
            <a:chExt cx="877062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6462"/>
              <a:ext cx="8770230" cy="91005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047761" cy="102869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144000" y="3188992"/>
            <a:ext cx="9144000" cy="7098030"/>
            <a:chOff x="9144000" y="3188992"/>
            <a:chExt cx="9144000" cy="7098030"/>
          </a:xfrm>
        </p:grpSpPr>
        <p:sp>
          <p:nvSpPr>
            <p:cNvPr id="6" name="object 6"/>
            <p:cNvSpPr/>
            <p:nvPr/>
          </p:nvSpPr>
          <p:spPr>
            <a:xfrm>
              <a:off x="11485706" y="3188992"/>
              <a:ext cx="6802755" cy="7098030"/>
            </a:xfrm>
            <a:custGeom>
              <a:avLst/>
              <a:gdLst/>
              <a:ahLst/>
              <a:cxnLst/>
              <a:rect l="l" t="t" r="r" b="b"/>
              <a:pathLst>
                <a:path w="6802755" h="70980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2755" h="70980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2755" h="70980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2755" h="70980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2755" h="70980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02755" h="70980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2755" h="70980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2755" h="70980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2755" h="70980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2755" h="70980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2755" h="70980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2755" h="70980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2755" h="70980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2755" h="70980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2755" h="70980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2755" h="70980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02755" h="70980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2755" h="70980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2755" h="70980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2755" h="70980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2755" h="70980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2755" h="70980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2755" h="70980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2755" h="70980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2755" h="70980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2755" h="70980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2755" h="70980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2755" h="70980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2755" h="70980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2755" h="70980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2755" h="70980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2755" h="70980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2755" h="70980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2755" h="70980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2755" h="70980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2755" h="70980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2755" h="70980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2755" h="70980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2755" h="70980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2755" h="70980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2755" h="70980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2755" h="70980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2755" h="70980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2755" h="70980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2755" h="70980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2755" h="70980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2755" h="70980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2755" h="70980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2755" h="70980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2755" h="70980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2755" h="70980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2755" h="70980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2755" h="70980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2755" h="70980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2755" h="70980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2755" h="70980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2755" h="70980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2755" h="70980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2755" h="70980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2755" h="70980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2755" h="70980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2755" h="70980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2755" h="70980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2755" h="70980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2755" h="70980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2755" h="70980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2755" h="70980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2755" h="70980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2755" h="70980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2755" h="70980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2755" h="70980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2755" h="70980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2755" h="70980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2755" h="70980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02755" h="70980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2755" h="70980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2755" h="70980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2755" h="70980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2755" h="70980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2755" h="70980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2755" h="70980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2755" h="70980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2755" h="70980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2755" h="70980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2755" h="70980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2755" h="70980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2755" h="70980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2755" h="70980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2755" h="70980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2755" h="70980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2755" h="70980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2755" h="70980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2755" h="70980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2755" h="70980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2755" h="70980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2755" h="70980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2755" h="70980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2755" h="70980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2755" h="70980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2755" h="70980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2755" h="70980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2755" h="70980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2755" h="70980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2755" h="70980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2755" h="70980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2755" h="70980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2755" h="70980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02755" h="70980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2755" h="70980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2755" h="70980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2755" h="70980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2755" h="70980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2755" h="70980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2755" h="70980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2755" h="70980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2755" h="70980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2755" h="70980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2755" h="70980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2755" h="70980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2755" h="70980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2755" h="70980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2755" h="70980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2755" h="70980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2755" h="70980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2755" h="70980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2755" h="70980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2755" h="70980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2755" h="70980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2755" h="70980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2755" h="70980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2755" h="70980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2755" h="70980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2755" h="70980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2755" h="70980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2755" h="70980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2755" h="70980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2755" h="70980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2755" h="70980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2755" h="70980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2755" h="70980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2755" h="70980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2755" h="70980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2755" h="70980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2755" h="70980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2755" h="70980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2755" h="70980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2755" h="70980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2755" h="70980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2755" h="70980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2755" h="70980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2755" h="70980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2755" h="70980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2755" h="70980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2755" h="70980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2755" h="70980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2755" h="70980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2755" h="70980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2755" h="70980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2755" h="70980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2755" h="70980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2755" h="70980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2755" h="70980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2755" h="70980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2755" h="70980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2755" h="70980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2755" h="70980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2755" h="7098030">
                  <a:moveTo>
                    <a:pt x="2501315" y="7098006"/>
                  </a:moveTo>
                  <a:lnTo>
                    <a:pt x="2478924" y="7098006"/>
                  </a:lnTo>
                  <a:lnTo>
                    <a:pt x="2478456" y="7097195"/>
                  </a:lnTo>
                  <a:lnTo>
                    <a:pt x="2495248" y="7087499"/>
                  </a:lnTo>
                  <a:lnTo>
                    <a:pt x="2501315" y="7098006"/>
                  </a:lnTo>
                  <a:close/>
                </a:path>
                <a:path w="6802755" h="70980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2755" h="70980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2755" h="70980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2755" h="70980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2755" h="70980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2755" h="70980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2755" h="70980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2755" h="70980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2755" h="70980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2755" h="70980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2755" h="70980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2755" h="70980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2755" h="70980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2755" h="70980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2755" h="70980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2755" h="70980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2755" h="70980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2755" h="70980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2755" h="70980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2755" h="70980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2755" h="70980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2755" h="70980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2755" h="70980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2755" h="70980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2755" h="70980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2755" h="70980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2755" h="70980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2755" h="70980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2755" h="70980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2755" h="70980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2755" h="70980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2755" h="70980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2755" h="70980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2755" h="70980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2755" h="70980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2755" h="70980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2755" h="70980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2755" h="70980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2755" h="70980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2755" h="70980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2755" h="70980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2755" h="70980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2755" h="70980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2755" h="70980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2755" h="70980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2755" h="70980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2755" h="7098030">
                  <a:moveTo>
                    <a:pt x="2823725" y="7098006"/>
                  </a:moveTo>
                  <a:lnTo>
                    <a:pt x="2820207" y="7098006"/>
                  </a:ln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3725" y="7098006"/>
                  </a:lnTo>
                  <a:close/>
                </a:path>
                <a:path w="6802755" h="70980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2755" h="70980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2755" h="70980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2755" h="70980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2755" h="70980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2755" h="70980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2755" h="70980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2755" h="70980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2755" h="70980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2755" h="70980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2755" h="70980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2755" h="70980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2755" h="70980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2755" h="70980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2755" h="70980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2755" h="70980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2755" h="70980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2755" h="70980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2755" h="70980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2755" h="70980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2755" h="70980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2755" h="70980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2755" h="70980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2755" h="70980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2755" h="70980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2755" h="70980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2755" h="70980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2755" h="70980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2755" h="70980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2755" h="70980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2755" h="70980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2755" h="70980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2755" h="70980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2755" h="70980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2755" h="70980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2755" h="70980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2755" h="70980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2755" h="70980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2755" h="70980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2755" h="70980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2755" h="70980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2755" h="70980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2755" h="70980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2755" h="70980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2755" h="70980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2755" h="70980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2755" h="70980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2755" h="70980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2755" h="70980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2755" h="70980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2755" h="70980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02755" h="70980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2755" h="70980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2755" h="70980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2755" h="70980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2755" h="70980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2755" h="70980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2755" h="70980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2755" h="70980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2755" h="70980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2755" h="70980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2755" h="70980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2755" h="70980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2755" h="70980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2755" h="70980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2755" h="70980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2755" h="70980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2755" h="70980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2755" h="70980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2755" h="70980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2755" h="70980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2755" h="70980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2755" h="70980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2755" h="70980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2755" h="70980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2755" h="70980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2755" h="70980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2755" h="70980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2755" h="70980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2755" h="70980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2755" h="70980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2755" h="70980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2755" h="70980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2755" h="70980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2755" h="70980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2755" h="70980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2755" h="70980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2755" h="70980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2755" h="70980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2755" h="70980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2755" h="70980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2755" h="70980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2755" h="70980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2755" h="70980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2755" h="70980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2755" h="70980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2755" h="70980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2755" h="70980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2755" h="70980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2755" h="70980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2755" h="70980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2755" h="70980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2755" h="70980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2755" h="70980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2755" h="70980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2755" h="70980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02755" h="70980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2755" h="70980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2755" h="70980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2755" h="70980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2755" h="70980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2755" h="70980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2755" h="70980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2755" h="70980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2755" h="70980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2755" h="70980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2755" h="70980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2755" h="70980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2755" h="70980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2755" h="70980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2755" h="70980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2755" h="70980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2755" h="70980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2755" h="70980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2755" h="70980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2755" h="70980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2755" h="70980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2755" h="70980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2755" h="70980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2755" h="70980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2755" h="70980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2755" h="70980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2755" h="70980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2755" h="70980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2755" h="7098030">
                  <a:moveTo>
                    <a:pt x="3721221" y="7098006"/>
                  </a:moveTo>
                  <a:lnTo>
                    <a:pt x="3681193" y="7098006"/>
                  </a:lnTo>
                  <a:lnTo>
                    <a:pt x="3676007" y="7089021"/>
                  </a:lnTo>
                  <a:lnTo>
                    <a:pt x="3706031" y="7071690"/>
                  </a:lnTo>
                  <a:lnTo>
                    <a:pt x="3721221" y="7098006"/>
                  </a:lnTo>
                  <a:close/>
                </a:path>
                <a:path w="6802755" h="70980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2755" h="70980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2755" h="70980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2755" h="70980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2755" h="70980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2755" h="70980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2755" h="70980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2755" h="70980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2755" h="70980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2755" h="70980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2755" h="70980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2755" h="70980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2755" h="70980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2755" h="70980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2755" h="70980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2755" h="70980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2755" h="70980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2755" h="70980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2755" h="70980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2755" h="70980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2755" h="70980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2755" h="70980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2755" h="70980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2755" h="70980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2755" h="70980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2755" h="70980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2755" h="70980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2755" h="70980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2755" h="70980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2755" h="70980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2755" h="70980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2755" h="70980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2755" h="70980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2755" h="70980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2755" h="70980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2755" h="70980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2755" h="70980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2755" h="70980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2755" h="70980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2755" h="70980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2755" h="70980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2755" h="70980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2755" h="70980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2755" h="70980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2755" h="70980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2755" h="70980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2755" h="70980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2755" h="70980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2755" h="70980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2755" h="70980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2755" h="70980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2755" h="70980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2755" h="70980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2755" h="70980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2755" h="70980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2755" h="70980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2755" h="70980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2755" h="70980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2755" h="70980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2755" h="70980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2755" h="70980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2755" h="7098030">
                  <a:moveTo>
                    <a:pt x="4042379" y="7098006"/>
                  </a:moveTo>
                  <a:lnTo>
                    <a:pt x="4019749" y="7098006"/>
                  </a:ln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42379" y="7098006"/>
                  </a:lnTo>
                  <a:close/>
                </a:path>
                <a:path w="6802755" h="70980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2755" h="70980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2755" h="70980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2755" h="70980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2755" h="70980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2755" h="70980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2755" h="70980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2755" h="70980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2755" h="70980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2755" h="70980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2755" h="70980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2755" h="70980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2755" h="70980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2755" h="70980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2755" h="70980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2755" h="70980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2755" h="70980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2755" h="70980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2755" h="70980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2755" h="70980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2755" h="70980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2755" h="70980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2755" h="70980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2755" h="70980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2755" h="70980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2755" h="70980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2755" h="70980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2755" h="70980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2755" h="70980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2755" h="70980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2755" h="70980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2755" h="70980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2755" h="70980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2755" h="70980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2755" h="70980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2755" h="70980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2755" h="70980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2755" h="70980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2755" h="70980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2755" h="70980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2755" h="70980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2755" h="70980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2755" h="70980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2755" h="70980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2755" h="70980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2755" h="70980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2755" h="70980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2755" h="70980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2755" h="70980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2755" h="70980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2755" h="70980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2755" h="70980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2755" h="70980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2755" h="70980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2755" h="70980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2755" h="70980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2755" h="70980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2755" h="70980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2755" h="70980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2755" h="70980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2755" h="70980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2755" h="70980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2755" h="70980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2755" h="70980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2755" h="70980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2755" h="70980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02755" h="70980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2755" h="70980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2755" h="70980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2755" h="70980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2755" h="70980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2755" h="70980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2755" h="70980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2755" h="70980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2755" h="70980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2755" h="70980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2755" h="70980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2755" h="70980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2755" h="70980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2755" h="70980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2755" h="70980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2755" h="70980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2755" h="70980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2755" h="70980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2755" h="70980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2755" h="70980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2755" h="70980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2755" h="70980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2755" h="70980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2755" h="70980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2755" h="70980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2755" h="70980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2755" h="70980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2755" h="70980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2755" h="70980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2755" h="70980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2755" h="70980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2755" h="70980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2755" h="70980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2755" h="70980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2755" h="7098030">
                  <a:moveTo>
                    <a:pt x="4589003" y="7098006"/>
                  </a:moveTo>
                  <a:lnTo>
                    <a:pt x="4554762" y="7098006"/>
                  </a:lnTo>
                  <a:lnTo>
                    <a:pt x="4580442" y="7083176"/>
                  </a:lnTo>
                  <a:lnTo>
                    <a:pt x="4589003" y="7098006"/>
                  </a:lnTo>
                  <a:close/>
                </a:path>
                <a:path w="6802755" h="70980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2755" h="70980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2755" h="70980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2755" h="70980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2755" h="70980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2755" h="70980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2755" h="70980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2755" h="70980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2755" h="70980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2755" h="70980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2755" h="70980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2755" h="70980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2755" h="70980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2755" h="70980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2755" h="70980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2755" h="70980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2755" h="70980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2755" h="70980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2755" h="70980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2755" h="70980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2755" h="70980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2755" h="70980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2755" h="70980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2755" h="70980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2755" h="70980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2755" h="70980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2755" h="70980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2755" h="70980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2755" h="70980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2755" h="70980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2755" h="70980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2755" h="70980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2755" h="70980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2755" h="70980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2755" h="70980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2755" h="70980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02755" h="70980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2755" h="70980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2755" h="70980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2755" h="70980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2755" h="70980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2755" h="70980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2755" h="70980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2755" h="70980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2755" h="70980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2755" h="70980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2755" h="70980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2755" h="70980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2755" h="70980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2755" h="70980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2755" h="70980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2755" h="70980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2755" h="70980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2755" h="70980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2755" h="70980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2755" h="70980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2755" h="70980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2755" h="70980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2755" h="70980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2755" h="70980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2755" h="70980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2755" h="70980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2755" h="70980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2755" h="70980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2755" h="70980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2755" h="70980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2755" h="70980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2755" h="70980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2755" h="70980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2755" h="70980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2755" h="70980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2755" h="7098030">
                  <a:moveTo>
                    <a:pt x="4944193" y="7098006"/>
                  </a:moveTo>
                  <a:lnTo>
                    <a:pt x="4880408" y="7098006"/>
                  </a:lnTo>
                  <a:lnTo>
                    <a:pt x="4869944" y="7079881"/>
                  </a:lnTo>
                  <a:lnTo>
                    <a:pt x="4917784" y="7052262"/>
                  </a:lnTo>
                  <a:lnTo>
                    <a:pt x="4944193" y="7098006"/>
                  </a:lnTo>
                  <a:close/>
                </a:path>
                <a:path w="6802755" h="70980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2755" h="70980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2755" h="70980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2755" h="70980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2755" h="70980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2755" h="70980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2755" h="70980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2755" h="70980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2755" h="70980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2755" h="70980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2755" h="70980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2755" h="70980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2755" h="70980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2755" h="70980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2755" h="70980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2755" h="70980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2755" h="70980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2755" h="70980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2755" h="70980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2755" h="70980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2755" h="70980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2755" h="70980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2755" h="70980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2755" h="70980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2755" h="70980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2755" h="70980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2755" h="70980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2755" h="70980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2755" h="70980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2755" h="70980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2755" h="70980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2755" h="70980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2755" h="70980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2755" h="70980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2755" h="70980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2755" h="70980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2755" h="70980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2755" h="70980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02755" h="70980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2755" h="70980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2755" h="70980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2755" h="70980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2755" h="70980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2755" h="70980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2755" h="70980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2755" h="70980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2755" h="70980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2755" h="70980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2755" h="70980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2755" h="70980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2755" h="70980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2755" h="70980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2755" h="70980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2755" h="70980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2755" h="70980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2755" h="70980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2755" h="70980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2755" h="70980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2755" h="70980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2755" h="70980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2755" h="70980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2755" h="70980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2755" h="70980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2755" h="70980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2755" h="70980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2755" h="70980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2755" h="70980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2755" h="70980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2755" h="70980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2755" h="70980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2755" h="70980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2755" h="70980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2755" h="70980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2755" h="70980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2755" h="70980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2755" h="7098030">
                  <a:moveTo>
                    <a:pt x="5263966" y="7098006"/>
                  </a:moveTo>
                  <a:lnTo>
                    <a:pt x="5217616" y="709800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63966" y="7098006"/>
                  </a:lnTo>
                  <a:close/>
                </a:path>
                <a:path w="6802755" h="70980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2755" h="70980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2755" h="70980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2755" h="70980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2755" h="70980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2755" h="70980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2755" h="70980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2755" h="70980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2755" h="70980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2755" h="70980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2755" h="70980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2755" h="70980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2755" h="70980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2755" h="70980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2755" h="70980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2755" h="70980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2755" h="70980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2755" h="70980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2755" h="70980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2755" h="70980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2755" h="70980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2755" h="70980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2755" h="70980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2755" h="70980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2755" h="70980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2755" h="70980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2755" h="70980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2755" h="70980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2755" h="70980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2755" h="70980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2755" h="70980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2755" h="70980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2755" h="70980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2755" h="70980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2755" h="70980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2755" h="70980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2755" h="70980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2755" h="70980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2755" h="70980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2755" h="70980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2755" h="70980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2755" h="70980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2755" h="70980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2755" h="70980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2755" h="70980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2755" h="70980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2755" h="70980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2755" h="70980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2755" h="70980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2755" h="70980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2755" h="70980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2755" h="70980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2755" h="70980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2755" h="70980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2755" h="70980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2755" h="70980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2755" h="70980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2755" h="70980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2755" h="70980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2755" h="70980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2755" h="70980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2755" h="70980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2755" h="70980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2755" h="70980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2755" h="70980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2755" h="70980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2755" h="70980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2755" h="70980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2755" h="70980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2755" h="70980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2755" h="70980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2755" h="70980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2755" h="70980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2755" h="70980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2755" h="70980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2755" h="70980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2755" h="70980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2755" h="7098030">
                  <a:moveTo>
                    <a:pt x="5578317" y="7098006"/>
                  </a:moveTo>
                  <a:lnTo>
                    <a:pt x="5555165" y="709800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78317" y="7098006"/>
                  </a:lnTo>
                  <a:close/>
                </a:path>
                <a:path w="6802755" h="70980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2755" h="70980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2755" h="70980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2755" h="70980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2755" h="70980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2755" h="70980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2755" h="70980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2755" h="70980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2755" h="70980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2755" h="70980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2755" h="70980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2755" h="70980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2755" h="70980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2755" h="70980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2755" h="70980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2755" h="70980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2755" h="70980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2755" h="70980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2755" h="70980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2755" h="70980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2755" h="70980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2755" h="70980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2755" h="70980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2755" h="70980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2755" h="70980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2755" h="70980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2755" h="70980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2755" h="70980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2755" h="70980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2755" h="70980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2755" h="70980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2755" h="70980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2755" h="70980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2755" h="70980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2755" h="70980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2755" h="70980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2755" h="70980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2755" h="70980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2755" h="70980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2755" h="70980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2755" h="7098030">
                  <a:moveTo>
                    <a:pt x="5810947" y="7098006"/>
                  </a:moveTo>
                  <a:lnTo>
                    <a:pt x="5743776" y="7098006"/>
                  </a:lnTo>
                  <a:lnTo>
                    <a:pt x="5741486" y="7094041"/>
                  </a:lnTo>
                  <a:lnTo>
                    <a:pt x="5791867" y="7064952"/>
                  </a:lnTo>
                  <a:lnTo>
                    <a:pt x="5810947" y="7098006"/>
                  </a:lnTo>
                  <a:close/>
                </a:path>
                <a:path w="6802755" h="70980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2755" h="70980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2755" h="70980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2755" h="70980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2755" h="70980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2755" h="70980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2755" h="70980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2755" h="70980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2755" h="70980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2755" h="70980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2755" h="70980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2755" h="70980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2755" h="70980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2755" h="70980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2755" h="70980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2755" h="70980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2755" h="70980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2755" h="70980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2755" h="70980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2755" h="70980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2755" h="70980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2755" h="70980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2755" h="70980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2755" h="70980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2755" h="70980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2755" h="70980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2755" h="70980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2755" h="70980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2755" h="70980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2755" h="70980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2755" h="70980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2755" h="70980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2755" h="70980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2755" h="70980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2755" h="70980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2755" h="70980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2755" h="70980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2755" h="70980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2755" h="70980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2755" h="70980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2755" h="70980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2755" h="70980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2755" h="70980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2755" h="70980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2755" h="70980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2755" h="70980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2755" h="70980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2755" h="70980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2755" h="70980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2755" h="70980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2755" h="70980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2755" h="70980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2755" h="70980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2755" h="70980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2755" h="70980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2755" h="70980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2755" h="70980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2755" h="70980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2755" h="70980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2755" h="70980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2755" h="70980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2755" h="70980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2755" h="70980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2755" h="70980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2755" h="70980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2755" h="70980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2755" h="7098030">
                  <a:moveTo>
                    <a:pt x="6802291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2291" y="1668865"/>
                  </a:lnTo>
                  <a:close/>
                </a:path>
                <a:path w="6802755" h="70980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2755" h="70980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2755" h="70980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2755" h="70980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2755" h="70980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2755" h="70980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2755" h="70980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2755" h="70980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2755" h="70980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2755" h="70980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2755" h="70980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2755" h="70980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2755" h="70980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2755" h="70980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2755" h="70980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2755" h="70980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2755" h="70980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2755" h="70980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2755" h="70980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2755" h="70980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2755" h="70980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2755" h="70980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2755" h="70980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2755" h="70980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2755" h="70980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2755" h="70980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2755" h="70980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2755" h="70980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2755" h="70980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2755" h="70980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2755" h="70980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2755" h="70980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2755" h="70980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2755" h="70980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2755" h="70980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2755" h="70980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2755" h="70980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2755" h="70980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2755" h="70980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2755" h="70980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2755" h="70980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2755" h="70980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2755" h="70980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2755" h="70980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2755" h="70980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2755" h="70980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2755" h="70980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2755" h="70980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2755" h="70980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2755" h="70980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2755" h="70980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2755" h="70980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2755" h="70980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2755" h="70980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2755" h="70980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2755" h="70980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2755" h="70980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2755" h="70980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2755" h="70980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2755" h="70980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2755" h="70980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2755" h="70980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2755" h="70980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2755" h="70980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2755" h="70980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2755" h="70980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2755" h="70980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2755" h="70980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2755" h="70980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2755" h="70980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2755" h="70980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2755" h="70980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2755" h="70980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2755" h="70980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2755" h="70980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2755" h="70980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2755" h="70980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2755" h="70980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2755" h="70980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2755" h="70980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2755" h="70980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2755" h="70980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2755" h="70980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2755" h="70980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2755" h="70980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2755" h="70980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2755" h="70980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2755" h="70980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2755" h="70980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2755" h="70980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2755" h="70980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2755" h="70980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2755" h="70980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2755" h="70980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2755" h="70980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2755" h="70980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2755" h="70980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2755" h="70980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2755" h="70980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2755" h="70980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2755" h="70980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2755" h="70980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2755" h="70980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2755" h="70980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2755" h="70980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2755" h="70980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2755" h="70980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2755" h="70980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2755" h="70980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2755" h="70980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2755" h="70980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2755" h="70980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2755" h="70980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2755" h="70980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2755" h="70980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2755" h="70980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2755" h="70980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2755" h="70980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2755" h="70980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2755" h="70980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2755" h="70980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2755" h="70980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2755" h="70980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2755" h="70980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2755" h="70980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2755" h="70980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2755" h="70980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2755" h="70980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2755" h="70980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2755" h="70980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2755" h="70980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2755" h="70980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2755" h="70980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2755" h="70980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2755" h="70980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2755" h="70980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2755" h="70980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2755" h="70980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2755" h="70980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2755" h="70980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2755" h="70980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2755" h="70980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2755" h="70980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2755" h="70980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2755" h="70980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2755" h="70980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2755" h="70980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2755" h="70980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2755" h="70980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2755" h="70980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2755" h="70980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2755" h="70980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2755" h="70980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2755" h="70980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2755" h="70980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2755" h="70980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2755" h="70980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2755" h="70980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2755" h="70980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2755" h="7098030">
                  <a:moveTo>
                    <a:pt x="6802291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2291" y="2862665"/>
                  </a:lnTo>
                  <a:lnTo>
                    <a:pt x="6802291" y="2888065"/>
                  </a:lnTo>
                  <a:close/>
                </a:path>
                <a:path w="6802755" h="70980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2755" h="70980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2755" h="70980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2755" h="70980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2755" h="70980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2755" h="70980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2755" h="70980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2755" h="70980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2755" h="70980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2755" h="70980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2755" h="70980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2755" h="70980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2755" h="70980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2755" h="70980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2755" h="70980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2755" h="70980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2755" h="70980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2755" h="70980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2755" h="70980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2755" h="70980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2755" h="70980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2755" h="70980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2755" h="70980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2755" h="70980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2755" h="70980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2755" h="70980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2755" h="70980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2755" h="70980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2755" h="70980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2755" h="70980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2755" h="70980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2755" h="70980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2755" h="70980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2755" h="70980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2755" h="70980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2755" h="70980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2755" h="70980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2755" h="70980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2755" h="70980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2755" h="70980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2755" h="70980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2755" h="70980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2755" h="70980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2755" h="70980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2755" h="70980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2755" h="70980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2755" h="70980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2755" h="70980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2755" h="70980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2755" h="70980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2755" h="70980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2755" h="70980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2755" h="70980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2755" h="70980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2755" h="70980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2755" h="70980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2755" h="70980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2755" h="70980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2755" h="70980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2755" h="70980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2755" h="70980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2755" h="70980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2755" h="70980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2755" h="70980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2755" h="70980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2755" h="70980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2755" h="70980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2755" h="70980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2755" h="70980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2755" h="70980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2755" h="70980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2755" h="70980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2755" h="70980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2755" h="70980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2755" h="70980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2755" h="70980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2755" h="70980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2755" h="70980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2755" h="70980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2755" h="70980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2755" h="70980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2755" h="70980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2755" h="70980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2755" h="70980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2755" h="70980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2755" h="70980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2755" h="70980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2755" h="70980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2755" h="70980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2755" h="70980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2755" h="70980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2755" h="70980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2755" h="70980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2755" h="70980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2755" h="70980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2755" h="70980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2755" h="70980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2755" h="70980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2755" h="70980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2755" h="70980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2755" h="70980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2755" h="70980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2755" h="70980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2755" h="70980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2755" h="70980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2755" h="70980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2755" h="70980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2755" h="70980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2755" h="70980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2755" h="70980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2755" h="70980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2755" h="70980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2755" h="70980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2755" h="70980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2755" h="7098030">
                  <a:moveTo>
                    <a:pt x="6802291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2291" y="3738965"/>
                  </a:lnTo>
                  <a:lnTo>
                    <a:pt x="6802291" y="3764365"/>
                  </a:lnTo>
                  <a:close/>
                </a:path>
                <a:path w="6802755" h="70980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2755" h="70980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2755" h="70980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2755" h="70980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2755" h="70980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2755" h="70980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2755" h="70980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2755" h="70980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2755" h="70980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2755" h="70980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2755" h="70980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2755" h="70980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2755" h="70980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2755" h="70980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2755" h="70980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2755" h="70980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2755" h="70980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2755" h="70980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2755" h="70980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2755" h="70980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2755" h="70980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2755" h="70980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2755" h="70980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2755" h="70980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2755" h="70980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2755" h="70980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2755" h="70980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2755" h="70980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2755" h="70980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2755" h="70980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2755" h="70980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2755" h="70980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2755" h="70980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2755" h="70980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2755" h="70980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2755" h="70980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2755" h="70980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2755" h="70980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2755" h="70980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2755" h="70980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2755" h="70980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2755" h="70980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2755" h="70980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2755" h="7098030">
                  <a:moveTo>
                    <a:pt x="6802291" y="4094565"/>
                  </a:moveTo>
                  <a:lnTo>
                    <a:pt x="6790458" y="4081865"/>
                  </a:lnTo>
                  <a:lnTo>
                    <a:pt x="6802291" y="4069165"/>
                  </a:lnTo>
                  <a:lnTo>
                    <a:pt x="6802291" y="4094565"/>
                  </a:lnTo>
                  <a:close/>
                </a:path>
                <a:path w="6802755" h="70980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2755" h="70980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2755" h="70980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2755" h="70980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2755" h="70980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2755" h="70980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2755" h="70980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2755" h="70980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2755" h="70980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2755" h="70980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2755" h="70980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2755" h="70980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2755" h="70980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2755" h="70980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2755" h="70980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2755" h="70980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2755" h="70980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2755" h="70980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2755" h="70980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2755" h="70980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2755" h="70980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2755" h="70980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2755" h="70980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2755" h="70980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2755" h="70980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2755" h="70980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2755" h="70980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2755" h="70980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2755" h="70980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2755" h="70980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2755" h="70980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2755" h="70980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2755" h="70980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2755" h="70980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2755" h="70980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2755" h="70980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2755" h="70980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2755" h="70980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2755" h="70980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2755" h="70980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2755" h="70980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2755" h="70980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2755" h="70980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2755" h="70980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2755" h="70980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2755" h="70980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2755" h="70980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2755" h="70980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2755" h="70980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2755" h="70980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2755" h="70980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2755" h="70980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2755" h="70980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2755" h="70980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2755" h="70980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2755" h="70980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2755" h="70980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2755" h="70980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2755" h="70980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2291" y="4615265"/>
                  </a:lnTo>
                  <a:lnTo>
                    <a:pt x="6802291" y="4640665"/>
                  </a:lnTo>
                  <a:lnTo>
                    <a:pt x="6764613" y="4653365"/>
                  </a:lnTo>
                  <a:close/>
                </a:path>
                <a:path w="6802755" h="70980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2755" h="70980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2755" h="70980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2755" h="70980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2755" h="70980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2755" h="70980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2755" h="70980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2755" h="70980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2755" h="70980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2755" h="70980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2755" h="70980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2755" h="70980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2755" h="70980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2755" h="70980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2755" h="70980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2755" h="70980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2755" h="70980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2755" h="70980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2755" h="70980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2755" h="70980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2755" h="70980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2755" h="70980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2755" h="70980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2755" h="70980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2755" h="70980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2755" h="70980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2755" h="70980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2755" h="70980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2755" h="70980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2755" h="70980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2755" h="70980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2755" h="70980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2755" h="70980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2755" h="70980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2755" h="70980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02291" y="4932765"/>
                  </a:lnTo>
                  <a:lnTo>
                    <a:pt x="6802291" y="4970865"/>
                  </a:lnTo>
                  <a:lnTo>
                    <a:pt x="6785873" y="4983565"/>
                  </a:lnTo>
                  <a:close/>
                </a:path>
                <a:path w="6802755" h="70980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2755" h="70980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2755" h="70980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2755" h="70980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2755" h="70980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2755" h="70980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2755" h="70980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2755" h="70980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2755" h="70980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2755" h="70980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2755" h="70980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2755" h="70980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2755" h="70980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2755" h="70980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2755" h="70980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2755" h="70980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2755" h="70980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2755" h="70980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2755" h="70980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2755" h="70980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2755" h="70980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2755" h="70980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2755" h="70980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2755" h="70980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2755" h="70980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2755" h="70980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2755" h="70980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2755" h="70980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2755" h="70980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2755" h="70980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2755" h="70980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2755" h="70980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2755" h="7098030">
                  <a:moveTo>
                    <a:pt x="6802291" y="5301065"/>
                  </a:moveTo>
                  <a:lnTo>
                    <a:pt x="6790625" y="5288365"/>
                  </a:lnTo>
                  <a:lnTo>
                    <a:pt x="6802291" y="5275665"/>
                  </a:lnTo>
                  <a:lnTo>
                    <a:pt x="6802291" y="5301065"/>
                  </a:lnTo>
                  <a:close/>
                </a:path>
                <a:path w="6802755" h="70980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2755" h="70980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2755" h="70980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2755" h="70980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2755" h="70980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2755" h="70980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2755" h="70980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2755" h="70980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2755" h="70980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2755" h="70980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2755" h="70980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2755" h="70980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2755" h="70980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2755" h="70980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2291" y="5504265"/>
                  </a:lnTo>
                  <a:lnTo>
                    <a:pt x="6802291" y="5516965"/>
                  </a:lnTo>
                  <a:lnTo>
                    <a:pt x="6745941" y="5542365"/>
                  </a:lnTo>
                  <a:close/>
                </a:path>
                <a:path w="6802755" h="70980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2755" h="70980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2755" h="70980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2755" h="70980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2755" h="70980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2755" h="70980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2755" h="70980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2755" h="70980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2755" h="70980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2755" h="70980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2755" h="70980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2755" h="70980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2755" h="70980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2755" h="70980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2755" h="70980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2755" h="70980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2755" h="70980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2755" h="70980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2755" h="70980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2755" h="70980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2755" h="70980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2755" h="70980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2755" h="70980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2755" h="70980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2755" h="70980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2755" h="70980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2755" h="70980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2755" h="70980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2291" y="5809065"/>
                  </a:lnTo>
                  <a:lnTo>
                    <a:pt x="6802291" y="5859865"/>
                  </a:lnTo>
                  <a:lnTo>
                    <a:pt x="6767308" y="5872565"/>
                  </a:lnTo>
                  <a:close/>
                </a:path>
                <a:path w="6802755" h="70980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2755" h="70980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2755" h="70980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2755" h="70980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2755" h="70980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2755" h="70980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2755" h="70980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2755" h="70980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2755" h="70980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2755" h="70980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2755" h="70980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2755" h="70980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2755" h="70980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2755" h="70980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2755" h="70980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2755" h="70980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2755" h="70980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2755" h="70980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2755" h="70980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2755" h="70980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2755" h="70980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2755" h="70980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2755" h="70980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2755" h="70980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2291" y="6126565"/>
                  </a:lnTo>
                  <a:lnTo>
                    <a:pt x="6802291" y="6190065"/>
                  </a:lnTo>
                  <a:lnTo>
                    <a:pt x="6789427" y="6202765"/>
                  </a:lnTo>
                  <a:close/>
                </a:path>
                <a:path w="6802755" h="70980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2755" h="70980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2755" h="70980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2755" h="70980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2755" h="70980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2755" h="70980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2755" h="70980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2755" h="70980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2755" h="70980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2755" h="70980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2755" h="70980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2291" y="6380565"/>
                  </a:lnTo>
                  <a:lnTo>
                    <a:pt x="6802291" y="6393265"/>
                  </a:lnTo>
                  <a:lnTo>
                    <a:pt x="6727171" y="6431365"/>
                  </a:lnTo>
                  <a:close/>
                </a:path>
                <a:path w="6802755" h="70980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2755" h="70980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2755" h="70980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2755" h="70980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2755" h="70980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2755" h="70980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2755" h="70980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2755" h="70980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2755" h="70980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2755" h="70980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2755" h="7098030">
                  <a:moveTo>
                    <a:pt x="6802291" y="6507565"/>
                  </a:moveTo>
                  <a:lnTo>
                    <a:pt x="6791998" y="6494865"/>
                  </a:lnTo>
                  <a:lnTo>
                    <a:pt x="6802291" y="6482165"/>
                  </a:lnTo>
                  <a:lnTo>
                    <a:pt x="6802291" y="6507565"/>
                  </a:lnTo>
                  <a:close/>
                </a:path>
                <a:path w="6802755" h="70980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2755" h="70980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2755" h="70980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2755" h="70980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2755" h="70980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2755" h="70980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2755" h="70980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2755" h="70980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2755" h="70980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2755" h="70980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2291" y="6685365"/>
                  </a:lnTo>
                  <a:lnTo>
                    <a:pt x="6802291" y="6736165"/>
                  </a:lnTo>
                  <a:lnTo>
                    <a:pt x="6748318" y="6761565"/>
                  </a:lnTo>
                  <a:close/>
                </a:path>
                <a:path w="6802755" h="70980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2755" h="70980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2755" h="70980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2755" h="70980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2755" h="70980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2755" h="70980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2755" h="70980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2755" h="70980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2755" h="70980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2755" h="70980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2755" h="70980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2755" h="70980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02755" h="70980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02755" h="70980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02755" h="7098030">
                  <a:moveTo>
                    <a:pt x="6490236" y="7091765"/>
                  </a:moveTo>
                  <a:lnTo>
                    <a:pt x="6412755" y="70917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90236" y="7091765"/>
                  </a:lnTo>
                  <a:close/>
                </a:path>
                <a:path w="6802755" h="70980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02291" y="7002865"/>
                  </a:lnTo>
                  <a:lnTo>
                    <a:pt x="6802291" y="7066365"/>
                  </a:lnTo>
                  <a:lnTo>
                    <a:pt x="6771514" y="7091765"/>
                  </a:lnTo>
                  <a:close/>
                </a:path>
                <a:path w="6802755" h="7098030">
                  <a:moveTo>
                    <a:pt x="6168849" y="7091765"/>
                  </a:moveTo>
                  <a:lnTo>
                    <a:pt x="6077936" y="7091765"/>
                  </a:lnTo>
                  <a:lnTo>
                    <a:pt x="6061879" y="7066365"/>
                  </a:lnTo>
                  <a:lnTo>
                    <a:pt x="6130065" y="7028265"/>
                  </a:lnTo>
                  <a:lnTo>
                    <a:pt x="6168849" y="7091765"/>
                  </a:lnTo>
                  <a:close/>
                </a:path>
                <a:path w="6802755" h="7098030">
                  <a:moveTo>
                    <a:pt x="6676348" y="7091765"/>
                  </a:moveTo>
                  <a:lnTo>
                    <a:pt x="6633023" y="7091765"/>
                  </a:lnTo>
                  <a:lnTo>
                    <a:pt x="6665515" y="7079065"/>
                  </a:lnTo>
                  <a:lnTo>
                    <a:pt x="6676348" y="7091765"/>
                  </a:lnTo>
                  <a:close/>
                </a:path>
                <a:path w="6802755" h="70980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2755" h="70980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2755" h="70980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2755" h="70980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2755" h="70980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2755" h="70980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2755" h="70980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2755" h="70980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2755" h="70980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2755" h="70980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2755" h="70980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2755" h="70980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2755" h="70980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2755" h="70980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2755" h="70980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2755" h="70980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2755" h="70980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2755" h="70980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2755" h="70980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2755" h="70980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2755" h="70980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2755" h="70980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2755" h="70980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2755" h="70980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2755" h="70980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2755" h="70980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2755" h="70980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2755" h="70980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2755" h="70980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2755" h="70980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2755" h="70980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2755" h="70980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2755" h="70980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2755" h="70980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2755" h="70980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2755" h="70980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2755" h="70980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2755" h="70980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2755" h="70980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2755" h="70980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2755" h="70980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2755" h="70980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2755" h="70980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2755" h="70980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2755" h="70980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2755" h="70980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2755" h="70980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2755" h="70980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2755" h="70980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2755" h="70980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2755" h="70980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2755" h="70980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2755" h="70980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2755" h="70980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2755" h="70980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2755" h="70980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2755" h="70980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2755" h="70980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2755" h="70980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2755" h="70980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2755" h="70980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2755" h="70980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2755" h="70980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2755" h="70980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2755" h="70980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2755" h="70980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2755" h="70980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2755" h="70980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2755" h="70980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2755" h="70980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2755" h="70980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2755" h="70980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2755" h="70980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2755" h="70980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2755" h="70980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2755" h="70980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2755" h="70980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2755" h="70980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2755" h="70980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2755" h="70980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2755" h="70980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2755" h="70980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2755" h="70980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2755" h="70980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2755" h="70980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2755" h="70980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2755" h="70980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2755" h="70980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2755" h="70980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2755" h="70980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2755" h="70980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2755" h="70980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2755" h="70980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2755" h="70980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2755" h="70980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2755" h="70980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2755" h="70980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2755" h="70980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2755" h="70980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2755" h="70980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2755" h="70980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2755" h="70980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2755" h="70980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2755" h="70980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2755" h="70980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2755" h="70980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2755" h="70980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2755" h="70980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2755" h="70980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2755" h="70980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2755" h="70980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2755" h="70980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2755" h="70980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2755" h="70980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2755" h="70980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2755" h="70980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2755" h="70980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2755" h="70980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2755" h="70980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2755" h="70980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2755" h="70980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2755" h="70980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2755" h="70980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2755" h="70980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2755" h="70980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2755" h="70980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2755" h="70980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2755" h="70980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2755" h="70980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2755" h="70980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2755" h="70980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2755" h="70980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2755" h="70980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2755" h="70980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2755" h="70980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2755" h="70980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2755" h="70980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2755" h="70980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2755" h="70980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2755" h="70980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2755" h="70980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2755" h="70980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2755" h="70980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2755" h="70980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2755" h="70980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2755" h="70980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2755" h="70980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2755" h="70980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2755" h="70980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2755" h="70980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2755" h="70980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2755" h="70980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2755" h="70980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2755" h="70980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2755" h="70980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2755" h="70980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2755" h="70980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2755" h="70980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2755" h="70980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2755" h="70980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2755" h="70980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2755" h="70980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2755" h="70980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2755" h="70980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2755" h="70980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2755" h="70980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2755" h="70980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2755" h="70980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2755" h="70980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2755" h="70980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2755" h="70980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2755" h="70980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2755" h="70980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2755" h="70980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2755" h="70980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2755" h="70980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2755" h="70980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2755" h="70980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2755" h="70980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2755" h="70980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2755" h="70980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2755" h="70980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2755" h="70980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2755" h="70980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2755" h="70980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2755" h="70980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2755" h="70980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2755" h="70980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2755" h="70980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2755" h="70980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2755" h="70980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2755" h="70980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2755" h="70980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2755" h="70980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2755" h="70980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2755" h="70980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2755" h="70980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2755" h="70980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2755" h="70980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2755" h="70980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2755" h="70980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2755" h="70980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2755" h="70980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2755" h="70980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2755" h="70980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2755" h="70980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2755" h="70980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2755" h="70980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2755" h="70980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2755" h="70980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2755" h="70980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2755" h="70980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2755" h="70980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2755" h="70980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2755" h="70980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2755" h="70980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2755" h="70980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2755" h="70980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2755" h="70980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2755" h="70980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0" y="3937566"/>
              <a:ext cx="2343149" cy="19049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-3" y="0"/>
            <a:ext cx="6655434" cy="6988809"/>
          </a:xfrm>
          <a:custGeom>
            <a:avLst/>
            <a:gdLst/>
            <a:ahLst/>
            <a:cxnLst/>
            <a:rect l="l" t="t" r="r" b="b"/>
            <a:pathLst>
              <a:path w="6655434" h="6988809">
                <a:moveTo>
                  <a:pt x="6653482" y="26358"/>
                </a:moveTo>
                <a:lnTo>
                  <a:pt x="6654840" y="26358"/>
                </a:lnTo>
                <a:lnTo>
                  <a:pt x="6655087" y="26784"/>
                </a:lnTo>
                <a:lnTo>
                  <a:pt x="6653727" y="26784"/>
                </a:lnTo>
                <a:lnTo>
                  <a:pt x="6653482" y="26358"/>
                </a:lnTo>
                <a:close/>
              </a:path>
              <a:path w="6655434" h="6988809">
                <a:moveTo>
                  <a:pt x="6524958" y="99886"/>
                </a:moveTo>
                <a:lnTo>
                  <a:pt x="6526130" y="101918"/>
                </a:lnTo>
                <a:lnTo>
                  <a:pt x="6524093" y="103097"/>
                </a:lnTo>
                <a:lnTo>
                  <a:pt x="6522920" y="101065"/>
                </a:lnTo>
                <a:lnTo>
                  <a:pt x="6524958" y="99886"/>
                </a:lnTo>
                <a:close/>
              </a:path>
              <a:path w="6655434" h="6988809">
                <a:moveTo>
                  <a:pt x="6598641" y="231040"/>
                </a:moveTo>
                <a:lnTo>
                  <a:pt x="6600000" y="231040"/>
                </a:lnTo>
                <a:lnTo>
                  <a:pt x="6600246" y="231467"/>
                </a:lnTo>
                <a:lnTo>
                  <a:pt x="6598887" y="231467"/>
                </a:lnTo>
                <a:lnTo>
                  <a:pt x="6598641" y="231040"/>
                </a:lnTo>
                <a:close/>
              </a:path>
              <a:path w="6655434" h="6988809">
                <a:moveTo>
                  <a:pt x="6320493" y="44239"/>
                </a:moveTo>
                <a:lnTo>
                  <a:pt x="6322259" y="47290"/>
                </a:lnTo>
                <a:lnTo>
                  <a:pt x="6319202" y="49055"/>
                </a:lnTo>
                <a:lnTo>
                  <a:pt x="6317437" y="46004"/>
                </a:lnTo>
                <a:lnTo>
                  <a:pt x="6320493" y="44239"/>
                </a:lnTo>
                <a:close/>
              </a:path>
              <a:path w="6655434" h="6988809">
                <a:moveTo>
                  <a:pt x="6395302" y="174398"/>
                </a:moveTo>
                <a:lnTo>
                  <a:pt x="6396771" y="176945"/>
                </a:lnTo>
                <a:lnTo>
                  <a:pt x="6394224" y="178414"/>
                </a:lnTo>
                <a:lnTo>
                  <a:pt x="6392755" y="175867"/>
                </a:lnTo>
                <a:lnTo>
                  <a:pt x="6395302" y="174398"/>
                </a:lnTo>
                <a:close/>
              </a:path>
              <a:path w="6655434" h="6988809">
                <a:moveTo>
                  <a:pt x="6470109" y="304563"/>
                </a:moveTo>
                <a:lnTo>
                  <a:pt x="6471283" y="306595"/>
                </a:lnTo>
                <a:lnTo>
                  <a:pt x="6469245" y="307774"/>
                </a:lnTo>
                <a:lnTo>
                  <a:pt x="6468073" y="305736"/>
                </a:lnTo>
                <a:lnTo>
                  <a:pt x="6470109" y="304563"/>
                </a:lnTo>
                <a:close/>
              </a:path>
              <a:path w="6655434" h="6988809">
                <a:moveTo>
                  <a:pt x="6544924" y="434722"/>
                </a:moveTo>
                <a:lnTo>
                  <a:pt x="6545801" y="436245"/>
                </a:lnTo>
                <a:lnTo>
                  <a:pt x="6544273" y="437128"/>
                </a:lnTo>
                <a:lnTo>
                  <a:pt x="6543396" y="435605"/>
                </a:lnTo>
                <a:lnTo>
                  <a:pt x="6544924" y="434722"/>
                </a:lnTo>
                <a:close/>
              </a:path>
              <a:path w="6655434" h="6988809">
                <a:moveTo>
                  <a:pt x="6190945" y="118348"/>
                </a:moveTo>
                <a:lnTo>
                  <a:pt x="6193296" y="122423"/>
                </a:lnTo>
                <a:lnTo>
                  <a:pt x="6189227" y="124774"/>
                </a:lnTo>
                <a:lnTo>
                  <a:pt x="6186875" y="120699"/>
                </a:lnTo>
                <a:lnTo>
                  <a:pt x="6190945" y="118348"/>
                </a:lnTo>
                <a:close/>
              </a:path>
              <a:path w="6655434" h="6988809">
                <a:moveTo>
                  <a:pt x="6265753" y="248519"/>
                </a:moveTo>
                <a:lnTo>
                  <a:pt x="6267808" y="252078"/>
                </a:lnTo>
                <a:lnTo>
                  <a:pt x="6264248" y="254133"/>
                </a:lnTo>
                <a:lnTo>
                  <a:pt x="6262193" y="250574"/>
                </a:lnTo>
                <a:lnTo>
                  <a:pt x="6265753" y="248519"/>
                </a:lnTo>
                <a:close/>
              </a:path>
              <a:path w="6655434" h="6988809">
                <a:moveTo>
                  <a:pt x="6340566" y="378672"/>
                </a:moveTo>
                <a:lnTo>
                  <a:pt x="6342326" y="381728"/>
                </a:lnTo>
                <a:lnTo>
                  <a:pt x="6339276" y="383487"/>
                </a:lnTo>
                <a:lnTo>
                  <a:pt x="6337517" y="380437"/>
                </a:lnTo>
                <a:lnTo>
                  <a:pt x="6340566" y="378672"/>
                </a:lnTo>
                <a:close/>
              </a:path>
              <a:path w="6655434" h="6988809">
                <a:moveTo>
                  <a:pt x="6415269" y="509234"/>
                </a:moveTo>
                <a:lnTo>
                  <a:pt x="6416447" y="511272"/>
                </a:lnTo>
                <a:lnTo>
                  <a:pt x="6414410" y="512450"/>
                </a:lnTo>
                <a:lnTo>
                  <a:pt x="6413231" y="510413"/>
                </a:lnTo>
                <a:lnTo>
                  <a:pt x="6415269" y="509234"/>
                </a:lnTo>
                <a:close/>
              </a:path>
              <a:path w="6655434" h="6988809">
                <a:moveTo>
                  <a:pt x="6490077" y="639399"/>
                </a:moveTo>
                <a:lnTo>
                  <a:pt x="6490959" y="640927"/>
                </a:lnTo>
                <a:lnTo>
                  <a:pt x="6489431" y="641810"/>
                </a:lnTo>
                <a:lnTo>
                  <a:pt x="6488549" y="640281"/>
                </a:lnTo>
                <a:lnTo>
                  <a:pt x="6490077" y="639399"/>
                </a:lnTo>
                <a:close/>
              </a:path>
              <a:path w="6655434" h="6988809">
                <a:moveTo>
                  <a:pt x="5986594" y="62304"/>
                </a:moveTo>
                <a:lnTo>
                  <a:pt x="5989821" y="67901"/>
                </a:lnTo>
                <a:lnTo>
                  <a:pt x="5984230" y="71135"/>
                </a:lnTo>
                <a:lnTo>
                  <a:pt x="5980996" y="65538"/>
                </a:lnTo>
                <a:lnTo>
                  <a:pt x="5986594" y="62304"/>
                </a:lnTo>
                <a:close/>
              </a:path>
              <a:path w="6655434" h="6988809">
                <a:moveTo>
                  <a:pt x="6061401" y="192469"/>
                </a:moveTo>
                <a:lnTo>
                  <a:pt x="6064339" y="197557"/>
                </a:lnTo>
                <a:lnTo>
                  <a:pt x="6059251" y="200494"/>
                </a:lnTo>
                <a:lnTo>
                  <a:pt x="6056314" y="195407"/>
                </a:lnTo>
                <a:lnTo>
                  <a:pt x="6061401" y="192469"/>
                </a:lnTo>
                <a:close/>
              </a:path>
              <a:path w="6655434" h="6988809">
                <a:moveTo>
                  <a:pt x="6136103" y="323031"/>
                </a:moveTo>
                <a:lnTo>
                  <a:pt x="6138455" y="327100"/>
                </a:lnTo>
                <a:lnTo>
                  <a:pt x="6134385" y="329451"/>
                </a:lnTo>
                <a:lnTo>
                  <a:pt x="6132034" y="325376"/>
                </a:lnTo>
                <a:lnTo>
                  <a:pt x="6136103" y="323031"/>
                </a:lnTo>
                <a:close/>
              </a:path>
              <a:path w="6655434" h="6988809">
                <a:moveTo>
                  <a:pt x="6210917" y="453190"/>
                </a:moveTo>
                <a:lnTo>
                  <a:pt x="6212973" y="456749"/>
                </a:lnTo>
                <a:lnTo>
                  <a:pt x="6209407" y="458811"/>
                </a:lnTo>
                <a:lnTo>
                  <a:pt x="6207352" y="455251"/>
                </a:lnTo>
                <a:lnTo>
                  <a:pt x="6210917" y="453190"/>
                </a:lnTo>
                <a:close/>
              </a:path>
              <a:path w="6655434" h="6988809">
                <a:moveTo>
                  <a:pt x="6285726" y="583355"/>
                </a:moveTo>
                <a:lnTo>
                  <a:pt x="6287485" y="586405"/>
                </a:lnTo>
                <a:lnTo>
                  <a:pt x="6284434" y="588171"/>
                </a:lnTo>
                <a:lnTo>
                  <a:pt x="6282669" y="585114"/>
                </a:lnTo>
                <a:lnTo>
                  <a:pt x="6285726" y="583355"/>
                </a:lnTo>
                <a:close/>
              </a:path>
              <a:path w="6655434" h="6988809">
                <a:moveTo>
                  <a:pt x="6360528" y="713514"/>
                </a:moveTo>
                <a:lnTo>
                  <a:pt x="6361997" y="716061"/>
                </a:lnTo>
                <a:lnTo>
                  <a:pt x="6359456" y="717530"/>
                </a:lnTo>
                <a:lnTo>
                  <a:pt x="6357987" y="714983"/>
                </a:lnTo>
                <a:lnTo>
                  <a:pt x="6360528" y="713514"/>
                </a:lnTo>
                <a:close/>
              </a:path>
              <a:path w="6655434" h="6988809">
                <a:moveTo>
                  <a:pt x="6435235" y="844076"/>
                </a:moveTo>
                <a:lnTo>
                  <a:pt x="6436118" y="845604"/>
                </a:lnTo>
                <a:lnTo>
                  <a:pt x="6434589" y="846487"/>
                </a:lnTo>
                <a:lnTo>
                  <a:pt x="6433707" y="844958"/>
                </a:lnTo>
                <a:lnTo>
                  <a:pt x="6435235" y="844076"/>
                </a:lnTo>
                <a:close/>
              </a:path>
              <a:path w="6655434" h="6988809">
                <a:moveTo>
                  <a:pt x="6509025" y="974827"/>
                </a:moveTo>
                <a:lnTo>
                  <a:pt x="6510389" y="974827"/>
                </a:lnTo>
                <a:lnTo>
                  <a:pt x="6510636" y="975254"/>
                </a:lnTo>
                <a:lnTo>
                  <a:pt x="6509270" y="975254"/>
                </a:lnTo>
                <a:lnTo>
                  <a:pt x="6509025" y="974827"/>
                </a:lnTo>
                <a:close/>
              </a:path>
              <a:path w="6655434" h="6988809">
                <a:moveTo>
                  <a:pt x="5782348" y="5857"/>
                </a:moveTo>
                <a:lnTo>
                  <a:pt x="5786755" y="13491"/>
                </a:lnTo>
                <a:lnTo>
                  <a:pt x="5779120" y="17898"/>
                </a:lnTo>
                <a:lnTo>
                  <a:pt x="5774713" y="10264"/>
                </a:lnTo>
                <a:lnTo>
                  <a:pt x="5782348" y="5857"/>
                </a:lnTo>
                <a:close/>
              </a:path>
              <a:path w="6655434" h="6988809">
                <a:moveTo>
                  <a:pt x="5857044" y="136425"/>
                </a:moveTo>
                <a:lnTo>
                  <a:pt x="5860864" y="143035"/>
                </a:lnTo>
                <a:lnTo>
                  <a:pt x="5854254" y="146855"/>
                </a:lnTo>
                <a:lnTo>
                  <a:pt x="5850433" y="140239"/>
                </a:lnTo>
                <a:lnTo>
                  <a:pt x="5857044" y="136425"/>
                </a:lnTo>
                <a:close/>
              </a:path>
              <a:path w="6655434" h="6988809">
                <a:moveTo>
                  <a:pt x="5931858" y="266578"/>
                </a:moveTo>
                <a:lnTo>
                  <a:pt x="5935382" y="272685"/>
                </a:lnTo>
                <a:lnTo>
                  <a:pt x="5929270" y="276215"/>
                </a:lnTo>
                <a:lnTo>
                  <a:pt x="5925745" y="270108"/>
                </a:lnTo>
                <a:lnTo>
                  <a:pt x="5931858" y="266578"/>
                </a:lnTo>
                <a:close/>
              </a:path>
              <a:path w="6655434" h="6988809">
                <a:moveTo>
                  <a:pt x="6006560" y="397146"/>
                </a:moveTo>
                <a:lnTo>
                  <a:pt x="6009497" y="402234"/>
                </a:lnTo>
                <a:lnTo>
                  <a:pt x="6004410" y="405172"/>
                </a:lnTo>
                <a:lnTo>
                  <a:pt x="6001472" y="400084"/>
                </a:lnTo>
                <a:lnTo>
                  <a:pt x="6006560" y="397146"/>
                </a:lnTo>
                <a:close/>
              </a:path>
              <a:path w="6655434" h="6988809">
                <a:moveTo>
                  <a:pt x="6081368" y="527306"/>
                </a:moveTo>
                <a:lnTo>
                  <a:pt x="6084009" y="531884"/>
                </a:lnTo>
                <a:lnTo>
                  <a:pt x="6079431" y="534532"/>
                </a:lnTo>
                <a:lnTo>
                  <a:pt x="6076783" y="529947"/>
                </a:lnTo>
                <a:lnTo>
                  <a:pt x="6081368" y="527306"/>
                </a:lnTo>
                <a:close/>
              </a:path>
              <a:path w="6655434" h="6988809">
                <a:moveTo>
                  <a:pt x="6156069" y="657867"/>
                </a:moveTo>
                <a:lnTo>
                  <a:pt x="6158131" y="661433"/>
                </a:lnTo>
                <a:lnTo>
                  <a:pt x="6154565" y="663488"/>
                </a:lnTo>
                <a:lnTo>
                  <a:pt x="6152504" y="659922"/>
                </a:lnTo>
                <a:lnTo>
                  <a:pt x="6156069" y="657867"/>
                </a:lnTo>
                <a:close/>
              </a:path>
              <a:path w="6655434" h="6988809">
                <a:moveTo>
                  <a:pt x="6230877" y="788032"/>
                </a:moveTo>
                <a:lnTo>
                  <a:pt x="6232642" y="791083"/>
                </a:lnTo>
                <a:lnTo>
                  <a:pt x="6229592" y="792848"/>
                </a:lnTo>
                <a:lnTo>
                  <a:pt x="6227827" y="789798"/>
                </a:lnTo>
                <a:lnTo>
                  <a:pt x="6230877" y="788032"/>
                </a:lnTo>
                <a:close/>
              </a:path>
              <a:path w="6655434" h="6988809">
                <a:moveTo>
                  <a:pt x="6305692" y="918191"/>
                </a:moveTo>
                <a:lnTo>
                  <a:pt x="6307161" y="920732"/>
                </a:lnTo>
                <a:lnTo>
                  <a:pt x="6304614" y="922202"/>
                </a:lnTo>
                <a:lnTo>
                  <a:pt x="6303145" y="919661"/>
                </a:lnTo>
                <a:lnTo>
                  <a:pt x="6305692" y="918191"/>
                </a:lnTo>
                <a:close/>
              </a:path>
              <a:path w="6655434" h="6988809">
                <a:moveTo>
                  <a:pt x="6380387" y="1048753"/>
                </a:moveTo>
                <a:lnTo>
                  <a:pt x="6381270" y="1050287"/>
                </a:lnTo>
                <a:lnTo>
                  <a:pt x="6379748" y="1051164"/>
                </a:lnTo>
                <a:lnTo>
                  <a:pt x="6378865" y="1049636"/>
                </a:lnTo>
                <a:lnTo>
                  <a:pt x="6380387" y="1048753"/>
                </a:lnTo>
                <a:close/>
              </a:path>
              <a:path w="6655434" h="6988809">
                <a:moveTo>
                  <a:pt x="6454177" y="1179505"/>
                </a:moveTo>
                <a:lnTo>
                  <a:pt x="6455541" y="1179505"/>
                </a:lnTo>
                <a:lnTo>
                  <a:pt x="6455788" y="1179937"/>
                </a:lnTo>
                <a:lnTo>
                  <a:pt x="6454428" y="1179937"/>
                </a:lnTo>
                <a:lnTo>
                  <a:pt x="6454177" y="1179505"/>
                </a:lnTo>
                <a:close/>
              </a:path>
              <a:path w="6655434" h="6988809">
                <a:moveTo>
                  <a:pt x="5652692" y="80375"/>
                </a:moveTo>
                <a:lnTo>
                  <a:pt x="5657390" y="88513"/>
                </a:lnTo>
                <a:lnTo>
                  <a:pt x="5649251" y="93216"/>
                </a:lnTo>
                <a:lnTo>
                  <a:pt x="5644548" y="85072"/>
                </a:lnTo>
                <a:lnTo>
                  <a:pt x="5652692" y="80375"/>
                </a:lnTo>
                <a:close/>
              </a:path>
              <a:path w="6655434" h="6988809">
                <a:moveTo>
                  <a:pt x="5727501" y="210534"/>
                </a:moveTo>
                <a:lnTo>
                  <a:pt x="5731907" y="218163"/>
                </a:lnTo>
                <a:lnTo>
                  <a:pt x="5724272" y="222570"/>
                </a:lnTo>
                <a:lnTo>
                  <a:pt x="5719866" y="214941"/>
                </a:lnTo>
                <a:lnTo>
                  <a:pt x="5727501" y="210534"/>
                </a:lnTo>
                <a:close/>
              </a:path>
              <a:path w="6655434" h="6988809">
                <a:moveTo>
                  <a:pt x="5802309" y="340699"/>
                </a:moveTo>
                <a:lnTo>
                  <a:pt x="5806425" y="347825"/>
                </a:lnTo>
                <a:lnTo>
                  <a:pt x="5799300" y="351936"/>
                </a:lnTo>
                <a:lnTo>
                  <a:pt x="5795183" y="344810"/>
                </a:lnTo>
                <a:lnTo>
                  <a:pt x="5802309" y="340699"/>
                </a:lnTo>
                <a:close/>
              </a:path>
              <a:path w="6655434" h="6988809">
                <a:moveTo>
                  <a:pt x="5877016" y="471261"/>
                </a:moveTo>
                <a:lnTo>
                  <a:pt x="5880540" y="477362"/>
                </a:lnTo>
                <a:lnTo>
                  <a:pt x="5874434" y="480886"/>
                </a:lnTo>
                <a:lnTo>
                  <a:pt x="5870909" y="474785"/>
                </a:lnTo>
                <a:lnTo>
                  <a:pt x="5877016" y="471261"/>
                </a:lnTo>
                <a:close/>
              </a:path>
              <a:path w="6655434" h="6988809">
                <a:moveTo>
                  <a:pt x="5951718" y="601823"/>
                </a:moveTo>
                <a:lnTo>
                  <a:pt x="5954656" y="606910"/>
                </a:lnTo>
                <a:lnTo>
                  <a:pt x="5949568" y="609848"/>
                </a:lnTo>
                <a:lnTo>
                  <a:pt x="5946630" y="604761"/>
                </a:lnTo>
                <a:lnTo>
                  <a:pt x="5951718" y="601823"/>
                </a:lnTo>
                <a:close/>
              </a:path>
              <a:path w="6655434" h="6988809">
                <a:moveTo>
                  <a:pt x="6026520" y="731982"/>
                </a:moveTo>
                <a:lnTo>
                  <a:pt x="6029168" y="736566"/>
                </a:lnTo>
                <a:lnTo>
                  <a:pt x="6024589" y="739208"/>
                </a:lnTo>
                <a:lnTo>
                  <a:pt x="6021942" y="734629"/>
                </a:lnTo>
                <a:lnTo>
                  <a:pt x="6026520" y="731982"/>
                </a:lnTo>
                <a:close/>
              </a:path>
              <a:path w="6655434" h="6988809">
                <a:moveTo>
                  <a:pt x="6101334" y="862141"/>
                </a:moveTo>
                <a:lnTo>
                  <a:pt x="6103686" y="866216"/>
                </a:lnTo>
                <a:lnTo>
                  <a:pt x="6099611" y="868567"/>
                </a:lnTo>
                <a:lnTo>
                  <a:pt x="6097259" y="864492"/>
                </a:lnTo>
                <a:lnTo>
                  <a:pt x="6101334" y="862141"/>
                </a:lnTo>
                <a:close/>
              </a:path>
              <a:path w="6655434" h="6988809">
                <a:moveTo>
                  <a:pt x="6176030" y="992709"/>
                </a:moveTo>
                <a:lnTo>
                  <a:pt x="6177795" y="995766"/>
                </a:lnTo>
                <a:lnTo>
                  <a:pt x="6174745" y="997525"/>
                </a:lnTo>
                <a:lnTo>
                  <a:pt x="6172980" y="994468"/>
                </a:lnTo>
                <a:lnTo>
                  <a:pt x="6176030" y="992709"/>
                </a:lnTo>
                <a:close/>
              </a:path>
              <a:path w="6655434" h="6988809">
                <a:moveTo>
                  <a:pt x="6250850" y="1122868"/>
                </a:moveTo>
                <a:lnTo>
                  <a:pt x="6252319" y="1125415"/>
                </a:lnTo>
                <a:lnTo>
                  <a:pt x="6249772" y="1126884"/>
                </a:lnTo>
                <a:lnTo>
                  <a:pt x="6248303" y="1124338"/>
                </a:lnTo>
                <a:lnTo>
                  <a:pt x="6250850" y="1122868"/>
                </a:lnTo>
                <a:close/>
              </a:path>
              <a:path w="6655434" h="6988809">
                <a:moveTo>
                  <a:pt x="6325552" y="1253430"/>
                </a:moveTo>
                <a:lnTo>
                  <a:pt x="6326428" y="1254953"/>
                </a:lnTo>
                <a:lnTo>
                  <a:pt x="6324900" y="1255835"/>
                </a:lnTo>
                <a:lnTo>
                  <a:pt x="6324023" y="1254313"/>
                </a:lnTo>
                <a:lnTo>
                  <a:pt x="6325552" y="1253430"/>
                </a:lnTo>
                <a:close/>
              </a:path>
              <a:path w="6655434" h="6988809">
                <a:moveTo>
                  <a:pt x="6399341" y="1384182"/>
                </a:moveTo>
                <a:lnTo>
                  <a:pt x="6400695" y="1384182"/>
                </a:lnTo>
                <a:lnTo>
                  <a:pt x="6400946" y="1384614"/>
                </a:lnTo>
                <a:lnTo>
                  <a:pt x="6399592" y="1384614"/>
                </a:lnTo>
                <a:lnTo>
                  <a:pt x="6399341" y="1384182"/>
                </a:lnTo>
                <a:close/>
              </a:path>
              <a:path w="6655434" h="6988809">
                <a:moveTo>
                  <a:pt x="5448447" y="23922"/>
                </a:moveTo>
                <a:lnTo>
                  <a:pt x="5454323" y="34104"/>
                </a:lnTo>
                <a:lnTo>
                  <a:pt x="5444141" y="39980"/>
                </a:lnTo>
                <a:lnTo>
                  <a:pt x="5438266" y="29798"/>
                </a:lnTo>
                <a:lnTo>
                  <a:pt x="5448447" y="23922"/>
                </a:lnTo>
                <a:close/>
              </a:path>
              <a:path w="6655434" h="6988809">
                <a:moveTo>
                  <a:pt x="5523149" y="154490"/>
                </a:moveTo>
                <a:lnTo>
                  <a:pt x="5528438" y="163647"/>
                </a:lnTo>
                <a:lnTo>
                  <a:pt x="5519275" y="168936"/>
                </a:lnTo>
                <a:lnTo>
                  <a:pt x="5513986" y="159779"/>
                </a:lnTo>
                <a:lnTo>
                  <a:pt x="5523149" y="154490"/>
                </a:lnTo>
                <a:close/>
              </a:path>
              <a:path w="6655434" h="6988809">
                <a:moveTo>
                  <a:pt x="5597951" y="284649"/>
                </a:moveTo>
                <a:lnTo>
                  <a:pt x="5602950" y="293303"/>
                </a:lnTo>
                <a:lnTo>
                  <a:pt x="5594303" y="298296"/>
                </a:lnTo>
                <a:lnTo>
                  <a:pt x="5589304" y="289642"/>
                </a:lnTo>
                <a:lnTo>
                  <a:pt x="5597951" y="284649"/>
                </a:lnTo>
                <a:close/>
              </a:path>
              <a:path w="6655434" h="6988809">
                <a:moveTo>
                  <a:pt x="5672659" y="415211"/>
                </a:moveTo>
                <a:lnTo>
                  <a:pt x="5677065" y="422846"/>
                </a:lnTo>
                <a:lnTo>
                  <a:pt x="5669431" y="427253"/>
                </a:lnTo>
                <a:lnTo>
                  <a:pt x="5665024" y="419618"/>
                </a:lnTo>
                <a:lnTo>
                  <a:pt x="5672659" y="415211"/>
                </a:lnTo>
                <a:close/>
              </a:path>
              <a:path w="6655434" h="6988809">
                <a:moveTo>
                  <a:pt x="5747467" y="545376"/>
                </a:moveTo>
                <a:lnTo>
                  <a:pt x="5751577" y="552495"/>
                </a:lnTo>
                <a:lnTo>
                  <a:pt x="5744458" y="556606"/>
                </a:lnTo>
                <a:lnTo>
                  <a:pt x="5740347" y="549487"/>
                </a:lnTo>
                <a:lnTo>
                  <a:pt x="5747467" y="545376"/>
                </a:lnTo>
                <a:close/>
              </a:path>
              <a:path w="6655434" h="6988809">
                <a:moveTo>
                  <a:pt x="5822169" y="675938"/>
                </a:moveTo>
                <a:lnTo>
                  <a:pt x="5825693" y="682044"/>
                </a:lnTo>
                <a:lnTo>
                  <a:pt x="5819592" y="685569"/>
                </a:lnTo>
                <a:lnTo>
                  <a:pt x="5816068" y="679462"/>
                </a:lnTo>
                <a:lnTo>
                  <a:pt x="5822169" y="675938"/>
                </a:lnTo>
                <a:close/>
              </a:path>
              <a:path w="6655434" h="6988809">
                <a:moveTo>
                  <a:pt x="5896870" y="806500"/>
                </a:moveTo>
                <a:lnTo>
                  <a:pt x="5899808" y="811587"/>
                </a:lnTo>
                <a:lnTo>
                  <a:pt x="5894720" y="814525"/>
                </a:lnTo>
                <a:lnTo>
                  <a:pt x="5891782" y="809437"/>
                </a:lnTo>
                <a:lnTo>
                  <a:pt x="5896870" y="806500"/>
                </a:lnTo>
                <a:close/>
              </a:path>
              <a:path w="6655434" h="6988809">
                <a:moveTo>
                  <a:pt x="5971679" y="936665"/>
                </a:moveTo>
                <a:lnTo>
                  <a:pt x="5974326" y="941243"/>
                </a:lnTo>
                <a:lnTo>
                  <a:pt x="5969748" y="943885"/>
                </a:lnTo>
                <a:lnTo>
                  <a:pt x="5967106" y="939306"/>
                </a:lnTo>
                <a:lnTo>
                  <a:pt x="5971679" y="936665"/>
                </a:lnTo>
                <a:close/>
              </a:path>
              <a:path w="6655434" h="6988809">
                <a:moveTo>
                  <a:pt x="6046493" y="1066818"/>
                </a:moveTo>
                <a:lnTo>
                  <a:pt x="6048844" y="1070893"/>
                </a:lnTo>
                <a:lnTo>
                  <a:pt x="6044769" y="1073244"/>
                </a:lnTo>
                <a:lnTo>
                  <a:pt x="6042418" y="1069169"/>
                </a:lnTo>
                <a:lnTo>
                  <a:pt x="6046493" y="1066818"/>
                </a:lnTo>
                <a:close/>
              </a:path>
              <a:path w="6655434" h="6988809">
                <a:moveTo>
                  <a:pt x="6121194" y="1197380"/>
                </a:moveTo>
                <a:lnTo>
                  <a:pt x="6122953" y="1200436"/>
                </a:lnTo>
                <a:lnTo>
                  <a:pt x="6119897" y="1202202"/>
                </a:lnTo>
                <a:lnTo>
                  <a:pt x="6118138" y="1199145"/>
                </a:lnTo>
                <a:lnTo>
                  <a:pt x="6121194" y="1197380"/>
                </a:lnTo>
                <a:close/>
              </a:path>
              <a:path w="6655434" h="6988809">
                <a:moveTo>
                  <a:pt x="6196002" y="1327551"/>
                </a:moveTo>
                <a:lnTo>
                  <a:pt x="6197471" y="1330092"/>
                </a:lnTo>
                <a:lnTo>
                  <a:pt x="6194930" y="1331561"/>
                </a:lnTo>
                <a:lnTo>
                  <a:pt x="6193461" y="1329020"/>
                </a:lnTo>
                <a:lnTo>
                  <a:pt x="6196002" y="1327551"/>
                </a:lnTo>
                <a:close/>
              </a:path>
              <a:path w="6655434" h="6988809">
                <a:moveTo>
                  <a:pt x="6270704" y="1458112"/>
                </a:moveTo>
                <a:lnTo>
                  <a:pt x="6271587" y="1459635"/>
                </a:lnTo>
                <a:lnTo>
                  <a:pt x="6270058" y="1460517"/>
                </a:lnTo>
                <a:lnTo>
                  <a:pt x="6269176" y="1458995"/>
                </a:lnTo>
                <a:lnTo>
                  <a:pt x="6270704" y="1458112"/>
                </a:lnTo>
                <a:close/>
              </a:path>
              <a:path w="6655434" h="6988809">
                <a:moveTo>
                  <a:pt x="6344499" y="1588858"/>
                </a:moveTo>
                <a:lnTo>
                  <a:pt x="6345852" y="1588858"/>
                </a:lnTo>
                <a:lnTo>
                  <a:pt x="6346099" y="1589284"/>
                </a:lnTo>
                <a:lnTo>
                  <a:pt x="6344746" y="1589284"/>
                </a:lnTo>
                <a:lnTo>
                  <a:pt x="6344499" y="1588858"/>
                </a:lnTo>
                <a:close/>
              </a:path>
              <a:path w="6655434" h="6988809">
                <a:moveTo>
                  <a:pt x="5319005" y="97633"/>
                </a:moveTo>
                <a:lnTo>
                  <a:pt x="5325763" y="109343"/>
                </a:lnTo>
                <a:lnTo>
                  <a:pt x="5314059" y="116101"/>
                </a:lnTo>
                <a:lnTo>
                  <a:pt x="5307301" y="104392"/>
                </a:lnTo>
                <a:lnTo>
                  <a:pt x="5319005" y="97633"/>
                </a:lnTo>
                <a:close/>
              </a:path>
              <a:path w="6655434" h="6988809">
                <a:moveTo>
                  <a:pt x="5393600" y="228604"/>
                </a:moveTo>
                <a:lnTo>
                  <a:pt x="5399475" y="238780"/>
                </a:lnTo>
                <a:lnTo>
                  <a:pt x="5389299" y="244655"/>
                </a:lnTo>
                <a:lnTo>
                  <a:pt x="5383424" y="234480"/>
                </a:lnTo>
                <a:lnTo>
                  <a:pt x="5393600" y="228604"/>
                </a:lnTo>
                <a:close/>
              </a:path>
              <a:path w="6655434" h="6988809">
                <a:moveTo>
                  <a:pt x="5468301" y="359166"/>
                </a:moveTo>
                <a:lnTo>
                  <a:pt x="5473591" y="368323"/>
                </a:lnTo>
                <a:lnTo>
                  <a:pt x="5464428" y="373612"/>
                </a:lnTo>
                <a:lnTo>
                  <a:pt x="5459144" y="364455"/>
                </a:lnTo>
                <a:lnTo>
                  <a:pt x="5468301" y="359166"/>
                </a:lnTo>
                <a:close/>
              </a:path>
              <a:path w="6655434" h="6988809">
                <a:moveTo>
                  <a:pt x="5543116" y="489325"/>
                </a:moveTo>
                <a:lnTo>
                  <a:pt x="5548109" y="497973"/>
                </a:lnTo>
                <a:lnTo>
                  <a:pt x="5539455" y="502965"/>
                </a:lnTo>
                <a:lnTo>
                  <a:pt x="5534462" y="494318"/>
                </a:lnTo>
                <a:lnTo>
                  <a:pt x="5543116" y="489325"/>
                </a:lnTo>
                <a:close/>
              </a:path>
              <a:path w="6655434" h="6988809">
                <a:moveTo>
                  <a:pt x="5617924" y="619485"/>
                </a:moveTo>
                <a:lnTo>
                  <a:pt x="5622627" y="627628"/>
                </a:lnTo>
                <a:lnTo>
                  <a:pt x="5614482" y="632332"/>
                </a:lnTo>
                <a:lnTo>
                  <a:pt x="5609779" y="624182"/>
                </a:lnTo>
                <a:lnTo>
                  <a:pt x="5617924" y="619485"/>
                </a:lnTo>
                <a:close/>
              </a:path>
              <a:path w="6655434" h="6988809">
                <a:moveTo>
                  <a:pt x="5692625" y="750047"/>
                </a:moveTo>
                <a:lnTo>
                  <a:pt x="5696736" y="757172"/>
                </a:lnTo>
                <a:lnTo>
                  <a:pt x="5689616" y="761282"/>
                </a:lnTo>
                <a:lnTo>
                  <a:pt x="5685500" y="754163"/>
                </a:lnTo>
                <a:lnTo>
                  <a:pt x="5692625" y="750047"/>
                </a:lnTo>
                <a:close/>
              </a:path>
              <a:path w="6655434" h="6988809">
                <a:moveTo>
                  <a:pt x="5767433" y="880211"/>
                </a:moveTo>
                <a:lnTo>
                  <a:pt x="5771254" y="886827"/>
                </a:lnTo>
                <a:lnTo>
                  <a:pt x="5764632" y="890648"/>
                </a:lnTo>
                <a:lnTo>
                  <a:pt x="5760817" y="884032"/>
                </a:lnTo>
                <a:lnTo>
                  <a:pt x="5767433" y="880211"/>
                </a:lnTo>
                <a:close/>
              </a:path>
              <a:path w="6655434" h="6988809">
                <a:moveTo>
                  <a:pt x="5842135" y="1010773"/>
                </a:moveTo>
                <a:lnTo>
                  <a:pt x="5845369" y="1016370"/>
                </a:lnTo>
                <a:lnTo>
                  <a:pt x="5839772" y="1019604"/>
                </a:lnTo>
                <a:lnTo>
                  <a:pt x="5836544" y="1014007"/>
                </a:lnTo>
                <a:lnTo>
                  <a:pt x="5842135" y="1010773"/>
                </a:lnTo>
                <a:close/>
              </a:path>
              <a:path w="6655434" h="6988809">
                <a:moveTo>
                  <a:pt x="5916843" y="1141335"/>
                </a:moveTo>
                <a:lnTo>
                  <a:pt x="5919484" y="1145913"/>
                </a:lnTo>
                <a:lnTo>
                  <a:pt x="5914900" y="1148555"/>
                </a:lnTo>
                <a:lnTo>
                  <a:pt x="5912258" y="1143983"/>
                </a:lnTo>
                <a:lnTo>
                  <a:pt x="5916843" y="1141335"/>
                </a:lnTo>
                <a:close/>
              </a:path>
              <a:path w="6655434" h="6988809">
                <a:moveTo>
                  <a:pt x="5991645" y="1271500"/>
                </a:moveTo>
                <a:lnTo>
                  <a:pt x="5993997" y="1275569"/>
                </a:lnTo>
                <a:lnTo>
                  <a:pt x="5989927" y="1277920"/>
                </a:lnTo>
                <a:lnTo>
                  <a:pt x="5987576" y="1273851"/>
                </a:lnTo>
                <a:lnTo>
                  <a:pt x="5991645" y="1271500"/>
                </a:lnTo>
                <a:close/>
              </a:path>
              <a:path w="6655434" h="6988809">
                <a:moveTo>
                  <a:pt x="6066353" y="1402062"/>
                </a:moveTo>
                <a:lnTo>
                  <a:pt x="6068112" y="1405112"/>
                </a:lnTo>
                <a:lnTo>
                  <a:pt x="6065061" y="1406877"/>
                </a:lnTo>
                <a:lnTo>
                  <a:pt x="6063296" y="1403821"/>
                </a:lnTo>
                <a:lnTo>
                  <a:pt x="6066353" y="1402062"/>
                </a:lnTo>
                <a:close/>
              </a:path>
              <a:path w="6655434" h="6988809">
                <a:moveTo>
                  <a:pt x="6141155" y="1532221"/>
                </a:moveTo>
                <a:lnTo>
                  <a:pt x="6142624" y="1534767"/>
                </a:lnTo>
                <a:lnTo>
                  <a:pt x="6140083" y="1536237"/>
                </a:lnTo>
                <a:lnTo>
                  <a:pt x="6138614" y="1533690"/>
                </a:lnTo>
                <a:lnTo>
                  <a:pt x="6141155" y="1532221"/>
                </a:lnTo>
                <a:close/>
              </a:path>
              <a:path w="6655434" h="6988809">
                <a:moveTo>
                  <a:pt x="6215862" y="1662782"/>
                </a:moveTo>
                <a:lnTo>
                  <a:pt x="6216745" y="1664311"/>
                </a:lnTo>
                <a:lnTo>
                  <a:pt x="6215217" y="1665193"/>
                </a:lnTo>
                <a:lnTo>
                  <a:pt x="6214334" y="1663665"/>
                </a:lnTo>
                <a:lnTo>
                  <a:pt x="6215862" y="1662782"/>
                </a:lnTo>
                <a:close/>
              </a:path>
              <a:path w="6655434" h="6988809">
                <a:moveTo>
                  <a:pt x="5114760" y="41186"/>
                </a:moveTo>
                <a:lnTo>
                  <a:pt x="5122691" y="54921"/>
                </a:lnTo>
                <a:lnTo>
                  <a:pt x="5108949" y="62858"/>
                </a:lnTo>
                <a:lnTo>
                  <a:pt x="5101018" y="49123"/>
                </a:lnTo>
                <a:lnTo>
                  <a:pt x="5114760" y="41186"/>
                </a:lnTo>
                <a:close/>
              </a:path>
              <a:path w="6655434" h="6988809">
                <a:moveTo>
                  <a:pt x="5189567" y="171345"/>
                </a:moveTo>
                <a:lnTo>
                  <a:pt x="5197209" y="184583"/>
                </a:lnTo>
                <a:lnTo>
                  <a:pt x="5183977" y="192217"/>
                </a:lnTo>
                <a:lnTo>
                  <a:pt x="5176336" y="178985"/>
                </a:lnTo>
                <a:lnTo>
                  <a:pt x="5189567" y="171345"/>
                </a:lnTo>
                <a:close/>
              </a:path>
              <a:path w="6655434" h="6988809">
                <a:moveTo>
                  <a:pt x="5264270" y="301913"/>
                </a:moveTo>
                <a:lnTo>
                  <a:pt x="5271324" y="314126"/>
                </a:lnTo>
                <a:lnTo>
                  <a:pt x="5259111" y="321175"/>
                </a:lnTo>
                <a:lnTo>
                  <a:pt x="5252056" y="308962"/>
                </a:lnTo>
                <a:lnTo>
                  <a:pt x="5264270" y="301913"/>
                </a:lnTo>
                <a:close/>
              </a:path>
              <a:path w="6655434" h="6988809">
                <a:moveTo>
                  <a:pt x="5338865" y="432878"/>
                </a:moveTo>
                <a:lnTo>
                  <a:pt x="5345036" y="443563"/>
                </a:lnTo>
                <a:lnTo>
                  <a:pt x="5334351" y="449729"/>
                </a:lnTo>
                <a:lnTo>
                  <a:pt x="5328179" y="439044"/>
                </a:lnTo>
                <a:lnTo>
                  <a:pt x="5338865" y="432878"/>
                </a:lnTo>
                <a:close/>
              </a:path>
              <a:path w="6655434" h="6988809">
                <a:moveTo>
                  <a:pt x="5413566" y="563440"/>
                </a:moveTo>
                <a:lnTo>
                  <a:pt x="5419152" y="573106"/>
                </a:lnTo>
                <a:lnTo>
                  <a:pt x="5409479" y="578692"/>
                </a:lnTo>
                <a:lnTo>
                  <a:pt x="5403900" y="569019"/>
                </a:lnTo>
                <a:lnTo>
                  <a:pt x="5413566" y="563440"/>
                </a:lnTo>
                <a:close/>
              </a:path>
              <a:path w="6655434" h="6988809">
                <a:moveTo>
                  <a:pt x="5488274" y="694001"/>
                </a:moveTo>
                <a:lnTo>
                  <a:pt x="5493267" y="702649"/>
                </a:lnTo>
                <a:lnTo>
                  <a:pt x="5484614" y="707648"/>
                </a:lnTo>
                <a:lnTo>
                  <a:pt x="5479620" y="699001"/>
                </a:lnTo>
                <a:lnTo>
                  <a:pt x="5488274" y="694001"/>
                </a:lnTo>
                <a:close/>
              </a:path>
              <a:path w="6655434" h="6988809">
                <a:moveTo>
                  <a:pt x="5563075" y="824161"/>
                </a:moveTo>
                <a:lnTo>
                  <a:pt x="5567779" y="832305"/>
                </a:lnTo>
                <a:lnTo>
                  <a:pt x="5559635" y="837002"/>
                </a:lnTo>
                <a:lnTo>
                  <a:pt x="5554938" y="828863"/>
                </a:lnTo>
                <a:lnTo>
                  <a:pt x="5563075" y="824161"/>
                </a:lnTo>
                <a:close/>
              </a:path>
              <a:path w="6655434" h="6988809">
                <a:moveTo>
                  <a:pt x="5637784" y="954722"/>
                </a:moveTo>
                <a:lnTo>
                  <a:pt x="5641894" y="961848"/>
                </a:lnTo>
                <a:lnTo>
                  <a:pt x="5634769" y="965965"/>
                </a:lnTo>
                <a:lnTo>
                  <a:pt x="5630658" y="958839"/>
                </a:lnTo>
                <a:lnTo>
                  <a:pt x="5637784" y="954722"/>
                </a:lnTo>
                <a:close/>
              </a:path>
              <a:path w="6655434" h="6988809">
                <a:moveTo>
                  <a:pt x="5712586" y="1084887"/>
                </a:moveTo>
                <a:lnTo>
                  <a:pt x="5716406" y="1091503"/>
                </a:lnTo>
                <a:lnTo>
                  <a:pt x="5709796" y="1095318"/>
                </a:lnTo>
                <a:lnTo>
                  <a:pt x="5705976" y="1088702"/>
                </a:lnTo>
                <a:lnTo>
                  <a:pt x="5712586" y="1084887"/>
                </a:lnTo>
                <a:close/>
              </a:path>
              <a:path w="6655434" h="6988809">
                <a:moveTo>
                  <a:pt x="5787293" y="1215449"/>
                </a:moveTo>
                <a:lnTo>
                  <a:pt x="5790527" y="1221047"/>
                </a:lnTo>
                <a:lnTo>
                  <a:pt x="5784930" y="1224281"/>
                </a:lnTo>
                <a:lnTo>
                  <a:pt x="5781696" y="1218677"/>
                </a:lnTo>
                <a:lnTo>
                  <a:pt x="5787293" y="1215449"/>
                </a:lnTo>
                <a:close/>
              </a:path>
              <a:path w="6655434" h="6988809">
                <a:moveTo>
                  <a:pt x="5861995" y="1346011"/>
                </a:moveTo>
                <a:lnTo>
                  <a:pt x="5864637" y="1350590"/>
                </a:lnTo>
                <a:lnTo>
                  <a:pt x="5860058" y="1353237"/>
                </a:lnTo>
                <a:lnTo>
                  <a:pt x="5857410" y="1348653"/>
                </a:lnTo>
                <a:lnTo>
                  <a:pt x="5861995" y="1346011"/>
                </a:lnTo>
                <a:close/>
              </a:path>
              <a:path w="6655434" h="6988809">
                <a:moveTo>
                  <a:pt x="5936803" y="1476176"/>
                </a:moveTo>
                <a:lnTo>
                  <a:pt x="5939155" y="1480245"/>
                </a:lnTo>
                <a:lnTo>
                  <a:pt x="5935085" y="1482591"/>
                </a:lnTo>
                <a:lnTo>
                  <a:pt x="5932734" y="1478521"/>
                </a:lnTo>
                <a:lnTo>
                  <a:pt x="5936803" y="1476176"/>
                </a:lnTo>
                <a:close/>
              </a:path>
              <a:path w="6655434" h="6988809">
                <a:moveTo>
                  <a:pt x="6011505" y="1606738"/>
                </a:moveTo>
                <a:lnTo>
                  <a:pt x="6013270" y="1609788"/>
                </a:lnTo>
                <a:lnTo>
                  <a:pt x="6010220" y="1611554"/>
                </a:lnTo>
                <a:lnTo>
                  <a:pt x="6008454" y="1608503"/>
                </a:lnTo>
                <a:lnTo>
                  <a:pt x="6011505" y="1606738"/>
                </a:lnTo>
                <a:close/>
              </a:path>
              <a:path w="6655434" h="6988809">
                <a:moveTo>
                  <a:pt x="6086319" y="1736897"/>
                </a:moveTo>
                <a:lnTo>
                  <a:pt x="6087788" y="1739438"/>
                </a:lnTo>
                <a:lnTo>
                  <a:pt x="6085241" y="1740907"/>
                </a:lnTo>
                <a:lnTo>
                  <a:pt x="6083772" y="1738366"/>
                </a:lnTo>
                <a:lnTo>
                  <a:pt x="6086319" y="1736897"/>
                </a:lnTo>
                <a:close/>
              </a:path>
              <a:path w="6655434" h="6988809">
                <a:moveTo>
                  <a:pt x="6161015" y="1867459"/>
                </a:moveTo>
                <a:lnTo>
                  <a:pt x="6161897" y="1868993"/>
                </a:lnTo>
                <a:lnTo>
                  <a:pt x="6160375" y="1869870"/>
                </a:lnTo>
                <a:lnTo>
                  <a:pt x="6159492" y="1868341"/>
                </a:lnTo>
                <a:lnTo>
                  <a:pt x="6161015" y="1867459"/>
                </a:lnTo>
                <a:close/>
              </a:path>
              <a:path w="6655434" h="6988809">
                <a:moveTo>
                  <a:pt x="4897954" y="0"/>
                </a:moveTo>
                <a:lnTo>
                  <a:pt x="4919662" y="0"/>
                </a:lnTo>
                <a:lnTo>
                  <a:pt x="4920022" y="624"/>
                </a:lnTo>
                <a:lnTo>
                  <a:pt x="4903739" y="10024"/>
                </a:lnTo>
                <a:lnTo>
                  <a:pt x="4897954" y="0"/>
                </a:lnTo>
                <a:close/>
              </a:path>
              <a:path w="6655434" h="6988809">
                <a:moveTo>
                  <a:pt x="4985323" y="114897"/>
                </a:moveTo>
                <a:lnTo>
                  <a:pt x="4994137" y="130160"/>
                </a:lnTo>
                <a:lnTo>
                  <a:pt x="4978873" y="138974"/>
                </a:lnTo>
                <a:lnTo>
                  <a:pt x="4970060" y="123710"/>
                </a:lnTo>
                <a:lnTo>
                  <a:pt x="4985323" y="114897"/>
                </a:lnTo>
                <a:close/>
              </a:path>
              <a:path w="6655434" h="6988809">
                <a:moveTo>
                  <a:pt x="5060025" y="245459"/>
                </a:moveTo>
                <a:lnTo>
                  <a:pt x="5068252" y="259709"/>
                </a:lnTo>
                <a:lnTo>
                  <a:pt x="5054001" y="267936"/>
                </a:lnTo>
                <a:lnTo>
                  <a:pt x="5045774" y="253686"/>
                </a:lnTo>
                <a:lnTo>
                  <a:pt x="5060025" y="245459"/>
                </a:lnTo>
                <a:close/>
              </a:path>
              <a:path w="6655434" h="6988809">
                <a:moveTo>
                  <a:pt x="5134727" y="376027"/>
                </a:moveTo>
                <a:lnTo>
                  <a:pt x="5142362" y="389253"/>
                </a:lnTo>
                <a:lnTo>
                  <a:pt x="5129135" y="396894"/>
                </a:lnTo>
                <a:lnTo>
                  <a:pt x="5121495" y="383662"/>
                </a:lnTo>
                <a:lnTo>
                  <a:pt x="5134727" y="376027"/>
                </a:lnTo>
                <a:close/>
              </a:path>
              <a:path w="6655434" h="6988809">
                <a:moveTo>
                  <a:pt x="5209428" y="506589"/>
                </a:moveTo>
                <a:lnTo>
                  <a:pt x="5216477" y="518802"/>
                </a:lnTo>
                <a:lnTo>
                  <a:pt x="5204263" y="525851"/>
                </a:lnTo>
                <a:lnTo>
                  <a:pt x="5197215" y="513637"/>
                </a:lnTo>
                <a:lnTo>
                  <a:pt x="5209428" y="506589"/>
                </a:lnTo>
                <a:close/>
              </a:path>
              <a:path w="6655434" h="6988809">
                <a:moveTo>
                  <a:pt x="5284023" y="637554"/>
                </a:moveTo>
                <a:lnTo>
                  <a:pt x="5290189" y="648239"/>
                </a:lnTo>
                <a:lnTo>
                  <a:pt x="5279504" y="654411"/>
                </a:lnTo>
                <a:lnTo>
                  <a:pt x="5273338" y="643725"/>
                </a:lnTo>
                <a:lnTo>
                  <a:pt x="5284023" y="637554"/>
                </a:lnTo>
                <a:close/>
              </a:path>
              <a:path w="6655434" h="6988809">
                <a:moveTo>
                  <a:pt x="5358725" y="768116"/>
                </a:moveTo>
                <a:lnTo>
                  <a:pt x="5364305" y="777782"/>
                </a:lnTo>
                <a:lnTo>
                  <a:pt x="5354638" y="783361"/>
                </a:lnTo>
                <a:lnTo>
                  <a:pt x="5349059" y="773701"/>
                </a:lnTo>
                <a:lnTo>
                  <a:pt x="5358725" y="768116"/>
                </a:lnTo>
                <a:close/>
              </a:path>
              <a:path w="6655434" h="6988809">
                <a:moveTo>
                  <a:pt x="5433427" y="898677"/>
                </a:moveTo>
                <a:lnTo>
                  <a:pt x="5438420" y="907331"/>
                </a:lnTo>
                <a:lnTo>
                  <a:pt x="5429772" y="912324"/>
                </a:lnTo>
                <a:lnTo>
                  <a:pt x="5424779" y="903670"/>
                </a:lnTo>
                <a:lnTo>
                  <a:pt x="5433427" y="898677"/>
                </a:lnTo>
                <a:close/>
              </a:path>
              <a:path w="6655434" h="6988809">
                <a:moveTo>
                  <a:pt x="5508235" y="1028843"/>
                </a:moveTo>
                <a:lnTo>
                  <a:pt x="5512932" y="1036981"/>
                </a:lnTo>
                <a:lnTo>
                  <a:pt x="5504794" y="1041684"/>
                </a:lnTo>
                <a:lnTo>
                  <a:pt x="5500096" y="1033540"/>
                </a:lnTo>
                <a:lnTo>
                  <a:pt x="5508235" y="1028843"/>
                </a:lnTo>
                <a:close/>
              </a:path>
              <a:path w="6655434" h="6988809">
                <a:moveTo>
                  <a:pt x="5582937" y="1159404"/>
                </a:moveTo>
                <a:lnTo>
                  <a:pt x="5587053" y="1166530"/>
                </a:lnTo>
                <a:lnTo>
                  <a:pt x="5579928" y="1170640"/>
                </a:lnTo>
                <a:lnTo>
                  <a:pt x="5575811" y="1163515"/>
                </a:lnTo>
                <a:lnTo>
                  <a:pt x="5582937" y="1159404"/>
                </a:lnTo>
                <a:close/>
              </a:path>
              <a:path w="6655434" h="6988809">
                <a:moveTo>
                  <a:pt x="5657751" y="1289563"/>
                </a:moveTo>
                <a:lnTo>
                  <a:pt x="5661571" y="1296179"/>
                </a:lnTo>
                <a:lnTo>
                  <a:pt x="5654955" y="1300000"/>
                </a:lnTo>
                <a:lnTo>
                  <a:pt x="5651135" y="1293384"/>
                </a:lnTo>
                <a:lnTo>
                  <a:pt x="5657751" y="1289563"/>
                </a:lnTo>
                <a:close/>
              </a:path>
              <a:path w="6655434" h="6988809">
                <a:moveTo>
                  <a:pt x="5732346" y="1420528"/>
                </a:moveTo>
                <a:lnTo>
                  <a:pt x="5735283" y="1425616"/>
                </a:lnTo>
                <a:lnTo>
                  <a:pt x="5730196" y="1428554"/>
                </a:lnTo>
                <a:lnTo>
                  <a:pt x="5727258" y="1423466"/>
                </a:lnTo>
                <a:lnTo>
                  <a:pt x="5732346" y="1420528"/>
                </a:lnTo>
                <a:close/>
              </a:path>
              <a:path w="6655434" h="6988809">
                <a:moveTo>
                  <a:pt x="5807148" y="1550687"/>
                </a:moveTo>
                <a:lnTo>
                  <a:pt x="5809796" y="1555272"/>
                </a:lnTo>
                <a:lnTo>
                  <a:pt x="5805217" y="1557914"/>
                </a:lnTo>
                <a:lnTo>
                  <a:pt x="5802569" y="1553335"/>
                </a:lnTo>
                <a:lnTo>
                  <a:pt x="5807148" y="1550687"/>
                </a:lnTo>
                <a:close/>
              </a:path>
              <a:path w="6655434" h="6988809">
                <a:moveTo>
                  <a:pt x="5881968" y="1680852"/>
                </a:moveTo>
                <a:lnTo>
                  <a:pt x="5884313" y="1684922"/>
                </a:lnTo>
                <a:lnTo>
                  <a:pt x="5880238" y="1687273"/>
                </a:lnTo>
                <a:lnTo>
                  <a:pt x="5877893" y="1683204"/>
                </a:lnTo>
                <a:lnTo>
                  <a:pt x="5881968" y="1680852"/>
                </a:lnTo>
                <a:close/>
              </a:path>
              <a:path w="6655434" h="6988809">
                <a:moveTo>
                  <a:pt x="5956663" y="1811414"/>
                </a:moveTo>
                <a:lnTo>
                  <a:pt x="5958423" y="1814470"/>
                </a:lnTo>
                <a:lnTo>
                  <a:pt x="5955373" y="1816229"/>
                </a:lnTo>
                <a:lnTo>
                  <a:pt x="5953613" y="1813179"/>
                </a:lnTo>
                <a:lnTo>
                  <a:pt x="5956663" y="1811414"/>
                </a:lnTo>
                <a:close/>
              </a:path>
              <a:path w="6655434" h="6988809">
                <a:moveTo>
                  <a:pt x="6031364" y="1941976"/>
                </a:moveTo>
                <a:lnTo>
                  <a:pt x="6032538" y="1944007"/>
                </a:lnTo>
                <a:lnTo>
                  <a:pt x="6030500" y="1945186"/>
                </a:lnTo>
                <a:lnTo>
                  <a:pt x="6029328" y="1943148"/>
                </a:lnTo>
                <a:lnTo>
                  <a:pt x="6031364" y="1941976"/>
                </a:lnTo>
                <a:close/>
              </a:path>
              <a:path w="6655434" h="6988809">
                <a:moveTo>
                  <a:pt x="6106179" y="2072135"/>
                </a:moveTo>
                <a:lnTo>
                  <a:pt x="6107056" y="2073657"/>
                </a:lnTo>
                <a:lnTo>
                  <a:pt x="6105528" y="2074540"/>
                </a:lnTo>
                <a:lnTo>
                  <a:pt x="6104651" y="2073018"/>
                </a:lnTo>
                <a:lnTo>
                  <a:pt x="6106179" y="2072135"/>
                </a:lnTo>
                <a:close/>
              </a:path>
              <a:path w="6655434" h="6988809">
                <a:moveTo>
                  <a:pt x="4781179" y="58047"/>
                </a:moveTo>
                <a:lnTo>
                  <a:pt x="4791462" y="75857"/>
                </a:lnTo>
                <a:lnTo>
                  <a:pt x="4773651" y="86140"/>
                </a:lnTo>
                <a:lnTo>
                  <a:pt x="4763369" y="68329"/>
                </a:lnTo>
                <a:lnTo>
                  <a:pt x="4781179" y="58047"/>
                </a:lnTo>
                <a:close/>
              </a:path>
              <a:path w="6655434" h="6988809">
                <a:moveTo>
                  <a:pt x="4855887" y="188608"/>
                </a:moveTo>
                <a:lnTo>
                  <a:pt x="4865583" y="205400"/>
                </a:lnTo>
                <a:lnTo>
                  <a:pt x="4848785" y="215096"/>
                </a:lnTo>
                <a:lnTo>
                  <a:pt x="4839089" y="198305"/>
                </a:lnTo>
                <a:lnTo>
                  <a:pt x="4855887" y="188608"/>
                </a:lnTo>
                <a:close/>
              </a:path>
              <a:path w="6655434" h="6988809">
                <a:moveTo>
                  <a:pt x="4930482" y="319573"/>
                </a:moveTo>
                <a:lnTo>
                  <a:pt x="4939295" y="334843"/>
                </a:lnTo>
                <a:lnTo>
                  <a:pt x="4924026" y="343657"/>
                </a:lnTo>
                <a:lnTo>
                  <a:pt x="4915212" y="328387"/>
                </a:lnTo>
                <a:lnTo>
                  <a:pt x="4930482" y="319573"/>
                </a:lnTo>
                <a:close/>
              </a:path>
              <a:path w="6655434" h="6988809">
                <a:moveTo>
                  <a:pt x="5005184" y="450142"/>
                </a:moveTo>
                <a:lnTo>
                  <a:pt x="5013411" y="464386"/>
                </a:lnTo>
                <a:lnTo>
                  <a:pt x="4999160" y="472613"/>
                </a:lnTo>
                <a:lnTo>
                  <a:pt x="4990933" y="458368"/>
                </a:lnTo>
                <a:lnTo>
                  <a:pt x="5005184" y="450142"/>
                </a:lnTo>
                <a:close/>
              </a:path>
              <a:path w="6655434" h="6988809">
                <a:moveTo>
                  <a:pt x="5079885" y="580703"/>
                </a:moveTo>
                <a:lnTo>
                  <a:pt x="5087526" y="593929"/>
                </a:lnTo>
                <a:lnTo>
                  <a:pt x="5074288" y="601570"/>
                </a:lnTo>
                <a:lnTo>
                  <a:pt x="5066653" y="588344"/>
                </a:lnTo>
                <a:lnTo>
                  <a:pt x="5079885" y="580703"/>
                </a:lnTo>
                <a:close/>
              </a:path>
              <a:path w="6655434" h="6988809">
                <a:moveTo>
                  <a:pt x="5154581" y="711265"/>
                </a:moveTo>
                <a:lnTo>
                  <a:pt x="5161635" y="723478"/>
                </a:lnTo>
                <a:lnTo>
                  <a:pt x="5149428" y="730527"/>
                </a:lnTo>
                <a:lnTo>
                  <a:pt x="5142374" y="718314"/>
                </a:lnTo>
                <a:lnTo>
                  <a:pt x="5154581" y="711265"/>
                </a:lnTo>
                <a:close/>
              </a:path>
              <a:path w="6655434" h="6988809">
                <a:moveTo>
                  <a:pt x="5229288" y="841827"/>
                </a:moveTo>
                <a:lnTo>
                  <a:pt x="5235750" y="853022"/>
                </a:lnTo>
                <a:lnTo>
                  <a:pt x="5224556" y="859484"/>
                </a:lnTo>
                <a:lnTo>
                  <a:pt x="5218094" y="848289"/>
                </a:lnTo>
                <a:lnTo>
                  <a:pt x="5229288" y="841827"/>
                </a:lnTo>
                <a:close/>
              </a:path>
              <a:path w="6655434" h="6988809">
                <a:moveTo>
                  <a:pt x="5303878" y="972792"/>
                </a:moveTo>
                <a:lnTo>
                  <a:pt x="5309463" y="982458"/>
                </a:lnTo>
                <a:lnTo>
                  <a:pt x="5299797" y="988038"/>
                </a:lnTo>
                <a:lnTo>
                  <a:pt x="5294217" y="978371"/>
                </a:lnTo>
                <a:lnTo>
                  <a:pt x="5303878" y="972792"/>
                </a:lnTo>
                <a:close/>
              </a:path>
              <a:path w="6655434" h="6988809">
                <a:moveTo>
                  <a:pt x="5378579" y="1103354"/>
                </a:moveTo>
                <a:lnTo>
                  <a:pt x="5383578" y="1112007"/>
                </a:lnTo>
                <a:lnTo>
                  <a:pt x="5374931" y="1117000"/>
                </a:lnTo>
                <a:lnTo>
                  <a:pt x="5369931" y="1108346"/>
                </a:lnTo>
                <a:lnTo>
                  <a:pt x="5378579" y="1103354"/>
                </a:lnTo>
                <a:close/>
              </a:path>
              <a:path w="6655434" h="6988809">
                <a:moveTo>
                  <a:pt x="5453399" y="1233519"/>
                </a:moveTo>
                <a:lnTo>
                  <a:pt x="5458096" y="1241657"/>
                </a:lnTo>
                <a:lnTo>
                  <a:pt x="5449952" y="1246360"/>
                </a:lnTo>
                <a:lnTo>
                  <a:pt x="5445249" y="1238222"/>
                </a:lnTo>
                <a:lnTo>
                  <a:pt x="5453399" y="1233519"/>
                </a:lnTo>
                <a:close/>
              </a:path>
              <a:path w="6655434" h="6988809">
                <a:moveTo>
                  <a:pt x="5528095" y="1364080"/>
                </a:moveTo>
                <a:lnTo>
                  <a:pt x="5532205" y="1371200"/>
                </a:lnTo>
                <a:lnTo>
                  <a:pt x="5525086" y="1375310"/>
                </a:lnTo>
                <a:lnTo>
                  <a:pt x="5520975" y="1368191"/>
                </a:lnTo>
                <a:lnTo>
                  <a:pt x="5528095" y="1364080"/>
                </a:lnTo>
                <a:close/>
              </a:path>
              <a:path w="6655434" h="6988809">
                <a:moveTo>
                  <a:pt x="5602796" y="1494642"/>
                </a:moveTo>
                <a:lnTo>
                  <a:pt x="5606321" y="1500749"/>
                </a:lnTo>
                <a:lnTo>
                  <a:pt x="5600220" y="1504273"/>
                </a:lnTo>
                <a:lnTo>
                  <a:pt x="5596696" y="1498166"/>
                </a:lnTo>
                <a:lnTo>
                  <a:pt x="5602796" y="1494642"/>
                </a:lnTo>
                <a:close/>
              </a:path>
              <a:path w="6655434" h="6988809">
                <a:moveTo>
                  <a:pt x="5677498" y="1625204"/>
                </a:moveTo>
                <a:lnTo>
                  <a:pt x="5680436" y="1630292"/>
                </a:lnTo>
                <a:lnTo>
                  <a:pt x="5675348" y="1633230"/>
                </a:lnTo>
                <a:lnTo>
                  <a:pt x="5672410" y="1628142"/>
                </a:lnTo>
                <a:lnTo>
                  <a:pt x="5677498" y="1625204"/>
                </a:lnTo>
                <a:close/>
              </a:path>
              <a:path w="6655434" h="6988809">
                <a:moveTo>
                  <a:pt x="5752307" y="1755369"/>
                </a:moveTo>
                <a:lnTo>
                  <a:pt x="5754954" y="1759948"/>
                </a:lnTo>
                <a:lnTo>
                  <a:pt x="5750375" y="1762589"/>
                </a:lnTo>
                <a:lnTo>
                  <a:pt x="5747734" y="1758011"/>
                </a:lnTo>
                <a:lnTo>
                  <a:pt x="5752307" y="1755369"/>
                </a:lnTo>
                <a:close/>
              </a:path>
              <a:path w="6655434" h="6988809">
                <a:moveTo>
                  <a:pt x="5827008" y="1885931"/>
                </a:moveTo>
                <a:lnTo>
                  <a:pt x="5829063" y="1889490"/>
                </a:lnTo>
                <a:lnTo>
                  <a:pt x="5825504" y="1891545"/>
                </a:lnTo>
                <a:lnTo>
                  <a:pt x="5823448" y="1887986"/>
                </a:lnTo>
                <a:lnTo>
                  <a:pt x="5827008" y="1885931"/>
                </a:lnTo>
                <a:close/>
              </a:path>
              <a:path w="6655434" h="6988809">
                <a:moveTo>
                  <a:pt x="5901822" y="2016084"/>
                </a:moveTo>
                <a:lnTo>
                  <a:pt x="5903581" y="2019140"/>
                </a:lnTo>
                <a:lnTo>
                  <a:pt x="5900525" y="2020906"/>
                </a:lnTo>
                <a:lnTo>
                  <a:pt x="5898766" y="2017849"/>
                </a:lnTo>
                <a:lnTo>
                  <a:pt x="5901822" y="2016084"/>
                </a:lnTo>
                <a:close/>
              </a:path>
              <a:path w="6655434" h="6988809">
                <a:moveTo>
                  <a:pt x="5976518" y="2146652"/>
                </a:moveTo>
                <a:lnTo>
                  <a:pt x="5977696" y="2148690"/>
                </a:lnTo>
                <a:lnTo>
                  <a:pt x="5975665" y="2149863"/>
                </a:lnTo>
                <a:lnTo>
                  <a:pt x="5974486" y="2147825"/>
                </a:lnTo>
                <a:lnTo>
                  <a:pt x="5976518" y="2146652"/>
                </a:lnTo>
                <a:close/>
              </a:path>
              <a:path w="6655434" h="6988809">
                <a:moveTo>
                  <a:pt x="6051332" y="2276817"/>
                </a:moveTo>
                <a:lnTo>
                  <a:pt x="6052215" y="2278340"/>
                </a:lnTo>
                <a:lnTo>
                  <a:pt x="6050686" y="2279222"/>
                </a:lnTo>
                <a:lnTo>
                  <a:pt x="6049804" y="2277700"/>
                </a:lnTo>
                <a:lnTo>
                  <a:pt x="6051332" y="2276817"/>
                </a:lnTo>
                <a:close/>
              </a:path>
              <a:path w="6655434" h="6988809">
                <a:moveTo>
                  <a:pt x="4577041" y="1202"/>
                </a:moveTo>
                <a:lnTo>
                  <a:pt x="4588793" y="21554"/>
                </a:lnTo>
                <a:lnTo>
                  <a:pt x="4568441" y="33305"/>
                </a:lnTo>
                <a:lnTo>
                  <a:pt x="4556690" y="12953"/>
                </a:lnTo>
                <a:lnTo>
                  <a:pt x="4577041" y="1202"/>
                </a:lnTo>
                <a:close/>
              </a:path>
              <a:path w="6655434" h="6988809">
                <a:moveTo>
                  <a:pt x="4651642" y="132161"/>
                </a:moveTo>
                <a:lnTo>
                  <a:pt x="4662511" y="150990"/>
                </a:lnTo>
                <a:lnTo>
                  <a:pt x="4643682" y="161859"/>
                </a:lnTo>
                <a:lnTo>
                  <a:pt x="4632807" y="143029"/>
                </a:lnTo>
                <a:lnTo>
                  <a:pt x="4651642" y="132161"/>
                </a:lnTo>
                <a:close/>
              </a:path>
              <a:path w="6655434" h="6988809">
                <a:moveTo>
                  <a:pt x="4726338" y="262722"/>
                </a:moveTo>
                <a:lnTo>
                  <a:pt x="4736620" y="280533"/>
                </a:lnTo>
                <a:lnTo>
                  <a:pt x="4718810" y="290816"/>
                </a:lnTo>
                <a:lnTo>
                  <a:pt x="4708527" y="273005"/>
                </a:lnTo>
                <a:lnTo>
                  <a:pt x="4726338" y="262722"/>
                </a:lnTo>
                <a:close/>
              </a:path>
              <a:path w="6655434" h="6988809">
                <a:moveTo>
                  <a:pt x="4801040" y="393284"/>
                </a:moveTo>
                <a:lnTo>
                  <a:pt x="4810736" y="410082"/>
                </a:lnTo>
                <a:lnTo>
                  <a:pt x="4793944" y="419778"/>
                </a:lnTo>
                <a:lnTo>
                  <a:pt x="4784248" y="402980"/>
                </a:lnTo>
                <a:lnTo>
                  <a:pt x="4801040" y="393284"/>
                </a:lnTo>
                <a:close/>
              </a:path>
              <a:path w="6655434" h="6988809">
                <a:moveTo>
                  <a:pt x="4875741" y="523846"/>
                </a:moveTo>
                <a:lnTo>
                  <a:pt x="4884851" y="539625"/>
                </a:lnTo>
                <a:lnTo>
                  <a:pt x="4869078" y="548729"/>
                </a:lnTo>
                <a:lnTo>
                  <a:pt x="4859968" y="532956"/>
                </a:lnTo>
                <a:lnTo>
                  <a:pt x="4875741" y="523846"/>
                </a:lnTo>
                <a:close/>
              </a:path>
              <a:path w="6655434" h="6988809">
                <a:moveTo>
                  <a:pt x="4950336" y="654817"/>
                </a:moveTo>
                <a:lnTo>
                  <a:pt x="4958564" y="669062"/>
                </a:lnTo>
                <a:lnTo>
                  <a:pt x="4944313" y="677288"/>
                </a:lnTo>
                <a:lnTo>
                  <a:pt x="4936091" y="663044"/>
                </a:lnTo>
                <a:lnTo>
                  <a:pt x="4950336" y="654817"/>
                </a:lnTo>
                <a:close/>
              </a:path>
              <a:path w="6655434" h="6988809">
                <a:moveTo>
                  <a:pt x="5025044" y="785379"/>
                </a:moveTo>
                <a:lnTo>
                  <a:pt x="5032679" y="798605"/>
                </a:lnTo>
                <a:lnTo>
                  <a:pt x="5019452" y="806246"/>
                </a:lnTo>
                <a:lnTo>
                  <a:pt x="5011812" y="793014"/>
                </a:lnTo>
                <a:lnTo>
                  <a:pt x="5025044" y="785379"/>
                </a:lnTo>
                <a:close/>
              </a:path>
              <a:path w="6655434" h="6988809">
                <a:moveTo>
                  <a:pt x="5099745" y="915940"/>
                </a:moveTo>
                <a:lnTo>
                  <a:pt x="5106794" y="928148"/>
                </a:lnTo>
                <a:lnTo>
                  <a:pt x="5094580" y="935202"/>
                </a:lnTo>
                <a:lnTo>
                  <a:pt x="5087532" y="922995"/>
                </a:lnTo>
                <a:lnTo>
                  <a:pt x="5099745" y="915940"/>
                </a:lnTo>
                <a:close/>
              </a:path>
              <a:path w="6655434" h="6988809">
                <a:moveTo>
                  <a:pt x="5174441" y="1046508"/>
                </a:moveTo>
                <a:lnTo>
                  <a:pt x="5180903" y="1057697"/>
                </a:lnTo>
                <a:lnTo>
                  <a:pt x="5169714" y="1064159"/>
                </a:lnTo>
                <a:lnTo>
                  <a:pt x="5163252" y="1052971"/>
                </a:lnTo>
                <a:lnTo>
                  <a:pt x="5174441" y="1046508"/>
                </a:lnTo>
                <a:close/>
              </a:path>
              <a:path w="6655434" h="6988809">
                <a:moveTo>
                  <a:pt x="5249042" y="1177467"/>
                </a:moveTo>
                <a:lnTo>
                  <a:pt x="5254622" y="1187134"/>
                </a:lnTo>
                <a:lnTo>
                  <a:pt x="5244955" y="1192719"/>
                </a:lnTo>
                <a:lnTo>
                  <a:pt x="5239370" y="1183046"/>
                </a:lnTo>
                <a:lnTo>
                  <a:pt x="5249042" y="1177467"/>
                </a:lnTo>
                <a:close/>
              </a:path>
              <a:path w="6655434" h="6988809">
                <a:moveTo>
                  <a:pt x="5323738" y="1308029"/>
                </a:moveTo>
                <a:lnTo>
                  <a:pt x="5328737" y="1316683"/>
                </a:lnTo>
                <a:lnTo>
                  <a:pt x="5320083" y="1321675"/>
                </a:lnTo>
                <a:lnTo>
                  <a:pt x="5315090" y="1313022"/>
                </a:lnTo>
                <a:lnTo>
                  <a:pt x="5323738" y="1308029"/>
                </a:lnTo>
                <a:close/>
              </a:path>
              <a:path w="6655434" h="6988809">
                <a:moveTo>
                  <a:pt x="5398552" y="1438189"/>
                </a:moveTo>
                <a:lnTo>
                  <a:pt x="5403255" y="1446332"/>
                </a:lnTo>
                <a:lnTo>
                  <a:pt x="5395111" y="1451035"/>
                </a:lnTo>
                <a:lnTo>
                  <a:pt x="5390408" y="1442885"/>
                </a:lnTo>
                <a:lnTo>
                  <a:pt x="5398552" y="1438189"/>
                </a:lnTo>
                <a:close/>
              </a:path>
              <a:path w="6655434" h="6988809">
                <a:moveTo>
                  <a:pt x="5473253" y="1568750"/>
                </a:moveTo>
                <a:lnTo>
                  <a:pt x="5477364" y="1575875"/>
                </a:lnTo>
                <a:lnTo>
                  <a:pt x="5470245" y="1579986"/>
                </a:lnTo>
                <a:lnTo>
                  <a:pt x="5466128" y="1572867"/>
                </a:lnTo>
                <a:lnTo>
                  <a:pt x="5473253" y="1568750"/>
                </a:lnTo>
                <a:close/>
              </a:path>
              <a:path w="6655434" h="6988809">
                <a:moveTo>
                  <a:pt x="5547949" y="1699318"/>
                </a:moveTo>
                <a:lnTo>
                  <a:pt x="5551479" y="1705424"/>
                </a:lnTo>
                <a:lnTo>
                  <a:pt x="5545373" y="1708949"/>
                </a:lnTo>
                <a:lnTo>
                  <a:pt x="5541848" y="1702842"/>
                </a:lnTo>
                <a:lnTo>
                  <a:pt x="5547949" y="1699318"/>
                </a:lnTo>
                <a:close/>
              </a:path>
              <a:path w="6655434" h="6988809">
                <a:moveTo>
                  <a:pt x="5622657" y="1829880"/>
                </a:moveTo>
                <a:lnTo>
                  <a:pt x="5625594" y="1834967"/>
                </a:lnTo>
                <a:lnTo>
                  <a:pt x="5620507" y="1837905"/>
                </a:lnTo>
                <a:lnTo>
                  <a:pt x="5617569" y="1832818"/>
                </a:lnTo>
                <a:lnTo>
                  <a:pt x="5622657" y="1829880"/>
                </a:lnTo>
                <a:close/>
              </a:path>
              <a:path w="6655434" h="6988809">
                <a:moveTo>
                  <a:pt x="5697471" y="1960039"/>
                </a:moveTo>
                <a:lnTo>
                  <a:pt x="5700112" y="1964623"/>
                </a:lnTo>
                <a:lnTo>
                  <a:pt x="5695534" y="1967265"/>
                </a:lnTo>
                <a:lnTo>
                  <a:pt x="5692886" y="1962686"/>
                </a:lnTo>
                <a:lnTo>
                  <a:pt x="5697471" y="1960039"/>
                </a:lnTo>
                <a:close/>
              </a:path>
              <a:path w="6655434" h="6988809">
                <a:moveTo>
                  <a:pt x="5772166" y="2090607"/>
                </a:moveTo>
                <a:lnTo>
                  <a:pt x="5774222" y="2094167"/>
                </a:lnTo>
                <a:lnTo>
                  <a:pt x="5770662" y="2096222"/>
                </a:lnTo>
                <a:lnTo>
                  <a:pt x="5768607" y="2092662"/>
                </a:lnTo>
                <a:lnTo>
                  <a:pt x="5772166" y="2090607"/>
                </a:lnTo>
                <a:close/>
              </a:path>
              <a:path w="6655434" h="6988809">
                <a:moveTo>
                  <a:pt x="5846868" y="2221169"/>
                </a:moveTo>
                <a:lnTo>
                  <a:pt x="5848337" y="2223716"/>
                </a:lnTo>
                <a:lnTo>
                  <a:pt x="5845796" y="2225185"/>
                </a:lnTo>
                <a:lnTo>
                  <a:pt x="5844327" y="2222638"/>
                </a:lnTo>
                <a:lnTo>
                  <a:pt x="5846868" y="2221169"/>
                </a:lnTo>
                <a:close/>
              </a:path>
              <a:path w="6655434" h="6988809">
                <a:moveTo>
                  <a:pt x="5921682" y="2351328"/>
                </a:moveTo>
                <a:lnTo>
                  <a:pt x="5922855" y="2353366"/>
                </a:lnTo>
                <a:lnTo>
                  <a:pt x="5920823" y="2354539"/>
                </a:lnTo>
                <a:lnTo>
                  <a:pt x="5919644" y="2352501"/>
                </a:lnTo>
                <a:lnTo>
                  <a:pt x="5921682" y="2351328"/>
                </a:lnTo>
                <a:close/>
              </a:path>
              <a:path w="6655434" h="6988809">
                <a:moveTo>
                  <a:pt x="5995365" y="2482476"/>
                </a:moveTo>
                <a:lnTo>
                  <a:pt x="5996716" y="2482476"/>
                </a:lnTo>
                <a:lnTo>
                  <a:pt x="5996964" y="2482908"/>
                </a:lnTo>
                <a:lnTo>
                  <a:pt x="5995614" y="2482908"/>
                </a:lnTo>
                <a:lnTo>
                  <a:pt x="5995365" y="2482476"/>
                </a:lnTo>
                <a:close/>
              </a:path>
              <a:path w="6655434" h="6988809">
                <a:moveTo>
                  <a:pt x="4447604" y="74913"/>
                </a:moveTo>
                <a:lnTo>
                  <a:pt x="4460233" y="96787"/>
                </a:lnTo>
                <a:lnTo>
                  <a:pt x="4438359" y="109420"/>
                </a:lnTo>
                <a:lnTo>
                  <a:pt x="4425725" y="87540"/>
                </a:lnTo>
                <a:lnTo>
                  <a:pt x="4447604" y="74913"/>
                </a:lnTo>
                <a:close/>
              </a:path>
              <a:path w="6655434" h="6988809">
                <a:moveTo>
                  <a:pt x="4522307" y="205475"/>
                </a:moveTo>
                <a:lnTo>
                  <a:pt x="4534354" y="226335"/>
                </a:lnTo>
                <a:lnTo>
                  <a:pt x="4513493" y="238377"/>
                </a:lnTo>
                <a:lnTo>
                  <a:pt x="4501445" y="217516"/>
                </a:lnTo>
                <a:lnTo>
                  <a:pt x="4522307" y="205475"/>
                </a:lnTo>
                <a:close/>
              </a:path>
              <a:path w="6655434" h="6988809">
                <a:moveTo>
                  <a:pt x="4596902" y="336433"/>
                </a:moveTo>
                <a:lnTo>
                  <a:pt x="4608067" y="355772"/>
                </a:lnTo>
                <a:lnTo>
                  <a:pt x="4588734" y="366937"/>
                </a:lnTo>
                <a:lnTo>
                  <a:pt x="4577569" y="347598"/>
                </a:lnTo>
                <a:lnTo>
                  <a:pt x="4596902" y="336433"/>
                </a:lnTo>
                <a:close/>
              </a:path>
              <a:path w="6655434" h="6988809">
                <a:moveTo>
                  <a:pt x="4671603" y="466995"/>
                </a:moveTo>
                <a:lnTo>
                  <a:pt x="4682182" y="485321"/>
                </a:lnTo>
                <a:lnTo>
                  <a:pt x="4663862" y="495894"/>
                </a:lnTo>
                <a:lnTo>
                  <a:pt x="4653283" y="477574"/>
                </a:lnTo>
                <a:lnTo>
                  <a:pt x="4671603" y="466995"/>
                </a:lnTo>
                <a:close/>
              </a:path>
              <a:path w="6655434" h="6988809">
                <a:moveTo>
                  <a:pt x="4746305" y="597557"/>
                </a:moveTo>
                <a:lnTo>
                  <a:pt x="4756297" y="614864"/>
                </a:lnTo>
                <a:lnTo>
                  <a:pt x="4738996" y="624850"/>
                </a:lnTo>
                <a:lnTo>
                  <a:pt x="4729004" y="607549"/>
                </a:lnTo>
                <a:lnTo>
                  <a:pt x="4746305" y="597557"/>
                </a:lnTo>
                <a:close/>
              </a:path>
              <a:path w="6655434" h="6988809">
                <a:moveTo>
                  <a:pt x="4820900" y="728528"/>
                </a:moveTo>
                <a:lnTo>
                  <a:pt x="4830009" y="744301"/>
                </a:lnTo>
                <a:lnTo>
                  <a:pt x="4814236" y="753404"/>
                </a:lnTo>
                <a:lnTo>
                  <a:pt x="4805127" y="737631"/>
                </a:lnTo>
                <a:lnTo>
                  <a:pt x="4820900" y="728528"/>
                </a:lnTo>
                <a:close/>
              </a:path>
              <a:path w="6655434" h="6988809">
                <a:moveTo>
                  <a:pt x="4895602" y="859089"/>
                </a:moveTo>
                <a:lnTo>
                  <a:pt x="4904125" y="873844"/>
                </a:lnTo>
                <a:lnTo>
                  <a:pt x="4889365" y="882367"/>
                </a:lnTo>
                <a:lnTo>
                  <a:pt x="4880847" y="867607"/>
                </a:lnTo>
                <a:lnTo>
                  <a:pt x="4895602" y="859089"/>
                </a:lnTo>
                <a:close/>
              </a:path>
              <a:path w="6655434" h="6988809">
                <a:moveTo>
                  <a:pt x="4970309" y="989652"/>
                </a:moveTo>
                <a:lnTo>
                  <a:pt x="4978240" y="1003387"/>
                </a:lnTo>
                <a:lnTo>
                  <a:pt x="4964498" y="1011324"/>
                </a:lnTo>
                <a:lnTo>
                  <a:pt x="4956567" y="997582"/>
                </a:lnTo>
                <a:lnTo>
                  <a:pt x="4970309" y="989652"/>
                </a:lnTo>
                <a:close/>
              </a:path>
              <a:path w="6655434" h="6988809">
                <a:moveTo>
                  <a:pt x="5044898" y="1120616"/>
                </a:moveTo>
                <a:lnTo>
                  <a:pt x="5051953" y="1132829"/>
                </a:lnTo>
                <a:lnTo>
                  <a:pt x="5039739" y="1139878"/>
                </a:lnTo>
                <a:lnTo>
                  <a:pt x="5032685" y="1127665"/>
                </a:lnTo>
                <a:lnTo>
                  <a:pt x="5044898" y="1120616"/>
                </a:lnTo>
                <a:close/>
              </a:path>
              <a:path w="6655434" h="6988809">
                <a:moveTo>
                  <a:pt x="5119493" y="1251581"/>
                </a:moveTo>
                <a:lnTo>
                  <a:pt x="5125665" y="1262266"/>
                </a:lnTo>
                <a:lnTo>
                  <a:pt x="5114980" y="1268432"/>
                </a:lnTo>
                <a:lnTo>
                  <a:pt x="5108808" y="1257747"/>
                </a:lnTo>
                <a:lnTo>
                  <a:pt x="5119493" y="1251581"/>
                </a:lnTo>
                <a:close/>
              </a:path>
              <a:path w="6655434" h="6988809">
                <a:moveTo>
                  <a:pt x="5194195" y="1382143"/>
                </a:moveTo>
                <a:lnTo>
                  <a:pt x="5199780" y="1391809"/>
                </a:lnTo>
                <a:lnTo>
                  <a:pt x="5190108" y="1397395"/>
                </a:lnTo>
                <a:lnTo>
                  <a:pt x="5184528" y="1387722"/>
                </a:lnTo>
                <a:lnTo>
                  <a:pt x="5194195" y="1382143"/>
                </a:lnTo>
                <a:close/>
              </a:path>
              <a:path w="6655434" h="6988809">
                <a:moveTo>
                  <a:pt x="5268902" y="1512705"/>
                </a:moveTo>
                <a:lnTo>
                  <a:pt x="5273896" y="1521352"/>
                </a:lnTo>
                <a:lnTo>
                  <a:pt x="5265242" y="1526351"/>
                </a:lnTo>
                <a:lnTo>
                  <a:pt x="5260249" y="1517704"/>
                </a:lnTo>
                <a:lnTo>
                  <a:pt x="5268902" y="1512705"/>
                </a:lnTo>
                <a:close/>
              </a:path>
              <a:path w="6655434" h="6988809">
                <a:moveTo>
                  <a:pt x="5343604" y="1643266"/>
                </a:moveTo>
                <a:lnTo>
                  <a:pt x="5348011" y="1650901"/>
                </a:lnTo>
                <a:lnTo>
                  <a:pt x="5340370" y="1655308"/>
                </a:lnTo>
                <a:lnTo>
                  <a:pt x="5335963" y="1647679"/>
                </a:lnTo>
                <a:lnTo>
                  <a:pt x="5343604" y="1643266"/>
                </a:lnTo>
                <a:close/>
              </a:path>
              <a:path w="6655434" h="6988809">
                <a:moveTo>
                  <a:pt x="5418412" y="1773426"/>
                </a:moveTo>
                <a:lnTo>
                  <a:pt x="5422523" y="1780551"/>
                </a:lnTo>
                <a:lnTo>
                  <a:pt x="5415397" y="1784668"/>
                </a:lnTo>
                <a:lnTo>
                  <a:pt x="5411287" y="1777542"/>
                </a:lnTo>
                <a:lnTo>
                  <a:pt x="5418412" y="1773426"/>
                </a:lnTo>
                <a:close/>
              </a:path>
              <a:path w="6655434" h="6988809">
                <a:moveTo>
                  <a:pt x="5493114" y="1903994"/>
                </a:moveTo>
                <a:lnTo>
                  <a:pt x="5496638" y="1910100"/>
                </a:lnTo>
                <a:lnTo>
                  <a:pt x="5490531" y="1913624"/>
                </a:lnTo>
                <a:lnTo>
                  <a:pt x="5487001" y="1907518"/>
                </a:lnTo>
                <a:lnTo>
                  <a:pt x="5493114" y="1903994"/>
                </a:lnTo>
                <a:close/>
              </a:path>
              <a:path w="6655434" h="6988809">
                <a:moveTo>
                  <a:pt x="5567809" y="2034555"/>
                </a:moveTo>
                <a:lnTo>
                  <a:pt x="5570747" y="2039643"/>
                </a:lnTo>
                <a:lnTo>
                  <a:pt x="5565659" y="2042581"/>
                </a:lnTo>
                <a:lnTo>
                  <a:pt x="5562722" y="2037493"/>
                </a:lnTo>
                <a:lnTo>
                  <a:pt x="5567809" y="2034555"/>
                </a:lnTo>
                <a:close/>
              </a:path>
              <a:path w="6655434" h="6988809">
                <a:moveTo>
                  <a:pt x="5642517" y="2165117"/>
                </a:moveTo>
                <a:lnTo>
                  <a:pt x="5644868" y="2169192"/>
                </a:lnTo>
                <a:lnTo>
                  <a:pt x="5640799" y="2171538"/>
                </a:lnTo>
                <a:lnTo>
                  <a:pt x="5638448" y="2167469"/>
                </a:lnTo>
                <a:lnTo>
                  <a:pt x="5642517" y="2165117"/>
                </a:lnTo>
                <a:close/>
              </a:path>
              <a:path w="6655434" h="6988809">
                <a:moveTo>
                  <a:pt x="5717325" y="2295276"/>
                </a:moveTo>
                <a:lnTo>
                  <a:pt x="5719386" y="2298842"/>
                </a:lnTo>
                <a:lnTo>
                  <a:pt x="5715820" y="2300897"/>
                </a:lnTo>
                <a:lnTo>
                  <a:pt x="5713759" y="2297332"/>
                </a:lnTo>
                <a:lnTo>
                  <a:pt x="5717325" y="2295276"/>
                </a:lnTo>
                <a:close/>
              </a:path>
              <a:path w="6655434" h="6988809">
                <a:moveTo>
                  <a:pt x="5792021" y="2425845"/>
                </a:moveTo>
                <a:lnTo>
                  <a:pt x="5793489" y="2428386"/>
                </a:lnTo>
                <a:lnTo>
                  <a:pt x="5790948" y="2429855"/>
                </a:lnTo>
                <a:lnTo>
                  <a:pt x="5789479" y="2427314"/>
                </a:lnTo>
                <a:lnTo>
                  <a:pt x="5792021" y="2425845"/>
                </a:lnTo>
                <a:close/>
              </a:path>
              <a:path w="6655434" h="6988809">
                <a:moveTo>
                  <a:pt x="5866728" y="2556406"/>
                </a:moveTo>
                <a:lnTo>
                  <a:pt x="5867611" y="2557935"/>
                </a:lnTo>
                <a:lnTo>
                  <a:pt x="5866089" y="2558811"/>
                </a:lnTo>
                <a:lnTo>
                  <a:pt x="5865206" y="2557283"/>
                </a:lnTo>
                <a:lnTo>
                  <a:pt x="5866728" y="2556406"/>
                </a:lnTo>
                <a:close/>
              </a:path>
              <a:path w="6655434" h="6988809">
                <a:moveTo>
                  <a:pt x="4243466" y="18056"/>
                </a:moveTo>
                <a:lnTo>
                  <a:pt x="4257569" y="42483"/>
                </a:lnTo>
                <a:lnTo>
                  <a:pt x="4233142" y="56586"/>
                </a:lnTo>
                <a:lnTo>
                  <a:pt x="4219040" y="32159"/>
                </a:lnTo>
                <a:lnTo>
                  <a:pt x="4243466" y="18056"/>
                </a:lnTo>
                <a:close/>
              </a:path>
              <a:path w="6655434" h="6988809">
                <a:moveTo>
                  <a:pt x="4318061" y="149021"/>
                </a:moveTo>
                <a:lnTo>
                  <a:pt x="4331282" y="171920"/>
                </a:lnTo>
                <a:lnTo>
                  <a:pt x="4308383" y="185140"/>
                </a:lnTo>
                <a:lnTo>
                  <a:pt x="4295163" y="162242"/>
                </a:lnTo>
                <a:lnTo>
                  <a:pt x="4318061" y="149021"/>
                </a:lnTo>
                <a:close/>
              </a:path>
              <a:path w="6655434" h="6988809">
                <a:moveTo>
                  <a:pt x="4392763" y="279589"/>
                </a:moveTo>
                <a:lnTo>
                  <a:pt x="4405397" y="301463"/>
                </a:lnTo>
                <a:lnTo>
                  <a:pt x="4383511" y="314097"/>
                </a:lnTo>
                <a:lnTo>
                  <a:pt x="4370883" y="292223"/>
                </a:lnTo>
                <a:lnTo>
                  <a:pt x="4392763" y="279589"/>
                </a:lnTo>
                <a:close/>
              </a:path>
              <a:path w="6655434" h="6988809">
                <a:moveTo>
                  <a:pt x="4467459" y="410145"/>
                </a:moveTo>
                <a:lnTo>
                  <a:pt x="4479506" y="431012"/>
                </a:lnTo>
                <a:lnTo>
                  <a:pt x="4458645" y="443060"/>
                </a:lnTo>
                <a:lnTo>
                  <a:pt x="4446598" y="422193"/>
                </a:lnTo>
                <a:lnTo>
                  <a:pt x="4467459" y="410145"/>
                </a:lnTo>
                <a:close/>
              </a:path>
              <a:path w="6655434" h="6988809">
                <a:moveTo>
                  <a:pt x="4542060" y="541110"/>
                </a:moveTo>
                <a:lnTo>
                  <a:pt x="4553225" y="560449"/>
                </a:lnTo>
                <a:lnTo>
                  <a:pt x="4533886" y="571614"/>
                </a:lnTo>
                <a:lnTo>
                  <a:pt x="4522721" y="552275"/>
                </a:lnTo>
                <a:lnTo>
                  <a:pt x="4542060" y="541110"/>
                </a:lnTo>
                <a:close/>
              </a:path>
              <a:path w="6655434" h="6988809">
                <a:moveTo>
                  <a:pt x="4616762" y="671679"/>
                </a:moveTo>
                <a:lnTo>
                  <a:pt x="4627334" y="689992"/>
                </a:lnTo>
                <a:lnTo>
                  <a:pt x="4609020" y="700571"/>
                </a:lnTo>
                <a:lnTo>
                  <a:pt x="4598442" y="682251"/>
                </a:lnTo>
                <a:lnTo>
                  <a:pt x="4616762" y="671679"/>
                </a:lnTo>
                <a:close/>
              </a:path>
              <a:path w="6655434" h="6988809">
                <a:moveTo>
                  <a:pt x="4691463" y="802240"/>
                </a:moveTo>
                <a:lnTo>
                  <a:pt x="4701449" y="819541"/>
                </a:lnTo>
                <a:lnTo>
                  <a:pt x="4684148" y="829528"/>
                </a:lnTo>
                <a:lnTo>
                  <a:pt x="4674162" y="812227"/>
                </a:lnTo>
                <a:lnTo>
                  <a:pt x="4691463" y="802240"/>
                </a:lnTo>
                <a:close/>
              </a:path>
              <a:path w="6655434" h="6988809">
                <a:moveTo>
                  <a:pt x="4766058" y="933205"/>
                </a:moveTo>
                <a:lnTo>
                  <a:pt x="4775162" y="948978"/>
                </a:lnTo>
                <a:lnTo>
                  <a:pt x="4759389" y="958088"/>
                </a:lnTo>
                <a:lnTo>
                  <a:pt x="4750285" y="942315"/>
                </a:lnTo>
                <a:lnTo>
                  <a:pt x="4766058" y="933205"/>
                </a:lnTo>
                <a:close/>
              </a:path>
              <a:path w="6655434" h="6988809">
                <a:moveTo>
                  <a:pt x="4840760" y="1063767"/>
                </a:moveTo>
                <a:lnTo>
                  <a:pt x="4849277" y="1078521"/>
                </a:lnTo>
                <a:lnTo>
                  <a:pt x="4834523" y="1087039"/>
                </a:lnTo>
                <a:lnTo>
                  <a:pt x="4826005" y="1072290"/>
                </a:lnTo>
                <a:lnTo>
                  <a:pt x="4840760" y="1063767"/>
                </a:lnTo>
                <a:close/>
              </a:path>
              <a:path w="6655434" h="6988809">
                <a:moveTo>
                  <a:pt x="4915355" y="1194732"/>
                </a:moveTo>
                <a:lnTo>
                  <a:pt x="4922990" y="1207958"/>
                </a:lnTo>
                <a:lnTo>
                  <a:pt x="4909763" y="1215599"/>
                </a:lnTo>
                <a:lnTo>
                  <a:pt x="4902123" y="1202367"/>
                </a:lnTo>
                <a:lnTo>
                  <a:pt x="4915355" y="1194732"/>
                </a:lnTo>
                <a:close/>
              </a:path>
              <a:path w="6655434" h="6988809">
                <a:moveTo>
                  <a:pt x="4990056" y="1325294"/>
                </a:moveTo>
                <a:lnTo>
                  <a:pt x="4997105" y="1337507"/>
                </a:lnTo>
                <a:lnTo>
                  <a:pt x="4984891" y="1344556"/>
                </a:lnTo>
                <a:lnTo>
                  <a:pt x="4977843" y="1332342"/>
                </a:lnTo>
                <a:lnTo>
                  <a:pt x="4990056" y="1325294"/>
                </a:lnTo>
                <a:close/>
              </a:path>
              <a:path w="6655434" h="6988809">
                <a:moveTo>
                  <a:pt x="5064651" y="1456258"/>
                </a:moveTo>
                <a:lnTo>
                  <a:pt x="5070817" y="1466944"/>
                </a:lnTo>
                <a:lnTo>
                  <a:pt x="5060132" y="1473115"/>
                </a:lnTo>
                <a:lnTo>
                  <a:pt x="5053966" y="1462430"/>
                </a:lnTo>
                <a:lnTo>
                  <a:pt x="5064651" y="1456258"/>
                </a:lnTo>
                <a:close/>
              </a:path>
              <a:path w="6655434" h="6988809">
                <a:moveTo>
                  <a:pt x="5139353" y="1586821"/>
                </a:moveTo>
                <a:lnTo>
                  <a:pt x="5144932" y="1596487"/>
                </a:lnTo>
                <a:lnTo>
                  <a:pt x="5135266" y="1602066"/>
                </a:lnTo>
                <a:lnTo>
                  <a:pt x="5129687" y="1592406"/>
                </a:lnTo>
                <a:lnTo>
                  <a:pt x="5139353" y="1586821"/>
                </a:lnTo>
                <a:close/>
              </a:path>
              <a:path w="6655434" h="6988809">
                <a:moveTo>
                  <a:pt x="5214055" y="1717382"/>
                </a:moveTo>
                <a:lnTo>
                  <a:pt x="5219048" y="1726036"/>
                </a:lnTo>
                <a:lnTo>
                  <a:pt x="5210394" y="1731029"/>
                </a:lnTo>
                <a:lnTo>
                  <a:pt x="5205401" y="1722381"/>
                </a:lnTo>
                <a:lnTo>
                  <a:pt x="5214055" y="1717382"/>
                </a:lnTo>
                <a:close/>
              </a:path>
              <a:path w="6655434" h="6988809">
                <a:moveTo>
                  <a:pt x="5288762" y="1847944"/>
                </a:moveTo>
                <a:lnTo>
                  <a:pt x="5293169" y="1855578"/>
                </a:lnTo>
                <a:lnTo>
                  <a:pt x="5285534" y="1859985"/>
                </a:lnTo>
                <a:lnTo>
                  <a:pt x="5281127" y="1852351"/>
                </a:lnTo>
                <a:lnTo>
                  <a:pt x="5288762" y="1847944"/>
                </a:lnTo>
                <a:close/>
              </a:path>
              <a:path w="6655434" h="6988809">
                <a:moveTo>
                  <a:pt x="5363564" y="1978109"/>
                </a:moveTo>
                <a:lnTo>
                  <a:pt x="5367681" y="1985234"/>
                </a:lnTo>
                <a:lnTo>
                  <a:pt x="5360556" y="1989345"/>
                </a:lnTo>
                <a:lnTo>
                  <a:pt x="5356439" y="1982220"/>
                </a:lnTo>
                <a:lnTo>
                  <a:pt x="5363564" y="1978109"/>
                </a:lnTo>
                <a:close/>
              </a:path>
              <a:path w="6655434" h="6988809">
                <a:moveTo>
                  <a:pt x="5438159" y="2109067"/>
                </a:moveTo>
                <a:lnTo>
                  <a:pt x="5441393" y="2114671"/>
                </a:lnTo>
                <a:lnTo>
                  <a:pt x="5435796" y="2117899"/>
                </a:lnTo>
                <a:lnTo>
                  <a:pt x="5432562" y="2112301"/>
                </a:lnTo>
                <a:lnTo>
                  <a:pt x="5438159" y="2109067"/>
                </a:lnTo>
                <a:close/>
              </a:path>
              <a:path w="6655434" h="6988809">
                <a:moveTo>
                  <a:pt x="5512861" y="2239629"/>
                </a:moveTo>
                <a:lnTo>
                  <a:pt x="5515503" y="2244214"/>
                </a:lnTo>
                <a:lnTo>
                  <a:pt x="5510924" y="2246855"/>
                </a:lnTo>
                <a:lnTo>
                  <a:pt x="5508283" y="2242277"/>
                </a:lnTo>
                <a:lnTo>
                  <a:pt x="5512861" y="2239629"/>
                </a:lnTo>
                <a:close/>
              </a:path>
              <a:path w="6655434" h="6988809">
                <a:moveTo>
                  <a:pt x="5587675" y="2369794"/>
                </a:moveTo>
                <a:lnTo>
                  <a:pt x="5590027" y="2373863"/>
                </a:lnTo>
                <a:lnTo>
                  <a:pt x="5585952" y="2376215"/>
                </a:lnTo>
                <a:lnTo>
                  <a:pt x="5583600" y="2372145"/>
                </a:lnTo>
                <a:lnTo>
                  <a:pt x="5587675" y="2369794"/>
                </a:lnTo>
                <a:close/>
              </a:path>
              <a:path w="6655434" h="6988809">
                <a:moveTo>
                  <a:pt x="5662371" y="2500362"/>
                </a:moveTo>
                <a:lnTo>
                  <a:pt x="5664136" y="2503413"/>
                </a:lnTo>
                <a:lnTo>
                  <a:pt x="5661086" y="2505172"/>
                </a:lnTo>
                <a:lnTo>
                  <a:pt x="5659321" y="2502121"/>
                </a:lnTo>
                <a:lnTo>
                  <a:pt x="5662371" y="2500362"/>
                </a:lnTo>
                <a:close/>
              </a:path>
              <a:path w="6655434" h="6988809">
                <a:moveTo>
                  <a:pt x="5737077" y="2630924"/>
                </a:moveTo>
                <a:lnTo>
                  <a:pt x="5738251" y="2632956"/>
                </a:lnTo>
                <a:lnTo>
                  <a:pt x="5736214" y="2634134"/>
                </a:lnTo>
                <a:lnTo>
                  <a:pt x="5735041" y="2632097"/>
                </a:lnTo>
                <a:lnTo>
                  <a:pt x="5737077" y="2630924"/>
                </a:lnTo>
                <a:close/>
              </a:path>
              <a:path w="6655434" h="6988809">
                <a:moveTo>
                  <a:pt x="5811886" y="2761078"/>
                </a:moveTo>
                <a:lnTo>
                  <a:pt x="5812769" y="2762612"/>
                </a:lnTo>
                <a:lnTo>
                  <a:pt x="5811241" y="2763494"/>
                </a:lnTo>
                <a:lnTo>
                  <a:pt x="5810358" y="2761960"/>
                </a:lnTo>
                <a:lnTo>
                  <a:pt x="5811886" y="2761078"/>
                </a:lnTo>
                <a:close/>
              </a:path>
              <a:path w="6655434" h="6988809">
                <a:moveTo>
                  <a:pt x="4025760" y="0"/>
                </a:moveTo>
                <a:lnTo>
                  <a:pt x="4034426" y="0"/>
                </a:lnTo>
                <a:lnTo>
                  <a:pt x="4027926" y="3752"/>
                </a:lnTo>
                <a:lnTo>
                  <a:pt x="4025760" y="0"/>
                </a:lnTo>
                <a:close/>
              </a:path>
              <a:path w="6655434" h="6988809">
                <a:moveTo>
                  <a:pt x="4114136" y="91371"/>
                </a:moveTo>
                <a:lnTo>
                  <a:pt x="4129412" y="117830"/>
                </a:lnTo>
                <a:lnTo>
                  <a:pt x="4102954" y="133105"/>
                </a:lnTo>
                <a:lnTo>
                  <a:pt x="4087678" y="106647"/>
                </a:lnTo>
                <a:lnTo>
                  <a:pt x="4114136" y="91371"/>
                </a:lnTo>
                <a:close/>
              </a:path>
              <a:path w="6655434" h="6988809">
                <a:moveTo>
                  <a:pt x="4188726" y="222336"/>
                </a:moveTo>
                <a:lnTo>
                  <a:pt x="4203125" y="247266"/>
                </a:lnTo>
                <a:lnTo>
                  <a:pt x="4178188" y="261665"/>
                </a:lnTo>
                <a:lnTo>
                  <a:pt x="4163796" y="236729"/>
                </a:lnTo>
                <a:lnTo>
                  <a:pt x="4188726" y="222336"/>
                </a:lnTo>
                <a:close/>
              </a:path>
              <a:path w="6655434" h="6988809">
                <a:moveTo>
                  <a:pt x="4263327" y="353295"/>
                </a:moveTo>
                <a:lnTo>
                  <a:pt x="4276843" y="376703"/>
                </a:lnTo>
                <a:lnTo>
                  <a:pt x="4253429" y="390219"/>
                </a:lnTo>
                <a:lnTo>
                  <a:pt x="4239919" y="366811"/>
                </a:lnTo>
                <a:lnTo>
                  <a:pt x="4263327" y="353295"/>
                </a:lnTo>
                <a:close/>
              </a:path>
              <a:path w="6655434" h="6988809">
                <a:moveTo>
                  <a:pt x="4337922" y="484260"/>
                </a:moveTo>
                <a:lnTo>
                  <a:pt x="4350556" y="506140"/>
                </a:lnTo>
                <a:lnTo>
                  <a:pt x="4328670" y="518774"/>
                </a:lnTo>
                <a:lnTo>
                  <a:pt x="4316036" y="496894"/>
                </a:lnTo>
                <a:lnTo>
                  <a:pt x="4337922" y="484260"/>
                </a:lnTo>
                <a:close/>
              </a:path>
              <a:path w="6655434" h="6988809">
                <a:moveTo>
                  <a:pt x="4412623" y="614822"/>
                </a:moveTo>
                <a:lnTo>
                  <a:pt x="4424671" y="635689"/>
                </a:lnTo>
                <a:lnTo>
                  <a:pt x="4403804" y="647736"/>
                </a:lnTo>
                <a:lnTo>
                  <a:pt x="4391756" y="626869"/>
                </a:lnTo>
                <a:lnTo>
                  <a:pt x="4412623" y="614822"/>
                </a:lnTo>
                <a:close/>
              </a:path>
              <a:path w="6655434" h="6988809">
                <a:moveTo>
                  <a:pt x="4487218" y="745787"/>
                </a:moveTo>
                <a:lnTo>
                  <a:pt x="4498383" y="765126"/>
                </a:lnTo>
                <a:lnTo>
                  <a:pt x="4479045" y="776290"/>
                </a:lnTo>
                <a:lnTo>
                  <a:pt x="4467879" y="756951"/>
                </a:lnTo>
                <a:lnTo>
                  <a:pt x="4487218" y="745787"/>
                </a:lnTo>
                <a:close/>
              </a:path>
              <a:path w="6655434" h="6988809">
                <a:moveTo>
                  <a:pt x="4561920" y="876355"/>
                </a:moveTo>
                <a:lnTo>
                  <a:pt x="4572498" y="894669"/>
                </a:lnTo>
                <a:lnTo>
                  <a:pt x="4554173" y="905247"/>
                </a:lnTo>
                <a:lnTo>
                  <a:pt x="4543600" y="886933"/>
                </a:lnTo>
                <a:lnTo>
                  <a:pt x="4561920" y="876355"/>
                </a:lnTo>
                <a:close/>
              </a:path>
              <a:path w="6655434" h="6988809">
                <a:moveTo>
                  <a:pt x="4636622" y="1006916"/>
                </a:moveTo>
                <a:lnTo>
                  <a:pt x="4646608" y="1024218"/>
                </a:lnTo>
                <a:lnTo>
                  <a:pt x="4629307" y="1034210"/>
                </a:lnTo>
                <a:lnTo>
                  <a:pt x="4619314" y="1016909"/>
                </a:lnTo>
                <a:lnTo>
                  <a:pt x="4636622" y="1006916"/>
                </a:lnTo>
                <a:close/>
              </a:path>
              <a:path w="6655434" h="6988809">
                <a:moveTo>
                  <a:pt x="4711217" y="1137875"/>
                </a:moveTo>
                <a:lnTo>
                  <a:pt x="4720326" y="1153654"/>
                </a:lnTo>
                <a:lnTo>
                  <a:pt x="4704547" y="1162763"/>
                </a:lnTo>
                <a:lnTo>
                  <a:pt x="4695437" y="1146985"/>
                </a:lnTo>
                <a:lnTo>
                  <a:pt x="4711217" y="1137875"/>
                </a:lnTo>
                <a:close/>
              </a:path>
              <a:path w="6655434" h="6988809">
                <a:moveTo>
                  <a:pt x="4785812" y="1268846"/>
                </a:moveTo>
                <a:lnTo>
                  <a:pt x="4794039" y="1283091"/>
                </a:lnTo>
                <a:lnTo>
                  <a:pt x="4779788" y="1291318"/>
                </a:lnTo>
                <a:lnTo>
                  <a:pt x="4771561" y="1277073"/>
                </a:lnTo>
                <a:lnTo>
                  <a:pt x="4785812" y="1268846"/>
                </a:lnTo>
                <a:close/>
              </a:path>
              <a:path w="6655434" h="6988809">
                <a:moveTo>
                  <a:pt x="4860513" y="1399408"/>
                </a:moveTo>
                <a:lnTo>
                  <a:pt x="4868154" y="1412634"/>
                </a:lnTo>
                <a:lnTo>
                  <a:pt x="4854916" y="1420275"/>
                </a:lnTo>
                <a:lnTo>
                  <a:pt x="4847281" y="1407049"/>
                </a:lnTo>
                <a:lnTo>
                  <a:pt x="4860513" y="1399408"/>
                </a:lnTo>
                <a:close/>
              </a:path>
              <a:path w="6655434" h="6988809">
                <a:moveTo>
                  <a:pt x="4935209" y="1529969"/>
                </a:moveTo>
                <a:lnTo>
                  <a:pt x="4942263" y="1542183"/>
                </a:lnTo>
                <a:lnTo>
                  <a:pt x="4930056" y="1549231"/>
                </a:lnTo>
                <a:lnTo>
                  <a:pt x="4923001" y="1537018"/>
                </a:lnTo>
                <a:lnTo>
                  <a:pt x="4935209" y="1529969"/>
                </a:lnTo>
                <a:close/>
              </a:path>
              <a:path w="6655434" h="6988809">
                <a:moveTo>
                  <a:pt x="5009810" y="1660928"/>
                </a:moveTo>
                <a:lnTo>
                  <a:pt x="5015982" y="1671619"/>
                </a:lnTo>
                <a:lnTo>
                  <a:pt x="5005291" y="1677791"/>
                </a:lnTo>
                <a:lnTo>
                  <a:pt x="4999119" y="1667100"/>
                </a:lnTo>
                <a:lnTo>
                  <a:pt x="5009810" y="1660928"/>
                </a:lnTo>
                <a:close/>
              </a:path>
              <a:path w="6655434" h="6988809">
                <a:moveTo>
                  <a:pt x="5084405" y="1791899"/>
                </a:moveTo>
                <a:lnTo>
                  <a:pt x="5089694" y="1801056"/>
                </a:lnTo>
                <a:lnTo>
                  <a:pt x="5080531" y="1806345"/>
                </a:lnTo>
                <a:lnTo>
                  <a:pt x="5075242" y="1797188"/>
                </a:lnTo>
                <a:lnTo>
                  <a:pt x="5084405" y="1791899"/>
                </a:lnTo>
                <a:close/>
              </a:path>
              <a:path w="6655434" h="6988809">
                <a:moveTo>
                  <a:pt x="5159106" y="1922460"/>
                </a:moveTo>
                <a:lnTo>
                  <a:pt x="5163809" y="1930599"/>
                </a:lnTo>
                <a:lnTo>
                  <a:pt x="5155659" y="1935302"/>
                </a:lnTo>
                <a:lnTo>
                  <a:pt x="5150962" y="1927164"/>
                </a:lnTo>
                <a:lnTo>
                  <a:pt x="5159106" y="1922460"/>
                </a:lnTo>
                <a:close/>
              </a:path>
              <a:path w="6655434" h="6988809">
                <a:moveTo>
                  <a:pt x="5233915" y="2052620"/>
                </a:moveTo>
                <a:lnTo>
                  <a:pt x="5238321" y="2060254"/>
                </a:lnTo>
                <a:lnTo>
                  <a:pt x="5230686" y="2064661"/>
                </a:lnTo>
                <a:lnTo>
                  <a:pt x="5226280" y="2057027"/>
                </a:lnTo>
                <a:lnTo>
                  <a:pt x="5233915" y="2052620"/>
                </a:lnTo>
                <a:close/>
              </a:path>
              <a:path w="6655434" h="6988809">
                <a:moveTo>
                  <a:pt x="5308616" y="2183181"/>
                </a:moveTo>
                <a:lnTo>
                  <a:pt x="5312437" y="2189797"/>
                </a:lnTo>
                <a:lnTo>
                  <a:pt x="5305821" y="2193618"/>
                </a:lnTo>
                <a:lnTo>
                  <a:pt x="5302000" y="2187002"/>
                </a:lnTo>
                <a:lnTo>
                  <a:pt x="5308616" y="2183181"/>
                </a:lnTo>
                <a:close/>
              </a:path>
              <a:path w="6655434" h="6988809">
                <a:moveTo>
                  <a:pt x="5383318" y="2313743"/>
                </a:moveTo>
                <a:lnTo>
                  <a:pt x="5386552" y="2319341"/>
                </a:lnTo>
                <a:lnTo>
                  <a:pt x="5380949" y="2322575"/>
                </a:lnTo>
                <a:lnTo>
                  <a:pt x="5377721" y="2316977"/>
                </a:lnTo>
                <a:lnTo>
                  <a:pt x="5383318" y="2313743"/>
                </a:lnTo>
                <a:close/>
              </a:path>
              <a:path w="6655434" h="6988809">
                <a:moveTo>
                  <a:pt x="5458019" y="2444311"/>
                </a:moveTo>
                <a:lnTo>
                  <a:pt x="5460661" y="2448890"/>
                </a:lnTo>
                <a:lnTo>
                  <a:pt x="5456089" y="2451532"/>
                </a:lnTo>
                <a:lnTo>
                  <a:pt x="5453441" y="2446953"/>
                </a:lnTo>
                <a:lnTo>
                  <a:pt x="5458019" y="2444311"/>
                </a:lnTo>
                <a:close/>
              </a:path>
              <a:path w="6655434" h="6988809">
                <a:moveTo>
                  <a:pt x="5532721" y="2574873"/>
                </a:moveTo>
                <a:lnTo>
                  <a:pt x="5534777" y="2578439"/>
                </a:lnTo>
                <a:lnTo>
                  <a:pt x="5531217" y="2580494"/>
                </a:lnTo>
                <a:lnTo>
                  <a:pt x="5529162" y="2576928"/>
                </a:lnTo>
                <a:lnTo>
                  <a:pt x="5532721" y="2574873"/>
                </a:lnTo>
                <a:close/>
              </a:path>
              <a:path w="6655434" h="6988809">
                <a:moveTo>
                  <a:pt x="5607535" y="2705032"/>
                </a:moveTo>
                <a:lnTo>
                  <a:pt x="5609295" y="2708089"/>
                </a:lnTo>
                <a:lnTo>
                  <a:pt x="5606238" y="2709854"/>
                </a:lnTo>
                <a:lnTo>
                  <a:pt x="5604479" y="2706798"/>
                </a:lnTo>
                <a:lnTo>
                  <a:pt x="5607535" y="2705032"/>
                </a:lnTo>
                <a:close/>
              </a:path>
              <a:path w="6655434" h="6988809">
                <a:moveTo>
                  <a:pt x="5682231" y="2835600"/>
                </a:moveTo>
                <a:lnTo>
                  <a:pt x="5683404" y="2837632"/>
                </a:lnTo>
                <a:lnTo>
                  <a:pt x="5681372" y="2838805"/>
                </a:lnTo>
                <a:lnTo>
                  <a:pt x="5680199" y="2836774"/>
                </a:lnTo>
                <a:lnTo>
                  <a:pt x="5682231" y="2835600"/>
                </a:lnTo>
                <a:close/>
              </a:path>
              <a:path w="6655434" h="6988809">
                <a:moveTo>
                  <a:pt x="5755920" y="2966749"/>
                </a:moveTo>
                <a:lnTo>
                  <a:pt x="5757276" y="2966749"/>
                </a:lnTo>
                <a:lnTo>
                  <a:pt x="5757525" y="2967181"/>
                </a:lnTo>
                <a:lnTo>
                  <a:pt x="5756168" y="2967181"/>
                </a:lnTo>
                <a:lnTo>
                  <a:pt x="5755920" y="2966749"/>
                </a:lnTo>
                <a:close/>
              </a:path>
              <a:path w="6655434" h="6988809">
                <a:moveTo>
                  <a:pt x="3909886" y="34918"/>
                </a:moveTo>
                <a:lnTo>
                  <a:pt x="3926341" y="63420"/>
                </a:lnTo>
                <a:lnTo>
                  <a:pt x="3897851" y="79868"/>
                </a:lnTo>
                <a:lnTo>
                  <a:pt x="3881396" y="51366"/>
                </a:lnTo>
                <a:lnTo>
                  <a:pt x="3909886" y="34918"/>
                </a:lnTo>
                <a:close/>
              </a:path>
              <a:path w="6655434" h="6988809">
                <a:moveTo>
                  <a:pt x="3984593" y="165480"/>
                </a:moveTo>
                <a:lnTo>
                  <a:pt x="4000456" y="192956"/>
                </a:lnTo>
                <a:lnTo>
                  <a:pt x="3972978" y="208824"/>
                </a:lnTo>
                <a:lnTo>
                  <a:pt x="3957111" y="181341"/>
                </a:lnTo>
                <a:lnTo>
                  <a:pt x="3984593" y="165480"/>
                </a:lnTo>
                <a:close/>
              </a:path>
              <a:path w="6655434" h="6988809">
                <a:moveTo>
                  <a:pt x="4059289" y="296048"/>
                </a:moveTo>
                <a:lnTo>
                  <a:pt x="4074571" y="322506"/>
                </a:lnTo>
                <a:lnTo>
                  <a:pt x="4048113" y="337782"/>
                </a:lnTo>
                <a:lnTo>
                  <a:pt x="4032831" y="311323"/>
                </a:lnTo>
                <a:lnTo>
                  <a:pt x="4059289" y="296048"/>
                </a:lnTo>
                <a:close/>
              </a:path>
              <a:path w="6655434" h="6988809">
                <a:moveTo>
                  <a:pt x="4133991" y="426609"/>
                </a:moveTo>
                <a:lnTo>
                  <a:pt x="4148680" y="452049"/>
                </a:lnTo>
                <a:lnTo>
                  <a:pt x="4123241" y="466738"/>
                </a:lnTo>
                <a:lnTo>
                  <a:pt x="4108551" y="441299"/>
                </a:lnTo>
                <a:lnTo>
                  <a:pt x="4133991" y="426609"/>
                </a:lnTo>
                <a:close/>
              </a:path>
              <a:path w="6655434" h="6988809">
                <a:moveTo>
                  <a:pt x="4208479" y="557971"/>
                </a:moveTo>
                <a:lnTo>
                  <a:pt x="4221996" y="581385"/>
                </a:lnTo>
                <a:lnTo>
                  <a:pt x="4198594" y="594895"/>
                </a:lnTo>
                <a:lnTo>
                  <a:pt x="4185078" y="571481"/>
                </a:lnTo>
                <a:lnTo>
                  <a:pt x="4208479" y="557971"/>
                </a:lnTo>
                <a:close/>
              </a:path>
              <a:path w="6655434" h="6988809">
                <a:moveTo>
                  <a:pt x="4283074" y="688936"/>
                </a:moveTo>
                <a:lnTo>
                  <a:pt x="4295708" y="710822"/>
                </a:lnTo>
                <a:lnTo>
                  <a:pt x="4273829" y="723456"/>
                </a:lnTo>
                <a:lnTo>
                  <a:pt x="4261195" y="701570"/>
                </a:lnTo>
                <a:lnTo>
                  <a:pt x="4283074" y="688936"/>
                </a:lnTo>
                <a:close/>
              </a:path>
              <a:path w="6655434" h="6988809">
                <a:moveTo>
                  <a:pt x="4357782" y="819499"/>
                </a:moveTo>
                <a:lnTo>
                  <a:pt x="4369823" y="840365"/>
                </a:lnTo>
                <a:lnTo>
                  <a:pt x="4348962" y="852407"/>
                </a:lnTo>
                <a:lnTo>
                  <a:pt x="4336915" y="831546"/>
                </a:lnTo>
                <a:lnTo>
                  <a:pt x="4357782" y="819499"/>
                </a:lnTo>
                <a:close/>
              </a:path>
              <a:path w="6655434" h="6988809">
                <a:moveTo>
                  <a:pt x="4432371" y="950469"/>
                </a:moveTo>
                <a:lnTo>
                  <a:pt x="4443536" y="969801"/>
                </a:lnTo>
                <a:lnTo>
                  <a:pt x="4424197" y="980966"/>
                </a:lnTo>
                <a:lnTo>
                  <a:pt x="4413038" y="961633"/>
                </a:lnTo>
                <a:lnTo>
                  <a:pt x="4432371" y="950469"/>
                </a:lnTo>
                <a:close/>
              </a:path>
              <a:path w="6655434" h="6988809">
                <a:moveTo>
                  <a:pt x="4507079" y="1081031"/>
                </a:moveTo>
                <a:lnTo>
                  <a:pt x="4517651" y="1099344"/>
                </a:lnTo>
                <a:lnTo>
                  <a:pt x="4499337" y="1109923"/>
                </a:lnTo>
                <a:lnTo>
                  <a:pt x="4488759" y="1091603"/>
                </a:lnTo>
                <a:lnTo>
                  <a:pt x="4507079" y="1081031"/>
                </a:lnTo>
                <a:close/>
              </a:path>
              <a:path w="6655434" h="6988809">
                <a:moveTo>
                  <a:pt x="4581668" y="1211989"/>
                </a:moveTo>
                <a:lnTo>
                  <a:pt x="4591364" y="1228787"/>
                </a:lnTo>
                <a:lnTo>
                  <a:pt x="4574572" y="1238483"/>
                </a:lnTo>
                <a:lnTo>
                  <a:pt x="4564876" y="1221685"/>
                </a:lnTo>
                <a:lnTo>
                  <a:pt x="4581668" y="1211989"/>
                </a:lnTo>
                <a:close/>
              </a:path>
              <a:path w="6655434" h="6988809">
                <a:moveTo>
                  <a:pt x="4656263" y="1342960"/>
                </a:moveTo>
                <a:lnTo>
                  <a:pt x="4665076" y="1358223"/>
                </a:lnTo>
                <a:lnTo>
                  <a:pt x="4649812" y="1367037"/>
                </a:lnTo>
                <a:lnTo>
                  <a:pt x="4640999" y="1351773"/>
                </a:lnTo>
                <a:lnTo>
                  <a:pt x="4656263" y="1342960"/>
                </a:lnTo>
                <a:close/>
              </a:path>
              <a:path w="6655434" h="6988809">
                <a:moveTo>
                  <a:pt x="4730964" y="1473522"/>
                </a:moveTo>
                <a:lnTo>
                  <a:pt x="4739191" y="1487766"/>
                </a:lnTo>
                <a:lnTo>
                  <a:pt x="4724941" y="1495993"/>
                </a:lnTo>
                <a:lnTo>
                  <a:pt x="4716719" y="1481748"/>
                </a:lnTo>
                <a:lnTo>
                  <a:pt x="4730964" y="1473522"/>
                </a:lnTo>
                <a:close/>
              </a:path>
              <a:path w="6655434" h="6988809">
                <a:moveTo>
                  <a:pt x="4805672" y="1604084"/>
                </a:moveTo>
                <a:lnTo>
                  <a:pt x="4813307" y="1617310"/>
                </a:lnTo>
                <a:lnTo>
                  <a:pt x="4800080" y="1624951"/>
                </a:lnTo>
                <a:lnTo>
                  <a:pt x="4792440" y="1611719"/>
                </a:lnTo>
                <a:lnTo>
                  <a:pt x="4805672" y="1604084"/>
                </a:lnTo>
                <a:close/>
              </a:path>
              <a:path w="6655434" h="6988809">
                <a:moveTo>
                  <a:pt x="4880261" y="1735042"/>
                </a:moveTo>
                <a:lnTo>
                  <a:pt x="4887019" y="1746752"/>
                </a:lnTo>
                <a:lnTo>
                  <a:pt x="4875315" y="1753510"/>
                </a:lnTo>
                <a:lnTo>
                  <a:pt x="4868557" y="1741800"/>
                </a:lnTo>
                <a:lnTo>
                  <a:pt x="4880261" y="1735042"/>
                </a:lnTo>
                <a:close/>
              </a:path>
              <a:path w="6655434" h="6988809">
                <a:moveTo>
                  <a:pt x="4954856" y="1866013"/>
                </a:moveTo>
                <a:lnTo>
                  <a:pt x="4960731" y="1876188"/>
                </a:lnTo>
                <a:lnTo>
                  <a:pt x="4950556" y="1882064"/>
                </a:lnTo>
                <a:lnTo>
                  <a:pt x="4944680" y="1871888"/>
                </a:lnTo>
                <a:lnTo>
                  <a:pt x="4954856" y="1866013"/>
                </a:lnTo>
                <a:close/>
              </a:path>
              <a:path w="6655434" h="6988809">
                <a:moveTo>
                  <a:pt x="5029558" y="1996574"/>
                </a:moveTo>
                <a:lnTo>
                  <a:pt x="5034847" y="2005731"/>
                </a:lnTo>
                <a:lnTo>
                  <a:pt x="5025684" y="2011021"/>
                </a:lnTo>
                <a:lnTo>
                  <a:pt x="5020400" y="2001864"/>
                </a:lnTo>
                <a:lnTo>
                  <a:pt x="5029558" y="1996574"/>
                </a:lnTo>
                <a:close/>
              </a:path>
              <a:path w="6655434" h="6988809">
                <a:moveTo>
                  <a:pt x="5104265" y="2127136"/>
                </a:moveTo>
                <a:lnTo>
                  <a:pt x="5108962" y="2135275"/>
                </a:lnTo>
                <a:lnTo>
                  <a:pt x="5100824" y="2139978"/>
                </a:lnTo>
                <a:lnTo>
                  <a:pt x="5096121" y="2131839"/>
                </a:lnTo>
                <a:lnTo>
                  <a:pt x="5104265" y="2127136"/>
                </a:lnTo>
                <a:close/>
              </a:path>
              <a:path w="6655434" h="6988809">
                <a:moveTo>
                  <a:pt x="5178966" y="2257698"/>
                </a:moveTo>
                <a:lnTo>
                  <a:pt x="5183077" y="2264824"/>
                </a:lnTo>
                <a:lnTo>
                  <a:pt x="5175958" y="2268940"/>
                </a:lnTo>
                <a:lnTo>
                  <a:pt x="5171841" y="2261815"/>
                </a:lnTo>
                <a:lnTo>
                  <a:pt x="5178966" y="2257698"/>
                </a:lnTo>
                <a:close/>
              </a:path>
              <a:path w="6655434" h="6988809">
                <a:moveTo>
                  <a:pt x="5253662" y="2388266"/>
                </a:moveTo>
                <a:lnTo>
                  <a:pt x="5257187" y="2394367"/>
                </a:lnTo>
                <a:lnTo>
                  <a:pt x="5251086" y="2397891"/>
                </a:lnTo>
                <a:lnTo>
                  <a:pt x="5247562" y="2391790"/>
                </a:lnTo>
                <a:lnTo>
                  <a:pt x="5253662" y="2388266"/>
                </a:lnTo>
                <a:close/>
              </a:path>
              <a:path w="6655434" h="6988809">
                <a:moveTo>
                  <a:pt x="5328370" y="2518828"/>
                </a:moveTo>
                <a:lnTo>
                  <a:pt x="5331308" y="2523916"/>
                </a:lnTo>
                <a:lnTo>
                  <a:pt x="5326214" y="2526854"/>
                </a:lnTo>
                <a:lnTo>
                  <a:pt x="5323276" y="2521766"/>
                </a:lnTo>
                <a:lnTo>
                  <a:pt x="5328370" y="2518828"/>
                </a:lnTo>
                <a:close/>
              </a:path>
              <a:path w="6655434" h="6988809">
                <a:moveTo>
                  <a:pt x="5403071" y="2649390"/>
                </a:moveTo>
                <a:lnTo>
                  <a:pt x="5405417" y="2653459"/>
                </a:lnTo>
                <a:lnTo>
                  <a:pt x="5401348" y="2655810"/>
                </a:lnTo>
                <a:lnTo>
                  <a:pt x="5398996" y="2651741"/>
                </a:lnTo>
                <a:lnTo>
                  <a:pt x="5403071" y="2649390"/>
                </a:lnTo>
                <a:close/>
              </a:path>
              <a:path w="6655434" h="6988809">
                <a:moveTo>
                  <a:pt x="5477879" y="2779549"/>
                </a:moveTo>
                <a:lnTo>
                  <a:pt x="5479935" y="2783109"/>
                </a:lnTo>
                <a:lnTo>
                  <a:pt x="5476375" y="2785164"/>
                </a:lnTo>
                <a:lnTo>
                  <a:pt x="5474320" y="2781604"/>
                </a:lnTo>
                <a:lnTo>
                  <a:pt x="5477879" y="2779549"/>
                </a:lnTo>
                <a:close/>
              </a:path>
              <a:path w="6655434" h="6988809">
                <a:moveTo>
                  <a:pt x="5552581" y="2910111"/>
                </a:moveTo>
                <a:lnTo>
                  <a:pt x="5554050" y="2912658"/>
                </a:lnTo>
                <a:lnTo>
                  <a:pt x="5551503" y="2914127"/>
                </a:lnTo>
                <a:lnTo>
                  <a:pt x="5550034" y="2911580"/>
                </a:lnTo>
                <a:lnTo>
                  <a:pt x="5552581" y="2910111"/>
                </a:lnTo>
                <a:close/>
              </a:path>
              <a:path w="6655434" h="6988809">
                <a:moveTo>
                  <a:pt x="5627283" y="3040673"/>
                </a:moveTo>
                <a:lnTo>
                  <a:pt x="5628166" y="3042201"/>
                </a:lnTo>
                <a:lnTo>
                  <a:pt x="5626637" y="3043083"/>
                </a:lnTo>
                <a:lnTo>
                  <a:pt x="5625755" y="3041555"/>
                </a:lnTo>
                <a:lnTo>
                  <a:pt x="5627283" y="3040673"/>
                </a:lnTo>
                <a:close/>
              </a:path>
              <a:path w="6655434" h="6988809">
                <a:moveTo>
                  <a:pt x="3676347" y="0"/>
                </a:moveTo>
                <a:lnTo>
                  <a:pt x="3719088" y="0"/>
                </a:lnTo>
                <a:lnTo>
                  <a:pt x="3724471" y="9323"/>
                </a:lnTo>
                <a:lnTo>
                  <a:pt x="3692415" y="27832"/>
                </a:lnTo>
                <a:lnTo>
                  <a:pt x="3676347" y="0"/>
                </a:lnTo>
                <a:close/>
              </a:path>
              <a:path w="6655434" h="6988809">
                <a:moveTo>
                  <a:pt x="3780562" y="108225"/>
                </a:moveTo>
                <a:lnTo>
                  <a:pt x="3798189" y="138759"/>
                </a:lnTo>
                <a:lnTo>
                  <a:pt x="3767650" y="156391"/>
                </a:lnTo>
                <a:lnTo>
                  <a:pt x="3750023" y="125858"/>
                </a:lnTo>
                <a:lnTo>
                  <a:pt x="3780562" y="108225"/>
                </a:lnTo>
                <a:close/>
              </a:path>
              <a:path w="6655434" h="6988809">
                <a:moveTo>
                  <a:pt x="3855158" y="239197"/>
                </a:moveTo>
                <a:lnTo>
                  <a:pt x="3871902" y="268195"/>
                </a:lnTo>
                <a:lnTo>
                  <a:pt x="3842890" y="284946"/>
                </a:lnTo>
                <a:lnTo>
                  <a:pt x="3826146" y="255941"/>
                </a:lnTo>
                <a:lnTo>
                  <a:pt x="3855158" y="239197"/>
                </a:lnTo>
                <a:close/>
              </a:path>
              <a:path w="6655434" h="6988809">
                <a:moveTo>
                  <a:pt x="3929859" y="369758"/>
                </a:moveTo>
                <a:lnTo>
                  <a:pt x="3946017" y="397744"/>
                </a:lnTo>
                <a:lnTo>
                  <a:pt x="3918025" y="413903"/>
                </a:lnTo>
                <a:lnTo>
                  <a:pt x="3901867" y="385916"/>
                </a:lnTo>
                <a:lnTo>
                  <a:pt x="3929859" y="369758"/>
                </a:lnTo>
                <a:close/>
              </a:path>
              <a:path w="6655434" h="6988809">
                <a:moveTo>
                  <a:pt x="4004555" y="500320"/>
                </a:moveTo>
                <a:lnTo>
                  <a:pt x="4020127" y="527288"/>
                </a:lnTo>
                <a:lnTo>
                  <a:pt x="3993159" y="542859"/>
                </a:lnTo>
                <a:lnTo>
                  <a:pt x="3977593" y="515891"/>
                </a:lnTo>
                <a:lnTo>
                  <a:pt x="4004555" y="500320"/>
                </a:lnTo>
                <a:close/>
              </a:path>
              <a:path w="6655434" h="6988809">
                <a:moveTo>
                  <a:pt x="4079150" y="631285"/>
                </a:moveTo>
                <a:lnTo>
                  <a:pt x="4093839" y="656724"/>
                </a:lnTo>
                <a:lnTo>
                  <a:pt x="4068394" y="671413"/>
                </a:lnTo>
                <a:lnTo>
                  <a:pt x="4053704" y="645974"/>
                </a:lnTo>
                <a:lnTo>
                  <a:pt x="4079150" y="631285"/>
                </a:lnTo>
                <a:close/>
              </a:path>
              <a:path w="6655434" h="6988809">
                <a:moveTo>
                  <a:pt x="4153638" y="762646"/>
                </a:moveTo>
                <a:lnTo>
                  <a:pt x="4167154" y="786060"/>
                </a:lnTo>
                <a:lnTo>
                  <a:pt x="4143747" y="799571"/>
                </a:lnTo>
                <a:lnTo>
                  <a:pt x="4130230" y="776163"/>
                </a:lnTo>
                <a:lnTo>
                  <a:pt x="4153638" y="762646"/>
                </a:lnTo>
                <a:close/>
              </a:path>
              <a:path w="6655434" h="6988809">
                <a:moveTo>
                  <a:pt x="4228233" y="893617"/>
                </a:moveTo>
                <a:lnTo>
                  <a:pt x="4240867" y="915497"/>
                </a:lnTo>
                <a:lnTo>
                  <a:pt x="4218987" y="928131"/>
                </a:lnTo>
                <a:lnTo>
                  <a:pt x="4206353" y="906245"/>
                </a:lnTo>
                <a:lnTo>
                  <a:pt x="4228233" y="893617"/>
                </a:lnTo>
                <a:close/>
              </a:path>
              <a:path w="6655434" h="6988809">
                <a:moveTo>
                  <a:pt x="4302935" y="1024179"/>
                </a:moveTo>
                <a:lnTo>
                  <a:pt x="4314982" y="1045040"/>
                </a:lnTo>
                <a:lnTo>
                  <a:pt x="4294121" y="1057081"/>
                </a:lnTo>
                <a:lnTo>
                  <a:pt x="4282074" y="1036221"/>
                </a:lnTo>
                <a:lnTo>
                  <a:pt x="4302935" y="1024179"/>
                </a:lnTo>
                <a:close/>
              </a:path>
              <a:path w="6655434" h="6988809">
                <a:moveTo>
                  <a:pt x="4377530" y="1155138"/>
                </a:moveTo>
                <a:lnTo>
                  <a:pt x="4388695" y="1174477"/>
                </a:lnTo>
                <a:lnTo>
                  <a:pt x="4369362" y="1185641"/>
                </a:lnTo>
                <a:lnTo>
                  <a:pt x="4358197" y="1166302"/>
                </a:lnTo>
                <a:lnTo>
                  <a:pt x="4377530" y="1155138"/>
                </a:lnTo>
                <a:close/>
              </a:path>
              <a:path w="6655434" h="6988809">
                <a:moveTo>
                  <a:pt x="4452231" y="1285699"/>
                </a:moveTo>
                <a:lnTo>
                  <a:pt x="4462810" y="1304025"/>
                </a:lnTo>
                <a:lnTo>
                  <a:pt x="4444490" y="1314598"/>
                </a:lnTo>
                <a:lnTo>
                  <a:pt x="4433911" y="1296278"/>
                </a:lnTo>
                <a:lnTo>
                  <a:pt x="4452231" y="1285699"/>
                </a:lnTo>
                <a:close/>
              </a:path>
              <a:path w="6655434" h="6988809">
                <a:moveTo>
                  <a:pt x="4526825" y="1416670"/>
                </a:moveTo>
                <a:lnTo>
                  <a:pt x="4536523" y="1433462"/>
                </a:lnTo>
                <a:lnTo>
                  <a:pt x="4519731" y="1443158"/>
                </a:lnTo>
                <a:lnTo>
                  <a:pt x="4510034" y="1426360"/>
                </a:lnTo>
                <a:lnTo>
                  <a:pt x="4526825" y="1416670"/>
                </a:lnTo>
                <a:close/>
              </a:path>
              <a:path w="6655434" h="6988809">
                <a:moveTo>
                  <a:pt x="4601416" y="1547629"/>
                </a:moveTo>
                <a:lnTo>
                  <a:pt x="4610235" y="1562898"/>
                </a:lnTo>
                <a:lnTo>
                  <a:pt x="4594971" y="1571712"/>
                </a:lnTo>
                <a:lnTo>
                  <a:pt x="4586152" y="1556442"/>
                </a:lnTo>
                <a:lnTo>
                  <a:pt x="4601416" y="1547629"/>
                </a:lnTo>
                <a:close/>
              </a:path>
              <a:path w="6655434" h="6988809">
                <a:moveTo>
                  <a:pt x="4676123" y="1678190"/>
                </a:moveTo>
                <a:lnTo>
                  <a:pt x="4684350" y="1692441"/>
                </a:lnTo>
                <a:lnTo>
                  <a:pt x="4670105" y="1700668"/>
                </a:lnTo>
                <a:lnTo>
                  <a:pt x="4661878" y="1686417"/>
                </a:lnTo>
                <a:lnTo>
                  <a:pt x="4676123" y="1678190"/>
                </a:lnTo>
                <a:close/>
              </a:path>
              <a:path w="6655434" h="6988809">
                <a:moveTo>
                  <a:pt x="4750718" y="1809161"/>
                </a:moveTo>
                <a:lnTo>
                  <a:pt x="4758062" y="1821878"/>
                </a:lnTo>
                <a:lnTo>
                  <a:pt x="4745340" y="1829223"/>
                </a:lnTo>
                <a:lnTo>
                  <a:pt x="4737995" y="1816506"/>
                </a:lnTo>
                <a:lnTo>
                  <a:pt x="4750718" y="1809161"/>
                </a:lnTo>
                <a:close/>
              </a:path>
              <a:path w="6655434" h="6988809">
                <a:moveTo>
                  <a:pt x="4825312" y="1940126"/>
                </a:moveTo>
                <a:lnTo>
                  <a:pt x="4831775" y="1951315"/>
                </a:lnTo>
                <a:lnTo>
                  <a:pt x="4820581" y="1957782"/>
                </a:lnTo>
                <a:lnTo>
                  <a:pt x="4814118" y="1946588"/>
                </a:lnTo>
                <a:lnTo>
                  <a:pt x="4825312" y="1940126"/>
                </a:lnTo>
                <a:close/>
              </a:path>
              <a:path w="6655434" h="6988809">
                <a:moveTo>
                  <a:pt x="4899908" y="2071085"/>
                </a:moveTo>
                <a:lnTo>
                  <a:pt x="4905487" y="2080757"/>
                </a:lnTo>
                <a:lnTo>
                  <a:pt x="4895821" y="2086337"/>
                </a:lnTo>
                <a:lnTo>
                  <a:pt x="4890235" y="2076670"/>
                </a:lnTo>
                <a:lnTo>
                  <a:pt x="4899908" y="2071085"/>
                </a:lnTo>
                <a:close/>
              </a:path>
              <a:path w="6655434" h="6988809">
                <a:moveTo>
                  <a:pt x="4974610" y="2201646"/>
                </a:moveTo>
                <a:lnTo>
                  <a:pt x="4979609" y="2210300"/>
                </a:lnTo>
                <a:lnTo>
                  <a:pt x="4970955" y="2215300"/>
                </a:lnTo>
                <a:lnTo>
                  <a:pt x="4965956" y="2206646"/>
                </a:lnTo>
                <a:lnTo>
                  <a:pt x="4974610" y="2201646"/>
                </a:lnTo>
                <a:close/>
              </a:path>
              <a:path w="6655434" h="6988809">
                <a:moveTo>
                  <a:pt x="5049311" y="2332215"/>
                </a:moveTo>
                <a:lnTo>
                  <a:pt x="5053718" y="2339843"/>
                </a:lnTo>
                <a:lnTo>
                  <a:pt x="5046083" y="2344250"/>
                </a:lnTo>
                <a:lnTo>
                  <a:pt x="5041676" y="2336622"/>
                </a:lnTo>
                <a:lnTo>
                  <a:pt x="5049311" y="2332215"/>
                </a:lnTo>
                <a:close/>
              </a:path>
              <a:path w="6655434" h="6988809">
                <a:moveTo>
                  <a:pt x="5124118" y="2462374"/>
                </a:moveTo>
                <a:lnTo>
                  <a:pt x="5128236" y="2469493"/>
                </a:lnTo>
                <a:lnTo>
                  <a:pt x="5121111" y="2473610"/>
                </a:lnTo>
                <a:lnTo>
                  <a:pt x="5116994" y="2466484"/>
                </a:lnTo>
                <a:lnTo>
                  <a:pt x="5124118" y="2462374"/>
                </a:lnTo>
                <a:close/>
              </a:path>
              <a:path w="6655434" h="6988809">
                <a:moveTo>
                  <a:pt x="5198714" y="2593339"/>
                </a:moveTo>
                <a:lnTo>
                  <a:pt x="5201948" y="2598936"/>
                </a:lnTo>
                <a:lnTo>
                  <a:pt x="5196351" y="2602164"/>
                </a:lnTo>
                <a:lnTo>
                  <a:pt x="5193117" y="2596567"/>
                </a:lnTo>
                <a:lnTo>
                  <a:pt x="5198714" y="2593339"/>
                </a:lnTo>
                <a:close/>
              </a:path>
              <a:path w="6655434" h="6988809">
                <a:moveTo>
                  <a:pt x="5273416" y="2723900"/>
                </a:moveTo>
                <a:lnTo>
                  <a:pt x="5276064" y="2728479"/>
                </a:lnTo>
                <a:lnTo>
                  <a:pt x="5271479" y="2731127"/>
                </a:lnTo>
                <a:lnTo>
                  <a:pt x="5268837" y="2726548"/>
                </a:lnTo>
                <a:lnTo>
                  <a:pt x="5273416" y="2723900"/>
                </a:lnTo>
                <a:close/>
              </a:path>
              <a:path w="6655434" h="6988809">
                <a:moveTo>
                  <a:pt x="5348224" y="2854060"/>
                </a:moveTo>
                <a:lnTo>
                  <a:pt x="5350576" y="2858135"/>
                </a:lnTo>
                <a:lnTo>
                  <a:pt x="5346506" y="2860480"/>
                </a:lnTo>
                <a:lnTo>
                  <a:pt x="5344155" y="2856411"/>
                </a:lnTo>
                <a:lnTo>
                  <a:pt x="5348224" y="2854060"/>
                </a:lnTo>
                <a:close/>
              </a:path>
              <a:path w="6655434" h="6988809">
                <a:moveTo>
                  <a:pt x="5422925" y="2984621"/>
                </a:moveTo>
                <a:lnTo>
                  <a:pt x="5424691" y="2987684"/>
                </a:lnTo>
                <a:lnTo>
                  <a:pt x="5421641" y="2989443"/>
                </a:lnTo>
                <a:lnTo>
                  <a:pt x="5419875" y="2986386"/>
                </a:lnTo>
                <a:lnTo>
                  <a:pt x="5422925" y="2984621"/>
                </a:lnTo>
                <a:close/>
              </a:path>
              <a:path w="6655434" h="6988809">
                <a:moveTo>
                  <a:pt x="5497633" y="3115183"/>
                </a:moveTo>
                <a:lnTo>
                  <a:pt x="5498806" y="3117221"/>
                </a:lnTo>
                <a:lnTo>
                  <a:pt x="5496769" y="3118400"/>
                </a:lnTo>
                <a:lnTo>
                  <a:pt x="5495596" y="3116362"/>
                </a:lnTo>
                <a:lnTo>
                  <a:pt x="5497633" y="3115183"/>
                </a:lnTo>
                <a:close/>
              </a:path>
              <a:path w="6655434" h="6988809">
                <a:moveTo>
                  <a:pt x="5572441" y="3245354"/>
                </a:moveTo>
                <a:lnTo>
                  <a:pt x="5573318" y="3246876"/>
                </a:lnTo>
                <a:lnTo>
                  <a:pt x="5571796" y="3247753"/>
                </a:lnTo>
                <a:lnTo>
                  <a:pt x="5570919" y="3246231"/>
                </a:lnTo>
                <a:lnTo>
                  <a:pt x="5572441" y="3245354"/>
                </a:lnTo>
                <a:close/>
              </a:path>
              <a:path w="6655434" h="6988809">
                <a:moveTo>
                  <a:pt x="3576525" y="50978"/>
                </a:moveTo>
                <a:lnTo>
                  <a:pt x="3595917" y="84562"/>
                </a:lnTo>
                <a:lnTo>
                  <a:pt x="3562333" y="103954"/>
                </a:lnTo>
                <a:lnTo>
                  <a:pt x="3542941" y="70370"/>
                </a:lnTo>
                <a:lnTo>
                  <a:pt x="3576525" y="50978"/>
                </a:lnTo>
                <a:close/>
              </a:path>
              <a:path w="6655434" h="6988809">
                <a:moveTo>
                  <a:pt x="3651226" y="181539"/>
                </a:moveTo>
                <a:lnTo>
                  <a:pt x="3670032" y="214110"/>
                </a:lnTo>
                <a:lnTo>
                  <a:pt x="3637467" y="232910"/>
                </a:lnTo>
                <a:lnTo>
                  <a:pt x="3618661" y="200345"/>
                </a:lnTo>
                <a:lnTo>
                  <a:pt x="3651226" y="181539"/>
                </a:lnTo>
                <a:close/>
              </a:path>
              <a:path w="6655434" h="6988809">
                <a:moveTo>
                  <a:pt x="3725822" y="312504"/>
                </a:moveTo>
                <a:lnTo>
                  <a:pt x="3743745" y="343547"/>
                </a:lnTo>
                <a:lnTo>
                  <a:pt x="3712708" y="361470"/>
                </a:lnTo>
                <a:lnTo>
                  <a:pt x="3694784" y="330422"/>
                </a:lnTo>
                <a:lnTo>
                  <a:pt x="3725822" y="312504"/>
                </a:lnTo>
                <a:close/>
              </a:path>
              <a:path w="6655434" h="6988809">
                <a:moveTo>
                  <a:pt x="3800310" y="443866"/>
                </a:moveTo>
                <a:lnTo>
                  <a:pt x="3817054" y="472878"/>
                </a:lnTo>
                <a:lnTo>
                  <a:pt x="3788049" y="489622"/>
                </a:lnTo>
                <a:lnTo>
                  <a:pt x="3771305" y="460617"/>
                </a:lnTo>
                <a:lnTo>
                  <a:pt x="3800310" y="443866"/>
                </a:lnTo>
                <a:close/>
              </a:path>
              <a:path w="6655434" h="6988809">
                <a:moveTo>
                  <a:pt x="3875011" y="574428"/>
                </a:moveTo>
                <a:lnTo>
                  <a:pt x="3891169" y="602414"/>
                </a:lnTo>
                <a:lnTo>
                  <a:pt x="3863183" y="618573"/>
                </a:lnTo>
                <a:lnTo>
                  <a:pt x="3847025" y="590586"/>
                </a:lnTo>
                <a:lnTo>
                  <a:pt x="3875011" y="574428"/>
                </a:lnTo>
                <a:close/>
              </a:path>
              <a:path w="6655434" h="6988809">
                <a:moveTo>
                  <a:pt x="3949713" y="704990"/>
                </a:moveTo>
                <a:lnTo>
                  <a:pt x="3965285" y="731963"/>
                </a:lnTo>
                <a:lnTo>
                  <a:pt x="3938317" y="747535"/>
                </a:lnTo>
                <a:lnTo>
                  <a:pt x="3922746" y="720561"/>
                </a:lnTo>
                <a:lnTo>
                  <a:pt x="3949713" y="704990"/>
                </a:lnTo>
                <a:close/>
              </a:path>
              <a:path w="6655434" h="6988809">
                <a:moveTo>
                  <a:pt x="4024308" y="835960"/>
                </a:moveTo>
                <a:lnTo>
                  <a:pt x="4038997" y="861400"/>
                </a:lnTo>
                <a:lnTo>
                  <a:pt x="4013558" y="876089"/>
                </a:lnTo>
                <a:lnTo>
                  <a:pt x="3998868" y="850650"/>
                </a:lnTo>
                <a:lnTo>
                  <a:pt x="4024308" y="835960"/>
                </a:lnTo>
                <a:close/>
              </a:path>
              <a:path w="6655434" h="6988809">
                <a:moveTo>
                  <a:pt x="4098796" y="967329"/>
                </a:moveTo>
                <a:lnTo>
                  <a:pt x="4112307" y="990730"/>
                </a:lnTo>
                <a:lnTo>
                  <a:pt x="4088899" y="1004246"/>
                </a:lnTo>
                <a:lnTo>
                  <a:pt x="4075388" y="980839"/>
                </a:lnTo>
                <a:lnTo>
                  <a:pt x="4098796" y="967329"/>
                </a:lnTo>
                <a:close/>
              </a:path>
              <a:path w="6655434" h="6988809">
                <a:moveTo>
                  <a:pt x="4173391" y="1098293"/>
                </a:moveTo>
                <a:lnTo>
                  <a:pt x="4186025" y="1120167"/>
                </a:lnTo>
                <a:lnTo>
                  <a:pt x="4164139" y="1132801"/>
                </a:lnTo>
                <a:lnTo>
                  <a:pt x="4151512" y="1110927"/>
                </a:lnTo>
                <a:lnTo>
                  <a:pt x="4173391" y="1098293"/>
                </a:lnTo>
                <a:close/>
              </a:path>
              <a:path w="6655434" h="6988809">
                <a:moveTo>
                  <a:pt x="4248093" y="1228855"/>
                </a:moveTo>
                <a:lnTo>
                  <a:pt x="4260135" y="1249716"/>
                </a:lnTo>
                <a:lnTo>
                  <a:pt x="4239273" y="1261763"/>
                </a:lnTo>
                <a:lnTo>
                  <a:pt x="4227232" y="1240902"/>
                </a:lnTo>
                <a:lnTo>
                  <a:pt x="4248093" y="1228855"/>
                </a:lnTo>
                <a:close/>
              </a:path>
              <a:path w="6655434" h="6988809">
                <a:moveTo>
                  <a:pt x="4322688" y="1359813"/>
                </a:moveTo>
                <a:lnTo>
                  <a:pt x="4333853" y="1379152"/>
                </a:lnTo>
                <a:lnTo>
                  <a:pt x="4314514" y="1390317"/>
                </a:lnTo>
                <a:lnTo>
                  <a:pt x="4303349" y="1370978"/>
                </a:lnTo>
                <a:lnTo>
                  <a:pt x="4322688" y="1359813"/>
                </a:lnTo>
                <a:close/>
              </a:path>
              <a:path w="6655434" h="6988809">
                <a:moveTo>
                  <a:pt x="4397283" y="1490784"/>
                </a:moveTo>
                <a:lnTo>
                  <a:pt x="4407565" y="1508588"/>
                </a:lnTo>
                <a:lnTo>
                  <a:pt x="4389755" y="1518871"/>
                </a:lnTo>
                <a:lnTo>
                  <a:pt x="4379472" y="1501067"/>
                </a:lnTo>
                <a:lnTo>
                  <a:pt x="4397283" y="1490784"/>
                </a:lnTo>
                <a:close/>
              </a:path>
              <a:path w="6655434" h="6988809">
                <a:moveTo>
                  <a:pt x="4471878" y="1621743"/>
                </a:moveTo>
                <a:lnTo>
                  <a:pt x="4481278" y="1638031"/>
                </a:lnTo>
                <a:lnTo>
                  <a:pt x="4464989" y="1647431"/>
                </a:lnTo>
                <a:lnTo>
                  <a:pt x="4455589" y="1631148"/>
                </a:lnTo>
                <a:lnTo>
                  <a:pt x="4471878" y="1621743"/>
                </a:lnTo>
                <a:close/>
              </a:path>
              <a:path w="6655434" h="6988809">
                <a:moveTo>
                  <a:pt x="4546473" y="1752708"/>
                </a:moveTo>
                <a:lnTo>
                  <a:pt x="4554990" y="1767468"/>
                </a:lnTo>
                <a:lnTo>
                  <a:pt x="4540236" y="1775985"/>
                </a:lnTo>
                <a:lnTo>
                  <a:pt x="4531712" y="1761231"/>
                </a:lnTo>
                <a:lnTo>
                  <a:pt x="4546473" y="1752708"/>
                </a:lnTo>
                <a:close/>
              </a:path>
              <a:path w="6655434" h="6988809">
                <a:moveTo>
                  <a:pt x="4621175" y="1883276"/>
                </a:moveTo>
                <a:lnTo>
                  <a:pt x="4629106" y="1897011"/>
                </a:lnTo>
                <a:lnTo>
                  <a:pt x="4615364" y="1904942"/>
                </a:lnTo>
                <a:lnTo>
                  <a:pt x="4607433" y="1891206"/>
                </a:lnTo>
                <a:lnTo>
                  <a:pt x="4621175" y="1883276"/>
                </a:lnTo>
                <a:close/>
              </a:path>
              <a:path w="6655434" h="6988809">
                <a:moveTo>
                  <a:pt x="4695876" y="2013837"/>
                </a:moveTo>
                <a:lnTo>
                  <a:pt x="4703221" y="2026554"/>
                </a:lnTo>
                <a:lnTo>
                  <a:pt x="4690498" y="2033899"/>
                </a:lnTo>
                <a:lnTo>
                  <a:pt x="4683153" y="2021182"/>
                </a:lnTo>
                <a:lnTo>
                  <a:pt x="4695876" y="2013837"/>
                </a:lnTo>
                <a:close/>
              </a:path>
              <a:path w="6655434" h="6988809">
                <a:moveTo>
                  <a:pt x="4770359" y="2145199"/>
                </a:moveTo>
                <a:lnTo>
                  <a:pt x="4776530" y="2155884"/>
                </a:lnTo>
                <a:lnTo>
                  <a:pt x="4765845" y="2162056"/>
                </a:lnTo>
                <a:lnTo>
                  <a:pt x="4759673" y="2151371"/>
                </a:lnTo>
                <a:lnTo>
                  <a:pt x="4770359" y="2145199"/>
                </a:lnTo>
                <a:close/>
              </a:path>
              <a:path w="6655434" h="6988809">
                <a:moveTo>
                  <a:pt x="4845066" y="2275761"/>
                </a:moveTo>
                <a:lnTo>
                  <a:pt x="4850646" y="2285433"/>
                </a:lnTo>
                <a:lnTo>
                  <a:pt x="4840979" y="2291013"/>
                </a:lnTo>
                <a:lnTo>
                  <a:pt x="4835394" y="2281346"/>
                </a:lnTo>
                <a:lnTo>
                  <a:pt x="4845066" y="2275761"/>
                </a:lnTo>
                <a:close/>
              </a:path>
              <a:path w="6655434" h="6988809">
                <a:moveTo>
                  <a:pt x="4919768" y="2406329"/>
                </a:moveTo>
                <a:lnTo>
                  <a:pt x="4924761" y="2414977"/>
                </a:lnTo>
                <a:lnTo>
                  <a:pt x="4916108" y="2419970"/>
                </a:lnTo>
                <a:lnTo>
                  <a:pt x="4911114" y="2411322"/>
                </a:lnTo>
                <a:lnTo>
                  <a:pt x="4919768" y="2406329"/>
                </a:lnTo>
                <a:close/>
              </a:path>
              <a:path w="6655434" h="6988809">
                <a:moveTo>
                  <a:pt x="4994469" y="2536891"/>
                </a:moveTo>
                <a:lnTo>
                  <a:pt x="4998876" y="2544520"/>
                </a:lnTo>
                <a:lnTo>
                  <a:pt x="4991241" y="2548927"/>
                </a:lnTo>
                <a:lnTo>
                  <a:pt x="4986835" y="2541298"/>
                </a:lnTo>
                <a:lnTo>
                  <a:pt x="4994469" y="2536891"/>
                </a:lnTo>
                <a:close/>
              </a:path>
              <a:path w="6655434" h="6988809">
                <a:moveTo>
                  <a:pt x="5069165" y="2667453"/>
                </a:moveTo>
                <a:lnTo>
                  <a:pt x="5072986" y="2674069"/>
                </a:lnTo>
                <a:lnTo>
                  <a:pt x="5066375" y="2677883"/>
                </a:lnTo>
                <a:lnTo>
                  <a:pt x="5062555" y="2671273"/>
                </a:lnTo>
                <a:lnTo>
                  <a:pt x="5069165" y="2667453"/>
                </a:lnTo>
                <a:close/>
              </a:path>
              <a:path w="6655434" h="6988809">
                <a:moveTo>
                  <a:pt x="5143766" y="2798411"/>
                </a:moveTo>
                <a:lnTo>
                  <a:pt x="5146704" y="2803499"/>
                </a:lnTo>
                <a:lnTo>
                  <a:pt x="5141616" y="2806437"/>
                </a:lnTo>
                <a:lnTo>
                  <a:pt x="5138678" y="2801349"/>
                </a:lnTo>
                <a:lnTo>
                  <a:pt x="5143766" y="2798411"/>
                </a:lnTo>
                <a:close/>
              </a:path>
              <a:path w="6655434" h="6988809">
                <a:moveTo>
                  <a:pt x="5218574" y="2928576"/>
                </a:moveTo>
                <a:lnTo>
                  <a:pt x="5221216" y="2933161"/>
                </a:lnTo>
                <a:lnTo>
                  <a:pt x="5216637" y="2935803"/>
                </a:lnTo>
                <a:lnTo>
                  <a:pt x="5213996" y="2931224"/>
                </a:lnTo>
                <a:lnTo>
                  <a:pt x="5218574" y="2928576"/>
                </a:lnTo>
                <a:close/>
              </a:path>
              <a:path w="6655434" h="6988809">
                <a:moveTo>
                  <a:pt x="5293276" y="3059138"/>
                </a:moveTo>
                <a:lnTo>
                  <a:pt x="5295331" y="3062698"/>
                </a:lnTo>
                <a:lnTo>
                  <a:pt x="5291766" y="3064759"/>
                </a:lnTo>
                <a:lnTo>
                  <a:pt x="5289710" y="3061200"/>
                </a:lnTo>
                <a:lnTo>
                  <a:pt x="5293276" y="3059138"/>
                </a:lnTo>
                <a:close/>
              </a:path>
              <a:path w="6655434" h="6988809">
                <a:moveTo>
                  <a:pt x="5367978" y="3189706"/>
                </a:moveTo>
                <a:lnTo>
                  <a:pt x="5369446" y="3192247"/>
                </a:lnTo>
                <a:lnTo>
                  <a:pt x="5366905" y="3193716"/>
                </a:lnTo>
                <a:lnTo>
                  <a:pt x="5365437" y="3191175"/>
                </a:lnTo>
                <a:lnTo>
                  <a:pt x="5367978" y="3189706"/>
                </a:lnTo>
                <a:close/>
              </a:path>
              <a:path w="6655434" h="6988809">
                <a:moveTo>
                  <a:pt x="5442786" y="3319865"/>
                </a:moveTo>
                <a:lnTo>
                  <a:pt x="5443965" y="3321903"/>
                </a:lnTo>
                <a:lnTo>
                  <a:pt x="5441927" y="3323076"/>
                </a:lnTo>
                <a:lnTo>
                  <a:pt x="5440748" y="3321038"/>
                </a:lnTo>
                <a:lnTo>
                  <a:pt x="5442786" y="3319865"/>
                </a:lnTo>
                <a:close/>
              </a:path>
              <a:path w="6655434" h="6988809">
                <a:moveTo>
                  <a:pt x="3361050" y="0"/>
                </a:moveTo>
                <a:lnTo>
                  <a:pt x="3376458" y="0"/>
                </a:lnTo>
                <a:lnTo>
                  <a:pt x="3394048" y="30466"/>
                </a:lnTo>
                <a:lnTo>
                  <a:pt x="3356898" y="51913"/>
                </a:lnTo>
                <a:lnTo>
                  <a:pt x="3335457" y="14775"/>
                </a:lnTo>
                <a:lnTo>
                  <a:pt x="3361050" y="0"/>
                </a:lnTo>
                <a:close/>
              </a:path>
              <a:path w="6655434" h="6988809">
                <a:moveTo>
                  <a:pt x="3447195" y="124287"/>
                </a:moveTo>
                <a:lnTo>
                  <a:pt x="3467760" y="159908"/>
                </a:lnTo>
                <a:lnTo>
                  <a:pt x="3432144" y="180472"/>
                </a:lnTo>
                <a:lnTo>
                  <a:pt x="3411580" y="144851"/>
                </a:lnTo>
                <a:lnTo>
                  <a:pt x="3447195" y="124287"/>
                </a:lnTo>
                <a:close/>
              </a:path>
              <a:path w="6655434" h="6988809">
                <a:moveTo>
                  <a:pt x="3521790" y="255251"/>
                </a:moveTo>
                <a:lnTo>
                  <a:pt x="3541473" y="289344"/>
                </a:lnTo>
                <a:lnTo>
                  <a:pt x="3507386" y="309027"/>
                </a:lnTo>
                <a:lnTo>
                  <a:pt x="3487703" y="274934"/>
                </a:lnTo>
                <a:lnTo>
                  <a:pt x="3521790" y="255251"/>
                </a:lnTo>
                <a:close/>
              </a:path>
              <a:path w="6655434" h="6988809">
                <a:moveTo>
                  <a:pt x="3596385" y="386216"/>
                </a:moveTo>
                <a:lnTo>
                  <a:pt x="3615185" y="418782"/>
                </a:lnTo>
                <a:lnTo>
                  <a:pt x="3582620" y="437587"/>
                </a:lnTo>
                <a:lnTo>
                  <a:pt x="3563814" y="405016"/>
                </a:lnTo>
                <a:lnTo>
                  <a:pt x="3596385" y="386216"/>
                </a:lnTo>
                <a:close/>
              </a:path>
              <a:path w="6655434" h="6988809">
                <a:moveTo>
                  <a:pt x="3670981" y="517181"/>
                </a:moveTo>
                <a:lnTo>
                  <a:pt x="3688904" y="548218"/>
                </a:lnTo>
                <a:lnTo>
                  <a:pt x="3657861" y="566141"/>
                </a:lnTo>
                <a:lnTo>
                  <a:pt x="3639938" y="535104"/>
                </a:lnTo>
                <a:lnTo>
                  <a:pt x="3670981" y="517181"/>
                </a:lnTo>
                <a:close/>
              </a:path>
              <a:path w="6655434" h="6988809">
                <a:moveTo>
                  <a:pt x="3745468" y="648549"/>
                </a:moveTo>
                <a:lnTo>
                  <a:pt x="3762213" y="677554"/>
                </a:lnTo>
                <a:lnTo>
                  <a:pt x="3733214" y="694298"/>
                </a:lnTo>
                <a:lnTo>
                  <a:pt x="3716463" y="665293"/>
                </a:lnTo>
                <a:lnTo>
                  <a:pt x="3745468" y="648549"/>
                </a:lnTo>
                <a:close/>
              </a:path>
              <a:path w="6655434" h="6988809">
                <a:moveTo>
                  <a:pt x="3820171" y="779111"/>
                </a:moveTo>
                <a:lnTo>
                  <a:pt x="3836329" y="807097"/>
                </a:lnTo>
                <a:lnTo>
                  <a:pt x="3808342" y="823255"/>
                </a:lnTo>
                <a:lnTo>
                  <a:pt x="3792184" y="795269"/>
                </a:lnTo>
                <a:lnTo>
                  <a:pt x="3820171" y="779111"/>
                </a:lnTo>
                <a:close/>
              </a:path>
              <a:path w="6655434" h="6988809">
                <a:moveTo>
                  <a:pt x="3894765" y="910076"/>
                </a:moveTo>
                <a:lnTo>
                  <a:pt x="3910041" y="936534"/>
                </a:lnTo>
                <a:lnTo>
                  <a:pt x="3883583" y="951809"/>
                </a:lnTo>
                <a:lnTo>
                  <a:pt x="3868307" y="925351"/>
                </a:lnTo>
                <a:lnTo>
                  <a:pt x="3894765" y="910076"/>
                </a:lnTo>
                <a:close/>
              </a:path>
              <a:path w="6655434" h="6988809">
                <a:moveTo>
                  <a:pt x="3969355" y="1041041"/>
                </a:moveTo>
                <a:lnTo>
                  <a:pt x="3983754" y="1065971"/>
                </a:lnTo>
                <a:lnTo>
                  <a:pt x="3958818" y="1080369"/>
                </a:lnTo>
                <a:lnTo>
                  <a:pt x="3944425" y="1055433"/>
                </a:lnTo>
                <a:lnTo>
                  <a:pt x="3969355" y="1041041"/>
                </a:lnTo>
                <a:close/>
              </a:path>
              <a:path w="6655434" h="6988809">
                <a:moveTo>
                  <a:pt x="4043843" y="1172402"/>
                </a:moveTo>
                <a:lnTo>
                  <a:pt x="4057069" y="1195307"/>
                </a:lnTo>
                <a:lnTo>
                  <a:pt x="4034171" y="1208527"/>
                </a:lnTo>
                <a:lnTo>
                  <a:pt x="4020944" y="1185623"/>
                </a:lnTo>
                <a:lnTo>
                  <a:pt x="4043843" y="1172402"/>
                </a:lnTo>
                <a:close/>
              </a:path>
              <a:path w="6655434" h="6988809">
                <a:moveTo>
                  <a:pt x="4118550" y="1302964"/>
                </a:moveTo>
                <a:lnTo>
                  <a:pt x="4131184" y="1324844"/>
                </a:lnTo>
                <a:lnTo>
                  <a:pt x="4109299" y="1337478"/>
                </a:lnTo>
                <a:lnTo>
                  <a:pt x="4096665" y="1315598"/>
                </a:lnTo>
                <a:lnTo>
                  <a:pt x="4118550" y="1302964"/>
                </a:lnTo>
                <a:close/>
              </a:path>
              <a:path w="6655434" h="6988809">
                <a:moveTo>
                  <a:pt x="4193145" y="1433929"/>
                </a:moveTo>
                <a:lnTo>
                  <a:pt x="4204897" y="1454287"/>
                </a:lnTo>
                <a:lnTo>
                  <a:pt x="4184539" y="1466038"/>
                </a:lnTo>
                <a:lnTo>
                  <a:pt x="4172788" y="1445680"/>
                </a:lnTo>
                <a:lnTo>
                  <a:pt x="4193145" y="1433929"/>
                </a:lnTo>
                <a:close/>
              </a:path>
              <a:path w="6655434" h="6988809">
                <a:moveTo>
                  <a:pt x="4267734" y="1564894"/>
                </a:moveTo>
                <a:lnTo>
                  <a:pt x="4278609" y="1583723"/>
                </a:lnTo>
                <a:lnTo>
                  <a:pt x="4259780" y="1594592"/>
                </a:lnTo>
                <a:lnTo>
                  <a:pt x="4248911" y="1575763"/>
                </a:lnTo>
                <a:lnTo>
                  <a:pt x="4267734" y="1564894"/>
                </a:lnTo>
                <a:close/>
              </a:path>
              <a:path w="6655434" h="6988809">
                <a:moveTo>
                  <a:pt x="4342436" y="1695456"/>
                </a:moveTo>
                <a:lnTo>
                  <a:pt x="4352725" y="1713272"/>
                </a:lnTo>
                <a:lnTo>
                  <a:pt x="4334914" y="1723555"/>
                </a:lnTo>
                <a:lnTo>
                  <a:pt x="4324626" y="1705738"/>
                </a:lnTo>
                <a:lnTo>
                  <a:pt x="4342436" y="1695456"/>
                </a:lnTo>
                <a:close/>
              </a:path>
              <a:path w="6655434" h="6988809">
                <a:moveTo>
                  <a:pt x="4416931" y="1826823"/>
                </a:moveTo>
                <a:lnTo>
                  <a:pt x="4426034" y="1842596"/>
                </a:lnTo>
                <a:lnTo>
                  <a:pt x="4410255" y="1851706"/>
                </a:lnTo>
                <a:lnTo>
                  <a:pt x="4401151" y="1835933"/>
                </a:lnTo>
                <a:lnTo>
                  <a:pt x="4416931" y="1826823"/>
                </a:lnTo>
                <a:close/>
              </a:path>
              <a:path w="6655434" h="6988809">
                <a:moveTo>
                  <a:pt x="4491626" y="1957391"/>
                </a:moveTo>
                <a:lnTo>
                  <a:pt x="4500143" y="1972140"/>
                </a:lnTo>
                <a:lnTo>
                  <a:pt x="4485389" y="1980663"/>
                </a:lnTo>
                <a:lnTo>
                  <a:pt x="4476872" y="1965909"/>
                </a:lnTo>
                <a:lnTo>
                  <a:pt x="4491626" y="1957391"/>
                </a:lnTo>
                <a:close/>
              </a:path>
              <a:path w="6655434" h="6988809">
                <a:moveTo>
                  <a:pt x="4566227" y="2088350"/>
                </a:moveTo>
                <a:lnTo>
                  <a:pt x="4573862" y="2101576"/>
                </a:lnTo>
                <a:lnTo>
                  <a:pt x="4560630" y="2109217"/>
                </a:lnTo>
                <a:lnTo>
                  <a:pt x="4552989" y="2095991"/>
                </a:lnTo>
                <a:lnTo>
                  <a:pt x="4566227" y="2088350"/>
                </a:lnTo>
                <a:close/>
              </a:path>
              <a:path w="6655434" h="6988809">
                <a:moveTo>
                  <a:pt x="4640923" y="2218912"/>
                </a:moveTo>
                <a:lnTo>
                  <a:pt x="4647971" y="2231125"/>
                </a:lnTo>
                <a:lnTo>
                  <a:pt x="4635758" y="2238180"/>
                </a:lnTo>
                <a:lnTo>
                  <a:pt x="4628709" y="2225966"/>
                </a:lnTo>
                <a:lnTo>
                  <a:pt x="4640923" y="2218912"/>
                </a:lnTo>
                <a:close/>
              </a:path>
              <a:path w="6655434" h="6988809">
                <a:moveTo>
                  <a:pt x="4715411" y="2350279"/>
                </a:moveTo>
                <a:lnTo>
                  <a:pt x="4721287" y="2360455"/>
                </a:lnTo>
                <a:lnTo>
                  <a:pt x="4711111" y="2366331"/>
                </a:lnTo>
                <a:lnTo>
                  <a:pt x="4705235" y="2356155"/>
                </a:lnTo>
                <a:lnTo>
                  <a:pt x="4715411" y="2350279"/>
                </a:lnTo>
                <a:close/>
              </a:path>
              <a:path w="6655434" h="6988809">
                <a:moveTo>
                  <a:pt x="4790113" y="2480841"/>
                </a:moveTo>
                <a:lnTo>
                  <a:pt x="4795402" y="2489998"/>
                </a:lnTo>
                <a:lnTo>
                  <a:pt x="4786245" y="2495287"/>
                </a:lnTo>
                <a:lnTo>
                  <a:pt x="4780956" y="2486130"/>
                </a:lnTo>
                <a:lnTo>
                  <a:pt x="4790113" y="2480841"/>
                </a:lnTo>
                <a:close/>
              </a:path>
              <a:path w="6655434" h="6988809">
                <a:moveTo>
                  <a:pt x="4864814" y="2611403"/>
                </a:moveTo>
                <a:lnTo>
                  <a:pt x="4869517" y="2619547"/>
                </a:lnTo>
                <a:lnTo>
                  <a:pt x="4861373" y="2624250"/>
                </a:lnTo>
                <a:lnTo>
                  <a:pt x="4856670" y="2616106"/>
                </a:lnTo>
                <a:lnTo>
                  <a:pt x="4864814" y="2611403"/>
                </a:lnTo>
                <a:close/>
              </a:path>
              <a:path w="6655434" h="6988809">
                <a:moveTo>
                  <a:pt x="4939516" y="2741965"/>
                </a:moveTo>
                <a:lnTo>
                  <a:pt x="4943627" y="2749090"/>
                </a:lnTo>
                <a:lnTo>
                  <a:pt x="4936501" y="2753207"/>
                </a:lnTo>
                <a:lnTo>
                  <a:pt x="4932391" y="2746081"/>
                </a:lnTo>
                <a:lnTo>
                  <a:pt x="4939516" y="2741965"/>
                </a:lnTo>
                <a:close/>
              </a:path>
              <a:path w="6655434" h="6988809">
                <a:moveTo>
                  <a:pt x="5014217" y="2872533"/>
                </a:moveTo>
                <a:lnTo>
                  <a:pt x="5017748" y="2878639"/>
                </a:lnTo>
                <a:lnTo>
                  <a:pt x="5011641" y="2882164"/>
                </a:lnTo>
                <a:lnTo>
                  <a:pt x="5008117" y="2876057"/>
                </a:lnTo>
                <a:lnTo>
                  <a:pt x="5014217" y="2872533"/>
                </a:lnTo>
                <a:close/>
              </a:path>
              <a:path w="6655434" h="6988809">
                <a:moveTo>
                  <a:pt x="5088919" y="3003095"/>
                </a:moveTo>
                <a:lnTo>
                  <a:pt x="5091857" y="3008182"/>
                </a:lnTo>
                <a:lnTo>
                  <a:pt x="5086769" y="3011120"/>
                </a:lnTo>
                <a:lnTo>
                  <a:pt x="5083832" y="3006032"/>
                </a:lnTo>
                <a:lnTo>
                  <a:pt x="5088919" y="3003095"/>
                </a:lnTo>
                <a:close/>
              </a:path>
              <a:path w="6655434" h="6988809">
                <a:moveTo>
                  <a:pt x="5163627" y="3133656"/>
                </a:moveTo>
                <a:lnTo>
                  <a:pt x="5165978" y="3137726"/>
                </a:lnTo>
                <a:lnTo>
                  <a:pt x="5161903" y="3140077"/>
                </a:lnTo>
                <a:lnTo>
                  <a:pt x="5159552" y="3136008"/>
                </a:lnTo>
                <a:lnTo>
                  <a:pt x="5163627" y="3133656"/>
                </a:lnTo>
                <a:close/>
              </a:path>
              <a:path w="6655434" h="6988809">
                <a:moveTo>
                  <a:pt x="5238321" y="3264218"/>
                </a:moveTo>
                <a:lnTo>
                  <a:pt x="5240088" y="3267275"/>
                </a:lnTo>
                <a:lnTo>
                  <a:pt x="5237031" y="3269034"/>
                </a:lnTo>
                <a:lnTo>
                  <a:pt x="5235272" y="3265983"/>
                </a:lnTo>
                <a:lnTo>
                  <a:pt x="5238321" y="3264218"/>
                </a:lnTo>
                <a:close/>
              </a:path>
              <a:path w="6655434" h="6988809">
                <a:moveTo>
                  <a:pt x="5313024" y="3394780"/>
                </a:moveTo>
                <a:lnTo>
                  <a:pt x="5314203" y="3396818"/>
                </a:lnTo>
                <a:lnTo>
                  <a:pt x="5312165" y="3397997"/>
                </a:lnTo>
                <a:lnTo>
                  <a:pt x="5310993" y="3395959"/>
                </a:lnTo>
                <a:lnTo>
                  <a:pt x="5313024" y="3394780"/>
                </a:lnTo>
                <a:close/>
              </a:path>
              <a:path w="6655434" h="6988809">
                <a:moveTo>
                  <a:pt x="5387838" y="3524939"/>
                </a:moveTo>
                <a:lnTo>
                  <a:pt x="5388721" y="3526467"/>
                </a:lnTo>
                <a:lnTo>
                  <a:pt x="5387193" y="3527350"/>
                </a:lnTo>
                <a:lnTo>
                  <a:pt x="5386310" y="3525822"/>
                </a:lnTo>
                <a:lnTo>
                  <a:pt x="5387838" y="3524939"/>
                </a:lnTo>
                <a:close/>
              </a:path>
              <a:path w="6655434" h="6988809">
                <a:moveTo>
                  <a:pt x="3243165" y="67034"/>
                </a:moveTo>
                <a:lnTo>
                  <a:pt x="3265495" y="105706"/>
                </a:lnTo>
                <a:lnTo>
                  <a:pt x="3226817" y="128036"/>
                </a:lnTo>
                <a:lnTo>
                  <a:pt x="3204493" y="89364"/>
                </a:lnTo>
                <a:lnTo>
                  <a:pt x="3243165" y="67034"/>
                </a:lnTo>
                <a:close/>
              </a:path>
              <a:path w="6655434" h="6988809">
                <a:moveTo>
                  <a:pt x="3317760" y="197999"/>
                </a:moveTo>
                <a:lnTo>
                  <a:pt x="3339207" y="235148"/>
                </a:lnTo>
                <a:lnTo>
                  <a:pt x="3302058" y="256596"/>
                </a:lnTo>
                <a:lnTo>
                  <a:pt x="3280611" y="219446"/>
                </a:lnTo>
                <a:lnTo>
                  <a:pt x="3317760" y="197999"/>
                </a:lnTo>
                <a:close/>
              </a:path>
              <a:path w="6655434" h="6988809">
                <a:moveTo>
                  <a:pt x="3392462" y="328561"/>
                </a:moveTo>
                <a:lnTo>
                  <a:pt x="3413322" y="364692"/>
                </a:lnTo>
                <a:lnTo>
                  <a:pt x="3377192" y="385552"/>
                </a:lnTo>
                <a:lnTo>
                  <a:pt x="3356331" y="349422"/>
                </a:lnTo>
                <a:lnTo>
                  <a:pt x="3392462" y="328561"/>
                </a:lnTo>
                <a:close/>
              </a:path>
              <a:path w="6655434" h="6988809">
                <a:moveTo>
                  <a:pt x="3466950" y="459934"/>
                </a:moveTo>
                <a:lnTo>
                  <a:pt x="3486632" y="494021"/>
                </a:lnTo>
                <a:lnTo>
                  <a:pt x="3452540" y="513704"/>
                </a:lnTo>
                <a:lnTo>
                  <a:pt x="3432857" y="479617"/>
                </a:lnTo>
                <a:lnTo>
                  <a:pt x="3466950" y="459934"/>
                </a:lnTo>
                <a:close/>
              </a:path>
              <a:path w="6655434" h="6988809">
                <a:moveTo>
                  <a:pt x="3541545" y="590893"/>
                </a:moveTo>
                <a:lnTo>
                  <a:pt x="3560351" y="623458"/>
                </a:lnTo>
                <a:lnTo>
                  <a:pt x="3527780" y="642264"/>
                </a:lnTo>
                <a:lnTo>
                  <a:pt x="3508980" y="609693"/>
                </a:lnTo>
                <a:lnTo>
                  <a:pt x="3541545" y="590893"/>
                </a:lnTo>
                <a:close/>
              </a:path>
              <a:path w="6655434" h="6988809">
                <a:moveTo>
                  <a:pt x="3616140" y="721858"/>
                </a:moveTo>
                <a:lnTo>
                  <a:pt x="3634063" y="752895"/>
                </a:lnTo>
                <a:lnTo>
                  <a:pt x="3603015" y="770818"/>
                </a:lnTo>
                <a:lnTo>
                  <a:pt x="3585097" y="739781"/>
                </a:lnTo>
                <a:lnTo>
                  <a:pt x="3616140" y="721858"/>
                </a:lnTo>
                <a:close/>
              </a:path>
              <a:path w="6655434" h="6988809">
                <a:moveTo>
                  <a:pt x="3690623" y="853225"/>
                </a:moveTo>
                <a:lnTo>
                  <a:pt x="3707367" y="882230"/>
                </a:lnTo>
                <a:lnTo>
                  <a:pt x="3678368" y="898974"/>
                </a:lnTo>
                <a:lnTo>
                  <a:pt x="3661623" y="869969"/>
                </a:lnTo>
                <a:lnTo>
                  <a:pt x="3690623" y="853225"/>
                </a:lnTo>
                <a:close/>
              </a:path>
              <a:path w="6655434" h="6988809">
                <a:moveTo>
                  <a:pt x="3765330" y="983787"/>
                </a:moveTo>
                <a:lnTo>
                  <a:pt x="3781488" y="1011773"/>
                </a:lnTo>
                <a:lnTo>
                  <a:pt x="3753502" y="1027932"/>
                </a:lnTo>
                <a:lnTo>
                  <a:pt x="3737344" y="999945"/>
                </a:lnTo>
                <a:lnTo>
                  <a:pt x="3765330" y="983787"/>
                </a:lnTo>
                <a:close/>
              </a:path>
              <a:path w="6655434" h="6988809">
                <a:moveTo>
                  <a:pt x="3839919" y="1114752"/>
                </a:moveTo>
                <a:lnTo>
                  <a:pt x="3855200" y="1141210"/>
                </a:lnTo>
                <a:lnTo>
                  <a:pt x="3828742" y="1156486"/>
                </a:lnTo>
                <a:lnTo>
                  <a:pt x="3813461" y="1130028"/>
                </a:lnTo>
                <a:lnTo>
                  <a:pt x="3839919" y="1114752"/>
                </a:lnTo>
                <a:close/>
              </a:path>
              <a:path w="6655434" h="6988809">
                <a:moveTo>
                  <a:pt x="3914520" y="1245711"/>
                </a:moveTo>
                <a:lnTo>
                  <a:pt x="3928913" y="1270646"/>
                </a:lnTo>
                <a:lnTo>
                  <a:pt x="3903983" y="1285045"/>
                </a:lnTo>
                <a:lnTo>
                  <a:pt x="3889584" y="1260109"/>
                </a:lnTo>
                <a:lnTo>
                  <a:pt x="3914520" y="1245711"/>
                </a:lnTo>
                <a:close/>
              </a:path>
              <a:path w="6655434" h="6988809">
                <a:moveTo>
                  <a:pt x="3989003" y="1377078"/>
                </a:moveTo>
                <a:lnTo>
                  <a:pt x="4002223" y="1399977"/>
                </a:lnTo>
                <a:lnTo>
                  <a:pt x="3979324" y="1413197"/>
                </a:lnTo>
                <a:lnTo>
                  <a:pt x="3966104" y="1390299"/>
                </a:lnTo>
                <a:lnTo>
                  <a:pt x="3989003" y="1377078"/>
                </a:lnTo>
                <a:close/>
              </a:path>
              <a:path w="6655434" h="6988809">
                <a:moveTo>
                  <a:pt x="4063598" y="1508049"/>
                </a:moveTo>
                <a:lnTo>
                  <a:pt x="4075935" y="1529419"/>
                </a:lnTo>
                <a:lnTo>
                  <a:pt x="4054565" y="1541757"/>
                </a:lnTo>
                <a:lnTo>
                  <a:pt x="4042227" y="1520387"/>
                </a:lnTo>
                <a:lnTo>
                  <a:pt x="4063598" y="1508049"/>
                </a:lnTo>
                <a:close/>
              </a:path>
              <a:path w="6655434" h="6988809">
                <a:moveTo>
                  <a:pt x="4138193" y="1639007"/>
                </a:moveTo>
                <a:lnTo>
                  <a:pt x="4149654" y="1658850"/>
                </a:lnTo>
                <a:lnTo>
                  <a:pt x="4129806" y="1670311"/>
                </a:lnTo>
                <a:lnTo>
                  <a:pt x="4118351" y="1650462"/>
                </a:lnTo>
                <a:lnTo>
                  <a:pt x="4138193" y="1639007"/>
                </a:lnTo>
                <a:close/>
              </a:path>
              <a:path w="6655434" h="6988809">
                <a:moveTo>
                  <a:pt x="4212787" y="1769972"/>
                </a:moveTo>
                <a:lnTo>
                  <a:pt x="4223366" y="1788292"/>
                </a:lnTo>
                <a:lnTo>
                  <a:pt x="4205040" y="1798871"/>
                </a:lnTo>
                <a:lnTo>
                  <a:pt x="4194467" y="1780551"/>
                </a:lnTo>
                <a:lnTo>
                  <a:pt x="4212787" y="1769972"/>
                </a:lnTo>
                <a:close/>
              </a:path>
              <a:path w="6655434" h="6988809">
                <a:moveTo>
                  <a:pt x="4287495" y="1900534"/>
                </a:moveTo>
                <a:lnTo>
                  <a:pt x="4297481" y="1917835"/>
                </a:lnTo>
                <a:lnTo>
                  <a:pt x="4280180" y="1927828"/>
                </a:lnTo>
                <a:lnTo>
                  <a:pt x="4270188" y="1910526"/>
                </a:lnTo>
                <a:lnTo>
                  <a:pt x="4287495" y="1900534"/>
                </a:lnTo>
                <a:close/>
              </a:path>
              <a:path w="6655434" h="6988809">
                <a:moveTo>
                  <a:pt x="4361977" y="2031902"/>
                </a:moveTo>
                <a:lnTo>
                  <a:pt x="4370791" y="2047165"/>
                </a:lnTo>
                <a:lnTo>
                  <a:pt x="4355521" y="2055979"/>
                </a:lnTo>
                <a:lnTo>
                  <a:pt x="4346708" y="2040715"/>
                </a:lnTo>
                <a:lnTo>
                  <a:pt x="4361977" y="2031902"/>
                </a:lnTo>
                <a:close/>
              </a:path>
              <a:path w="6655434" h="6988809">
                <a:moveTo>
                  <a:pt x="4436679" y="2162463"/>
                </a:moveTo>
                <a:lnTo>
                  <a:pt x="4444906" y="2176714"/>
                </a:lnTo>
                <a:lnTo>
                  <a:pt x="4430655" y="2184941"/>
                </a:lnTo>
                <a:lnTo>
                  <a:pt x="4422428" y="2170690"/>
                </a:lnTo>
                <a:lnTo>
                  <a:pt x="4436679" y="2162463"/>
                </a:lnTo>
                <a:close/>
              </a:path>
              <a:path w="6655434" h="6988809">
                <a:moveTo>
                  <a:pt x="4511274" y="2293428"/>
                </a:moveTo>
                <a:lnTo>
                  <a:pt x="4518619" y="2306151"/>
                </a:lnTo>
                <a:lnTo>
                  <a:pt x="4505896" y="2313496"/>
                </a:lnTo>
                <a:lnTo>
                  <a:pt x="4498551" y="2300773"/>
                </a:lnTo>
                <a:lnTo>
                  <a:pt x="4511274" y="2293428"/>
                </a:lnTo>
                <a:close/>
              </a:path>
              <a:path w="6655434" h="6988809">
                <a:moveTo>
                  <a:pt x="4585863" y="2424393"/>
                </a:moveTo>
                <a:lnTo>
                  <a:pt x="4592331" y="2435588"/>
                </a:lnTo>
                <a:lnTo>
                  <a:pt x="4581137" y="2442050"/>
                </a:lnTo>
                <a:lnTo>
                  <a:pt x="4574674" y="2430855"/>
                </a:lnTo>
                <a:lnTo>
                  <a:pt x="4585863" y="2424393"/>
                </a:lnTo>
                <a:close/>
              </a:path>
              <a:path w="6655434" h="6988809">
                <a:moveTo>
                  <a:pt x="4660464" y="2555358"/>
                </a:moveTo>
                <a:lnTo>
                  <a:pt x="4666050" y="2565025"/>
                </a:lnTo>
                <a:lnTo>
                  <a:pt x="4656377" y="2570610"/>
                </a:lnTo>
                <a:lnTo>
                  <a:pt x="4650798" y="2560938"/>
                </a:lnTo>
                <a:lnTo>
                  <a:pt x="4660464" y="2555358"/>
                </a:lnTo>
                <a:close/>
              </a:path>
              <a:path w="6655434" h="6988809">
                <a:moveTo>
                  <a:pt x="4735166" y="2685920"/>
                </a:moveTo>
                <a:lnTo>
                  <a:pt x="4740159" y="2694574"/>
                </a:lnTo>
                <a:lnTo>
                  <a:pt x="4731506" y="2699567"/>
                </a:lnTo>
                <a:lnTo>
                  <a:pt x="4726512" y="2690913"/>
                </a:lnTo>
                <a:lnTo>
                  <a:pt x="4735166" y="2685920"/>
                </a:lnTo>
                <a:close/>
              </a:path>
              <a:path w="6655434" h="6988809">
                <a:moveTo>
                  <a:pt x="4809868" y="2816482"/>
                </a:moveTo>
                <a:lnTo>
                  <a:pt x="4814274" y="2824116"/>
                </a:lnTo>
                <a:lnTo>
                  <a:pt x="4806639" y="2828523"/>
                </a:lnTo>
                <a:lnTo>
                  <a:pt x="4802233" y="2820889"/>
                </a:lnTo>
                <a:lnTo>
                  <a:pt x="4809868" y="2816482"/>
                </a:lnTo>
                <a:close/>
              </a:path>
              <a:path w="6655434" h="6988809">
                <a:moveTo>
                  <a:pt x="4884569" y="2947050"/>
                </a:moveTo>
                <a:lnTo>
                  <a:pt x="4888390" y="2953660"/>
                </a:lnTo>
                <a:lnTo>
                  <a:pt x="4881768" y="2957481"/>
                </a:lnTo>
                <a:lnTo>
                  <a:pt x="4877953" y="2950870"/>
                </a:lnTo>
                <a:lnTo>
                  <a:pt x="4884569" y="2947050"/>
                </a:lnTo>
                <a:close/>
              </a:path>
              <a:path w="6655434" h="6988809">
                <a:moveTo>
                  <a:pt x="4959271" y="3077612"/>
                </a:moveTo>
                <a:lnTo>
                  <a:pt x="4962505" y="3083203"/>
                </a:lnTo>
                <a:lnTo>
                  <a:pt x="4956907" y="3086437"/>
                </a:lnTo>
                <a:lnTo>
                  <a:pt x="4953679" y="3080840"/>
                </a:lnTo>
                <a:lnTo>
                  <a:pt x="4959271" y="3077612"/>
                </a:lnTo>
                <a:close/>
              </a:path>
              <a:path w="6655434" h="6988809">
                <a:moveTo>
                  <a:pt x="5033977" y="3208174"/>
                </a:moveTo>
                <a:lnTo>
                  <a:pt x="5036620" y="3212746"/>
                </a:lnTo>
                <a:lnTo>
                  <a:pt x="5032035" y="3215393"/>
                </a:lnTo>
                <a:lnTo>
                  <a:pt x="5029394" y="3210815"/>
                </a:lnTo>
                <a:lnTo>
                  <a:pt x="5033977" y="3208174"/>
                </a:lnTo>
                <a:close/>
              </a:path>
              <a:path w="6655434" h="6988809">
                <a:moveTo>
                  <a:pt x="5108674" y="3338730"/>
                </a:moveTo>
                <a:lnTo>
                  <a:pt x="5110729" y="3342295"/>
                </a:lnTo>
                <a:lnTo>
                  <a:pt x="5107170" y="3344350"/>
                </a:lnTo>
                <a:lnTo>
                  <a:pt x="5105114" y="3340785"/>
                </a:lnTo>
                <a:lnTo>
                  <a:pt x="5108674" y="3338730"/>
                </a:lnTo>
                <a:close/>
              </a:path>
              <a:path w="6655434" h="6988809">
                <a:moveTo>
                  <a:pt x="5183376" y="3469298"/>
                </a:moveTo>
                <a:lnTo>
                  <a:pt x="5184845" y="3471839"/>
                </a:lnTo>
                <a:lnTo>
                  <a:pt x="5182298" y="3473308"/>
                </a:lnTo>
                <a:lnTo>
                  <a:pt x="5180829" y="3470767"/>
                </a:lnTo>
                <a:lnTo>
                  <a:pt x="5183376" y="3469298"/>
                </a:lnTo>
                <a:close/>
              </a:path>
              <a:path w="6655434" h="6988809">
                <a:moveTo>
                  <a:pt x="5258190" y="3599457"/>
                </a:moveTo>
                <a:lnTo>
                  <a:pt x="5259363" y="3601495"/>
                </a:lnTo>
                <a:lnTo>
                  <a:pt x="5257331" y="3602668"/>
                </a:lnTo>
                <a:lnTo>
                  <a:pt x="5256152" y="3600636"/>
                </a:lnTo>
                <a:lnTo>
                  <a:pt x="5258190" y="3599457"/>
                </a:lnTo>
                <a:close/>
              </a:path>
              <a:path w="6655434" h="6988809">
                <a:moveTo>
                  <a:pt x="3039134" y="9782"/>
                </a:moveTo>
                <a:lnTo>
                  <a:pt x="3063229" y="51510"/>
                </a:lnTo>
                <a:lnTo>
                  <a:pt x="3021501" y="75605"/>
                </a:lnTo>
                <a:lnTo>
                  <a:pt x="2997406" y="33877"/>
                </a:lnTo>
                <a:lnTo>
                  <a:pt x="3039134" y="9782"/>
                </a:lnTo>
                <a:close/>
              </a:path>
              <a:path w="6655434" h="6988809">
                <a:moveTo>
                  <a:pt x="3113730" y="140747"/>
                </a:moveTo>
                <a:lnTo>
                  <a:pt x="3136942" y="180947"/>
                </a:lnTo>
                <a:lnTo>
                  <a:pt x="3096742" y="204159"/>
                </a:lnTo>
                <a:lnTo>
                  <a:pt x="3073530" y="163959"/>
                </a:lnTo>
                <a:lnTo>
                  <a:pt x="3113730" y="140747"/>
                </a:lnTo>
                <a:close/>
              </a:path>
              <a:path w="6655434" h="6988809">
                <a:moveTo>
                  <a:pt x="3188325" y="271717"/>
                </a:moveTo>
                <a:lnTo>
                  <a:pt x="3210655" y="310389"/>
                </a:lnTo>
                <a:lnTo>
                  <a:pt x="3171983" y="332713"/>
                </a:lnTo>
                <a:lnTo>
                  <a:pt x="3149653" y="294042"/>
                </a:lnTo>
                <a:lnTo>
                  <a:pt x="3188325" y="271717"/>
                </a:lnTo>
                <a:close/>
              </a:path>
              <a:path w="6655434" h="6988809">
                <a:moveTo>
                  <a:pt x="3262920" y="402676"/>
                </a:moveTo>
                <a:lnTo>
                  <a:pt x="3284367" y="439825"/>
                </a:lnTo>
                <a:lnTo>
                  <a:pt x="3247218" y="461273"/>
                </a:lnTo>
                <a:lnTo>
                  <a:pt x="3225771" y="424123"/>
                </a:lnTo>
                <a:lnTo>
                  <a:pt x="3262920" y="402676"/>
                </a:lnTo>
                <a:close/>
              </a:path>
              <a:path w="6655434" h="6988809">
                <a:moveTo>
                  <a:pt x="3337622" y="533238"/>
                </a:moveTo>
                <a:lnTo>
                  <a:pt x="3358483" y="569374"/>
                </a:lnTo>
                <a:lnTo>
                  <a:pt x="3322352" y="590229"/>
                </a:lnTo>
                <a:lnTo>
                  <a:pt x="3301491" y="554099"/>
                </a:lnTo>
                <a:lnTo>
                  <a:pt x="3337622" y="533238"/>
                </a:lnTo>
                <a:close/>
              </a:path>
              <a:path w="6655434" h="6988809">
                <a:moveTo>
                  <a:pt x="3412110" y="664605"/>
                </a:moveTo>
                <a:lnTo>
                  <a:pt x="3431793" y="698698"/>
                </a:lnTo>
                <a:lnTo>
                  <a:pt x="3397700" y="718387"/>
                </a:lnTo>
                <a:lnTo>
                  <a:pt x="3378011" y="684287"/>
                </a:lnTo>
                <a:lnTo>
                  <a:pt x="3412110" y="664605"/>
                </a:lnTo>
                <a:close/>
              </a:path>
              <a:path w="6655434" h="6988809">
                <a:moveTo>
                  <a:pt x="3486705" y="795570"/>
                </a:moveTo>
                <a:lnTo>
                  <a:pt x="3505505" y="828141"/>
                </a:lnTo>
                <a:lnTo>
                  <a:pt x="3472940" y="846941"/>
                </a:lnTo>
                <a:lnTo>
                  <a:pt x="3454134" y="814376"/>
                </a:lnTo>
                <a:lnTo>
                  <a:pt x="3486705" y="795570"/>
                </a:lnTo>
                <a:close/>
              </a:path>
              <a:path w="6655434" h="6988809">
                <a:moveTo>
                  <a:pt x="3561188" y="926938"/>
                </a:moveTo>
                <a:lnTo>
                  <a:pt x="3578815" y="957471"/>
                </a:lnTo>
                <a:lnTo>
                  <a:pt x="3548281" y="975098"/>
                </a:lnTo>
                <a:lnTo>
                  <a:pt x="3530654" y="944565"/>
                </a:lnTo>
                <a:lnTo>
                  <a:pt x="3561188" y="926938"/>
                </a:lnTo>
                <a:close/>
              </a:path>
              <a:path w="6655434" h="6988809">
                <a:moveTo>
                  <a:pt x="3635789" y="1057903"/>
                </a:moveTo>
                <a:lnTo>
                  <a:pt x="3652533" y="1086902"/>
                </a:lnTo>
                <a:lnTo>
                  <a:pt x="3623522" y="1103653"/>
                </a:lnTo>
                <a:lnTo>
                  <a:pt x="3606777" y="1074648"/>
                </a:lnTo>
                <a:lnTo>
                  <a:pt x="3635789" y="1057903"/>
                </a:lnTo>
                <a:close/>
              </a:path>
              <a:path w="6655434" h="6988809">
                <a:moveTo>
                  <a:pt x="3710377" y="1188862"/>
                </a:moveTo>
                <a:lnTo>
                  <a:pt x="3726246" y="1216345"/>
                </a:lnTo>
                <a:lnTo>
                  <a:pt x="3698762" y="1232207"/>
                </a:lnTo>
                <a:lnTo>
                  <a:pt x="3682900" y="1204730"/>
                </a:lnTo>
                <a:lnTo>
                  <a:pt x="3710377" y="1188862"/>
                </a:lnTo>
                <a:close/>
              </a:path>
              <a:path w="6655434" h="6988809">
                <a:moveTo>
                  <a:pt x="3784973" y="1319832"/>
                </a:moveTo>
                <a:lnTo>
                  <a:pt x="3799958" y="1345781"/>
                </a:lnTo>
                <a:lnTo>
                  <a:pt x="3774009" y="1360760"/>
                </a:lnTo>
                <a:lnTo>
                  <a:pt x="3759024" y="1334812"/>
                </a:lnTo>
                <a:lnTo>
                  <a:pt x="3784973" y="1319832"/>
                </a:lnTo>
                <a:close/>
              </a:path>
              <a:path w="6655434" h="6988809">
                <a:moveTo>
                  <a:pt x="3859568" y="1450791"/>
                </a:moveTo>
                <a:lnTo>
                  <a:pt x="3873671" y="1475217"/>
                </a:lnTo>
                <a:lnTo>
                  <a:pt x="3849244" y="1489320"/>
                </a:lnTo>
                <a:lnTo>
                  <a:pt x="3835141" y="1464893"/>
                </a:lnTo>
                <a:lnTo>
                  <a:pt x="3859568" y="1450791"/>
                </a:lnTo>
                <a:close/>
              </a:path>
              <a:path w="6655434" h="6988809">
                <a:moveTo>
                  <a:pt x="3934056" y="1582158"/>
                </a:moveTo>
                <a:lnTo>
                  <a:pt x="3946980" y="1604547"/>
                </a:lnTo>
                <a:lnTo>
                  <a:pt x="3924591" y="1617472"/>
                </a:lnTo>
                <a:lnTo>
                  <a:pt x="3911667" y="1595088"/>
                </a:lnTo>
                <a:lnTo>
                  <a:pt x="3934056" y="1582158"/>
                </a:lnTo>
                <a:close/>
              </a:path>
              <a:path w="6655434" h="6988809">
                <a:moveTo>
                  <a:pt x="4008758" y="1712720"/>
                </a:moveTo>
                <a:lnTo>
                  <a:pt x="4021096" y="1734090"/>
                </a:lnTo>
                <a:lnTo>
                  <a:pt x="3999725" y="1746434"/>
                </a:lnTo>
                <a:lnTo>
                  <a:pt x="3987382" y="1725058"/>
                </a:lnTo>
                <a:lnTo>
                  <a:pt x="4008758" y="1712720"/>
                </a:lnTo>
                <a:close/>
              </a:path>
              <a:path w="6655434" h="6988809">
                <a:moveTo>
                  <a:pt x="4083246" y="1844087"/>
                </a:moveTo>
                <a:lnTo>
                  <a:pt x="4094405" y="1863420"/>
                </a:lnTo>
                <a:lnTo>
                  <a:pt x="4075072" y="1874585"/>
                </a:lnTo>
                <a:lnTo>
                  <a:pt x="4063913" y="1855252"/>
                </a:lnTo>
                <a:lnTo>
                  <a:pt x="4083246" y="1844087"/>
                </a:lnTo>
                <a:close/>
              </a:path>
              <a:path w="6655434" h="6988809">
                <a:moveTo>
                  <a:pt x="4157835" y="1975052"/>
                </a:moveTo>
                <a:lnTo>
                  <a:pt x="4168118" y="1992863"/>
                </a:lnTo>
                <a:lnTo>
                  <a:pt x="4150307" y="2003146"/>
                </a:lnTo>
                <a:lnTo>
                  <a:pt x="4140025" y="1985335"/>
                </a:lnTo>
                <a:lnTo>
                  <a:pt x="4157835" y="1975052"/>
                </a:lnTo>
                <a:close/>
              </a:path>
              <a:path w="6655434" h="6988809">
                <a:moveTo>
                  <a:pt x="4232536" y="2105614"/>
                </a:moveTo>
                <a:lnTo>
                  <a:pt x="4242233" y="2122406"/>
                </a:lnTo>
                <a:lnTo>
                  <a:pt x="4225447" y="2132102"/>
                </a:lnTo>
                <a:lnTo>
                  <a:pt x="4215751" y="2115304"/>
                </a:lnTo>
                <a:lnTo>
                  <a:pt x="4232536" y="2105614"/>
                </a:lnTo>
                <a:close/>
              </a:path>
              <a:path w="6655434" h="6988809">
                <a:moveTo>
                  <a:pt x="4307026" y="2236976"/>
                </a:moveTo>
                <a:lnTo>
                  <a:pt x="4315549" y="2251736"/>
                </a:lnTo>
                <a:lnTo>
                  <a:pt x="4300789" y="2260253"/>
                </a:lnTo>
                <a:lnTo>
                  <a:pt x="4292271" y="2245499"/>
                </a:lnTo>
                <a:lnTo>
                  <a:pt x="4307026" y="2236976"/>
                </a:lnTo>
                <a:close/>
              </a:path>
              <a:path w="6655434" h="6988809">
                <a:moveTo>
                  <a:pt x="4381733" y="2367538"/>
                </a:moveTo>
                <a:lnTo>
                  <a:pt x="4389664" y="2381279"/>
                </a:lnTo>
                <a:lnTo>
                  <a:pt x="4375922" y="2389216"/>
                </a:lnTo>
                <a:lnTo>
                  <a:pt x="4367991" y="2375475"/>
                </a:lnTo>
                <a:lnTo>
                  <a:pt x="4381733" y="2367538"/>
                </a:lnTo>
                <a:close/>
              </a:path>
              <a:path w="6655434" h="6988809">
                <a:moveTo>
                  <a:pt x="4456328" y="2498508"/>
                </a:moveTo>
                <a:lnTo>
                  <a:pt x="4463376" y="2510722"/>
                </a:lnTo>
                <a:lnTo>
                  <a:pt x="4451163" y="2517771"/>
                </a:lnTo>
                <a:lnTo>
                  <a:pt x="4444114" y="2505557"/>
                </a:lnTo>
                <a:lnTo>
                  <a:pt x="4456328" y="2498508"/>
                </a:lnTo>
                <a:close/>
              </a:path>
              <a:path w="6655434" h="6988809">
                <a:moveTo>
                  <a:pt x="4530917" y="2629467"/>
                </a:moveTo>
                <a:lnTo>
                  <a:pt x="4537089" y="2640158"/>
                </a:lnTo>
                <a:lnTo>
                  <a:pt x="4526404" y="2646330"/>
                </a:lnTo>
                <a:lnTo>
                  <a:pt x="4520232" y="2635639"/>
                </a:lnTo>
                <a:lnTo>
                  <a:pt x="4530917" y="2629467"/>
                </a:lnTo>
                <a:close/>
              </a:path>
              <a:path w="6655434" h="6988809">
                <a:moveTo>
                  <a:pt x="4605512" y="2760438"/>
                </a:moveTo>
                <a:lnTo>
                  <a:pt x="4610801" y="2769595"/>
                </a:lnTo>
                <a:lnTo>
                  <a:pt x="4601644" y="2774884"/>
                </a:lnTo>
                <a:lnTo>
                  <a:pt x="4596355" y="2765721"/>
                </a:lnTo>
                <a:lnTo>
                  <a:pt x="4605512" y="2760438"/>
                </a:lnTo>
                <a:close/>
              </a:path>
              <a:path w="6655434" h="6988809">
                <a:moveTo>
                  <a:pt x="4680214" y="2891000"/>
                </a:moveTo>
                <a:lnTo>
                  <a:pt x="4684917" y="2899138"/>
                </a:lnTo>
                <a:lnTo>
                  <a:pt x="4676772" y="2903841"/>
                </a:lnTo>
                <a:lnTo>
                  <a:pt x="4672075" y="2895697"/>
                </a:lnTo>
                <a:lnTo>
                  <a:pt x="4680214" y="2891000"/>
                </a:lnTo>
                <a:close/>
              </a:path>
              <a:path w="6655434" h="6988809">
                <a:moveTo>
                  <a:pt x="4754921" y="3021561"/>
                </a:moveTo>
                <a:lnTo>
                  <a:pt x="4759032" y="3028687"/>
                </a:lnTo>
                <a:lnTo>
                  <a:pt x="4751906" y="3032798"/>
                </a:lnTo>
                <a:lnTo>
                  <a:pt x="4747796" y="3025672"/>
                </a:lnTo>
                <a:lnTo>
                  <a:pt x="4754921" y="3021561"/>
                </a:lnTo>
                <a:close/>
              </a:path>
              <a:path w="6655434" h="6988809">
                <a:moveTo>
                  <a:pt x="4829623" y="3152123"/>
                </a:moveTo>
                <a:lnTo>
                  <a:pt x="4833147" y="3158224"/>
                </a:lnTo>
                <a:lnTo>
                  <a:pt x="4827035" y="3161754"/>
                </a:lnTo>
                <a:lnTo>
                  <a:pt x="4823510" y="3155647"/>
                </a:lnTo>
                <a:lnTo>
                  <a:pt x="4829623" y="3152123"/>
                </a:lnTo>
                <a:close/>
              </a:path>
              <a:path w="6655434" h="6988809">
                <a:moveTo>
                  <a:pt x="4904318" y="3282685"/>
                </a:moveTo>
                <a:lnTo>
                  <a:pt x="4907256" y="3287779"/>
                </a:lnTo>
                <a:lnTo>
                  <a:pt x="4902168" y="3290716"/>
                </a:lnTo>
                <a:lnTo>
                  <a:pt x="4899231" y="3285623"/>
                </a:lnTo>
                <a:lnTo>
                  <a:pt x="4904318" y="3282685"/>
                </a:lnTo>
                <a:close/>
              </a:path>
              <a:path w="6655434" h="6988809">
                <a:moveTo>
                  <a:pt x="4979020" y="3413253"/>
                </a:moveTo>
                <a:lnTo>
                  <a:pt x="4981372" y="3417322"/>
                </a:lnTo>
                <a:lnTo>
                  <a:pt x="4977309" y="3419674"/>
                </a:lnTo>
                <a:lnTo>
                  <a:pt x="4974957" y="3415599"/>
                </a:lnTo>
                <a:lnTo>
                  <a:pt x="4979020" y="3413253"/>
                </a:lnTo>
                <a:close/>
              </a:path>
              <a:path w="6655434" h="6988809">
                <a:moveTo>
                  <a:pt x="5053728" y="3543815"/>
                </a:moveTo>
                <a:lnTo>
                  <a:pt x="5055487" y="3546865"/>
                </a:lnTo>
                <a:lnTo>
                  <a:pt x="5052436" y="3548624"/>
                </a:lnTo>
                <a:lnTo>
                  <a:pt x="5050671" y="3545574"/>
                </a:lnTo>
                <a:lnTo>
                  <a:pt x="5053728" y="3543815"/>
                </a:lnTo>
                <a:close/>
              </a:path>
              <a:path w="6655434" h="6988809">
                <a:moveTo>
                  <a:pt x="5128428" y="3674377"/>
                </a:moveTo>
                <a:lnTo>
                  <a:pt x="5129608" y="3676408"/>
                </a:lnTo>
                <a:lnTo>
                  <a:pt x="5127571" y="3677587"/>
                </a:lnTo>
                <a:lnTo>
                  <a:pt x="5126392" y="3675549"/>
                </a:lnTo>
                <a:lnTo>
                  <a:pt x="5128428" y="3674377"/>
                </a:lnTo>
                <a:close/>
              </a:path>
              <a:path w="6655434" h="6988809">
                <a:moveTo>
                  <a:pt x="5203237" y="3804536"/>
                </a:moveTo>
                <a:lnTo>
                  <a:pt x="5204120" y="3806064"/>
                </a:lnTo>
                <a:lnTo>
                  <a:pt x="5202598" y="3806947"/>
                </a:lnTo>
                <a:lnTo>
                  <a:pt x="5201715" y="3805413"/>
                </a:lnTo>
                <a:lnTo>
                  <a:pt x="5203237" y="3804536"/>
                </a:lnTo>
                <a:close/>
              </a:path>
              <a:path w="6655434" h="6988809">
                <a:moveTo>
                  <a:pt x="2802463" y="0"/>
                </a:moveTo>
                <a:lnTo>
                  <a:pt x="2856901" y="0"/>
                </a:lnTo>
                <a:lnTo>
                  <a:pt x="2816073" y="23569"/>
                </a:lnTo>
                <a:lnTo>
                  <a:pt x="2802463" y="0"/>
                </a:lnTo>
                <a:close/>
              </a:path>
              <a:path w="6655434" h="6988809">
                <a:moveTo>
                  <a:pt x="2909805" y="83096"/>
                </a:moveTo>
                <a:lnTo>
                  <a:pt x="2935073" y="126861"/>
                </a:lnTo>
                <a:lnTo>
                  <a:pt x="2891314" y="152129"/>
                </a:lnTo>
                <a:lnTo>
                  <a:pt x="2866046" y="108364"/>
                </a:lnTo>
                <a:lnTo>
                  <a:pt x="2909805" y="83096"/>
                </a:lnTo>
                <a:close/>
              </a:path>
              <a:path w="6655434" h="6988809">
                <a:moveTo>
                  <a:pt x="2984406" y="214061"/>
                </a:moveTo>
                <a:lnTo>
                  <a:pt x="3008786" y="256292"/>
                </a:lnTo>
                <a:lnTo>
                  <a:pt x="2966549" y="280677"/>
                </a:lnTo>
                <a:lnTo>
                  <a:pt x="2942169" y="238446"/>
                </a:lnTo>
                <a:lnTo>
                  <a:pt x="2984406" y="214061"/>
                </a:lnTo>
                <a:close/>
              </a:path>
              <a:path w="6655434" h="6988809">
                <a:moveTo>
                  <a:pt x="3058889" y="345428"/>
                </a:moveTo>
                <a:lnTo>
                  <a:pt x="3082095" y="385628"/>
                </a:lnTo>
                <a:lnTo>
                  <a:pt x="3041895" y="408835"/>
                </a:lnTo>
                <a:lnTo>
                  <a:pt x="3018689" y="368635"/>
                </a:lnTo>
                <a:lnTo>
                  <a:pt x="3058889" y="345428"/>
                </a:lnTo>
                <a:close/>
              </a:path>
              <a:path w="6655434" h="6988809">
                <a:moveTo>
                  <a:pt x="3133478" y="476387"/>
                </a:moveTo>
                <a:lnTo>
                  <a:pt x="3155808" y="515064"/>
                </a:lnTo>
                <a:lnTo>
                  <a:pt x="3117136" y="537394"/>
                </a:lnTo>
                <a:lnTo>
                  <a:pt x="3094806" y="498717"/>
                </a:lnTo>
                <a:lnTo>
                  <a:pt x="3133478" y="476387"/>
                </a:lnTo>
                <a:close/>
              </a:path>
              <a:path w="6655434" h="6988809">
                <a:moveTo>
                  <a:pt x="3208079" y="607352"/>
                </a:moveTo>
                <a:lnTo>
                  <a:pt x="3229526" y="644501"/>
                </a:lnTo>
                <a:lnTo>
                  <a:pt x="3192377" y="665948"/>
                </a:lnTo>
                <a:lnTo>
                  <a:pt x="3170929" y="628799"/>
                </a:lnTo>
                <a:lnTo>
                  <a:pt x="3208079" y="607352"/>
                </a:lnTo>
                <a:close/>
              </a:path>
              <a:path w="6655434" h="6988809">
                <a:moveTo>
                  <a:pt x="3282674" y="738323"/>
                </a:moveTo>
                <a:lnTo>
                  <a:pt x="3303239" y="773938"/>
                </a:lnTo>
                <a:lnTo>
                  <a:pt x="3267611" y="794509"/>
                </a:lnTo>
                <a:lnTo>
                  <a:pt x="3247046" y="758888"/>
                </a:lnTo>
                <a:lnTo>
                  <a:pt x="3282674" y="738323"/>
                </a:lnTo>
                <a:close/>
              </a:path>
              <a:path w="6655434" h="6988809">
                <a:moveTo>
                  <a:pt x="3357156" y="869684"/>
                </a:moveTo>
                <a:lnTo>
                  <a:pt x="3376549" y="903268"/>
                </a:lnTo>
                <a:lnTo>
                  <a:pt x="3342965" y="922660"/>
                </a:lnTo>
                <a:lnTo>
                  <a:pt x="3323572" y="889077"/>
                </a:lnTo>
                <a:lnTo>
                  <a:pt x="3357156" y="869684"/>
                </a:lnTo>
                <a:close/>
              </a:path>
              <a:path w="6655434" h="6988809">
                <a:moveTo>
                  <a:pt x="3431752" y="1000649"/>
                </a:moveTo>
                <a:lnTo>
                  <a:pt x="3450261" y="1032711"/>
                </a:lnTo>
                <a:lnTo>
                  <a:pt x="3418205" y="1051214"/>
                </a:lnTo>
                <a:lnTo>
                  <a:pt x="3399696" y="1019153"/>
                </a:lnTo>
                <a:lnTo>
                  <a:pt x="3431752" y="1000649"/>
                </a:lnTo>
                <a:close/>
              </a:path>
              <a:path w="6655434" h="6988809">
                <a:moveTo>
                  <a:pt x="3506347" y="1131614"/>
                </a:moveTo>
                <a:lnTo>
                  <a:pt x="3523974" y="1162142"/>
                </a:lnTo>
                <a:lnTo>
                  <a:pt x="3493446" y="1179769"/>
                </a:lnTo>
                <a:lnTo>
                  <a:pt x="3475819" y="1149241"/>
                </a:lnTo>
                <a:lnTo>
                  <a:pt x="3506347" y="1131614"/>
                </a:lnTo>
                <a:close/>
              </a:path>
              <a:path w="6655434" h="6988809">
                <a:moveTo>
                  <a:pt x="3580835" y="1262982"/>
                </a:moveTo>
                <a:lnTo>
                  <a:pt x="3597283" y="1291471"/>
                </a:lnTo>
                <a:lnTo>
                  <a:pt x="3568787" y="1307926"/>
                </a:lnTo>
                <a:lnTo>
                  <a:pt x="3552339" y="1279430"/>
                </a:lnTo>
                <a:lnTo>
                  <a:pt x="3580835" y="1262982"/>
                </a:lnTo>
                <a:close/>
              </a:path>
              <a:path w="6655434" h="6988809">
                <a:moveTo>
                  <a:pt x="3655537" y="1393544"/>
                </a:moveTo>
                <a:lnTo>
                  <a:pt x="3671399" y="1421020"/>
                </a:lnTo>
                <a:lnTo>
                  <a:pt x="3643922" y="1436882"/>
                </a:lnTo>
                <a:lnTo>
                  <a:pt x="3628060" y="1409406"/>
                </a:lnTo>
                <a:lnTo>
                  <a:pt x="3655537" y="1393544"/>
                </a:lnTo>
                <a:close/>
              </a:path>
              <a:path w="6655434" h="6988809">
                <a:moveTo>
                  <a:pt x="3730025" y="1524905"/>
                </a:moveTo>
                <a:lnTo>
                  <a:pt x="3744714" y="1550351"/>
                </a:lnTo>
                <a:lnTo>
                  <a:pt x="3719269" y="1565040"/>
                </a:lnTo>
                <a:lnTo>
                  <a:pt x="3704580" y="1539594"/>
                </a:lnTo>
                <a:lnTo>
                  <a:pt x="3730025" y="1524905"/>
                </a:lnTo>
                <a:close/>
              </a:path>
              <a:path w="6655434" h="6988809">
                <a:moveTo>
                  <a:pt x="3804507" y="1656273"/>
                </a:moveTo>
                <a:lnTo>
                  <a:pt x="3818024" y="1679680"/>
                </a:lnTo>
                <a:lnTo>
                  <a:pt x="3794616" y="1693197"/>
                </a:lnTo>
                <a:lnTo>
                  <a:pt x="3781100" y="1669783"/>
                </a:lnTo>
                <a:lnTo>
                  <a:pt x="3804507" y="1656273"/>
                </a:lnTo>
                <a:close/>
              </a:path>
              <a:path w="6655434" h="6988809">
                <a:moveTo>
                  <a:pt x="3879103" y="1787238"/>
                </a:moveTo>
                <a:lnTo>
                  <a:pt x="3891737" y="1809123"/>
                </a:lnTo>
                <a:lnTo>
                  <a:pt x="3869857" y="1821752"/>
                </a:lnTo>
                <a:lnTo>
                  <a:pt x="3857223" y="1799872"/>
                </a:lnTo>
                <a:lnTo>
                  <a:pt x="3879103" y="1787238"/>
                </a:lnTo>
                <a:close/>
              </a:path>
              <a:path w="6655434" h="6988809">
                <a:moveTo>
                  <a:pt x="3953804" y="1917799"/>
                </a:moveTo>
                <a:lnTo>
                  <a:pt x="3965852" y="1938660"/>
                </a:lnTo>
                <a:lnTo>
                  <a:pt x="3944991" y="1950708"/>
                </a:lnTo>
                <a:lnTo>
                  <a:pt x="3932943" y="1929847"/>
                </a:lnTo>
                <a:lnTo>
                  <a:pt x="3953804" y="1917799"/>
                </a:lnTo>
                <a:close/>
              </a:path>
              <a:path w="6655434" h="6988809">
                <a:moveTo>
                  <a:pt x="4028293" y="2049167"/>
                </a:moveTo>
                <a:lnTo>
                  <a:pt x="4039167" y="2067996"/>
                </a:lnTo>
                <a:lnTo>
                  <a:pt x="4020338" y="2078865"/>
                </a:lnTo>
                <a:lnTo>
                  <a:pt x="4009463" y="2060036"/>
                </a:lnTo>
                <a:lnTo>
                  <a:pt x="4028293" y="2049167"/>
                </a:lnTo>
                <a:close/>
              </a:path>
              <a:path w="6655434" h="6988809">
                <a:moveTo>
                  <a:pt x="4103000" y="2179729"/>
                </a:moveTo>
                <a:lnTo>
                  <a:pt x="4113282" y="2197540"/>
                </a:lnTo>
                <a:lnTo>
                  <a:pt x="4095472" y="2207822"/>
                </a:lnTo>
                <a:lnTo>
                  <a:pt x="4085190" y="2190011"/>
                </a:lnTo>
                <a:lnTo>
                  <a:pt x="4103000" y="2179729"/>
                </a:lnTo>
                <a:close/>
              </a:path>
              <a:path w="6655434" h="6988809">
                <a:moveTo>
                  <a:pt x="4177482" y="2311096"/>
                </a:moveTo>
                <a:lnTo>
                  <a:pt x="4186586" y="2326869"/>
                </a:lnTo>
                <a:lnTo>
                  <a:pt x="4170813" y="2335973"/>
                </a:lnTo>
                <a:lnTo>
                  <a:pt x="4161709" y="2320200"/>
                </a:lnTo>
                <a:lnTo>
                  <a:pt x="4177482" y="2311096"/>
                </a:lnTo>
                <a:close/>
              </a:path>
              <a:path w="6655434" h="6988809">
                <a:moveTo>
                  <a:pt x="4252077" y="2442061"/>
                </a:moveTo>
                <a:lnTo>
                  <a:pt x="4260299" y="2456306"/>
                </a:lnTo>
                <a:lnTo>
                  <a:pt x="4246054" y="2464527"/>
                </a:lnTo>
                <a:lnTo>
                  <a:pt x="4237833" y="2450282"/>
                </a:lnTo>
                <a:lnTo>
                  <a:pt x="4252077" y="2442061"/>
                </a:lnTo>
                <a:close/>
              </a:path>
              <a:path w="6655434" h="6988809">
                <a:moveTo>
                  <a:pt x="4326779" y="2572624"/>
                </a:moveTo>
                <a:lnTo>
                  <a:pt x="4334420" y="2585849"/>
                </a:lnTo>
                <a:lnTo>
                  <a:pt x="4321188" y="2593490"/>
                </a:lnTo>
                <a:lnTo>
                  <a:pt x="4313553" y="2580258"/>
                </a:lnTo>
                <a:lnTo>
                  <a:pt x="4326779" y="2572624"/>
                </a:lnTo>
                <a:close/>
              </a:path>
              <a:path w="6655434" h="6988809">
                <a:moveTo>
                  <a:pt x="4401368" y="2703582"/>
                </a:moveTo>
                <a:lnTo>
                  <a:pt x="4408127" y="2715291"/>
                </a:lnTo>
                <a:lnTo>
                  <a:pt x="4396429" y="2722044"/>
                </a:lnTo>
                <a:lnTo>
                  <a:pt x="4389670" y="2710340"/>
                </a:lnTo>
                <a:lnTo>
                  <a:pt x="4401368" y="2703582"/>
                </a:lnTo>
                <a:close/>
              </a:path>
              <a:path w="6655434" h="6988809">
                <a:moveTo>
                  <a:pt x="4475969" y="2834547"/>
                </a:moveTo>
                <a:lnTo>
                  <a:pt x="4481845" y="2844729"/>
                </a:lnTo>
                <a:lnTo>
                  <a:pt x="4471669" y="2850604"/>
                </a:lnTo>
                <a:lnTo>
                  <a:pt x="4465793" y="2840422"/>
                </a:lnTo>
                <a:lnTo>
                  <a:pt x="4475969" y="2834547"/>
                </a:lnTo>
                <a:close/>
              </a:path>
              <a:path w="6655434" h="6988809">
                <a:moveTo>
                  <a:pt x="4550564" y="2965512"/>
                </a:moveTo>
                <a:lnTo>
                  <a:pt x="4555558" y="2974165"/>
                </a:lnTo>
                <a:lnTo>
                  <a:pt x="4546904" y="2979158"/>
                </a:lnTo>
                <a:lnTo>
                  <a:pt x="4541911" y="2970504"/>
                </a:lnTo>
                <a:lnTo>
                  <a:pt x="4550564" y="2965512"/>
                </a:lnTo>
                <a:close/>
              </a:path>
              <a:path w="6655434" h="6988809">
                <a:moveTo>
                  <a:pt x="4625266" y="3096073"/>
                </a:moveTo>
                <a:lnTo>
                  <a:pt x="4629673" y="3103708"/>
                </a:lnTo>
                <a:lnTo>
                  <a:pt x="4622038" y="3108115"/>
                </a:lnTo>
                <a:lnTo>
                  <a:pt x="4617631" y="3100480"/>
                </a:lnTo>
                <a:lnTo>
                  <a:pt x="4625266" y="3096073"/>
                </a:lnTo>
                <a:close/>
              </a:path>
              <a:path w="6655434" h="6988809">
                <a:moveTo>
                  <a:pt x="4700074" y="3226238"/>
                </a:moveTo>
                <a:lnTo>
                  <a:pt x="4704191" y="3233364"/>
                </a:lnTo>
                <a:lnTo>
                  <a:pt x="4697065" y="3237481"/>
                </a:lnTo>
                <a:lnTo>
                  <a:pt x="4692949" y="3230355"/>
                </a:lnTo>
                <a:lnTo>
                  <a:pt x="4700074" y="3226238"/>
                </a:lnTo>
                <a:close/>
              </a:path>
              <a:path w="6655434" h="6988809">
                <a:moveTo>
                  <a:pt x="4774669" y="3357203"/>
                </a:moveTo>
                <a:lnTo>
                  <a:pt x="4777903" y="3362801"/>
                </a:lnTo>
                <a:lnTo>
                  <a:pt x="4772306" y="3366035"/>
                </a:lnTo>
                <a:lnTo>
                  <a:pt x="4769072" y="3360431"/>
                </a:lnTo>
                <a:lnTo>
                  <a:pt x="4774669" y="3357203"/>
                </a:lnTo>
                <a:close/>
              </a:path>
              <a:path w="6655434" h="6988809">
                <a:moveTo>
                  <a:pt x="4849371" y="3487765"/>
                </a:moveTo>
                <a:lnTo>
                  <a:pt x="4852012" y="3492344"/>
                </a:lnTo>
                <a:lnTo>
                  <a:pt x="4847434" y="3494991"/>
                </a:lnTo>
                <a:lnTo>
                  <a:pt x="4844792" y="3490407"/>
                </a:lnTo>
                <a:lnTo>
                  <a:pt x="4849371" y="3487765"/>
                </a:lnTo>
                <a:close/>
              </a:path>
              <a:path w="6655434" h="6988809">
                <a:moveTo>
                  <a:pt x="4924072" y="3618327"/>
                </a:moveTo>
                <a:lnTo>
                  <a:pt x="4926134" y="3621892"/>
                </a:lnTo>
                <a:lnTo>
                  <a:pt x="4922568" y="3623947"/>
                </a:lnTo>
                <a:lnTo>
                  <a:pt x="4920507" y="3620382"/>
                </a:lnTo>
                <a:lnTo>
                  <a:pt x="4924072" y="3618327"/>
                </a:lnTo>
                <a:close/>
              </a:path>
              <a:path w="6655434" h="6988809">
                <a:moveTo>
                  <a:pt x="4998774" y="3748889"/>
                </a:moveTo>
                <a:lnTo>
                  <a:pt x="5000243" y="3751430"/>
                </a:lnTo>
                <a:lnTo>
                  <a:pt x="4997702" y="3752899"/>
                </a:lnTo>
                <a:lnTo>
                  <a:pt x="4996233" y="3750358"/>
                </a:lnTo>
                <a:lnTo>
                  <a:pt x="4998774" y="3748889"/>
                </a:lnTo>
                <a:close/>
              </a:path>
              <a:path w="6655434" h="6988809">
                <a:moveTo>
                  <a:pt x="5073476" y="3879450"/>
                </a:moveTo>
                <a:lnTo>
                  <a:pt x="5074358" y="3880984"/>
                </a:lnTo>
                <a:lnTo>
                  <a:pt x="5072836" y="3881861"/>
                </a:lnTo>
                <a:lnTo>
                  <a:pt x="5071954" y="3880333"/>
                </a:lnTo>
                <a:lnTo>
                  <a:pt x="5073476" y="3879450"/>
                </a:lnTo>
                <a:close/>
              </a:path>
              <a:path w="6655434" h="6988809">
                <a:moveTo>
                  <a:pt x="2705988" y="25038"/>
                </a:moveTo>
                <a:lnTo>
                  <a:pt x="2733607" y="72878"/>
                </a:lnTo>
                <a:lnTo>
                  <a:pt x="2685772" y="100491"/>
                </a:lnTo>
                <a:lnTo>
                  <a:pt x="2658153" y="52657"/>
                </a:lnTo>
                <a:lnTo>
                  <a:pt x="2705988" y="25038"/>
                </a:lnTo>
                <a:close/>
              </a:path>
              <a:path w="6655434" h="6988809">
                <a:moveTo>
                  <a:pt x="2780476" y="156411"/>
                </a:moveTo>
                <a:lnTo>
                  <a:pt x="2806916" y="202208"/>
                </a:lnTo>
                <a:lnTo>
                  <a:pt x="2761119" y="228649"/>
                </a:lnTo>
                <a:lnTo>
                  <a:pt x="2734679" y="182851"/>
                </a:lnTo>
                <a:lnTo>
                  <a:pt x="2780476" y="156411"/>
                </a:lnTo>
                <a:close/>
              </a:path>
              <a:path w="6655434" h="6988809">
                <a:moveTo>
                  <a:pt x="2854964" y="287773"/>
                </a:moveTo>
                <a:lnTo>
                  <a:pt x="2880232" y="331532"/>
                </a:lnTo>
                <a:lnTo>
                  <a:pt x="2836467" y="356800"/>
                </a:lnTo>
                <a:lnTo>
                  <a:pt x="2811199" y="313041"/>
                </a:lnTo>
                <a:lnTo>
                  <a:pt x="2854964" y="287773"/>
                </a:lnTo>
                <a:close/>
              </a:path>
              <a:path w="6655434" h="6988809">
                <a:moveTo>
                  <a:pt x="2929560" y="418731"/>
                </a:moveTo>
                <a:lnTo>
                  <a:pt x="2953945" y="460968"/>
                </a:lnTo>
                <a:lnTo>
                  <a:pt x="2911708" y="485354"/>
                </a:lnTo>
                <a:lnTo>
                  <a:pt x="2887322" y="443117"/>
                </a:lnTo>
                <a:lnTo>
                  <a:pt x="2929560" y="418731"/>
                </a:lnTo>
                <a:close/>
              </a:path>
              <a:path w="6655434" h="6988809">
                <a:moveTo>
                  <a:pt x="3004042" y="550105"/>
                </a:moveTo>
                <a:lnTo>
                  <a:pt x="3027255" y="590305"/>
                </a:lnTo>
                <a:lnTo>
                  <a:pt x="2987055" y="613517"/>
                </a:lnTo>
                <a:lnTo>
                  <a:pt x="2963842" y="573317"/>
                </a:lnTo>
                <a:lnTo>
                  <a:pt x="3004042" y="550105"/>
                </a:lnTo>
                <a:close/>
              </a:path>
              <a:path w="6655434" h="6988809">
                <a:moveTo>
                  <a:pt x="3078643" y="681063"/>
                </a:moveTo>
                <a:lnTo>
                  <a:pt x="3100973" y="719741"/>
                </a:lnTo>
                <a:lnTo>
                  <a:pt x="3062296" y="742071"/>
                </a:lnTo>
                <a:lnTo>
                  <a:pt x="3039966" y="703393"/>
                </a:lnTo>
                <a:lnTo>
                  <a:pt x="3078643" y="681063"/>
                </a:lnTo>
                <a:close/>
              </a:path>
              <a:path w="6655434" h="6988809">
                <a:moveTo>
                  <a:pt x="3153238" y="812034"/>
                </a:moveTo>
                <a:lnTo>
                  <a:pt x="3174686" y="849177"/>
                </a:lnTo>
                <a:lnTo>
                  <a:pt x="3137536" y="870625"/>
                </a:lnTo>
                <a:lnTo>
                  <a:pt x="3116089" y="833481"/>
                </a:lnTo>
                <a:lnTo>
                  <a:pt x="3153238" y="812034"/>
                </a:lnTo>
                <a:close/>
              </a:path>
              <a:path w="6655434" h="6988809">
                <a:moveTo>
                  <a:pt x="3227828" y="942993"/>
                </a:moveTo>
                <a:lnTo>
                  <a:pt x="3248398" y="978620"/>
                </a:lnTo>
                <a:lnTo>
                  <a:pt x="3212777" y="999185"/>
                </a:lnTo>
                <a:lnTo>
                  <a:pt x="3192212" y="963557"/>
                </a:lnTo>
                <a:lnTo>
                  <a:pt x="3227828" y="942993"/>
                </a:lnTo>
                <a:close/>
              </a:path>
              <a:path w="6655434" h="6988809">
                <a:moveTo>
                  <a:pt x="3302315" y="1074354"/>
                </a:moveTo>
                <a:lnTo>
                  <a:pt x="3321708" y="1107944"/>
                </a:lnTo>
                <a:lnTo>
                  <a:pt x="3288118" y="1127336"/>
                </a:lnTo>
                <a:lnTo>
                  <a:pt x="3268726" y="1093746"/>
                </a:lnTo>
                <a:lnTo>
                  <a:pt x="3302315" y="1074354"/>
                </a:lnTo>
                <a:close/>
              </a:path>
              <a:path w="6655434" h="6988809">
                <a:moveTo>
                  <a:pt x="3376911" y="1205325"/>
                </a:moveTo>
                <a:lnTo>
                  <a:pt x="3395420" y="1237381"/>
                </a:lnTo>
                <a:lnTo>
                  <a:pt x="3363365" y="1255890"/>
                </a:lnTo>
                <a:lnTo>
                  <a:pt x="3344855" y="1223835"/>
                </a:lnTo>
                <a:lnTo>
                  <a:pt x="3376911" y="1205325"/>
                </a:lnTo>
                <a:close/>
              </a:path>
              <a:path w="6655434" h="6988809">
                <a:moveTo>
                  <a:pt x="3451391" y="1336693"/>
                </a:moveTo>
                <a:lnTo>
                  <a:pt x="3468730" y="1366710"/>
                </a:lnTo>
                <a:lnTo>
                  <a:pt x="3438705" y="1384047"/>
                </a:lnTo>
                <a:lnTo>
                  <a:pt x="3421375" y="1354023"/>
                </a:lnTo>
                <a:lnTo>
                  <a:pt x="3451391" y="1336693"/>
                </a:lnTo>
                <a:close/>
              </a:path>
              <a:path w="6655434" h="6988809">
                <a:moveTo>
                  <a:pt x="3525881" y="1468054"/>
                </a:moveTo>
                <a:lnTo>
                  <a:pt x="3542045" y="1496047"/>
                </a:lnTo>
                <a:lnTo>
                  <a:pt x="3514059" y="1512205"/>
                </a:lnTo>
                <a:lnTo>
                  <a:pt x="3497895" y="1484213"/>
                </a:lnTo>
                <a:lnTo>
                  <a:pt x="3525881" y="1468054"/>
                </a:lnTo>
                <a:close/>
              </a:path>
              <a:path w="6655434" h="6988809">
                <a:moveTo>
                  <a:pt x="3600589" y="1598616"/>
                </a:moveTo>
                <a:lnTo>
                  <a:pt x="3616161" y="1625590"/>
                </a:lnTo>
                <a:lnTo>
                  <a:pt x="3589187" y="1641161"/>
                </a:lnTo>
                <a:lnTo>
                  <a:pt x="3573615" y="1614188"/>
                </a:lnTo>
                <a:lnTo>
                  <a:pt x="3600589" y="1598616"/>
                </a:lnTo>
                <a:close/>
              </a:path>
              <a:path w="6655434" h="6988809">
                <a:moveTo>
                  <a:pt x="3675071" y="1729989"/>
                </a:moveTo>
                <a:lnTo>
                  <a:pt x="3689464" y="1754919"/>
                </a:lnTo>
                <a:lnTo>
                  <a:pt x="3664534" y="1769312"/>
                </a:lnTo>
                <a:lnTo>
                  <a:pt x="3650141" y="1744382"/>
                </a:lnTo>
                <a:lnTo>
                  <a:pt x="3675071" y="1729989"/>
                </a:lnTo>
                <a:close/>
              </a:path>
              <a:path w="6655434" h="6988809">
                <a:moveTo>
                  <a:pt x="3749560" y="1861351"/>
                </a:moveTo>
                <a:lnTo>
                  <a:pt x="3762780" y="1884250"/>
                </a:lnTo>
                <a:lnTo>
                  <a:pt x="3739881" y="1897470"/>
                </a:lnTo>
                <a:lnTo>
                  <a:pt x="3726661" y="1874572"/>
                </a:lnTo>
                <a:lnTo>
                  <a:pt x="3749560" y="1861351"/>
                </a:lnTo>
                <a:close/>
              </a:path>
              <a:path w="6655434" h="6988809">
                <a:moveTo>
                  <a:pt x="3824155" y="1992310"/>
                </a:moveTo>
                <a:lnTo>
                  <a:pt x="3836493" y="2013686"/>
                </a:lnTo>
                <a:lnTo>
                  <a:pt x="3815122" y="2026024"/>
                </a:lnTo>
                <a:lnTo>
                  <a:pt x="3802784" y="2004647"/>
                </a:lnTo>
                <a:lnTo>
                  <a:pt x="3824155" y="1992310"/>
                </a:lnTo>
                <a:close/>
              </a:path>
              <a:path w="6655434" h="6988809">
                <a:moveTo>
                  <a:pt x="3898749" y="2123280"/>
                </a:moveTo>
                <a:lnTo>
                  <a:pt x="3910205" y="2143128"/>
                </a:lnTo>
                <a:lnTo>
                  <a:pt x="3890363" y="2154584"/>
                </a:lnTo>
                <a:lnTo>
                  <a:pt x="3878901" y="2134736"/>
                </a:lnTo>
                <a:lnTo>
                  <a:pt x="3898749" y="2123280"/>
                </a:lnTo>
                <a:close/>
              </a:path>
              <a:path w="6655434" h="6988809">
                <a:moveTo>
                  <a:pt x="3973339" y="2254239"/>
                </a:moveTo>
                <a:lnTo>
                  <a:pt x="3983917" y="2272565"/>
                </a:lnTo>
                <a:lnTo>
                  <a:pt x="3965603" y="2283138"/>
                </a:lnTo>
                <a:lnTo>
                  <a:pt x="3955025" y="2264818"/>
                </a:lnTo>
                <a:lnTo>
                  <a:pt x="3973339" y="2254239"/>
                </a:lnTo>
                <a:close/>
              </a:path>
              <a:path w="6655434" h="6988809">
                <a:moveTo>
                  <a:pt x="4047940" y="2385204"/>
                </a:moveTo>
                <a:lnTo>
                  <a:pt x="4057636" y="2402002"/>
                </a:lnTo>
                <a:lnTo>
                  <a:pt x="4040844" y="2411698"/>
                </a:lnTo>
                <a:lnTo>
                  <a:pt x="4031148" y="2394900"/>
                </a:lnTo>
                <a:lnTo>
                  <a:pt x="4047940" y="2385204"/>
                </a:lnTo>
                <a:close/>
              </a:path>
              <a:path w="6655434" h="6988809">
                <a:moveTo>
                  <a:pt x="4122535" y="2516175"/>
                </a:moveTo>
                <a:lnTo>
                  <a:pt x="4131348" y="2531438"/>
                </a:lnTo>
                <a:lnTo>
                  <a:pt x="4116085" y="2540252"/>
                </a:lnTo>
                <a:lnTo>
                  <a:pt x="4107271" y="2524988"/>
                </a:lnTo>
                <a:lnTo>
                  <a:pt x="4122535" y="2516175"/>
                </a:lnTo>
                <a:close/>
              </a:path>
              <a:path w="6655434" h="6988809">
                <a:moveTo>
                  <a:pt x="4197124" y="2647133"/>
                </a:moveTo>
                <a:lnTo>
                  <a:pt x="4205061" y="2660875"/>
                </a:lnTo>
                <a:lnTo>
                  <a:pt x="4191325" y="2668806"/>
                </a:lnTo>
                <a:lnTo>
                  <a:pt x="4183388" y="2655064"/>
                </a:lnTo>
                <a:lnTo>
                  <a:pt x="4197124" y="2647133"/>
                </a:lnTo>
                <a:close/>
              </a:path>
              <a:path w="6655434" h="6988809">
                <a:moveTo>
                  <a:pt x="4271831" y="2777695"/>
                </a:moveTo>
                <a:lnTo>
                  <a:pt x="4279176" y="2790418"/>
                </a:lnTo>
                <a:lnTo>
                  <a:pt x="4266453" y="2797763"/>
                </a:lnTo>
                <a:lnTo>
                  <a:pt x="4259109" y="2785040"/>
                </a:lnTo>
                <a:lnTo>
                  <a:pt x="4271831" y="2777695"/>
                </a:lnTo>
                <a:close/>
              </a:path>
              <a:path w="6655434" h="6988809">
                <a:moveTo>
                  <a:pt x="4346314" y="2909063"/>
                </a:moveTo>
                <a:lnTo>
                  <a:pt x="4352486" y="2919754"/>
                </a:lnTo>
                <a:lnTo>
                  <a:pt x="4341801" y="2925920"/>
                </a:lnTo>
                <a:lnTo>
                  <a:pt x="4335629" y="2915234"/>
                </a:lnTo>
                <a:lnTo>
                  <a:pt x="4346314" y="2909063"/>
                </a:lnTo>
                <a:close/>
              </a:path>
              <a:path w="6655434" h="6988809">
                <a:moveTo>
                  <a:pt x="4420915" y="3040028"/>
                </a:moveTo>
                <a:lnTo>
                  <a:pt x="4426198" y="3049185"/>
                </a:lnTo>
                <a:lnTo>
                  <a:pt x="4417035" y="3054474"/>
                </a:lnTo>
                <a:lnTo>
                  <a:pt x="4411752" y="3045317"/>
                </a:lnTo>
                <a:lnTo>
                  <a:pt x="4420915" y="3040028"/>
                </a:lnTo>
                <a:close/>
              </a:path>
              <a:path w="6655434" h="6988809">
                <a:moveTo>
                  <a:pt x="4495611" y="3170596"/>
                </a:moveTo>
                <a:lnTo>
                  <a:pt x="4500313" y="3178734"/>
                </a:lnTo>
                <a:lnTo>
                  <a:pt x="4492169" y="3183431"/>
                </a:lnTo>
                <a:lnTo>
                  <a:pt x="4487472" y="3175292"/>
                </a:lnTo>
                <a:lnTo>
                  <a:pt x="4495611" y="3170596"/>
                </a:lnTo>
                <a:close/>
              </a:path>
              <a:path w="6655434" h="6988809">
                <a:moveTo>
                  <a:pt x="4570312" y="3301157"/>
                </a:moveTo>
                <a:lnTo>
                  <a:pt x="4574429" y="3308283"/>
                </a:lnTo>
                <a:lnTo>
                  <a:pt x="4567304" y="3312394"/>
                </a:lnTo>
                <a:lnTo>
                  <a:pt x="4563187" y="3305268"/>
                </a:lnTo>
                <a:lnTo>
                  <a:pt x="4570312" y="3301157"/>
                </a:lnTo>
                <a:close/>
              </a:path>
              <a:path w="6655434" h="6988809">
                <a:moveTo>
                  <a:pt x="4645020" y="3431719"/>
                </a:moveTo>
                <a:lnTo>
                  <a:pt x="4648544" y="3437820"/>
                </a:lnTo>
                <a:lnTo>
                  <a:pt x="4642437" y="3441344"/>
                </a:lnTo>
                <a:lnTo>
                  <a:pt x="4638913" y="3435244"/>
                </a:lnTo>
                <a:lnTo>
                  <a:pt x="4645020" y="3431719"/>
                </a:lnTo>
                <a:close/>
              </a:path>
              <a:path w="6655434" h="6988809">
                <a:moveTo>
                  <a:pt x="4719721" y="3562281"/>
                </a:moveTo>
                <a:lnTo>
                  <a:pt x="4722659" y="3567369"/>
                </a:lnTo>
                <a:lnTo>
                  <a:pt x="4717571" y="3570307"/>
                </a:lnTo>
                <a:lnTo>
                  <a:pt x="4714634" y="3565219"/>
                </a:lnTo>
                <a:lnTo>
                  <a:pt x="4719721" y="3562281"/>
                </a:lnTo>
                <a:close/>
              </a:path>
              <a:path w="6655434" h="6988809">
                <a:moveTo>
                  <a:pt x="4794423" y="3692843"/>
                </a:moveTo>
                <a:lnTo>
                  <a:pt x="4796775" y="3696912"/>
                </a:lnTo>
                <a:lnTo>
                  <a:pt x="4792700" y="3699263"/>
                </a:lnTo>
                <a:lnTo>
                  <a:pt x="4790354" y="3695194"/>
                </a:lnTo>
                <a:lnTo>
                  <a:pt x="4794423" y="3692843"/>
                </a:lnTo>
                <a:close/>
              </a:path>
              <a:path w="6655434" h="6988809">
                <a:moveTo>
                  <a:pt x="4869124" y="3823405"/>
                </a:moveTo>
                <a:lnTo>
                  <a:pt x="4870884" y="3826461"/>
                </a:lnTo>
                <a:lnTo>
                  <a:pt x="4867834" y="3828220"/>
                </a:lnTo>
                <a:lnTo>
                  <a:pt x="4866069" y="3825169"/>
                </a:lnTo>
                <a:lnTo>
                  <a:pt x="4869124" y="3823405"/>
                </a:lnTo>
                <a:close/>
              </a:path>
              <a:path w="6655434" h="6988809">
                <a:moveTo>
                  <a:pt x="4943826" y="3953972"/>
                </a:moveTo>
                <a:lnTo>
                  <a:pt x="4944999" y="3955998"/>
                </a:lnTo>
                <a:lnTo>
                  <a:pt x="4942962" y="3957177"/>
                </a:lnTo>
                <a:lnTo>
                  <a:pt x="4941789" y="3955145"/>
                </a:lnTo>
                <a:lnTo>
                  <a:pt x="4943826" y="3953972"/>
                </a:lnTo>
                <a:close/>
              </a:path>
              <a:path w="6655434" h="6988809">
                <a:moveTo>
                  <a:pt x="5017515" y="4085121"/>
                </a:moveTo>
                <a:lnTo>
                  <a:pt x="5018868" y="4085121"/>
                </a:lnTo>
                <a:lnTo>
                  <a:pt x="5019115" y="4085547"/>
                </a:lnTo>
                <a:lnTo>
                  <a:pt x="5017762" y="4085547"/>
                </a:lnTo>
                <a:lnTo>
                  <a:pt x="5017515" y="4085121"/>
                </a:lnTo>
                <a:close/>
              </a:path>
              <a:path w="6655434" h="6988809">
                <a:moveTo>
                  <a:pt x="2452366" y="0"/>
                </a:moveTo>
                <a:lnTo>
                  <a:pt x="2520896" y="0"/>
                </a:lnTo>
                <a:lnTo>
                  <a:pt x="2531738" y="18781"/>
                </a:lnTo>
                <a:lnTo>
                  <a:pt x="2480344" y="48455"/>
                </a:lnTo>
                <a:lnTo>
                  <a:pt x="2452366" y="0"/>
                </a:lnTo>
                <a:close/>
              </a:path>
              <a:path w="6655434" h="6988809">
                <a:moveTo>
                  <a:pt x="2576658" y="98352"/>
                </a:moveTo>
                <a:lnTo>
                  <a:pt x="2605450" y="148218"/>
                </a:lnTo>
                <a:lnTo>
                  <a:pt x="2555584" y="177010"/>
                </a:lnTo>
                <a:lnTo>
                  <a:pt x="2526792" y="127144"/>
                </a:lnTo>
                <a:lnTo>
                  <a:pt x="2576658" y="98352"/>
                </a:lnTo>
                <a:close/>
              </a:path>
              <a:path w="6655434" h="6988809">
                <a:moveTo>
                  <a:pt x="2651146" y="229713"/>
                </a:moveTo>
                <a:lnTo>
                  <a:pt x="2678765" y="277548"/>
                </a:lnTo>
                <a:lnTo>
                  <a:pt x="2630931" y="305161"/>
                </a:lnTo>
                <a:lnTo>
                  <a:pt x="2603318" y="257333"/>
                </a:lnTo>
                <a:lnTo>
                  <a:pt x="2651146" y="229713"/>
                </a:lnTo>
                <a:close/>
              </a:path>
              <a:path w="6655434" h="6988809">
                <a:moveTo>
                  <a:pt x="2725629" y="361081"/>
                </a:moveTo>
                <a:lnTo>
                  <a:pt x="2752075" y="406884"/>
                </a:lnTo>
                <a:lnTo>
                  <a:pt x="2706278" y="433324"/>
                </a:lnTo>
                <a:lnTo>
                  <a:pt x="2679838" y="387521"/>
                </a:lnTo>
                <a:lnTo>
                  <a:pt x="2725629" y="361081"/>
                </a:lnTo>
                <a:close/>
              </a:path>
              <a:path w="6655434" h="6988809">
                <a:moveTo>
                  <a:pt x="2800123" y="492449"/>
                </a:moveTo>
                <a:lnTo>
                  <a:pt x="2825385" y="536208"/>
                </a:lnTo>
                <a:lnTo>
                  <a:pt x="2781625" y="561476"/>
                </a:lnTo>
                <a:lnTo>
                  <a:pt x="2756357" y="517716"/>
                </a:lnTo>
                <a:lnTo>
                  <a:pt x="2800123" y="492449"/>
                </a:lnTo>
                <a:close/>
              </a:path>
              <a:path w="6655434" h="6988809">
                <a:moveTo>
                  <a:pt x="2874605" y="623816"/>
                </a:moveTo>
                <a:lnTo>
                  <a:pt x="2898694" y="665538"/>
                </a:lnTo>
                <a:lnTo>
                  <a:pt x="2856972" y="689627"/>
                </a:lnTo>
                <a:lnTo>
                  <a:pt x="2832883" y="647905"/>
                </a:lnTo>
                <a:lnTo>
                  <a:pt x="2874605" y="623816"/>
                </a:lnTo>
                <a:close/>
              </a:path>
              <a:path w="6655434" h="6988809">
                <a:moveTo>
                  <a:pt x="2949200" y="754775"/>
                </a:moveTo>
                <a:lnTo>
                  <a:pt x="2972413" y="794975"/>
                </a:lnTo>
                <a:lnTo>
                  <a:pt x="2932213" y="818187"/>
                </a:lnTo>
                <a:lnTo>
                  <a:pt x="2909001" y="777987"/>
                </a:lnTo>
                <a:lnTo>
                  <a:pt x="2949200" y="754775"/>
                </a:lnTo>
                <a:close/>
              </a:path>
              <a:path w="6655434" h="6988809">
                <a:moveTo>
                  <a:pt x="3023796" y="885745"/>
                </a:moveTo>
                <a:lnTo>
                  <a:pt x="3046126" y="924411"/>
                </a:lnTo>
                <a:lnTo>
                  <a:pt x="3007448" y="946741"/>
                </a:lnTo>
                <a:lnTo>
                  <a:pt x="2985124" y="908075"/>
                </a:lnTo>
                <a:lnTo>
                  <a:pt x="3023796" y="885745"/>
                </a:lnTo>
                <a:close/>
              </a:path>
              <a:path w="6655434" h="6988809">
                <a:moveTo>
                  <a:pt x="3098285" y="1017107"/>
                </a:moveTo>
                <a:lnTo>
                  <a:pt x="3119435" y="1053747"/>
                </a:lnTo>
                <a:lnTo>
                  <a:pt x="3082801" y="1074899"/>
                </a:lnTo>
                <a:lnTo>
                  <a:pt x="3061644" y="1038258"/>
                </a:lnTo>
                <a:lnTo>
                  <a:pt x="3098285" y="1017107"/>
                </a:lnTo>
                <a:close/>
              </a:path>
              <a:path w="6655434" h="6988809">
                <a:moveTo>
                  <a:pt x="3172879" y="1148072"/>
                </a:moveTo>
                <a:lnTo>
                  <a:pt x="3193154" y="1183184"/>
                </a:lnTo>
                <a:lnTo>
                  <a:pt x="3158042" y="1203459"/>
                </a:lnTo>
                <a:lnTo>
                  <a:pt x="3137767" y="1168347"/>
                </a:lnTo>
                <a:lnTo>
                  <a:pt x="3172879" y="1148072"/>
                </a:lnTo>
                <a:close/>
              </a:path>
              <a:path w="6655434" h="6988809">
                <a:moveTo>
                  <a:pt x="3247367" y="1279440"/>
                </a:moveTo>
                <a:lnTo>
                  <a:pt x="3266464" y="1312514"/>
                </a:lnTo>
                <a:lnTo>
                  <a:pt x="3233383" y="1331610"/>
                </a:lnTo>
                <a:lnTo>
                  <a:pt x="3214287" y="1298536"/>
                </a:lnTo>
                <a:lnTo>
                  <a:pt x="3247367" y="1279440"/>
                </a:lnTo>
                <a:close/>
              </a:path>
              <a:path w="6655434" h="6988809">
                <a:moveTo>
                  <a:pt x="3321956" y="1410405"/>
                </a:moveTo>
                <a:lnTo>
                  <a:pt x="3340176" y="1441951"/>
                </a:lnTo>
                <a:lnTo>
                  <a:pt x="3308624" y="1460164"/>
                </a:lnTo>
                <a:lnTo>
                  <a:pt x="3290410" y="1428618"/>
                </a:lnTo>
                <a:lnTo>
                  <a:pt x="3321956" y="1410405"/>
                </a:lnTo>
                <a:close/>
              </a:path>
              <a:path w="6655434" h="6988809">
                <a:moveTo>
                  <a:pt x="3396338" y="1542169"/>
                </a:moveTo>
                <a:lnTo>
                  <a:pt x="3413082" y="1571180"/>
                </a:lnTo>
                <a:lnTo>
                  <a:pt x="3384083" y="1587924"/>
                </a:lnTo>
                <a:lnTo>
                  <a:pt x="3367333" y="1558913"/>
                </a:lnTo>
                <a:lnTo>
                  <a:pt x="3396338" y="1542169"/>
                </a:lnTo>
                <a:close/>
              </a:path>
              <a:path w="6655434" h="6988809">
                <a:moveTo>
                  <a:pt x="3470940" y="1673134"/>
                </a:moveTo>
                <a:lnTo>
                  <a:pt x="3486801" y="1700611"/>
                </a:lnTo>
                <a:lnTo>
                  <a:pt x="3459324" y="1716479"/>
                </a:lnTo>
                <a:lnTo>
                  <a:pt x="3443457" y="1689002"/>
                </a:lnTo>
                <a:lnTo>
                  <a:pt x="3470940" y="1673134"/>
                </a:lnTo>
                <a:close/>
              </a:path>
              <a:path w="6655434" h="6988809">
                <a:moveTo>
                  <a:pt x="3545635" y="1803702"/>
                </a:moveTo>
                <a:lnTo>
                  <a:pt x="3560911" y="1830160"/>
                </a:lnTo>
                <a:lnTo>
                  <a:pt x="3534452" y="1845436"/>
                </a:lnTo>
                <a:lnTo>
                  <a:pt x="3519177" y="1818978"/>
                </a:lnTo>
                <a:lnTo>
                  <a:pt x="3545635" y="1803702"/>
                </a:lnTo>
                <a:close/>
              </a:path>
              <a:path w="6655434" h="6988809">
                <a:moveTo>
                  <a:pt x="3620123" y="1935064"/>
                </a:moveTo>
                <a:lnTo>
                  <a:pt x="3634226" y="1959491"/>
                </a:lnTo>
                <a:lnTo>
                  <a:pt x="3609799" y="1973593"/>
                </a:lnTo>
                <a:lnTo>
                  <a:pt x="3595697" y="1949166"/>
                </a:lnTo>
                <a:lnTo>
                  <a:pt x="3620123" y="1935064"/>
                </a:lnTo>
                <a:close/>
              </a:path>
              <a:path w="6655434" h="6988809">
                <a:moveTo>
                  <a:pt x="3694612" y="2066425"/>
                </a:moveTo>
                <a:lnTo>
                  <a:pt x="3707542" y="2088815"/>
                </a:lnTo>
                <a:lnTo>
                  <a:pt x="3685147" y="2101745"/>
                </a:lnTo>
                <a:lnTo>
                  <a:pt x="3672222" y="2079356"/>
                </a:lnTo>
                <a:lnTo>
                  <a:pt x="3694612" y="2066425"/>
                </a:lnTo>
                <a:close/>
              </a:path>
              <a:path w="6655434" h="6988809">
                <a:moveTo>
                  <a:pt x="3769207" y="2197396"/>
                </a:moveTo>
                <a:lnTo>
                  <a:pt x="3781254" y="2218257"/>
                </a:lnTo>
                <a:lnTo>
                  <a:pt x="3760387" y="2230304"/>
                </a:lnTo>
                <a:lnTo>
                  <a:pt x="3748340" y="2209444"/>
                </a:lnTo>
                <a:lnTo>
                  <a:pt x="3769207" y="2197396"/>
                </a:lnTo>
                <a:close/>
              </a:path>
              <a:path w="6655434" h="6988809">
                <a:moveTo>
                  <a:pt x="3843796" y="2328355"/>
                </a:moveTo>
                <a:lnTo>
                  <a:pt x="3854960" y="2347694"/>
                </a:lnTo>
                <a:lnTo>
                  <a:pt x="3835628" y="2358859"/>
                </a:lnTo>
                <a:lnTo>
                  <a:pt x="3824463" y="2339519"/>
                </a:lnTo>
                <a:lnTo>
                  <a:pt x="3843796" y="2328355"/>
                </a:lnTo>
                <a:close/>
              </a:path>
              <a:path w="6655434" h="6988809">
                <a:moveTo>
                  <a:pt x="3918391" y="2459325"/>
                </a:moveTo>
                <a:lnTo>
                  <a:pt x="3928673" y="2477130"/>
                </a:lnTo>
                <a:lnTo>
                  <a:pt x="3910868" y="2487413"/>
                </a:lnTo>
                <a:lnTo>
                  <a:pt x="3900586" y="2469608"/>
                </a:lnTo>
                <a:lnTo>
                  <a:pt x="3918391" y="2459325"/>
                </a:lnTo>
                <a:close/>
              </a:path>
              <a:path w="6655434" h="6988809">
                <a:moveTo>
                  <a:pt x="3992986" y="2590284"/>
                </a:moveTo>
                <a:lnTo>
                  <a:pt x="4002386" y="2606572"/>
                </a:lnTo>
                <a:lnTo>
                  <a:pt x="3986109" y="2615972"/>
                </a:lnTo>
                <a:lnTo>
                  <a:pt x="3976703" y="2599684"/>
                </a:lnTo>
                <a:lnTo>
                  <a:pt x="3992986" y="2590284"/>
                </a:lnTo>
                <a:close/>
              </a:path>
              <a:path w="6655434" h="6988809">
                <a:moveTo>
                  <a:pt x="4067586" y="2721249"/>
                </a:moveTo>
                <a:lnTo>
                  <a:pt x="4076104" y="2736003"/>
                </a:lnTo>
                <a:lnTo>
                  <a:pt x="4061350" y="2744527"/>
                </a:lnTo>
                <a:lnTo>
                  <a:pt x="4052826" y="2729766"/>
                </a:lnTo>
                <a:lnTo>
                  <a:pt x="4067586" y="2721249"/>
                </a:lnTo>
                <a:close/>
              </a:path>
              <a:path w="6655434" h="6988809">
                <a:moveTo>
                  <a:pt x="4142176" y="2852208"/>
                </a:moveTo>
                <a:lnTo>
                  <a:pt x="4149816" y="2865445"/>
                </a:lnTo>
                <a:lnTo>
                  <a:pt x="4136584" y="2873086"/>
                </a:lnTo>
                <a:lnTo>
                  <a:pt x="4128944" y="2859849"/>
                </a:lnTo>
                <a:lnTo>
                  <a:pt x="4142176" y="2852208"/>
                </a:lnTo>
                <a:close/>
              </a:path>
              <a:path w="6655434" h="6988809">
                <a:moveTo>
                  <a:pt x="4216771" y="2983178"/>
                </a:moveTo>
                <a:lnTo>
                  <a:pt x="4223529" y="2994882"/>
                </a:lnTo>
                <a:lnTo>
                  <a:pt x="4211825" y="3001640"/>
                </a:lnTo>
                <a:lnTo>
                  <a:pt x="4205067" y="2989937"/>
                </a:lnTo>
                <a:lnTo>
                  <a:pt x="4216771" y="2983178"/>
                </a:lnTo>
                <a:close/>
              </a:path>
              <a:path w="6655434" h="6988809">
                <a:moveTo>
                  <a:pt x="4291366" y="3114143"/>
                </a:moveTo>
                <a:lnTo>
                  <a:pt x="4297241" y="3124319"/>
                </a:lnTo>
                <a:lnTo>
                  <a:pt x="4287065" y="3130195"/>
                </a:lnTo>
                <a:lnTo>
                  <a:pt x="4281190" y="3120019"/>
                </a:lnTo>
                <a:lnTo>
                  <a:pt x="4291366" y="3114143"/>
                </a:lnTo>
                <a:close/>
              </a:path>
              <a:path w="6655434" h="6988809">
                <a:moveTo>
                  <a:pt x="4365961" y="3245108"/>
                </a:moveTo>
                <a:lnTo>
                  <a:pt x="4370954" y="3253762"/>
                </a:lnTo>
                <a:lnTo>
                  <a:pt x="4362306" y="3258755"/>
                </a:lnTo>
                <a:lnTo>
                  <a:pt x="4357307" y="3250101"/>
                </a:lnTo>
                <a:lnTo>
                  <a:pt x="4365961" y="3245108"/>
                </a:lnTo>
                <a:close/>
              </a:path>
              <a:path w="6655434" h="6988809">
                <a:moveTo>
                  <a:pt x="4440662" y="3375670"/>
                </a:moveTo>
                <a:lnTo>
                  <a:pt x="4445069" y="3383299"/>
                </a:lnTo>
                <a:lnTo>
                  <a:pt x="4437434" y="3387706"/>
                </a:lnTo>
                <a:lnTo>
                  <a:pt x="4433027" y="3380077"/>
                </a:lnTo>
                <a:lnTo>
                  <a:pt x="4440662" y="3375670"/>
                </a:lnTo>
                <a:close/>
              </a:path>
              <a:path w="6655434" h="6988809">
                <a:moveTo>
                  <a:pt x="4515364" y="3506232"/>
                </a:moveTo>
                <a:lnTo>
                  <a:pt x="4519185" y="3512848"/>
                </a:lnTo>
                <a:lnTo>
                  <a:pt x="4512569" y="3516668"/>
                </a:lnTo>
                <a:lnTo>
                  <a:pt x="4508748" y="3510052"/>
                </a:lnTo>
                <a:lnTo>
                  <a:pt x="4515364" y="3506232"/>
                </a:lnTo>
                <a:close/>
              </a:path>
              <a:path w="6655434" h="6988809">
                <a:moveTo>
                  <a:pt x="4590066" y="3636794"/>
                </a:moveTo>
                <a:lnTo>
                  <a:pt x="4593300" y="3642391"/>
                </a:lnTo>
                <a:lnTo>
                  <a:pt x="4587697" y="3645625"/>
                </a:lnTo>
                <a:lnTo>
                  <a:pt x="4584468" y="3640028"/>
                </a:lnTo>
                <a:lnTo>
                  <a:pt x="4590066" y="3636794"/>
                </a:lnTo>
                <a:close/>
              </a:path>
              <a:path w="6655434" h="6988809">
                <a:moveTo>
                  <a:pt x="4664767" y="3767362"/>
                </a:moveTo>
                <a:lnTo>
                  <a:pt x="4667409" y="3771941"/>
                </a:lnTo>
                <a:lnTo>
                  <a:pt x="4662836" y="3774582"/>
                </a:lnTo>
                <a:lnTo>
                  <a:pt x="4660189" y="3770003"/>
                </a:lnTo>
                <a:lnTo>
                  <a:pt x="4664767" y="3767362"/>
                </a:lnTo>
                <a:close/>
              </a:path>
              <a:path w="6655434" h="6988809">
                <a:moveTo>
                  <a:pt x="4739469" y="3897924"/>
                </a:moveTo>
                <a:lnTo>
                  <a:pt x="4741525" y="3901483"/>
                </a:lnTo>
                <a:lnTo>
                  <a:pt x="4737965" y="3903538"/>
                </a:lnTo>
                <a:lnTo>
                  <a:pt x="4735909" y="3899979"/>
                </a:lnTo>
                <a:lnTo>
                  <a:pt x="4739469" y="3897924"/>
                </a:lnTo>
                <a:close/>
              </a:path>
              <a:path w="6655434" h="6988809">
                <a:moveTo>
                  <a:pt x="4814171" y="4028486"/>
                </a:moveTo>
                <a:lnTo>
                  <a:pt x="4815640" y="4031027"/>
                </a:lnTo>
                <a:lnTo>
                  <a:pt x="4813099" y="4032496"/>
                </a:lnTo>
                <a:lnTo>
                  <a:pt x="4811630" y="4029954"/>
                </a:lnTo>
                <a:lnTo>
                  <a:pt x="4814171" y="4028486"/>
                </a:lnTo>
                <a:close/>
              </a:path>
              <a:path w="6655434" h="6988809">
                <a:moveTo>
                  <a:pt x="4888878" y="4159048"/>
                </a:moveTo>
                <a:lnTo>
                  <a:pt x="4889761" y="4160576"/>
                </a:lnTo>
                <a:lnTo>
                  <a:pt x="4888227" y="4161458"/>
                </a:lnTo>
                <a:lnTo>
                  <a:pt x="4887344" y="4159930"/>
                </a:lnTo>
                <a:lnTo>
                  <a:pt x="4888878" y="4159048"/>
                </a:lnTo>
                <a:close/>
              </a:path>
              <a:path w="6655434" h="6988809">
                <a:moveTo>
                  <a:pt x="2372734" y="40704"/>
                </a:moveTo>
                <a:lnTo>
                  <a:pt x="2403581" y="94130"/>
                </a:lnTo>
                <a:lnTo>
                  <a:pt x="2350149" y="124978"/>
                </a:lnTo>
                <a:lnTo>
                  <a:pt x="2319302" y="71552"/>
                </a:lnTo>
                <a:lnTo>
                  <a:pt x="2372734" y="40704"/>
                </a:lnTo>
                <a:close/>
              </a:path>
              <a:path w="6655434" h="6988809">
                <a:moveTo>
                  <a:pt x="2447222" y="172066"/>
                </a:moveTo>
                <a:lnTo>
                  <a:pt x="2476896" y="223466"/>
                </a:lnTo>
                <a:lnTo>
                  <a:pt x="2425502" y="253135"/>
                </a:lnTo>
                <a:lnTo>
                  <a:pt x="2395828" y="201735"/>
                </a:lnTo>
                <a:lnTo>
                  <a:pt x="2447222" y="172066"/>
                </a:lnTo>
                <a:close/>
              </a:path>
              <a:path w="6655434" h="6988809">
                <a:moveTo>
                  <a:pt x="2521817" y="303031"/>
                </a:moveTo>
                <a:lnTo>
                  <a:pt x="2550609" y="352903"/>
                </a:lnTo>
                <a:lnTo>
                  <a:pt x="2500737" y="381695"/>
                </a:lnTo>
                <a:lnTo>
                  <a:pt x="2471945" y="331823"/>
                </a:lnTo>
                <a:lnTo>
                  <a:pt x="2521817" y="303031"/>
                </a:lnTo>
                <a:close/>
              </a:path>
              <a:path w="6655434" h="6988809">
                <a:moveTo>
                  <a:pt x="2596305" y="434399"/>
                </a:moveTo>
                <a:lnTo>
                  <a:pt x="2623919" y="482227"/>
                </a:lnTo>
                <a:lnTo>
                  <a:pt x="2576090" y="509846"/>
                </a:lnTo>
                <a:lnTo>
                  <a:pt x="2548471" y="462012"/>
                </a:lnTo>
                <a:lnTo>
                  <a:pt x="2596305" y="434399"/>
                </a:lnTo>
                <a:close/>
              </a:path>
              <a:path w="6655434" h="6988809">
                <a:moveTo>
                  <a:pt x="2670788" y="565760"/>
                </a:moveTo>
                <a:lnTo>
                  <a:pt x="2697228" y="611558"/>
                </a:lnTo>
                <a:lnTo>
                  <a:pt x="2651431" y="637998"/>
                </a:lnTo>
                <a:lnTo>
                  <a:pt x="2624991" y="592201"/>
                </a:lnTo>
                <a:lnTo>
                  <a:pt x="2670788" y="565760"/>
                </a:lnTo>
                <a:close/>
              </a:path>
              <a:path w="6655434" h="6988809">
                <a:moveTo>
                  <a:pt x="2745170" y="697530"/>
                </a:moveTo>
                <a:lnTo>
                  <a:pt x="2770141" y="740780"/>
                </a:lnTo>
                <a:lnTo>
                  <a:pt x="2726891" y="765752"/>
                </a:lnTo>
                <a:lnTo>
                  <a:pt x="2701920" y="722502"/>
                </a:lnTo>
                <a:lnTo>
                  <a:pt x="2745170" y="697530"/>
                </a:lnTo>
                <a:close/>
              </a:path>
              <a:path w="6655434" h="6988809">
                <a:moveTo>
                  <a:pt x="2819771" y="828495"/>
                </a:moveTo>
                <a:lnTo>
                  <a:pt x="2843860" y="870218"/>
                </a:lnTo>
                <a:lnTo>
                  <a:pt x="2802132" y="894312"/>
                </a:lnTo>
                <a:lnTo>
                  <a:pt x="2778043" y="852584"/>
                </a:lnTo>
                <a:lnTo>
                  <a:pt x="2819771" y="828495"/>
                </a:lnTo>
                <a:close/>
              </a:path>
              <a:path w="6655434" h="6988809">
                <a:moveTo>
                  <a:pt x="2894253" y="959863"/>
                </a:moveTo>
                <a:lnTo>
                  <a:pt x="2917170" y="999553"/>
                </a:lnTo>
                <a:lnTo>
                  <a:pt x="2877479" y="1022470"/>
                </a:lnTo>
                <a:lnTo>
                  <a:pt x="2854563" y="982779"/>
                </a:lnTo>
                <a:lnTo>
                  <a:pt x="2894253" y="959863"/>
                </a:lnTo>
                <a:close/>
              </a:path>
              <a:path w="6655434" h="6988809">
                <a:moveTo>
                  <a:pt x="2968842" y="1090821"/>
                </a:moveTo>
                <a:lnTo>
                  <a:pt x="2990882" y="1128990"/>
                </a:lnTo>
                <a:lnTo>
                  <a:pt x="2952720" y="1151024"/>
                </a:lnTo>
                <a:lnTo>
                  <a:pt x="2930680" y="1112855"/>
                </a:lnTo>
                <a:lnTo>
                  <a:pt x="2968842" y="1090821"/>
                </a:lnTo>
                <a:close/>
              </a:path>
              <a:path w="6655434" h="6988809">
                <a:moveTo>
                  <a:pt x="3043330" y="1222189"/>
                </a:moveTo>
                <a:lnTo>
                  <a:pt x="3064191" y="1258320"/>
                </a:lnTo>
                <a:lnTo>
                  <a:pt x="3028066" y="1279175"/>
                </a:lnTo>
                <a:lnTo>
                  <a:pt x="3007205" y="1243044"/>
                </a:lnTo>
                <a:lnTo>
                  <a:pt x="3043330" y="1222189"/>
                </a:lnTo>
                <a:close/>
              </a:path>
              <a:path w="6655434" h="6988809">
                <a:moveTo>
                  <a:pt x="3117824" y="1353556"/>
                </a:moveTo>
                <a:lnTo>
                  <a:pt x="3137507" y="1387644"/>
                </a:lnTo>
                <a:lnTo>
                  <a:pt x="3103408" y="1407332"/>
                </a:lnTo>
                <a:lnTo>
                  <a:pt x="3083725" y="1373239"/>
                </a:lnTo>
                <a:lnTo>
                  <a:pt x="3117824" y="1353556"/>
                </a:lnTo>
                <a:close/>
              </a:path>
              <a:path w="6655434" h="6988809">
                <a:moveTo>
                  <a:pt x="3192413" y="1484515"/>
                </a:moveTo>
                <a:lnTo>
                  <a:pt x="3211219" y="1517086"/>
                </a:lnTo>
                <a:lnTo>
                  <a:pt x="3178648" y="1535886"/>
                </a:lnTo>
                <a:lnTo>
                  <a:pt x="3159848" y="1503321"/>
                </a:lnTo>
                <a:lnTo>
                  <a:pt x="3192413" y="1484515"/>
                </a:lnTo>
                <a:close/>
              </a:path>
              <a:path w="6655434" h="6988809">
                <a:moveTo>
                  <a:pt x="3266896" y="1615883"/>
                </a:moveTo>
                <a:lnTo>
                  <a:pt x="3284528" y="1646422"/>
                </a:lnTo>
                <a:lnTo>
                  <a:pt x="3253995" y="1664048"/>
                </a:lnTo>
                <a:lnTo>
                  <a:pt x="3236368" y="1633509"/>
                </a:lnTo>
                <a:lnTo>
                  <a:pt x="3266896" y="1615883"/>
                </a:lnTo>
                <a:close/>
              </a:path>
              <a:path w="6655434" h="6988809">
                <a:moveTo>
                  <a:pt x="3341390" y="1747250"/>
                </a:moveTo>
                <a:lnTo>
                  <a:pt x="3357838" y="1775746"/>
                </a:lnTo>
                <a:lnTo>
                  <a:pt x="3329348" y="1792201"/>
                </a:lnTo>
                <a:lnTo>
                  <a:pt x="3312894" y="1763705"/>
                </a:lnTo>
                <a:lnTo>
                  <a:pt x="3341390" y="1747250"/>
                </a:lnTo>
                <a:close/>
              </a:path>
              <a:path w="6655434" h="6988809">
                <a:moveTo>
                  <a:pt x="3416091" y="1877812"/>
                </a:moveTo>
                <a:lnTo>
                  <a:pt x="3431953" y="1905289"/>
                </a:lnTo>
                <a:lnTo>
                  <a:pt x="3404477" y="1921151"/>
                </a:lnTo>
                <a:lnTo>
                  <a:pt x="3388614" y="1893680"/>
                </a:lnTo>
                <a:lnTo>
                  <a:pt x="3416091" y="1877812"/>
                </a:lnTo>
                <a:close/>
              </a:path>
              <a:path w="6655434" h="6988809">
                <a:moveTo>
                  <a:pt x="3490574" y="2009179"/>
                </a:moveTo>
                <a:lnTo>
                  <a:pt x="3505263" y="2034625"/>
                </a:lnTo>
                <a:lnTo>
                  <a:pt x="3479823" y="2049314"/>
                </a:lnTo>
                <a:lnTo>
                  <a:pt x="3465134" y="2023869"/>
                </a:lnTo>
                <a:lnTo>
                  <a:pt x="3490574" y="2009179"/>
                </a:lnTo>
                <a:close/>
              </a:path>
              <a:path w="6655434" h="6988809">
                <a:moveTo>
                  <a:pt x="3565063" y="2140548"/>
                </a:moveTo>
                <a:lnTo>
                  <a:pt x="3578579" y="2163949"/>
                </a:lnTo>
                <a:lnTo>
                  <a:pt x="3555171" y="2177465"/>
                </a:lnTo>
                <a:lnTo>
                  <a:pt x="3541661" y="2154058"/>
                </a:lnTo>
                <a:lnTo>
                  <a:pt x="3565063" y="2140548"/>
                </a:lnTo>
                <a:close/>
              </a:path>
              <a:path w="6655434" h="6988809">
                <a:moveTo>
                  <a:pt x="3639657" y="2271506"/>
                </a:moveTo>
                <a:lnTo>
                  <a:pt x="3652291" y="2293391"/>
                </a:lnTo>
                <a:lnTo>
                  <a:pt x="3630405" y="2306025"/>
                </a:lnTo>
                <a:lnTo>
                  <a:pt x="3617771" y="2284139"/>
                </a:lnTo>
                <a:lnTo>
                  <a:pt x="3639657" y="2271506"/>
                </a:lnTo>
                <a:close/>
              </a:path>
              <a:path w="6655434" h="6988809">
                <a:moveTo>
                  <a:pt x="3714253" y="2402470"/>
                </a:moveTo>
                <a:lnTo>
                  <a:pt x="3726004" y="2422828"/>
                </a:lnTo>
                <a:lnTo>
                  <a:pt x="3705646" y="2434579"/>
                </a:lnTo>
                <a:lnTo>
                  <a:pt x="3693895" y="2414222"/>
                </a:lnTo>
                <a:lnTo>
                  <a:pt x="3714253" y="2402470"/>
                </a:lnTo>
                <a:close/>
              </a:path>
              <a:path w="6655434" h="6988809">
                <a:moveTo>
                  <a:pt x="3788740" y="2533839"/>
                </a:moveTo>
                <a:lnTo>
                  <a:pt x="3799313" y="2552152"/>
                </a:lnTo>
                <a:lnTo>
                  <a:pt x="3780999" y="2562731"/>
                </a:lnTo>
                <a:lnTo>
                  <a:pt x="3770420" y="2544411"/>
                </a:lnTo>
                <a:lnTo>
                  <a:pt x="3788740" y="2533839"/>
                </a:lnTo>
                <a:close/>
              </a:path>
              <a:path w="6655434" h="6988809">
                <a:moveTo>
                  <a:pt x="3863337" y="2664803"/>
                </a:moveTo>
                <a:lnTo>
                  <a:pt x="3873026" y="2681595"/>
                </a:lnTo>
                <a:lnTo>
                  <a:pt x="3856235" y="2691291"/>
                </a:lnTo>
                <a:lnTo>
                  <a:pt x="3846539" y="2674499"/>
                </a:lnTo>
                <a:lnTo>
                  <a:pt x="3863337" y="2664803"/>
                </a:lnTo>
                <a:close/>
              </a:path>
              <a:path w="6655434" h="6988809">
                <a:moveTo>
                  <a:pt x="3937925" y="2795768"/>
                </a:moveTo>
                <a:lnTo>
                  <a:pt x="3946739" y="2811031"/>
                </a:lnTo>
                <a:lnTo>
                  <a:pt x="3931475" y="2819845"/>
                </a:lnTo>
                <a:lnTo>
                  <a:pt x="3922661" y="2804581"/>
                </a:lnTo>
                <a:lnTo>
                  <a:pt x="3937925" y="2795768"/>
                </a:lnTo>
                <a:close/>
              </a:path>
              <a:path w="6655434" h="6988809">
                <a:moveTo>
                  <a:pt x="4012526" y="2926733"/>
                </a:moveTo>
                <a:lnTo>
                  <a:pt x="4020457" y="2940469"/>
                </a:lnTo>
                <a:lnTo>
                  <a:pt x="4006716" y="2948399"/>
                </a:lnTo>
                <a:lnTo>
                  <a:pt x="3998785" y="2934664"/>
                </a:lnTo>
                <a:lnTo>
                  <a:pt x="4012526" y="2926733"/>
                </a:lnTo>
                <a:close/>
              </a:path>
              <a:path w="6655434" h="6988809">
                <a:moveTo>
                  <a:pt x="4087228" y="3057295"/>
                </a:moveTo>
                <a:lnTo>
                  <a:pt x="4094572" y="3070018"/>
                </a:lnTo>
                <a:lnTo>
                  <a:pt x="4081850" y="3077362"/>
                </a:lnTo>
                <a:lnTo>
                  <a:pt x="4074505" y="3064639"/>
                </a:lnTo>
                <a:lnTo>
                  <a:pt x="4087228" y="3057295"/>
                </a:lnTo>
                <a:close/>
              </a:path>
              <a:path w="6655434" h="6988809">
                <a:moveTo>
                  <a:pt x="4161716" y="3188656"/>
                </a:moveTo>
                <a:lnTo>
                  <a:pt x="4167882" y="3199342"/>
                </a:lnTo>
                <a:lnTo>
                  <a:pt x="4157197" y="3205513"/>
                </a:lnTo>
                <a:lnTo>
                  <a:pt x="4151031" y="3194828"/>
                </a:lnTo>
                <a:lnTo>
                  <a:pt x="4161716" y="3188656"/>
                </a:lnTo>
                <a:close/>
              </a:path>
              <a:path w="6655434" h="6988809">
                <a:moveTo>
                  <a:pt x="4236311" y="3319627"/>
                </a:moveTo>
                <a:lnTo>
                  <a:pt x="4241594" y="3328784"/>
                </a:lnTo>
                <a:lnTo>
                  <a:pt x="4232431" y="3334073"/>
                </a:lnTo>
                <a:lnTo>
                  <a:pt x="4227148" y="3324916"/>
                </a:lnTo>
                <a:lnTo>
                  <a:pt x="4236311" y="3319627"/>
                </a:lnTo>
                <a:close/>
              </a:path>
              <a:path w="6655434" h="6988809">
                <a:moveTo>
                  <a:pt x="4311013" y="3450189"/>
                </a:moveTo>
                <a:lnTo>
                  <a:pt x="4315710" y="3458327"/>
                </a:lnTo>
                <a:lnTo>
                  <a:pt x="4307571" y="3463030"/>
                </a:lnTo>
                <a:lnTo>
                  <a:pt x="4302869" y="3454886"/>
                </a:lnTo>
                <a:lnTo>
                  <a:pt x="4311013" y="3450189"/>
                </a:lnTo>
                <a:close/>
              </a:path>
              <a:path w="6655434" h="6988809">
                <a:moveTo>
                  <a:pt x="4385713" y="3580751"/>
                </a:moveTo>
                <a:lnTo>
                  <a:pt x="4389825" y="3587870"/>
                </a:lnTo>
                <a:lnTo>
                  <a:pt x="4382700" y="3591987"/>
                </a:lnTo>
                <a:lnTo>
                  <a:pt x="4378589" y="3584861"/>
                </a:lnTo>
                <a:lnTo>
                  <a:pt x="4385713" y="3580751"/>
                </a:lnTo>
                <a:close/>
              </a:path>
              <a:path w="6655434" h="6988809">
                <a:moveTo>
                  <a:pt x="4460416" y="3711307"/>
                </a:moveTo>
                <a:lnTo>
                  <a:pt x="4463940" y="3717419"/>
                </a:lnTo>
                <a:lnTo>
                  <a:pt x="4457834" y="3720944"/>
                </a:lnTo>
                <a:lnTo>
                  <a:pt x="4454304" y="3714837"/>
                </a:lnTo>
                <a:lnTo>
                  <a:pt x="4460416" y="3711307"/>
                </a:lnTo>
                <a:close/>
              </a:path>
              <a:path w="6655434" h="6988809">
                <a:moveTo>
                  <a:pt x="4535011" y="3842277"/>
                </a:moveTo>
                <a:lnTo>
                  <a:pt x="4537653" y="3846856"/>
                </a:lnTo>
                <a:lnTo>
                  <a:pt x="4533074" y="3849498"/>
                </a:lnTo>
                <a:lnTo>
                  <a:pt x="4530427" y="3844919"/>
                </a:lnTo>
                <a:lnTo>
                  <a:pt x="4535011" y="3842277"/>
                </a:lnTo>
                <a:close/>
              </a:path>
              <a:path w="6655434" h="6988809">
                <a:moveTo>
                  <a:pt x="4609813" y="3972437"/>
                </a:moveTo>
                <a:lnTo>
                  <a:pt x="4612165" y="3976506"/>
                </a:lnTo>
                <a:lnTo>
                  <a:pt x="4608096" y="3978857"/>
                </a:lnTo>
                <a:lnTo>
                  <a:pt x="4605744" y="3974788"/>
                </a:lnTo>
                <a:lnTo>
                  <a:pt x="4609813" y="3972437"/>
                </a:lnTo>
                <a:close/>
              </a:path>
              <a:path w="6655434" h="6988809">
                <a:moveTo>
                  <a:pt x="4684521" y="4102999"/>
                </a:moveTo>
                <a:lnTo>
                  <a:pt x="4686286" y="4106055"/>
                </a:lnTo>
                <a:lnTo>
                  <a:pt x="4683230" y="4107820"/>
                </a:lnTo>
                <a:lnTo>
                  <a:pt x="4681464" y="4104758"/>
                </a:lnTo>
                <a:lnTo>
                  <a:pt x="4684521" y="4102999"/>
                </a:lnTo>
                <a:close/>
              </a:path>
              <a:path w="6655434" h="6988809">
                <a:moveTo>
                  <a:pt x="4759222" y="4233561"/>
                </a:moveTo>
                <a:lnTo>
                  <a:pt x="4760401" y="4235598"/>
                </a:lnTo>
                <a:lnTo>
                  <a:pt x="4758364" y="4236771"/>
                </a:lnTo>
                <a:lnTo>
                  <a:pt x="4757185" y="4234739"/>
                </a:lnTo>
                <a:lnTo>
                  <a:pt x="4759222" y="4233561"/>
                </a:lnTo>
                <a:close/>
              </a:path>
              <a:path w="6655434" h="6988809">
                <a:moveTo>
                  <a:pt x="4832905" y="4364715"/>
                </a:moveTo>
                <a:lnTo>
                  <a:pt x="4834259" y="4364715"/>
                </a:lnTo>
                <a:lnTo>
                  <a:pt x="4834510" y="4365147"/>
                </a:lnTo>
                <a:lnTo>
                  <a:pt x="4833154" y="4365147"/>
                </a:lnTo>
                <a:lnTo>
                  <a:pt x="4832905" y="4364715"/>
                </a:lnTo>
                <a:close/>
              </a:path>
              <a:path w="6655434" h="6988809">
                <a:moveTo>
                  <a:pt x="2139449" y="0"/>
                </a:moveTo>
                <a:lnTo>
                  <a:pt x="2178596" y="0"/>
                </a:lnTo>
                <a:lnTo>
                  <a:pt x="2201717" y="40041"/>
                </a:lnTo>
                <a:lnTo>
                  <a:pt x="2144725" y="72950"/>
                </a:lnTo>
                <a:lnTo>
                  <a:pt x="2111817" y="15952"/>
                </a:lnTo>
                <a:lnTo>
                  <a:pt x="2139449" y="0"/>
                </a:lnTo>
                <a:close/>
              </a:path>
              <a:path w="6655434" h="6988809">
                <a:moveTo>
                  <a:pt x="2243297" y="114418"/>
                </a:moveTo>
                <a:lnTo>
                  <a:pt x="2275027" y="169372"/>
                </a:lnTo>
                <a:lnTo>
                  <a:pt x="2220073" y="201102"/>
                </a:lnTo>
                <a:lnTo>
                  <a:pt x="2188343" y="146142"/>
                </a:lnTo>
                <a:lnTo>
                  <a:pt x="2243297" y="114418"/>
                </a:lnTo>
                <a:close/>
              </a:path>
              <a:path w="6655434" h="6988809">
                <a:moveTo>
                  <a:pt x="2317892" y="245376"/>
                </a:moveTo>
                <a:lnTo>
                  <a:pt x="2348740" y="298808"/>
                </a:lnTo>
                <a:lnTo>
                  <a:pt x="2295308" y="329655"/>
                </a:lnTo>
                <a:lnTo>
                  <a:pt x="2264460" y="276229"/>
                </a:lnTo>
                <a:lnTo>
                  <a:pt x="2317892" y="245376"/>
                </a:lnTo>
                <a:close/>
              </a:path>
              <a:path w="6655434" h="6988809">
                <a:moveTo>
                  <a:pt x="2392380" y="376744"/>
                </a:moveTo>
                <a:lnTo>
                  <a:pt x="2422055" y="428144"/>
                </a:lnTo>
                <a:lnTo>
                  <a:pt x="2370661" y="457813"/>
                </a:lnTo>
                <a:lnTo>
                  <a:pt x="2340986" y="406418"/>
                </a:lnTo>
                <a:lnTo>
                  <a:pt x="2392380" y="376744"/>
                </a:lnTo>
                <a:close/>
              </a:path>
              <a:path w="6655434" h="6988809">
                <a:moveTo>
                  <a:pt x="2466869" y="508111"/>
                </a:moveTo>
                <a:lnTo>
                  <a:pt x="2495365" y="557468"/>
                </a:lnTo>
                <a:lnTo>
                  <a:pt x="2446002" y="585970"/>
                </a:lnTo>
                <a:lnTo>
                  <a:pt x="2417506" y="536607"/>
                </a:lnTo>
                <a:lnTo>
                  <a:pt x="2466869" y="508111"/>
                </a:lnTo>
                <a:close/>
              </a:path>
              <a:path w="6655434" h="6988809">
                <a:moveTo>
                  <a:pt x="2541351" y="639473"/>
                </a:moveTo>
                <a:lnTo>
                  <a:pt x="2568674" y="686798"/>
                </a:lnTo>
                <a:lnTo>
                  <a:pt x="2521355" y="714121"/>
                </a:lnTo>
                <a:lnTo>
                  <a:pt x="2494032" y="666796"/>
                </a:lnTo>
                <a:lnTo>
                  <a:pt x="2541351" y="639473"/>
                </a:lnTo>
                <a:close/>
              </a:path>
              <a:path w="6655434" h="6988809">
                <a:moveTo>
                  <a:pt x="2615839" y="770846"/>
                </a:moveTo>
                <a:lnTo>
                  <a:pt x="2641990" y="816134"/>
                </a:lnTo>
                <a:lnTo>
                  <a:pt x="2596702" y="842278"/>
                </a:lnTo>
                <a:lnTo>
                  <a:pt x="2570552" y="796990"/>
                </a:lnTo>
                <a:lnTo>
                  <a:pt x="2615839" y="770846"/>
                </a:lnTo>
                <a:close/>
              </a:path>
              <a:path w="6655434" h="6988809">
                <a:moveTo>
                  <a:pt x="2690327" y="902208"/>
                </a:moveTo>
                <a:lnTo>
                  <a:pt x="2715299" y="945458"/>
                </a:lnTo>
                <a:lnTo>
                  <a:pt x="2672043" y="970435"/>
                </a:lnTo>
                <a:lnTo>
                  <a:pt x="2647071" y="927179"/>
                </a:lnTo>
                <a:lnTo>
                  <a:pt x="2690327" y="902208"/>
                </a:lnTo>
                <a:close/>
              </a:path>
              <a:path w="6655434" h="6988809">
                <a:moveTo>
                  <a:pt x="2764816" y="1033575"/>
                </a:moveTo>
                <a:lnTo>
                  <a:pt x="2788609" y="1074788"/>
                </a:lnTo>
                <a:lnTo>
                  <a:pt x="2747390" y="1098587"/>
                </a:lnTo>
                <a:lnTo>
                  <a:pt x="2723597" y="1057368"/>
                </a:lnTo>
                <a:lnTo>
                  <a:pt x="2764816" y="1033575"/>
                </a:lnTo>
                <a:close/>
              </a:path>
              <a:path w="6655434" h="6988809">
                <a:moveTo>
                  <a:pt x="2839304" y="1164937"/>
                </a:moveTo>
                <a:lnTo>
                  <a:pt x="2861924" y="1204124"/>
                </a:lnTo>
                <a:lnTo>
                  <a:pt x="2822737" y="1226745"/>
                </a:lnTo>
                <a:lnTo>
                  <a:pt x="2800117" y="1187563"/>
                </a:lnTo>
                <a:lnTo>
                  <a:pt x="2839304" y="1164937"/>
                </a:lnTo>
                <a:close/>
              </a:path>
              <a:path w="6655434" h="6988809">
                <a:moveTo>
                  <a:pt x="2913899" y="1295902"/>
                </a:moveTo>
                <a:lnTo>
                  <a:pt x="2935637" y="1333561"/>
                </a:lnTo>
                <a:lnTo>
                  <a:pt x="2897984" y="1355299"/>
                </a:lnTo>
                <a:lnTo>
                  <a:pt x="2876240" y="1317646"/>
                </a:lnTo>
                <a:lnTo>
                  <a:pt x="2913899" y="1295902"/>
                </a:lnTo>
                <a:close/>
              </a:path>
              <a:path w="6655434" h="6988809">
                <a:moveTo>
                  <a:pt x="2988388" y="1427270"/>
                </a:moveTo>
                <a:lnTo>
                  <a:pt x="3008952" y="1462885"/>
                </a:lnTo>
                <a:lnTo>
                  <a:pt x="2973325" y="1483456"/>
                </a:lnTo>
                <a:lnTo>
                  <a:pt x="2952760" y="1447835"/>
                </a:lnTo>
                <a:lnTo>
                  <a:pt x="2988388" y="1427270"/>
                </a:lnTo>
                <a:close/>
              </a:path>
              <a:path w="6655434" h="6988809">
                <a:moveTo>
                  <a:pt x="3062870" y="1558637"/>
                </a:moveTo>
                <a:lnTo>
                  <a:pt x="3082256" y="1592215"/>
                </a:lnTo>
                <a:lnTo>
                  <a:pt x="3048673" y="1611607"/>
                </a:lnTo>
                <a:lnTo>
                  <a:pt x="3029286" y="1578024"/>
                </a:lnTo>
                <a:lnTo>
                  <a:pt x="3062870" y="1558637"/>
                </a:lnTo>
                <a:close/>
              </a:path>
              <a:path w="6655434" h="6988809">
                <a:moveTo>
                  <a:pt x="3137465" y="1689602"/>
                </a:moveTo>
                <a:lnTo>
                  <a:pt x="3155969" y="1721658"/>
                </a:lnTo>
                <a:lnTo>
                  <a:pt x="3123913" y="1740162"/>
                </a:lnTo>
                <a:lnTo>
                  <a:pt x="3105410" y="1708106"/>
                </a:lnTo>
                <a:lnTo>
                  <a:pt x="3137465" y="1689602"/>
                </a:lnTo>
                <a:close/>
              </a:path>
              <a:path w="6655434" h="6988809">
                <a:moveTo>
                  <a:pt x="3211841" y="1821366"/>
                </a:moveTo>
                <a:lnTo>
                  <a:pt x="3228882" y="1850881"/>
                </a:lnTo>
                <a:lnTo>
                  <a:pt x="3199373" y="1867916"/>
                </a:lnTo>
                <a:lnTo>
                  <a:pt x="3182332" y="1838401"/>
                </a:lnTo>
                <a:lnTo>
                  <a:pt x="3211841" y="1821366"/>
                </a:lnTo>
                <a:close/>
              </a:path>
              <a:path w="6655434" h="6988809">
                <a:moveTo>
                  <a:pt x="3286442" y="1952331"/>
                </a:moveTo>
                <a:lnTo>
                  <a:pt x="3302601" y="1980318"/>
                </a:lnTo>
                <a:lnTo>
                  <a:pt x="3274608" y="1996476"/>
                </a:lnTo>
                <a:lnTo>
                  <a:pt x="3258450" y="1968490"/>
                </a:lnTo>
                <a:lnTo>
                  <a:pt x="3286442" y="1952331"/>
                </a:lnTo>
                <a:close/>
              </a:path>
              <a:path w="6655434" h="6988809">
                <a:moveTo>
                  <a:pt x="3361031" y="2083290"/>
                </a:moveTo>
                <a:lnTo>
                  <a:pt x="3376313" y="2109754"/>
                </a:lnTo>
                <a:lnTo>
                  <a:pt x="3349849" y="2125030"/>
                </a:lnTo>
                <a:lnTo>
                  <a:pt x="3334567" y="2098571"/>
                </a:lnTo>
                <a:lnTo>
                  <a:pt x="3361031" y="2083290"/>
                </a:lnTo>
                <a:close/>
              </a:path>
              <a:path w="6655434" h="6988809">
                <a:moveTo>
                  <a:pt x="3435519" y="2214663"/>
                </a:moveTo>
                <a:lnTo>
                  <a:pt x="3449616" y="2239084"/>
                </a:lnTo>
                <a:lnTo>
                  <a:pt x="3425195" y="2253181"/>
                </a:lnTo>
                <a:lnTo>
                  <a:pt x="3411098" y="2228760"/>
                </a:lnTo>
                <a:lnTo>
                  <a:pt x="3435519" y="2214663"/>
                </a:lnTo>
                <a:close/>
              </a:path>
              <a:path w="6655434" h="6988809">
                <a:moveTo>
                  <a:pt x="3510008" y="2346025"/>
                </a:moveTo>
                <a:lnTo>
                  <a:pt x="3522932" y="2368414"/>
                </a:lnTo>
                <a:lnTo>
                  <a:pt x="3500543" y="2381344"/>
                </a:lnTo>
                <a:lnTo>
                  <a:pt x="3487619" y="2358955"/>
                </a:lnTo>
                <a:lnTo>
                  <a:pt x="3510008" y="2346025"/>
                </a:lnTo>
                <a:close/>
              </a:path>
              <a:path w="6655434" h="6988809">
                <a:moveTo>
                  <a:pt x="3584597" y="2476990"/>
                </a:moveTo>
                <a:lnTo>
                  <a:pt x="3596644" y="2497857"/>
                </a:lnTo>
                <a:lnTo>
                  <a:pt x="3575783" y="2509899"/>
                </a:lnTo>
                <a:lnTo>
                  <a:pt x="3563736" y="2489032"/>
                </a:lnTo>
                <a:lnTo>
                  <a:pt x="3584597" y="2476990"/>
                </a:lnTo>
                <a:close/>
              </a:path>
              <a:path w="6655434" h="6988809">
                <a:moveTo>
                  <a:pt x="3659192" y="2607955"/>
                </a:moveTo>
                <a:lnTo>
                  <a:pt x="3670357" y="2627294"/>
                </a:lnTo>
                <a:lnTo>
                  <a:pt x="3651024" y="2638453"/>
                </a:lnTo>
                <a:lnTo>
                  <a:pt x="3639859" y="2619120"/>
                </a:lnTo>
                <a:lnTo>
                  <a:pt x="3659192" y="2607955"/>
                </a:lnTo>
                <a:close/>
              </a:path>
              <a:path w="6655434" h="6988809">
                <a:moveTo>
                  <a:pt x="3733793" y="2738920"/>
                </a:moveTo>
                <a:lnTo>
                  <a:pt x="3744075" y="2756731"/>
                </a:lnTo>
                <a:lnTo>
                  <a:pt x="3726259" y="2767013"/>
                </a:lnTo>
                <a:lnTo>
                  <a:pt x="3715976" y="2749202"/>
                </a:lnTo>
                <a:lnTo>
                  <a:pt x="3733793" y="2738920"/>
                </a:lnTo>
                <a:close/>
              </a:path>
              <a:path w="6655434" h="6988809">
                <a:moveTo>
                  <a:pt x="3808388" y="2869878"/>
                </a:moveTo>
                <a:lnTo>
                  <a:pt x="3817788" y="2886167"/>
                </a:lnTo>
                <a:lnTo>
                  <a:pt x="3801500" y="2895573"/>
                </a:lnTo>
                <a:lnTo>
                  <a:pt x="3792100" y="2879284"/>
                </a:lnTo>
                <a:lnTo>
                  <a:pt x="3808388" y="2869878"/>
                </a:lnTo>
                <a:close/>
              </a:path>
              <a:path w="6655434" h="6988809">
                <a:moveTo>
                  <a:pt x="3882871" y="3001246"/>
                </a:moveTo>
                <a:lnTo>
                  <a:pt x="3891098" y="3015497"/>
                </a:lnTo>
                <a:lnTo>
                  <a:pt x="3876853" y="3023723"/>
                </a:lnTo>
                <a:lnTo>
                  <a:pt x="3868626" y="3009473"/>
                </a:lnTo>
                <a:lnTo>
                  <a:pt x="3882871" y="3001246"/>
                </a:lnTo>
                <a:close/>
              </a:path>
              <a:path w="6655434" h="6988809">
                <a:moveTo>
                  <a:pt x="3957571" y="3131808"/>
                </a:moveTo>
                <a:lnTo>
                  <a:pt x="3965213" y="3145046"/>
                </a:lnTo>
                <a:lnTo>
                  <a:pt x="3951987" y="3152680"/>
                </a:lnTo>
                <a:lnTo>
                  <a:pt x="3944346" y="3139448"/>
                </a:lnTo>
                <a:lnTo>
                  <a:pt x="3957571" y="3131808"/>
                </a:lnTo>
                <a:close/>
              </a:path>
              <a:path w="6655434" h="6988809">
                <a:moveTo>
                  <a:pt x="4032167" y="3262778"/>
                </a:moveTo>
                <a:lnTo>
                  <a:pt x="4038919" y="3274477"/>
                </a:lnTo>
                <a:lnTo>
                  <a:pt x="4027221" y="3281235"/>
                </a:lnTo>
                <a:lnTo>
                  <a:pt x="4020469" y="3269531"/>
                </a:lnTo>
                <a:lnTo>
                  <a:pt x="4032167" y="3262778"/>
                </a:lnTo>
                <a:close/>
              </a:path>
              <a:path w="6655434" h="6988809">
                <a:moveTo>
                  <a:pt x="4106655" y="3394140"/>
                </a:moveTo>
                <a:lnTo>
                  <a:pt x="4112235" y="3403807"/>
                </a:lnTo>
                <a:lnTo>
                  <a:pt x="4102569" y="3409392"/>
                </a:lnTo>
                <a:lnTo>
                  <a:pt x="4096989" y="3399725"/>
                </a:lnTo>
                <a:lnTo>
                  <a:pt x="4106655" y="3394140"/>
                </a:lnTo>
                <a:close/>
              </a:path>
              <a:path w="6655434" h="6988809">
                <a:moveTo>
                  <a:pt x="4181357" y="3524702"/>
                </a:moveTo>
                <a:lnTo>
                  <a:pt x="4186350" y="3533349"/>
                </a:lnTo>
                <a:lnTo>
                  <a:pt x="4177697" y="3538349"/>
                </a:lnTo>
                <a:lnTo>
                  <a:pt x="4172704" y="3529701"/>
                </a:lnTo>
                <a:lnTo>
                  <a:pt x="4181357" y="3524702"/>
                </a:lnTo>
                <a:close/>
              </a:path>
              <a:path w="6655434" h="6988809">
                <a:moveTo>
                  <a:pt x="4256065" y="3655264"/>
                </a:moveTo>
                <a:lnTo>
                  <a:pt x="4260471" y="3662898"/>
                </a:lnTo>
                <a:lnTo>
                  <a:pt x="4252836" y="3667305"/>
                </a:lnTo>
                <a:lnTo>
                  <a:pt x="4248430" y="3659671"/>
                </a:lnTo>
                <a:lnTo>
                  <a:pt x="4256065" y="3655264"/>
                </a:lnTo>
                <a:close/>
              </a:path>
              <a:path w="6655434" h="6988809">
                <a:moveTo>
                  <a:pt x="4330760" y="3785832"/>
                </a:moveTo>
                <a:lnTo>
                  <a:pt x="4334581" y="3792448"/>
                </a:lnTo>
                <a:lnTo>
                  <a:pt x="4327970" y="3796263"/>
                </a:lnTo>
                <a:lnTo>
                  <a:pt x="4324150" y="3789647"/>
                </a:lnTo>
                <a:lnTo>
                  <a:pt x="4330760" y="3785832"/>
                </a:lnTo>
                <a:close/>
              </a:path>
              <a:path w="6655434" h="6988809">
                <a:moveTo>
                  <a:pt x="4405355" y="3916791"/>
                </a:moveTo>
                <a:lnTo>
                  <a:pt x="4408293" y="3921878"/>
                </a:lnTo>
                <a:lnTo>
                  <a:pt x="4403205" y="3924816"/>
                </a:lnTo>
                <a:lnTo>
                  <a:pt x="4400267" y="3919728"/>
                </a:lnTo>
                <a:lnTo>
                  <a:pt x="4405355" y="3916791"/>
                </a:lnTo>
                <a:close/>
              </a:path>
              <a:path w="6655434" h="6988809">
                <a:moveTo>
                  <a:pt x="4480056" y="4047353"/>
                </a:moveTo>
                <a:lnTo>
                  <a:pt x="4482408" y="4051428"/>
                </a:lnTo>
                <a:lnTo>
                  <a:pt x="4478339" y="4053773"/>
                </a:lnTo>
                <a:lnTo>
                  <a:pt x="4475988" y="4049704"/>
                </a:lnTo>
                <a:lnTo>
                  <a:pt x="4480056" y="4047353"/>
                </a:lnTo>
                <a:close/>
              </a:path>
              <a:path w="6655434" h="6988809">
                <a:moveTo>
                  <a:pt x="4554758" y="4177915"/>
                </a:moveTo>
                <a:lnTo>
                  <a:pt x="4556524" y="4180977"/>
                </a:lnTo>
                <a:lnTo>
                  <a:pt x="4553473" y="4182736"/>
                </a:lnTo>
                <a:lnTo>
                  <a:pt x="4551708" y="4179680"/>
                </a:lnTo>
                <a:lnTo>
                  <a:pt x="4554758" y="4177915"/>
                </a:lnTo>
                <a:close/>
              </a:path>
              <a:path w="6655434" h="6988809">
                <a:moveTo>
                  <a:pt x="4629573" y="4308080"/>
                </a:moveTo>
                <a:lnTo>
                  <a:pt x="4631042" y="4310626"/>
                </a:lnTo>
                <a:lnTo>
                  <a:pt x="4628495" y="4312095"/>
                </a:lnTo>
                <a:lnTo>
                  <a:pt x="4627026" y="4309549"/>
                </a:lnTo>
                <a:lnTo>
                  <a:pt x="4629573" y="4308080"/>
                </a:lnTo>
                <a:close/>
              </a:path>
              <a:path w="6655434" h="6988809">
                <a:moveTo>
                  <a:pt x="4704268" y="4438648"/>
                </a:moveTo>
                <a:lnTo>
                  <a:pt x="4705151" y="4440170"/>
                </a:lnTo>
                <a:lnTo>
                  <a:pt x="4703629" y="4441046"/>
                </a:lnTo>
                <a:lnTo>
                  <a:pt x="4702746" y="4439524"/>
                </a:lnTo>
                <a:lnTo>
                  <a:pt x="4704268" y="4438648"/>
                </a:lnTo>
                <a:close/>
              </a:path>
              <a:path w="6655434" h="6988809">
                <a:moveTo>
                  <a:pt x="1927559" y="0"/>
                </a:moveTo>
                <a:lnTo>
                  <a:pt x="1974936" y="0"/>
                </a:lnTo>
                <a:lnTo>
                  <a:pt x="1939403" y="20514"/>
                </a:lnTo>
                <a:lnTo>
                  <a:pt x="1927559" y="0"/>
                </a:lnTo>
                <a:close/>
              </a:path>
              <a:path w="6655434" h="6988809">
                <a:moveTo>
                  <a:pt x="2039485" y="56360"/>
                </a:moveTo>
                <a:lnTo>
                  <a:pt x="2073560" y="115389"/>
                </a:lnTo>
                <a:lnTo>
                  <a:pt x="2014531" y="149470"/>
                </a:lnTo>
                <a:lnTo>
                  <a:pt x="1980455" y="90441"/>
                </a:lnTo>
                <a:lnTo>
                  <a:pt x="2039485" y="56360"/>
                </a:lnTo>
                <a:close/>
              </a:path>
              <a:path w="6655434" h="6988809">
                <a:moveTo>
                  <a:pt x="2113967" y="187728"/>
                </a:moveTo>
                <a:lnTo>
                  <a:pt x="2146875" y="244725"/>
                </a:lnTo>
                <a:lnTo>
                  <a:pt x="2089878" y="277628"/>
                </a:lnTo>
                <a:lnTo>
                  <a:pt x="2056975" y="220636"/>
                </a:lnTo>
                <a:lnTo>
                  <a:pt x="2113967" y="187728"/>
                </a:lnTo>
                <a:close/>
              </a:path>
              <a:path w="6655434" h="6988809">
                <a:moveTo>
                  <a:pt x="2188455" y="319089"/>
                </a:moveTo>
                <a:lnTo>
                  <a:pt x="2220185" y="374049"/>
                </a:lnTo>
                <a:lnTo>
                  <a:pt x="2165231" y="405779"/>
                </a:lnTo>
                <a:lnTo>
                  <a:pt x="2133501" y="350819"/>
                </a:lnTo>
                <a:lnTo>
                  <a:pt x="2188455" y="319089"/>
                </a:lnTo>
                <a:close/>
              </a:path>
              <a:path w="6655434" h="6988809">
                <a:moveTo>
                  <a:pt x="2263051" y="450060"/>
                </a:moveTo>
                <a:lnTo>
                  <a:pt x="2293898" y="503486"/>
                </a:lnTo>
                <a:lnTo>
                  <a:pt x="2240472" y="534333"/>
                </a:lnTo>
                <a:lnTo>
                  <a:pt x="2209625" y="480907"/>
                </a:lnTo>
                <a:lnTo>
                  <a:pt x="2263051" y="450060"/>
                </a:lnTo>
                <a:close/>
              </a:path>
              <a:path w="6655434" h="6988809">
                <a:moveTo>
                  <a:pt x="2337538" y="581422"/>
                </a:moveTo>
                <a:lnTo>
                  <a:pt x="2367213" y="632816"/>
                </a:lnTo>
                <a:lnTo>
                  <a:pt x="2315813" y="662490"/>
                </a:lnTo>
                <a:lnTo>
                  <a:pt x="2286144" y="611096"/>
                </a:lnTo>
                <a:lnTo>
                  <a:pt x="2337538" y="581422"/>
                </a:lnTo>
                <a:close/>
              </a:path>
              <a:path w="6655434" h="6988809">
                <a:moveTo>
                  <a:pt x="2412021" y="712789"/>
                </a:moveTo>
                <a:lnTo>
                  <a:pt x="2440523" y="762152"/>
                </a:lnTo>
                <a:lnTo>
                  <a:pt x="2391161" y="790648"/>
                </a:lnTo>
                <a:lnTo>
                  <a:pt x="2362664" y="741285"/>
                </a:lnTo>
                <a:lnTo>
                  <a:pt x="2412021" y="712789"/>
                </a:lnTo>
                <a:close/>
              </a:path>
              <a:path w="6655434" h="6988809">
                <a:moveTo>
                  <a:pt x="2486403" y="844559"/>
                </a:moveTo>
                <a:lnTo>
                  <a:pt x="2513430" y="891369"/>
                </a:lnTo>
                <a:lnTo>
                  <a:pt x="2466614" y="918396"/>
                </a:lnTo>
                <a:lnTo>
                  <a:pt x="2439587" y="871586"/>
                </a:lnTo>
                <a:lnTo>
                  <a:pt x="2486403" y="844559"/>
                </a:lnTo>
                <a:close/>
              </a:path>
              <a:path w="6655434" h="6988809">
                <a:moveTo>
                  <a:pt x="2560891" y="975921"/>
                </a:moveTo>
                <a:lnTo>
                  <a:pt x="2586746" y="1020699"/>
                </a:lnTo>
                <a:lnTo>
                  <a:pt x="2541968" y="1046554"/>
                </a:lnTo>
                <a:lnTo>
                  <a:pt x="2516113" y="1001775"/>
                </a:lnTo>
                <a:lnTo>
                  <a:pt x="2560891" y="975921"/>
                </a:lnTo>
                <a:close/>
              </a:path>
              <a:path w="6655434" h="6988809">
                <a:moveTo>
                  <a:pt x="2635374" y="1107289"/>
                </a:moveTo>
                <a:lnTo>
                  <a:pt x="2660055" y="1150029"/>
                </a:lnTo>
                <a:lnTo>
                  <a:pt x="2617309" y="1174711"/>
                </a:lnTo>
                <a:lnTo>
                  <a:pt x="2592633" y="1131964"/>
                </a:lnTo>
                <a:lnTo>
                  <a:pt x="2635374" y="1107289"/>
                </a:lnTo>
                <a:close/>
              </a:path>
              <a:path w="6655434" h="6988809">
                <a:moveTo>
                  <a:pt x="2709756" y="1239053"/>
                </a:moveTo>
                <a:lnTo>
                  <a:pt x="2732962" y="1279253"/>
                </a:lnTo>
                <a:lnTo>
                  <a:pt x="2692762" y="1302465"/>
                </a:lnTo>
                <a:lnTo>
                  <a:pt x="2669556" y="1262266"/>
                </a:lnTo>
                <a:lnTo>
                  <a:pt x="2709756" y="1239053"/>
                </a:lnTo>
                <a:close/>
              </a:path>
              <a:path w="6655434" h="6988809">
                <a:moveTo>
                  <a:pt x="2784345" y="1370018"/>
                </a:moveTo>
                <a:lnTo>
                  <a:pt x="2806675" y="1408695"/>
                </a:lnTo>
                <a:lnTo>
                  <a:pt x="2768003" y="1431020"/>
                </a:lnTo>
                <a:lnTo>
                  <a:pt x="2745673" y="1392342"/>
                </a:lnTo>
                <a:lnTo>
                  <a:pt x="2784345" y="1370018"/>
                </a:lnTo>
                <a:close/>
              </a:path>
              <a:path w="6655434" h="6988809">
                <a:moveTo>
                  <a:pt x="2858839" y="1501385"/>
                </a:moveTo>
                <a:lnTo>
                  <a:pt x="2879990" y="1538019"/>
                </a:lnTo>
                <a:lnTo>
                  <a:pt x="2843350" y="1559176"/>
                </a:lnTo>
                <a:lnTo>
                  <a:pt x="2822198" y="1522542"/>
                </a:lnTo>
                <a:lnTo>
                  <a:pt x="2858839" y="1501385"/>
                </a:lnTo>
                <a:close/>
              </a:path>
              <a:path w="6655434" h="6988809">
                <a:moveTo>
                  <a:pt x="2933427" y="1632350"/>
                </a:moveTo>
                <a:lnTo>
                  <a:pt x="2953702" y="1667456"/>
                </a:lnTo>
                <a:lnTo>
                  <a:pt x="2918590" y="1687731"/>
                </a:lnTo>
                <a:lnTo>
                  <a:pt x="2898315" y="1652619"/>
                </a:lnTo>
                <a:lnTo>
                  <a:pt x="2933427" y="1632350"/>
                </a:lnTo>
                <a:close/>
              </a:path>
              <a:path w="6655434" h="6988809">
                <a:moveTo>
                  <a:pt x="3007916" y="1763712"/>
                </a:moveTo>
                <a:lnTo>
                  <a:pt x="3027018" y="1796792"/>
                </a:lnTo>
                <a:lnTo>
                  <a:pt x="2993943" y="1815888"/>
                </a:lnTo>
                <a:lnTo>
                  <a:pt x="2974841" y="1782808"/>
                </a:lnTo>
                <a:lnTo>
                  <a:pt x="3007916" y="1763712"/>
                </a:lnTo>
                <a:close/>
              </a:path>
              <a:path w="6655434" h="6988809">
                <a:moveTo>
                  <a:pt x="3082404" y="1895085"/>
                </a:moveTo>
                <a:lnTo>
                  <a:pt x="3100327" y="1926122"/>
                </a:lnTo>
                <a:lnTo>
                  <a:pt x="3069284" y="1944040"/>
                </a:lnTo>
                <a:lnTo>
                  <a:pt x="3051367" y="1913003"/>
                </a:lnTo>
                <a:lnTo>
                  <a:pt x="3082404" y="1895085"/>
                </a:lnTo>
                <a:close/>
              </a:path>
              <a:path w="6655434" h="6988809">
                <a:moveTo>
                  <a:pt x="3156892" y="2026448"/>
                </a:moveTo>
                <a:lnTo>
                  <a:pt x="3173636" y="2055446"/>
                </a:lnTo>
                <a:lnTo>
                  <a:pt x="3144631" y="2072197"/>
                </a:lnTo>
                <a:lnTo>
                  <a:pt x="3127887" y="2043192"/>
                </a:lnTo>
                <a:lnTo>
                  <a:pt x="3156892" y="2026448"/>
                </a:lnTo>
                <a:close/>
              </a:path>
              <a:path w="6655434" h="6988809">
                <a:moveTo>
                  <a:pt x="3231488" y="2157406"/>
                </a:moveTo>
                <a:lnTo>
                  <a:pt x="3247350" y="2184889"/>
                </a:lnTo>
                <a:lnTo>
                  <a:pt x="3219873" y="2200751"/>
                </a:lnTo>
                <a:lnTo>
                  <a:pt x="3204005" y="2173274"/>
                </a:lnTo>
                <a:lnTo>
                  <a:pt x="3231488" y="2157406"/>
                </a:lnTo>
                <a:close/>
              </a:path>
              <a:path w="6655434" h="6988809">
                <a:moveTo>
                  <a:pt x="3305976" y="2288773"/>
                </a:moveTo>
                <a:lnTo>
                  <a:pt x="3320665" y="2314219"/>
                </a:lnTo>
                <a:lnTo>
                  <a:pt x="3295225" y="2328908"/>
                </a:lnTo>
                <a:lnTo>
                  <a:pt x="3280530" y="2303462"/>
                </a:lnTo>
                <a:lnTo>
                  <a:pt x="3305976" y="2288773"/>
                </a:lnTo>
                <a:close/>
              </a:path>
              <a:path w="6655434" h="6988809">
                <a:moveTo>
                  <a:pt x="3380459" y="2420141"/>
                </a:moveTo>
                <a:lnTo>
                  <a:pt x="3393975" y="2443548"/>
                </a:lnTo>
                <a:lnTo>
                  <a:pt x="3370567" y="2457065"/>
                </a:lnTo>
                <a:lnTo>
                  <a:pt x="3357057" y="2433657"/>
                </a:lnTo>
                <a:lnTo>
                  <a:pt x="3380459" y="2420141"/>
                </a:lnTo>
                <a:close/>
              </a:path>
              <a:path w="6655434" h="6988809">
                <a:moveTo>
                  <a:pt x="3455059" y="2551099"/>
                </a:moveTo>
                <a:lnTo>
                  <a:pt x="3467693" y="2572985"/>
                </a:lnTo>
                <a:lnTo>
                  <a:pt x="3445807" y="2585619"/>
                </a:lnTo>
                <a:lnTo>
                  <a:pt x="3433173" y="2563733"/>
                </a:lnTo>
                <a:lnTo>
                  <a:pt x="3455059" y="2551099"/>
                </a:lnTo>
                <a:close/>
              </a:path>
              <a:path w="6655434" h="6988809">
                <a:moveTo>
                  <a:pt x="3529542" y="2682467"/>
                </a:moveTo>
                <a:lnTo>
                  <a:pt x="3540997" y="2702315"/>
                </a:lnTo>
                <a:lnTo>
                  <a:pt x="3521154" y="2713770"/>
                </a:lnTo>
                <a:lnTo>
                  <a:pt x="3509694" y="2693928"/>
                </a:lnTo>
                <a:lnTo>
                  <a:pt x="3529542" y="2682467"/>
                </a:lnTo>
                <a:close/>
              </a:path>
              <a:path w="6655434" h="6988809">
                <a:moveTo>
                  <a:pt x="3604136" y="2813438"/>
                </a:moveTo>
                <a:lnTo>
                  <a:pt x="3614709" y="2831752"/>
                </a:lnTo>
                <a:lnTo>
                  <a:pt x="3596395" y="2842330"/>
                </a:lnTo>
                <a:lnTo>
                  <a:pt x="3585816" y="2824011"/>
                </a:lnTo>
                <a:lnTo>
                  <a:pt x="3604136" y="2813438"/>
                </a:lnTo>
                <a:close/>
              </a:path>
              <a:path w="6655434" h="6988809">
                <a:moveTo>
                  <a:pt x="3678732" y="2944396"/>
                </a:moveTo>
                <a:lnTo>
                  <a:pt x="3688428" y="2961188"/>
                </a:lnTo>
                <a:lnTo>
                  <a:pt x="3671637" y="2970884"/>
                </a:lnTo>
                <a:lnTo>
                  <a:pt x="3661940" y="2954092"/>
                </a:lnTo>
                <a:lnTo>
                  <a:pt x="3678732" y="2944396"/>
                </a:lnTo>
                <a:close/>
              </a:path>
              <a:path w="6655434" h="6988809">
                <a:moveTo>
                  <a:pt x="3753327" y="3075361"/>
                </a:moveTo>
                <a:lnTo>
                  <a:pt x="3762141" y="3090625"/>
                </a:lnTo>
                <a:lnTo>
                  <a:pt x="3746877" y="3099438"/>
                </a:lnTo>
                <a:lnTo>
                  <a:pt x="3738064" y="3084175"/>
                </a:lnTo>
                <a:lnTo>
                  <a:pt x="3753327" y="3075361"/>
                </a:lnTo>
                <a:close/>
              </a:path>
              <a:path w="6655434" h="6988809">
                <a:moveTo>
                  <a:pt x="3827923" y="3206326"/>
                </a:moveTo>
                <a:lnTo>
                  <a:pt x="3835853" y="3220068"/>
                </a:lnTo>
                <a:lnTo>
                  <a:pt x="3822118" y="3227998"/>
                </a:lnTo>
                <a:lnTo>
                  <a:pt x="3814187" y="3214257"/>
                </a:lnTo>
                <a:lnTo>
                  <a:pt x="3827923" y="3206326"/>
                </a:lnTo>
                <a:close/>
              </a:path>
              <a:path w="6655434" h="6988809">
                <a:moveTo>
                  <a:pt x="3902512" y="3337291"/>
                </a:moveTo>
                <a:lnTo>
                  <a:pt x="3909566" y="3349504"/>
                </a:lnTo>
                <a:lnTo>
                  <a:pt x="3897353" y="3356553"/>
                </a:lnTo>
                <a:lnTo>
                  <a:pt x="3890298" y="3344340"/>
                </a:lnTo>
                <a:lnTo>
                  <a:pt x="3902512" y="3337291"/>
                </a:lnTo>
                <a:close/>
              </a:path>
              <a:path w="6655434" h="6988809">
                <a:moveTo>
                  <a:pt x="3977000" y="3468653"/>
                </a:moveTo>
                <a:lnTo>
                  <a:pt x="3982876" y="3478828"/>
                </a:lnTo>
                <a:lnTo>
                  <a:pt x="3972700" y="3484704"/>
                </a:lnTo>
                <a:lnTo>
                  <a:pt x="3966824" y="3474528"/>
                </a:lnTo>
                <a:lnTo>
                  <a:pt x="3977000" y="3468653"/>
                </a:lnTo>
                <a:close/>
              </a:path>
              <a:path w="6655434" h="6988809">
                <a:moveTo>
                  <a:pt x="4051707" y="3599215"/>
                </a:moveTo>
                <a:lnTo>
                  <a:pt x="4056997" y="3608377"/>
                </a:lnTo>
                <a:lnTo>
                  <a:pt x="4047834" y="3613666"/>
                </a:lnTo>
                <a:lnTo>
                  <a:pt x="4042544" y="3604504"/>
                </a:lnTo>
                <a:lnTo>
                  <a:pt x="4051707" y="3599215"/>
                </a:lnTo>
                <a:close/>
              </a:path>
              <a:path w="6655434" h="6988809">
                <a:moveTo>
                  <a:pt x="4126403" y="3729783"/>
                </a:moveTo>
                <a:lnTo>
                  <a:pt x="4131106" y="3737927"/>
                </a:lnTo>
                <a:lnTo>
                  <a:pt x="4122968" y="3742630"/>
                </a:lnTo>
                <a:lnTo>
                  <a:pt x="4118265" y="3734480"/>
                </a:lnTo>
                <a:lnTo>
                  <a:pt x="4126403" y="3729783"/>
                </a:lnTo>
                <a:close/>
              </a:path>
              <a:path w="6655434" h="6988809">
                <a:moveTo>
                  <a:pt x="4201105" y="3860344"/>
                </a:moveTo>
                <a:lnTo>
                  <a:pt x="4205221" y="3867470"/>
                </a:lnTo>
                <a:lnTo>
                  <a:pt x="4198096" y="3871581"/>
                </a:lnTo>
                <a:lnTo>
                  <a:pt x="4193979" y="3864455"/>
                </a:lnTo>
                <a:lnTo>
                  <a:pt x="4201105" y="3860344"/>
                </a:lnTo>
                <a:close/>
              </a:path>
              <a:path w="6655434" h="6988809">
                <a:moveTo>
                  <a:pt x="4275700" y="3991309"/>
                </a:moveTo>
                <a:lnTo>
                  <a:pt x="4278934" y="3996907"/>
                </a:lnTo>
                <a:lnTo>
                  <a:pt x="4273336" y="4000141"/>
                </a:lnTo>
                <a:lnTo>
                  <a:pt x="4270102" y="3994543"/>
                </a:lnTo>
                <a:lnTo>
                  <a:pt x="4275700" y="3991309"/>
                </a:lnTo>
                <a:close/>
              </a:path>
              <a:path w="6655434" h="6988809">
                <a:moveTo>
                  <a:pt x="4350407" y="4121871"/>
                </a:moveTo>
                <a:lnTo>
                  <a:pt x="4353049" y="4126456"/>
                </a:lnTo>
                <a:lnTo>
                  <a:pt x="4348470" y="4129097"/>
                </a:lnTo>
                <a:lnTo>
                  <a:pt x="4345823" y="4124519"/>
                </a:lnTo>
                <a:lnTo>
                  <a:pt x="4350407" y="4121871"/>
                </a:lnTo>
                <a:close/>
              </a:path>
              <a:path w="6655434" h="6988809">
                <a:moveTo>
                  <a:pt x="4425109" y="4252433"/>
                </a:moveTo>
                <a:lnTo>
                  <a:pt x="4427164" y="4255999"/>
                </a:lnTo>
                <a:lnTo>
                  <a:pt x="4423605" y="4258054"/>
                </a:lnTo>
                <a:lnTo>
                  <a:pt x="4421549" y="4254489"/>
                </a:lnTo>
                <a:lnTo>
                  <a:pt x="4425109" y="4252433"/>
                </a:lnTo>
                <a:close/>
              </a:path>
              <a:path w="6655434" h="6988809">
                <a:moveTo>
                  <a:pt x="4499811" y="4383001"/>
                </a:moveTo>
                <a:lnTo>
                  <a:pt x="4501279" y="4385542"/>
                </a:lnTo>
                <a:lnTo>
                  <a:pt x="4498738" y="4387011"/>
                </a:lnTo>
                <a:lnTo>
                  <a:pt x="4497270" y="4384470"/>
                </a:lnTo>
                <a:lnTo>
                  <a:pt x="4499811" y="4383001"/>
                </a:lnTo>
                <a:close/>
              </a:path>
              <a:path w="6655434" h="6988809">
                <a:moveTo>
                  <a:pt x="4574512" y="4513563"/>
                </a:moveTo>
                <a:lnTo>
                  <a:pt x="4575395" y="4515085"/>
                </a:lnTo>
                <a:lnTo>
                  <a:pt x="4573867" y="4515968"/>
                </a:lnTo>
                <a:lnTo>
                  <a:pt x="4572984" y="4514446"/>
                </a:lnTo>
                <a:lnTo>
                  <a:pt x="4574512" y="4513563"/>
                </a:lnTo>
                <a:close/>
              </a:path>
              <a:path w="6655434" h="6988809">
                <a:moveTo>
                  <a:pt x="1832739" y="0"/>
                </a:moveTo>
                <a:lnTo>
                  <a:pt x="1836642" y="0"/>
                </a:lnTo>
                <a:lnTo>
                  <a:pt x="1872093" y="61408"/>
                </a:lnTo>
                <a:lnTo>
                  <a:pt x="1808994" y="97840"/>
                </a:lnTo>
                <a:lnTo>
                  <a:pt x="1772562" y="34742"/>
                </a:lnTo>
                <a:lnTo>
                  <a:pt x="1832739" y="0"/>
                </a:lnTo>
                <a:close/>
              </a:path>
              <a:path w="6655434" h="6988809">
                <a:moveTo>
                  <a:pt x="1910149" y="129671"/>
                </a:moveTo>
                <a:lnTo>
                  <a:pt x="1945409" y="190738"/>
                </a:lnTo>
                <a:lnTo>
                  <a:pt x="1884342" y="225991"/>
                </a:lnTo>
                <a:lnTo>
                  <a:pt x="1849088" y="164925"/>
                </a:lnTo>
                <a:lnTo>
                  <a:pt x="1910149" y="129671"/>
                </a:lnTo>
                <a:close/>
              </a:path>
              <a:path w="6655434" h="6988809">
                <a:moveTo>
                  <a:pt x="1984530" y="261441"/>
                </a:moveTo>
                <a:lnTo>
                  <a:pt x="2018316" y="319961"/>
                </a:lnTo>
                <a:lnTo>
                  <a:pt x="1959796" y="353746"/>
                </a:lnTo>
                <a:lnTo>
                  <a:pt x="1926011" y="295226"/>
                </a:lnTo>
                <a:lnTo>
                  <a:pt x="1984530" y="261441"/>
                </a:lnTo>
                <a:close/>
              </a:path>
              <a:path w="6655434" h="6988809">
                <a:moveTo>
                  <a:pt x="2059019" y="392803"/>
                </a:moveTo>
                <a:lnTo>
                  <a:pt x="2091631" y="449291"/>
                </a:lnTo>
                <a:lnTo>
                  <a:pt x="2035142" y="481903"/>
                </a:lnTo>
                <a:lnTo>
                  <a:pt x="2002530" y="425415"/>
                </a:lnTo>
                <a:lnTo>
                  <a:pt x="2059019" y="392803"/>
                </a:lnTo>
                <a:close/>
              </a:path>
              <a:path w="6655434" h="6988809">
                <a:moveTo>
                  <a:pt x="2133614" y="523774"/>
                </a:moveTo>
                <a:lnTo>
                  <a:pt x="2165344" y="578728"/>
                </a:lnTo>
                <a:lnTo>
                  <a:pt x="2110384" y="610458"/>
                </a:lnTo>
                <a:lnTo>
                  <a:pt x="2078654" y="555504"/>
                </a:lnTo>
                <a:lnTo>
                  <a:pt x="2133614" y="523774"/>
                </a:lnTo>
                <a:close/>
              </a:path>
              <a:path w="6655434" h="6988809">
                <a:moveTo>
                  <a:pt x="2208103" y="655135"/>
                </a:moveTo>
                <a:lnTo>
                  <a:pt x="2238653" y="708058"/>
                </a:lnTo>
                <a:lnTo>
                  <a:pt x="2185731" y="738615"/>
                </a:lnTo>
                <a:lnTo>
                  <a:pt x="2155174" y="685692"/>
                </a:lnTo>
                <a:lnTo>
                  <a:pt x="2208103" y="655135"/>
                </a:lnTo>
                <a:close/>
              </a:path>
              <a:path w="6655434" h="6988809">
                <a:moveTo>
                  <a:pt x="2282585" y="786503"/>
                </a:moveTo>
                <a:lnTo>
                  <a:pt x="2311963" y="837388"/>
                </a:lnTo>
                <a:lnTo>
                  <a:pt x="2261078" y="866766"/>
                </a:lnTo>
                <a:lnTo>
                  <a:pt x="2231700" y="815881"/>
                </a:lnTo>
                <a:lnTo>
                  <a:pt x="2282585" y="786503"/>
                </a:lnTo>
                <a:close/>
              </a:path>
              <a:path w="6655434" h="6988809">
                <a:moveTo>
                  <a:pt x="2356966" y="918273"/>
                </a:moveTo>
                <a:lnTo>
                  <a:pt x="2384876" y="966611"/>
                </a:lnTo>
                <a:lnTo>
                  <a:pt x="2336532" y="994521"/>
                </a:lnTo>
                <a:lnTo>
                  <a:pt x="2308622" y="946183"/>
                </a:lnTo>
                <a:lnTo>
                  <a:pt x="2356966" y="918273"/>
                </a:lnTo>
                <a:close/>
              </a:path>
              <a:path w="6655434" h="6988809">
                <a:moveTo>
                  <a:pt x="2431455" y="1049635"/>
                </a:moveTo>
                <a:lnTo>
                  <a:pt x="2458191" y="1095941"/>
                </a:lnTo>
                <a:lnTo>
                  <a:pt x="2411878" y="1122678"/>
                </a:lnTo>
                <a:lnTo>
                  <a:pt x="2385142" y="1076371"/>
                </a:lnTo>
                <a:lnTo>
                  <a:pt x="2431455" y="1049635"/>
                </a:lnTo>
                <a:close/>
              </a:path>
              <a:path w="6655434" h="6988809">
                <a:moveTo>
                  <a:pt x="2505831" y="1181399"/>
                </a:moveTo>
                <a:lnTo>
                  <a:pt x="2531099" y="1225164"/>
                </a:lnTo>
                <a:lnTo>
                  <a:pt x="2487333" y="1250432"/>
                </a:lnTo>
                <a:lnTo>
                  <a:pt x="2462071" y="1206667"/>
                </a:lnTo>
                <a:lnTo>
                  <a:pt x="2505831" y="1181399"/>
                </a:lnTo>
                <a:close/>
              </a:path>
              <a:path w="6655434" h="6988809">
                <a:moveTo>
                  <a:pt x="2580319" y="1312767"/>
                </a:moveTo>
                <a:lnTo>
                  <a:pt x="2604408" y="1354495"/>
                </a:lnTo>
                <a:lnTo>
                  <a:pt x="2562686" y="1378584"/>
                </a:lnTo>
                <a:lnTo>
                  <a:pt x="2538591" y="1336856"/>
                </a:lnTo>
                <a:lnTo>
                  <a:pt x="2580319" y="1312767"/>
                </a:lnTo>
                <a:close/>
              </a:path>
              <a:path w="6655434" h="6988809">
                <a:moveTo>
                  <a:pt x="2654807" y="1444134"/>
                </a:moveTo>
                <a:lnTo>
                  <a:pt x="2677724" y="1483824"/>
                </a:lnTo>
                <a:lnTo>
                  <a:pt x="2638028" y="1506741"/>
                </a:lnTo>
                <a:lnTo>
                  <a:pt x="2615111" y="1467051"/>
                </a:lnTo>
                <a:lnTo>
                  <a:pt x="2654807" y="1444134"/>
                </a:lnTo>
                <a:close/>
              </a:path>
              <a:path w="6655434" h="6988809">
                <a:moveTo>
                  <a:pt x="2729295" y="1575496"/>
                </a:moveTo>
                <a:lnTo>
                  <a:pt x="2751033" y="1613149"/>
                </a:lnTo>
                <a:lnTo>
                  <a:pt x="2713374" y="1634892"/>
                </a:lnTo>
                <a:lnTo>
                  <a:pt x="2691631" y="1597239"/>
                </a:lnTo>
                <a:lnTo>
                  <a:pt x="2729295" y="1575496"/>
                </a:lnTo>
                <a:close/>
              </a:path>
              <a:path w="6655434" h="6988809">
                <a:moveTo>
                  <a:pt x="2803891" y="1706461"/>
                </a:moveTo>
                <a:lnTo>
                  <a:pt x="2824746" y="1742592"/>
                </a:lnTo>
                <a:lnTo>
                  <a:pt x="2788615" y="1763452"/>
                </a:lnTo>
                <a:lnTo>
                  <a:pt x="2767754" y="1727322"/>
                </a:lnTo>
                <a:lnTo>
                  <a:pt x="2803891" y="1706461"/>
                </a:lnTo>
                <a:close/>
              </a:path>
              <a:path w="6655434" h="6988809">
                <a:moveTo>
                  <a:pt x="2878267" y="1838231"/>
                </a:moveTo>
                <a:lnTo>
                  <a:pt x="2897659" y="1871815"/>
                </a:lnTo>
                <a:lnTo>
                  <a:pt x="2864069" y="1891207"/>
                </a:lnTo>
                <a:lnTo>
                  <a:pt x="2844683" y="1857623"/>
                </a:lnTo>
                <a:lnTo>
                  <a:pt x="2878267" y="1838231"/>
                </a:lnTo>
                <a:close/>
              </a:path>
              <a:path w="6655434" h="6988809">
                <a:moveTo>
                  <a:pt x="2952862" y="1969190"/>
                </a:moveTo>
                <a:lnTo>
                  <a:pt x="2971371" y="2001251"/>
                </a:lnTo>
                <a:lnTo>
                  <a:pt x="2939310" y="2019761"/>
                </a:lnTo>
                <a:lnTo>
                  <a:pt x="2920800" y="1987699"/>
                </a:lnTo>
                <a:lnTo>
                  <a:pt x="2952862" y="1969190"/>
                </a:lnTo>
                <a:close/>
              </a:path>
              <a:path w="6655434" h="6988809">
                <a:moveTo>
                  <a:pt x="3027344" y="2100557"/>
                </a:moveTo>
                <a:lnTo>
                  <a:pt x="3044675" y="2130581"/>
                </a:lnTo>
                <a:lnTo>
                  <a:pt x="3014663" y="2147912"/>
                </a:lnTo>
                <a:lnTo>
                  <a:pt x="2997327" y="2117888"/>
                </a:lnTo>
                <a:lnTo>
                  <a:pt x="3027344" y="2100557"/>
                </a:lnTo>
                <a:close/>
              </a:path>
              <a:path w="6655434" h="6988809">
                <a:moveTo>
                  <a:pt x="3101838" y="2231925"/>
                </a:moveTo>
                <a:lnTo>
                  <a:pt x="3117997" y="2259911"/>
                </a:lnTo>
                <a:lnTo>
                  <a:pt x="3090004" y="2276069"/>
                </a:lnTo>
                <a:lnTo>
                  <a:pt x="3073846" y="2248083"/>
                </a:lnTo>
                <a:lnTo>
                  <a:pt x="3101838" y="2231925"/>
                </a:lnTo>
                <a:close/>
              </a:path>
              <a:path w="6655434" h="6988809">
                <a:moveTo>
                  <a:pt x="3176427" y="2362890"/>
                </a:moveTo>
                <a:lnTo>
                  <a:pt x="3191703" y="2389354"/>
                </a:lnTo>
                <a:lnTo>
                  <a:pt x="3165250" y="2404629"/>
                </a:lnTo>
                <a:lnTo>
                  <a:pt x="3149969" y="2378165"/>
                </a:lnTo>
                <a:lnTo>
                  <a:pt x="3176427" y="2362890"/>
                </a:lnTo>
                <a:close/>
              </a:path>
              <a:path w="6655434" h="6988809">
                <a:moveTo>
                  <a:pt x="3250915" y="2494251"/>
                </a:moveTo>
                <a:lnTo>
                  <a:pt x="3265018" y="2518678"/>
                </a:lnTo>
                <a:lnTo>
                  <a:pt x="3240591" y="2532781"/>
                </a:lnTo>
                <a:lnTo>
                  <a:pt x="3226489" y="2508354"/>
                </a:lnTo>
                <a:lnTo>
                  <a:pt x="3250915" y="2494251"/>
                </a:lnTo>
                <a:close/>
              </a:path>
              <a:path w="6655434" h="6988809">
                <a:moveTo>
                  <a:pt x="3325404" y="2625625"/>
                </a:moveTo>
                <a:lnTo>
                  <a:pt x="3338328" y="2648014"/>
                </a:lnTo>
                <a:lnTo>
                  <a:pt x="3315945" y="2660938"/>
                </a:lnTo>
                <a:lnTo>
                  <a:pt x="3303015" y="2638549"/>
                </a:lnTo>
                <a:lnTo>
                  <a:pt x="3325404" y="2625625"/>
                </a:lnTo>
                <a:close/>
              </a:path>
              <a:path w="6655434" h="6988809">
                <a:moveTo>
                  <a:pt x="3400000" y="2756583"/>
                </a:moveTo>
                <a:lnTo>
                  <a:pt x="3412041" y="2777444"/>
                </a:lnTo>
                <a:lnTo>
                  <a:pt x="3391180" y="2789491"/>
                </a:lnTo>
                <a:lnTo>
                  <a:pt x="3379132" y="2768631"/>
                </a:lnTo>
                <a:lnTo>
                  <a:pt x="3400000" y="2756583"/>
                </a:lnTo>
                <a:close/>
              </a:path>
              <a:path w="6655434" h="6988809">
                <a:moveTo>
                  <a:pt x="3474482" y="2887951"/>
                </a:moveTo>
                <a:lnTo>
                  <a:pt x="3485356" y="2906780"/>
                </a:lnTo>
                <a:lnTo>
                  <a:pt x="3466527" y="2917649"/>
                </a:lnTo>
                <a:lnTo>
                  <a:pt x="3455658" y="2898819"/>
                </a:lnTo>
                <a:lnTo>
                  <a:pt x="3474482" y="2887951"/>
                </a:lnTo>
                <a:close/>
              </a:path>
              <a:path w="6655434" h="6988809">
                <a:moveTo>
                  <a:pt x="3549183" y="3018513"/>
                </a:moveTo>
                <a:lnTo>
                  <a:pt x="3559466" y="3036323"/>
                </a:lnTo>
                <a:lnTo>
                  <a:pt x="3541661" y="3046606"/>
                </a:lnTo>
                <a:lnTo>
                  <a:pt x="3531379" y="3028795"/>
                </a:lnTo>
                <a:lnTo>
                  <a:pt x="3549183" y="3018513"/>
                </a:lnTo>
                <a:close/>
              </a:path>
              <a:path w="6655434" h="6988809">
                <a:moveTo>
                  <a:pt x="3623671" y="3149874"/>
                </a:moveTo>
                <a:lnTo>
                  <a:pt x="3632781" y="3165653"/>
                </a:lnTo>
                <a:lnTo>
                  <a:pt x="3617008" y="3174763"/>
                </a:lnTo>
                <a:lnTo>
                  <a:pt x="3607898" y="3158984"/>
                </a:lnTo>
                <a:lnTo>
                  <a:pt x="3623671" y="3149874"/>
                </a:lnTo>
                <a:close/>
              </a:path>
              <a:path w="6655434" h="6988809">
                <a:moveTo>
                  <a:pt x="3698267" y="3280845"/>
                </a:moveTo>
                <a:lnTo>
                  <a:pt x="3706494" y="3295090"/>
                </a:lnTo>
                <a:lnTo>
                  <a:pt x="3692249" y="3303317"/>
                </a:lnTo>
                <a:lnTo>
                  <a:pt x="3684022" y="3289072"/>
                </a:lnTo>
                <a:lnTo>
                  <a:pt x="3698267" y="3280845"/>
                </a:lnTo>
                <a:close/>
              </a:path>
              <a:path w="6655434" h="6988809">
                <a:moveTo>
                  <a:pt x="3772862" y="3411810"/>
                </a:moveTo>
                <a:lnTo>
                  <a:pt x="3780207" y="3424533"/>
                </a:lnTo>
                <a:lnTo>
                  <a:pt x="3767490" y="3431878"/>
                </a:lnTo>
                <a:lnTo>
                  <a:pt x="3760145" y="3419155"/>
                </a:lnTo>
                <a:lnTo>
                  <a:pt x="3772862" y="3411810"/>
                </a:lnTo>
                <a:close/>
              </a:path>
              <a:path w="6655434" h="6988809">
                <a:moveTo>
                  <a:pt x="3847458" y="3542768"/>
                </a:moveTo>
                <a:lnTo>
                  <a:pt x="3853919" y="3553969"/>
                </a:lnTo>
                <a:lnTo>
                  <a:pt x="3842731" y="3560431"/>
                </a:lnTo>
                <a:lnTo>
                  <a:pt x="3836263" y="3549231"/>
                </a:lnTo>
                <a:lnTo>
                  <a:pt x="3847458" y="3542768"/>
                </a:lnTo>
                <a:close/>
              </a:path>
              <a:path w="6655434" h="6988809">
                <a:moveTo>
                  <a:pt x="3921945" y="3674136"/>
                </a:moveTo>
                <a:lnTo>
                  <a:pt x="3927235" y="3683299"/>
                </a:lnTo>
                <a:lnTo>
                  <a:pt x="3918072" y="3688588"/>
                </a:lnTo>
                <a:lnTo>
                  <a:pt x="3912782" y="3679425"/>
                </a:lnTo>
                <a:lnTo>
                  <a:pt x="3921945" y="3674136"/>
                </a:lnTo>
                <a:close/>
              </a:path>
              <a:path w="6655434" h="6988809">
                <a:moveTo>
                  <a:pt x="3996647" y="3804698"/>
                </a:moveTo>
                <a:lnTo>
                  <a:pt x="4001350" y="3812842"/>
                </a:lnTo>
                <a:lnTo>
                  <a:pt x="3993206" y="3817545"/>
                </a:lnTo>
                <a:lnTo>
                  <a:pt x="3988503" y="3809401"/>
                </a:lnTo>
                <a:lnTo>
                  <a:pt x="3996647" y="3804698"/>
                </a:lnTo>
                <a:close/>
              </a:path>
              <a:path w="6655434" h="6988809">
                <a:moveTo>
                  <a:pt x="4071348" y="3935260"/>
                </a:moveTo>
                <a:lnTo>
                  <a:pt x="4075459" y="3942385"/>
                </a:lnTo>
                <a:lnTo>
                  <a:pt x="4068340" y="3946496"/>
                </a:lnTo>
                <a:lnTo>
                  <a:pt x="4064223" y="3939370"/>
                </a:lnTo>
                <a:lnTo>
                  <a:pt x="4071348" y="3935260"/>
                </a:lnTo>
                <a:close/>
              </a:path>
              <a:path w="6655434" h="6988809">
                <a:moveTo>
                  <a:pt x="4146051" y="4065828"/>
                </a:moveTo>
                <a:lnTo>
                  <a:pt x="4149575" y="4071934"/>
                </a:lnTo>
                <a:lnTo>
                  <a:pt x="4143474" y="4075459"/>
                </a:lnTo>
                <a:lnTo>
                  <a:pt x="4139944" y="4069352"/>
                </a:lnTo>
                <a:lnTo>
                  <a:pt x="4146051" y="4065828"/>
                </a:lnTo>
                <a:close/>
              </a:path>
              <a:path w="6655434" h="6988809">
                <a:moveTo>
                  <a:pt x="4220752" y="4196390"/>
                </a:moveTo>
                <a:lnTo>
                  <a:pt x="4223690" y="4201478"/>
                </a:lnTo>
                <a:lnTo>
                  <a:pt x="4218602" y="4204415"/>
                </a:lnTo>
                <a:lnTo>
                  <a:pt x="4215664" y="4199328"/>
                </a:lnTo>
                <a:lnTo>
                  <a:pt x="4220752" y="4196390"/>
                </a:lnTo>
                <a:close/>
              </a:path>
              <a:path w="6655434" h="6988809">
                <a:moveTo>
                  <a:pt x="4295454" y="4326952"/>
                </a:moveTo>
                <a:lnTo>
                  <a:pt x="4297805" y="4331021"/>
                </a:lnTo>
                <a:lnTo>
                  <a:pt x="4293736" y="4333373"/>
                </a:lnTo>
                <a:lnTo>
                  <a:pt x="4291385" y="4329303"/>
                </a:lnTo>
                <a:lnTo>
                  <a:pt x="4295454" y="4326952"/>
                </a:lnTo>
                <a:close/>
              </a:path>
              <a:path w="6655434" h="6988809">
                <a:moveTo>
                  <a:pt x="4370161" y="4457514"/>
                </a:moveTo>
                <a:lnTo>
                  <a:pt x="4371921" y="4460564"/>
                </a:lnTo>
                <a:lnTo>
                  <a:pt x="4368864" y="4462329"/>
                </a:lnTo>
                <a:lnTo>
                  <a:pt x="4367099" y="4459279"/>
                </a:lnTo>
                <a:lnTo>
                  <a:pt x="4370161" y="4457514"/>
                </a:lnTo>
                <a:close/>
              </a:path>
              <a:path w="6655434" h="6988809">
                <a:moveTo>
                  <a:pt x="4444857" y="4588076"/>
                </a:moveTo>
                <a:lnTo>
                  <a:pt x="4446030" y="4590114"/>
                </a:lnTo>
                <a:lnTo>
                  <a:pt x="4444004" y="4591286"/>
                </a:lnTo>
                <a:lnTo>
                  <a:pt x="4442825" y="4589249"/>
                </a:lnTo>
                <a:lnTo>
                  <a:pt x="4444857" y="4588076"/>
                </a:lnTo>
                <a:close/>
              </a:path>
              <a:path w="6655434" h="6988809">
                <a:moveTo>
                  <a:pt x="4518546" y="4719225"/>
                </a:moveTo>
                <a:lnTo>
                  <a:pt x="4519896" y="4719225"/>
                </a:lnTo>
                <a:lnTo>
                  <a:pt x="4520145" y="4719657"/>
                </a:lnTo>
                <a:lnTo>
                  <a:pt x="4518795" y="4719657"/>
                </a:lnTo>
                <a:lnTo>
                  <a:pt x="4518546" y="4719225"/>
                </a:lnTo>
                <a:close/>
              </a:path>
              <a:path w="6655434" h="6988809">
                <a:moveTo>
                  <a:pt x="1576438" y="0"/>
                </a:moveTo>
                <a:lnTo>
                  <a:pt x="1666680" y="0"/>
                </a:lnTo>
                <a:lnTo>
                  <a:pt x="1671029" y="7532"/>
                </a:lnTo>
                <a:lnTo>
                  <a:pt x="1603347" y="46607"/>
                </a:lnTo>
                <a:lnTo>
                  <a:pt x="1576438" y="0"/>
                </a:lnTo>
                <a:close/>
              </a:path>
              <a:path w="6655434" h="6988809">
                <a:moveTo>
                  <a:pt x="1706337" y="71626"/>
                </a:moveTo>
                <a:lnTo>
                  <a:pt x="1743943" y="136756"/>
                </a:lnTo>
                <a:lnTo>
                  <a:pt x="1678807" y="174361"/>
                </a:lnTo>
                <a:lnTo>
                  <a:pt x="1641201" y="109231"/>
                </a:lnTo>
                <a:lnTo>
                  <a:pt x="1706337" y="71626"/>
                </a:lnTo>
                <a:close/>
              </a:path>
              <a:path w="6655434" h="6988809">
                <a:moveTo>
                  <a:pt x="1780825" y="202987"/>
                </a:moveTo>
                <a:lnTo>
                  <a:pt x="1817252" y="266086"/>
                </a:lnTo>
                <a:lnTo>
                  <a:pt x="1754154" y="302513"/>
                </a:lnTo>
                <a:lnTo>
                  <a:pt x="1717727" y="239414"/>
                </a:lnTo>
                <a:lnTo>
                  <a:pt x="1780825" y="202987"/>
                </a:lnTo>
                <a:close/>
              </a:path>
              <a:path w="6655434" h="6988809">
                <a:moveTo>
                  <a:pt x="1855202" y="334758"/>
                </a:moveTo>
                <a:lnTo>
                  <a:pt x="1890165" y="395309"/>
                </a:lnTo>
                <a:lnTo>
                  <a:pt x="1829608" y="430273"/>
                </a:lnTo>
                <a:lnTo>
                  <a:pt x="1794650" y="369716"/>
                </a:lnTo>
                <a:lnTo>
                  <a:pt x="1855202" y="334758"/>
                </a:lnTo>
                <a:close/>
              </a:path>
              <a:path w="6655434" h="6988809">
                <a:moveTo>
                  <a:pt x="1929684" y="466119"/>
                </a:moveTo>
                <a:lnTo>
                  <a:pt x="1963469" y="524639"/>
                </a:lnTo>
                <a:lnTo>
                  <a:pt x="1904955" y="558424"/>
                </a:lnTo>
                <a:lnTo>
                  <a:pt x="1871170" y="499904"/>
                </a:lnTo>
                <a:lnTo>
                  <a:pt x="1929684" y="466119"/>
                </a:lnTo>
                <a:close/>
              </a:path>
              <a:path w="6655434" h="6988809">
                <a:moveTo>
                  <a:pt x="2004172" y="597487"/>
                </a:moveTo>
                <a:lnTo>
                  <a:pt x="2036784" y="653969"/>
                </a:lnTo>
                <a:lnTo>
                  <a:pt x="1980302" y="686581"/>
                </a:lnTo>
                <a:lnTo>
                  <a:pt x="1947689" y="630099"/>
                </a:lnTo>
                <a:lnTo>
                  <a:pt x="2004172" y="597487"/>
                </a:lnTo>
                <a:close/>
              </a:path>
              <a:path w="6655434" h="6988809">
                <a:moveTo>
                  <a:pt x="2078666" y="728849"/>
                </a:moveTo>
                <a:lnTo>
                  <a:pt x="2110100" y="783299"/>
                </a:lnTo>
                <a:lnTo>
                  <a:pt x="2055649" y="814733"/>
                </a:lnTo>
                <a:lnTo>
                  <a:pt x="2024216" y="760288"/>
                </a:lnTo>
                <a:lnTo>
                  <a:pt x="2078666" y="728849"/>
                </a:lnTo>
                <a:close/>
              </a:path>
              <a:path w="6655434" h="6988809">
                <a:moveTo>
                  <a:pt x="2153148" y="860216"/>
                </a:moveTo>
                <a:lnTo>
                  <a:pt x="2183409" y="912629"/>
                </a:lnTo>
                <a:lnTo>
                  <a:pt x="2130996" y="942890"/>
                </a:lnTo>
                <a:lnTo>
                  <a:pt x="2100735" y="890477"/>
                </a:lnTo>
                <a:lnTo>
                  <a:pt x="2153148" y="860216"/>
                </a:lnTo>
                <a:close/>
              </a:path>
              <a:path w="6655434" h="6988809">
                <a:moveTo>
                  <a:pt x="2227524" y="991980"/>
                </a:moveTo>
                <a:lnTo>
                  <a:pt x="2256317" y="1041853"/>
                </a:lnTo>
                <a:lnTo>
                  <a:pt x="2206450" y="1070645"/>
                </a:lnTo>
                <a:lnTo>
                  <a:pt x="2177658" y="1020773"/>
                </a:lnTo>
                <a:lnTo>
                  <a:pt x="2227524" y="991980"/>
                </a:lnTo>
                <a:close/>
              </a:path>
              <a:path w="6655434" h="6988809">
                <a:moveTo>
                  <a:pt x="2302013" y="1123348"/>
                </a:moveTo>
                <a:lnTo>
                  <a:pt x="2329632" y="1171177"/>
                </a:lnTo>
                <a:lnTo>
                  <a:pt x="2281797" y="1198796"/>
                </a:lnTo>
                <a:lnTo>
                  <a:pt x="2254184" y="1150961"/>
                </a:lnTo>
                <a:lnTo>
                  <a:pt x="2302013" y="1123348"/>
                </a:lnTo>
                <a:close/>
              </a:path>
              <a:path w="6655434" h="6988809">
                <a:moveTo>
                  <a:pt x="2376393" y="1255112"/>
                </a:moveTo>
                <a:lnTo>
                  <a:pt x="2402545" y="1300406"/>
                </a:lnTo>
                <a:lnTo>
                  <a:pt x="2357257" y="1326550"/>
                </a:lnTo>
                <a:lnTo>
                  <a:pt x="2331107" y="1281262"/>
                </a:lnTo>
                <a:lnTo>
                  <a:pt x="2376393" y="1255112"/>
                </a:lnTo>
                <a:close/>
              </a:path>
              <a:path w="6655434" h="6988809">
                <a:moveTo>
                  <a:pt x="2450776" y="1386882"/>
                </a:moveTo>
                <a:lnTo>
                  <a:pt x="2475452" y="1429629"/>
                </a:lnTo>
                <a:lnTo>
                  <a:pt x="2432711" y="1454305"/>
                </a:lnTo>
                <a:lnTo>
                  <a:pt x="2408030" y="1411564"/>
                </a:lnTo>
                <a:lnTo>
                  <a:pt x="2450776" y="1386882"/>
                </a:lnTo>
                <a:close/>
              </a:path>
              <a:path w="6655434" h="6988809">
                <a:moveTo>
                  <a:pt x="2525259" y="1518250"/>
                </a:moveTo>
                <a:lnTo>
                  <a:pt x="2548761" y="1558959"/>
                </a:lnTo>
                <a:lnTo>
                  <a:pt x="2508052" y="1582462"/>
                </a:lnTo>
                <a:lnTo>
                  <a:pt x="2484549" y="1541752"/>
                </a:lnTo>
                <a:lnTo>
                  <a:pt x="2525259" y="1518250"/>
                </a:lnTo>
                <a:close/>
              </a:path>
              <a:path w="6655434" h="6988809">
                <a:moveTo>
                  <a:pt x="2599747" y="1649612"/>
                </a:moveTo>
                <a:lnTo>
                  <a:pt x="2622077" y="1688289"/>
                </a:lnTo>
                <a:lnTo>
                  <a:pt x="2583405" y="1710619"/>
                </a:lnTo>
                <a:lnTo>
                  <a:pt x="2561075" y="1671942"/>
                </a:lnTo>
                <a:lnTo>
                  <a:pt x="2599747" y="1649612"/>
                </a:lnTo>
                <a:close/>
              </a:path>
              <a:path w="6655434" h="6988809">
                <a:moveTo>
                  <a:pt x="2674342" y="1780582"/>
                </a:moveTo>
                <a:lnTo>
                  <a:pt x="2695790" y="1817726"/>
                </a:lnTo>
                <a:lnTo>
                  <a:pt x="2658640" y="1839173"/>
                </a:lnTo>
                <a:lnTo>
                  <a:pt x="2637193" y="1802030"/>
                </a:lnTo>
                <a:lnTo>
                  <a:pt x="2674342" y="1780582"/>
                </a:lnTo>
                <a:close/>
              </a:path>
              <a:path w="6655434" h="6988809">
                <a:moveTo>
                  <a:pt x="2748830" y="1911944"/>
                </a:moveTo>
                <a:lnTo>
                  <a:pt x="2769105" y="1947056"/>
                </a:lnTo>
                <a:lnTo>
                  <a:pt x="2733993" y="1967325"/>
                </a:lnTo>
                <a:lnTo>
                  <a:pt x="2713718" y="1932213"/>
                </a:lnTo>
                <a:lnTo>
                  <a:pt x="2748830" y="1911944"/>
                </a:lnTo>
                <a:close/>
              </a:path>
              <a:path w="6655434" h="6988809">
                <a:moveTo>
                  <a:pt x="2823313" y="2043312"/>
                </a:moveTo>
                <a:lnTo>
                  <a:pt x="2842409" y="2076386"/>
                </a:lnTo>
                <a:lnTo>
                  <a:pt x="2809335" y="2095482"/>
                </a:lnTo>
                <a:lnTo>
                  <a:pt x="2790239" y="2062408"/>
                </a:lnTo>
                <a:lnTo>
                  <a:pt x="2823313" y="2043312"/>
                </a:lnTo>
                <a:close/>
              </a:path>
              <a:path w="6655434" h="6988809">
                <a:moveTo>
                  <a:pt x="2897801" y="2174673"/>
                </a:moveTo>
                <a:lnTo>
                  <a:pt x="2915724" y="2205716"/>
                </a:lnTo>
                <a:lnTo>
                  <a:pt x="2884687" y="2223639"/>
                </a:lnTo>
                <a:lnTo>
                  <a:pt x="2866764" y="2192596"/>
                </a:lnTo>
                <a:lnTo>
                  <a:pt x="2897801" y="2174673"/>
                </a:lnTo>
                <a:close/>
              </a:path>
              <a:path w="6655434" h="6988809">
                <a:moveTo>
                  <a:pt x="2972183" y="2306443"/>
                </a:moveTo>
                <a:lnTo>
                  <a:pt x="2988631" y="2334933"/>
                </a:lnTo>
                <a:lnTo>
                  <a:pt x="2960141" y="2351388"/>
                </a:lnTo>
                <a:lnTo>
                  <a:pt x="2943687" y="2322892"/>
                </a:lnTo>
                <a:lnTo>
                  <a:pt x="2972183" y="2306443"/>
                </a:lnTo>
                <a:close/>
              </a:path>
              <a:path w="6655434" h="6988809">
                <a:moveTo>
                  <a:pt x="3046883" y="2437005"/>
                </a:moveTo>
                <a:lnTo>
                  <a:pt x="3062753" y="2464482"/>
                </a:lnTo>
                <a:lnTo>
                  <a:pt x="3035269" y="2480350"/>
                </a:lnTo>
                <a:lnTo>
                  <a:pt x="3019407" y="2452867"/>
                </a:lnTo>
                <a:lnTo>
                  <a:pt x="3046883" y="2437005"/>
                </a:lnTo>
                <a:close/>
              </a:path>
              <a:path w="6655434" h="6988809">
                <a:moveTo>
                  <a:pt x="3121367" y="2568373"/>
                </a:moveTo>
                <a:lnTo>
                  <a:pt x="3136056" y="2593812"/>
                </a:lnTo>
                <a:lnTo>
                  <a:pt x="3110617" y="2608502"/>
                </a:lnTo>
                <a:lnTo>
                  <a:pt x="3095927" y="2583062"/>
                </a:lnTo>
                <a:lnTo>
                  <a:pt x="3121367" y="2568373"/>
                </a:lnTo>
                <a:close/>
              </a:path>
              <a:path w="6655434" h="6988809">
                <a:moveTo>
                  <a:pt x="3195749" y="2700137"/>
                </a:moveTo>
                <a:lnTo>
                  <a:pt x="3208969" y="2723036"/>
                </a:lnTo>
                <a:lnTo>
                  <a:pt x="3186071" y="2736256"/>
                </a:lnTo>
                <a:lnTo>
                  <a:pt x="3172850" y="2713358"/>
                </a:lnTo>
                <a:lnTo>
                  <a:pt x="3195749" y="2700137"/>
                </a:lnTo>
                <a:close/>
              </a:path>
              <a:path w="6655434" h="6988809">
                <a:moveTo>
                  <a:pt x="3270344" y="2831108"/>
                </a:moveTo>
                <a:lnTo>
                  <a:pt x="3282682" y="2852472"/>
                </a:lnTo>
                <a:lnTo>
                  <a:pt x="3261312" y="2864810"/>
                </a:lnTo>
                <a:lnTo>
                  <a:pt x="3248974" y="2843446"/>
                </a:lnTo>
                <a:lnTo>
                  <a:pt x="3270344" y="2831108"/>
                </a:lnTo>
                <a:close/>
              </a:path>
              <a:path w="6655434" h="6988809">
                <a:moveTo>
                  <a:pt x="3344939" y="2962066"/>
                </a:moveTo>
                <a:lnTo>
                  <a:pt x="3356400" y="2981909"/>
                </a:lnTo>
                <a:lnTo>
                  <a:pt x="3336552" y="2993370"/>
                </a:lnTo>
                <a:lnTo>
                  <a:pt x="3325097" y="2973522"/>
                </a:lnTo>
                <a:lnTo>
                  <a:pt x="3344939" y="2962066"/>
                </a:lnTo>
                <a:close/>
              </a:path>
              <a:path w="6655434" h="6988809">
                <a:moveTo>
                  <a:pt x="3419535" y="3093031"/>
                </a:moveTo>
                <a:lnTo>
                  <a:pt x="3430113" y="3111351"/>
                </a:lnTo>
                <a:lnTo>
                  <a:pt x="3411794" y="3121924"/>
                </a:lnTo>
                <a:lnTo>
                  <a:pt x="3401221" y="3103604"/>
                </a:lnTo>
                <a:lnTo>
                  <a:pt x="3419535" y="3093031"/>
                </a:lnTo>
                <a:close/>
              </a:path>
              <a:path w="6655434" h="6988809">
                <a:moveTo>
                  <a:pt x="3494023" y="3224399"/>
                </a:moveTo>
                <a:lnTo>
                  <a:pt x="3503423" y="3240682"/>
                </a:lnTo>
                <a:lnTo>
                  <a:pt x="3487140" y="3250082"/>
                </a:lnTo>
                <a:lnTo>
                  <a:pt x="3477740" y="3233799"/>
                </a:lnTo>
                <a:lnTo>
                  <a:pt x="3494023" y="3224399"/>
                </a:lnTo>
                <a:close/>
              </a:path>
              <a:path w="6655434" h="6988809">
                <a:moveTo>
                  <a:pt x="3568618" y="3355357"/>
                </a:moveTo>
                <a:lnTo>
                  <a:pt x="3577135" y="3370112"/>
                </a:lnTo>
                <a:lnTo>
                  <a:pt x="3562381" y="3378635"/>
                </a:lnTo>
                <a:lnTo>
                  <a:pt x="3553858" y="3363875"/>
                </a:lnTo>
                <a:lnTo>
                  <a:pt x="3568618" y="3355357"/>
                </a:lnTo>
                <a:close/>
              </a:path>
              <a:path w="6655434" h="6988809">
                <a:moveTo>
                  <a:pt x="3643212" y="3486322"/>
                </a:moveTo>
                <a:lnTo>
                  <a:pt x="3650848" y="3499554"/>
                </a:lnTo>
                <a:lnTo>
                  <a:pt x="3637622" y="3507189"/>
                </a:lnTo>
                <a:lnTo>
                  <a:pt x="3629981" y="3493963"/>
                </a:lnTo>
                <a:lnTo>
                  <a:pt x="3643212" y="3486322"/>
                </a:lnTo>
                <a:close/>
              </a:path>
              <a:path w="6655434" h="6988809">
                <a:moveTo>
                  <a:pt x="3717809" y="3617293"/>
                </a:moveTo>
                <a:lnTo>
                  <a:pt x="3724561" y="3628991"/>
                </a:lnTo>
                <a:lnTo>
                  <a:pt x="3712857" y="3635750"/>
                </a:lnTo>
                <a:lnTo>
                  <a:pt x="3706105" y="3624051"/>
                </a:lnTo>
                <a:lnTo>
                  <a:pt x="3717809" y="3617293"/>
                </a:lnTo>
                <a:close/>
              </a:path>
              <a:path w="6655434" h="6988809">
                <a:moveTo>
                  <a:pt x="3792297" y="3748655"/>
                </a:moveTo>
                <a:lnTo>
                  <a:pt x="3797876" y="3758322"/>
                </a:lnTo>
                <a:lnTo>
                  <a:pt x="3788210" y="3763907"/>
                </a:lnTo>
                <a:lnTo>
                  <a:pt x="3782624" y="3754234"/>
                </a:lnTo>
                <a:lnTo>
                  <a:pt x="3792297" y="3748655"/>
                </a:lnTo>
                <a:close/>
              </a:path>
              <a:path w="6655434" h="6988809">
                <a:moveTo>
                  <a:pt x="3866993" y="3879217"/>
                </a:moveTo>
                <a:lnTo>
                  <a:pt x="3871986" y="3887870"/>
                </a:lnTo>
                <a:lnTo>
                  <a:pt x="3863338" y="3892863"/>
                </a:lnTo>
                <a:lnTo>
                  <a:pt x="3858345" y="3884210"/>
                </a:lnTo>
                <a:lnTo>
                  <a:pt x="3866993" y="3879217"/>
                </a:lnTo>
                <a:close/>
              </a:path>
              <a:path w="6655434" h="6988809">
                <a:moveTo>
                  <a:pt x="3941695" y="4009785"/>
                </a:moveTo>
                <a:lnTo>
                  <a:pt x="3946101" y="4017413"/>
                </a:lnTo>
                <a:lnTo>
                  <a:pt x="3938472" y="4021820"/>
                </a:lnTo>
                <a:lnTo>
                  <a:pt x="3934066" y="4014191"/>
                </a:lnTo>
                <a:lnTo>
                  <a:pt x="3941695" y="4009785"/>
                </a:lnTo>
                <a:close/>
              </a:path>
              <a:path w="6655434" h="6988809">
                <a:moveTo>
                  <a:pt x="4016402" y="4140347"/>
                </a:moveTo>
                <a:lnTo>
                  <a:pt x="4020216" y="4146957"/>
                </a:lnTo>
                <a:lnTo>
                  <a:pt x="4013600" y="4150777"/>
                </a:lnTo>
                <a:lnTo>
                  <a:pt x="4009786" y="4144167"/>
                </a:lnTo>
                <a:lnTo>
                  <a:pt x="4016402" y="4140347"/>
                </a:lnTo>
                <a:close/>
              </a:path>
              <a:path w="6655434" h="6988809">
                <a:moveTo>
                  <a:pt x="4090991" y="4271306"/>
                </a:moveTo>
                <a:lnTo>
                  <a:pt x="4093929" y="4276393"/>
                </a:lnTo>
                <a:lnTo>
                  <a:pt x="4088841" y="4279331"/>
                </a:lnTo>
                <a:lnTo>
                  <a:pt x="4085903" y="4274243"/>
                </a:lnTo>
                <a:lnTo>
                  <a:pt x="4090991" y="4271306"/>
                </a:lnTo>
                <a:close/>
              </a:path>
              <a:path w="6655434" h="6988809">
                <a:moveTo>
                  <a:pt x="4165693" y="4401868"/>
                </a:moveTo>
                <a:lnTo>
                  <a:pt x="4168044" y="4405943"/>
                </a:lnTo>
                <a:lnTo>
                  <a:pt x="4163975" y="4408294"/>
                </a:lnTo>
                <a:lnTo>
                  <a:pt x="4161624" y="4404219"/>
                </a:lnTo>
                <a:lnTo>
                  <a:pt x="4165693" y="4401868"/>
                </a:lnTo>
                <a:close/>
              </a:path>
              <a:path w="6655434" h="6988809">
                <a:moveTo>
                  <a:pt x="4240401" y="4532430"/>
                </a:moveTo>
                <a:lnTo>
                  <a:pt x="4242160" y="4535486"/>
                </a:lnTo>
                <a:lnTo>
                  <a:pt x="4239109" y="4537245"/>
                </a:lnTo>
                <a:lnTo>
                  <a:pt x="4237344" y="4534195"/>
                </a:lnTo>
                <a:lnTo>
                  <a:pt x="4240401" y="4532430"/>
                </a:lnTo>
                <a:close/>
              </a:path>
              <a:path w="6655434" h="6988809">
                <a:moveTo>
                  <a:pt x="4315102" y="4662992"/>
                </a:moveTo>
                <a:lnTo>
                  <a:pt x="4316275" y="4665029"/>
                </a:lnTo>
                <a:lnTo>
                  <a:pt x="4314243" y="4666208"/>
                </a:lnTo>
                <a:lnTo>
                  <a:pt x="4313064" y="4664171"/>
                </a:lnTo>
                <a:lnTo>
                  <a:pt x="4315102" y="4662992"/>
                </a:lnTo>
                <a:close/>
              </a:path>
              <a:path w="6655434" h="6988809">
                <a:moveTo>
                  <a:pt x="4389910" y="4793157"/>
                </a:moveTo>
                <a:lnTo>
                  <a:pt x="4390793" y="4794685"/>
                </a:lnTo>
                <a:lnTo>
                  <a:pt x="4389265" y="4795568"/>
                </a:lnTo>
                <a:lnTo>
                  <a:pt x="4388382" y="4794039"/>
                </a:lnTo>
                <a:lnTo>
                  <a:pt x="4389910" y="4793157"/>
                </a:lnTo>
                <a:close/>
              </a:path>
              <a:path w="6655434" h="6988809">
                <a:moveTo>
                  <a:pt x="1502414" y="13971"/>
                </a:moveTo>
                <a:lnTo>
                  <a:pt x="1542075" y="82667"/>
                </a:lnTo>
                <a:lnTo>
                  <a:pt x="1473373" y="122328"/>
                </a:lnTo>
                <a:lnTo>
                  <a:pt x="1433712" y="53632"/>
                </a:lnTo>
                <a:lnTo>
                  <a:pt x="1502414" y="13971"/>
                </a:lnTo>
                <a:close/>
              </a:path>
              <a:path w="6655434" h="6988809">
                <a:moveTo>
                  <a:pt x="1577110" y="144533"/>
                </a:moveTo>
                <a:lnTo>
                  <a:pt x="1616184" y="212216"/>
                </a:lnTo>
                <a:lnTo>
                  <a:pt x="1548507" y="251290"/>
                </a:lnTo>
                <a:lnTo>
                  <a:pt x="1509433" y="183607"/>
                </a:lnTo>
                <a:lnTo>
                  <a:pt x="1577110" y="144533"/>
                </a:lnTo>
                <a:close/>
              </a:path>
              <a:path w="6655434" h="6988809">
                <a:moveTo>
                  <a:pt x="1651491" y="276303"/>
                </a:moveTo>
                <a:lnTo>
                  <a:pt x="1689097" y="341433"/>
                </a:lnTo>
                <a:lnTo>
                  <a:pt x="1623961" y="379039"/>
                </a:lnTo>
                <a:lnTo>
                  <a:pt x="1586356" y="313909"/>
                </a:lnTo>
                <a:lnTo>
                  <a:pt x="1651491" y="276303"/>
                </a:lnTo>
                <a:close/>
              </a:path>
              <a:path w="6655434" h="6988809">
                <a:moveTo>
                  <a:pt x="1725867" y="408068"/>
                </a:moveTo>
                <a:lnTo>
                  <a:pt x="1762004" y="470656"/>
                </a:lnTo>
                <a:lnTo>
                  <a:pt x="1699415" y="506793"/>
                </a:lnTo>
                <a:lnTo>
                  <a:pt x="1663279" y="444204"/>
                </a:lnTo>
                <a:lnTo>
                  <a:pt x="1725867" y="408068"/>
                </a:lnTo>
                <a:close/>
              </a:path>
              <a:path w="6655434" h="6988809">
                <a:moveTo>
                  <a:pt x="1800249" y="539832"/>
                </a:moveTo>
                <a:lnTo>
                  <a:pt x="1834917" y="599880"/>
                </a:lnTo>
                <a:lnTo>
                  <a:pt x="1774869" y="634548"/>
                </a:lnTo>
                <a:lnTo>
                  <a:pt x="1740201" y="574500"/>
                </a:lnTo>
                <a:lnTo>
                  <a:pt x="1800249" y="539832"/>
                </a:lnTo>
                <a:close/>
              </a:path>
              <a:path w="6655434" h="6988809">
                <a:moveTo>
                  <a:pt x="1874737" y="671199"/>
                </a:moveTo>
                <a:lnTo>
                  <a:pt x="1908232" y="729210"/>
                </a:lnTo>
                <a:lnTo>
                  <a:pt x="1850222" y="762699"/>
                </a:lnTo>
                <a:lnTo>
                  <a:pt x="1816727" y="704688"/>
                </a:lnTo>
                <a:lnTo>
                  <a:pt x="1874737" y="671199"/>
                </a:lnTo>
                <a:close/>
              </a:path>
              <a:path w="6655434" h="6988809">
                <a:moveTo>
                  <a:pt x="1949225" y="802561"/>
                </a:moveTo>
                <a:lnTo>
                  <a:pt x="1981548" y="858540"/>
                </a:lnTo>
                <a:lnTo>
                  <a:pt x="1925569" y="890856"/>
                </a:lnTo>
                <a:lnTo>
                  <a:pt x="1893247" y="834883"/>
                </a:lnTo>
                <a:lnTo>
                  <a:pt x="1949225" y="802561"/>
                </a:lnTo>
                <a:close/>
              </a:path>
              <a:path w="6655434" h="6988809">
                <a:moveTo>
                  <a:pt x="2023608" y="934331"/>
                </a:moveTo>
                <a:lnTo>
                  <a:pt x="2054455" y="987757"/>
                </a:lnTo>
                <a:lnTo>
                  <a:pt x="2001023" y="1018610"/>
                </a:lnTo>
                <a:lnTo>
                  <a:pt x="1970176" y="965179"/>
                </a:lnTo>
                <a:lnTo>
                  <a:pt x="2023608" y="934331"/>
                </a:lnTo>
                <a:close/>
              </a:path>
              <a:path w="6655434" h="6988809">
                <a:moveTo>
                  <a:pt x="2098090" y="1065693"/>
                </a:moveTo>
                <a:lnTo>
                  <a:pt x="2127764" y="1117093"/>
                </a:lnTo>
                <a:lnTo>
                  <a:pt x="2076370" y="1146768"/>
                </a:lnTo>
                <a:lnTo>
                  <a:pt x="2046696" y="1095367"/>
                </a:lnTo>
                <a:lnTo>
                  <a:pt x="2098090" y="1065693"/>
                </a:lnTo>
                <a:close/>
              </a:path>
              <a:path w="6655434" h="6988809">
                <a:moveTo>
                  <a:pt x="2172584" y="1197066"/>
                </a:moveTo>
                <a:lnTo>
                  <a:pt x="2201080" y="1246423"/>
                </a:lnTo>
                <a:lnTo>
                  <a:pt x="2151717" y="1274919"/>
                </a:lnTo>
                <a:lnTo>
                  <a:pt x="2123221" y="1225562"/>
                </a:lnTo>
                <a:lnTo>
                  <a:pt x="2172584" y="1197066"/>
                </a:lnTo>
                <a:close/>
              </a:path>
              <a:path w="6655434" h="6988809">
                <a:moveTo>
                  <a:pt x="2246960" y="1328825"/>
                </a:moveTo>
                <a:lnTo>
                  <a:pt x="2273987" y="1375647"/>
                </a:lnTo>
                <a:lnTo>
                  <a:pt x="2227171" y="1402673"/>
                </a:lnTo>
                <a:lnTo>
                  <a:pt x="2200144" y="1355857"/>
                </a:lnTo>
                <a:lnTo>
                  <a:pt x="2246960" y="1328825"/>
                </a:lnTo>
                <a:close/>
              </a:path>
              <a:path w="6655434" h="6988809">
                <a:moveTo>
                  <a:pt x="2321342" y="1460595"/>
                </a:moveTo>
                <a:lnTo>
                  <a:pt x="2346900" y="1504870"/>
                </a:lnTo>
                <a:lnTo>
                  <a:pt x="2302625" y="1530428"/>
                </a:lnTo>
                <a:lnTo>
                  <a:pt x="2277067" y="1486159"/>
                </a:lnTo>
                <a:lnTo>
                  <a:pt x="2321342" y="1460595"/>
                </a:lnTo>
                <a:close/>
              </a:path>
              <a:path w="6655434" h="6988809">
                <a:moveTo>
                  <a:pt x="2395824" y="1591962"/>
                </a:moveTo>
                <a:lnTo>
                  <a:pt x="2420209" y="1634200"/>
                </a:lnTo>
                <a:lnTo>
                  <a:pt x="2377978" y="1658579"/>
                </a:lnTo>
                <a:lnTo>
                  <a:pt x="2353593" y="1616342"/>
                </a:lnTo>
                <a:lnTo>
                  <a:pt x="2395824" y="1591962"/>
                </a:lnTo>
                <a:close/>
              </a:path>
              <a:path w="6655434" h="6988809">
                <a:moveTo>
                  <a:pt x="2470199" y="1723727"/>
                </a:moveTo>
                <a:lnTo>
                  <a:pt x="2493117" y="1763423"/>
                </a:lnTo>
                <a:lnTo>
                  <a:pt x="2453432" y="1786333"/>
                </a:lnTo>
                <a:lnTo>
                  <a:pt x="2430516" y="1746643"/>
                </a:lnTo>
                <a:lnTo>
                  <a:pt x="2470199" y="1723727"/>
                </a:lnTo>
                <a:close/>
              </a:path>
              <a:path w="6655434" h="6988809">
                <a:moveTo>
                  <a:pt x="2544801" y="1854692"/>
                </a:moveTo>
                <a:lnTo>
                  <a:pt x="2566835" y="1892860"/>
                </a:lnTo>
                <a:lnTo>
                  <a:pt x="2528667" y="1914894"/>
                </a:lnTo>
                <a:lnTo>
                  <a:pt x="2506633" y="1876732"/>
                </a:lnTo>
                <a:lnTo>
                  <a:pt x="2544801" y="1854692"/>
                </a:lnTo>
                <a:close/>
              </a:path>
              <a:path w="6655434" h="6988809">
                <a:moveTo>
                  <a:pt x="2619284" y="1986059"/>
                </a:moveTo>
                <a:lnTo>
                  <a:pt x="2640145" y="2022190"/>
                </a:lnTo>
                <a:lnTo>
                  <a:pt x="2604020" y="2043045"/>
                </a:lnTo>
                <a:lnTo>
                  <a:pt x="2583159" y="2006920"/>
                </a:lnTo>
                <a:lnTo>
                  <a:pt x="2619284" y="1986059"/>
                </a:lnTo>
                <a:close/>
              </a:path>
              <a:path w="6655434" h="6988809">
                <a:moveTo>
                  <a:pt x="2693666" y="2117829"/>
                </a:moveTo>
                <a:lnTo>
                  <a:pt x="2713058" y="2151413"/>
                </a:lnTo>
                <a:lnTo>
                  <a:pt x="2679474" y="2170800"/>
                </a:lnTo>
                <a:lnTo>
                  <a:pt x="2660082" y="2137216"/>
                </a:lnTo>
                <a:lnTo>
                  <a:pt x="2693666" y="2117829"/>
                </a:lnTo>
                <a:close/>
              </a:path>
              <a:path w="6655434" h="6988809">
                <a:moveTo>
                  <a:pt x="2768261" y="2248788"/>
                </a:moveTo>
                <a:lnTo>
                  <a:pt x="2786770" y="2280849"/>
                </a:lnTo>
                <a:lnTo>
                  <a:pt x="2754715" y="2299353"/>
                </a:lnTo>
                <a:lnTo>
                  <a:pt x="2736205" y="2267298"/>
                </a:lnTo>
                <a:lnTo>
                  <a:pt x="2768261" y="2248788"/>
                </a:lnTo>
                <a:close/>
              </a:path>
              <a:path w="6655434" h="6988809">
                <a:moveTo>
                  <a:pt x="2842637" y="2380558"/>
                </a:moveTo>
                <a:lnTo>
                  <a:pt x="2859677" y="2410073"/>
                </a:lnTo>
                <a:lnTo>
                  <a:pt x="2830168" y="2427113"/>
                </a:lnTo>
                <a:lnTo>
                  <a:pt x="2813128" y="2397593"/>
                </a:lnTo>
                <a:lnTo>
                  <a:pt x="2842637" y="2380558"/>
                </a:lnTo>
                <a:close/>
              </a:path>
              <a:path w="6655434" h="6988809">
                <a:moveTo>
                  <a:pt x="2917238" y="2511517"/>
                </a:moveTo>
                <a:lnTo>
                  <a:pt x="2933396" y="2539509"/>
                </a:lnTo>
                <a:lnTo>
                  <a:pt x="2905404" y="2555667"/>
                </a:lnTo>
                <a:lnTo>
                  <a:pt x="2889246" y="2527675"/>
                </a:lnTo>
                <a:lnTo>
                  <a:pt x="2917238" y="2511517"/>
                </a:lnTo>
                <a:close/>
              </a:path>
              <a:path w="6655434" h="6988809">
                <a:moveTo>
                  <a:pt x="2991720" y="2642890"/>
                </a:moveTo>
                <a:lnTo>
                  <a:pt x="3006706" y="2668839"/>
                </a:lnTo>
                <a:lnTo>
                  <a:pt x="2980757" y="2683818"/>
                </a:lnTo>
                <a:lnTo>
                  <a:pt x="2965772" y="2657869"/>
                </a:lnTo>
                <a:lnTo>
                  <a:pt x="2991720" y="2642890"/>
                </a:lnTo>
                <a:close/>
              </a:path>
              <a:path w="6655434" h="6988809">
                <a:moveTo>
                  <a:pt x="3066209" y="2774252"/>
                </a:moveTo>
                <a:lnTo>
                  <a:pt x="3080015" y="2798163"/>
                </a:lnTo>
                <a:lnTo>
                  <a:pt x="3056098" y="2811976"/>
                </a:lnTo>
                <a:lnTo>
                  <a:pt x="3042291" y="2788059"/>
                </a:lnTo>
                <a:lnTo>
                  <a:pt x="3066209" y="2774252"/>
                </a:lnTo>
                <a:close/>
              </a:path>
              <a:path w="6655434" h="6988809">
                <a:moveTo>
                  <a:pt x="3140697" y="2905619"/>
                </a:moveTo>
                <a:lnTo>
                  <a:pt x="3153331" y="2927499"/>
                </a:lnTo>
                <a:lnTo>
                  <a:pt x="3131451" y="2940133"/>
                </a:lnTo>
                <a:lnTo>
                  <a:pt x="3118817" y="2918247"/>
                </a:lnTo>
                <a:lnTo>
                  <a:pt x="3140697" y="2905619"/>
                </a:lnTo>
                <a:close/>
              </a:path>
              <a:path w="6655434" h="6988809">
                <a:moveTo>
                  <a:pt x="3215292" y="3036584"/>
                </a:moveTo>
                <a:lnTo>
                  <a:pt x="3227043" y="3056936"/>
                </a:lnTo>
                <a:lnTo>
                  <a:pt x="3206686" y="3068693"/>
                </a:lnTo>
                <a:lnTo>
                  <a:pt x="3194935" y="3048335"/>
                </a:lnTo>
                <a:lnTo>
                  <a:pt x="3215292" y="3036584"/>
                </a:lnTo>
                <a:close/>
              </a:path>
              <a:path w="6655434" h="6988809">
                <a:moveTo>
                  <a:pt x="3289887" y="3167543"/>
                </a:moveTo>
                <a:lnTo>
                  <a:pt x="3300756" y="3186372"/>
                </a:lnTo>
                <a:lnTo>
                  <a:pt x="3281927" y="3197247"/>
                </a:lnTo>
                <a:lnTo>
                  <a:pt x="3271058" y="3178418"/>
                </a:lnTo>
                <a:lnTo>
                  <a:pt x="3289887" y="3167543"/>
                </a:lnTo>
                <a:close/>
              </a:path>
              <a:path w="6655434" h="6988809">
                <a:moveTo>
                  <a:pt x="3364483" y="3298513"/>
                </a:moveTo>
                <a:lnTo>
                  <a:pt x="3374469" y="3315815"/>
                </a:lnTo>
                <a:lnTo>
                  <a:pt x="3357168" y="3325801"/>
                </a:lnTo>
                <a:lnTo>
                  <a:pt x="3347181" y="3308500"/>
                </a:lnTo>
                <a:lnTo>
                  <a:pt x="3364483" y="3298513"/>
                </a:lnTo>
                <a:close/>
              </a:path>
              <a:path w="6655434" h="6988809">
                <a:moveTo>
                  <a:pt x="3438970" y="3429875"/>
                </a:moveTo>
                <a:lnTo>
                  <a:pt x="3447784" y="3445139"/>
                </a:lnTo>
                <a:lnTo>
                  <a:pt x="3432514" y="3453958"/>
                </a:lnTo>
                <a:lnTo>
                  <a:pt x="3423701" y="3438688"/>
                </a:lnTo>
                <a:lnTo>
                  <a:pt x="3438970" y="3429875"/>
                </a:lnTo>
                <a:close/>
              </a:path>
              <a:path w="6655434" h="6988809">
                <a:moveTo>
                  <a:pt x="3513560" y="3560834"/>
                </a:moveTo>
                <a:lnTo>
                  <a:pt x="3521497" y="3574575"/>
                </a:lnTo>
                <a:lnTo>
                  <a:pt x="3507755" y="3582513"/>
                </a:lnTo>
                <a:lnTo>
                  <a:pt x="3499818" y="3568771"/>
                </a:lnTo>
                <a:lnTo>
                  <a:pt x="3513560" y="3560834"/>
                </a:lnTo>
                <a:close/>
              </a:path>
              <a:path w="6655434" h="6988809">
                <a:moveTo>
                  <a:pt x="3588155" y="3691805"/>
                </a:moveTo>
                <a:lnTo>
                  <a:pt x="3595209" y="3704018"/>
                </a:lnTo>
                <a:lnTo>
                  <a:pt x="3582996" y="3711067"/>
                </a:lnTo>
                <a:lnTo>
                  <a:pt x="3575942" y="3698853"/>
                </a:lnTo>
                <a:lnTo>
                  <a:pt x="3588155" y="3691805"/>
                </a:lnTo>
                <a:close/>
              </a:path>
              <a:path w="6655434" h="6988809">
                <a:moveTo>
                  <a:pt x="3662637" y="3823172"/>
                </a:moveTo>
                <a:lnTo>
                  <a:pt x="3668513" y="3833348"/>
                </a:lnTo>
                <a:lnTo>
                  <a:pt x="3658337" y="3839223"/>
                </a:lnTo>
                <a:lnTo>
                  <a:pt x="3652462" y="3829048"/>
                </a:lnTo>
                <a:lnTo>
                  <a:pt x="3662637" y="3823172"/>
                </a:lnTo>
                <a:close/>
              </a:path>
              <a:path w="6655434" h="6988809">
                <a:moveTo>
                  <a:pt x="3737345" y="3953734"/>
                </a:moveTo>
                <a:lnTo>
                  <a:pt x="3742634" y="3962891"/>
                </a:lnTo>
                <a:lnTo>
                  <a:pt x="3733477" y="3968181"/>
                </a:lnTo>
                <a:lnTo>
                  <a:pt x="3728188" y="3959017"/>
                </a:lnTo>
                <a:lnTo>
                  <a:pt x="3737345" y="3953734"/>
                </a:lnTo>
                <a:close/>
              </a:path>
              <a:path w="6655434" h="6988809">
                <a:moveTo>
                  <a:pt x="3812047" y="4084296"/>
                </a:moveTo>
                <a:lnTo>
                  <a:pt x="3816743" y="4092435"/>
                </a:lnTo>
                <a:lnTo>
                  <a:pt x="3808605" y="4097138"/>
                </a:lnTo>
                <a:lnTo>
                  <a:pt x="3803908" y="4088993"/>
                </a:lnTo>
                <a:lnTo>
                  <a:pt x="3812047" y="4084296"/>
                </a:lnTo>
                <a:close/>
              </a:path>
              <a:path w="6655434" h="6988809">
                <a:moveTo>
                  <a:pt x="3886748" y="4214858"/>
                </a:moveTo>
                <a:lnTo>
                  <a:pt x="3890865" y="4221984"/>
                </a:lnTo>
                <a:lnTo>
                  <a:pt x="3883739" y="4226094"/>
                </a:lnTo>
                <a:lnTo>
                  <a:pt x="3879623" y="4218969"/>
                </a:lnTo>
                <a:lnTo>
                  <a:pt x="3886748" y="4214858"/>
                </a:lnTo>
                <a:close/>
              </a:path>
              <a:path w="6655434" h="6988809">
                <a:moveTo>
                  <a:pt x="3961343" y="4345823"/>
                </a:moveTo>
                <a:lnTo>
                  <a:pt x="3964577" y="4351420"/>
                </a:lnTo>
                <a:lnTo>
                  <a:pt x="3958980" y="4354654"/>
                </a:lnTo>
                <a:lnTo>
                  <a:pt x="3955746" y="4349057"/>
                </a:lnTo>
                <a:lnTo>
                  <a:pt x="3961343" y="4345823"/>
                </a:lnTo>
                <a:close/>
              </a:path>
              <a:path w="6655434" h="6988809">
                <a:moveTo>
                  <a:pt x="4036044" y="4476385"/>
                </a:moveTo>
                <a:lnTo>
                  <a:pt x="4038687" y="4480964"/>
                </a:lnTo>
                <a:lnTo>
                  <a:pt x="4034108" y="4483605"/>
                </a:lnTo>
                <a:lnTo>
                  <a:pt x="4031466" y="4479032"/>
                </a:lnTo>
                <a:lnTo>
                  <a:pt x="4036044" y="4476385"/>
                </a:lnTo>
                <a:close/>
              </a:path>
              <a:path w="6655434" h="6988809">
                <a:moveTo>
                  <a:pt x="4110752" y="4606947"/>
                </a:moveTo>
                <a:lnTo>
                  <a:pt x="4112808" y="4610507"/>
                </a:lnTo>
                <a:lnTo>
                  <a:pt x="4109242" y="4612568"/>
                </a:lnTo>
                <a:lnTo>
                  <a:pt x="4107187" y="4609008"/>
                </a:lnTo>
                <a:lnTo>
                  <a:pt x="4110752" y="4606947"/>
                </a:lnTo>
                <a:close/>
              </a:path>
              <a:path w="6655434" h="6988809">
                <a:moveTo>
                  <a:pt x="4185448" y="4737515"/>
                </a:moveTo>
                <a:lnTo>
                  <a:pt x="4186917" y="4740056"/>
                </a:lnTo>
                <a:lnTo>
                  <a:pt x="4184376" y="4741525"/>
                </a:lnTo>
                <a:lnTo>
                  <a:pt x="4182907" y="4738984"/>
                </a:lnTo>
                <a:lnTo>
                  <a:pt x="4185448" y="4737515"/>
                </a:lnTo>
                <a:close/>
              </a:path>
              <a:path w="6655434" h="6988809">
                <a:moveTo>
                  <a:pt x="4260150" y="4868071"/>
                </a:moveTo>
                <a:lnTo>
                  <a:pt x="4261032" y="4869599"/>
                </a:lnTo>
                <a:lnTo>
                  <a:pt x="4259510" y="4870482"/>
                </a:lnTo>
                <a:lnTo>
                  <a:pt x="4258628" y="4868954"/>
                </a:lnTo>
                <a:lnTo>
                  <a:pt x="4260150" y="4868071"/>
                </a:lnTo>
                <a:close/>
              </a:path>
              <a:path w="6655434" h="6988809">
                <a:moveTo>
                  <a:pt x="1227030" y="0"/>
                </a:moveTo>
                <a:lnTo>
                  <a:pt x="1324049" y="0"/>
                </a:lnTo>
                <a:lnTo>
                  <a:pt x="1340608" y="28684"/>
                </a:lnTo>
                <a:lnTo>
                  <a:pt x="1267844" y="70696"/>
                </a:lnTo>
                <a:lnTo>
                  <a:pt x="1227030" y="0"/>
                </a:lnTo>
                <a:close/>
              </a:path>
              <a:path w="6655434" h="6988809">
                <a:moveTo>
                  <a:pt x="1373079" y="87280"/>
                </a:moveTo>
                <a:lnTo>
                  <a:pt x="1413918" y="158013"/>
                </a:lnTo>
                <a:lnTo>
                  <a:pt x="1343191" y="198853"/>
                </a:lnTo>
                <a:lnTo>
                  <a:pt x="1302351" y="128114"/>
                </a:lnTo>
                <a:lnTo>
                  <a:pt x="1373079" y="87280"/>
                </a:lnTo>
                <a:close/>
              </a:path>
              <a:path w="6655434" h="6988809">
                <a:moveTo>
                  <a:pt x="1447573" y="218648"/>
                </a:moveTo>
                <a:lnTo>
                  <a:pt x="1487234" y="287344"/>
                </a:lnTo>
                <a:lnTo>
                  <a:pt x="1418538" y="327004"/>
                </a:lnTo>
                <a:lnTo>
                  <a:pt x="1378877" y="258308"/>
                </a:lnTo>
                <a:lnTo>
                  <a:pt x="1447573" y="218648"/>
                </a:lnTo>
                <a:close/>
              </a:path>
              <a:path w="6655434" h="6988809">
                <a:moveTo>
                  <a:pt x="1522061" y="350009"/>
                </a:moveTo>
                <a:lnTo>
                  <a:pt x="1560543" y="416668"/>
                </a:lnTo>
                <a:lnTo>
                  <a:pt x="1493879" y="455156"/>
                </a:lnTo>
                <a:lnTo>
                  <a:pt x="1455397" y="388498"/>
                </a:lnTo>
                <a:lnTo>
                  <a:pt x="1522061" y="350009"/>
                </a:lnTo>
                <a:close/>
              </a:path>
              <a:path w="6655434" h="6988809">
                <a:moveTo>
                  <a:pt x="1596544" y="481377"/>
                </a:moveTo>
                <a:lnTo>
                  <a:pt x="1633853" y="546004"/>
                </a:lnTo>
                <a:lnTo>
                  <a:pt x="1569226" y="583319"/>
                </a:lnTo>
                <a:lnTo>
                  <a:pt x="1531917" y="518692"/>
                </a:lnTo>
                <a:lnTo>
                  <a:pt x="1596544" y="481377"/>
                </a:lnTo>
                <a:close/>
              </a:path>
              <a:path w="6655434" h="6988809">
                <a:moveTo>
                  <a:pt x="1670925" y="613147"/>
                </a:moveTo>
                <a:lnTo>
                  <a:pt x="1706766" y="675226"/>
                </a:lnTo>
                <a:lnTo>
                  <a:pt x="1644680" y="711067"/>
                </a:lnTo>
                <a:lnTo>
                  <a:pt x="1608840" y="648987"/>
                </a:lnTo>
                <a:lnTo>
                  <a:pt x="1670925" y="613147"/>
                </a:lnTo>
                <a:close/>
              </a:path>
              <a:path w="6655434" h="6988809">
                <a:moveTo>
                  <a:pt x="1745301" y="744911"/>
                </a:moveTo>
                <a:lnTo>
                  <a:pt x="1779673" y="804450"/>
                </a:lnTo>
                <a:lnTo>
                  <a:pt x="1720135" y="838821"/>
                </a:lnTo>
                <a:lnTo>
                  <a:pt x="1685763" y="779283"/>
                </a:lnTo>
                <a:lnTo>
                  <a:pt x="1745301" y="744911"/>
                </a:lnTo>
                <a:close/>
              </a:path>
              <a:path w="6655434" h="6988809">
                <a:moveTo>
                  <a:pt x="1819684" y="876676"/>
                </a:moveTo>
                <a:lnTo>
                  <a:pt x="1852586" y="933674"/>
                </a:lnTo>
                <a:lnTo>
                  <a:pt x="1795594" y="966576"/>
                </a:lnTo>
                <a:lnTo>
                  <a:pt x="1762686" y="909585"/>
                </a:lnTo>
                <a:lnTo>
                  <a:pt x="1819684" y="876676"/>
                </a:lnTo>
                <a:close/>
              </a:path>
              <a:path w="6655434" h="6988809">
                <a:moveTo>
                  <a:pt x="1894171" y="1008043"/>
                </a:moveTo>
                <a:lnTo>
                  <a:pt x="1925901" y="1062998"/>
                </a:lnTo>
                <a:lnTo>
                  <a:pt x="1870941" y="1094728"/>
                </a:lnTo>
                <a:lnTo>
                  <a:pt x="1839211" y="1039773"/>
                </a:lnTo>
                <a:lnTo>
                  <a:pt x="1894171" y="1008043"/>
                </a:lnTo>
                <a:close/>
              </a:path>
              <a:path w="6655434" h="6988809">
                <a:moveTo>
                  <a:pt x="1968654" y="1139411"/>
                </a:moveTo>
                <a:lnTo>
                  <a:pt x="1999211" y="1192333"/>
                </a:lnTo>
                <a:lnTo>
                  <a:pt x="1946289" y="1222890"/>
                </a:lnTo>
                <a:lnTo>
                  <a:pt x="1915737" y="1169968"/>
                </a:lnTo>
                <a:lnTo>
                  <a:pt x="1968654" y="1139411"/>
                </a:lnTo>
                <a:close/>
              </a:path>
              <a:path w="6655434" h="6988809">
                <a:moveTo>
                  <a:pt x="2043035" y="1271175"/>
                </a:moveTo>
                <a:lnTo>
                  <a:pt x="2072118" y="1321551"/>
                </a:lnTo>
                <a:lnTo>
                  <a:pt x="2021742" y="1350639"/>
                </a:lnTo>
                <a:lnTo>
                  <a:pt x="1992654" y="1300263"/>
                </a:lnTo>
                <a:lnTo>
                  <a:pt x="2043035" y="1271175"/>
                </a:lnTo>
                <a:close/>
              </a:path>
              <a:path w="6655434" h="6988809">
                <a:moveTo>
                  <a:pt x="2117524" y="1402537"/>
                </a:moveTo>
                <a:lnTo>
                  <a:pt x="2145433" y="1450887"/>
                </a:lnTo>
                <a:lnTo>
                  <a:pt x="2097095" y="1478796"/>
                </a:lnTo>
                <a:lnTo>
                  <a:pt x="2069180" y="1430446"/>
                </a:lnTo>
                <a:lnTo>
                  <a:pt x="2117524" y="1402537"/>
                </a:lnTo>
                <a:close/>
              </a:path>
              <a:path w="6655434" h="6988809">
                <a:moveTo>
                  <a:pt x="2191793" y="1534710"/>
                </a:moveTo>
                <a:lnTo>
                  <a:pt x="2217937" y="1579998"/>
                </a:lnTo>
                <a:lnTo>
                  <a:pt x="2172649" y="1606148"/>
                </a:lnTo>
                <a:lnTo>
                  <a:pt x="2146505" y="1560861"/>
                </a:lnTo>
                <a:lnTo>
                  <a:pt x="2191793" y="1534710"/>
                </a:lnTo>
                <a:close/>
              </a:path>
              <a:path w="6655434" h="6988809">
                <a:moveTo>
                  <a:pt x="2266281" y="1666078"/>
                </a:moveTo>
                <a:lnTo>
                  <a:pt x="2291253" y="1709327"/>
                </a:lnTo>
                <a:lnTo>
                  <a:pt x="2248003" y="1734299"/>
                </a:lnTo>
                <a:lnTo>
                  <a:pt x="2223031" y="1691049"/>
                </a:lnTo>
                <a:lnTo>
                  <a:pt x="2266281" y="1666078"/>
                </a:lnTo>
                <a:close/>
              </a:path>
              <a:path w="6655434" h="6988809">
                <a:moveTo>
                  <a:pt x="2340663" y="1797842"/>
                </a:moveTo>
                <a:lnTo>
                  <a:pt x="2364165" y="1838551"/>
                </a:lnTo>
                <a:lnTo>
                  <a:pt x="2323456" y="1862054"/>
                </a:lnTo>
                <a:lnTo>
                  <a:pt x="2299954" y="1821344"/>
                </a:lnTo>
                <a:lnTo>
                  <a:pt x="2340663" y="1797842"/>
                </a:lnTo>
                <a:close/>
              </a:path>
              <a:path w="6655434" h="6988809">
                <a:moveTo>
                  <a:pt x="2415145" y="1929209"/>
                </a:moveTo>
                <a:lnTo>
                  <a:pt x="2437470" y="1967881"/>
                </a:lnTo>
                <a:lnTo>
                  <a:pt x="2398798" y="1990205"/>
                </a:lnTo>
                <a:lnTo>
                  <a:pt x="2376474" y="1951540"/>
                </a:lnTo>
                <a:lnTo>
                  <a:pt x="2415145" y="1929209"/>
                </a:lnTo>
                <a:close/>
              </a:path>
              <a:path w="6655434" h="6988809">
                <a:moveTo>
                  <a:pt x="2489746" y="2060174"/>
                </a:moveTo>
                <a:lnTo>
                  <a:pt x="2511188" y="2097318"/>
                </a:lnTo>
                <a:lnTo>
                  <a:pt x="2474039" y="2118765"/>
                </a:lnTo>
                <a:lnTo>
                  <a:pt x="2452597" y="2081622"/>
                </a:lnTo>
                <a:lnTo>
                  <a:pt x="2489746" y="2060174"/>
                </a:lnTo>
                <a:close/>
              </a:path>
              <a:path w="6655434" h="6988809">
                <a:moveTo>
                  <a:pt x="2564122" y="2191939"/>
                </a:moveTo>
                <a:lnTo>
                  <a:pt x="2584101" y="2226541"/>
                </a:lnTo>
                <a:lnTo>
                  <a:pt x="2549499" y="2246520"/>
                </a:lnTo>
                <a:lnTo>
                  <a:pt x="2529520" y="2211918"/>
                </a:lnTo>
                <a:lnTo>
                  <a:pt x="2564122" y="2191939"/>
                </a:lnTo>
                <a:close/>
              </a:path>
              <a:path w="6655434" h="6988809">
                <a:moveTo>
                  <a:pt x="2638605" y="2323300"/>
                </a:moveTo>
                <a:lnTo>
                  <a:pt x="2657411" y="2355872"/>
                </a:lnTo>
                <a:lnTo>
                  <a:pt x="2624840" y="2374671"/>
                </a:lnTo>
                <a:lnTo>
                  <a:pt x="2606040" y="2342106"/>
                </a:lnTo>
                <a:lnTo>
                  <a:pt x="2638605" y="2323300"/>
                </a:lnTo>
                <a:close/>
              </a:path>
              <a:path w="6655434" h="6988809">
                <a:moveTo>
                  <a:pt x="2713099" y="2454674"/>
                </a:moveTo>
                <a:lnTo>
                  <a:pt x="2730726" y="2485201"/>
                </a:lnTo>
                <a:lnTo>
                  <a:pt x="2700193" y="2502828"/>
                </a:lnTo>
                <a:lnTo>
                  <a:pt x="2682566" y="2472301"/>
                </a:lnTo>
                <a:lnTo>
                  <a:pt x="2713099" y="2454674"/>
                </a:lnTo>
                <a:close/>
              </a:path>
              <a:path w="6655434" h="6988809">
                <a:moveTo>
                  <a:pt x="2787581" y="2586036"/>
                </a:moveTo>
                <a:lnTo>
                  <a:pt x="2804029" y="2614532"/>
                </a:lnTo>
                <a:lnTo>
                  <a:pt x="2775540" y="2630986"/>
                </a:lnTo>
                <a:lnTo>
                  <a:pt x="2759085" y="2602490"/>
                </a:lnTo>
                <a:lnTo>
                  <a:pt x="2787581" y="2586036"/>
                </a:lnTo>
                <a:close/>
              </a:path>
              <a:path w="6655434" h="6988809">
                <a:moveTo>
                  <a:pt x="2862177" y="2716994"/>
                </a:moveTo>
                <a:lnTo>
                  <a:pt x="2877748" y="2743968"/>
                </a:lnTo>
                <a:lnTo>
                  <a:pt x="2850781" y="2759540"/>
                </a:lnTo>
                <a:lnTo>
                  <a:pt x="2835209" y="2732566"/>
                </a:lnTo>
                <a:lnTo>
                  <a:pt x="2862177" y="2716994"/>
                </a:lnTo>
                <a:close/>
              </a:path>
              <a:path w="6655434" h="6988809">
                <a:moveTo>
                  <a:pt x="2936665" y="2848367"/>
                </a:moveTo>
                <a:lnTo>
                  <a:pt x="2951058" y="2873303"/>
                </a:lnTo>
                <a:lnTo>
                  <a:pt x="2926128" y="2887696"/>
                </a:lnTo>
                <a:lnTo>
                  <a:pt x="2911729" y="2862766"/>
                </a:lnTo>
                <a:lnTo>
                  <a:pt x="2936665" y="2848367"/>
                </a:lnTo>
                <a:close/>
              </a:path>
              <a:path w="6655434" h="6988809">
                <a:moveTo>
                  <a:pt x="3011041" y="2980132"/>
                </a:moveTo>
                <a:lnTo>
                  <a:pt x="3023965" y="3002521"/>
                </a:lnTo>
                <a:lnTo>
                  <a:pt x="3001576" y="3015451"/>
                </a:lnTo>
                <a:lnTo>
                  <a:pt x="2988652" y="2993056"/>
                </a:lnTo>
                <a:lnTo>
                  <a:pt x="3011041" y="2980132"/>
                </a:lnTo>
                <a:close/>
              </a:path>
              <a:path w="6655434" h="6988809">
                <a:moveTo>
                  <a:pt x="3085636" y="3111097"/>
                </a:moveTo>
                <a:lnTo>
                  <a:pt x="3097678" y="3131958"/>
                </a:lnTo>
                <a:lnTo>
                  <a:pt x="3076817" y="3144005"/>
                </a:lnTo>
                <a:lnTo>
                  <a:pt x="3064775" y="3123144"/>
                </a:lnTo>
                <a:lnTo>
                  <a:pt x="3085636" y="3111097"/>
                </a:lnTo>
                <a:close/>
              </a:path>
              <a:path w="6655434" h="6988809">
                <a:moveTo>
                  <a:pt x="3160231" y="3242055"/>
                </a:moveTo>
                <a:lnTo>
                  <a:pt x="3171396" y="3261394"/>
                </a:lnTo>
                <a:lnTo>
                  <a:pt x="3152057" y="3272559"/>
                </a:lnTo>
                <a:lnTo>
                  <a:pt x="3140892" y="3253220"/>
                </a:lnTo>
                <a:lnTo>
                  <a:pt x="3160231" y="3242055"/>
                </a:lnTo>
                <a:close/>
              </a:path>
              <a:path w="6655434" h="6988809">
                <a:moveTo>
                  <a:pt x="3234827" y="3373026"/>
                </a:moveTo>
                <a:lnTo>
                  <a:pt x="3245109" y="3390837"/>
                </a:lnTo>
                <a:lnTo>
                  <a:pt x="3227298" y="3401119"/>
                </a:lnTo>
                <a:lnTo>
                  <a:pt x="3217016" y="3383309"/>
                </a:lnTo>
                <a:lnTo>
                  <a:pt x="3234827" y="3373026"/>
                </a:lnTo>
                <a:close/>
              </a:path>
              <a:path w="6655434" h="6988809">
                <a:moveTo>
                  <a:pt x="3309309" y="3504394"/>
                </a:moveTo>
                <a:lnTo>
                  <a:pt x="3318419" y="3520167"/>
                </a:lnTo>
                <a:lnTo>
                  <a:pt x="3302646" y="3529276"/>
                </a:lnTo>
                <a:lnTo>
                  <a:pt x="3293536" y="3513497"/>
                </a:lnTo>
                <a:lnTo>
                  <a:pt x="3309309" y="3504394"/>
                </a:lnTo>
                <a:close/>
              </a:path>
              <a:path w="6655434" h="6988809">
                <a:moveTo>
                  <a:pt x="3383910" y="3635352"/>
                </a:moveTo>
                <a:lnTo>
                  <a:pt x="3392137" y="3649597"/>
                </a:lnTo>
                <a:lnTo>
                  <a:pt x="3377886" y="3657824"/>
                </a:lnTo>
                <a:lnTo>
                  <a:pt x="3369660" y="3643579"/>
                </a:lnTo>
                <a:lnTo>
                  <a:pt x="3383910" y="3635352"/>
                </a:lnTo>
                <a:close/>
              </a:path>
              <a:path w="6655434" h="6988809">
                <a:moveTo>
                  <a:pt x="3458505" y="3766317"/>
                </a:moveTo>
                <a:lnTo>
                  <a:pt x="3465850" y="3779040"/>
                </a:lnTo>
                <a:lnTo>
                  <a:pt x="3453127" y="3786385"/>
                </a:lnTo>
                <a:lnTo>
                  <a:pt x="3445782" y="3773662"/>
                </a:lnTo>
                <a:lnTo>
                  <a:pt x="3458505" y="3766317"/>
                </a:lnTo>
                <a:close/>
              </a:path>
              <a:path w="6655434" h="6988809">
                <a:moveTo>
                  <a:pt x="3533101" y="3897283"/>
                </a:moveTo>
                <a:lnTo>
                  <a:pt x="3539563" y="3908477"/>
                </a:lnTo>
                <a:lnTo>
                  <a:pt x="3528362" y="3914939"/>
                </a:lnTo>
                <a:lnTo>
                  <a:pt x="3521900" y="3903751"/>
                </a:lnTo>
                <a:lnTo>
                  <a:pt x="3533101" y="3897283"/>
                </a:lnTo>
                <a:close/>
              </a:path>
              <a:path w="6655434" h="6988809">
                <a:moveTo>
                  <a:pt x="3607589" y="4028650"/>
                </a:moveTo>
                <a:lnTo>
                  <a:pt x="3612878" y="4037807"/>
                </a:lnTo>
                <a:lnTo>
                  <a:pt x="3603715" y="4043096"/>
                </a:lnTo>
                <a:lnTo>
                  <a:pt x="3598426" y="4033939"/>
                </a:lnTo>
                <a:lnTo>
                  <a:pt x="3607589" y="4028650"/>
                </a:lnTo>
                <a:close/>
              </a:path>
              <a:path w="6655434" h="6988809">
                <a:moveTo>
                  <a:pt x="3682285" y="4159212"/>
                </a:moveTo>
                <a:lnTo>
                  <a:pt x="3686988" y="4167356"/>
                </a:lnTo>
                <a:lnTo>
                  <a:pt x="3678844" y="4172053"/>
                </a:lnTo>
                <a:lnTo>
                  <a:pt x="3674147" y="4163914"/>
                </a:lnTo>
                <a:lnTo>
                  <a:pt x="3682285" y="4159212"/>
                </a:lnTo>
                <a:close/>
              </a:path>
              <a:path w="6655434" h="6988809">
                <a:moveTo>
                  <a:pt x="3756986" y="4289774"/>
                </a:moveTo>
                <a:lnTo>
                  <a:pt x="3761103" y="4296899"/>
                </a:lnTo>
                <a:lnTo>
                  <a:pt x="3753978" y="4301016"/>
                </a:lnTo>
                <a:lnTo>
                  <a:pt x="3749861" y="4293890"/>
                </a:lnTo>
                <a:lnTo>
                  <a:pt x="3756986" y="4289774"/>
                </a:lnTo>
                <a:close/>
              </a:path>
              <a:path w="6655434" h="6988809">
                <a:moveTo>
                  <a:pt x="3831694" y="4420336"/>
                </a:moveTo>
                <a:lnTo>
                  <a:pt x="3835218" y="4426442"/>
                </a:lnTo>
                <a:lnTo>
                  <a:pt x="3829105" y="4429967"/>
                </a:lnTo>
                <a:lnTo>
                  <a:pt x="3825581" y="4423866"/>
                </a:lnTo>
                <a:lnTo>
                  <a:pt x="3831694" y="4420336"/>
                </a:lnTo>
                <a:close/>
              </a:path>
              <a:path w="6655434" h="6988809">
                <a:moveTo>
                  <a:pt x="3906289" y="4551307"/>
                </a:moveTo>
                <a:lnTo>
                  <a:pt x="3908931" y="4555879"/>
                </a:lnTo>
                <a:lnTo>
                  <a:pt x="3904346" y="4558527"/>
                </a:lnTo>
                <a:lnTo>
                  <a:pt x="3901704" y="4553948"/>
                </a:lnTo>
                <a:lnTo>
                  <a:pt x="3906289" y="4551307"/>
                </a:lnTo>
                <a:close/>
              </a:path>
              <a:path w="6655434" h="6988809">
                <a:moveTo>
                  <a:pt x="3980991" y="4681869"/>
                </a:moveTo>
                <a:lnTo>
                  <a:pt x="3983046" y="4685428"/>
                </a:lnTo>
                <a:lnTo>
                  <a:pt x="3979480" y="4687484"/>
                </a:lnTo>
                <a:lnTo>
                  <a:pt x="3977425" y="4683924"/>
                </a:lnTo>
                <a:lnTo>
                  <a:pt x="3980991" y="4681869"/>
                </a:lnTo>
                <a:close/>
              </a:path>
              <a:path w="6655434" h="6988809">
                <a:moveTo>
                  <a:pt x="4055692" y="4812431"/>
                </a:moveTo>
                <a:lnTo>
                  <a:pt x="4057161" y="4814972"/>
                </a:lnTo>
                <a:lnTo>
                  <a:pt x="4054620" y="4816441"/>
                </a:lnTo>
                <a:lnTo>
                  <a:pt x="4053151" y="4813900"/>
                </a:lnTo>
                <a:lnTo>
                  <a:pt x="4055692" y="4812431"/>
                </a:lnTo>
                <a:close/>
              </a:path>
              <a:path w="6655434" h="6988809">
                <a:moveTo>
                  <a:pt x="4130394" y="4942987"/>
                </a:moveTo>
                <a:lnTo>
                  <a:pt x="4131277" y="4944515"/>
                </a:lnTo>
                <a:lnTo>
                  <a:pt x="4129748" y="4945397"/>
                </a:lnTo>
                <a:lnTo>
                  <a:pt x="4128866" y="4943869"/>
                </a:lnTo>
                <a:lnTo>
                  <a:pt x="4130394" y="4942987"/>
                </a:lnTo>
                <a:close/>
              </a:path>
              <a:path w="6655434" h="6988809">
                <a:moveTo>
                  <a:pt x="1053337" y="0"/>
                </a:moveTo>
                <a:lnTo>
                  <a:pt x="1091801" y="0"/>
                </a:lnTo>
                <a:lnTo>
                  <a:pt x="1062955" y="16655"/>
                </a:lnTo>
                <a:lnTo>
                  <a:pt x="1053337" y="0"/>
                </a:lnTo>
                <a:close/>
              </a:path>
              <a:path w="6655434" h="6988809">
                <a:moveTo>
                  <a:pt x="1169374" y="28827"/>
                </a:moveTo>
                <a:lnTo>
                  <a:pt x="1212855" y="104139"/>
                </a:lnTo>
                <a:lnTo>
                  <a:pt x="1137544" y="147620"/>
                </a:lnTo>
                <a:lnTo>
                  <a:pt x="1094062" y="72308"/>
                </a:lnTo>
                <a:lnTo>
                  <a:pt x="1169374" y="28827"/>
                </a:lnTo>
                <a:close/>
              </a:path>
              <a:path w="6655434" h="6988809">
                <a:moveTo>
                  <a:pt x="1243756" y="160591"/>
                </a:moveTo>
                <a:lnTo>
                  <a:pt x="1285768" y="233362"/>
                </a:lnTo>
                <a:lnTo>
                  <a:pt x="1212997" y="275374"/>
                </a:lnTo>
                <a:lnTo>
                  <a:pt x="1170985" y="202603"/>
                </a:lnTo>
                <a:lnTo>
                  <a:pt x="1243756" y="160591"/>
                </a:lnTo>
                <a:close/>
              </a:path>
              <a:path w="6655434" h="6988809">
                <a:moveTo>
                  <a:pt x="1318132" y="292361"/>
                </a:moveTo>
                <a:lnTo>
                  <a:pt x="1358675" y="362585"/>
                </a:lnTo>
                <a:lnTo>
                  <a:pt x="1288458" y="403128"/>
                </a:lnTo>
                <a:lnTo>
                  <a:pt x="1247914" y="332905"/>
                </a:lnTo>
                <a:lnTo>
                  <a:pt x="1318132" y="292361"/>
                </a:lnTo>
                <a:close/>
              </a:path>
              <a:path w="6655434" h="6988809">
                <a:moveTo>
                  <a:pt x="1392620" y="423723"/>
                </a:moveTo>
                <a:lnTo>
                  <a:pt x="1431991" y="491915"/>
                </a:lnTo>
                <a:lnTo>
                  <a:pt x="1363799" y="531286"/>
                </a:lnTo>
                <a:lnTo>
                  <a:pt x="1324434" y="463094"/>
                </a:lnTo>
                <a:lnTo>
                  <a:pt x="1392620" y="423723"/>
                </a:lnTo>
                <a:close/>
              </a:path>
              <a:path w="6655434" h="6988809">
                <a:moveTo>
                  <a:pt x="1467108" y="555091"/>
                </a:moveTo>
                <a:lnTo>
                  <a:pt x="1505301" y="621246"/>
                </a:lnTo>
                <a:lnTo>
                  <a:pt x="1439146" y="659438"/>
                </a:lnTo>
                <a:lnTo>
                  <a:pt x="1400954" y="593283"/>
                </a:lnTo>
                <a:lnTo>
                  <a:pt x="1467108" y="555091"/>
                </a:lnTo>
                <a:close/>
              </a:path>
              <a:path w="6655434" h="6988809">
                <a:moveTo>
                  <a:pt x="1541485" y="686861"/>
                </a:moveTo>
                <a:lnTo>
                  <a:pt x="1578207" y="750468"/>
                </a:lnTo>
                <a:lnTo>
                  <a:pt x="1514606" y="787191"/>
                </a:lnTo>
                <a:lnTo>
                  <a:pt x="1477883" y="723584"/>
                </a:lnTo>
                <a:lnTo>
                  <a:pt x="1541485" y="686861"/>
                </a:lnTo>
                <a:close/>
              </a:path>
              <a:path w="6655434" h="6988809">
                <a:moveTo>
                  <a:pt x="1615866" y="818625"/>
                </a:moveTo>
                <a:lnTo>
                  <a:pt x="1651120" y="879692"/>
                </a:lnTo>
                <a:lnTo>
                  <a:pt x="1590059" y="914945"/>
                </a:lnTo>
                <a:lnTo>
                  <a:pt x="1554806" y="853879"/>
                </a:lnTo>
                <a:lnTo>
                  <a:pt x="1615866" y="818625"/>
                </a:lnTo>
                <a:close/>
              </a:path>
              <a:path w="6655434" h="6988809">
                <a:moveTo>
                  <a:pt x="1690242" y="950389"/>
                </a:moveTo>
                <a:lnTo>
                  <a:pt x="1724033" y="1008915"/>
                </a:lnTo>
                <a:lnTo>
                  <a:pt x="1665514" y="1042700"/>
                </a:lnTo>
                <a:lnTo>
                  <a:pt x="1631728" y="984175"/>
                </a:lnTo>
                <a:lnTo>
                  <a:pt x="1690242" y="950389"/>
                </a:lnTo>
                <a:close/>
              </a:path>
              <a:path w="6655434" h="6988809">
                <a:moveTo>
                  <a:pt x="1764624" y="1082160"/>
                </a:moveTo>
                <a:lnTo>
                  <a:pt x="1796940" y="1138132"/>
                </a:lnTo>
                <a:lnTo>
                  <a:pt x="1740967" y="1170448"/>
                </a:lnTo>
                <a:lnTo>
                  <a:pt x="1708651" y="1114475"/>
                </a:lnTo>
                <a:lnTo>
                  <a:pt x="1764624" y="1082160"/>
                </a:lnTo>
                <a:close/>
              </a:path>
              <a:path w="6655434" h="6988809">
                <a:moveTo>
                  <a:pt x="1839112" y="1213521"/>
                </a:moveTo>
                <a:lnTo>
                  <a:pt x="1870256" y="1267463"/>
                </a:lnTo>
                <a:lnTo>
                  <a:pt x="1816314" y="1298606"/>
                </a:lnTo>
                <a:lnTo>
                  <a:pt x="1785171" y="1244665"/>
                </a:lnTo>
                <a:lnTo>
                  <a:pt x="1839112" y="1213521"/>
                </a:lnTo>
                <a:close/>
              </a:path>
              <a:path w="6655434" h="6988809">
                <a:moveTo>
                  <a:pt x="1913494" y="1345291"/>
                </a:moveTo>
                <a:lnTo>
                  <a:pt x="1943168" y="1396686"/>
                </a:lnTo>
                <a:lnTo>
                  <a:pt x="1891768" y="1426360"/>
                </a:lnTo>
                <a:lnTo>
                  <a:pt x="1862094" y="1374966"/>
                </a:lnTo>
                <a:lnTo>
                  <a:pt x="1913494" y="1345291"/>
                </a:lnTo>
                <a:close/>
              </a:path>
              <a:path w="6655434" h="6988809">
                <a:moveTo>
                  <a:pt x="1987977" y="1476659"/>
                </a:moveTo>
                <a:lnTo>
                  <a:pt x="2016473" y="1526016"/>
                </a:lnTo>
                <a:lnTo>
                  <a:pt x="1967122" y="1554512"/>
                </a:lnTo>
                <a:lnTo>
                  <a:pt x="1938620" y="1505155"/>
                </a:lnTo>
                <a:lnTo>
                  <a:pt x="1987977" y="1476659"/>
                </a:lnTo>
                <a:close/>
              </a:path>
              <a:path w="6655434" h="6988809">
                <a:moveTo>
                  <a:pt x="2062358" y="1608423"/>
                </a:moveTo>
                <a:lnTo>
                  <a:pt x="2089385" y="1655239"/>
                </a:lnTo>
                <a:lnTo>
                  <a:pt x="2042575" y="1682266"/>
                </a:lnTo>
                <a:lnTo>
                  <a:pt x="2015543" y="1635450"/>
                </a:lnTo>
                <a:lnTo>
                  <a:pt x="2062358" y="1608423"/>
                </a:lnTo>
                <a:close/>
              </a:path>
              <a:path w="6655434" h="6988809">
                <a:moveTo>
                  <a:pt x="2136734" y="1740193"/>
                </a:moveTo>
                <a:lnTo>
                  <a:pt x="2162293" y="1784462"/>
                </a:lnTo>
                <a:lnTo>
                  <a:pt x="2118029" y="1810021"/>
                </a:lnTo>
                <a:lnTo>
                  <a:pt x="2092471" y="1765752"/>
                </a:lnTo>
                <a:lnTo>
                  <a:pt x="2136734" y="1740193"/>
                </a:lnTo>
                <a:close/>
              </a:path>
              <a:path w="6655434" h="6988809">
                <a:moveTo>
                  <a:pt x="2211116" y="1871958"/>
                </a:moveTo>
                <a:lnTo>
                  <a:pt x="2235205" y="1913686"/>
                </a:lnTo>
                <a:lnTo>
                  <a:pt x="2193483" y="1937775"/>
                </a:lnTo>
                <a:lnTo>
                  <a:pt x="2169394" y="1896047"/>
                </a:lnTo>
                <a:lnTo>
                  <a:pt x="2211116" y="1871958"/>
                </a:lnTo>
                <a:close/>
              </a:path>
              <a:path w="6655434" h="6988809">
                <a:moveTo>
                  <a:pt x="2285605" y="2003325"/>
                </a:moveTo>
                <a:lnTo>
                  <a:pt x="2308521" y="2043015"/>
                </a:lnTo>
                <a:lnTo>
                  <a:pt x="2268831" y="2065932"/>
                </a:lnTo>
                <a:lnTo>
                  <a:pt x="2245914" y="2026242"/>
                </a:lnTo>
                <a:lnTo>
                  <a:pt x="2285605" y="2003325"/>
                </a:lnTo>
                <a:close/>
              </a:path>
              <a:path w="6655434" h="6988809">
                <a:moveTo>
                  <a:pt x="2360087" y="2134693"/>
                </a:moveTo>
                <a:lnTo>
                  <a:pt x="2381831" y="2172346"/>
                </a:lnTo>
                <a:lnTo>
                  <a:pt x="2344172" y="2194089"/>
                </a:lnTo>
                <a:lnTo>
                  <a:pt x="2322434" y="2156430"/>
                </a:lnTo>
                <a:lnTo>
                  <a:pt x="2360087" y="2134693"/>
                </a:lnTo>
                <a:close/>
              </a:path>
              <a:path w="6655434" h="6988809">
                <a:moveTo>
                  <a:pt x="2434575" y="2266054"/>
                </a:moveTo>
                <a:lnTo>
                  <a:pt x="2455140" y="2301676"/>
                </a:lnTo>
                <a:lnTo>
                  <a:pt x="2419525" y="2322240"/>
                </a:lnTo>
                <a:lnTo>
                  <a:pt x="2398960" y="2286619"/>
                </a:lnTo>
                <a:lnTo>
                  <a:pt x="2434575" y="2266054"/>
                </a:lnTo>
                <a:close/>
              </a:path>
              <a:path w="6655434" h="6988809">
                <a:moveTo>
                  <a:pt x="2509063" y="2397416"/>
                </a:moveTo>
                <a:lnTo>
                  <a:pt x="2528456" y="2431006"/>
                </a:lnTo>
                <a:lnTo>
                  <a:pt x="2494872" y="2450398"/>
                </a:lnTo>
                <a:lnTo>
                  <a:pt x="2475480" y="2416808"/>
                </a:lnTo>
                <a:lnTo>
                  <a:pt x="2509063" y="2397416"/>
                </a:lnTo>
                <a:close/>
              </a:path>
              <a:path w="6655434" h="6988809">
                <a:moveTo>
                  <a:pt x="2583552" y="2528784"/>
                </a:moveTo>
                <a:lnTo>
                  <a:pt x="2601765" y="2560336"/>
                </a:lnTo>
                <a:lnTo>
                  <a:pt x="2570219" y="2578549"/>
                </a:lnTo>
                <a:lnTo>
                  <a:pt x="2552000" y="2546997"/>
                </a:lnTo>
                <a:lnTo>
                  <a:pt x="2583552" y="2528784"/>
                </a:lnTo>
                <a:close/>
              </a:path>
              <a:path w="6655434" h="6988809">
                <a:moveTo>
                  <a:pt x="2657928" y="2660554"/>
                </a:moveTo>
                <a:lnTo>
                  <a:pt x="2674678" y="2689559"/>
                </a:lnTo>
                <a:lnTo>
                  <a:pt x="2645673" y="2706303"/>
                </a:lnTo>
                <a:lnTo>
                  <a:pt x="2628929" y="2677298"/>
                </a:lnTo>
                <a:lnTo>
                  <a:pt x="2657928" y="2660554"/>
                </a:lnTo>
                <a:close/>
              </a:path>
              <a:path w="6655434" h="6988809">
                <a:moveTo>
                  <a:pt x="2732522" y="2791519"/>
                </a:moveTo>
                <a:lnTo>
                  <a:pt x="2748391" y="2818996"/>
                </a:lnTo>
                <a:lnTo>
                  <a:pt x="2720908" y="2834864"/>
                </a:lnTo>
                <a:lnTo>
                  <a:pt x="2705046" y="2807387"/>
                </a:lnTo>
                <a:lnTo>
                  <a:pt x="2732522" y="2791519"/>
                </a:lnTo>
                <a:close/>
              </a:path>
              <a:path w="6655434" h="6988809">
                <a:moveTo>
                  <a:pt x="2807011" y="2922881"/>
                </a:moveTo>
                <a:lnTo>
                  <a:pt x="2821700" y="2948326"/>
                </a:lnTo>
                <a:lnTo>
                  <a:pt x="2796261" y="2963015"/>
                </a:lnTo>
                <a:lnTo>
                  <a:pt x="2781572" y="2937570"/>
                </a:lnTo>
                <a:lnTo>
                  <a:pt x="2807011" y="2922881"/>
                </a:lnTo>
                <a:close/>
              </a:path>
              <a:path w="6655434" h="6988809">
                <a:moveTo>
                  <a:pt x="2881499" y="3054248"/>
                </a:moveTo>
                <a:lnTo>
                  <a:pt x="2895016" y="3077650"/>
                </a:lnTo>
                <a:lnTo>
                  <a:pt x="2871602" y="3091167"/>
                </a:lnTo>
                <a:lnTo>
                  <a:pt x="2858092" y="3067765"/>
                </a:lnTo>
                <a:lnTo>
                  <a:pt x="2881499" y="3054248"/>
                </a:lnTo>
                <a:close/>
              </a:path>
              <a:path w="6655434" h="6988809">
                <a:moveTo>
                  <a:pt x="2955982" y="3185616"/>
                </a:moveTo>
                <a:lnTo>
                  <a:pt x="2968325" y="3206986"/>
                </a:lnTo>
                <a:lnTo>
                  <a:pt x="2946955" y="3219324"/>
                </a:lnTo>
                <a:lnTo>
                  <a:pt x="2934617" y="3197953"/>
                </a:lnTo>
                <a:lnTo>
                  <a:pt x="2955982" y="3185616"/>
                </a:lnTo>
                <a:close/>
              </a:path>
              <a:path w="6655434" h="6988809">
                <a:moveTo>
                  <a:pt x="3030577" y="3316581"/>
                </a:moveTo>
                <a:lnTo>
                  <a:pt x="3042038" y="3336429"/>
                </a:lnTo>
                <a:lnTo>
                  <a:pt x="3022190" y="3347884"/>
                </a:lnTo>
                <a:lnTo>
                  <a:pt x="3010735" y="3328036"/>
                </a:lnTo>
                <a:lnTo>
                  <a:pt x="3030577" y="3316581"/>
                </a:lnTo>
                <a:close/>
              </a:path>
              <a:path w="6655434" h="6988809">
                <a:moveTo>
                  <a:pt x="3105178" y="3447539"/>
                </a:moveTo>
                <a:lnTo>
                  <a:pt x="3115757" y="3465859"/>
                </a:lnTo>
                <a:lnTo>
                  <a:pt x="3097431" y="3476438"/>
                </a:lnTo>
                <a:lnTo>
                  <a:pt x="3086852" y="3458118"/>
                </a:lnTo>
                <a:lnTo>
                  <a:pt x="3105178" y="3447539"/>
                </a:lnTo>
                <a:close/>
              </a:path>
              <a:path w="6655434" h="6988809">
                <a:moveTo>
                  <a:pt x="3179661" y="3578912"/>
                </a:moveTo>
                <a:lnTo>
                  <a:pt x="3189061" y="3595189"/>
                </a:lnTo>
                <a:lnTo>
                  <a:pt x="3172784" y="3604589"/>
                </a:lnTo>
                <a:lnTo>
                  <a:pt x="3163384" y="3588312"/>
                </a:lnTo>
                <a:lnTo>
                  <a:pt x="3179661" y="3578912"/>
                </a:lnTo>
                <a:close/>
              </a:path>
              <a:path w="6655434" h="6988809">
                <a:moveTo>
                  <a:pt x="3254256" y="3709871"/>
                </a:moveTo>
                <a:lnTo>
                  <a:pt x="3262773" y="3724631"/>
                </a:lnTo>
                <a:lnTo>
                  <a:pt x="3248019" y="3733149"/>
                </a:lnTo>
                <a:lnTo>
                  <a:pt x="3239496" y="3718394"/>
                </a:lnTo>
                <a:lnTo>
                  <a:pt x="3254256" y="3709871"/>
                </a:lnTo>
                <a:close/>
              </a:path>
              <a:path w="6655434" h="6988809">
                <a:moveTo>
                  <a:pt x="3328856" y="3840836"/>
                </a:moveTo>
                <a:lnTo>
                  <a:pt x="3336492" y="3854062"/>
                </a:lnTo>
                <a:lnTo>
                  <a:pt x="3323260" y="3861703"/>
                </a:lnTo>
                <a:lnTo>
                  <a:pt x="3315619" y="3848477"/>
                </a:lnTo>
                <a:lnTo>
                  <a:pt x="3328856" y="3840836"/>
                </a:lnTo>
                <a:close/>
              </a:path>
              <a:path w="6655434" h="6988809">
                <a:moveTo>
                  <a:pt x="3403446" y="3971801"/>
                </a:moveTo>
                <a:lnTo>
                  <a:pt x="3410204" y="3983504"/>
                </a:lnTo>
                <a:lnTo>
                  <a:pt x="3398500" y="3990263"/>
                </a:lnTo>
                <a:lnTo>
                  <a:pt x="3391742" y="3978559"/>
                </a:lnTo>
                <a:lnTo>
                  <a:pt x="3403446" y="3971801"/>
                </a:lnTo>
                <a:close/>
              </a:path>
              <a:path w="6655434" h="6988809">
                <a:moveTo>
                  <a:pt x="3477934" y="4103168"/>
                </a:moveTo>
                <a:lnTo>
                  <a:pt x="3483514" y="4112835"/>
                </a:lnTo>
                <a:lnTo>
                  <a:pt x="3473847" y="4118414"/>
                </a:lnTo>
                <a:lnTo>
                  <a:pt x="3468267" y="4108748"/>
                </a:lnTo>
                <a:lnTo>
                  <a:pt x="3477934" y="4103168"/>
                </a:lnTo>
                <a:close/>
              </a:path>
              <a:path w="6655434" h="6988809">
                <a:moveTo>
                  <a:pt x="3552636" y="4233724"/>
                </a:moveTo>
                <a:lnTo>
                  <a:pt x="3557629" y="4242378"/>
                </a:lnTo>
                <a:lnTo>
                  <a:pt x="3548981" y="4247371"/>
                </a:lnTo>
                <a:lnTo>
                  <a:pt x="3543982" y="4238717"/>
                </a:lnTo>
                <a:lnTo>
                  <a:pt x="3552636" y="4233724"/>
                </a:lnTo>
                <a:close/>
              </a:path>
              <a:path w="6655434" h="6988809">
                <a:moveTo>
                  <a:pt x="3627337" y="4364286"/>
                </a:moveTo>
                <a:lnTo>
                  <a:pt x="3631744" y="4371921"/>
                </a:lnTo>
                <a:lnTo>
                  <a:pt x="3624110" y="4376328"/>
                </a:lnTo>
                <a:lnTo>
                  <a:pt x="3619703" y="4368693"/>
                </a:lnTo>
                <a:lnTo>
                  <a:pt x="3627337" y="4364286"/>
                </a:lnTo>
                <a:close/>
              </a:path>
              <a:path w="6655434" h="6988809">
                <a:moveTo>
                  <a:pt x="3701933" y="4495257"/>
                </a:moveTo>
                <a:lnTo>
                  <a:pt x="3705457" y="4501358"/>
                </a:lnTo>
                <a:lnTo>
                  <a:pt x="3699351" y="4504882"/>
                </a:lnTo>
                <a:lnTo>
                  <a:pt x="3695826" y="4498781"/>
                </a:lnTo>
                <a:lnTo>
                  <a:pt x="3701933" y="4495257"/>
                </a:lnTo>
                <a:close/>
              </a:path>
              <a:path w="6655434" h="6988809">
                <a:moveTo>
                  <a:pt x="3776634" y="4625819"/>
                </a:moveTo>
                <a:lnTo>
                  <a:pt x="3779572" y="4630907"/>
                </a:lnTo>
                <a:lnTo>
                  <a:pt x="3774484" y="4633845"/>
                </a:lnTo>
                <a:lnTo>
                  <a:pt x="3771547" y="4628757"/>
                </a:lnTo>
                <a:lnTo>
                  <a:pt x="3776634" y="4625819"/>
                </a:lnTo>
                <a:close/>
              </a:path>
              <a:path w="6655434" h="6988809">
                <a:moveTo>
                  <a:pt x="3851336" y="4756381"/>
                </a:moveTo>
                <a:lnTo>
                  <a:pt x="3853687" y="4760456"/>
                </a:lnTo>
                <a:lnTo>
                  <a:pt x="3849618" y="4762808"/>
                </a:lnTo>
                <a:lnTo>
                  <a:pt x="3847267" y="4758733"/>
                </a:lnTo>
                <a:lnTo>
                  <a:pt x="3851336" y="4756381"/>
                </a:lnTo>
                <a:close/>
              </a:path>
              <a:path w="6655434" h="6988809">
                <a:moveTo>
                  <a:pt x="3926043" y="4886943"/>
                </a:moveTo>
                <a:lnTo>
                  <a:pt x="3927803" y="4889994"/>
                </a:lnTo>
                <a:lnTo>
                  <a:pt x="3924746" y="4891759"/>
                </a:lnTo>
                <a:lnTo>
                  <a:pt x="3922981" y="4888708"/>
                </a:lnTo>
                <a:lnTo>
                  <a:pt x="3926043" y="4886943"/>
                </a:lnTo>
                <a:close/>
              </a:path>
              <a:path w="6655434" h="6988809">
                <a:moveTo>
                  <a:pt x="4000739" y="5017511"/>
                </a:moveTo>
                <a:lnTo>
                  <a:pt x="4001912" y="5019549"/>
                </a:lnTo>
                <a:lnTo>
                  <a:pt x="3999886" y="5020721"/>
                </a:lnTo>
                <a:lnTo>
                  <a:pt x="3998707" y="5018684"/>
                </a:lnTo>
                <a:lnTo>
                  <a:pt x="4000739" y="5017511"/>
                </a:lnTo>
                <a:close/>
              </a:path>
              <a:path w="6655434" h="6988809">
                <a:moveTo>
                  <a:pt x="4074428" y="5148660"/>
                </a:moveTo>
                <a:lnTo>
                  <a:pt x="4075780" y="5148660"/>
                </a:lnTo>
                <a:lnTo>
                  <a:pt x="4076027" y="5149086"/>
                </a:lnTo>
                <a:lnTo>
                  <a:pt x="4074675" y="5149086"/>
                </a:lnTo>
                <a:lnTo>
                  <a:pt x="4074428" y="5148660"/>
                </a:lnTo>
                <a:close/>
              </a:path>
              <a:path w="6655434" h="6988809">
                <a:moveTo>
                  <a:pt x="914349" y="0"/>
                </a:moveTo>
                <a:lnTo>
                  <a:pt x="982774" y="0"/>
                </a:lnTo>
                <a:lnTo>
                  <a:pt x="1011792" y="50263"/>
                </a:lnTo>
                <a:lnTo>
                  <a:pt x="931902" y="96391"/>
                </a:lnTo>
                <a:lnTo>
                  <a:pt x="885774" y="16496"/>
                </a:lnTo>
                <a:lnTo>
                  <a:pt x="914349" y="0"/>
                </a:lnTo>
                <a:close/>
              </a:path>
              <a:path w="6655434" h="6988809">
                <a:moveTo>
                  <a:pt x="1040046" y="102137"/>
                </a:moveTo>
                <a:lnTo>
                  <a:pt x="1084706" y="179486"/>
                </a:lnTo>
                <a:lnTo>
                  <a:pt x="1007357" y="224146"/>
                </a:lnTo>
                <a:lnTo>
                  <a:pt x="962703" y="146797"/>
                </a:lnTo>
                <a:lnTo>
                  <a:pt x="1040046" y="102137"/>
                </a:lnTo>
                <a:close/>
              </a:path>
              <a:path w="6655434" h="6988809">
                <a:moveTo>
                  <a:pt x="1114427" y="233907"/>
                </a:moveTo>
                <a:lnTo>
                  <a:pt x="1157613" y="308704"/>
                </a:lnTo>
                <a:lnTo>
                  <a:pt x="1082810" y="351894"/>
                </a:lnTo>
                <a:lnTo>
                  <a:pt x="1039625" y="277098"/>
                </a:lnTo>
                <a:lnTo>
                  <a:pt x="1114427" y="233907"/>
                </a:lnTo>
                <a:close/>
              </a:path>
              <a:path w="6655434" h="6988809">
                <a:moveTo>
                  <a:pt x="1188696" y="366074"/>
                </a:moveTo>
                <a:lnTo>
                  <a:pt x="1230123" y="437826"/>
                </a:lnTo>
                <a:lnTo>
                  <a:pt x="1158371" y="479252"/>
                </a:lnTo>
                <a:lnTo>
                  <a:pt x="1116945" y="407500"/>
                </a:lnTo>
                <a:lnTo>
                  <a:pt x="1188696" y="366074"/>
                </a:lnTo>
                <a:close/>
              </a:path>
              <a:path w="6655434" h="6988809">
                <a:moveTo>
                  <a:pt x="1263185" y="497436"/>
                </a:moveTo>
                <a:lnTo>
                  <a:pt x="1303438" y="567156"/>
                </a:lnTo>
                <a:lnTo>
                  <a:pt x="1233723" y="607403"/>
                </a:lnTo>
                <a:lnTo>
                  <a:pt x="1193470" y="537689"/>
                </a:lnTo>
                <a:lnTo>
                  <a:pt x="1263185" y="497436"/>
                </a:lnTo>
                <a:close/>
              </a:path>
              <a:path w="6655434" h="6988809">
                <a:moveTo>
                  <a:pt x="1337667" y="628803"/>
                </a:moveTo>
                <a:lnTo>
                  <a:pt x="1376741" y="696486"/>
                </a:lnTo>
                <a:lnTo>
                  <a:pt x="1309065" y="735560"/>
                </a:lnTo>
                <a:lnTo>
                  <a:pt x="1269990" y="667877"/>
                </a:lnTo>
                <a:lnTo>
                  <a:pt x="1337667" y="628803"/>
                </a:lnTo>
                <a:close/>
              </a:path>
              <a:path w="6655434" h="6988809">
                <a:moveTo>
                  <a:pt x="1412049" y="760573"/>
                </a:moveTo>
                <a:lnTo>
                  <a:pt x="1449655" y="825709"/>
                </a:lnTo>
                <a:lnTo>
                  <a:pt x="1384519" y="863315"/>
                </a:lnTo>
                <a:lnTo>
                  <a:pt x="1346913" y="798179"/>
                </a:lnTo>
                <a:lnTo>
                  <a:pt x="1412049" y="760573"/>
                </a:lnTo>
                <a:close/>
              </a:path>
              <a:path w="6655434" h="6988809">
                <a:moveTo>
                  <a:pt x="1486431" y="892338"/>
                </a:moveTo>
                <a:lnTo>
                  <a:pt x="1522567" y="954932"/>
                </a:lnTo>
                <a:lnTo>
                  <a:pt x="1459978" y="991069"/>
                </a:lnTo>
                <a:lnTo>
                  <a:pt x="1423842" y="928474"/>
                </a:lnTo>
                <a:lnTo>
                  <a:pt x="1486431" y="892338"/>
                </a:lnTo>
                <a:close/>
              </a:path>
              <a:path w="6655434" h="6988809">
                <a:moveTo>
                  <a:pt x="1560807" y="1024108"/>
                </a:moveTo>
                <a:lnTo>
                  <a:pt x="1595475" y="1084156"/>
                </a:lnTo>
                <a:lnTo>
                  <a:pt x="1535432" y="1118823"/>
                </a:lnTo>
                <a:lnTo>
                  <a:pt x="1500765" y="1058776"/>
                </a:lnTo>
                <a:lnTo>
                  <a:pt x="1560807" y="1024108"/>
                </a:lnTo>
                <a:close/>
              </a:path>
              <a:path w="6655434" h="6988809">
                <a:moveTo>
                  <a:pt x="1635189" y="1155872"/>
                </a:moveTo>
                <a:lnTo>
                  <a:pt x="1668387" y="1213373"/>
                </a:lnTo>
                <a:lnTo>
                  <a:pt x="1610886" y="1246572"/>
                </a:lnTo>
                <a:lnTo>
                  <a:pt x="1577687" y="1189071"/>
                </a:lnTo>
                <a:lnTo>
                  <a:pt x="1635189" y="1155872"/>
                </a:lnTo>
                <a:close/>
              </a:path>
              <a:path w="6655434" h="6988809">
                <a:moveTo>
                  <a:pt x="1709565" y="1287636"/>
                </a:moveTo>
                <a:lnTo>
                  <a:pt x="1741295" y="1342596"/>
                </a:lnTo>
                <a:lnTo>
                  <a:pt x="1686340" y="1374326"/>
                </a:lnTo>
                <a:lnTo>
                  <a:pt x="1654610" y="1319366"/>
                </a:lnTo>
                <a:lnTo>
                  <a:pt x="1709565" y="1287636"/>
                </a:lnTo>
                <a:close/>
              </a:path>
              <a:path w="6655434" h="6988809">
                <a:moveTo>
                  <a:pt x="1784053" y="1419004"/>
                </a:moveTo>
                <a:lnTo>
                  <a:pt x="1814610" y="1471926"/>
                </a:lnTo>
                <a:lnTo>
                  <a:pt x="1761688" y="1502477"/>
                </a:lnTo>
                <a:lnTo>
                  <a:pt x="1731136" y="1449555"/>
                </a:lnTo>
                <a:lnTo>
                  <a:pt x="1784053" y="1419004"/>
                </a:lnTo>
                <a:close/>
              </a:path>
              <a:path w="6655434" h="6988809">
                <a:moveTo>
                  <a:pt x="1858434" y="1550768"/>
                </a:moveTo>
                <a:lnTo>
                  <a:pt x="1887523" y="1601150"/>
                </a:lnTo>
                <a:lnTo>
                  <a:pt x="1837142" y="1630232"/>
                </a:lnTo>
                <a:lnTo>
                  <a:pt x="1808060" y="1579856"/>
                </a:lnTo>
                <a:lnTo>
                  <a:pt x="1858434" y="1550768"/>
                </a:lnTo>
                <a:close/>
              </a:path>
              <a:path w="6655434" h="6988809">
                <a:moveTo>
                  <a:pt x="1932816" y="1682538"/>
                </a:moveTo>
                <a:lnTo>
                  <a:pt x="1960430" y="1730373"/>
                </a:lnTo>
                <a:lnTo>
                  <a:pt x="1912601" y="1757986"/>
                </a:lnTo>
                <a:lnTo>
                  <a:pt x="1884982" y="1710152"/>
                </a:lnTo>
                <a:lnTo>
                  <a:pt x="1932816" y="1682538"/>
                </a:lnTo>
                <a:close/>
              </a:path>
              <a:path w="6655434" h="6988809">
                <a:moveTo>
                  <a:pt x="2007198" y="1814308"/>
                </a:moveTo>
                <a:lnTo>
                  <a:pt x="2033342" y="1859596"/>
                </a:lnTo>
                <a:lnTo>
                  <a:pt x="1988055" y="1885740"/>
                </a:lnTo>
                <a:lnTo>
                  <a:pt x="1961911" y="1840453"/>
                </a:lnTo>
                <a:lnTo>
                  <a:pt x="2007198" y="1814308"/>
                </a:lnTo>
                <a:close/>
              </a:path>
              <a:path w="6655434" h="6988809">
                <a:moveTo>
                  <a:pt x="2081574" y="1946067"/>
                </a:moveTo>
                <a:lnTo>
                  <a:pt x="2106250" y="1988814"/>
                </a:lnTo>
                <a:lnTo>
                  <a:pt x="2063509" y="2013489"/>
                </a:lnTo>
                <a:lnTo>
                  <a:pt x="2038828" y="1970748"/>
                </a:lnTo>
                <a:lnTo>
                  <a:pt x="2081574" y="1946067"/>
                </a:lnTo>
                <a:close/>
              </a:path>
              <a:path w="6655434" h="6988809">
                <a:moveTo>
                  <a:pt x="2155956" y="2077838"/>
                </a:moveTo>
                <a:lnTo>
                  <a:pt x="2179162" y="2118037"/>
                </a:lnTo>
                <a:lnTo>
                  <a:pt x="2138963" y="2141250"/>
                </a:lnTo>
                <a:lnTo>
                  <a:pt x="2115756" y="2101044"/>
                </a:lnTo>
                <a:lnTo>
                  <a:pt x="2155956" y="2077838"/>
                </a:lnTo>
                <a:close/>
              </a:path>
              <a:path w="6655434" h="6988809">
                <a:moveTo>
                  <a:pt x="2230439" y="2209205"/>
                </a:moveTo>
                <a:lnTo>
                  <a:pt x="2252472" y="2247373"/>
                </a:lnTo>
                <a:lnTo>
                  <a:pt x="2214310" y="2269407"/>
                </a:lnTo>
                <a:lnTo>
                  <a:pt x="2192276" y="2231239"/>
                </a:lnTo>
                <a:lnTo>
                  <a:pt x="2230439" y="2209205"/>
                </a:lnTo>
                <a:close/>
              </a:path>
              <a:path w="6655434" h="6988809">
                <a:moveTo>
                  <a:pt x="2305034" y="2340170"/>
                </a:moveTo>
                <a:lnTo>
                  <a:pt x="2326185" y="2376810"/>
                </a:lnTo>
                <a:lnTo>
                  <a:pt x="2289551" y="2397961"/>
                </a:lnTo>
                <a:lnTo>
                  <a:pt x="2268400" y="2361321"/>
                </a:lnTo>
                <a:lnTo>
                  <a:pt x="2305034" y="2340170"/>
                </a:lnTo>
                <a:close/>
              </a:path>
              <a:path w="6655434" h="6988809">
                <a:moveTo>
                  <a:pt x="2379410" y="2471940"/>
                </a:moveTo>
                <a:lnTo>
                  <a:pt x="2399092" y="2506027"/>
                </a:lnTo>
                <a:lnTo>
                  <a:pt x="2365005" y="2525709"/>
                </a:lnTo>
                <a:lnTo>
                  <a:pt x="2345323" y="2491622"/>
                </a:lnTo>
                <a:lnTo>
                  <a:pt x="2379410" y="2471940"/>
                </a:lnTo>
                <a:close/>
              </a:path>
              <a:path w="6655434" h="6988809">
                <a:moveTo>
                  <a:pt x="2453898" y="2603302"/>
                </a:moveTo>
                <a:lnTo>
                  <a:pt x="2472408" y="2635363"/>
                </a:lnTo>
                <a:lnTo>
                  <a:pt x="2440352" y="2653872"/>
                </a:lnTo>
                <a:lnTo>
                  <a:pt x="2421842" y="2621811"/>
                </a:lnTo>
                <a:lnTo>
                  <a:pt x="2453898" y="2603302"/>
                </a:lnTo>
                <a:close/>
              </a:path>
              <a:path w="6655434" h="6988809">
                <a:moveTo>
                  <a:pt x="2528280" y="2735072"/>
                </a:moveTo>
                <a:lnTo>
                  <a:pt x="2545320" y="2764580"/>
                </a:lnTo>
                <a:lnTo>
                  <a:pt x="2515806" y="2781621"/>
                </a:lnTo>
                <a:lnTo>
                  <a:pt x="2498765" y="2752112"/>
                </a:lnTo>
                <a:lnTo>
                  <a:pt x="2528280" y="2735072"/>
                </a:lnTo>
                <a:close/>
              </a:path>
              <a:path w="6655434" h="6988809">
                <a:moveTo>
                  <a:pt x="2602875" y="2866030"/>
                </a:moveTo>
                <a:lnTo>
                  <a:pt x="2619033" y="2894017"/>
                </a:lnTo>
                <a:lnTo>
                  <a:pt x="2591047" y="2910175"/>
                </a:lnTo>
                <a:lnTo>
                  <a:pt x="2574889" y="2882188"/>
                </a:lnTo>
                <a:lnTo>
                  <a:pt x="2602875" y="2866030"/>
                </a:lnTo>
                <a:close/>
              </a:path>
              <a:path w="6655434" h="6988809">
                <a:moveTo>
                  <a:pt x="2677363" y="2997398"/>
                </a:moveTo>
                <a:lnTo>
                  <a:pt x="2692349" y="3023353"/>
                </a:lnTo>
                <a:lnTo>
                  <a:pt x="2666394" y="3038338"/>
                </a:lnTo>
                <a:lnTo>
                  <a:pt x="2651408" y="3012383"/>
                </a:lnTo>
                <a:lnTo>
                  <a:pt x="2677363" y="2997398"/>
                </a:lnTo>
                <a:close/>
              </a:path>
              <a:path w="6655434" h="6988809">
                <a:moveTo>
                  <a:pt x="2751846" y="3128765"/>
                </a:moveTo>
                <a:lnTo>
                  <a:pt x="2765652" y="3152683"/>
                </a:lnTo>
                <a:lnTo>
                  <a:pt x="2741741" y="3166489"/>
                </a:lnTo>
                <a:lnTo>
                  <a:pt x="2727934" y="3142572"/>
                </a:lnTo>
                <a:lnTo>
                  <a:pt x="2751846" y="3128765"/>
                </a:lnTo>
                <a:close/>
              </a:path>
              <a:path w="6655434" h="6988809">
                <a:moveTo>
                  <a:pt x="2826334" y="3260133"/>
                </a:moveTo>
                <a:lnTo>
                  <a:pt x="2838968" y="3282006"/>
                </a:lnTo>
                <a:lnTo>
                  <a:pt x="2817082" y="3294640"/>
                </a:lnTo>
                <a:lnTo>
                  <a:pt x="2804454" y="3272767"/>
                </a:lnTo>
                <a:lnTo>
                  <a:pt x="2826334" y="3260133"/>
                </a:lnTo>
                <a:close/>
              </a:path>
              <a:path w="6655434" h="6988809">
                <a:moveTo>
                  <a:pt x="2900929" y="3391091"/>
                </a:moveTo>
                <a:lnTo>
                  <a:pt x="2912681" y="3411443"/>
                </a:lnTo>
                <a:lnTo>
                  <a:pt x="2892323" y="3423194"/>
                </a:lnTo>
                <a:lnTo>
                  <a:pt x="2880572" y="3402843"/>
                </a:lnTo>
                <a:lnTo>
                  <a:pt x="2900929" y="3391091"/>
                </a:lnTo>
                <a:close/>
              </a:path>
              <a:path w="6655434" h="6988809">
                <a:moveTo>
                  <a:pt x="2975418" y="3522453"/>
                </a:moveTo>
                <a:lnTo>
                  <a:pt x="2985996" y="3540779"/>
                </a:lnTo>
                <a:lnTo>
                  <a:pt x="2967677" y="3551352"/>
                </a:lnTo>
                <a:lnTo>
                  <a:pt x="2957098" y="3533032"/>
                </a:lnTo>
                <a:lnTo>
                  <a:pt x="2975418" y="3522453"/>
                </a:lnTo>
                <a:close/>
              </a:path>
              <a:path w="6655434" h="6988809">
                <a:moveTo>
                  <a:pt x="3050013" y="3653424"/>
                </a:moveTo>
                <a:lnTo>
                  <a:pt x="3059709" y="3670215"/>
                </a:lnTo>
                <a:lnTo>
                  <a:pt x="3042911" y="3679912"/>
                </a:lnTo>
                <a:lnTo>
                  <a:pt x="3033215" y="3663120"/>
                </a:lnTo>
                <a:lnTo>
                  <a:pt x="3050013" y="3653424"/>
                </a:lnTo>
                <a:close/>
              </a:path>
              <a:path w="6655434" h="6988809">
                <a:moveTo>
                  <a:pt x="3124608" y="3784389"/>
                </a:moveTo>
                <a:lnTo>
                  <a:pt x="3133422" y="3799652"/>
                </a:lnTo>
                <a:lnTo>
                  <a:pt x="3118152" y="3808466"/>
                </a:lnTo>
                <a:lnTo>
                  <a:pt x="3109338" y="3793202"/>
                </a:lnTo>
                <a:lnTo>
                  <a:pt x="3124608" y="3784389"/>
                </a:lnTo>
                <a:close/>
              </a:path>
              <a:path w="6655434" h="6988809">
                <a:moveTo>
                  <a:pt x="3199197" y="3915354"/>
                </a:moveTo>
                <a:lnTo>
                  <a:pt x="3207134" y="3929095"/>
                </a:lnTo>
                <a:lnTo>
                  <a:pt x="3193398" y="3937026"/>
                </a:lnTo>
                <a:lnTo>
                  <a:pt x="3185461" y="3923285"/>
                </a:lnTo>
                <a:lnTo>
                  <a:pt x="3199197" y="3915354"/>
                </a:lnTo>
                <a:close/>
              </a:path>
              <a:path w="6655434" h="6988809">
                <a:moveTo>
                  <a:pt x="3273685" y="4046715"/>
                </a:moveTo>
                <a:lnTo>
                  <a:pt x="3280443" y="4058419"/>
                </a:lnTo>
                <a:lnTo>
                  <a:pt x="3268740" y="4065177"/>
                </a:lnTo>
                <a:lnTo>
                  <a:pt x="3261981" y="4053473"/>
                </a:lnTo>
                <a:lnTo>
                  <a:pt x="3273685" y="4046715"/>
                </a:lnTo>
                <a:close/>
              </a:path>
              <a:path w="6655434" h="6988809">
                <a:moveTo>
                  <a:pt x="3348280" y="4177680"/>
                </a:moveTo>
                <a:lnTo>
                  <a:pt x="3354156" y="4187862"/>
                </a:lnTo>
                <a:lnTo>
                  <a:pt x="3343980" y="4193737"/>
                </a:lnTo>
                <a:lnTo>
                  <a:pt x="3338105" y="4183555"/>
                </a:lnTo>
                <a:lnTo>
                  <a:pt x="3348280" y="4177680"/>
                </a:lnTo>
                <a:close/>
              </a:path>
              <a:path w="6655434" h="6988809">
                <a:moveTo>
                  <a:pt x="3422876" y="4308644"/>
                </a:moveTo>
                <a:lnTo>
                  <a:pt x="3427869" y="4317298"/>
                </a:lnTo>
                <a:lnTo>
                  <a:pt x="3419221" y="4322291"/>
                </a:lnTo>
                <a:lnTo>
                  <a:pt x="3414228" y="4313638"/>
                </a:lnTo>
                <a:lnTo>
                  <a:pt x="3422876" y="4308644"/>
                </a:lnTo>
                <a:close/>
              </a:path>
              <a:path w="6655434" h="6988809">
                <a:moveTo>
                  <a:pt x="3497577" y="4439207"/>
                </a:moveTo>
                <a:lnTo>
                  <a:pt x="3501984" y="4446841"/>
                </a:lnTo>
                <a:lnTo>
                  <a:pt x="3494350" y="4451248"/>
                </a:lnTo>
                <a:lnTo>
                  <a:pt x="3489943" y="4443613"/>
                </a:lnTo>
                <a:lnTo>
                  <a:pt x="3497577" y="4439207"/>
                </a:lnTo>
                <a:close/>
              </a:path>
              <a:path w="6655434" h="6988809">
                <a:moveTo>
                  <a:pt x="3572279" y="4569769"/>
                </a:moveTo>
                <a:lnTo>
                  <a:pt x="3576099" y="4576385"/>
                </a:lnTo>
                <a:lnTo>
                  <a:pt x="3569483" y="4580205"/>
                </a:lnTo>
                <a:lnTo>
                  <a:pt x="3565663" y="4573589"/>
                </a:lnTo>
                <a:lnTo>
                  <a:pt x="3572279" y="4569769"/>
                </a:lnTo>
                <a:close/>
              </a:path>
              <a:path w="6655434" h="6988809">
                <a:moveTo>
                  <a:pt x="3646874" y="4700733"/>
                </a:moveTo>
                <a:lnTo>
                  <a:pt x="3649812" y="4705827"/>
                </a:lnTo>
                <a:lnTo>
                  <a:pt x="3644724" y="4708765"/>
                </a:lnTo>
                <a:lnTo>
                  <a:pt x="3641786" y="4703671"/>
                </a:lnTo>
                <a:lnTo>
                  <a:pt x="3646874" y="4700733"/>
                </a:lnTo>
                <a:close/>
              </a:path>
              <a:path w="6655434" h="6988809">
                <a:moveTo>
                  <a:pt x="3721576" y="4831301"/>
                </a:moveTo>
                <a:lnTo>
                  <a:pt x="3723927" y="4835370"/>
                </a:lnTo>
                <a:lnTo>
                  <a:pt x="3719858" y="4837722"/>
                </a:lnTo>
                <a:lnTo>
                  <a:pt x="3717507" y="4833653"/>
                </a:lnTo>
                <a:lnTo>
                  <a:pt x="3721576" y="4831301"/>
                </a:lnTo>
                <a:close/>
              </a:path>
              <a:path w="6655434" h="6988809">
                <a:moveTo>
                  <a:pt x="3796283" y="4961863"/>
                </a:moveTo>
                <a:lnTo>
                  <a:pt x="3798042" y="4964914"/>
                </a:lnTo>
                <a:lnTo>
                  <a:pt x="3794992" y="4966673"/>
                </a:lnTo>
                <a:lnTo>
                  <a:pt x="3793226" y="4963623"/>
                </a:lnTo>
                <a:lnTo>
                  <a:pt x="3796283" y="4961863"/>
                </a:lnTo>
                <a:close/>
              </a:path>
              <a:path w="6655434" h="6988809">
                <a:moveTo>
                  <a:pt x="3870986" y="5092425"/>
                </a:moveTo>
                <a:lnTo>
                  <a:pt x="3872158" y="5094463"/>
                </a:lnTo>
                <a:lnTo>
                  <a:pt x="3870127" y="5095636"/>
                </a:lnTo>
                <a:lnTo>
                  <a:pt x="3868948" y="5093598"/>
                </a:lnTo>
                <a:lnTo>
                  <a:pt x="3870986" y="5092425"/>
                </a:lnTo>
                <a:close/>
              </a:path>
              <a:path w="6655434" h="6988809">
                <a:moveTo>
                  <a:pt x="3944668" y="5223574"/>
                </a:moveTo>
                <a:lnTo>
                  <a:pt x="3946018" y="5223574"/>
                </a:lnTo>
                <a:lnTo>
                  <a:pt x="3946267" y="5224006"/>
                </a:lnTo>
                <a:lnTo>
                  <a:pt x="3944917" y="5224006"/>
                </a:lnTo>
                <a:lnTo>
                  <a:pt x="3944668" y="5223574"/>
                </a:lnTo>
                <a:close/>
              </a:path>
              <a:path w="6655434" h="6988809">
                <a:moveTo>
                  <a:pt x="2213239" y="5529939"/>
                </a:moveTo>
                <a:lnTo>
                  <a:pt x="2219855" y="5529939"/>
                </a:lnTo>
                <a:lnTo>
                  <a:pt x="2223675" y="5542639"/>
                </a:lnTo>
                <a:lnTo>
                  <a:pt x="2217059" y="5542639"/>
                </a:lnTo>
                <a:lnTo>
                  <a:pt x="2213239" y="5529939"/>
                </a:lnTo>
                <a:close/>
              </a:path>
              <a:path w="6655434" h="6988809">
                <a:moveTo>
                  <a:pt x="1012732" y="5529939"/>
                </a:moveTo>
                <a:lnTo>
                  <a:pt x="1018904" y="5542639"/>
                </a:lnTo>
                <a:lnTo>
                  <a:pt x="1002047" y="5542639"/>
                </a:lnTo>
                <a:lnTo>
                  <a:pt x="1012732" y="5529939"/>
                </a:lnTo>
                <a:close/>
              </a:path>
              <a:path w="6655434" h="6988809">
                <a:moveTo>
                  <a:pt x="126085" y="5517239"/>
                </a:moveTo>
                <a:lnTo>
                  <a:pt x="139833" y="5517239"/>
                </a:lnTo>
                <a:lnTo>
                  <a:pt x="147764" y="5529939"/>
                </a:lnTo>
                <a:lnTo>
                  <a:pt x="134022" y="5542639"/>
                </a:lnTo>
                <a:lnTo>
                  <a:pt x="126085" y="5517239"/>
                </a:lnTo>
                <a:close/>
              </a:path>
              <a:path w="6655434" h="6988809">
                <a:moveTo>
                  <a:pt x="1337278" y="5517239"/>
                </a:moveTo>
                <a:lnTo>
                  <a:pt x="1352530" y="5517239"/>
                </a:lnTo>
                <a:lnTo>
                  <a:pt x="1342864" y="5529939"/>
                </a:lnTo>
                <a:lnTo>
                  <a:pt x="1337278" y="5517239"/>
                </a:lnTo>
                <a:close/>
              </a:path>
              <a:path w="6655434" h="6988809">
                <a:moveTo>
                  <a:pt x="474158" y="5491839"/>
                </a:moveTo>
                <a:lnTo>
                  <a:pt x="481799" y="5504539"/>
                </a:lnTo>
                <a:lnTo>
                  <a:pt x="468566" y="5517239"/>
                </a:lnTo>
                <a:lnTo>
                  <a:pt x="460926" y="5504539"/>
                </a:lnTo>
                <a:lnTo>
                  <a:pt x="474158" y="5491839"/>
                </a:lnTo>
                <a:close/>
              </a:path>
              <a:path w="6655434" h="6988809">
                <a:moveTo>
                  <a:pt x="1681175" y="5491839"/>
                </a:moveTo>
                <a:lnTo>
                  <a:pt x="1686168" y="5504539"/>
                </a:lnTo>
                <a:lnTo>
                  <a:pt x="1672521" y="5504539"/>
                </a:lnTo>
                <a:lnTo>
                  <a:pt x="1681175" y="5491839"/>
                </a:lnTo>
                <a:close/>
              </a:path>
              <a:path w="6655434" h="6988809">
                <a:moveTo>
                  <a:pt x="2007757" y="5479139"/>
                </a:moveTo>
                <a:lnTo>
                  <a:pt x="2019799" y="5479139"/>
                </a:lnTo>
                <a:lnTo>
                  <a:pt x="2012164" y="5491839"/>
                </a:lnTo>
                <a:lnTo>
                  <a:pt x="2007757" y="5479139"/>
                </a:lnTo>
                <a:close/>
              </a:path>
              <a:path w="6655434" h="6988809">
                <a:moveTo>
                  <a:pt x="796163" y="5479139"/>
                </a:moveTo>
                <a:lnTo>
                  <a:pt x="808377" y="5479139"/>
                </a:lnTo>
                <a:lnTo>
                  <a:pt x="815431" y="5491839"/>
                </a:lnTo>
                <a:lnTo>
                  <a:pt x="803218" y="5491839"/>
                </a:lnTo>
                <a:lnTo>
                  <a:pt x="796163" y="5479139"/>
                </a:lnTo>
                <a:close/>
              </a:path>
              <a:path w="6655434" h="6988809">
                <a:moveTo>
                  <a:pt x="1142601" y="5453739"/>
                </a:moveTo>
                <a:lnTo>
                  <a:pt x="1149063" y="5466439"/>
                </a:lnTo>
                <a:lnTo>
                  <a:pt x="1137868" y="5479139"/>
                </a:lnTo>
                <a:lnTo>
                  <a:pt x="1131406" y="5466439"/>
                </a:lnTo>
                <a:lnTo>
                  <a:pt x="1142601" y="5453739"/>
                </a:lnTo>
                <a:close/>
              </a:path>
              <a:path w="6655434" h="6988809">
                <a:moveTo>
                  <a:pt x="2343000" y="5453739"/>
                </a:moveTo>
                <a:lnTo>
                  <a:pt x="2349610" y="5453739"/>
                </a:lnTo>
                <a:lnTo>
                  <a:pt x="2353431" y="5466439"/>
                </a:lnTo>
                <a:lnTo>
                  <a:pt x="2346820" y="5466439"/>
                </a:lnTo>
                <a:lnTo>
                  <a:pt x="2343000" y="5453739"/>
                </a:lnTo>
                <a:close/>
              </a:path>
              <a:path w="6655434" h="6988809">
                <a:moveTo>
                  <a:pt x="269695" y="5441039"/>
                </a:moveTo>
                <a:lnTo>
                  <a:pt x="277922" y="5453739"/>
                </a:lnTo>
                <a:lnTo>
                  <a:pt x="263671" y="5466439"/>
                </a:lnTo>
                <a:lnTo>
                  <a:pt x="255444" y="5453739"/>
                </a:lnTo>
                <a:lnTo>
                  <a:pt x="269695" y="5441039"/>
                </a:lnTo>
                <a:close/>
              </a:path>
              <a:path w="6655434" h="6988809">
                <a:moveTo>
                  <a:pt x="1467040" y="5441039"/>
                </a:moveTo>
                <a:lnTo>
                  <a:pt x="1476713" y="5441039"/>
                </a:lnTo>
                <a:lnTo>
                  <a:pt x="1482292" y="5453739"/>
                </a:lnTo>
                <a:lnTo>
                  <a:pt x="1472626" y="5453739"/>
                </a:lnTo>
                <a:lnTo>
                  <a:pt x="1467040" y="5441039"/>
                </a:lnTo>
                <a:close/>
              </a:path>
              <a:path w="6655434" h="6988809">
                <a:moveTo>
                  <a:pt x="603919" y="5415639"/>
                </a:moveTo>
                <a:lnTo>
                  <a:pt x="611559" y="5428339"/>
                </a:lnTo>
                <a:lnTo>
                  <a:pt x="598321" y="5441039"/>
                </a:lnTo>
                <a:lnTo>
                  <a:pt x="590687" y="5428339"/>
                </a:lnTo>
                <a:lnTo>
                  <a:pt x="603919" y="5415639"/>
                </a:lnTo>
                <a:close/>
              </a:path>
              <a:path w="6655434" h="6988809">
                <a:moveTo>
                  <a:pt x="1810930" y="5415639"/>
                </a:moveTo>
                <a:lnTo>
                  <a:pt x="1815923" y="5428339"/>
                </a:lnTo>
                <a:lnTo>
                  <a:pt x="1802282" y="5428339"/>
                </a:lnTo>
                <a:lnTo>
                  <a:pt x="1810930" y="5415639"/>
                </a:lnTo>
                <a:close/>
              </a:path>
              <a:path w="6655434" h="6988809">
                <a:moveTo>
                  <a:pt x="2137518" y="5402939"/>
                </a:moveTo>
                <a:lnTo>
                  <a:pt x="2149560" y="5402939"/>
                </a:lnTo>
                <a:lnTo>
                  <a:pt x="2141925" y="5415639"/>
                </a:lnTo>
                <a:lnTo>
                  <a:pt x="2137518" y="5402939"/>
                </a:lnTo>
                <a:close/>
              </a:path>
              <a:path w="6655434" h="6988809">
                <a:moveTo>
                  <a:pt x="925521" y="5402939"/>
                </a:moveTo>
                <a:lnTo>
                  <a:pt x="938244" y="5402939"/>
                </a:lnTo>
                <a:lnTo>
                  <a:pt x="945589" y="5415639"/>
                </a:lnTo>
                <a:lnTo>
                  <a:pt x="932866" y="5415639"/>
                </a:lnTo>
                <a:lnTo>
                  <a:pt x="925521" y="5402939"/>
                </a:lnTo>
                <a:close/>
              </a:path>
              <a:path w="6655434" h="6988809">
                <a:moveTo>
                  <a:pt x="1272356" y="5377539"/>
                </a:moveTo>
                <a:lnTo>
                  <a:pt x="1278818" y="5390239"/>
                </a:lnTo>
                <a:lnTo>
                  <a:pt x="1267629" y="5402939"/>
                </a:lnTo>
                <a:lnTo>
                  <a:pt x="1261167" y="5390239"/>
                </a:lnTo>
                <a:lnTo>
                  <a:pt x="1272356" y="5377539"/>
                </a:lnTo>
                <a:close/>
              </a:path>
              <a:path w="6655434" h="6988809">
                <a:moveTo>
                  <a:pt x="49974" y="5390239"/>
                </a:moveTo>
                <a:lnTo>
                  <a:pt x="65238" y="5390239"/>
                </a:lnTo>
                <a:lnTo>
                  <a:pt x="74051" y="5402939"/>
                </a:lnTo>
                <a:lnTo>
                  <a:pt x="58787" y="5402939"/>
                </a:lnTo>
                <a:lnTo>
                  <a:pt x="49974" y="5390239"/>
                </a:lnTo>
                <a:close/>
              </a:path>
              <a:path w="6655434" h="6988809">
                <a:moveTo>
                  <a:pt x="2479371" y="5377539"/>
                </a:moveTo>
                <a:lnTo>
                  <a:pt x="2483191" y="5390239"/>
                </a:lnTo>
                <a:lnTo>
                  <a:pt x="2472755" y="5390239"/>
                </a:lnTo>
                <a:lnTo>
                  <a:pt x="2479371" y="5377539"/>
                </a:lnTo>
                <a:close/>
              </a:path>
              <a:path w="6655434" h="6988809">
                <a:moveTo>
                  <a:pt x="399562" y="5364839"/>
                </a:moveTo>
                <a:lnTo>
                  <a:pt x="408085" y="5377539"/>
                </a:lnTo>
                <a:lnTo>
                  <a:pt x="393325" y="5390239"/>
                </a:lnTo>
                <a:lnTo>
                  <a:pt x="384808" y="5377539"/>
                </a:lnTo>
                <a:lnTo>
                  <a:pt x="399562" y="5364839"/>
                </a:lnTo>
                <a:close/>
              </a:path>
              <a:path w="6655434" h="6988809">
                <a:moveTo>
                  <a:pt x="1596398" y="5364839"/>
                </a:moveTo>
                <a:lnTo>
                  <a:pt x="1606580" y="5364839"/>
                </a:lnTo>
                <a:lnTo>
                  <a:pt x="1612455" y="5377539"/>
                </a:lnTo>
                <a:lnTo>
                  <a:pt x="1602273" y="5377539"/>
                </a:lnTo>
                <a:lnTo>
                  <a:pt x="1596398" y="5364839"/>
                </a:lnTo>
                <a:close/>
              </a:path>
              <a:path w="6655434" h="6988809">
                <a:moveTo>
                  <a:pt x="733787" y="5339439"/>
                </a:moveTo>
                <a:lnTo>
                  <a:pt x="741718" y="5364839"/>
                </a:lnTo>
                <a:lnTo>
                  <a:pt x="727977" y="5364839"/>
                </a:lnTo>
                <a:lnTo>
                  <a:pt x="720040" y="5352139"/>
                </a:lnTo>
                <a:lnTo>
                  <a:pt x="733787" y="5339439"/>
                </a:lnTo>
                <a:close/>
              </a:path>
              <a:path w="6655434" h="6988809">
                <a:moveTo>
                  <a:pt x="1940690" y="5339439"/>
                </a:moveTo>
                <a:lnTo>
                  <a:pt x="1945683" y="5352139"/>
                </a:lnTo>
                <a:lnTo>
                  <a:pt x="1932043" y="5352139"/>
                </a:lnTo>
                <a:lnTo>
                  <a:pt x="1940690" y="5339439"/>
                </a:lnTo>
                <a:close/>
              </a:path>
              <a:path w="6655434" h="6988809">
                <a:moveTo>
                  <a:pt x="1068005" y="5326739"/>
                </a:moveTo>
                <a:lnTo>
                  <a:pt x="1075350" y="5339439"/>
                </a:lnTo>
                <a:lnTo>
                  <a:pt x="1062627" y="5352139"/>
                </a:lnTo>
                <a:lnTo>
                  <a:pt x="1055282" y="5339439"/>
                </a:lnTo>
                <a:lnTo>
                  <a:pt x="1068005" y="5326739"/>
                </a:lnTo>
                <a:close/>
              </a:path>
              <a:path w="6655434" h="6988809">
                <a:moveTo>
                  <a:pt x="2267273" y="5326739"/>
                </a:moveTo>
                <a:lnTo>
                  <a:pt x="2279321" y="5326739"/>
                </a:lnTo>
                <a:lnTo>
                  <a:pt x="2271680" y="5339439"/>
                </a:lnTo>
                <a:lnTo>
                  <a:pt x="2267273" y="5326739"/>
                </a:lnTo>
                <a:close/>
              </a:path>
              <a:path w="6655434" h="6988809">
                <a:moveTo>
                  <a:pt x="179326" y="5314039"/>
                </a:moveTo>
                <a:lnTo>
                  <a:pt x="195099" y="5314039"/>
                </a:lnTo>
                <a:lnTo>
                  <a:pt x="204209" y="5326739"/>
                </a:lnTo>
                <a:lnTo>
                  <a:pt x="188436" y="5339439"/>
                </a:lnTo>
                <a:lnTo>
                  <a:pt x="179326" y="5314039"/>
                </a:lnTo>
                <a:close/>
              </a:path>
              <a:path w="6655434" h="6988809">
                <a:moveTo>
                  <a:pt x="1402230" y="5301339"/>
                </a:moveTo>
                <a:lnTo>
                  <a:pt x="1408988" y="5314039"/>
                </a:lnTo>
                <a:lnTo>
                  <a:pt x="1397279" y="5326739"/>
                </a:lnTo>
                <a:lnTo>
                  <a:pt x="1390521" y="5314039"/>
                </a:lnTo>
                <a:lnTo>
                  <a:pt x="1402230" y="5301339"/>
                </a:lnTo>
                <a:close/>
              </a:path>
              <a:path w="6655434" h="6988809">
                <a:moveTo>
                  <a:pt x="2609131" y="5301339"/>
                </a:moveTo>
                <a:lnTo>
                  <a:pt x="2612952" y="5314039"/>
                </a:lnTo>
                <a:lnTo>
                  <a:pt x="2602515" y="5314039"/>
                </a:lnTo>
                <a:lnTo>
                  <a:pt x="2609131" y="5301339"/>
                </a:lnTo>
                <a:close/>
              </a:path>
              <a:path w="6655434" h="6988809">
                <a:moveTo>
                  <a:pt x="529317" y="5288639"/>
                </a:moveTo>
                <a:lnTo>
                  <a:pt x="537840" y="5301339"/>
                </a:lnTo>
                <a:lnTo>
                  <a:pt x="523080" y="5314039"/>
                </a:lnTo>
                <a:lnTo>
                  <a:pt x="514563" y="5301339"/>
                </a:lnTo>
                <a:lnTo>
                  <a:pt x="529317" y="5288639"/>
                </a:lnTo>
                <a:close/>
              </a:path>
              <a:path w="6655434" h="6988809">
                <a:moveTo>
                  <a:pt x="1726159" y="5288639"/>
                </a:moveTo>
                <a:lnTo>
                  <a:pt x="1736335" y="5288639"/>
                </a:lnTo>
                <a:lnTo>
                  <a:pt x="1742210" y="5301339"/>
                </a:lnTo>
                <a:lnTo>
                  <a:pt x="1732035" y="5301339"/>
                </a:lnTo>
                <a:lnTo>
                  <a:pt x="1726159" y="5288639"/>
                </a:lnTo>
                <a:close/>
              </a:path>
              <a:path w="6655434" h="6988809">
                <a:moveTo>
                  <a:pt x="2070451" y="5263239"/>
                </a:moveTo>
                <a:lnTo>
                  <a:pt x="2075444" y="5275939"/>
                </a:lnTo>
                <a:lnTo>
                  <a:pt x="2066797" y="5288639"/>
                </a:lnTo>
                <a:lnTo>
                  <a:pt x="2061797" y="5275939"/>
                </a:lnTo>
                <a:lnTo>
                  <a:pt x="2070451" y="5263239"/>
                </a:lnTo>
                <a:close/>
              </a:path>
              <a:path w="6655434" h="6988809">
                <a:moveTo>
                  <a:pt x="849404" y="5275939"/>
                </a:moveTo>
                <a:lnTo>
                  <a:pt x="863649" y="5275939"/>
                </a:lnTo>
                <a:lnTo>
                  <a:pt x="871876" y="5288639"/>
                </a:lnTo>
                <a:lnTo>
                  <a:pt x="857631" y="5288639"/>
                </a:lnTo>
                <a:lnTo>
                  <a:pt x="849404" y="5275939"/>
                </a:lnTo>
                <a:close/>
              </a:path>
              <a:path w="6655434" h="6988809">
                <a:moveTo>
                  <a:pt x="1197874" y="5250539"/>
                </a:moveTo>
                <a:lnTo>
                  <a:pt x="1205514" y="5263239"/>
                </a:lnTo>
                <a:lnTo>
                  <a:pt x="1192276" y="5275939"/>
                </a:lnTo>
                <a:lnTo>
                  <a:pt x="1184642" y="5263239"/>
                </a:lnTo>
                <a:lnTo>
                  <a:pt x="1197874" y="5250539"/>
                </a:lnTo>
                <a:close/>
              </a:path>
              <a:path w="6655434" h="6988809">
                <a:moveTo>
                  <a:pt x="3" y="5263239"/>
                </a:moveTo>
                <a:lnTo>
                  <a:pt x="333" y="5275939"/>
                </a:lnTo>
                <a:lnTo>
                  <a:pt x="3" y="5275939"/>
                </a:lnTo>
                <a:lnTo>
                  <a:pt x="3" y="5263239"/>
                </a:lnTo>
                <a:close/>
              </a:path>
              <a:path w="6655434" h="6988809">
                <a:moveTo>
                  <a:pt x="2397034" y="5250539"/>
                </a:moveTo>
                <a:lnTo>
                  <a:pt x="2404669" y="5250539"/>
                </a:lnTo>
                <a:lnTo>
                  <a:pt x="2409076" y="5263239"/>
                </a:lnTo>
                <a:lnTo>
                  <a:pt x="2401441" y="5263239"/>
                </a:lnTo>
                <a:lnTo>
                  <a:pt x="2397034" y="5250539"/>
                </a:lnTo>
                <a:close/>
              </a:path>
              <a:path w="6655434" h="6988809">
                <a:moveTo>
                  <a:pt x="308684" y="5237839"/>
                </a:moveTo>
                <a:lnTo>
                  <a:pt x="324967" y="5237839"/>
                </a:lnTo>
                <a:lnTo>
                  <a:pt x="334367" y="5250539"/>
                </a:lnTo>
                <a:lnTo>
                  <a:pt x="318084" y="5263239"/>
                </a:lnTo>
                <a:lnTo>
                  <a:pt x="308684" y="5237839"/>
                </a:lnTo>
                <a:close/>
              </a:path>
              <a:path w="6655434" h="6988809">
                <a:moveTo>
                  <a:pt x="1520281" y="5237839"/>
                </a:moveTo>
                <a:lnTo>
                  <a:pt x="1538743" y="5237839"/>
                </a:lnTo>
                <a:lnTo>
                  <a:pt x="1527039" y="5250539"/>
                </a:lnTo>
                <a:lnTo>
                  <a:pt x="1520281" y="5237839"/>
                </a:lnTo>
                <a:close/>
              </a:path>
              <a:path w="6655434" h="6988809">
                <a:moveTo>
                  <a:pt x="2738892" y="5225139"/>
                </a:moveTo>
                <a:lnTo>
                  <a:pt x="2742712" y="5237839"/>
                </a:lnTo>
                <a:lnTo>
                  <a:pt x="2732270" y="5237839"/>
                </a:lnTo>
                <a:lnTo>
                  <a:pt x="2738892" y="5225139"/>
                </a:lnTo>
                <a:close/>
              </a:path>
              <a:path w="6655434" h="6988809">
                <a:moveTo>
                  <a:pt x="659192" y="5212439"/>
                </a:moveTo>
                <a:lnTo>
                  <a:pt x="668006" y="5225139"/>
                </a:lnTo>
                <a:lnTo>
                  <a:pt x="652742" y="5237839"/>
                </a:lnTo>
                <a:lnTo>
                  <a:pt x="643929" y="5225139"/>
                </a:lnTo>
                <a:lnTo>
                  <a:pt x="659192" y="5212439"/>
                </a:lnTo>
                <a:close/>
              </a:path>
              <a:path w="6655434" h="6988809">
                <a:moveTo>
                  <a:pt x="1855919" y="5212439"/>
                </a:moveTo>
                <a:lnTo>
                  <a:pt x="1866095" y="5212439"/>
                </a:lnTo>
                <a:lnTo>
                  <a:pt x="1871970" y="5225139"/>
                </a:lnTo>
                <a:lnTo>
                  <a:pt x="1861795" y="5225139"/>
                </a:lnTo>
                <a:lnTo>
                  <a:pt x="1855919" y="5212439"/>
                </a:lnTo>
                <a:close/>
              </a:path>
              <a:path w="6655434" h="6988809">
                <a:moveTo>
                  <a:pt x="2191553" y="5199739"/>
                </a:moveTo>
                <a:lnTo>
                  <a:pt x="2205206" y="5199739"/>
                </a:lnTo>
                <a:lnTo>
                  <a:pt x="2196552" y="5212439"/>
                </a:lnTo>
                <a:lnTo>
                  <a:pt x="2191553" y="5199739"/>
                </a:lnTo>
                <a:close/>
              </a:path>
              <a:path w="6655434" h="6988809">
                <a:moveTo>
                  <a:pt x="979160" y="5199739"/>
                </a:moveTo>
                <a:lnTo>
                  <a:pt x="993410" y="5199739"/>
                </a:lnTo>
                <a:lnTo>
                  <a:pt x="1001637" y="5212439"/>
                </a:lnTo>
                <a:lnTo>
                  <a:pt x="987387" y="5212439"/>
                </a:lnTo>
                <a:lnTo>
                  <a:pt x="979160" y="5199739"/>
                </a:lnTo>
                <a:close/>
              </a:path>
              <a:path w="6655434" h="6988809">
                <a:moveTo>
                  <a:pt x="1327630" y="5174339"/>
                </a:moveTo>
                <a:lnTo>
                  <a:pt x="1335270" y="5187039"/>
                </a:lnTo>
                <a:lnTo>
                  <a:pt x="1322038" y="5199739"/>
                </a:lnTo>
                <a:lnTo>
                  <a:pt x="1314404" y="5187039"/>
                </a:lnTo>
                <a:lnTo>
                  <a:pt x="1327630" y="5174339"/>
                </a:lnTo>
                <a:close/>
              </a:path>
              <a:path w="6655434" h="6988809">
                <a:moveTo>
                  <a:pt x="120611" y="5174339"/>
                </a:moveTo>
                <a:lnTo>
                  <a:pt x="130894" y="5199739"/>
                </a:lnTo>
                <a:lnTo>
                  <a:pt x="113083" y="5199739"/>
                </a:lnTo>
                <a:lnTo>
                  <a:pt x="102800" y="5187039"/>
                </a:lnTo>
                <a:lnTo>
                  <a:pt x="120611" y="5174339"/>
                </a:lnTo>
                <a:close/>
              </a:path>
              <a:path w="6655434" h="6988809">
                <a:moveTo>
                  <a:pt x="2526795" y="5174339"/>
                </a:moveTo>
                <a:lnTo>
                  <a:pt x="2534424" y="5174339"/>
                </a:lnTo>
                <a:lnTo>
                  <a:pt x="2538831" y="5187039"/>
                </a:lnTo>
                <a:lnTo>
                  <a:pt x="2531202" y="5187039"/>
                </a:lnTo>
                <a:lnTo>
                  <a:pt x="2526795" y="5174339"/>
                </a:lnTo>
                <a:close/>
              </a:path>
              <a:path w="6655434" h="6988809">
                <a:moveTo>
                  <a:pt x="438043" y="5161639"/>
                </a:moveTo>
                <a:lnTo>
                  <a:pt x="454835" y="5161639"/>
                </a:lnTo>
                <a:lnTo>
                  <a:pt x="464531" y="5174339"/>
                </a:lnTo>
                <a:lnTo>
                  <a:pt x="447739" y="5187039"/>
                </a:lnTo>
                <a:lnTo>
                  <a:pt x="438043" y="5161639"/>
                </a:lnTo>
                <a:close/>
              </a:path>
              <a:path w="6655434" h="6988809">
                <a:moveTo>
                  <a:pt x="1649639" y="5161639"/>
                </a:moveTo>
                <a:lnTo>
                  <a:pt x="1661852" y="5161639"/>
                </a:lnTo>
                <a:lnTo>
                  <a:pt x="1668901" y="5174339"/>
                </a:lnTo>
                <a:lnTo>
                  <a:pt x="1656687" y="5174339"/>
                </a:lnTo>
                <a:lnTo>
                  <a:pt x="1649639" y="5161639"/>
                </a:lnTo>
                <a:close/>
              </a:path>
              <a:path w="6655434" h="6988809">
                <a:moveTo>
                  <a:pt x="789054" y="5136239"/>
                </a:moveTo>
                <a:lnTo>
                  <a:pt x="798163" y="5148939"/>
                </a:lnTo>
                <a:lnTo>
                  <a:pt x="782390" y="5161639"/>
                </a:lnTo>
                <a:lnTo>
                  <a:pt x="773281" y="5148939"/>
                </a:lnTo>
                <a:lnTo>
                  <a:pt x="789054" y="5136239"/>
                </a:lnTo>
                <a:close/>
              </a:path>
              <a:path w="6655434" h="6988809">
                <a:moveTo>
                  <a:pt x="1995856" y="5136239"/>
                </a:moveTo>
                <a:lnTo>
                  <a:pt x="2001732" y="5148939"/>
                </a:lnTo>
                <a:lnTo>
                  <a:pt x="1985680" y="5148939"/>
                </a:lnTo>
                <a:lnTo>
                  <a:pt x="1995856" y="5136239"/>
                </a:lnTo>
                <a:close/>
              </a:path>
              <a:path w="6655434" h="6988809">
                <a:moveTo>
                  <a:pt x="1108518" y="5123539"/>
                </a:moveTo>
                <a:lnTo>
                  <a:pt x="1123272" y="5123539"/>
                </a:lnTo>
                <a:lnTo>
                  <a:pt x="1131795" y="5136239"/>
                </a:lnTo>
                <a:lnTo>
                  <a:pt x="1117035" y="5148939"/>
                </a:lnTo>
                <a:lnTo>
                  <a:pt x="1108518" y="5123539"/>
                </a:lnTo>
                <a:close/>
              </a:path>
              <a:path w="6655434" h="6988809">
                <a:moveTo>
                  <a:pt x="2321314" y="5123539"/>
                </a:moveTo>
                <a:lnTo>
                  <a:pt x="2334967" y="5123539"/>
                </a:lnTo>
                <a:lnTo>
                  <a:pt x="2326313" y="5136239"/>
                </a:lnTo>
                <a:lnTo>
                  <a:pt x="2321314" y="5123539"/>
                </a:lnTo>
                <a:close/>
              </a:path>
              <a:path w="6655434" h="6988809">
                <a:moveTo>
                  <a:pt x="250372" y="5098139"/>
                </a:moveTo>
                <a:lnTo>
                  <a:pt x="260654" y="5123539"/>
                </a:lnTo>
                <a:lnTo>
                  <a:pt x="242844" y="5136239"/>
                </a:lnTo>
                <a:lnTo>
                  <a:pt x="232561" y="5110839"/>
                </a:lnTo>
                <a:lnTo>
                  <a:pt x="250372" y="5098139"/>
                </a:lnTo>
                <a:close/>
              </a:path>
              <a:path w="6655434" h="6988809">
                <a:moveTo>
                  <a:pt x="1457496" y="5098139"/>
                </a:moveTo>
                <a:lnTo>
                  <a:pt x="1465427" y="5110839"/>
                </a:lnTo>
                <a:lnTo>
                  <a:pt x="1451685" y="5123539"/>
                </a:lnTo>
                <a:lnTo>
                  <a:pt x="1443755" y="5110839"/>
                </a:lnTo>
                <a:lnTo>
                  <a:pt x="1457496" y="5098139"/>
                </a:lnTo>
                <a:close/>
              </a:path>
              <a:path w="6655434" h="6988809">
                <a:moveTo>
                  <a:pt x="2656556" y="5098139"/>
                </a:moveTo>
                <a:lnTo>
                  <a:pt x="2664185" y="5098139"/>
                </a:lnTo>
                <a:lnTo>
                  <a:pt x="2668592" y="5110839"/>
                </a:lnTo>
                <a:lnTo>
                  <a:pt x="2660963" y="5110839"/>
                </a:lnTo>
                <a:lnTo>
                  <a:pt x="2656556" y="5098139"/>
                </a:lnTo>
                <a:close/>
              </a:path>
              <a:path w="6655434" h="6988809">
                <a:moveTo>
                  <a:pt x="584704" y="5085439"/>
                </a:moveTo>
                <a:lnTo>
                  <a:pt x="594691" y="5098139"/>
                </a:lnTo>
                <a:lnTo>
                  <a:pt x="577389" y="5110839"/>
                </a:lnTo>
                <a:lnTo>
                  <a:pt x="567397" y="5098139"/>
                </a:lnTo>
                <a:lnTo>
                  <a:pt x="584704" y="5085439"/>
                </a:lnTo>
                <a:close/>
              </a:path>
              <a:path w="6655434" h="6988809">
                <a:moveTo>
                  <a:pt x="1779399" y="5085439"/>
                </a:moveTo>
                <a:lnTo>
                  <a:pt x="1791606" y="5085439"/>
                </a:lnTo>
                <a:lnTo>
                  <a:pt x="1798655" y="5098139"/>
                </a:lnTo>
                <a:lnTo>
                  <a:pt x="1786447" y="5098139"/>
                </a:lnTo>
                <a:lnTo>
                  <a:pt x="1779399" y="5085439"/>
                </a:lnTo>
                <a:close/>
              </a:path>
              <a:path w="6655434" h="6988809">
                <a:moveTo>
                  <a:pt x="918922" y="5060039"/>
                </a:moveTo>
                <a:lnTo>
                  <a:pt x="928322" y="5085439"/>
                </a:lnTo>
                <a:lnTo>
                  <a:pt x="912039" y="5085439"/>
                </a:lnTo>
                <a:lnTo>
                  <a:pt x="902639" y="5072739"/>
                </a:lnTo>
                <a:lnTo>
                  <a:pt x="918922" y="5060039"/>
                </a:lnTo>
                <a:close/>
              </a:path>
              <a:path w="6655434" h="6988809">
                <a:moveTo>
                  <a:pt x="2125618" y="5060039"/>
                </a:moveTo>
                <a:lnTo>
                  <a:pt x="2131493" y="5072739"/>
                </a:lnTo>
                <a:lnTo>
                  <a:pt x="2115436" y="5072739"/>
                </a:lnTo>
                <a:lnTo>
                  <a:pt x="2125618" y="5060039"/>
                </a:lnTo>
                <a:close/>
              </a:path>
              <a:path w="6655434" h="6988809">
                <a:moveTo>
                  <a:pt x="1238279" y="5047339"/>
                </a:moveTo>
                <a:lnTo>
                  <a:pt x="1253034" y="5047339"/>
                </a:lnTo>
                <a:lnTo>
                  <a:pt x="1261557" y="5060039"/>
                </a:lnTo>
                <a:lnTo>
                  <a:pt x="1246797" y="5072739"/>
                </a:lnTo>
                <a:lnTo>
                  <a:pt x="1238279" y="5047339"/>
                </a:lnTo>
                <a:close/>
              </a:path>
              <a:path w="6655434" h="6988809">
                <a:moveTo>
                  <a:pt x="45915" y="5047339"/>
                </a:moveTo>
                <a:lnTo>
                  <a:pt x="56784" y="5060039"/>
                </a:lnTo>
                <a:lnTo>
                  <a:pt x="37954" y="5072739"/>
                </a:lnTo>
                <a:lnTo>
                  <a:pt x="27086" y="5060039"/>
                </a:lnTo>
                <a:lnTo>
                  <a:pt x="45915" y="5047339"/>
                </a:lnTo>
                <a:close/>
              </a:path>
              <a:path w="6655434" h="6988809">
                <a:moveTo>
                  <a:pt x="2451075" y="5047339"/>
                </a:moveTo>
                <a:lnTo>
                  <a:pt x="2464722" y="5047339"/>
                </a:lnTo>
                <a:lnTo>
                  <a:pt x="2456074" y="5060039"/>
                </a:lnTo>
                <a:lnTo>
                  <a:pt x="2451075" y="5047339"/>
                </a:lnTo>
                <a:close/>
              </a:path>
              <a:path w="6655434" h="6988809">
                <a:moveTo>
                  <a:pt x="380239" y="5021939"/>
                </a:moveTo>
                <a:lnTo>
                  <a:pt x="390818" y="5047339"/>
                </a:lnTo>
                <a:lnTo>
                  <a:pt x="372498" y="5060039"/>
                </a:lnTo>
                <a:lnTo>
                  <a:pt x="361920" y="5034639"/>
                </a:lnTo>
                <a:lnTo>
                  <a:pt x="380239" y="5021939"/>
                </a:lnTo>
                <a:close/>
              </a:path>
              <a:path w="6655434" h="6988809">
                <a:moveTo>
                  <a:pt x="1587251" y="5021939"/>
                </a:moveTo>
                <a:lnTo>
                  <a:pt x="1595182" y="5034639"/>
                </a:lnTo>
                <a:lnTo>
                  <a:pt x="1581446" y="5047339"/>
                </a:lnTo>
                <a:lnTo>
                  <a:pt x="1573515" y="5034639"/>
                </a:lnTo>
                <a:lnTo>
                  <a:pt x="1587251" y="5021939"/>
                </a:lnTo>
                <a:close/>
              </a:path>
              <a:path w="6655434" h="6988809">
                <a:moveTo>
                  <a:pt x="2793946" y="5021939"/>
                </a:moveTo>
                <a:lnTo>
                  <a:pt x="2798353" y="5034639"/>
                </a:lnTo>
                <a:lnTo>
                  <a:pt x="2786311" y="5034639"/>
                </a:lnTo>
                <a:lnTo>
                  <a:pt x="2793946" y="5021939"/>
                </a:lnTo>
                <a:close/>
              </a:path>
              <a:path w="6655434" h="6988809">
                <a:moveTo>
                  <a:pt x="714565" y="5009239"/>
                </a:moveTo>
                <a:lnTo>
                  <a:pt x="724848" y="5021939"/>
                </a:lnTo>
                <a:lnTo>
                  <a:pt x="707037" y="5034639"/>
                </a:lnTo>
                <a:lnTo>
                  <a:pt x="696755" y="5021939"/>
                </a:lnTo>
                <a:lnTo>
                  <a:pt x="714565" y="5009239"/>
                </a:lnTo>
                <a:close/>
              </a:path>
              <a:path w="6655434" h="6988809">
                <a:moveTo>
                  <a:pt x="1909154" y="5009239"/>
                </a:moveTo>
                <a:lnTo>
                  <a:pt x="1921368" y="5009239"/>
                </a:lnTo>
                <a:lnTo>
                  <a:pt x="1928416" y="5021939"/>
                </a:lnTo>
                <a:lnTo>
                  <a:pt x="1916203" y="5021939"/>
                </a:lnTo>
                <a:lnTo>
                  <a:pt x="1909154" y="5009239"/>
                </a:lnTo>
                <a:close/>
              </a:path>
              <a:path w="6655434" h="6988809">
                <a:moveTo>
                  <a:pt x="2255372" y="4983839"/>
                </a:moveTo>
                <a:lnTo>
                  <a:pt x="2261248" y="4996539"/>
                </a:lnTo>
                <a:lnTo>
                  <a:pt x="2251072" y="5009239"/>
                </a:lnTo>
                <a:lnTo>
                  <a:pt x="2245196" y="4996539"/>
                </a:lnTo>
                <a:lnTo>
                  <a:pt x="2255372" y="4983839"/>
                </a:lnTo>
                <a:close/>
              </a:path>
              <a:path w="6655434" h="6988809">
                <a:moveTo>
                  <a:pt x="1048677" y="4983839"/>
                </a:moveTo>
                <a:lnTo>
                  <a:pt x="1058083" y="5009239"/>
                </a:lnTo>
                <a:lnTo>
                  <a:pt x="1041800" y="5009239"/>
                </a:lnTo>
                <a:lnTo>
                  <a:pt x="1032400" y="4996539"/>
                </a:lnTo>
                <a:lnTo>
                  <a:pt x="1048677" y="4983839"/>
                </a:lnTo>
                <a:close/>
              </a:path>
              <a:path w="6655434" h="6988809">
                <a:moveTo>
                  <a:pt x="1382795" y="4971139"/>
                </a:moveTo>
                <a:lnTo>
                  <a:pt x="1391318" y="4983839"/>
                </a:lnTo>
                <a:lnTo>
                  <a:pt x="1376557" y="4996539"/>
                </a:lnTo>
                <a:lnTo>
                  <a:pt x="1368040" y="4983839"/>
                </a:lnTo>
                <a:lnTo>
                  <a:pt x="1382795" y="4971139"/>
                </a:lnTo>
                <a:close/>
              </a:path>
              <a:path w="6655434" h="6988809">
                <a:moveTo>
                  <a:pt x="175889" y="4971139"/>
                </a:moveTo>
                <a:lnTo>
                  <a:pt x="187344" y="4996539"/>
                </a:lnTo>
                <a:lnTo>
                  <a:pt x="167502" y="4996539"/>
                </a:lnTo>
                <a:lnTo>
                  <a:pt x="156041" y="4983839"/>
                </a:lnTo>
                <a:lnTo>
                  <a:pt x="175889" y="4971139"/>
                </a:lnTo>
                <a:close/>
              </a:path>
              <a:path w="6655434" h="6988809">
                <a:moveTo>
                  <a:pt x="2580835" y="4971139"/>
                </a:moveTo>
                <a:lnTo>
                  <a:pt x="2589483" y="4971139"/>
                </a:lnTo>
                <a:lnTo>
                  <a:pt x="2594482" y="4983839"/>
                </a:lnTo>
                <a:lnTo>
                  <a:pt x="2585828" y="4983839"/>
                </a:lnTo>
                <a:lnTo>
                  <a:pt x="2580835" y="4971139"/>
                </a:lnTo>
                <a:close/>
              </a:path>
              <a:path w="6655434" h="6988809">
                <a:moveTo>
                  <a:pt x="510109" y="4945739"/>
                </a:moveTo>
                <a:lnTo>
                  <a:pt x="520977" y="4971139"/>
                </a:lnTo>
                <a:lnTo>
                  <a:pt x="502148" y="4983839"/>
                </a:lnTo>
                <a:lnTo>
                  <a:pt x="491279" y="4958439"/>
                </a:lnTo>
                <a:lnTo>
                  <a:pt x="510109" y="4945739"/>
                </a:lnTo>
                <a:close/>
              </a:path>
              <a:path w="6655434" h="6988809">
                <a:moveTo>
                  <a:pt x="1717011" y="4945739"/>
                </a:moveTo>
                <a:lnTo>
                  <a:pt x="1724942" y="4958439"/>
                </a:lnTo>
                <a:lnTo>
                  <a:pt x="1711206" y="4971139"/>
                </a:lnTo>
                <a:lnTo>
                  <a:pt x="1703275" y="4958439"/>
                </a:lnTo>
                <a:lnTo>
                  <a:pt x="1717011" y="4945739"/>
                </a:lnTo>
                <a:close/>
              </a:path>
              <a:path w="6655434" h="6988809">
                <a:moveTo>
                  <a:pt x="844327" y="4933039"/>
                </a:moveTo>
                <a:lnTo>
                  <a:pt x="854609" y="4945739"/>
                </a:lnTo>
                <a:lnTo>
                  <a:pt x="836799" y="4958439"/>
                </a:lnTo>
                <a:lnTo>
                  <a:pt x="826516" y="4945739"/>
                </a:lnTo>
                <a:lnTo>
                  <a:pt x="844327" y="4933039"/>
                </a:lnTo>
                <a:close/>
              </a:path>
              <a:path w="6655434" h="6988809">
                <a:moveTo>
                  <a:pt x="2038916" y="4933039"/>
                </a:moveTo>
                <a:lnTo>
                  <a:pt x="2051130" y="4933039"/>
                </a:lnTo>
                <a:lnTo>
                  <a:pt x="2058178" y="4945739"/>
                </a:lnTo>
                <a:lnTo>
                  <a:pt x="2045965" y="4945739"/>
                </a:lnTo>
                <a:lnTo>
                  <a:pt x="2038916" y="4933039"/>
                </a:lnTo>
                <a:close/>
              </a:path>
              <a:path w="6655434" h="6988809">
                <a:moveTo>
                  <a:pt x="1178551" y="4907639"/>
                </a:moveTo>
                <a:lnTo>
                  <a:pt x="1188248" y="4933039"/>
                </a:lnTo>
                <a:lnTo>
                  <a:pt x="1171450" y="4945739"/>
                </a:lnTo>
                <a:lnTo>
                  <a:pt x="1161759" y="4920339"/>
                </a:lnTo>
                <a:lnTo>
                  <a:pt x="1178551" y="4907639"/>
                </a:lnTo>
                <a:close/>
              </a:path>
              <a:path w="6655434" h="6988809">
                <a:moveTo>
                  <a:pt x="2385133" y="4907639"/>
                </a:moveTo>
                <a:lnTo>
                  <a:pt x="2391009" y="4920339"/>
                </a:lnTo>
                <a:lnTo>
                  <a:pt x="2380833" y="4933039"/>
                </a:lnTo>
                <a:lnTo>
                  <a:pt x="2374958" y="4920339"/>
                </a:lnTo>
                <a:lnTo>
                  <a:pt x="2385133" y="4907639"/>
                </a:lnTo>
                <a:close/>
              </a:path>
              <a:path w="6655434" h="6988809">
                <a:moveTo>
                  <a:pt x="305751" y="4894939"/>
                </a:moveTo>
                <a:lnTo>
                  <a:pt x="317503" y="4920339"/>
                </a:lnTo>
                <a:lnTo>
                  <a:pt x="297151" y="4933039"/>
                </a:lnTo>
                <a:lnTo>
                  <a:pt x="285399" y="4907639"/>
                </a:lnTo>
                <a:lnTo>
                  <a:pt x="305751" y="4894939"/>
                </a:lnTo>
                <a:close/>
              </a:path>
              <a:path w="6655434" h="6988809">
                <a:moveTo>
                  <a:pt x="1512656" y="4894939"/>
                </a:moveTo>
                <a:lnTo>
                  <a:pt x="1521469" y="4907639"/>
                </a:lnTo>
                <a:lnTo>
                  <a:pt x="1506206" y="4920339"/>
                </a:lnTo>
                <a:lnTo>
                  <a:pt x="1497392" y="4907639"/>
                </a:lnTo>
                <a:lnTo>
                  <a:pt x="1512656" y="4894939"/>
                </a:lnTo>
                <a:close/>
              </a:path>
              <a:path w="6655434" h="6988809">
                <a:moveTo>
                  <a:pt x="2710590" y="4894939"/>
                </a:moveTo>
                <a:lnTo>
                  <a:pt x="2719244" y="4894939"/>
                </a:lnTo>
                <a:lnTo>
                  <a:pt x="2724237" y="4907639"/>
                </a:lnTo>
                <a:lnTo>
                  <a:pt x="2715583" y="4907639"/>
                </a:lnTo>
                <a:lnTo>
                  <a:pt x="2710590" y="4894939"/>
                </a:lnTo>
                <a:close/>
              </a:path>
              <a:path w="6655434" h="6988809">
                <a:moveTo>
                  <a:pt x="620638" y="4882239"/>
                </a:moveTo>
                <a:lnTo>
                  <a:pt x="639970" y="4882239"/>
                </a:lnTo>
                <a:lnTo>
                  <a:pt x="651135" y="4894939"/>
                </a:lnTo>
                <a:lnTo>
                  <a:pt x="631802" y="4907639"/>
                </a:lnTo>
                <a:lnTo>
                  <a:pt x="620638" y="4882239"/>
                </a:lnTo>
                <a:close/>
              </a:path>
              <a:path w="6655434" h="6988809">
                <a:moveTo>
                  <a:pt x="1846772" y="4869539"/>
                </a:moveTo>
                <a:lnTo>
                  <a:pt x="1854703" y="4894939"/>
                </a:lnTo>
                <a:lnTo>
                  <a:pt x="1840967" y="4894939"/>
                </a:lnTo>
                <a:lnTo>
                  <a:pt x="1833037" y="4882239"/>
                </a:lnTo>
                <a:lnTo>
                  <a:pt x="1846772" y="4869539"/>
                </a:lnTo>
                <a:close/>
              </a:path>
              <a:path w="6655434" h="6988809">
                <a:moveTo>
                  <a:pt x="2180890" y="4856839"/>
                </a:moveTo>
                <a:lnTo>
                  <a:pt x="2187938" y="4869539"/>
                </a:lnTo>
                <a:lnTo>
                  <a:pt x="2175725" y="4882239"/>
                </a:lnTo>
                <a:lnTo>
                  <a:pt x="2168676" y="4869539"/>
                </a:lnTo>
                <a:lnTo>
                  <a:pt x="2180890" y="4856839"/>
                </a:lnTo>
                <a:close/>
              </a:path>
              <a:path w="6655434" h="6988809">
                <a:moveTo>
                  <a:pt x="974194" y="4856839"/>
                </a:moveTo>
                <a:lnTo>
                  <a:pt x="984773" y="4869539"/>
                </a:lnTo>
                <a:lnTo>
                  <a:pt x="966453" y="4882239"/>
                </a:lnTo>
                <a:lnTo>
                  <a:pt x="955875" y="4869539"/>
                </a:lnTo>
                <a:lnTo>
                  <a:pt x="974194" y="4856839"/>
                </a:lnTo>
                <a:close/>
              </a:path>
              <a:path w="6655434" h="6988809">
                <a:moveTo>
                  <a:pt x="1291520" y="4844139"/>
                </a:moveTo>
                <a:lnTo>
                  <a:pt x="1308306" y="4844139"/>
                </a:lnTo>
                <a:lnTo>
                  <a:pt x="1318002" y="4856839"/>
                </a:lnTo>
                <a:lnTo>
                  <a:pt x="1301211" y="4869539"/>
                </a:lnTo>
                <a:lnTo>
                  <a:pt x="1291520" y="4844139"/>
                </a:lnTo>
                <a:close/>
              </a:path>
              <a:path w="6655434" h="6988809">
                <a:moveTo>
                  <a:pt x="101288" y="4844139"/>
                </a:moveTo>
                <a:lnTo>
                  <a:pt x="113632" y="4856839"/>
                </a:lnTo>
                <a:lnTo>
                  <a:pt x="92261" y="4869539"/>
                </a:lnTo>
                <a:lnTo>
                  <a:pt x="79918" y="4856839"/>
                </a:lnTo>
                <a:lnTo>
                  <a:pt x="101288" y="4844139"/>
                </a:lnTo>
                <a:close/>
              </a:path>
              <a:path w="6655434" h="6988809">
                <a:moveTo>
                  <a:pt x="2504712" y="4844139"/>
                </a:moveTo>
                <a:lnTo>
                  <a:pt x="2520770" y="4844139"/>
                </a:lnTo>
                <a:lnTo>
                  <a:pt x="2510588" y="4856839"/>
                </a:lnTo>
                <a:lnTo>
                  <a:pt x="2504712" y="4844139"/>
                </a:lnTo>
                <a:close/>
              </a:path>
              <a:path w="6655434" h="6988809">
                <a:moveTo>
                  <a:pt x="435620" y="4818739"/>
                </a:moveTo>
                <a:lnTo>
                  <a:pt x="447668" y="4844139"/>
                </a:lnTo>
                <a:lnTo>
                  <a:pt x="426801" y="4856839"/>
                </a:lnTo>
                <a:lnTo>
                  <a:pt x="414759" y="4831439"/>
                </a:lnTo>
                <a:lnTo>
                  <a:pt x="435620" y="4818739"/>
                </a:lnTo>
                <a:close/>
              </a:path>
              <a:path w="6655434" h="6988809">
                <a:moveTo>
                  <a:pt x="1642416" y="4818739"/>
                </a:moveTo>
                <a:lnTo>
                  <a:pt x="1651229" y="4831439"/>
                </a:lnTo>
                <a:lnTo>
                  <a:pt x="1635966" y="4844139"/>
                </a:lnTo>
                <a:lnTo>
                  <a:pt x="1627153" y="4831439"/>
                </a:lnTo>
                <a:lnTo>
                  <a:pt x="1642416" y="4818739"/>
                </a:lnTo>
                <a:close/>
              </a:path>
              <a:path w="6655434" h="6988809">
                <a:moveTo>
                  <a:pt x="769731" y="4806039"/>
                </a:moveTo>
                <a:lnTo>
                  <a:pt x="780896" y="4818739"/>
                </a:lnTo>
                <a:lnTo>
                  <a:pt x="761557" y="4831439"/>
                </a:lnTo>
                <a:lnTo>
                  <a:pt x="750392" y="4818739"/>
                </a:lnTo>
                <a:lnTo>
                  <a:pt x="769731" y="4806039"/>
                </a:lnTo>
                <a:close/>
              </a:path>
              <a:path w="6655434" h="6988809">
                <a:moveTo>
                  <a:pt x="1962793" y="4806039"/>
                </a:moveTo>
                <a:lnTo>
                  <a:pt x="1976534" y="4806039"/>
                </a:lnTo>
                <a:lnTo>
                  <a:pt x="1984465" y="4818739"/>
                </a:lnTo>
                <a:lnTo>
                  <a:pt x="1970723" y="4818739"/>
                </a:lnTo>
                <a:lnTo>
                  <a:pt x="1962793" y="4806039"/>
                </a:lnTo>
                <a:close/>
              </a:path>
              <a:path w="6655434" h="6988809">
                <a:moveTo>
                  <a:pt x="2310645" y="4780639"/>
                </a:moveTo>
                <a:lnTo>
                  <a:pt x="2317694" y="4793339"/>
                </a:lnTo>
                <a:lnTo>
                  <a:pt x="2305486" y="4806039"/>
                </a:lnTo>
                <a:lnTo>
                  <a:pt x="2298437" y="4793339"/>
                </a:lnTo>
                <a:lnTo>
                  <a:pt x="2310645" y="4780639"/>
                </a:lnTo>
                <a:close/>
              </a:path>
              <a:path w="6655434" h="6988809">
                <a:moveTo>
                  <a:pt x="1103950" y="4780639"/>
                </a:moveTo>
                <a:lnTo>
                  <a:pt x="1114529" y="4806039"/>
                </a:lnTo>
                <a:lnTo>
                  <a:pt x="1096215" y="4806039"/>
                </a:lnTo>
                <a:lnTo>
                  <a:pt x="1085636" y="4793339"/>
                </a:lnTo>
                <a:lnTo>
                  <a:pt x="1103950" y="4780639"/>
                </a:lnTo>
                <a:close/>
              </a:path>
              <a:path w="6655434" h="6988809">
                <a:moveTo>
                  <a:pt x="1420872" y="4767939"/>
                </a:moveTo>
                <a:lnTo>
                  <a:pt x="1438173" y="4767939"/>
                </a:lnTo>
                <a:lnTo>
                  <a:pt x="1448166" y="4780639"/>
                </a:lnTo>
                <a:lnTo>
                  <a:pt x="1430864" y="4793339"/>
                </a:lnTo>
                <a:lnTo>
                  <a:pt x="1420872" y="4767939"/>
                </a:lnTo>
                <a:close/>
              </a:path>
              <a:path w="6655434" h="6988809">
                <a:moveTo>
                  <a:pt x="231162" y="4767939"/>
                </a:moveTo>
                <a:lnTo>
                  <a:pt x="243791" y="4780639"/>
                </a:lnTo>
                <a:lnTo>
                  <a:pt x="221910" y="4793339"/>
                </a:lnTo>
                <a:lnTo>
                  <a:pt x="209277" y="4780639"/>
                </a:lnTo>
                <a:lnTo>
                  <a:pt x="231162" y="4767939"/>
                </a:lnTo>
                <a:close/>
              </a:path>
              <a:path w="6655434" h="6988809">
                <a:moveTo>
                  <a:pt x="2634473" y="4767939"/>
                </a:moveTo>
                <a:lnTo>
                  <a:pt x="2650525" y="4767939"/>
                </a:lnTo>
                <a:lnTo>
                  <a:pt x="2640349" y="4780639"/>
                </a:lnTo>
                <a:lnTo>
                  <a:pt x="2634473" y="4767939"/>
                </a:lnTo>
                <a:close/>
              </a:path>
              <a:path w="6655434" h="6988809">
                <a:moveTo>
                  <a:pt x="565488" y="4742539"/>
                </a:moveTo>
                <a:lnTo>
                  <a:pt x="577831" y="4767939"/>
                </a:lnTo>
                <a:lnTo>
                  <a:pt x="556455" y="4780639"/>
                </a:lnTo>
                <a:lnTo>
                  <a:pt x="544112" y="4755239"/>
                </a:lnTo>
                <a:lnTo>
                  <a:pt x="565488" y="4742539"/>
                </a:lnTo>
                <a:close/>
              </a:path>
              <a:path w="6655434" h="6988809">
                <a:moveTo>
                  <a:pt x="1772177" y="4742539"/>
                </a:moveTo>
                <a:lnTo>
                  <a:pt x="1780991" y="4755239"/>
                </a:lnTo>
                <a:lnTo>
                  <a:pt x="1765727" y="4767939"/>
                </a:lnTo>
                <a:lnTo>
                  <a:pt x="1756914" y="4755239"/>
                </a:lnTo>
                <a:lnTo>
                  <a:pt x="1772177" y="4742539"/>
                </a:lnTo>
                <a:close/>
              </a:path>
              <a:path w="6655434" h="6988809">
                <a:moveTo>
                  <a:pt x="899599" y="4729839"/>
                </a:moveTo>
                <a:lnTo>
                  <a:pt x="911054" y="4742539"/>
                </a:lnTo>
                <a:lnTo>
                  <a:pt x="891212" y="4755239"/>
                </a:lnTo>
                <a:lnTo>
                  <a:pt x="879751" y="4742539"/>
                </a:lnTo>
                <a:lnTo>
                  <a:pt x="899599" y="4729839"/>
                </a:lnTo>
                <a:close/>
              </a:path>
              <a:path w="6655434" h="6988809">
                <a:moveTo>
                  <a:pt x="2092553" y="4729839"/>
                </a:moveTo>
                <a:lnTo>
                  <a:pt x="2106294" y="4729839"/>
                </a:lnTo>
                <a:lnTo>
                  <a:pt x="2114225" y="4742539"/>
                </a:lnTo>
                <a:lnTo>
                  <a:pt x="2100484" y="4742539"/>
                </a:lnTo>
                <a:lnTo>
                  <a:pt x="2092553" y="4729839"/>
                </a:lnTo>
                <a:close/>
              </a:path>
              <a:path w="6655434" h="6988809">
                <a:moveTo>
                  <a:pt x="1233711" y="4704439"/>
                </a:moveTo>
                <a:lnTo>
                  <a:pt x="1244290" y="4729839"/>
                </a:lnTo>
                <a:lnTo>
                  <a:pt x="1225976" y="4742539"/>
                </a:lnTo>
                <a:lnTo>
                  <a:pt x="1215397" y="4717139"/>
                </a:lnTo>
                <a:lnTo>
                  <a:pt x="1233711" y="4704439"/>
                </a:lnTo>
                <a:close/>
              </a:path>
              <a:path w="6655434" h="6988809">
                <a:moveTo>
                  <a:pt x="26699" y="4704439"/>
                </a:moveTo>
                <a:lnTo>
                  <a:pt x="39920" y="4729839"/>
                </a:lnTo>
                <a:lnTo>
                  <a:pt x="17021" y="4742539"/>
                </a:lnTo>
                <a:lnTo>
                  <a:pt x="3801" y="4717139"/>
                </a:lnTo>
                <a:lnTo>
                  <a:pt x="26699" y="4704439"/>
                </a:lnTo>
                <a:close/>
              </a:path>
              <a:path w="6655434" h="6988809">
                <a:moveTo>
                  <a:pt x="2440406" y="4704439"/>
                </a:moveTo>
                <a:lnTo>
                  <a:pt x="2447454" y="4717139"/>
                </a:lnTo>
                <a:lnTo>
                  <a:pt x="2435241" y="4729839"/>
                </a:lnTo>
                <a:lnTo>
                  <a:pt x="2428192" y="4717139"/>
                </a:lnTo>
                <a:lnTo>
                  <a:pt x="2440406" y="4704439"/>
                </a:lnTo>
                <a:close/>
              </a:path>
              <a:path w="6655434" h="6988809">
                <a:moveTo>
                  <a:pt x="361025" y="4691739"/>
                </a:moveTo>
                <a:lnTo>
                  <a:pt x="373955" y="4717139"/>
                </a:lnTo>
                <a:lnTo>
                  <a:pt x="351561" y="4729839"/>
                </a:lnTo>
                <a:lnTo>
                  <a:pt x="338636" y="4704439"/>
                </a:lnTo>
                <a:lnTo>
                  <a:pt x="361025" y="4691739"/>
                </a:lnTo>
                <a:close/>
              </a:path>
              <a:path w="6655434" h="6988809">
                <a:moveTo>
                  <a:pt x="1567928" y="4691739"/>
                </a:moveTo>
                <a:lnTo>
                  <a:pt x="1577920" y="4704439"/>
                </a:lnTo>
                <a:lnTo>
                  <a:pt x="1560619" y="4717139"/>
                </a:lnTo>
                <a:lnTo>
                  <a:pt x="1550632" y="4704439"/>
                </a:lnTo>
                <a:lnTo>
                  <a:pt x="1567928" y="4691739"/>
                </a:lnTo>
                <a:close/>
              </a:path>
              <a:path w="6655434" h="6988809">
                <a:moveTo>
                  <a:pt x="2764631" y="4691739"/>
                </a:moveTo>
                <a:lnTo>
                  <a:pt x="2774297" y="4691739"/>
                </a:lnTo>
                <a:lnTo>
                  <a:pt x="2779883" y="4704439"/>
                </a:lnTo>
                <a:lnTo>
                  <a:pt x="2770210" y="4704439"/>
                </a:lnTo>
                <a:lnTo>
                  <a:pt x="2764631" y="4691739"/>
                </a:lnTo>
                <a:close/>
              </a:path>
              <a:path w="6655434" h="6988809">
                <a:moveTo>
                  <a:pt x="695243" y="4666339"/>
                </a:moveTo>
                <a:lnTo>
                  <a:pt x="707587" y="4691739"/>
                </a:lnTo>
                <a:lnTo>
                  <a:pt x="686216" y="4704439"/>
                </a:lnTo>
                <a:lnTo>
                  <a:pt x="673873" y="4679039"/>
                </a:lnTo>
                <a:lnTo>
                  <a:pt x="695243" y="4666339"/>
                </a:lnTo>
                <a:close/>
              </a:path>
              <a:path w="6655434" h="6988809">
                <a:moveTo>
                  <a:pt x="1901939" y="4666339"/>
                </a:moveTo>
                <a:lnTo>
                  <a:pt x="1910752" y="4679039"/>
                </a:lnTo>
                <a:lnTo>
                  <a:pt x="1895483" y="4691739"/>
                </a:lnTo>
                <a:lnTo>
                  <a:pt x="1886669" y="4679039"/>
                </a:lnTo>
                <a:lnTo>
                  <a:pt x="1901939" y="4666339"/>
                </a:lnTo>
                <a:close/>
              </a:path>
              <a:path w="6655434" h="6988809">
                <a:moveTo>
                  <a:pt x="1029468" y="4653639"/>
                </a:moveTo>
                <a:lnTo>
                  <a:pt x="1041219" y="4666339"/>
                </a:lnTo>
                <a:lnTo>
                  <a:pt x="1020867" y="4679039"/>
                </a:lnTo>
                <a:lnTo>
                  <a:pt x="1009116" y="4666339"/>
                </a:lnTo>
                <a:lnTo>
                  <a:pt x="1029468" y="4653639"/>
                </a:lnTo>
                <a:close/>
              </a:path>
              <a:path w="6655434" h="6988809">
                <a:moveTo>
                  <a:pt x="2222314" y="4653639"/>
                </a:moveTo>
                <a:lnTo>
                  <a:pt x="2236050" y="4653639"/>
                </a:lnTo>
                <a:lnTo>
                  <a:pt x="2243981" y="4666339"/>
                </a:lnTo>
                <a:lnTo>
                  <a:pt x="2230245" y="4666339"/>
                </a:lnTo>
                <a:lnTo>
                  <a:pt x="2222314" y="4653639"/>
                </a:lnTo>
                <a:close/>
              </a:path>
              <a:path w="6655434" h="6988809">
                <a:moveTo>
                  <a:pt x="1363578" y="4628239"/>
                </a:moveTo>
                <a:lnTo>
                  <a:pt x="1374447" y="4653639"/>
                </a:lnTo>
                <a:lnTo>
                  <a:pt x="1355623" y="4666339"/>
                </a:lnTo>
                <a:lnTo>
                  <a:pt x="1344755" y="4640939"/>
                </a:lnTo>
                <a:lnTo>
                  <a:pt x="1363578" y="4628239"/>
                </a:lnTo>
                <a:close/>
              </a:path>
              <a:path w="6655434" h="6988809">
                <a:moveTo>
                  <a:pt x="156674" y="4628239"/>
                </a:moveTo>
                <a:lnTo>
                  <a:pt x="170481" y="4653639"/>
                </a:lnTo>
                <a:lnTo>
                  <a:pt x="146563" y="4666339"/>
                </a:lnTo>
                <a:lnTo>
                  <a:pt x="132757" y="4640939"/>
                </a:lnTo>
                <a:lnTo>
                  <a:pt x="156674" y="4628239"/>
                </a:lnTo>
                <a:close/>
              </a:path>
              <a:path w="6655434" h="6988809">
                <a:moveTo>
                  <a:pt x="2570054" y="4628239"/>
                </a:moveTo>
                <a:lnTo>
                  <a:pt x="2576812" y="4640939"/>
                </a:lnTo>
                <a:lnTo>
                  <a:pt x="2565108" y="4653639"/>
                </a:lnTo>
                <a:lnTo>
                  <a:pt x="2558350" y="4640939"/>
                </a:lnTo>
                <a:lnTo>
                  <a:pt x="2570054" y="4628239"/>
                </a:lnTo>
                <a:close/>
              </a:path>
              <a:path w="6655434" h="6988809">
                <a:moveTo>
                  <a:pt x="490893" y="4615539"/>
                </a:moveTo>
                <a:lnTo>
                  <a:pt x="504113" y="4640939"/>
                </a:lnTo>
                <a:lnTo>
                  <a:pt x="481214" y="4653639"/>
                </a:lnTo>
                <a:lnTo>
                  <a:pt x="467994" y="4628239"/>
                </a:lnTo>
                <a:lnTo>
                  <a:pt x="490893" y="4615539"/>
                </a:lnTo>
                <a:close/>
              </a:path>
              <a:path w="6655434" h="6988809">
                <a:moveTo>
                  <a:pt x="1697689" y="4615539"/>
                </a:moveTo>
                <a:lnTo>
                  <a:pt x="1707681" y="4628239"/>
                </a:lnTo>
                <a:lnTo>
                  <a:pt x="1690374" y="4640939"/>
                </a:lnTo>
                <a:lnTo>
                  <a:pt x="1680388" y="4628239"/>
                </a:lnTo>
                <a:lnTo>
                  <a:pt x="1697689" y="4615539"/>
                </a:lnTo>
                <a:close/>
              </a:path>
              <a:path w="6655434" h="6988809">
                <a:moveTo>
                  <a:pt x="825111" y="4590139"/>
                </a:moveTo>
                <a:lnTo>
                  <a:pt x="837745" y="4615539"/>
                </a:lnTo>
                <a:lnTo>
                  <a:pt x="815865" y="4628239"/>
                </a:lnTo>
                <a:lnTo>
                  <a:pt x="803231" y="4602839"/>
                </a:lnTo>
                <a:lnTo>
                  <a:pt x="825111" y="4590139"/>
                </a:lnTo>
                <a:close/>
              </a:path>
              <a:path w="6655434" h="6988809">
                <a:moveTo>
                  <a:pt x="2031693" y="4590139"/>
                </a:moveTo>
                <a:lnTo>
                  <a:pt x="2040507" y="4615539"/>
                </a:lnTo>
                <a:lnTo>
                  <a:pt x="2025243" y="4615539"/>
                </a:lnTo>
                <a:lnTo>
                  <a:pt x="2016430" y="4602839"/>
                </a:lnTo>
                <a:lnTo>
                  <a:pt x="2031693" y="4590139"/>
                </a:lnTo>
                <a:close/>
              </a:path>
              <a:path w="6655434" h="6988809">
                <a:moveTo>
                  <a:pt x="2365811" y="4577439"/>
                </a:moveTo>
                <a:lnTo>
                  <a:pt x="2373741" y="4590139"/>
                </a:lnTo>
                <a:lnTo>
                  <a:pt x="2360000" y="4602839"/>
                </a:lnTo>
                <a:lnTo>
                  <a:pt x="2352069" y="4590139"/>
                </a:lnTo>
                <a:lnTo>
                  <a:pt x="2365811" y="4577439"/>
                </a:lnTo>
                <a:close/>
              </a:path>
              <a:path w="6655434" h="6988809">
                <a:moveTo>
                  <a:pt x="1159229" y="4577439"/>
                </a:moveTo>
                <a:lnTo>
                  <a:pt x="1170980" y="4590139"/>
                </a:lnTo>
                <a:lnTo>
                  <a:pt x="1150622" y="4602839"/>
                </a:lnTo>
                <a:lnTo>
                  <a:pt x="1138871" y="4590139"/>
                </a:lnTo>
                <a:lnTo>
                  <a:pt x="1159229" y="4577439"/>
                </a:lnTo>
                <a:close/>
              </a:path>
              <a:path w="6655434" h="6988809">
                <a:moveTo>
                  <a:pt x="286543" y="4552039"/>
                </a:moveTo>
                <a:lnTo>
                  <a:pt x="300645" y="4577439"/>
                </a:lnTo>
                <a:lnTo>
                  <a:pt x="276219" y="4602839"/>
                </a:lnTo>
                <a:lnTo>
                  <a:pt x="262116" y="4577439"/>
                </a:lnTo>
                <a:lnTo>
                  <a:pt x="286543" y="4552039"/>
                </a:lnTo>
                <a:close/>
              </a:path>
              <a:path w="6655434" h="6988809">
                <a:moveTo>
                  <a:pt x="1493339" y="4552039"/>
                </a:moveTo>
                <a:lnTo>
                  <a:pt x="1504207" y="4577439"/>
                </a:lnTo>
                <a:lnTo>
                  <a:pt x="1485378" y="4590139"/>
                </a:lnTo>
                <a:lnTo>
                  <a:pt x="1474509" y="4564739"/>
                </a:lnTo>
                <a:lnTo>
                  <a:pt x="1493339" y="4552039"/>
                </a:lnTo>
                <a:close/>
              </a:path>
              <a:path w="6655434" h="6988809">
                <a:moveTo>
                  <a:pt x="2699809" y="4552039"/>
                </a:moveTo>
                <a:lnTo>
                  <a:pt x="2706567" y="4564739"/>
                </a:lnTo>
                <a:lnTo>
                  <a:pt x="2694869" y="4577439"/>
                </a:lnTo>
                <a:lnTo>
                  <a:pt x="2688111" y="4564739"/>
                </a:lnTo>
                <a:lnTo>
                  <a:pt x="2699809" y="4552039"/>
                </a:lnTo>
                <a:close/>
              </a:path>
              <a:path w="6655434" h="6988809">
                <a:moveTo>
                  <a:pt x="620654" y="4539339"/>
                </a:moveTo>
                <a:lnTo>
                  <a:pt x="633875" y="4564739"/>
                </a:lnTo>
                <a:lnTo>
                  <a:pt x="610976" y="4577439"/>
                </a:lnTo>
                <a:lnTo>
                  <a:pt x="597756" y="4552039"/>
                </a:lnTo>
                <a:lnTo>
                  <a:pt x="620654" y="4539339"/>
                </a:lnTo>
                <a:close/>
              </a:path>
              <a:path w="6655434" h="6988809">
                <a:moveTo>
                  <a:pt x="1827451" y="4539339"/>
                </a:moveTo>
                <a:lnTo>
                  <a:pt x="1837437" y="4552039"/>
                </a:lnTo>
                <a:lnTo>
                  <a:pt x="1820136" y="4564739"/>
                </a:lnTo>
                <a:lnTo>
                  <a:pt x="1810150" y="4552039"/>
                </a:lnTo>
                <a:lnTo>
                  <a:pt x="1827451" y="4539339"/>
                </a:lnTo>
                <a:close/>
              </a:path>
              <a:path w="6655434" h="6988809">
                <a:moveTo>
                  <a:pt x="954873" y="4513939"/>
                </a:moveTo>
                <a:lnTo>
                  <a:pt x="967507" y="4539339"/>
                </a:lnTo>
                <a:lnTo>
                  <a:pt x="945627" y="4552039"/>
                </a:lnTo>
                <a:lnTo>
                  <a:pt x="932993" y="4526639"/>
                </a:lnTo>
                <a:lnTo>
                  <a:pt x="954873" y="4513939"/>
                </a:lnTo>
                <a:close/>
              </a:path>
              <a:path w="6655434" h="6988809">
                <a:moveTo>
                  <a:pt x="2161455" y="4513939"/>
                </a:moveTo>
                <a:lnTo>
                  <a:pt x="2170268" y="4539339"/>
                </a:lnTo>
                <a:lnTo>
                  <a:pt x="2154998" y="4539339"/>
                </a:lnTo>
                <a:lnTo>
                  <a:pt x="2146185" y="4526639"/>
                </a:lnTo>
                <a:lnTo>
                  <a:pt x="2161455" y="4513939"/>
                </a:lnTo>
                <a:close/>
              </a:path>
              <a:path w="6655434" h="6988809">
                <a:moveTo>
                  <a:pt x="1289090" y="4501239"/>
                </a:moveTo>
                <a:lnTo>
                  <a:pt x="1301137" y="4526639"/>
                </a:lnTo>
                <a:lnTo>
                  <a:pt x="1280277" y="4539339"/>
                </a:lnTo>
                <a:lnTo>
                  <a:pt x="1268229" y="4513939"/>
                </a:lnTo>
                <a:lnTo>
                  <a:pt x="1289090" y="4501239"/>
                </a:lnTo>
                <a:close/>
              </a:path>
              <a:path w="6655434" h="6988809">
                <a:moveTo>
                  <a:pt x="82186" y="4501239"/>
                </a:moveTo>
                <a:lnTo>
                  <a:pt x="97171" y="4526639"/>
                </a:lnTo>
                <a:lnTo>
                  <a:pt x="71216" y="4539339"/>
                </a:lnTo>
                <a:lnTo>
                  <a:pt x="56231" y="4513939"/>
                </a:lnTo>
                <a:lnTo>
                  <a:pt x="82186" y="4501239"/>
                </a:lnTo>
                <a:close/>
              </a:path>
              <a:path w="6655434" h="6988809">
                <a:moveTo>
                  <a:pt x="2495565" y="4501239"/>
                </a:moveTo>
                <a:lnTo>
                  <a:pt x="2503496" y="4513939"/>
                </a:lnTo>
                <a:lnTo>
                  <a:pt x="2489755" y="4526639"/>
                </a:lnTo>
                <a:lnTo>
                  <a:pt x="2481824" y="4513939"/>
                </a:lnTo>
                <a:lnTo>
                  <a:pt x="2495565" y="4501239"/>
                </a:lnTo>
                <a:close/>
              </a:path>
              <a:path w="6655434" h="6988809">
                <a:moveTo>
                  <a:pt x="416404" y="4488539"/>
                </a:moveTo>
                <a:lnTo>
                  <a:pt x="430803" y="4513939"/>
                </a:lnTo>
                <a:lnTo>
                  <a:pt x="405867" y="4526639"/>
                </a:lnTo>
                <a:lnTo>
                  <a:pt x="391468" y="4501239"/>
                </a:lnTo>
                <a:lnTo>
                  <a:pt x="416404" y="4488539"/>
                </a:lnTo>
                <a:close/>
              </a:path>
              <a:path w="6655434" h="6988809">
                <a:moveTo>
                  <a:pt x="1604265" y="4488539"/>
                </a:moveTo>
                <a:lnTo>
                  <a:pt x="1623100" y="4488539"/>
                </a:lnTo>
                <a:lnTo>
                  <a:pt x="1633969" y="4501239"/>
                </a:lnTo>
                <a:lnTo>
                  <a:pt x="1615133" y="4513939"/>
                </a:lnTo>
                <a:lnTo>
                  <a:pt x="1604265" y="4488539"/>
                </a:lnTo>
                <a:close/>
              </a:path>
              <a:path w="6655434" h="6988809">
                <a:moveTo>
                  <a:pt x="750522" y="4463139"/>
                </a:moveTo>
                <a:lnTo>
                  <a:pt x="764032" y="4488539"/>
                </a:lnTo>
                <a:lnTo>
                  <a:pt x="740625" y="4501239"/>
                </a:lnTo>
                <a:lnTo>
                  <a:pt x="727108" y="4475839"/>
                </a:lnTo>
                <a:lnTo>
                  <a:pt x="750522" y="4463139"/>
                </a:lnTo>
                <a:close/>
              </a:path>
              <a:path w="6655434" h="6988809">
                <a:moveTo>
                  <a:pt x="1957211" y="4463139"/>
                </a:moveTo>
                <a:lnTo>
                  <a:pt x="1967197" y="4475839"/>
                </a:lnTo>
                <a:lnTo>
                  <a:pt x="1949896" y="4488539"/>
                </a:lnTo>
                <a:lnTo>
                  <a:pt x="1939910" y="4475839"/>
                </a:lnTo>
                <a:lnTo>
                  <a:pt x="1957211" y="4463139"/>
                </a:lnTo>
                <a:close/>
              </a:path>
              <a:path w="6655434" h="6988809">
                <a:moveTo>
                  <a:pt x="1084628" y="4450439"/>
                </a:moveTo>
                <a:lnTo>
                  <a:pt x="1097262" y="4463139"/>
                </a:lnTo>
                <a:lnTo>
                  <a:pt x="1075388" y="4475839"/>
                </a:lnTo>
                <a:lnTo>
                  <a:pt x="1062754" y="4463139"/>
                </a:lnTo>
                <a:lnTo>
                  <a:pt x="1084628" y="4450439"/>
                </a:lnTo>
                <a:close/>
              </a:path>
              <a:path w="6655434" h="6988809">
                <a:moveTo>
                  <a:pt x="2275945" y="4450439"/>
                </a:moveTo>
                <a:lnTo>
                  <a:pt x="2291215" y="4450439"/>
                </a:lnTo>
                <a:lnTo>
                  <a:pt x="2300029" y="4463139"/>
                </a:lnTo>
                <a:lnTo>
                  <a:pt x="2284759" y="4463139"/>
                </a:lnTo>
                <a:lnTo>
                  <a:pt x="2275945" y="4450439"/>
                </a:lnTo>
                <a:close/>
              </a:path>
              <a:path w="6655434" h="6988809">
                <a:moveTo>
                  <a:pt x="1418851" y="4425039"/>
                </a:moveTo>
                <a:lnTo>
                  <a:pt x="1430898" y="4450439"/>
                </a:lnTo>
                <a:lnTo>
                  <a:pt x="1410031" y="4463139"/>
                </a:lnTo>
                <a:lnTo>
                  <a:pt x="1397983" y="4437739"/>
                </a:lnTo>
                <a:lnTo>
                  <a:pt x="1418851" y="4425039"/>
                </a:lnTo>
                <a:close/>
              </a:path>
              <a:path w="6655434" h="6988809">
                <a:moveTo>
                  <a:pt x="212055" y="4425039"/>
                </a:moveTo>
                <a:lnTo>
                  <a:pt x="227330" y="4450439"/>
                </a:lnTo>
                <a:lnTo>
                  <a:pt x="200866" y="4463139"/>
                </a:lnTo>
                <a:lnTo>
                  <a:pt x="185591" y="4437739"/>
                </a:lnTo>
                <a:lnTo>
                  <a:pt x="212055" y="4425039"/>
                </a:lnTo>
                <a:close/>
              </a:path>
              <a:path w="6655434" h="6988809">
                <a:moveTo>
                  <a:pt x="2625220" y="4425039"/>
                </a:moveTo>
                <a:lnTo>
                  <a:pt x="2632855" y="4437739"/>
                </a:lnTo>
                <a:lnTo>
                  <a:pt x="2619629" y="4450439"/>
                </a:lnTo>
                <a:lnTo>
                  <a:pt x="2611988" y="4437739"/>
                </a:lnTo>
                <a:lnTo>
                  <a:pt x="2625220" y="4425039"/>
                </a:lnTo>
                <a:close/>
              </a:path>
              <a:path w="6655434" h="6988809">
                <a:moveTo>
                  <a:pt x="546273" y="4412339"/>
                </a:moveTo>
                <a:lnTo>
                  <a:pt x="560962" y="4437739"/>
                </a:lnTo>
                <a:lnTo>
                  <a:pt x="535522" y="4450439"/>
                </a:lnTo>
                <a:lnTo>
                  <a:pt x="520833" y="4425039"/>
                </a:lnTo>
                <a:lnTo>
                  <a:pt x="546273" y="4412339"/>
                </a:lnTo>
                <a:close/>
              </a:path>
              <a:path w="6655434" h="6988809">
                <a:moveTo>
                  <a:pt x="1734026" y="4412339"/>
                </a:moveTo>
                <a:lnTo>
                  <a:pt x="1752856" y="4412339"/>
                </a:lnTo>
                <a:lnTo>
                  <a:pt x="1763724" y="4425039"/>
                </a:lnTo>
                <a:lnTo>
                  <a:pt x="1744895" y="4437739"/>
                </a:lnTo>
                <a:lnTo>
                  <a:pt x="1734026" y="4412339"/>
                </a:lnTo>
                <a:close/>
              </a:path>
              <a:path w="6655434" h="6988809">
                <a:moveTo>
                  <a:pt x="880385" y="4386939"/>
                </a:moveTo>
                <a:lnTo>
                  <a:pt x="894197" y="4412339"/>
                </a:lnTo>
                <a:lnTo>
                  <a:pt x="870274" y="4425039"/>
                </a:lnTo>
                <a:lnTo>
                  <a:pt x="856468" y="4399639"/>
                </a:lnTo>
                <a:lnTo>
                  <a:pt x="880385" y="4386939"/>
                </a:lnTo>
                <a:close/>
              </a:path>
              <a:path w="6655434" h="6988809">
                <a:moveTo>
                  <a:pt x="2086972" y="4386939"/>
                </a:moveTo>
                <a:lnTo>
                  <a:pt x="2096959" y="4399639"/>
                </a:lnTo>
                <a:lnTo>
                  <a:pt x="2079657" y="4412339"/>
                </a:lnTo>
                <a:lnTo>
                  <a:pt x="2069665" y="4399639"/>
                </a:lnTo>
                <a:lnTo>
                  <a:pt x="2086972" y="4386939"/>
                </a:lnTo>
                <a:close/>
              </a:path>
              <a:path w="6655434" h="6988809">
                <a:moveTo>
                  <a:pt x="3" y="4374239"/>
                </a:moveTo>
                <a:lnTo>
                  <a:pt x="7698" y="4374239"/>
                </a:lnTo>
                <a:lnTo>
                  <a:pt x="23856" y="4399639"/>
                </a:lnTo>
                <a:lnTo>
                  <a:pt x="3" y="4412339"/>
                </a:lnTo>
                <a:lnTo>
                  <a:pt x="3" y="4374239"/>
                </a:lnTo>
                <a:close/>
              </a:path>
              <a:path w="6655434" h="6988809">
                <a:moveTo>
                  <a:pt x="2405707" y="4374239"/>
                </a:moveTo>
                <a:lnTo>
                  <a:pt x="2420970" y="4374239"/>
                </a:lnTo>
                <a:lnTo>
                  <a:pt x="2429784" y="4386939"/>
                </a:lnTo>
                <a:lnTo>
                  <a:pt x="2414520" y="4399639"/>
                </a:lnTo>
                <a:lnTo>
                  <a:pt x="2405707" y="4374239"/>
                </a:lnTo>
                <a:close/>
              </a:path>
              <a:path w="6655434" h="6988809">
                <a:moveTo>
                  <a:pt x="1214501" y="4374239"/>
                </a:moveTo>
                <a:lnTo>
                  <a:pt x="1227425" y="4386939"/>
                </a:lnTo>
                <a:lnTo>
                  <a:pt x="1205036" y="4399639"/>
                </a:lnTo>
                <a:lnTo>
                  <a:pt x="1192112" y="4386939"/>
                </a:lnTo>
                <a:lnTo>
                  <a:pt x="1214501" y="4374239"/>
                </a:lnTo>
                <a:close/>
              </a:path>
              <a:path w="6655434" h="6988809">
                <a:moveTo>
                  <a:pt x="341916" y="4348839"/>
                </a:moveTo>
                <a:lnTo>
                  <a:pt x="357488" y="4374239"/>
                </a:lnTo>
                <a:lnTo>
                  <a:pt x="330520" y="4399639"/>
                </a:lnTo>
                <a:lnTo>
                  <a:pt x="314948" y="4361539"/>
                </a:lnTo>
                <a:lnTo>
                  <a:pt x="341916" y="4348839"/>
                </a:lnTo>
                <a:close/>
              </a:path>
              <a:path w="6655434" h="6988809">
                <a:moveTo>
                  <a:pt x="1548606" y="4348839"/>
                </a:moveTo>
                <a:lnTo>
                  <a:pt x="1560653" y="4374239"/>
                </a:lnTo>
                <a:lnTo>
                  <a:pt x="1539793" y="4386939"/>
                </a:lnTo>
                <a:lnTo>
                  <a:pt x="1527745" y="4361539"/>
                </a:lnTo>
                <a:lnTo>
                  <a:pt x="1548606" y="4348839"/>
                </a:lnTo>
                <a:close/>
              </a:path>
              <a:path w="6655434" h="6988809">
                <a:moveTo>
                  <a:pt x="2754981" y="4348839"/>
                </a:moveTo>
                <a:lnTo>
                  <a:pt x="2762616" y="4361539"/>
                </a:lnTo>
                <a:lnTo>
                  <a:pt x="2749384" y="4374239"/>
                </a:lnTo>
                <a:lnTo>
                  <a:pt x="2741743" y="4361539"/>
                </a:lnTo>
                <a:lnTo>
                  <a:pt x="2754981" y="4348839"/>
                </a:lnTo>
                <a:close/>
              </a:path>
              <a:path w="6655434" h="6988809">
                <a:moveTo>
                  <a:pt x="676140" y="4336139"/>
                </a:moveTo>
                <a:lnTo>
                  <a:pt x="691125" y="4361539"/>
                </a:lnTo>
                <a:lnTo>
                  <a:pt x="665170" y="4374239"/>
                </a:lnTo>
                <a:lnTo>
                  <a:pt x="650185" y="4348839"/>
                </a:lnTo>
                <a:lnTo>
                  <a:pt x="676140" y="4336139"/>
                </a:lnTo>
                <a:close/>
              </a:path>
              <a:path w="6655434" h="6988809">
                <a:moveTo>
                  <a:pt x="1882616" y="4336139"/>
                </a:moveTo>
                <a:lnTo>
                  <a:pt x="1893484" y="4348839"/>
                </a:lnTo>
                <a:lnTo>
                  <a:pt x="1874655" y="4361539"/>
                </a:lnTo>
                <a:lnTo>
                  <a:pt x="1863786" y="4348839"/>
                </a:lnTo>
                <a:lnTo>
                  <a:pt x="1882616" y="4336139"/>
                </a:lnTo>
                <a:close/>
              </a:path>
              <a:path w="6655434" h="6988809">
                <a:moveTo>
                  <a:pt x="1010252" y="4310739"/>
                </a:moveTo>
                <a:lnTo>
                  <a:pt x="1024348" y="4336139"/>
                </a:lnTo>
                <a:lnTo>
                  <a:pt x="999927" y="4348839"/>
                </a:lnTo>
                <a:lnTo>
                  <a:pt x="985831" y="4323439"/>
                </a:lnTo>
                <a:lnTo>
                  <a:pt x="1010252" y="4310739"/>
                </a:lnTo>
                <a:close/>
              </a:path>
              <a:path w="6655434" h="6988809">
                <a:moveTo>
                  <a:pt x="2216727" y="4310739"/>
                </a:moveTo>
                <a:lnTo>
                  <a:pt x="2226713" y="4336139"/>
                </a:lnTo>
                <a:lnTo>
                  <a:pt x="2209412" y="4336139"/>
                </a:lnTo>
                <a:lnTo>
                  <a:pt x="2199420" y="4323439"/>
                </a:lnTo>
                <a:lnTo>
                  <a:pt x="2216727" y="4310739"/>
                </a:lnTo>
                <a:close/>
              </a:path>
              <a:path w="6655434" h="6988809">
                <a:moveTo>
                  <a:pt x="1344255" y="4298039"/>
                </a:moveTo>
                <a:lnTo>
                  <a:pt x="1357180" y="4323439"/>
                </a:lnTo>
                <a:lnTo>
                  <a:pt x="1334796" y="4336139"/>
                </a:lnTo>
                <a:lnTo>
                  <a:pt x="1321866" y="4310739"/>
                </a:lnTo>
                <a:lnTo>
                  <a:pt x="1344255" y="4298039"/>
                </a:lnTo>
                <a:close/>
              </a:path>
              <a:path w="6655434" h="6988809">
                <a:moveTo>
                  <a:pt x="137459" y="4298039"/>
                </a:moveTo>
                <a:lnTo>
                  <a:pt x="153618" y="4323439"/>
                </a:lnTo>
                <a:lnTo>
                  <a:pt x="125631" y="4336139"/>
                </a:lnTo>
                <a:lnTo>
                  <a:pt x="109473" y="4310739"/>
                </a:lnTo>
                <a:lnTo>
                  <a:pt x="137459" y="4298039"/>
                </a:lnTo>
                <a:close/>
              </a:path>
              <a:path w="6655434" h="6988809">
                <a:moveTo>
                  <a:pt x="2535865" y="4298039"/>
                </a:moveTo>
                <a:lnTo>
                  <a:pt x="2550625" y="4298039"/>
                </a:lnTo>
                <a:lnTo>
                  <a:pt x="2559142" y="4310739"/>
                </a:lnTo>
                <a:lnTo>
                  <a:pt x="2544388" y="4323439"/>
                </a:lnTo>
                <a:lnTo>
                  <a:pt x="2535865" y="4298039"/>
                </a:lnTo>
                <a:close/>
              </a:path>
              <a:path w="6655434" h="6988809">
                <a:moveTo>
                  <a:pt x="471790" y="4272639"/>
                </a:moveTo>
                <a:lnTo>
                  <a:pt x="487652" y="4298039"/>
                </a:lnTo>
                <a:lnTo>
                  <a:pt x="460175" y="4323439"/>
                </a:lnTo>
                <a:lnTo>
                  <a:pt x="444313" y="4298039"/>
                </a:lnTo>
                <a:lnTo>
                  <a:pt x="471790" y="4272639"/>
                </a:lnTo>
                <a:close/>
              </a:path>
              <a:path w="6655434" h="6988809">
                <a:moveTo>
                  <a:pt x="1678367" y="4272639"/>
                </a:moveTo>
                <a:lnTo>
                  <a:pt x="1690415" y="4298039"/>
                </a:lnTo>
                <a:lnTo>
                  <a:pt x="1669554" y="4310739"/>
                </a:lnTo>
                <a:lnTo>
                  <a:pt x="1657506" y="4285339"/>
                </a:lnTo>
                <a:lnTo>
                  <a:pt x="1678367" y="4272639"/>
                </a:lnTo>
                <a:close/>
              </a:path>
              <a:path w="6655434" h="6988809">
                <a:moveTo>
                  <a:pt x="806008" y="4259939"/>
                </a:moveTo>
                <a:lnTo>
                  <a:pt x="821284" y="4285339"/>
                </a:lnTo>
                <a:lnTo>
                  <a:pt x="794820" y="4298039"/>
                </a:lnTo>
                <a:lnTo>
                  <a:pt x="779544" y="4272639"/>
                </a:lnTo>
                <a:lnTo>
                  <a:pt x="806008" y="4259939"/>
                </a:lnTo>
                <a:close/>
              </a:path>
              <a:path w="6655434" h="6988809">
                <a:moveTo>
                  <a:pt x="2012371" y="4259939"/>
                </a:moveTo>
                <a:lnTo>
                  <a:pt x="2023240" y="4272639"/>
                </a:lnTo>
                <a:lnTo>
                  <a:pt x="2004416" y="4285339"/>
                </a:lnTo>
                <a:lnTo>
                  <a:pt x="1993547" y="4272639"/>
                </a:lnTo>
                <a:lnTo>
                  <a:pt x="2012371" y="4259939"/>
                </a:lnTo>
                <a:close/>
              </a:path>
              <a:path w="6655434" h="6988809">
                <a:moveTo>
                  <a:pt x="1140013" y="4234539"/>
                </a:moveTo>
                <a:lnTo>
                  <a:pt x="1154110" y="4259939"/>
                </a:lnTo>
                <a:lnTo>
                  <a:pt x="1129683" y="4272639"/>
                </a:lnTo>
                <a:lnTo>
                  <a:pt x="1115586" y="4247239"/>
                </a:lnTo>
                <a:lnTo>
                  <a:pt x="1140013" y="4234539"/>
                </a:lnTo>
                <a:close/>
              </a:path>
              <a:path w="6655434" h="6988809">
                <a:moveTo>
                  <a:pt x="2346375" y="4234539"/>
                </a:moveTo>
                <a:lnTo>
                  <a:pt x="2356071" y="4259939"/>
                </a:lnTo>
                <a:lnTo>
                  <a:pt x="2339279" y="4259939"/>
                </a:lnTo>
                <a:lnTo>
                  <a:pt x="2329589" y="4247239"/>
                </a:lnTo>
                <a:lnTo>
                  <a:pt x="2346375" y="4234539"/>
                </a:lnTo>
                <a:close/>
              </a:path>
              <a:path w="6655434" h="6988809">
                <a:moveTo>
                  <a:pt x="1474017" y="4221839"/>
                </a:moveTo>
                <a:lnTo>
                  <a:pt x="1486941" y="4247239"/>
                </a:lnTo>
                <a:lnTo>
                  <a:pt x="1464552" y="4259939"/>
                </a:lnTo>
                <a:lnTo>
                  <a:pt x="1451622" y="4234539"/>
                </a:lnTo>
                <a:lnTo>
                  <a:pt x="1474017" y="4221839"/>
                </a:lnTo>
                <a:close/>
              </a:path>
              <a:path w="6655434" h="6988809">
                <a:moveTo>
                  <a:pt x="267327" y="4221839"/>
                </a:moveTo>
                <a:lnTo>
                  <a:pt x="283775" y="4247239"/>
                </a:lnTo>
                <a:lnTo>
                  <a:pt x="255279" y="4259939"/>
                </a:lnTo>
                <a:lnTo>
                  <a:pt x="238831" y="4234539"/>
                </a:lnTo>
                <a:lnTo>
                  <a:pt x="267327" y="4221839"/>
                </a:lnTo>
                <a:close/>
              </a:path>
              <a:path w="6655434" h="6988809">
                <a:moveTo>
                  <a:pt x="2680386" y="4221839"/>
                </a:moveTo>
                <a:lnTo>
                  <a:pt x="2688904" y="4234539"/>
                </a:lnTo>
                <a:lnTo>
                  <a:pt x="2674149" y="4247239"/>
                </a:lnTo>
                <a:lnTo>
                  <a:pt x="2665626" y="4234539"/>
                </a:lnTo>
                <a:lnTo>
                  <a:pt x="2680386" y="4221839"/>
                </a:lnTo>
                <a:close/>
              </a:path>
              <a:path w="6655434" h="6988809">
                <a:moveTo>
                  <a:pt x="601545" y="4196439"/>
                </a:moveTo>
                <a:lnTo>
                  <a:pt x="617407" y="4234539"/>
                </a:lnTo>
                <a:lnTo>
                  <a:pt x="589930" y="4247239"/>
                </a:lnTo>
                <a:lnTo>
                  <a:pt x="574068" y="4221839"/>
                </a:lnTo>
                <a:lnTo>
                  <a:pt x="601545" y="4196439"/>
                </a:lnTo>
                <a:close/>
              </a:path>
              <a:path w="6655434" h="6988809">
                <a:moveTo>
                  <a:pt x="1808127" y="4196439"/>
                </a:moveTo>
                <a:lnTo>
                  <a:pt x="1820175" y="4221839"/>
                </a:lnTo>
                <a:lnTo>
                  <a:pt x="1799314" y="4234539"/>
                </a:lnTo>
                <a:lnTo>
                  <a:pt x="1787267" y="4209139"/>
                </a:lnTo>
                <a:lnTo>
                  <a:pt x="1808127" y="4196439"/>
                </a:lnTo>
                <a:close/>
              </a:path>
              <a:path w="6655434" h="6988809">
                <a:moveTo>
                  <a:pt x="935769" y="4183739"/>
                </a:moveTo>
                <a:lnTo>
                  <a:pt x="951045" y="4209139"/>
                </a:lnTo>
                <a:lnTo>
                  <a:pt x="924581" y="4221839"/>
                </a:lnTo>
                <a:lnTo>
                  <a:pt x="909305" y="4196439"/>
                </a:lnTo>
                <a:lnTo>
                  <a:pt x="935769" y="4183739"/>
                </a:lnTo>
                <a:close/>
              </a:path>
              <a:path w="6655434" h="6988809">
                <a:moveTo>
                  <a:pt x="2142132" y="4183739"/>
                </a:moveTo>
                <a:lnTo>
                  <a:pt x="2153000" y="4196439"/>
                </a:lnTo>
                <a:lnTo>
                  <a:pt x="2134177" y="4209139"/>
                </a:lnTo>
                <a:lnTo>
                  <a:pt x="2123308" y="4196439"/>
                </a:lnTo>
                <a:lnTo>
                  <a:pt x="2142132" y="4183739"/>
                </a:lnTo>
                <a:close/>
              </a:path>
              <a:path w="6655434" h="6988809">
                <a:moveTo>
                  <a:pt x="63078" y="4158339"/>
                </a:moveTo>
                <a:lnTo>
                  <a:pt x="80710" y="4196439"/>
                </a:lnTo>
                <a:lnTo>
                  <a:pt x="50177" y="4209139"/>
                </a:lnTo>
                <a:lnTo>
                  <a:pt x="32550" y="4183739"/>
                </a:lnTo>
                <a:lnTo>
                  <a:pt x="63078" y="4158339"/>
                </a:lnTo>
                <a:close/>
              </a:path>
              <a:path w="6655434" h="6988809">
                <a:moveTo>
                  <a:pt x="2476137" y="4158339"/>
                </a:moveTo>
                <a:lnTo>
                  <a:pt x="2485827" y="4183739"/>
                </a:lnTo>
                <a:lnTo>
                  <a:pt x="2469035" y="4196439"/>
                </a:lnTo>
                <a:lnTo>
                  <a:pt x="2459345" y="4171039"/>
                </a:lnTo>
                <a:lnTo>
                  <a:pt x="2476137" y="4158339"/>
                </a:lnTo>
                <a:close/>
              </a:path>
              <a:path w="6655434" h="6988809">
                <a:moveTo>
                  <a:pt x="1269874" y="4158339"/>
                </a:moveTo>
                <a:lnTo>
                  <a:pt x="1284272" y="4183739"/>
                </a:lnTo>
                <a:lnTo>
                  <a:pt x="1259342" y="4196439"/>
                </a:lnTo>
                <a:lnTo>
                  <a:pt x="1244943" y="4183739"/>
                </a:lnTo>
                <a:lnTo>
                  <a:pt x="1269874" y="4158339"/>
                </a:lnTo>
                <a:close/>
              </a:path>
              <a:path w="6655434" h="6988809">
                <a:moveTo>
                  <a:pt x="397189" y="4145639"/>
                </a:moveTo>
                <a:lnTo>
                  <a:pt x="413940" y="4171039"/>
                </a:lnTo>
                <a:lnTo>
                  <a:pt x="384935" y="4196439"/>
                </a:lnTo>
                <a:lnTo>
                  <a:pt x="368184" y="4158339"/>
                </a:lnTo>
                <a:lnTo>
                  <a:pt x="397189" y="4145639"/>
                </a:lnTo>
                <a:close/>
              </a:path>
              <a:path w="6655434" h="6988809">
                <a:moveTo>
                  <a:pt x="1603772" y="4145639"/>
                </a:moveTo>
                <a:lnTo>
                  <a:pt x="1616702" y="4171039"/>
                </a:lnTo>
                <a:lnTo>
                  <a:pt x="1594313" y="4183739"/>
                </a:lnTo>
                <a:lnTo>
                  <a:pt x="1581383" y="4158339"/>
                </a:lnTo>
                <a:lnTo>
                  <a:pt x="1603772" y="4145639"/>
                </a:lnTo>
                <a:close/>
              </a:path>
              <a:path w="6655434" h="6988809">
                <a:moveTo>
                  <a:pt x="2810035" y="4145639"/>
                </a:moveTo>
                <a:lnTo>
                  <a:pt x="2818262" y="4158339"/>
                </a:lnTo>
                <a:lnTo>
                  <a:pt x="2804011" y="4171039"/>
                </a:lnTo>
                <a:lnTo>
                  <a:pt x="2795790" y="4158339"/>
                </a:lnTo>
                <a:lnTo>
                  <a:pt x="2810035" y="4145639"/>
                </a:lnTo>
                <a:close/>
              </a:path>
              <a:path w="6655434" h="6988809">
                <a:moveTo>
                  <a:pt x="731413" y="4120239"/>
                </a:moveTo>
                <a:lnTo>
                  <a:pt x="747571" y="4158339"/>
                </a:lnTo>
                <a:lnTo>
                  <a:pt x="719585" y="4171039"/>
                </a:lnTo>
                <a:lnTo>
                  <a:pt x="703427" y="4145639"/>
                </a:lnTo>
                <a:lnTo>
                  <a:pt x="731413" y="4120239"/>
                </a:lnTo>
                <a:close/>
              </a:path>
              <a:path w="6655434" h="6988809">
                <a:moveTo>
                  <a:pt x="1937889" y="4120239"/>
                </a:moveTo>
                <a:lnTo>
                  <a:pt x="1949936" y="4145639"/>
                </a:lnTo>
                <a:lnTo>
                  <a:pt x="1929069" y="4158339"/>
                </a:lnTo>
                <a:lnTo>
                  <a:pt x="1917021" y="4132939"/>
                </a:lnTo>
                <a:lnTo>
                  <a:pt x="1937889" y="4120239"/>
                </a:lnTo>
                <a:close/>
              </a:path>
              <a:path w="6655434" h="6988809">
                <a:moveTo>
                  <a:pt x="1065631" y="4107539"/>
                </a:moveTo>
                <a:lnTo>
                  <a:pt x="1081203" y="4132939"/>
                </a:lnTo>
                <a:lnTo>
                  <a:pt x="1054229" y="4145639"/>
                </a:lnTo>
                <a:lnTo>
                  <a:pt x="1038657" y="4120239"/>
                </a:lnTo>
                <a:lnTo>
                  <a:pt x="1065631" y="4107539"/>
                </a:lnTo>
                <a:close/>
              </a:path>
              <a:path w="6655434" h="6988809">
                <a:moveTo>
                  <a:pt x="2271892" y="4107539"/>
                </a:moveTo>
                <a:lnTo>
                  <a:pt x="2282761" y="4120239"/>
                </a:lnTo>
                <a:lnTo>
                  <a:pt x="2263932" y="4132939"/>
                </a:lnTo>
                <a:lnTo>
                  <a:pt x="2253063" y="4120239"/>
                </a:lnTo>
                <a:lnTo>
                  <a:pt x="2271892" y="4107539"/>
                </a:lnTo>
                <a:close/>
              </a:path>
              <a:path w="6655434" h="6988809">
                <a:moveTo>
                  <a:pt x="1399635" y="4082139"/>
                </a:moveTo>
                <a:lnTo>
                  <a:pt x="1414028" y="4107539"/>
                </a:lnTo>
                <a:lnTo>
                  <a:pt x="1389098" y="4132939"/>
                </a:lnTo>
                <a:lnTo>
                  <a:pt x="1374700" y="4107539"/>
                </a:lnTo>
                <a:lnTo>
                  <a:pt x="1399635" y="4082139"/>
                </a:lnTo>
                <a:close/>
              </a:path>
              <a:path w="6655434" h="6988809">
                <a:moveTo>
                  <a:pt x="192945" y="4094839"/>
                </a:moveTo>
                <a:lnTo>
                  <a:pt x="210863" y="4120239"/>
                </a:lnTo>
                <a:lnTo>
                  <a:pt x="179826" y="4132939"/>
                </a:lnTo>
                <a:lnTo>
                  <a:pt x="161908" y="4107539"/>
                </a:lnTo>
                <a:lnTo>
                  <a:pt x="192945" y="4094839"/>
                </a:lnTo>
                <a:close/>
              </a:path>
              <a:path w="6655434" h="6988809">
                <a:moveTo>
                  <a:pt x="2589503" y="4094839"/>
                </a:moveTo>
                <a:lnTo>
                  <a:pt x="2605785" y="4094839"/>
                </a:lnTo>
                <a:lnTo>
                  <a:pt x="2615191" y="4107539"/>
                </a:lnTo>
                <a:lnTo>
                  <a:pt x="2598908" y="4120239"/>
                </a:lnTo>
                <a:lnTo>
                  <a:pt x="2589503" y="4094839"/>
                </a:lnTo>
                <a:close/>
              </a:path>
              <a:path w="6655434" h="6988809">
                <a:moveTo>
                  <a:pt x="527057" y="4069439"/>
                </a:moveTo>
                <a:lnTo>
                  <a:pt x="544097" y="4094839"/>
                </a:lnTo>
                <a:lnTo>
                  <a:pt x="514582" y="4120239"/>
                </a:lnTo>
                <a:lnTo>
                  <a:pt x="497542" y="4082139"/>
                </a:lnTo>
                <a:lnTo>
                  <a:pt x="527057" y="4069439"/>
                </a:lnTo>
                <a:close/>
              </a:path>
              <a:path w="6655434" h="6988809">
                <a:moveTo>
                  <a:pt x="1733532" y="4069439"/>
                </a:moveTo>
                <a:lnTo>
                  <a:pt x="1746462" y="4094839"/>
                </a:lnTo>
                <a:lnTo>
                  <a:pt x="1724073" y="4107539"/>
                </a:lnTo>
                <a:lnTo>
                  <a:pt x="1711143" y="4082139"/>
                </a:lnTo>
                <a:lnTo>
                  <a:pt x="1733532" y="4069439"/>
                </a:lnTo>
                <a:close/>
              </a:path>
              <a:path w="6655434" h="6988809">
                <a:moveTo>
                  <a:pt x="861174" y="4056739"/>
                </a:moveTo>
                <a:lnTo>
                  <a:pt x="877332" y="4082139"/>
                </a:lnTo>
                <a:lnTo>
                  <a:pt x="849340" y="4094839"/>
                </a:lnTo>
                <a:lnTo>
                  <a:pt x="833182" y="4069439"/>
                </a:lnTo>
                <a:lnTo>
                  <a:pt x="861174" y="4056739"/>
                </a:lnTo>
                <a:close/>
              </a:path>
              <a:path w="6655434" h="6988809">
                <a:moveTo>
                  <a:pt x="2067644" y="4056739"/>
                </a:moveTo>
                <a:lnTo>
                  <a:pt x="2079691" y="4069439"/>
                </a:lnTo>
                <a:lnTo>
                  <a:pt x="2058824" y="4082139"/>
                </a:lnTo>
                <a:lnTo>
                  <a:pt x="2046776" y="4069439"/>
                </a:lnTo>
                <a:lnTo>
                  <a:pt x="2067644" y="4056739"/>
                </a:lnTo>
                <a:close/>
              </a:path>
              <a:path w="6655434" h="6988809">
                <a:moveTo>
                  <a:pt x="1195391" y="4031339"/>
                </a:moveTo>
                <a:lnTo>
                  <a:pt x="1210963" y="4056739"/>
                </a:lnTo>
                <a:lnTo>
                  <a:pt x="1183989" y="4069439"/>
                </a:lnTo>
                <a:lnTo>
                  <a:pt x="1168417" y="4044039"/>
                </a:lnTo>
                <a:lnTo>
                  <a:pt x="1195391" y="4031339"/>
                </a:lnTo>
                <a:close/>
              </a:path>
              <a:path w="6655434" h="6988809">
                <a:moveTo>
                  <a:pt x="322807" y="4018639"/>
                </a:moveTo>
                <a:lnTo>
                  <a:pt x="341026" y="4044039"/>
                </a:lnTo>
                <a:lnTo>
                  <a:pt x="309480" y="4069439"/>
                </a:lnTo>
                <a:lnTo>
                  <a:pt x="291261" y="4031339"/>
                </a:lnTo>
                <a:lnTo>
                  <a:pt x="322807" y="4018639"/>
                </a:lnTo>
                <a:close/>
              </a:path>
              <a:path w="6655434" h="6988809">
                <a:moveTo>
                  <a:pt x="3" y="4056739"/>
                </a:moveTo>
                <a:lnTo>
                  <a:pt x="7395" y="4069439"/>
                </a:lnTo>
                <a:lnTo>
                  <a:pt x="3" y="4069439"/>
                </a:lnTo>
                <a:lnTo>
                  <a:pt x="3" y="4056739"/>
                </a:lnTo>
                <a:close/>
              </a:path>
              <a:path w="6655434" h="6988809">
                <a:moveTo>
                  <a:pt x="2401541" y="4031339"/>
                </a:moveTo>
                <a:lnTo>
                  <a:pt x="2412120" y="4056739"/>
                </a:lnTo>
                <a:lnTo>
                  <a:pt x="2393800" y="4056739"/>
                </a:lnTo>
                <a:lnTo>
                  <a:pt x="2383222" y="4044039"/>
                </a:lnTo>
                <a:lnTo>
                  <a:pt x="2401541" y="4031339"/>
                </a:lnTo>
                <a:close/>
              </a:path>
              <a:path w="6655434" h="6988809">
                <a:moveTo>
                  <a:pt x="1529396" y="4018639"/>
                </a:moveTo>
                <a:lnTo>
                  <a:pt x="1543789" y="4044039"/>
                </a:lnTo>
                <a:lnTo>
                  <a:pt x="1518853" y="4056739"/>
                </a:lnTo>
                <a:lnTo>
                  <a:pt x="1504460" y="4031339"/>
                </a:lnTo>
                <a:lnTo>
                  <a:pt x="1529396" y="4018639"/>
                </a:lnTo>
                <a:close/>
              </a:path>
              <a:path w="6655434" h="6988809">
                <a:moveTo>
                  <a:pt x="2719264" y="4018639"/>
                </a:moveTo>
                <a:lnTo>
                  <a:pt x="2735546" y="4018639"/>
                </a:lnTo>
                <a:lnTo>
                  <a:pt x="2744946" y="4031339"/>
                </a:lnTo>
                <a:lnTo>
                  <a:pt x="2728670" y="4044039"/>
                </a:lnTo>
                <a:lnTo>
                  <a:pt x="2719264" y="4018639"/>
                </a:lnTo>
                <a:close/>
              </a:path>
              <a:path w="6655434" h="6988809">
                <a:moveTo>
                  <a:pt x="656926" y="3993239"/>
                </a:moveTo>
                <a:lnTo>
                  <a:pt x="674256" y="4018639"/>
                </a:lnTo>
                <a:lnTo>
                  <a:pt x="644238" y="4044039"/>
                </a:lnTo>
                <a:lnTo>
                  <a:pt x="626901" y="4005939"/>
                </a:lnTo>
                <a:lnTo>
                  <a:pt x="656926" y="3993239"/>
                </a:lnTo>
                <a:close/>
              </a:path>
              <a:path w="6655434" h="6988809">
                <a:moveTo>
                  <a:pt x="1863293" y="3993239"/>
                </a:moveTo>
                <a:lnTo>
                  <a:pt x="1876223" y="4018639"/>
                </a:lnTo>
                <a:lnTo>
                  <a:pt x="1853829" y="4031339"/>
                </a:lnTo>
                <a:lnTo>
                  <a:pt x="1840904" y="4005939"/>
                </a:lnTo>
                <a:lnTo>
                  <a:pt x="1863293" y="3993239"/>
                </a:lnTo>
                <a:close/>
              </a:path>
              <a:path w="6655434" h="6988809">
                <a:moveTo>
                  <a:pt x="991036" y="3980539"/>
                </a:moveTo>
                <a:lnTo>
                  <a:pt x="1007490" y="4005939"/>
                </a:lnTo>
                <a:lnTo>
                  <a:pt x="978994" y="4018639"/>
                </a:lnTo>
                <a:lnTo>
                  <a:pt x="962540" y="3993239"/>
                </a:lnTo>
                <a:lnTo>
                  <a:pt x="991036" y="3980539"/>
                </a:lnTo>
                <a:close/>
              </a:path>
              <a:path w="6655434" h="6988809">
                <a:moveTo>
                  <a:pt x="2197297" y="3980539"/>
                </a:moveTo>
                <a:lnTo>
                  <a:pt x="2209048" y="3993239"/>
                </a:lnTo>
                <a:lnTo>
                  <a:pt x="2188697" y="4005939"/>
                </a:lnTo>
                <a:lnTo>
                  <a:pt x="2176945" y="3993239"/>
                </a:lnTo>
                <a:lnTo>
                  <a:pt x="2197297" y="3980539"/>
                </a:lnTo>
                <a:close/>
              </a:path>
              <a:path w="6655434" h="6988809">
                <a:moveTo>
                  <a:pt x="118457" y="3955139"/>
                </a:moveTo>
                <a:lnTo>
                  <a:pt x="137553" y="3993239"/>
                </a:lnTo>
                <a:lnTo>
                  <a:pt x="104479" y="4005939"/>
                </a:lnTo>
                <a:lnTo>
                  <a:pt x="85383" y="3980539"/>
                </a:lnTo>
                <a:lnTo>
                  <a:pt x="118457" y="3955139"/>
                </a:lnTo>
                <a:close/>
              </a:path>
              <a:path w="6655434" h="6988809">
                <a:moveTo>
                  <a:pt x="2531303" y="3955139"/>
                </a:moveTo>
                <a:lnTo>
                  <a:pt x="2541881" y="3980539"/>
                </a:lnTo>
                <a:lnTo>
                  <a:pt x="2523555" y="3993239"/>
                </a:lnTo>
                <a:lnTo>
                  <a:pt x="2512976" y="3967839"/>
                </a:lnTo>
                <a:lnTo>
                  <a:pt x="2531303" y="3955139"/>
                </a:lnTo>
                <a:close/>
              </a:path>
              <a:path w="6655434" h="6988809">
                <a:moveTo>
                  <a:pt x="1325153" y="3955139"/>
                </a:moveTo>
                <a:lnTo>
                  <a:pt x="1340725" y="3980539"/>
                </a:lnTo>
                <a:lnTo>
                  <a:pt x="1313751" y="3993239"/>
                </a:lnTo>
                <a:lnTo>
                  <a:pt x="1298179" y="3967839"/>
                </a:lnTo>
                <a:lnTo>
                  <a:pt x="1325153" y="3955139"/>
                </a:lnTo>
                <a:close/>
              </a:path>
              <a:path w="6655434" h="6988809">
                <a:moveTo>
                  <a:pt x="452681" y="3942439"/>
                </a:moveTo>
                <a:lnTo>
                  <a:pt x="471184" y="3967839"/>
                </a:lnTo>
                <a:lnTo>
                  <a:pt x="439129" y="3993239"/>
                </a:lnTo>
                <a:lnTo>
                  <a:pt x="420619" y="3955139"/>
                </a:lnTo>
                <a:lnTo>
                  <a:pt x="452681" y="3942439"/>
                </a:lnTo>
                <a:close/>
              </a:path>
              <a:path w="6655434" h="6988809">
                <a:moveTo>
                  <a:pt x="1659156" y="3942439"/>
                </a:moveTo>
                <a:lnTo>
                  <a:pt x="1673549" y="3967839"/>
                </a:lnTo>
                <a:lnTo>
                  <a:pt x="1648613" y="3980539"/>
                </a:lnTo>
                <a:lnTo>
                  <a:pt x="1634220" y="3955139"/>
                </a:lnTo>
                <a:lnTo>
                  <a:pt x="1659156" y="3942439"/>
                </a:lnTo>
                <a:close/>
              </a:path>
              <a:path w="6655434" h="6988809">
                <a:moveTo>
                  <a:pt x="786792" y="3917039"/>
                </a:moveTo>
                <a:lnTo>
                  <a:pt x="804419" y="3955139"/>
                </a:lnTo>
                <a:lnTo>
                  <a:pt x="773886" y="3967839"/>
                </a:lnTo>
                <a:lnTo>
                  <a:pt x="756259" y="3942439"/>
                </a:lnTo>
                <a:lnTo>
                  <a:pt x="786792" y="3917039"/>
                </a:lnTo>
                <a:close/>
              </a:path>
              <a:path w="6655434" h="6988809">
                <a:moveTo>
                  <a:pt x="1993048" y="3917039"/>
                </a:moveTo>
                <a:lnTo>
                  <a:pt x="2005978" y="3942439"/>
                </a:lnTo>
                <a:lnTo>
                  <a:pt x="1983584" y="3955139"/>
                </a:lnTo>
                <a:lnTo>
                  <a:pt x="1970659" y="3929739"/>
                </a:lnTo>
                <a:lnTo>
                  <a:pt x="1993048" y="3917039"/>
                </a:lnTo>
                <a:close/>
              </a:path>
              <a:path w="6655434" h="6988809">
                <a:moveTo>
                  <a:pt x="1120796" y="3904339"/>
                </a:moveTo>
                <a:lnTo>
                  <a:pt x="1137250" y="3929739"/>
                </a:lnTo>
                <a:lnTo>
                  <a:pt x="1108748" y="3942439"/>
                </a:lnTo>
                <a:lnTo>
                  <a:pt x="1092294" y="3917039"/>
                </a:lnTo>
                <a:lnTo>
                  <a:pt x="1120796" y="3904339"/>
                </a:lnTo>
                <a:close/>
              </a:path>
              <a:path w="6655434" h="6988809">
                <a:moveTo>
                  <a:pt x="2327053" y="3904339"/>
                </a:moveTo>
                <a:lnTo>
                  <a:pt x="2338804" y="3917039"/>
                </a:lnTo>
                <a:lnTo>
                  <a:pt x="2318453" y="3929739"/>
                </a:lnTo>
                <a:lnTo>
                  <a:pt x="2306701" y="3917039"/>
                </a:lnTo>
                <a:lnTo>
                  <a:pt x="2327053" y="3904339"/>
                </a:lnTo>
                <a:close/>
              </a:path>
              <a:path w="6655434" h="6988809">
                <a:moveTo>
                  <a:pt x="1454908" y="3878939"/>
                </a:moveTo>
                <a:lnTo>
                  <a:pt x="1470480" y="3904339"/>
                </a:lnTo>
                <a:lnTo>
                  <a:pt x="1443512" y="3929739"/>
                </a:lnTo>
                <a:lnTo>
                  <a:pt x="1427940" y="3891639"/>
                </a:lnTo>
                <a:lnTo>
                  <a:pt x="1454908" y="3878939"/>
                </a:lnTo>
                <a:close/>
              </a:path>
              <a:path w="6655434" h="6988809">
                <a:moveTo>
                  <a:pt x="248325" y="3878939"/>
                </a:moveTo>
                <a:lnTo>
                  <a:pt x="267717" y="3917039"/>
                </a:lnTo>
                <a:lnTo>
                  <a:pt x="234127" y="3929739"/>
                </a:lnTo>
                <a:lnTo>
                  <a:pt x="214735" y="3904339"/>
                </a:lnTo>
                <a:lnTo>
                  <a:pt x="248325" y="3878939"/>
                </a:lnTo>
                <a:close/>
              </a:path>
              <a:path w="6655434" h="6988809">
                <a:moveTo>
                  <a:pt x="2660951" y="3878939"/>
                </a:moveTo>
                <a:lnTo>
                  <a:pt x="2671234" y="3904339"/>
                </a:lnTo>
                <a:lnTo>
                  <a:pt x="2653429" y="3917039"/>
                </a:lnTo>
                <a:lnTo>
                  <a:pt x="2643147" y="3891639"/>
                </a:lnTo>
                <a:lnTo>
                  <a:pt x="2660951" y="3878939"/>
                </a:lnTo>
                <a:close/>
              </a:path>
              <a:path w="6655434" h="6988809">
                <a:moveTo>
                  <a:pt x="582442" y="3866239"/>
                </a:moveTo>
                <a:lnTo>
                  <a:pt x="600946" y="3891639"/>
                </a:lnTo>
                <a:lnTo>
                  <a:pt x="568891" y="3917039"/>
                </a:lnTo>
                <a:lnTo>
                  <a:pt x="550381" y="3878939"/>
                </a:lnTo>
                <a:lnTo>
                  <a:pt x="582442" y="3866239"/>
                </a:lnTo>
                <a:close/>
              </a:path>
              <a:path w="6655434" h="6988809">
                <a:moveTo>
                  <a:pt x="1788912" y="3866239"/>
                </a:moveTo>
                <a:lnTo>
                  <a:pt x="1803310" y="3891639"/>
                </a:lnTo>
                <a:lnTo>
                  <a:pt x="1778374" y="3904339"/>
                </a:lnTo>
                <a:lnTo>
                  <a:pt x="1763982" y="3878939"/>
                </a:lnTo>
                <a:lnTo>
                  <a:pt x="1788912" y="3866239"/>
                </a:lnTo>
                <a:close/>
              </a:path>
              <a:path w="6655434" h="6988809">
                <a:moveTo>
                  <a:pt x="916548" y="3840839"/>
                </a:moveTo>
                <a:lnTo>
                  <a:pt x="934174" y="3878939"/>
                </a:lnTo>
                <a:lnTo>
                  <a:pt x="903641" y="3891639"/>
                </a:lnTo>
                <a:lnTo>
                  <a:pt x="886014" y="3866239"/>
                </a:lnTo>
                <a:lnTo>
                  <a:pt x="916548" y="3840839"/>
                </a:lnTo>
                <a:close/>
              </a:path>
              <a:path w="6655434" h="6988809">
                <a:moveTo>
                  <a:pt x="2122809" y="3840839"/>
                </a:moveTo>
                <a:lnTo>
                  <a:pt x="2135733" y="3866239"/>
                </a:lnTo>
                <a:lnTo>
                  <a:pt x="2113344" y="3878939"/>
                </a:lnTo>
                <a:lnTo>
                  <a:pt x="2100420" y="3853539"/>
                </a:lnTo>
                <a:lnTo>
                  <a:pt x="2122809" y="3840839"/>
                </a:lnTo>
                <a:close/>
              </a:path>
              <a:path w="6655434" h="6988809">
                <a:moveTo>
                  <a:pt x="44081" y="3828139"/>
                </a:moveTo>
                <a:lnTo>
                  <a:pt x="64646" y="3866239"/>
                </a:lnTo>
                <a:lnTo>
                  <a:pt x="29025" y="3878939"/>
                </a:lnTo>
                <a:lnTo>
                  <a:pt x="8460" y="3840839"/>
                </a:lnTo>
                <a:lnTo>
                  <a:pt x="44081" y="3828139"/>
                </a:lnTo>
                <a:close/>
              </a:path>
              <a:path w="6655434" h="6988809">
                <a:moveTo>
                  <a:pt x="1250552" y="3828139"/>
                </a:moveTo>
                <a:lnTo>
                  <a:pt x="1267006" y="3853539"/>
                </a:lnTo>
                <a:lnTo>
                  <a:pt x="1238510" y="3866239"/>
                </a:lnTo>
                <a:lnTo>
                  <a:pt x="1222056" y="3840839"/>
                </a:lnTo>
                <a:lnTo>
                  <a:pt x="1250552" y="3828139"/>
                </a:lnTo>
                <a:close/>
              </a:path>
              <a:path w="6655434" h="6988809">
                <a:moveTo>
                  <a:pt x="378187" y="3802739"/>
                </a:moveTo>
                <a:lnTo>
                  <a:pt x="397875" y="3840839"/>
                </a:lnTo>
                <a:lnTo>
                  <a:pt x="363782" y="3866239"/>
                </a:lnTo>
                <a:lnTo>
                  <a:pt x="344100" y="3828139"/>
                </a:lnTo>
                <a:lnTo>
                  <a:pt x="378187" y="3802739"/>
                </a:lnTo>
                <a:close/>
              </a:path>
              <a:path w="6655434" h="6988809">
                <a:moveTo>
                  <a:pt x="2456707" y="3828139"/>
                </a:moveTo>
                <a:lnTo>
                  <a:pt x="2468168" y="3840839"/>
                </a:lnTo>
                <a:lnTo>
                  <a:pt x="2448320" y="3853539"/>
                </a:lnTo>
                <a:lnTo>
                  <a:pt x="2436865" y="3840839"/>
                </a:lnTo>
                <a:lnTo>
                  <a:pt x="2456707" y="3828139"/>
                </a:lnTo>
                <a:close/>
              </a:path>
              <a:path w="6655434" h="6988809">
                <a:moveTo>
                  <a:pt x="1584668" y="3802739"/>
                </a:moveTo>
                <a:lnTo>
                  <a:pt x="1600240" y="3828139"/>
                </a:lnTo>
                <a:lnTo>
                  <a:pt x="1573266" y="3853539"/>
                </a:lnTo>
                <a:lnTo>
                  <a:pt x="1557694" y="3828139"/>
                </a:lnTo>
                <a:lnTo>
                  <a:pt x="1584668" y="3802739"/>
                </a:lnTo>
                <a:close/>
              </a:path>
              <a:path w="6655434" h="6988809">
                <a:moveTo>
                  <a:pt x="2790710" y="3802739"/>
                </a:moveTo>
                <a:lnTo>
                  <a:pt x="2800993" y="3828139"/>
                </a:lnTo>
                <a:lnTo>
                  <a:pt x="2783182" y="3840839"/>
                </a:lnTo>
                <a:lnTo>
                  <a:pt x="2772899" y="3815439"/>
                </a:lnTo>
                <a:lnTo>
                  <a:pt x="2790710" y="3802739"/>
                </a:lnTo>
                <a:close/>
              </a:path>
              <a:path w="6655434" h="6988809">
                <a:moveTo>
                  <a:pt x="712304" y="3790039"/>
                </a:moveTo>
                <a:lnTo>
                  <a:pt x="731110" y="3815439"/>
                </a:lnTo>
                <a:lnTo>
                  <a:pt x="698539" y="3840839"/>
                </a:lnTo>
                <a:lnTo>
                  <a:pt x="679739" y="3802739"/>
                </a:lnTo>
                <a:lnTo>
                  <a:pt x="712304" y="3790039"/>
                </a:lnTo>
                <a:close/>
              </a:path>
              <a:path w="6655434" h="6988809">
                <a:moveTo>
                  <a:pt x="1918566" y="3790039"/>
                </a:moveTo>
                <a:lnTo>
                  <a:pt x="1932663" y="3815439"/>
                </a:lnTo>
                <a:lnTo>
                  <a:pt x="1908236" y="3828139"/>
                </a:lnTo>
                <a:lnTo>
                  <a:pt x="1894139" y="3802739"/>
                </a:lnTo>
                <a:lnTo>
                  <a:pt x="1918566" y="3790039"/>
                </a:lnTo>
                <a:close/>
              </a:path>
              <a:path w="6655434" h="6988809">
                <a:moveTo>
                  <a:pt x="1046420" y="3764639"/>
                </a:moveTo>
                <a:lnTo>
                  <a:pt x="1064337" y="3802739"/>
                </a:lnTo>
                <a:lnTo>
                  <a:pt x="1033294" y="3815439"/>
                </a:lnTo>
                <a:lnTo>
                  <a:pt x="1015377" y="3790039"/>
                </a:lnTo>
                <a:lnTo>
                  <a:pt x="1046420" y="3764639"/>
                </a:lnTo>
                <a:close/>
              </a:path>
              <a:path w="6655434" h="6988809">
                <a:moveTo>
                  <a:pt x="2252458" y="3764639"/>
                </a:moveTo>
                <a:lnTo>
                  <a:pt x="2265092" y="3790039"/>
                </a:lnTo>
                <a:lnTo>
                  <a:pt x="2243212" y="3802739"/>
                </a:lnTo>
                <a:lnTo>
                  <a:pt x="2230578" y="3777339"/>
                </a:lnTo>
                <a:lnTo>
                  <a:pt x="2252458" y="3764639"/>
                </a:lnTo>
                <a:close/>
              </a:path>
              <a:path w="6655434" h="6988809">
                <a:moveTo>
                  <a:pt x="173943" y="3751939"/>
                </a:moveTo>
                <a:lnTo>
                  <a:pt x="194804" y="3790039"/>
                </a:lnTo>
                <a:lnTo>
                  <a:pt x="158673" y="3802739"/>
                </a:lnTo>
                <a:lnTo>
                  <a:pt x="137812" y="3777339"/>
                </a:lnTo>
                <a:lnTo>
                  <a:pt x="173943" y="3751939"/>
                </a:lnTo>
                <a:close/>
              </a:path>
              <a:path w="6655434" h="6988809">
                <a:moveTo>
                  <a:pt x="1380313" y="3751939"/>
                </a:moveTo>
                <a:lnTo>
                  <a:pt x="1396767" y="3777339"/>
                </a:lnTo>
                <a:lnTo>
                  <a:pt x="1368271" y="3790039"/>
                </a:lnTo>
                <a:lnTo>
                  <a:pt x="1351817" y="3764639"/>
                </a:lnTo>
                <a:lnTo>
                  <a:pt x="1380313" y="3751939"/>
                </a:lnTo>
                <a:close/>
              </a:path>
              <a:path w="6655434" h="6988809">
                <a:moveTo>
                  <a:pt x="508061" y="3726539"/>
                </a:moveTo>
                <a:lnTo>
                  <a:pt x="528039" y="3764639"/>
                </a:lnTo>
                <a:lnTo>
                  <a:pt x="493437" y="3790039"/>
                </a:lnTo>
                <a:lnTo>
                  <a:pt x="473458" y="3751939"/>
                </a:lnTo>
                <a:lnTo>
                  <a:pt x="508061" y="3726539"/>
                </a:lnTo>
                <a:close/>
              </a:path>
              <a:path w="6655434" h="6988809">
                <a:moveTo>
                  <a:pt x="2586463" y="3751939"/>
                </a:moveTo>
                <a:lnTo>
                  <a:pt x="2597924" y="3777339"/>
                </a:lnTo>
                <a:lnTo>
                  <a:pt x="2578076" y="3777339"/>
                </a:lnTo>
                <a:lnTo>
                  <a:pt x="2566621" y="3764639"/>
                </a:lnTo>
                <a:lnTo>
                  <a:pt x="2586463" y="3751939"/>
                </a:lnTo>
                <a:close/>
              </a:path>
              <a:path w="6655434" h="6988809">
                <a:moveTo>
                  <a:pt x="1714423" y="3726539"/>
                </a:moveTo>
                <a:lnTo>
                  <a:pt x="1729995" y="3764639"/>
                </a:lnTo>
                <a:lnTo>
                  <a:pt x="1703027" y="3777339"/>
                </a:lnTo>
                <a:lnTo>
                  <a:pt x="1687455" y="3751939"/>
                </a:lnTo>
                <a:lnTo>
                  <a:pt x="1714423" y="3726539"/>
                </a:lnTo>
                <a:close/>
              </a:path>
              <a:path w="6655434" h="6988809">
                <a:moveTo>
                  <a:pt x="842065" y="3713839"/>
                </a:moveTo>
                <a:lnTo>
                  <a:pt x="860865" y="3739239"/>
                </a:lnTo>
                <a:lnTo>
                  <a:pt x="828300" y="3764639"/>
                </a:lnTo>
                <a:lnTo>
                  <a:pt x="809494" y="3726539"/>
                </a:lnTo>
                <a:lnTo>
                  <a:pt x="842065" y="3713839"/>
                </a:lnTo>
                <a:close/>
              </a:path>
              <a:path w="6655434" h="6988809">
                <a:moveTo>
                  <a:pt x="2048321" y="3713839"/>
                </a:moveTo>
                <a:lnTo>
                  <a:pt x="2062417" y="3739239"/>
                </a:lnTo>
                <a:lnTo>
                  <a:pt x="2037996" y="3751939"/>
                </a:lnTo>
                <a:lnTo>
                  <a:pt x="2023900" y="3726539"/>
                </a:lnTo>
                <a:lnTo>
                  <a:pt x="2048321" y="3713839"/>
                </a:lnTo>
                <a:close/>
              </a:path>
              <a:path w="6655434" h="6988809">
                <a:moveTo>
                  <a:pt x="1176176" y="3688439"/>
                </a:moveTo>
                <a:lnTo>
                  <a:pt x="1194093" y="3726539"/>
                </a:lnTo>
                <a:lnTo>
                  <a:pt x="1163056" y="3739239"/>
                </a:lnTo>
                <a:lnTo>
                  <a:pt x="1145133" y="3713839"/>
                </a:lnTo>
                <a:lnTo>
                  <a:pt x="1176176" y="3688439"/>
                </a:lnTo>
                <a:close/>
              </a:path>
              <a:path w="6655434" h="6988809">
                <a:moveTo>
                  <a:pt x="2382219" y="3701139"/>
                </a:moveTo>
                <a:lnTo>
                  <a:pt x="2394853" y="3713839"/>
                </a:lnTo>
                <a:lnTo>
                  <a:pt x="2372967" y="3726539"/>
                </a:lnTo>
                <a:lnTo>
                  <a:pt x="2360333" y="3713839"/>
                </a:lnTo>
                <a:lnTo>
                  <a:pt x="2382219" y="3701139"/>
                </a:lnTo>
                <a:close/>
              </a:path>
              <a:path w="6655434" h="6988809">
                <a:moveTo>
                  <a:pt x="1510073" y="3675739"/>
                </a:moveTo>
                <a:lnTo>
                  <a:pt x="1526527" y="3701139"/>
                </a:lnTo>
                <a:lnTo>
                  <a:pt x="1498031" y="3726539"/>
                </a:lnTo>
                <a:lnTo>
                  <a:pt x="1481577" y="3688439"/>
                </a:lnTo>
                <a:lnTo>
                  <a:pt x="1510073" y="3675739"/>
                </a:lnTo>
                <a:close/>
              </a:path>
              <a:path w="6655434" h="6988809">
                <a:moveTo>
                  <a:pt x="303811" y="3675739"/>
                </a:moveTo>
                <a:lnTo>
                  <a:pt x="324962" y="3713839"/>
                </a:lnTo>
                <a:lnTo>
                  <a:pt x="288328" y="3726539"/>
                </a:lnTo>
                <a:lnTo>
                  <a:pt x="267177" y="3701139"/>
                </a:lnTo>
                <a:lnTo>
                  <a:pt x="303811" y="3675739"/>
                </a:lnTo>
                <a:close/>
              </a:path>
              <a:path w="6655434" h="6988809">
                <a:moveTo>
                  <a:pt x="2716109" y="3675739"/>
                </a:moveTo>
                <a:lnTo>
                  <a:pt x="2727274" y="3701139"/>
                </a:lnTo>
                <a:lnTo>
                  <a:pt x="2707941" y="3713839"/>
                </a:lnTo>
                <a:lnTo>
                  <a:pt x="2696776" y="3688439"/>
                </a:lnTo>
                <a:lnTo>
                  <a:pt x="2716109" y="3675739"/>
                </a:lnTo>
                <a:close/>
              </a:path>
              <a:path w="6655434" h="6988809">
                <a:moveTo>
                  <a:pt x="637922" y="3650339"/>
                </a:moveTo>
                <a:lnTo>
                  <a:pt x="658197" y="3688439"/>
                </a:lnTo>
                <a:lnTo>
                  <a:pt x="623085" y="3713839"/>
                </a:lnTo>
                <a:lnTo>
                  <a:pt x="602810" y="3675739"/>
                </a:lnTo>
                <a:lnTo>
                  <a:pt x="637922" y="3650339"/>
                </a:lnTo>
                <a:close/>
              </a:path>
              <a:path w="6655434" h="6988809">
                <a:moveTo>
                  <a:pt x="1844184" y="3663039"/>
                </a:moveTo>
                <a:lnTo>
                  <a:pt x="1859756" y="3688439"/>
                </a:lnTo>
                <a:lnTo>
                  <a:pt x="1832788" y="3701139"/>
                </a:lnTo>
                <a:lnTo>
                  <a:pt x="1817216" y="3675739"/>
                </a:lnTo>
                <a:lnTo>
                  <a:pt x="1844184" y="3663039"/>
                </a:lnTo>
                <a:close/>
              </a:path>
              <a:path w="6655434" h="6988809">
                <a:moveTo>
                  <a:pt x="971926" y="3637639"/>
                </a:moveTo>
                <a:lnTo>
                  <a:pt x="991028" y="3675739"/>
                </a:lnTo>
                <a:lnTo>
                  <a:pt x="957953" y="3688439"/>
                </a:lnTo>
                <a:lnTo>
                  <a:pt x="938852" y="3663039"/>
                </a:lnTo>
                <a:lnTo>
                  <a:pt x="971926" y="3637639"/>
                </a:lnTo>
                <a:close/>
              </a:path>
              <a:path w="6655434" h="6988809">
                <a:moveTo>
                  <a:pt x="2177976" y="3637639"/>
                </a:moveTo>
                <a:lnTo>
                  <a:pt x="2191782" y="3663039"/>
                </a:lnTo>
                <a:lnTo>
                  <a:pt x="2167865" y="3675739"/>
                </a:lnTo>
                <a:lnTo>
                  <a:pt x="2154058" y="3650339"/>
                </a:lnTo>
                <a:lnTo>
                  <a:pt x="2177976" y="3637639"/>
                </a:lnTo>
                <a:close/>
              </a:path>
              <a:path w="6655434" h="6988809">
                <a:moveTo>
                  <a:pt x="99455" y="3624939"/>
                </a:moveTo>
                <a:lnTo>
                  <a:pt x="121489" y="3663039"/>
                </a:lnTo>
                <a:lnTo>
                  <a:pt x="83327" y="3675739"/>
                </a:lnTo>
                <a:lnTo>
                  <a:pt x="61293" y="3637639"/>
                </a:lnTo>
                <a:lnTo>
                  <a:pt x="99455" y="3624939"/>
                </a:lnTo>
                <a:close/>
              </a:path>
              <a:path w="6655434" h="6988809">
                <a:moveTo>
                  <a:pt x="1305937" y="3624939"/>
                </a:moveTo>
                <a:lnTo>
                  <a:pt x="1323854" y="3650339"/>
                </a:lnTo>
                <a:lnTo>
                  <a:pt x="1292817" y="3663039"/>
                </a:lnTo>
                <a:lnTo>
                  <a:pt x="1274894" y="3637639"/>
                </a:lnTo>
                <a:lnTo>
                  <a:pt x="1305937" y="3624939"/>
                </a:lnTo>
                <a:close/>
              </a:path>
              <a:path w="6655434" h="6988809">
                <a:moveTo>
                  <a:pt x="433572" y="3599539"/>
                </a:moveTo>
                <a:lnTo>
                  <a:pt x="454724" y="3637639"/>
                </a:lnTo>
                <a:lnTo>
                  <a:pt x="418083" y="3663039"/>
                </a:lnTo>
                <a:lnTo>
                  <a:pt x="396932" y="3624939"/>
                </a:lnTo>
                <a:lnTo>
                  <a:pt x="433572" y="3599539"/>
                </a:lnTo>
                <a:close/>
              </a:path>
              <a:path w="6655434" h="6988809">
                <a:moveTo>
                  <a:pt x="2511868" y="3624939"/>
                </a:moveTo>
                <a:lnTo>
                  <a:pt x="2524211" y="3637639"/>
                </a:lnTo>
                <a:lnTo>
                  <a:pt x="2502841" y="3650339"/>
                </a:lnTo>
                <a:lnTo>
                  <a:pt x="2490503" y="3637639"/>
                </a:lnTo>
                <a:lnTo>
                  <a:pt x="2511868" y="3624939"/>
                </a:lnTo>
                <a:close/>
              </a:path>
              <a:path w="6655434" h="6988809">
                <a:moveTo>
                  <a:pt x="1639828" y="3599539"/>
                </a:moveTo>
                <a:lnTo>
                  <a:pt x="1656283" y="3624939"/>
                </a:lnTo>
                <a:lnTo>
                  <a:pt x="1627786" y="3650339"/>
                </a:lnTo>
                <a:lnTo>
                  <a:pt x="1611332" y="3612239"/>
                </a:lnTo>
                <a:lnTo>
                  <a:pt x="1639828" y="3599539"/>
                </a:lnTo>
                <a:close/>
              </a:path>
              <a:path w="6655434" h="6988809">
                <a:moveTo>
                  <a:pt x="767683" y="3586839"/>
                </a:moveTo>
                <a:lnTo>
                  <a:pt x="787958" y="3612239"/>
                </a:lnTo>
                <a:lnTo>
                  <a:pt x="752846" y="3637639"/>
                </a:lnTo>
                <a:lnTo>
                  <a:pt x="732571" y="3599539"/>
                </a:lnTo>
                <a:lnTo>
                  <a:pt x="767683" y="3586839"/>
                </a:lnTo>
                <a:close/>
              </a:path>
              <a:path w="6655434" h="6988809">
                <a:moveTo>
                  <a:pt x="1973838" y="3586839"/>
                </a:moveTo>
                <a:lnTo>
                  <a:pt x="1989114" y="3612239"/>
                </a:lnTo>
                <a:lnTo>
                  <a:pt x="1962650" y="3624939"/>
                </a:lnTo>
                <a:lnTo>
                  <a:pt x="1947374" y="3599539"/>
                </a:lnTo>
                <a:lnTo>
                  <a:pt x="1973838" y="3586839"/>
                </a:lnTo>
                <a:close/>
              </a:path>
              <a:path w="6655434" h="6988809">
                <a:moveTo>
                  <a:pt x="1101688" y="3561439"/>
                </a:moveTo>
                <a:lnTo>
                  <a:pt x="1120789" y="3599539"/>
                </a:lnTo>
                <a:lnTo>
                  <a:pt x="1087709" y="3612239"/>
                </a:lnTo>
                <a:lnTo>
                  <a:pt x="1068613" y="3586839"/>
                </a:lnTo>
                <a:lnTo>
                  <a:pt x="1101688" y="3561439"/>
                </a:lnTo>
                <a:close/>
              </a:path>
              <a:path w="6655434" h="6988809">
                <a:moveTo>
                  <a:pt x="2307624" y="3561439"/>
                </a:moveTo>
                <a:lnTo>
                  <a:pt x="2321141" y="3586839"/>
                </a:lnTo>
                <a:lnTo>
                  <a:pt x="2297727" y="3599539"/>
                </a:lnTo>
                <a:lnTo>
                  <a:pt x="2284216" y="3574139"/>
                </a:lnTo>
                <a:lnTo>
                  <a:pt x="2307624" y="3561439"/>
                </a:lnTo>
                <a:close/>
              </a:path>
              <a:path w="6655434" h="6988809">
                <a:moveTo>
                  <a:pt x="229328" y="3548739"/>
                </a:moveTo>
                <a:lnTo>
                  <a:pt x="251658" y="3586839"/>
                </a:lnTo>
                <a:lnTo>
                  <a:pt x="212981" y="3599539"/>
                </a:lnTo>
                <a:lnTo>
                  <a:pt x="190651" y="3561439"/>
                </a:lnTo>
                <a:lnTo>
                  <a:pt x="229328" y="3548739"/>
                </a:lnTo>
                <a:close/>
              </a:path>
              <a:path w="6655434" h="6988809">
                <a:moveTo>
                  <a:pt x="1435691" y="3548739"/>
                </a:moveTo>
                <a:lnTo>
                  <a:pt x="1453614" y="3574139"/>
                </a:lnTo>
                <a:lnTo>
                  <a:pt x="1422577" y="3586839"/>
                </a:lnTo>
                <a:lnTo>
                  <a:pt x="1404654" y="3561439"/>
                </a:lnTo>
                <a:lnTo>
                  <a:pt x="1435691" y="3548739"/>
                </a:lnTo>
                <a:close/>
              </a:path>
              <a:path w="6655434" h="6988809">
                <a:moveTo>
                  <a:pt x="563434" y="3523339"/>
                </a:moveTo>
                <a:lnTo>
                  <a:pt x="584881" y="3561439"/>
                </a:lnTo>
                <a:lnTo>
                  <a:pt x="547738" y="3586839"/>
                </a:lnTo>
                <a:lnTo>
                  <a:pt x="526290" y="3548739"/>
                </a:lnTo>
                <a:lnTo>
                  <a:pt x="563434" y="3523339"/>
                </a:lnTo>
                <a:close/>
              </a:path>
              <a:path w="6655434" h="6988809">
                <a:moveTo>
                  <a:pt x="2641627" y="3548739"/>
                </a:moveTo>
                <a:lnTo>
                  <a:pt x="2653970" y="3574139"/>
                </a:lnTo>
                <a:lnTo>
                  <a:pt x="2632594" y="3574139"/>
                </a:lnTo>
                <a:lnTo>
                  <a:pt x="2620256" y="3561439"/>
                </a:lnTo>
                <a:lnTo>
                  <a:pt x="2641627" y="3548739"/>
                </a:lnTo>
                <a:close/>
              </a:path>
              <a:path w="6655434" h="6988809">
                <a:moveTo>
                  <a:pt x="1769583" y="3523339"/>
                </a:moveTo>
                <a:lnTo>
                  <a:pt x="1786037" y="3548739"/>
                </a:lnTo>
                <a:lnTo>
                  <a:pt x="1757548" y="3574139"/>
                </a:lnTo>
                <a:lnTo>
                  <a:pt x="1741093" y="3548739"/>
                </a:lnTo>
                <a:lnTo>
                  <a:pt x="1769583" y="3523339"/>
                </a:lnTo>
                <a:close/>
              </a:path>
              <a:path w="6655434" h="6988809">
                <a:moveTo>
                  <a:pt x="897550" y="3510639"/>
                </a:moveTo>
                <a:lnTo>
                  <a:pt x="918114" y="3536039"/>
                </a:lnTo>
                <a:lnTo>
                  <a:pt x="882493" y="3561439"/>
                </a:lnTo>
                <a:lnTo>
                  <a:pt x="861929" y="3523339"/>
                </a:lnTo>
                <a:lnTo>
                  <a:pt x="897550" y="3510639"/>
                </a:lnTo>
                <a:close/>
              </a:path>
              <a:path w="6655434" h="6988809">
                <a:moveTo>
                  <a:pt x="2103599" y="3510639"/>
                </a:moveTo>
                <a:lnTo>
                  <a:pt x="2118875" y="3536039"/>
                </a:lnTo>
                <a:lnTo>
                  <a:pt x="2092411" y="3548739"/>
                </a:lnTo>
                <a:lnTo>
                  <a:pt x="2077135" y="3523339"/>
                </a:lnTo>
                <a:lnTo>
                  <a:pt x="2103599" y="3510639"/>
                </a:lnTo>
                <a:close/>
              </a:path>
              <a:path w="6655434" h="6988809">
                <a:moveTo>
                  <a:pt x="24972" y="3485239"/>
                </a:moveTo>
                <a:lnTo>
                  <a:pt x="48185" y="3523339"/>
                </a:lnTo>
                <a:lnTo>
                  <a:pt x="7985" y="3548739"/>
                </a:lnTo>
                <a:lnTo>
                  <a:pt x="3" y="3536039"/>
                </a:lnTo>
                <a:lnTo>
                  <a:pt x="3" y="3497939"/>
                </a:lnTo>
                <a:lnTo>
                  <a:pt x="24972" y="3485239"/>
                </a:lnTo>
                <a:close/>
              </a:path>
              <a:path w="6655434" h="6988809">
                <a:moveTo>
                  <a:pt x="1231448" y="3485239"/>
                </a:moveTo>
                <a:lnTo>
                  <a:pt x="1250544" y="3523339"/>
                </a:lnTo>
                <a:lnTo>
                  <a:pt x="1217464" y="3536039"/>
                </a:lnTo>
                <a:lnTo>
                  <a:pt x="1198368" y="3510639"/>
                </a:lnTo>
                <a:lnTo>
                  <a:pt x="1231448" y="3485239"/>
                </a:lnTo>
                <a:close/>
              </a:path>
              <a:path w="6655434" h="6988809">
                <a:moveTo>
                  <a:pt x="2437279" y="3485239"/>
                </a:moveTo>
                <a:lnTo>
                  <a:pt x="2450499" y="3510639"/>
                </a:lnTo>
                <a:lnTo>
                  <a:pt x="2427601" y="3523339"/>
                </a:lnTo>
                <a:lnTo>
                  <a:pt x="2414380" y="3497939"/>
                </a:lnTo>
                <a:lnTo>
                  <a:pt x="2437279" y="3485239"/>
                </a:lnTo>
                <a:close/>
              </a:path>
              <a:path w="6655434" h="6988809">
                <a:moveTo>
                  <a:pt x="1565452" y="3472539"/>
                </a:moveTo>
                <a:lnTo>
                  <a:pt x="1583375" y="3497939"/>
                </a:lnTo>
                <a:lnTo>
                  <a:pt x="1552332" y="3523339"/>
                </a:lnTo>
                <a:lnTo>
                  <a:pt x="1534409" y="3485239"/>
                </a:lnTo>
                <a:lnTo>
                  <a:pt x="1565452" y="3472539"/>
                </a:lnTo>
                <a:close/>
              </a:path>
              <a:path w="6655434" h="6988809">
                <a:moveTo>
                  <a:pt x="359084" y="3472539"/>
                </a:moveTo>
                <a:lnTo>
                  <a:pt x="381408" y="3510639"/>
                </a:lnTo>
                <a:lnTo>
                  <a:pt x="342743" y="3523339"/>
                </a:lnTo>
                <a:lnTo>
                  <a:pt x="320413" y="3485239"/>
                </a:lnTo>
                <a:lnTo>
                  <a:pt x="359084" y="3472539"/>
                </a:lnTo>
                <a:close/>
              </a:path>
              <a:path w="6655434" h="6988809">
                <a:moveTo>
                  <a:pt x="2771281" y="3472539"/>
                </a:moveTo>
                <a:lnTo>
                  <a:pt x="2783323" y="3497939"/>
                </a:lnTo>
                <a:lnTo>
                  <a:pt x="2762462" y="3510639"/>
                </a:lnTo>
                <a:lnTo>
                  <a:pt x="2750421" y="3485239"/>
                </a:lnTo>
                <a:lnTo>
                  <a:pt x="2771281" y="3472539"/>
                </a:lnTo>
                <a:close/>
              </a:path>
              <a:path w="6655434" h="6988809">
                <a:moveTo>
                  <a:pt x="693195" y="3447139"/>
                </a:moveTo>
                <a:lnTo>
                  <a:pt x="714642" y="3485239"/>
                </a:lnTo>
                <a:lnTo>
                  <a:pt x="677493" y="3510639"/>
                </a:lnTo>
                <a:lnTo>
                  <a:pt x="656046" y="3472539"/>
                </a:lnTo>
                <a:lnTo>
                  <a:pt x="693195" y="3447139"/>
                </a:lnTo>
                <a:close/>
              </a:path>
              <a:path w="6655434" h="6988809">
                <a:moveTo>
                  <a:pt x="1899243" y="3447139"/>
                </a:moveTo>
                <a:lnTo>
                  <a:pt x="1915401" y="3485239"/>
                </a:lnTo>
                <a:lnTo>
                  <a:pt x="1887409" y="3497939"/>
                </a:lnTo>
                <a:lnTo>
                  <a:pt x="1871251" y="3472539"/>
                </a:lnTo>
                <a:lnTo>
                  <a:pt x="1899243" y="3447139"/>
                </a:lnTo>
                <a:close/>
              </a:path>
              <a:path w="6655434" h="6988809">
                <a:moveTo>
                  <a:pt x="1027312" y="3434439"/>
                </a:moveTo>
                <a:lnTo>
                  <a:pt x="1047876" y="3472539"/>
                </a:lnTo>
                <a:lnTo>
                  <a:pt x="1012255" y="3485239"/>
                </a:lnTo>
                <a:lnTo>
                  <a:pt x="991691" y="3447139"/>
                </a:lnTo>
                <a:lnTo>
                  <a:pt x="1027312" y="3434439"/>
                </a:lnTo>
                <a:close/>
              </a:path>
              <a:path w="6655434" h="6988809">
                <a:moveTo>
                  <a:pt x="2233248" y="3434439"/>
                </a:moveTo>
                <a:lnTo>
                  <a:pt x="2248227" y="3459839"/>
                </a:lnTo>
                <a:lnTo>
                  <a:pt x="2222272" y="3472539"/>
                </a:lnTo>
                <a:lnTo>
                  <a:pt x="2207293" y="3447139"/>
                </a:lnTo>
                <a:lnTo>
                  <a:pt x="2233248" y="3434439"/>
                </a:lnTo>
                <a:close/>
              </a:path>
              <a:path w="6655434" h="6988809">
                <a:moveTo>
                  <a:pt x="154834" y="3409039"/>
                </a:moveTo>
                <a:lnTo>
                  <a:pt x="178343" y="3447139"/>
                </a:lnTo>
                <a:lnTo>
                  <a:pt x="137634" y="3472539"/>
                </a:lnTo>
                <a:lnTo>
                  <a:pt x="114131" y="3434439"/>
                </a:lnTo>
                <a:lnTo>
                  <a:pt x="154834" y="3409039"/>
                </a:lnTo>
                <a:close/>
              </a:path>
              <a:path w="6655434" h="6988809">
                <a:moveTo>
                  <a:pt x="1361203" y="3409039"/>
                </a:moveTo>
                <a:lnTo>
                  <a:pt x="1380299" y="3447139"/>
                </a:lnTo>
                <a:lnTo>
                  <a:pt x="1347224" y="3459839"/>
                </a:lnTo>
                <a:lnTo>
                  <a:pt x="1328128" y="3434439"/>
                </a:lnTo>
                <a:lnTo>
                  <a:pt x="1361203" y="3409039"/>
                </a:lnTo>
                <a:close/>
              </a:path>
              <a:path w="6655434" h="6988809">
                <a:moveTo>
                  <a:pt x="488951" y="3396339"/>
                </a:moveTo>
                <a:lnTo>
                  <a:pt x="511578" y="3434439"/>
                </a:lnTo>
                <a:lnTo>
                  <a:pt x="472390" y="3459839"/>
                </a:lnTo>
                <a:lnTo>
                  <a:pt x="449770" y="3421739"/>
                </a:lnTo>
                <a:lnTo>
                  <a:pt x="488951" y="3396339"/>
                </a:lnTo>
                <a:close/>
              </a:path>
              <a:path w="6655434" h="6988809">
                <a:moveTo>
                  <a:pt x="2567038" y="3421739"/>
                </a:moveTo>
                <a:lnTo>
                  <a:pt x="2580258" y="3434439"/>
                </a:lnTo>
                <a:lnTo>
                  <a:pt x="2557360" y="3447139"/>
                </a:lnTo>
                <a:lnTo>
                  <a:pt x="2544139" y="3434439"/>
                </a:lnTo>
                <a:lnTo>
                  <a:pt x="2567038" y="3421739"/>
                </a:lnTo>
                <a:close/>
              </a:path>
              <a:path w="6655434" h="6988809">
                <a:moveTo>
                  <a:pt x="1695101" y="3396339"/>
                </a:moveTo>
                <a:lnTo>
                  <a:pt x="1712727" y="3421739"/>
                </a:lnTo>
                <a:lnTo>
                  <a:pt x="1682200" y="3447139"/>
                </a:lnTo>
                <a:lnTo>
                  <a:pt x="1664573" y="3409039"/>
                </a:lnTo>
                <a:lnTo>
                  <a:pt x="1695101" y="3396339"/>
                </a:lnTo>
                <a:close/>
              </a:path>
              <a:path w="6655434" h="6988809">
                <a:moveTo>
                  <a:pt x="823056" y="3370939"/>
                </a:moveTo>
                <a:lnTo>
                  <a:pt x="844799" y="3409039"/>
                </a:lnTo>
                <a:lnTo>
                  <a:pt x="807140" y="3434439"/>
                </a:lnTo>
                <a:lnTo>
                  <a:pt x="785403" y="3396339"/>
                </a:lnTo>
                <a:lnTo>
                  <a:pt x="823056" y="3370939"/>
                </a:lnTo>
                <a:close/>
              </a:path>
              <a:path w="6655434" h="6988809">
                <a:moveTo>
                  <a:pt x="2028998" y="3370939"/>
                </a:moveTo>
                <a:lnTo>
                  <a:pt x="2045157" y="3409039"/>
                </a:lnTo>
                <a:lnTo>
                  <a:pt x="2017170" y="3421739"/>
                </a:lnTo>
                <a:lnTo>
                  <a:pt x="2001012" y="3396339"/>
                </a:lnTo>
                <a:lnTo>
                  <a:pt x="2028998" y="3370939"/>
                </a:lnTo>
                <a:close/>
              </a:path>
              <a:path w="6655434" h="6988809">
                <a:moveTo>
                  <a:pt x="1157072" y="3358239"/>
                </a:moveTo>
                <a:lnTo>
                  <a:pt x="1177637" y="3396339"/>
                </a:lnTo>
                <a:lnTo>
                  <a:pt x="1142010" y="3409039"/>
                </a:lnTo>
                <a:lnTo>
                  <a:pt x="1121445" y="3370939"/>
                </a:lnTo>
                <a:lnTo>
                  <a:pt x="1157072" y="3358239"/>
                </a:lnTo>
                <a:close/>
              </a:path>
              <a:path w="6655434" h="6988809">
                <a:moveTo>
                  <a:pt x="2362897" y="3358239"/>
                </a:moveTo>
                <a:lnTo>
                  <a:pt x="2377586" y="3383639"/>
                </a:lnTo>
                <a:lnTo>
                  <a:pt x="2352146" y="3396339"/>
                </a:lnTo>
                <a:lnTo>
                  <a:pt x="2337457" y="3370939"/>
                </a:lnTo>
                <a:lnTo>
                  <a:pt x="2362897" y="3358239"/>
                </a:lnTo>
                <a:close/>
              </a:path>
              <a:path w="6655434" h="6988809">
                <a:moveTo>
                  <a:pt x="1490964" y="3332839"/>
                </a:moveTo>
                <a:lnTo>
                  <a:pt x="1510060" y="3370939"/>
                </a:lnTo>
                <a:lnTo>
                  <a:pt x="1476986" y="3396339"/>
                </a:lnTo>
                <a:lnTo>
                  <a:pt x="1457890" y="3358239"/>
                </a:lnTo>
                <a:lnTo>
                  <a:pt x="1490964" y="3332839"/>
                </a:lnTo>
                <a:close/>
              </a:path>
              <a:path w="6655434" h="6988809">
                <a:moveTo>
                  <a:pt x="284702" y="3332839"/>
                </a:moveTo>
                <a:lnTo>
                  <a:pt x="308501" y="3383639"/>
                </a:lnTo>
                <a:lnTo>
                  <a:pt x="267283" y="3396339"/>
                </a:lnTo>
                <a:lnTo>
                  <a:pt x="243490" y="3358239"/>
                </a:lnTo>
                <a:lnTo>
                  <a:pt x="284702" y="3332839"/>
                </a:lnTo>
                <a:close/>
              </a:path>
              <a:path w="6655434" h="6988809">
                <a:moveTo>
                  <a:pt x="618713" y="3320139"/>
                </a:moveTo>
                <a:lnTo>
                  <a:pt x="641333" y="3358239"/>
                </a:lnTo>
                <a:lnTo>
                  <a:pt x="602152" y="3383639"/>
                </a:lnTo>
                <a:lnTo>
                  <a:pt x="579526" y="3345539"/>
                </a:lnTo>
                <a:lnTo>
                  <a:pt x="618713" y="3320139"/>
                </a:lnTo>
                <a:close/>
              </a:path>
              <a:path w="6655434" h="6988809">
                <a:moveTo>
                  <a:pt x="2696686" y="3345539"/>
                </a:moveTo>
                <a:lnTo>
                  <a:pt x="2709610" y="3358239"/>
                </a:lnTo>
                <a:lnTo>
                  <a:pt x="2687221" y="3370939"/>
                </a:lnTo>
                <a:lnTo>
                  <a:pt x="2674297" y="3358239"/>
                </a:lnTo>
                <a:lnTo>
                  <a:pt x="2696686" y="3345539"/>
                </a:lnTo>
                <a:close/>
              </a:path>
              <a:path w="6655434" h="6988809">
                <a:moveTo>
                  <a:pt x="1824861" y="3320139"/>
                </a:moveTo>
                <a:lnTo>
                  <a:pt x="1842488" y="3345539"/>
                </a:lnTo>
                <a:lnTo>
                  <a:pt x="1811955" y="3370939"/>
                </a:lnTo>
                <a:lnTo>
                  <a:pt x="1794328" y="3332839"/>
                </a:lnTo>
                <a:lnTo>
                  <a:pt x="1824861" y="3320139"/>
                </a:lnTo>
                <a:close/>
              </a:path>
              <a:path w="6655434" h="6988809">
                <a:moveTo>
                  <a:pt x="952818" y="3294739"/>
                </a:moveTo>
                <a:lnTo>
                  <a:pt x="974561" y="3332839"/>
                </a:lnTo>
                <a:lnTo>
                  <a:pt x="936902" y="3358239"/>
                </a:lnTo>
                <a:lnTo>
                  <a:pt x="915165" y="3320139"/>
                </a:lnTo>
                <a:lnTo>
                  <a:pt x="952818" y="3294739"/>
                </a:lnTo>
                <a:close/>
              </a:path>
              <a:path w="6655434" h="6988809">
                <a:moveTo>
                  <a:pt x="2158760" y="3307439"/>
                </a:moveTo>
                <a:lnTo>
                  <a:pt x="2174918" y="3332839"/>
                </a:lnTo>
                <a:lnTo>
                  <a:pt x="2146932" y="3345539"/>
                </a:lnTo>
                <a:lnTo>
                  <a:pt x="2130773" y="3320139"/>
                </a:lnTo>
                <a:lnTo>
                  <a:pt x="2158760" y="3307439"/>
                </a:lnTo>
                <a:close/>
              </a:path>
              <a:path w="6655434" h="6988809">
                <a:moveTo>
                  <a:pt x="80346" y="3282039"/>
                </a:moveTo>
                <a:lnTo>
                  <a:pt x="105027" y="3320139"/>
                </a:lnTo>
                <a:lnTo>
                  <a:pt x="62281" y="3345539"/>
                </a:lnTo>
                <a:lnTo>
                  <a:pt x="37605" y="3307439"/>
                </a:lnTo>
                <a:lnTo>
                  <a:pt x="80346" y="3282039"/>
                </a:lnTo>
                <a:close/>
              </a:path>
              <a:path w="6655434" h="6988809">
                <a:moveTo>
                  <a:pt x="1286827" y="3282039"/>
                </a:moveTo>
                <a:lnTo>
                  <a:pt x="1307391" y="3320139"/>
                </a:lnTo>
                <a:lnTo>
                  <a:pt x="1271770" y="3332839"/>
                </a:lnTo>
                <a:lnTo>
                  <a:pt x="1251205" y="3307439"/>
                </a:lnTo>
                <a:lnTo>
                  <a:pt x="1286827" y="3282039"/>
                </a:lnTo>
                <a:close/>
              </a:path>
              <a:path w="6655434" h="6988809">
                <a:moveTo>
                  <a:pt x="414463" y="3256639"/>
                </a:moveTo>
                <a:lnTo>
                  <a:pt x="438262" y="3307439"/>
                </a:lnTo>
                <a:lnTo>
                  <a:pt x="397043" y="3332839"/>
                </a:lnTo>
                <a:lnTo>
                  <a:pt x="373250" y="3282039"/>
                </a:lnTo>
                <a:lnTo>
                  <a:pt x="414463" y="3256639"/>
                </a:lnTo>
                <a:close/>
              </a:path>
              <a:path w="6655434" h="6988809">
                <a:moveTo>
                  <a:pt x="2492656" y="3282039"/>
                </a:moveTo>
                <a:lnTo>
                  <a:pt x="2507345" y="3307439"/>
                </a:lnTo>
                <a:lnTo>
                  <a:pt x="2481905" y="3320139"/>
                </a:lnTo>
                <a:lnTo>
                  <a:pt x="2467216" y="3294739"/>
                </a:lnTo>
                <a:lnTo>
                  <a:pt x="2492656" y="3282039"/>
                </a:lnTo>
                <a:close/>
              </a:path>
              <a:path w="6655434" h="6988809">
                <a:moveTo>
                  <a:pt x="1620724" y="3269339"/>
                </a:moveTo>
                <a:lnTo>
                  <a:pt x="1639821" y="3294739"/>
                </a:lnTo>
                <a:lnTo>
                  <a:pt x="1606746" y="3320139"/>
                </a:lnTo>
                <a:lnTo>
                  <a:pt x="1587644" y="3282039"/>
                </a:lnTo>
                <a:lnTo>
                  <a:pt x="1620724" y="3269339"/>
                </a:lnTo>
                <a:close/>
              </a:path>
              <a:path w="6655434" h="6988809">
                <a:moveTo>
                  <a:pt x="748573" y="3243939"/>
                </a:moveTo>
                <a:lnTo>
                  <a:pt x="771490" y="3282039"/>
                </a:lnTo>
                <a:lnTo>
                  <a:pt x="731800" y="3307439"/>
                </a:lnTo>
                <a:lnTo>
                  <a:pt x="708883" y="3269339"/>
                </a:lnTo>
                <a:lnTo>
                  <a:pt x="748573" y="3243939"/>
                </a:lnTo>
                <a:close/>
              </a:path>
              <a:path w="6655434" h="6988809">
                <a:moveTo>
                  <a:pt x="1954516" y="3243939"/>
                </a:moveTo>
                <a:lnTo>
                  <a:pt x="1971847" y="3269339"/>
                </a:lnTo>
                <a:lnTo>
                  <a:pt x="1941823" y="3294739"/>
                </a:lnTo>
                <a:lnTo>
                  <a:pt x="1924492" y="3256639"/>
                </a:lnTo>
                <a:lnTo>
                  <a:pt x="1954516" y="3243939"/>
                </a:lnTo>
                <a:close/>
              </a:path>
              <a:path w="6655434" h="6988809">
                <a:moveTo>
                  <a:pt x="1082578" y="3218539"/>
                </a:moveTo>
                <a:lnTo>
                  <a:pt x="1104322" y="3256639"/>
                </a:lnTo>
                <a:lnTo>
                  <a:pt x="1066663" y="3282039"/>
                </a:lnTo>
                <a:lnTo>
                  <a:pt x="1044925" y="3243939"/>
                </a:lnTo>
                <a:lnTo>
                  <a:pt x="1082578" y="3218539"/>
                </a:lnTo>
                <a:close/>
              </a:path>
              <a:path w="6655434" h="6988809">
                <a:moveTo>
                  <a:pt x="2288408" y="3231239"/>
                </a:moveTo>
                <a:lnTo>
                  <a:pt x="2304277" y="3256639"/>
                </a:lnTo>
                <a:lnTo>
                  <a:pt x="2276793" y="3269339"/>
                </a:lnTo>
                <a:lnTo>
                  <a:pt x="2260931" y="3243939"/>
                </a:lnTo>
                <a:lnTo>
                  <a:pt x="2288408" y="3231239"/>
                </a:lnTo>
                <a:close/>
              </a:path>
              <a:path w="6655434" h="6988809">
                <a:moveTo>
                  <a:pt x="210220" y="3205839"/>
                </a:moveTo>
                <a:lnTo>
                  <a:pt x="235192" y="3243939"/>
                </a:lnTo>
                <a:lnTo>
                  <a:pt x="191942" y="3269339"/>
                </a:lnTo>
                <a:lnTo>
                  <a:pt x="166970" y="3231239"/>
                </a:lnTo>
                <a:lnTo>
                  <a:pt x="210220" y="3205839"/>
                </a:lnTo>
                <a:close/>
              </a:path>
              <a:path w="6655434" h="6988809">
                <a:moveTo>
                  <a:pt x="1416582" y="3205839"/>
                </a:moveTo>
                <a:lnTo>
                  <a:pt x="1437147" y="3243939"/>
                </a:lnTo>
                <a:lnTo>
                  <a:pt x="1401531" y="3256639"/>
                </a:lnTo>
                <a:lnTo>
                  <a:pt x="1380967" y="3231239"/>
                </a:lnTo>
                <a:lnTo>
                  <a:pt x="1416582" y="3205839"/>
                </a:lnTo>
                <a:close/>
              </a:path>
              <a:path w="6655434" h="6988809">
                <a:moveTo>
                  <a:pt x="544331" y="3180439"/>
                </a:moveTo>
                <a:lnTo>
                  <a:pt x="568426" y="3231239"/>
                </a:lnTo>
                <a:lnTo>
                  <a:pt x="526698" y="3256639"/>
                </a:lnTo>
                <a:lnTo>
                  <a:pt x="502603" y="3205839"/>
                </a:lnTo>
                <a:lnTo>
                  <a:pt x="544331" y="3180439"/>
                </a:lnTo>
                <a:close/>
              </a:path>
              <a:path w="6655434" h="6988809">
                <a:moveTo>
                  <a:pt x="2622198" y="3205839"/>
                </a:moveTo>
                <a:lnTo>
                  <a:pt x="2636300" y="3231239"/>
                </a:lnTo>
                <a:lnTo>
                  <a:pt x="2611879" y="3243939"/>
                </a:lnTo>
                <a:lnTo>
                  <a:pt x="2597777" y="3218539"/>
                </a:lnTo>
                <a:lnTo>
                  <a:pt x="2622198" y="3205839"/>
                </a:lnTo>
                <a:close/>
              </a:path>
              <a:path w="6655434" h="6988809">
                <a:moveTo>
                  <a:pt x="1750373" y="3193139"/>
                </a:moveTo>
                <a:lnTo>
                  <a:pt x="1769179" y="3218539"/>
                </a:lnTo>
                <a:lnTo>
                  <a:pt x="1736608" y="3243939"/>
                </a:lnTo>
                <a:lnTo>
                  <a:pt x="1717808" y="3205839"/>
                </a:lnTo>
                <a:lnTo>
                  <a:pt x="1750373" y="3193139"/>
                </a:lnTo>
                <a:close/>
              </a:path>
              <a:path w="6655434" h="6988809">
                <a:moveTo>
                  <a:pt x="878335" y="3167739"/>
                </a:moveTo>
                <a:lnTo>
                  <a:pt x="901252" y="3205839"/>
                </a:lnTo>
                <a:lnTo>
                  <a:pt x="861561" y="3231239"/>
                </a:lnTo>
                <a:lnTo>
                  <a:pt x="838645" y="3193139"/>
                </a:lnTo>
                <a:lnTo>
                  <a:pt x="878335" y="3167739"/>
                </a:lnTo>
                <a:close/>
              </a:path>
              <a:path w="6655434" h="6988809">
                <a:moveTo>
                  <a:pt x="2084164" y="3167739"/>
                </a:moveTo>
                <a:lnTo>
                  <a:pt x="2101205" y="3205839"/>
                </a:lnTo>
                <a:lnTo>
                  <a:pt x="2071690" y="3218539"/>
                </a:lnTo>
                <a:lnTo>
                  <a:pt x="2054650" y="3193139"/>
                </a:lnTo>
                <a:lnTo>
                  <a:pt x="2084164" y="3167739"/>
                </a:lnTo>
                <a:close/>
              </a:path>
              <a:path w="6655434" h="6988809">
                <a:moveTo>
                  <a:pt x="6083" y="3142339"/>
                </a:moveTo>
                <a:lnTo>
                  <a:pt x="32523" y="3193139"/>
                </a:lnTo>
                <a:lnTo>
                  <a:pt x="3" y="3218539"/>
                </a:lnTo>
                <a:lnTo>
                  <a:pt x="3" y="3155039"/>
                </a:lnTo>
                <a:lnTo>
                  <a:pt x="6083" y="3142339"/>
                </a:lnTo>
                <a:close/>
              </a:path>
              <a:path w="6655434" h="6988809">
                <a:moveTo>
                  <a:pt x="1212338" y="3155039"/>
                </a:moveTo>
                <a:lnTo>
                  <a:pt x="1234076" y="3193139"/>
                </a:lnTo>
                <a:lnTo>
                  <a:pt x="1196423" y="3205839"/>
                </a:lnTo>
                <a:lnTo>
                  <a:pt x="1174679" y="3167739"/>
                </a:lnTo>
                <a:lnTo>
                  <a:pt x="1212338" y="3155039"/>
                </a:lnTo>
                <a:close/>
              </a:path>
              <a:path w="6655434" h="6988809">
                <a:moveTo>
                  <a:pt x="2418061" y="3155039"/>
                </a:moveTo>
                <a:lnTo>
                  <a:pt x="2433632" y="3180439"/>
                </a:lnTo>
                <a:lnTo>
                  <a:pt x="2406665" y="3193139"/>
                </a:lnTo>
                <a:lnTo>
                  <a:pt x="2391093" y="3167739"/>
                </a:lnTo>
                <a:lnTo>
                  <a:pt x="2418061" y="3155039"/>
                </a:lnTo>
                <a:close/>
              </a:path>
              <a:path w="6655434" h="6988809">
                <a:moveTo>
                  <a:pt x="1546236" y="3129639"/>
                </a:moveTo>
                <a:lnTo>
                  <a:pt x="1566505" y="3167739"/>
                </a:lnTo>
                <a:lnTo>
                  <a:pt x="1531393" y="3193139"/>
                </a:lnTo>
                <a:lnTo>
                  <a:pt x="1511124" y="3155039"/>
                </a:lnTo>
                <a:lnTo>
                  <a:pt x="1546236" y="3129639"/>
                </a:lnTo>
                <a:close/>
              </a:path>
              <a:path w="6655434" h="6988809">
                <a:moveTo>
                  <a:pt x="340081" y="3129639"/>
                </a:moveTo>
                <a:lnTo>
                  <a:pt x="365349" y="3167739"/>
                </a:lnTo>
                <a:lnTo>
                  <a:pt x="321590" y="3193139"/>
                </a:lnTo>
                <a:lnTo>
                  <a:pt x="296322" y="3155039"/>
                </a:lnTo>
                <a:lnTo>
                  <a:pt x="340081" y="3129639"/>
                </a:lnTo>
                <a:close/>
              </a:path>
              <a:path w="6655434" h="6988809">
                <a:moveTo>
                  <a:pt x="674197" y="3116939"/>
                </a:moveTo>
                <a:lnTo>
                  <a:pt x="698582" y="3155039"/>
                </a:lnTo>
                <a:lnTo>
                  <a:pt x="656345" y="3180439"/>
                </a:lnTo>
                <a:lnTo>
                  <a:pt x="631960" y="3129639"/>
                </a:lnTo>
                <a:lnTo>
                  <a:pt x="674197" y="3116939"/>
                </a:lnTo>
                <a:close/>
              </a:path>
              <a:path w="6655434" h="6988809">
                <a:moveTo>
                  <a:pt x="1880134" y="3116939"/>
                </a:moveTo>
                <a:lnTo>
                  <a:pt x="1898934" y="3142339"/>
                </a:lnTo>
                <a:lnTo>
                  <a:pt x="1866369" y="3167739"/>
                </a:lnTo>
                <a:lnTo>
                  <a:pt x="1847569" y="3129639"/>
                </a:lnTo>
                <a:lnTo>
                  <a:pt x="1880134" y="3116939"/>
                </a:lnTo>
                <a:close/>
              </a:path>
              <a:path w="6655434" h="6988809">
                <a:moveTo>
                  <a:pt x="1008090" y="3091539"/>
                </a:moveTo>
                <a:lnTo>
                  <a:pt x="1031007" y="3129639"/>
                </a:lnTo>
                <a:lnTo>
                  <a:pt x="991322" y="3155039"/>
                </a:lnTo>
                <a:lnTo>
                  <a:pt x="968406" y="3116939"/>
                </a:lnTo>
                <a:lnTo>
                  <a:pt x="1008090" y="3091539"/>
                </a:lnTo>
                <a:close/>
              </a:path>
              <a:path w="6655434" h="6988809">
                <a:moveTo>
                  <a:pt x="2213814" y="3091539"/>
                </a:moveTo>
                <a:lnTo>
                  <a:pt x="2230564" y="3129639"/>
                </a:lnTo>
                <a:lnTo>
                  <a:pt x="2201559" y="3142339"/>
                </a:lnTo>
                <a:lnTo>
                  <a:pt x="2184815" y="3116939"/>
                </a:lnTo>
                <a:lnTo>
                  <a:pt x="2213814" y="3091539"/>
                </a:lnTo>
                <a:close/>
              </a:path>
              <a:path w="6655434" h="6988809">
                <a:moveTo>
                  <a:pt x="135945" y="3078839"/>
                </a:moveTo>
                <a:lnTo>
                  <a:pt x="162681" y="3116939"/>
                </a:lnTo>
                <a:lnTo>
                  <a:pt x="116375" y="3142339"/>
                </a:lnTo>
                <a:lnTo>
                  <a:pt x="89638" y="3104239"/>
                </a:lnTo>
                <a:lnTo>
                  <a:pt x="135945" y="3078839"/>
                </a:lnTo>
                <a:close/>
              </a:path>
              <a:path w="6655434" h="6988809">
                <a:moveTo>
                  <a:pt x="1342100" y="3078839"/>
                </a:moveTo>
                <a:lnTo>
                  <a:pt x="1363837" y="3116939"/>
                </a:lnTo>
                <a:lnTo>
                  <a:pt x="1326184" y="3129639"/>
                </a:lnTo>
                <a:lnTo>
                  <a:pt x="1304441" y="3091539"/>
                </a:lnTo>
                <a:lnTo>
                  <a:pt x="1342100" y="3078839"/>
                </a:lnTo>
                <a:close/>
              </a:path>
              <a:path w="6655434" h="6988809">
                <a:moveTo>
                  <a:pt x="469955" y="3053439"/>
                </a:moveTo>
                <a:lnTo>
                  <a:pt x="495513" y="3104239"/>
                </a:lnTo>
                <a:lnTo>
                  <a:pt x="451238" y="3129639"/>
                </a:lnTo>
                <a:lnTo>
                  <a:pt x="425680" y="3078839"/>
                </a:lnTo>
                <a:lnTo>
                  <a:pt x="469955" y="3053439"/>
                </a:lnTo>
                <a:close/>
              </a:path>
              <a:path w="6655434" h="6988809">
                <a:moveTo>
                  <a:pt x="2547816" y="3078839"/>
                </a:moveTo>
                <a:lnTo>
                  <a:pt x="2563388" y="3104239"/>
                </a:lnTo>
                <a:lnTo>
                  <a:pt x="2536420" y="3116939"/>
                </a:lnTo>
                <a:lnTo>
                  <a:pt x="2520848" y="3091539"/>
                </a:lnTo>
                <a:lnTo>
                  <a:pt x="2547816" y="3078839"/>
                </a:lnTo>
                <a:close/>
              </a:path>
              <a:path w="6655434" h="6988809">
                <a:moveTo>
                  <a:pt x="1675991" y="3053439"/>
                </a:moveTo>
                <a:lnTo>
                  <a:pt x="1696266" y="3091539"/>
                </a:lnTo>
                <a:lnTo>
                  <a:pt x="1661154" y="3116939"/>
                </a:lnTo>
                <a:lnTo>
                  <a:pt x="1640879" y="3078839"/>
                </a:lnTo>
                <a:lnTo>
                  <a:pt x="1675991" y="3053439"/>
                </a:lnTo>
                <a:close/>
              </a:path>
              <a:path w="6655434" h="6988809">
                <a:moveTo>
                  <a:pt x="803959" y="3040739"/>
                </a:moveTo>
                <a:lnTo>
                  <a:pt x="828338" y="3078839"/>
                </a:lnTo>
                <a:lnTo>
                  <a:pt x="786107" y="3104239"/>
                </a:lnTo>
                <a:lnTo>
                  <a:pt x="761722" y="3066139"/>
                </a:lnTo>
                <a:lnTo>
                  <a:pt x="803959" y="3040739"/>
                </a:lnTo>
                <a:close/>
              </a:path>
              <a:path w="6655434" h="6988809">
                <a:moveTo>
                  <a:pt x="2009783" y="3040739"/>
                </a:moveTo>
                <a:lnTo>
                  <a:pt x="2028292" y="3066139"/>
                </a:lnTo>
                <a:lnTo>
                  <a:pt x="1996231" y="3091539"/>
                </a:lnTo>
                <a:lnTo>
                  <a:pt x="1977727" y="3053439"/>
                </a:lnTo>
                <a:lnTo>
                  <a:pt x="2009783" y="3040739"/>
                </a:lnTo>
                <a:close/>
              </a:path>
              <a:path w="6655434" h="6988809">
                <a:moveTo>
                  <a:pt x="1137850" y="3015339"/>
                </a:moveTo>
                <a:lnTo>
                  <a:pt x="1160767" y="3053439"/>
                </a:lnTo>
                <a:lnTo>
                  <a:pt x="1121076" y="3078839"/>
                </a:lnTo>
                <a:lnTo>
                  <a:pt x="1098160" y="3040739"/>
                </a:lnTo>
                <a:lnTo>
                  <a:pt x="1137850" y="3015339"/>
                </a:lnTo>
                <a:close/>
              </a:path>
              <a:path w="6655434" h="6988809">
                <a:moveTo>
                  <a:pt x="2343465" y="3028039"/>
                </a:moveTo>
                <a:lnTo>
                  <a:pt x="2359913" y="3053439"/>
                </a:lnTo>
                <a:lnTo>
                  <a:pt x="2331424" y="3066139"/>
                </a:lnTo>
                <a:lnTo>
                  <a:pt x="2314969" y="3040739"/>
                </a:lnTo>
                <a:lnTo>
                  <a:pt x="2343465" y="3028039"/>
                </a:lnTo>
                <a:close/>
              </a:path>
              <a:path w="6655434" h="6988809">
                <a:moveTo>
                  <a:pt x="265812" y="3002639"/>
                </a:moveTo>
                <a:lnTo>
                  <a:pt x="292839" y="3040739"/>
                </a:lnTo>
                <a:lnTo>
                  <a:pt x="246023" y="3066139"/>
                </a:lnTo>
                <a:lnTo>
                  <a:pt x="218996" y="3028039"/>
                </a:lnTo>
                <a:lnTo>
                  <a:pt x="265812" y="3002639"/>
                </a:lnTo>
                <a:close/>
              </a:path>
              <a:path w="6655434" h="6988809">
                <a:moveTo>
                  <a:pt x="1471854" y="3002639"/>
                </a:moveTo>
                <a:lnTo>
                  <a:pt x="1493592" y="3040739"/>
                </a:lnTo>
                <a:lnTo>
                  <a:pt x="1455939" y="3053439"/>
                </a:lnTo>
                <a:lnTo>
                  <a:pt x="1434196" y="3015339"/>
                </a:lnTo>
                <a:lnTo>
                  <a:pt x="1471854" y="3002639"/>
                </a:lnTo>
                <a:close/>
              </a:path>
              <a:path w="6655434" h="6988809">
                <a:moveTo>
                  <a:pt x="599815" y="2977239"/>
                </a:moveTo>
                <a:lnTo>
                  <a:pt x="625670" y="3028039"/>
                </a:lnTo>
                <a:lnTo>
                  <a:pt x="580892" y="3053439"/>
                </a:lnTo>
                <a:lnTo>
                  <a:pt x="555037" y="3002639"/>
                </a:lnTo>
                <a:lnTo>
                  <a:pt x="599815" y="2977239"/>
                </a:lnTo>
                <a:close/>
              </a:path>
              <a:path w="6655434" h="6988809">
                <a:moveTo>
                  <a:pt x="1805646" y="2977239"/>
                </a:moveTo>
                <a:lnTo>
                  <a:pt x="1825625" y="3015339"/>
                </a:lnTo>
                <a:lnTo>
                  <a:pt x="1791022" y="3040739"/>
                </a:lnTo>
                <a:lnTo>
                  <a:pt x="1771044" y="3002639"/>
                </a:lnTo>
                <a:lnTo>
                  <a:pt x="1805646" y="2977239"/>
                </a:lnTo>
                <a:close/>
              </a:path>
              <a:path w="6655434" h="6988809">
                <a:moveTo>
                  <a:pt x="933714" y="2964539"/>
                </a:moveTo>
                <a:lnTo>
                  <a:pt x="958093" y="3002639"/>
                </a:lnTo>
                <a:lnTo>
                  <a:pt x="915862" y="3028039"/>
                </a:lnTo>
                <a:lnTo>
                  <a:pt x="891483" y="2989939"/>
                </a:lnTo>
                <a:lnTo>
                  <a:pt x="933714" y="2964539"/>
                </a:lnTo>
                <a:close/>
              </a:path>
              <a:path w="6655434" h="6988809">
                <a:moveTo>
                  <a:pt x="2139437" y="2964539"/>
                </a:moveTo>
                <a:lnTo>
                  <a:pt x="2157651" y="2989939"/>
                </a:lnTo>
                <a:lnTo>
                  <a:pt x="2126105" y="3015339"/>
                </a:lnTo>
                <a:lnTo>
                  <a:pt x="2107886" y="2977239"/>
                </a:lnTo>
                <a:lnTo>
                  <a:pt x="2139437" y="2964539"/>
                </a:lnTo>
                <a:close/>
              </a:path>
              <a:path w="6655434" h="6988809">
                <a:moveTo>
                  <a:pt x="61563" y="2939139"/>
                </a:moveTo>
                <a:lnTo>
                  <a:pt x="89768" y="2989939"/>
                </a:lnTo>
                <a:lnTo>
                  <a:pt x="40921" y="3015339"/>
                </a:lnTo>
                <a:lnTo>
                  <a:pt x="12715" y="2964539"/>
                </a:lnTo>
                <a:lnTo>
                  <a:pt x="61563" y="2939139"/>
                </a:lnTo>
                <a:close/>
              </a:path>
              <a:path w="6655434" h="6988809">
                <a:moveTo>
                  <a:pt x="1267611" y="2939139"/>
                </a:moveTo>
                <a:lnTo>
                  <a:pt x="1290528" y="2977239"/>
                </a:lnTo>
                <a:lnTo>
                  <a:pt x="1250832" y="3002639"/>
                </a:lnTo>
                <a:lnTo>
                  <a:pt x="1227915" y="2964539"/>
                </a:lnTo>
                <a:lnTo>
                  <a:pt x="1267611" y="2939139"/>
                </a:lnTo>
                <a:close/>
              </a:path>
              <a:path w="6655434" h="6988809">
                <a:moveTo>
                  <a:pt x="395679" y="2926439"/>
                </a:moveTo>
                <a:lnTo>
                  <a:pt x="423002" y="2964539"/>
                </a:lnTo>
                <a:lnTo>
                  <a:pt x="375677" y="3002639"/>
                </a:lnTo>
                <a:lnTo>
                  <a:pt x="348354" y="2951839"/>
                </a:lnTo>
                <a:lnTo>
                  <a:pt x="395679" y="2926439"/>
                </a:lnTo>
                <a:close/>
              </a:path>
              <a:path w="6655434" h="6988809">
                <a:moveTo>
                  <a:pt x="2473227" y="2951839"/>
                </a:moveTo>
                <a:lnTo>
                  <a:pt x="2489675" y="2977239"/>
                </a:lnTo>
                <a:lnTo>
                  <a:pt x="2461179" y="2989939"/>
                </a:lnTo>
                <a:lnTo>
                  <a:pt x="2444731" y="2964539"/>
                </a:lnTo>
                <a:lnTo>
                  <a:pt x="2473227" y="2951839"/>
                </a:lnTo>
                <a:close/>
              </a:path>
              <a:path w="6655434" h="6988809">
                <a:moveTo>
                  <a:pt x="1601503" y="2926439"/>
                </a:moveTo>
                <a:lnTo>
                  <a:pt x="1622950" y="2964539"/>
                </a:lnTo>
                <a:lnTo>
                  <a:pt x="1585807" y="2989939"/>
                </a:lnTo>
                <a:lnTo>
                  <a:pt x="1564359" y="2951839"/>
                </a:lnTo>
                <a:lnTo>
                  <a:pt x="1601503" y="2926439"/>
                </a:lnTo>
                <a:close/>
              </a:path>
              <a:path w="6655434" h="6988809">
                <a:moveTo>
                  <a:pt x="729577" y="2901039"/>
                </a:moveTo>
                <a:lnTo>
                  <a:pt x="755432" y="2951839"/>
                </a:lnTo>
                <a:lnTo>
                  <a:pt x="710654" y="2977239"/>
                </a:lnTo>
                <a:lnTo>
                  <a:pt x="684799" y="2926439"/>
                </a:lnTo>
                <a:lnTo>
                  <a:pt x="729577" y="2901039"/>
                </a:lnTo>
                <a:close/>
              </a:path>
              <a:path w="6655434" h="6988809">
                <a:moveTo>
                  <a:pt x="1935294" y="2913739"/>
                </a:moveTo>
                <a:lnTo>
                  <a:pt x="1954977" y="2939139"/>
                </a:lnTo>
                <a:lnTo>
                  <a:pt x="1920890" y="2964539"/>
                </a:lnTo>
                <a:lnTo>
                  <a:pt x="1901202" y="2926439"/>
                </a:lnTo>
                <a:lnTo>
                  <a:pt x="1935294" y="2913739"/>
                </a:lnTo>
                <a:close/>
              </a:path>
              <a:path w="6655434" h="6988809">
                <a:moveTo>
                  <a:pt x="1063474" y="2888339"/>
                </a:moveTo>
                <a:lnTo>
                  <a:pt x="1087853" y="2926439"/>
                </a:lnTo>
                <a:lnTo>
                  <a:pt x="1045616" y="2951839"/>
                </a:lnTo>
                <a:lnTo>
                  <a:pt x="1021237" y="2913739"/>
                </a:lnTo>
                <a:lnTo>
                  <a:pt x="1063474" y="2888339"/>
                </a:lnTo>
                <a:close/>
              </a:path>
              <a:path w="6655434" h="6988809">
                <a:moveTo>
                  <a:pt x="2269084" y="2888339"/>
                </a:moveTo>
                <a:lnTo>
                  <a:pt x="2287007" y="2926439"/>
                </a:lnTo>
                <a:lnTo>
                  <a:pt x="2255964" y="2939139"/>
                </a:lnTo>
                <a:lnTo>
                  <a:pt x="2238047" y="2913739"/>
                </a:lnTo>
                <a:lnTo>
                  <a:pt x="2269084" y="2888339"/>
                </a:lnTo>
                <a:close/>
              </a:path>
              <a:path w="6655434" h="6988809">
                <a:moveTo>
                  <a:pt x="191436" y="2862939"/>
                </a:moveTo>
                <a:lnTo>
                  <a:pt x="219932" y="2913739"/>
                </a:lnTo>
                <a:lnTo>
                  <a:pt x="170570" y="2939139"/>
                </a:lnTo>
                <a:lnTo>
                  <a:pt x="142074" y="2901039"/>
                </a:lnTo>
                <a:lnTo>
                  <a:pt x="191436" y="2862939"/>
                </a:lnTo>
                <a:close/>
              </a:path>
              <a:path w="6655434" h="6988809">
                <a:moveTo>
                  <a:pt x="1397372" y="2862939"/>
                </a:moveTo>
                <a:lnTo>
                  <a:pt x="1420289" y="2913739"/>
                </a:lnTo>
                <a:lnTo>
                  <a:pt x="1380593" y="2926439"/>
                </a:lnTo>
                <a:lnTo>
                  <a:pt x="1357676" y="2888339"/>
                </a:lnTo>
                <a:lnTo>
                  <a:pt x="1397372" y="2862939"/>
                </a:lnTo>
                <a:close/>
              </a:path>
              <a:path w="6655434" h="6988809">
                <a:moveTo>
                  <a:pt x="525439" y="2850239"/>
                </a:moveTo>
                <a:lnTo>
                  <a:pt x="552762" y="2901039"/>
                </a:lnTo>
                <a:lnTo>
                  <a:pt x="505437" y="2926439"/>
                </a:lnTo>
                <a:lnTo>
                  <a:pt x="478114" y="2875639"/>
                </a:lnTo>
                <a:lnTo>
                  <a:pt x="525439" y="2850239"/>
                </a:lnTo>
                <a:close/>
              </a:path>
              <a:path w="6655434" h="6988809">
                <a:moveTo>
                  <a:pt x="1731264" y="2850239"/>
                </a:moveTo>
                <a:lnTo>
                  <a:pt x="1752712" y="2888339"/>
                </a:lnTo>
                <a:lnTo>
                  <a:pt x="1715562" y="2913739"/>
                </a:lnTo>
                <a:lnTo>
                  <a:pt x="1694115" y="2875639"/>
                </a:lnTo>
                <a:lnTo>
                  <a:pt x="1731264" y="2850239"/>
                </a:lnTo>
                <a:close/>
              </a:path>
              <a:path w="6655434" h="6988809">
                <a:moveTo>
                  <a:pt x="859332" y="2824839"/>
                </a:moveTo>
                <a:lnTo>
                  <a:pt x="885187" y="2875639"/>
                </a:lnTo>
                <a:lnTo>
                  <a:pt x="840414" y="2901039"/>
                </a:lnTo>
                <a:lnTo>
                  <a:pt x="814560" y="2850239"/>
                </a:lnTo>
                <a:lnTo>
                  <a:pt x="859332" y="2824839"/>
                </a:lnTo>
                <a:close/>
              </a:path>
              <a:path w="6655434" h="6988809">
                <a:moveTo>
                  <a:pt x="2064949" y="2837539"/>
                </a:moveTo>
                <a:lnTo>
                  <a:pt x="2084341" y="2862939"/>
                </a:lnTo>
                <a:lnTo>
                  <a:pt x="2050752" y="2888339"/>
                </a:lnTo>
                <a:lnTo>
                  <a:pt x="2031365" y="2850239"/>
                </a:lnTo>
                <a:lnTo>
                  <a:pt x="2064949" y="2837539"/>
                </a:lnTo>
                <a:close/>
              </a:path>
              <a:path w="6655434" h="6988809">
                <a:moveTo>
                  <a:pt x="1193235" y="2812139"/>
                </a:moveTo>
                <a:lnTo>
                  <a:pt x="1217615" y="2850239"/>
                </a:lnTo>
                <a:lnTo>
                  <a:pt x="1175378" y="2875639"/>
                </a:lnTo>
                <a:lnTo>
                  <a:pt x="1150998" y="2837539"/>
                </a:lnTo>
                <a:lnTo>
                  <a:pt x="1193235" y="2812139"/>
                </a:lnTo>
                <a:close/>
              </a:path>
              <a:path w="6655434" h="6988809">
                <a:moveTo>
                  <a:pt x="321298" y="2786739"/>
                </a:moveTo>
                <a:lnTo>
                  <a:pt x="350090" y="2837539"/>
                </a:lnTo>
                <a:lnTo>
                  <a:pt x="300223" y="2875639"/>
                </a:lnTo>
                <a:lnTo>
                  <a:pt x="271431" y="2824839"/>
                </a:lnTo>
                <a:lnTo>
                  <a:pt x="321298" y="2786739"/>
                </a:lnTo>
                <a:close/>
              </a:path>
              <a:path w="6655434" h="6988809">
                <a:moveTo>
                  <a:pt x="3" y="2837539"/>
                </a:moveTo>
                <a:lnTo>
                  <a:pt x="16855" y="2862939"/>
                </a:lnTo>
                <a:lnTo>
                  <a:pt x="3" y="2875639"/>
                </a:lnTo>
                <a:lnTo>
                  <a:pt x="3" y="2837539"/>
                </a:lnTo>
                <a:close/>
              </a:path>
              <a:path w="6655434" h="6988809">
                <a:moveTo>
                  <a:pt x="2398733" y="2812139"/>
                </a:moveTo>
                <a:lnTo>
                  <a:pt x="2416366" y="2850239"/>
                </a:lnTo>
                <a:lnTo>
                  <a:pt x="2385833" y="2862939"/>
                </a:lnTo>
                <a:lnTo>
                  <a:pt x="2368206" y="2837539"/>
                </a:lnTo>
                <a:lnTo>
                  <a:pt x="2398733" y="2812139"/>
                </a:lnTo>
                <a:close/>
              </a:path>
              <a:path w="6655434" h="6988809">
                <a:moveTo>
                  <a:pt x="1527020" y="2799439"/>
                </a:moveTo>
                <a:lnTo>
                  <a:pt x="1549647" y="2837539"/>
                </a:lnTo>
                <a:lnTo>
                  <a:pt x="1510460" y="2850239"/>
                </a:lnTo>
                <a:lnTo>
                  <a:pt x="1487839" y="2812139"/>
                </a:lnTo>
                <a:lnTo>
                  <a:pt x="1527020" y="2799439"/>
                </a:lnTo>
                <a:close/>
              </a:path>
              <a:path w="6655434" h="6988809">
                <a:moveTo>
                  <a:pt x="655302" y="2774039"/>
                </a:moveTo>
                <a:lnTo>
                  <a:pt x="682915" y="2824839"/>
                </a:lnTo>
                <a:lnTo>
                  <a:pt x="635087" y="2850239"/>
                </a:lnTo>
                <a:lnTo>
                  <a:pt x="607467" y="2799439"/>
                </a:lnTo>
                <a:lnTo>
                  <a:pt x="655302" y="2774039"/>
                </a:lnTo>
                <a:close/>
              </a:path>
              <a:path w="6655434" h="6988809">
                <a:moveTo>
                  <a:pt x="1860918" y="2774039"/>
                </a:moveTo>
                <a:lnTo>
                  <a:pt x="1882070" y="2812139"/>
                </a:lnTo>
                <a:lnTo>
                  <a:pt x="1845436" y="2837539"/>
                </a:lnTo>
                <a:lnTo>
                  <a:pt x="1824285" y="2799439"/>
                </a:lnTo>
                <a:lnTo>
                  <a:pt x="1860918" y="2774039"/>
                </a:lnTo>
                <a:close/>
              </a:path>
              <a:path w="6655434" h="6988809">
                <a:moveTo>
                  <a:pt x="989092" y="2748639"/>
                </a:moveTo>
                <a:lnTo>
                  <a:pt x="1014947" y="2799439"/>
                </a:lnTo>
                <a:lnTo>
                  <a:pt x="970169" y="2824839"/>
                </a:lnTo>
                <a:lnTo>
                  <a:pt x="944314" y="2786739"/>
                </a:lnTo>
                <a:lnTo>
                  <a:pt x="989092" y="2748639"/>
                </a:lnTo>
                <a:close/>
              </a:path>
              <a:path w="6655434" h="6988809">
                <a:moveTo>
                  <a:pt x="2194601" y="2761339"/>
                </a:moveTo>
                <a:lnTo>
                  <a:pt x="2213697" y="2786739"/>
                </a:lnTo>
                <a:lnTo>
                  <a:pt x="2180623" y="2812139"/>
                </a:lnTo>
                <a:lnTo>
                  <a:pt x="2161527" y="2774039"/>
                </a:lnTo>
                <a:lnTo>
                  <a:pt x="2194601" y="2761339"/>
                </a:lnTo>
                <a:close/>
              </a:path>
              <a:path w="6655434" h="6988809">
                <a:moveTo>
                  <a:pt x="117054" y="2735939"/>
                </a:moveTo>
                <a:lnTo>
                  <a:pt x="147025" y="2786739"/>
                </a:lnTo>
                <a:lnTo>
                  <a:pt x="95115" y="2812139"/>
                </a:lnTo>
                <a:lnTo>
                  <a:pt x="65151" y="2761339"/>
                </a:lnTo>
                <a:lnTo>
                  <a:pt x="117054" y="2735939"/>
                </a:lnTo>
                <a:close/>
              </a:path>
              <a:path w="6655434" h="6988809">
                <a:moveTo>
                  <a:pt x="1322884" y="2735939"/>
                </a:moveTo>
                <a:lnTo>
                  <a:pt x="1346973" y="2774039"/>
                </a:lnTo>
                <a:lnTo>
                  <a:pt x="1305245" y="2799439"/>
                </a:lnTo>
                <a:lnTo>
                  <a:pt x="1281150" y="2761339"/>
                </a:lnTo>
                <a:lnTo>
                  <a:pt x="1322884" y="2735939"/>
                </a:lnTo>
                <a:close/>
              </a:path>
              <a:path w="6655434" h="6988809">
                <a:moveTo>
                  <a:pt x="451170" y="2710539"/>
                </a:moveTo>
                <a:lnTo>
                  <a:pt x="480252" y="2761339"/>
                </a:lnTo>
                <a:lnTo>
                  <a:pt x="429871" y="2799439"/>
                </a:lnTo>
                <a:lnTo>
                  <a:pt x="400789" y="2748639"/>
                </a:lnTo>
                <a:lnTo>
                  <a:pt x="451170" y="2710539"/>
                </a:lnTo>
                <a:close/>
              </a:path>
              <a:path w="6655434" h="6988809">
                <a:moveTo>
                  <a:pt x="1656675" y="2723239"/>
                </a:moveTo>
                <a:lnTo>
                  <a:pt x="1679000" y="2761339"/>
                </a:lnTo>
                <a:lnTo>
                  <a:pt x="1640328" y="2786739"/>
                </a:lnTo>
                <a:lnTo>
                  <a:pt x="1618004" y="2735939"/>
                </a:lnTo>
                <a:lnTo>
                  <a:pt x="1656675" y="2723239"/>
                </a:lnTo>
                <a:close/>
              </a:path>
              <a:path w="6655434" h="6988809">
                <a:moveTo>
                  <a:pt x="785063" y="2697839"/>
                </a:moveTo>
                <a:lnTo>
                  <a:pt x="812676" y="2748639"/>
                </a:lnTo>
                <a:lnTo>
                  <a:pt x="764848" y="2774039"/>
                </a:lnTo>
                <a:lnTo>
                  <a:pt x="737229" y="2723239"/>
                </a:lnTo>
                <a:lnTo>
                  <a:pt x="785063" y="2697839"/>
                </a:lnTo>
                <a:close/>
              </a:path>
              <a:path w="6655434" h="6988809">
                <a:moveTo>
                  <a:pt x="1990573" y="2697839"/>
                </a:moveTo>
                <a:lnTo>
                  <a:pt x="2011434" y="2735939"/>
                </a:lnTo>
                <a:lnTo>
                  <a:pt x="1975298" y="2761339"/>
                </a:lnTo>
                <a:lnTo>
                  <a:pt x="1954437" y="2723239"/>
                </a:lnTo>
                <a:lnTo>
                  <a:pt x="1990573" y="2697839"/>
                </a:lnTo>
                <a:close/>
              </a:path>
              <a:path w="6655434" h="6988809">
                <a:moveTo>
                  <a:pt x="1118854" y="2685139"/>
                </a:moveTo>
                <a:lnTo>
                  <a:pt x="1144708" y="2723239"/>
                </a:lnTo>
                <a:lnTo>
                  <a:pt x="1099923" y="2748639"/>
                </a:lnTo>
                <a:lnTo>
                  <a:pt x="1074069" y="2710539"/>
                </a:lnTo>
                <a:lnTo>
                  <a:pt x="1118854" y="2685139"/>
                </a:lnTo>
                <a:close/>
              </a:path>
              <a:path w="6655434" h="6988809">
                <a:moveTo>
                  <a:pt x="2324251" y="2685139"/>
                </a:moveTo>
                <a:lnTo>
                  <a:pt x="2343051" y="2710539"/>
                </a:lnTo>
                <a:lnTo>
                  <a:pt x="2310485" y="2735939"/>
                </a:lnTo>
                <a:lnTo>
                  <a:pt x="2291686" y="2697839"/>
                </a:lnTo>
                <a:lnTo>
                  <a:pt x="2324251" y="2685139"/>
                </a:lnTo>
                <a:close/>
              </a:path>
              <a:path w="6655434" h="6988809">
                <a:moveTo>
                  <a:pt x="246916" y="2659739"/>
                </a:moveTo>
                <a:lnTo>
                  <a:pt x="277177" y="2710539"/>
                </a:lnTo>
                <a:lnTo>
                  <a:pt x="224763" y="2735939"/>
                </a:lnTo>
                <a:lnTo>
                  <a:pt x="194502" y="2685139"/>
                </a:lnTo>
                <a:lnTo>
                  <a:pt x="246916" y="2659739"/>
                </a:lnTo>
                <a:close/>
              </a:path>
              <a:path w="6655434" h="6988809">
                <a:moveTo>
                  <a:pt x="1452639" y="2659739"/>
                </a:moveTo>
                <a:lnTo>
                  <a:pt x="1476733" y="2697839"/>
                </a:lnTo>
                <a:lnTo>
                  <a:pt x="1435005" y="2723239"/>
                </a:lnTo>
                <a:lnTo>
                  <a:pt x="1410911" y="2685139"/>
                </a:lnTo>
                <a:lnTo>
                  <a:pt x="1452639" y="2659739"/>
                </a:lnTo>
                <a:close/>
              </a:path>
              <a:path w="6655434" h="6988809">
                <a:moveTo>
                  <a:pt x="580925" y="2647039"/>
                </a:moveTo>
                <a:lnTo>
                  <a:pt x="610008" y="2685139"/>
                </a:lnTo>
                <a:lnTo>
                  <a:pt x="559632" y="2723239"/>
                </a:lnTo>
                <a:lnTo>
                  <a:pt x="530544" y="2672439"/>
                </a:lnTo>
                <a:lnTo>
                  <a:pt x="580925" y="2647039"/>
                </a:lnTo>
                <a:close/>
              </a:path>
              <a:path w="6655434" h="6988809">
                <a:moveTo>
                  <a:pt x="1786436" y="2647039"/>
                </a:moveTo>
                <a:lnTo>
                  <a:pt x="1808760" y="2685139"/>
                </a:lnTo>
                <a:lnTo>
                  <a:pt x="1770083" y="2710539"/>
                </a:lnTo>
                <a:lnTo>
                  <a:pt x="1747758" y="2672439"/>
                </a:lnTo>
                <a:lnTo>
                  <a:pt x="1786436" y="2647039"/>
                </a:lnTo>
                <a:close/>
              </a:path>
              <a:path w="6655434" h="6988809">
                <a:moveTo>
                  <a:pt x="914823" y="2621639"/>
                </a:moveTo>
                <a:lnTo>
                  <a:pt x="942437" y="2672439"/>
                </a:lnTo>
                <a:lnTo>
                  <a:pt x="894602" y="2697839"/>
                </a:lnTo>
                <a:lnTo>
                  <a:pt x="866989" y="2647039"/>
                </a:lnTo>
                <a:lnTo>
                  <a:pt x="914823" y="2621639"/>
                </a:lnTo>
                <a:close/>
              </a:path>
              <a:path w="6655434" h="6988809">
                <a:moveTo>
                  <a:pt x="2120219" y="2621639"/>
                </a:moveTo>
                <a:lnTo>
                  <a:pt x="2140784" y="2659739"/>
                </a:lnTo>
                <a:lnTo>
                  <a:pt x="2105163" y="2685139"/>
                </a:lnTo>
                <a:lnTo>
                  <a:pt x="2084598" y="2647039"/>
                </a:lnTo>
                <a:lnTo>
                  <a:pt x="2120219" y="2621639"/>
                </a:lnTo>
                <a:close/>
              </a:path>
              <a:path w="6655434" h="6988809">
                <a:moveTo>
                  <a:pt x="42673" y="2608939"/>
                </a:moveTo>
                <a:lnTo>
                  <a:pt x="74112" y="2659739"/>
                </a:lnTo>
                <a:lnTo>
                  <a:pt x="19662" y="2685139"/>
                </a:lnTo>
                <a:lnTo>
                  <a:pt x="3" y="2659739"/>
                </a:lnTo>
                <a:lnTo>
                  <a:pt x="3" y="2621639"/>
                </a:lnTo>
                <a:lnTo>
                  <a:pt x="42673" y="2608939"/>
                </a:lnTo>
                <a:close/>
              </a:path>
              <a:path w="6655434" h="6988809">
                <a:moveTo>
                  <a:pt x="1248502" y="2608939"/>
                </a:moveTo>
                <a:lnTo>
                  <a:pt x="1274060" y="2647039"/>
                </a:lnTo>
                <a:lnTo>
                  <a:pt x="1229791" y="2672439"/>
                </a:lnTo>
                <a:lnTo>
                  <a:pt x="1204227" y="2634339"/>
                </a:lnTo>
                <a:lnTo>
                  <a:pt x="1248502" y="2608939"/>
                </a:lnTo>
                <a:close/>
              </a:path>
              <a:path w="6655434" h="6988809">
                <a:moveTo>
                  <a:pt x="376676" y="2583539"/>
                </a:moveTo>
                <a:lnTo>
                  <a:pt x="406937" y="2634339"/>
                </a:lnTo>
                <a:lnTo>
                  <a:pt x="354524" y="2672439"/>
                </a:lnTo>
                <a:lnTo>
                  <a:pt x="324263" y="2608939"/>
                </a:lnTo>
                <a:lnTo>
                  <a:pt x="376676" y="2583539"/>
                </a:lnTo>
                <a:close/>
              </a:path>
              <a:path w="6655434" h="6988809">
                <a:moveTo>
                  <a:pt x="1582293" y="2583539"/>
                </a:moveTo>
                <a:lnTo>
                  <a:pt x="1606086" y="2634339"/>
                </a:lnTo>
                <a:lnTo>
                  <a:pt x="1564874" y="2647039"/>
                </a:lnTo>
                <a:lnTo>
                  <a:pt x="1541075" y="2608939"/>
                </a:lnTo>
                <a:lnTo>
                  <a:pt x="1582293" y="2583539"/>
                </a:lnTo>
                <a:close/>
              </a:path>
              <a:path w="6655434" h="6988809">
                <a:moveTo>
                  <a:pt x="710681" y="2570839"/>
                </a:moveTo>
                <a:lnTo>
                  <a:pt x="739770" y="2621639"/>
                </a:lnTo>
                <a:lnTo>
                  <a:pt x="689394" y="2647039"/>
                </a:lnTo>
                <a:lnTo>
                  <a:pt x="660306" y="2596239"/>
                </a:lnTo>
                <a:lnTo>
                  <a:pt x="710681" y="2570839"/>
                </a:lnTo>
                <a:close/>
              </a:path>
              <a:path w="6655434" h="6988809">
                <a:moveTo>
                  <a:pt x="1916085" y="2570839"/>
                </a:moveTo>
                <a:lnTo>
                  <a:pt x="1938119" y="2608939"/>
                </a:lnTo>
                <a:lnTo>
                  <a:pt x="1899950" y="2634339"/>
                </a:lnTo>
                <a:lnTo>
                  <a:pt x="1877917" y="2596239"/>
                </a:lnTo>
                <a:lnTo>
                  <a:pt x="1916085" y="2570839"/>
                </a:lnTo>
                <a:close/>
              </a:path>
              <a:path w="6655434" h="6988809">
                <a:moveTo>
                  <a:pt x="1044472" y="2545439"/>
                </a:moveTo>
                <a:lnTo>
                  <a:pt x="1071795" y="2596239"/>
                </a:lnTo>
                <a:lnTo>
                  <a:pt x="1024469" y="2621639"/>
                </a:lnTo>
                <a:lnTo>
                  <a:pt x="997146" y="2570839"/>
                </a:lnTo>
                <a:lnTo>
                  <a:pt x="1044472" y="2545439"/>
                </a:lnTo>
                <a:close/>
              </a:path>
              <a:path w="6655434" h="6988809">
                <a:moveTo>
                  <a:pt x="2249763" y="2558139"/>
                </a:moveTo>
                <a:lnTo>
                  <a:pt x="2269741" y="2583539"/>
                </a:lnTo>
                <a:lnTo>
                  <a:pt x="2235145" y="2608939"/>
                </a:lnTo>
                <a:lnTo>
                  <a:pt x="2215166" y="2570839"/>
                </a:lnTo>
                <a:lnTo>
                  <a:pt x="2249763" y="2558139"/>
                </a:lnTo>
                <a:close/>
              </a:path>
              <a:path w="6655434" h="6988809">
                <a:moveTo>
                  <a:pt x="172540" y="2532739"/>
                </a:moveTo>
                <a:lnTo>
                  <a:pt x="204270" y="2583539"/>
                </a:lnTo>
                <a:lnTo>
                  <a:pt x="149310" y="2608939"/>
                </a:lnTo>
                <a:lnTo>
                  <a:pt x="117580" y="2558139"/>
                </a:lnTo>
                <a:lnTo>
                  <a:pt x="172540" y="2532739"/>
                </a:lnTo>
                <a:close/>
              </a:path>
              <a:path w="6655434" h="6988809">
                <a:moveTo>
                  <a:pt x="1378150" y="2532739"/>
                </a:moveTo>
                <a:lnTo>
                  <a:pt x="1403418" y="2570839"/>
                </a:lnTo>
                <a:lnTo>
                  <a:pt x="1359659" y="2596239"/>
                </a:lnTo>
                <a:lnTo>
                  <a:pt x="1334391" y="2558139"/>
                </a:lnTo>
                <a:lnTo>
                  <a:pt x="1378150" y="2532739"/>
                </a:lnTo>
                <a:close/>
              </a:path>
              <a:path w="6655434" h="6988809">
                <a:moveTo>
                  <a:pt x="506544" y="2507339"/>
                </a:moveTo>
                <a:lnTo>
                  <a:pt x="537095" y="2558139"/>
                </a:lnTo>
                <a:lnTo>
                  <a:pt x="484179" y="2596239"/>
                </a:lnTo>
                <a:lnTo>
                  <a:pt x="453622" y="2545439"/>
                </a:lnTo>
                <a:lnTo>
                  <a:pt x="506544" y="2507339"/>
                </a:lnTo>
                <a:close/>
              </a:path>
              <a:path w="6655434" h="6988809">
                <a:moveTo>
                  <a:pt x="1711942" y="2507339"/>
                </a:moveTo>
                <a:lnTo>
                  <a:pt x="1735451" y="2558139"/>
                </a:lnTo>
                <a:lnTo>
                  <a:pt x="1694741" y="2583539"/>
                </a:lnTo>
                <a:lnTo>
                  <a:pt x="1671232" y="2532739"/>
                </a:lnTo>
                <a:lnTo>
                  <a:pt x="1711942" y="2507339"/>
                </a:lnTo>
                <a:close/>
              </a:path>
              <a:path w="6655434" h="6988809">
                <a:moveTo>
                  <a:pt x="840441" y="2494639"/>
                </a:moveTo>
                <a:lnTo>
                  <a:pt x="869530" y="2545439"/>
                </a:lnTo>
                <a:lnTo>
                  <a:pt x="819154" y="2570839"/>
                </a:lnTo>
                <a:lnTo>
                  <a:pt x="790066" y="2520039"/>
                </a:lnTo>
                <a:lnTo>
                  <a:pt x="840441" y="2494639"/>
                </a:lnTo>
                <a:close/>
              </a:path>
              <a:path w="6655434" h="6988809">
                <a:moveTo>
                  <a:pt x="2045731" y="2494639"/>
                </a:moveTo>
                <a:lnTo>
                  <a:pt x="2067475" y="2532739"/>
                </a:lnTo>
                <a:lnTo>
                  <a:pt x="2029816" y="2558139"/>
                </a:lnTo>
                <a:lnTo>
                  <a:pt x="2008078" y="2520039"/>
                </a:lnTo>
                <a:lnTo>
                  <a:pt x="2045731" y="2494639"/>
                </a:lnTo>
                <a:close/>
              </a:path>
              <a:path w="6655434" h="6988809">
                <a:moveTo>
                  <a:pt x="1174233" y="2469239"/>
                </a:moveTo>
                <a:lnTo>
                  <a:pt x="1201556" y="2520039"/>
                </a:lnTo>
                <a:lnTo>
                  <a:pt x="1154230" y="2545439"/>
                </a:lnTo>
                <a:lnTo>
                  <a:pt x="1126907" y="2494639"/>
                </a:lnTo>
                <a:lnTo>
                  <a:pt x="1174233" y="2469239"/>
                </a:lnTo>
                <a:close/>
              </a:path>
              <a:path w="6655434" h="6988809">
                <a:moveTo>
                  <a:pt x="302300" y="2456539"/>
                </a:moveTo>
                <a:lnTo>
                  <a:pt x="334030" y="2507339"/>
                </a:lnTo>
                <a:lnTo>
                  <a:pt x="279070" y="2545439"/>
                </a:lnTo>
                <a:lnTo>
                  <a:pt x="247340" y="2481939"/>
                </a:lnTo>
                <a:lnTo>
                  <a:pt x="302300" y="2456539"/>
                </a:lnTo>
                <a:close/>
              </a:path>
              <a:path w="6655434" h="6988809">
                <a:moveTo>
                  <a:pt x="3" y="2520039"/>
                </a:moveTo>
                <a:lnTo>
                  <a:pt x="1199" y="2532739"/>
                </a:lnTo>
                <a:lnTo>
                  <a:pt x="3" y="2532739"/>
                </a:lnTo>
                <a:lnTo>
                  <a:pt x="3" y="2520039"/>
                </a:lnTo>
                <a:close/>
              </a:path>
              <a:path w="6655434" h="6988809">
                <a:moveTo>
                  <a:pt x="1507912" y="2456539"/>
                </a:moveTo>
                <a:lnTo>
                  <a:pt x="1533179" y="2494639"/>
                </a:lnTo>
                <a:lnTo>
                  <a:pt x="1489420" y="2520039"/>
                </a:lnTo>
                <a:lnTo>
                  <a:pt x="1464152" y="2481939"/>
                </a:lnTo>
                <a:lnTo>
                  <a:pt x="1507912" y="2456539"/>
                </a:lnTo>
                <a:close/>
              </a:path>
              <a:path w="6655434" h="6988809">
                <a:moveTo>
                  <a:pt x="636305" y="2431139"/>
                </a:moveTo>
                <a:lnTo>
                  <a:pt x="666856" y="2481939"/>
                </a:lnTo>
                <a:lnTo>
                  <a:pt x="613934" y="2520039"/>
                </a:lnTo>
                <a:lnTo>
                  <a:pt x="583383" y="2469239"/>
                </a:lnTo>
                <a:lnTo>
                  <a:pt x="636305" y="2431139"/>
                </a:lnTo>
                <a:close/>
              </a:path>
              <a:path w="6655434" h="6988809">
                <a:moveTo>
                  <a:pt x="1841597" y="2443839"/>
                </a:moveTo>
                <a:lnTo>
                  <a:pt x="1864803" y="2481939"/>
                </a:lnTo>
                <a:lnTo>
                  <a:pt x="1824603" y="2507339"/>
                </a:lnTo>
                <a:lnTo>
                  <a:pt x="1801397" y="2456539"/>
                </a:lnTo>
                <a:lnTo>
                  <a:pt x="1841597" y="2443839"/>
                </a:lnTo>
                <a:close/>
              </a:path>
              <a:path w="6655434" h="6988809">
                <a:moveTo>
                  <a:pt x="970203" y="2418439"/>
                </a:moveTo>
                <a:lnTo>
                  <a:pt x="999291" y="2469239"/>
                </a:lnTo>
                <a:lnTo>
                  <a:pt x="948910" y="2494639"/>
                </a:lnTo>
                <a:lnTo>
                  <a:pt x="919828" y="2443839"/>
                </a:lnTo>
                <a:lnTo>
                  <a:pt x="970203" y="2418439"/>
                </a:lnTo>
                <a:close/>
              </a:path>
              <a:path w="6655434" h="6988809">
                <a:moveTo>
                  <a:pt x="2175381" y="2418439"/>
                </a:moveTo>
                <a:lnTo>
                  <a:pt x="2196828" y="2456539"/>
                </a:lnTo>
                <a:lnTo>
                  <a:pt x="2159679" y="2481939"/>
                </a:lnTo>
                <a:lnTo>
                  <a:pt x="2138231" y="2443839"/>
                </a:lnTo>
                <a:lnTo>
                  <a:pt x="2175381" y="2418439"/>
                </a:lnTo>
                <a:close/>
              </a:path>
              <a:path w="6655434" h="6988809">
                <a:moveTo>
                  <a:pt x="98158" y="2393039"/>
                </a:moveTo>
                <a:lnTo>
                  <a:pt x="131357" y="2456539"/>
                </a:lnTo>
                <a:lnTo>
                  <a:pt x="73855" y="2481939"/>
                </a:lnTo>
                <a:lnTo>
                  <a:pt x="40657" y="2431139"/>
                </a:lnTo>
                <a:lnTo>
                  <a:pt x="98158" y="2393039"/>
                </a:lnTo>
                <a:close/>
              </a:path>
              <a:path w="6655434" h="6988809">
                <a:moveTo>
                  <a:pt x="1303881" y="2393039"/>
                </a:moveTo>
                <a:lnTo>
                  <a:pt x="1330908" y="2443839"/>
                </a:lnTo>
                <a:lnTo>
                  <a:pt x="1284092" y="2469239"/>
                </a:lnTo>
                <a:lnTo>
                  <a:pt x="1257066" y="2431139"/>
                </a:lnTo>
                <a:lnTo>
                  <a:pt x="1303881" y="2393039"/>
                </a:lnTo>
                <a:close/>
              </a:path>
              <a:path w="6655434" h="6988809">
                <a:moveTo>
                  <a:pt x="432162" y="2380339"/>
                </a:moveTo>
                <a:lnTo>
                  <a:pt x="464188" y="2431139"/>
                </a:lnTo>
                <a:lnTo>
                  <a:pt x="408719" y="2469239"/>
                </a:lnTo>
                <a:lnTo>
                  <a:pt x="376699" y="2405739"/>
                </a:lnTo>
                <a:lnTo>
                  <a:pt x="432162" y="2380339"/>
                </a:lnTo>
                <a:close/>
              </a:path>
              <a:path w="6655434" h="6988809">
                <a:moveTo>
                  <a:pt x="1637566" y="2380339"/>
                </a:moveTo>
                <a:lnTo>
                  <a:pt x="1662538" y="2418439"/>
                </a:lnTo>
                <a:lnTo>
                  <a:pt x="1619281" y="2443839"/>
                </a:lnTo>
                <a:lnTo>
                  <a:pt x="1594310" y="2405739"/>
                </a:lnTo>
                <a:lnTo>
                  <a:pt x="1637566" y="2380339"/>
                </a:lnTo>
                <a:close/>
              </a:path>
              <a:path w="6655434" h="6988809">
                <a:moveTo>
                  <a:pt x="766065" y="2354939"/>
                </a:moveTo>
                <a:lnTo>
                  <a:pt x="796617" y="2405739"/>
                </a:lnTo>
                <a:lnTo>
                  <a:pt x="743694" y="2443839"/>
                </a:lnTo>
                <a:lnTo>
                  <a:pt x="713143" y="2393039"/>
                </a:lnTo>
                <a:lnTo>
                  <a:pt x="766065" y="2354939"/>
                </a:lnTo>
                <a:close/>
              </a:path>
              <a:path w="6655434" h="6988809">
                <a:moveTo>
                  <a:pt x="1971249" y="2367639"/>
                </a:moveTo>
                <a:lnTo>
                  <a:pt x="1994159" y="2405739"/>
                </a:lnTo>
                <a:lnTo>
                  <a:pt x="1954469" y="2431139"/>
                </a:lnTo>
                <a:lnTo>
                  <a:pt x="1931558" y="2393039"/>
                </a:lnTo>
                <a:lnTo>
                  <a:pt x="1971249" y="2367639"/>
                </a:lnTo>
                <a:close/>
              </a:path>
              <a:path w="6655434" h="6988809">
                <a:moveTo>
                  <a:pt x="1099851" y="2342239"/>
                </a:moveTo>
                <a:lnTo>
                  <a:pt x="1128643" y="2393039"/>
                </a:lnTo>
                <a:lnTo>
                  <a:pt x="1078777" y="2418439"/>
                </a:lnTo>
                <a:lnTo>
                  <a:pt x="1049985" y="2367639"/>
                </a:lnTo>
                <a:lnTo>
                  <a:pt x="1099851" y="2342239"/>
                </a:lnTo>
                <a:close/>
              </a:path>
              <a:path w="6655434" h="6988809">
                <a:moveTo>
                  <a:pt x="227919" y="2316839"/>
                </a:moveTo>
                <a:lnTo>
                  <a:pt x="261117" y="2380339"/>
                </a:lnTo>
                <a:lnTo>
                  <a:pt x="203616" y="2405739"/>
                </a:lnTo>
                <a:lnTo>
                  <a:pt x="170417" y="2354939"/>
                </a:lnTo>
                <a:lnTo>
                  <a:pt x="227919" y="2316839"/>
                </a:lnTo>
                <a:close/>
              </a:path>
              <a:path w="6655434" h="6988809">
                <a:moveTo>
                  <a:pt x="1433536" y="2329539"/>
                </a:moveTo>
                <a:lnTo>
                  <a:pt x="1460272" y="2367639"/>
                </a:lnTo>
                <a:lnTo>
                  <a:pt x="1413966" y="2393039"/>
                </a:lnTo>
                <a:lnTo>
                  <a:pt x="1387229" y="2354939"/>
                </a:lnTo>
                <a:lnTo>
                  <a:pt x="1433536" y="2329539"/>
                </a:lnTo>
                <a:close/>
              </a:path>
              <a:path w="6655434" h="6988809">
                <a:moveTo>
                  <a:pt x="561924" y="2304139"/>
                </a:moveTo>
                <a:lnTo>
                  <a:pt x="593950" y="2354939"/>
                </a:lnTo>
                <a:lnTo>
                  <a:pt x="538480" y="2393039"/>
                </a:lnTo>
                <a:lnTo>
                  <a:pt x="506460" y="2329539"/>
                </a:lnTo>
                <a:lnTo>
                  <a:pt x="561924" y="2304139"/>
                </a:lnTo>
                <a:close/>
              </a:path>
              <a:path w="6655434" h="6988809">
                <a:moveTo>
                  <a:pt x="1767215" y="2304139"/>
                </a:moveTo>
                <a:lnTo>
                  <a:pt x="1791890" y="2354939"/>
                </a:lnTo>
                <a:lnTo>
                  <a:pt x="1749150" y="2380339"/>
                </a:lnTo>
                <a:lnTo>
                  <a:pt x="1724468" y="2329539"/>
                </a:lnTo>
                <a:lnTo>
                  <a:pt x="1767215" y="2304139"/>
                </a:lnTo>
                <a:close/>
              </a:path>
              <a:path w="6655434" h="6988809">
                <a:moveTo>
                  <a:pt x="895820" y="2278739"/>
                </a:moveTo>
                <a:lnTo>
                  <a:pt x="926378" y="2342239"/>
                </a:lnTo>
                <a:lnTo>
                  <a:pt x="873449" y="2367639"/>
                </a:lnTo>
                <a:lnTo>
                  <a:pt x="842898" y="2316839"/>
                </a:lnTo>
                <a:lnTo>
                  <a:pt x="895820" y="2278739"/>
                </a:lnTo>
                <a:close/>
              </a:path>
              <a:path w="6655434" h="6988809">
                <a:moveTo>
                  <a:pt x="2100898" y="2291439"/>
                </a:moveTo>
                <a:lnTo>
                  <a:pt x="2123524" y="2329539"/>
                </a:lnTo>
                <a:lnTo>
                  <a:pt x="2084337" y="2354939"/>
                </a:lnTo>
                <a:lnTo>
                  <a:pt x="2061711" y="2316839"/>
                </a:lnTo>
                <a:lnTo>
                  <a:pt x="2100898" y="2291439"/>
                </a:lnTo>
                <a:close/>
              </a:path>
              <a:path w="6655434" h="6988809">
                <a:moveTo>
                  <a:pt x="23782" y="2266039"/>
                </a:moveTo>
                <a:lnTo>
                  <a:pt x="58450" y="2329539"/>
                </a:lnTo>
                <a:lnTo>
                  <a:pt x="3" y="2354939"/>
                </a:lnTo>
                <a:lnTo>
                  <a:pt x="3" y="2278739"/>
                </a:lnTo>
                <a:lnTo>
                  <a:pt x="23782" y="2266039"/>
                </a:lnTo>
                <a:close/>
              </a:path>
              <a:path w="6655434" h="6988809">
                <a:moveTo>
                  <a:pt x="1229505" y="2266039"/>
                </a:moveTo>
                <a:lnTo>
                  <a:pt x="1258001" y="2316839"/>
                </a:lnTo>
                <a:lnTo>
                  <a:pt x="1208639" y="2342239"/>
                </a:lnTo>
                <a:lnTo>
                  <a:pt x="1180143" y="2291439"/>
                </a:lnTo>
                <a:lnTo>
                  <a:pt x="1229505" y="2266039"/>
                </a:lnTo>
                <a:close/>
              </a:path>
              <a:path w="6655434" h="6988809">
                <a:moveTo>
                  <a:pt x="357780" y="2240639"/>
                </a:moveTo>
                <a:lnTo>
                  <a:pt x="391275" y="2304139"/>
                </a:lnTo>
                <a:lnTo>
                  <a:pt x="333265" y="2342239"/>
                </a:lnTo>
                <a:lnTo>
                  <a:pt x="299776" y="2278739"/>
                </a:lnTo>
                <a:lnTo>
                  <a:pt x="357780" y="2240639"/>
                </a:lnTo>
                <a:close/>
              </a:path>
              <a:path w="6655434" h="6988809">
                <a:moveTo>
                  <a:pt x="1563184" y="2253339"/>
                </a:moveTo>
                <a:lnTo>
                  <a:pt x="1589624" y="2291439"/>
                </a:lnTo>
                <a:lnTo>
                  <a:pt x="1543827" y="2316839"/>
                </a:lnTo>
                <a:lnTo>
                  <a:pt x="1517387" y="2278739"/>
                </a:lnTo>
                <a:lnTo>
                  <a:pt x="1563184" y="2253339"/>
                </a:lnTo>
                <a:close/>
              </a:path>
              <a:path w="6655434" h="6988809">
                <a:moveTo>
                  <a:pt x="691684" y="2227939"/>
                </a:moveTo>
                <a:lnTo>
                  <a:pt x="723703" y="2278739"/>
                </a:lnTo>
                <a:lnTo>
                  <a:pt x="668240" y="2316839"/>
                </a:lnTo>
                <a:lnTo>
                  <a:pt x="636220" y="2253339"/>
                </a:lnTo>
                <a:lnTo>
                  <a:pt x="691684" y="2227939"/>
                </a:lnTo>
                <a:close/>
              </a:path>
              <a:path w="6655434" h="6988809">
                <a:moveTo>
                  <a:pt x="1896755" y="2227939"/>
                </a:moveTo>
                <a:lnTo>
                  <a:pt x="1920849" y="2278739"/>
                </a:lnTo>
                <a:lnTo>
                  <a:pt x="1879121" y="2304139"/>
                </a:lnTo>
                <a:lnTo>
                  <a:pt x="1855027" y="2253339"/>
                </a:lnTo>
                <a:lnTo>
                  <a:pt x="1896755" y="2227939"/>
                </a:lnTo>
                <a:close/>
              </a:path>
              <a:path w="6655434" h="6988809">
                <a:moveTo>
                  <a:pt x="1025469" y="2215239"/>
                </a:moveTo>
                <a:lnTo>
                  <a:pt x="1055730" y="2266039"/>
                </a:lnTo>
                <a:lnTo>
                  <a:pt x="1003317" y="2291439"/>
                </a:lnTo>
                <a:lnTo>
                  <a:pt x="973056" y="2240639"/>
                </a:lnTo>
                <a:lnTo>
                  <a:pt x="1025469" y="2215239"/>
                </a:lnTo>
                <a:close/>
              </a:path>
              <a:path w="6655434" h="6988809">
                <a:moveTo>
                  <a:pt x="153650" y="2189839"/>
                </a:moveTo>
                <a:lnTo>
                  <a:pt x="188614" y="2253339"/>
                </a:lnTo>
                <a:lnTo>
                  <a:pt x="128050" y="2278739"/>
                </a:lnTo>
                <a:lnTo>
                  <a:pt x="93093" y="2227939"/>
                </a:lnTo>
                <a:lnTo>
                  <a:pt x="153650" y="2189839"/>
                </a:lnTo>
                <a:close/>
              </a:path>
              <a:path w="6655434" h="6988809">
                <a:moveTo>
                  <a:pt x="1359154" y="2189839"/>
                </a:moveTo>
                <a:lnTo>
                  <a:pt x="1387359" y="2240639"/>
                </a:lnTo>
                <a:lnTo>
                  <a:pt x="1338512" y="2266039"/>
                </a:lnTo>
                <a:lnTo>
                  <a:pt x="1310307" y="2215239"/>
                </a:lnTo>
                <a:lnTo>
                  <a:pt x="1359154" y="2189839"/>
                </a:lnTo>
                <a:close/>
              </a:path>
              <a:path w="6655434" h="6988809">
                <a:moveTo>
                  <a:pt x="487542" y="2164439"/>
                </a:moveTo>
                <a:lnTo>
                  <a:pt x="521036" y="2227939"/>
                </a:lnTo>
                <a:lnTo>
                  <a:pt x="463026" y="2266039"/>
                </a:lnTo>
                <a:lnTo>
                  <a:pt x="429531" y="2202539"/>
                </a:lnTo>
                <a:lnTo>
                  <a:pt x="487542" y="2164439"/>
                </a:lnTo>
                <a:close/>
              </a:path>
              <a:path w="6655434" h="6988809">
                <a:moveTo>
                  <a:pt x="1692834" y="2177139"/>
                </a:moveTo>
                <a:lnTo>
                  <a:pt x="1718984" y="2215239"/>
                </a:lnTo>
                <a:lnTo>
                  <a:pt x="1673690" y="2240639"/>
                </a:lnTo>
                <a:lnTo>
                  <a:pt x="1647546" y="2202539"/>
                </a:lnTo>
                <a:lnTo>
                  <a:pt x="1692834" y="2177139"/>
                </a:lnTo>
                <a:close/>
              </a:path>
              <a:path w="6655434" h="6988809">
                <a:moveTo>
                  <a:pt x="821445" y="2151739"/>
                </a:moveTo>
                <a:lnTo>
                  <a:pt x="853465" y="2202539"/>
                </a:lnTo>
                <a:lnTo>
                  <a:pt x="797995" y="2240639"/>
                </a:lnTo>
                <a:lnTo>
                  <a:pt x="765975" y="2189839"/>
                </a:lnTo>
                <a:lnTo>
                  <a:pt x="821445" y="2151739"/>
                </a:lnTo>
                <a:close/>
              </a:path>
              <a:path w="6655434" h="6988809">
                <a:moveTo>
                  <a:pt x="2026410" y="2164439"/>
                </a:moveTo>
                <a:lnTo>
                  <a:pt x="2050203" y="2202539"/>
                </a:lnTo>
                <a:lnTo>
                  <a:pt x="2008990" y="2227939"/>
                </a:lnTo>
                <a:lnTo>
                  <a:pt x="1985192" y="2177139"/>
                </a:lnTo>
                <a:lnTo>
                  <a:pt x="2026410" y="2164439"/>
                </a:lnTo>
                <a:close/>
              </a:path>
              <a:path w="6655434" h="6988809">
                <a:moveTo>
                  <a:pt x="1155124" y="2139039"/>
                </a:moveTo>
                <a:lnTo>
                  <a:pt x="1185094" y="2189839"/>
                </a:lnTo>
                <a:lnTo>
                  <a:pt x="1133185" y="2215239"/>
                </a:lnTo>
                <a:lnTo>
                  <a:pt x="1103220" y="2164439"/>
                </a:lnTo>
                <a:lnTo>
                  <a:pt x="1155124" y="2139039"/>
                </a:lnTo>
                <a:close/>
              </a:path>
              <a:path w="6655434" h="6988809">
                <a:moveTo>
                  <a:pt x="283405" y="2113639"/>
                </a:moveTo>
                <a:lnTo>
                  <a:pt x="318368" y="2177139"/>
                </a:lnTo>
                <a:lnTo>
                  <a:pt x="257811" y="2215239"/>
                </a:lnTo>
                <a:lnTo>
                  <a:pt x="222853" y="2151739"/>
                </a:lnTo>
                <a:lnTo>
                  <a:pt x="283405" y="2113639"/>
                </a:lnTo>
                <a:close/>
              </a:path>
              <a:path w="6655434" h="6988809">
                <a:moveTo>
                  <a:pt x="1488802" y="2113639"/>
                </a:moveTo>
                <a:lnTo>
                  <a:pt x="1516712" y="2164439"/>
                </a:lnTo>
                <a:lnTo>
                  <a:pt x="1468374" y="2189839"/>
                </a:lnTo>
                <a:lnTo>
                  <a:pt x="1440464" y="2151739"/>
                </a:lnTo>
                <a:lnTo>
                  <a:pt x="1488802" y="2113639"/>
                </a:lnTo>
                <a:close/>
              </a:path>
              <a:path w="6655434" h="6988809">
                <a:moveTo>
                  <a:pt x="617302" y="2100939"/>
                </a:moveTo>
                <a:lnTo>
                  <a:pt x="650797" y="2151739"/>
                </a:lnTo>
                <a:lnTo>
                  <a:pt x="592786" y="2189839"/>
                </a:lnTo>
                <a:lnTo>
                  <a:pt x="559291" y="2126339"/>
                </a:lnTo>
                <a:lnTo>
                  <a:pt x="617302" y="2100939"/>
                </a:lnTo>
                <a:close/>
              </a:path>
              <a:path w="6655434" h="6988809">
                <a:moveTo>
                  <a:pt x="1822379" y="2100939"/>
                </a:moveTo>
                <a:lnTo>
                  <a:pt x="1847937" y="2139039"/>
                </a:lnTo>
                <a:lnTo>
                  <a:pt x="1803668" y="2177139"/>
                </a:lnTo>
                <a:lnTo>
                  <a:pt x="1778110" y="2126339"/>
                </a:lnTo>
                <a:lnTo>
                  <a:pt x="1822379" y="2100939"/>
                </a:lnTo>
                <a:close/>
              </a:path>
              <a:path w="6655434" h="6988809">
                <a:moveTo>
                  <a:pt x="951093" y="2075539"/>
                </a:moveTo>
                <a:lnTo>
                  <a:pt x="982823" y="2139039"/>
                </a:lnTo>
                <a:lnTo>
                  <a:pt x="927869" y="2164439"/>
                </a:lnTo>
                <a:lnTo>
                  <a:pt x="896139" y="2113639"/>
                </a:lnTo>
                <a:lnTo>
                  <a:pt x="951093" y="2075539"/>
                </a:lnTo>
                <a:close/>
              </a:path>
              <a:path w="6655434" h="6988809">
                <a:moveTo>
                  <a:pt x="79374" y="2050139"/>
                </a:moveTo>
                <a:lnTo>
                  <a:pt x="116097" y="2126339"/>
                </a:lnTo>
                <a:lnTo>
                  <a:pt x="52495" y="2151739"/>
                </a:lnTo>
                <a:lnTo>
                  <a:pt x="15767" y="2088239"/>
                </a:lnTo>
                <a:lnTo>
                  <a:pt x="79374" y="2050139"/>
                </a:lnTo>
                <a:close/>
              </a:path>
              <a:path w="6655434" h="6988809">
                <a:moveTo>
                  <a:pt x="1284778" y="2062839"/>
                </a:moveTo>
                <a:lnTo>
                  <a:pt x="1314446" y="2113639"/>
                </a:lnTo>
                <a:lnTo>
                  <a:pt x="1263052" y="2139039"/>
                </a:lnTo>
                <a:lnTo>
                  <a:pt x="1233384" y="2088239"/>
                </a:lnTo>
                <a:lnTo>
                  <a:pt x="1284778" y="2062839"/>
                </a:lnTo>
                <a:close/>
              </a:path>
              <a:path w="6655434" h="6988809">
                <a:moveTo>
                  <a:pt x="413273" y="2037439"/>
                </a:moveTo>
                <a:lnTo>
                  <a:pt x="448526" y="2100939"/>
                </a:lnTo>
                <a:lnTo>
                  <a:pt x="387460" y="2139039"/>
                </a:lnTo>
                <a:lnTo>
                  <a:pt x="352206" y="2075539"/>
                </a:lnTo>
                <a:lnTo>
                  <a:pt x="413273" y="2037439"/>
                </a:lnTo>
                <a:close/>
              </a:path>
              <a:path w="6655434" h="6988809">
                <a:moveTo>
                  <a:pt x="1618457" y="2037439"/>
                </a:moveTo>
                <a:lnTo>
                  <a:pt x="1646070" y="2088239"/>
                </a:lnTo>
                <a:lnTo>
                  <a:pt x="1598242" y="2113639"/>
                </a:lnTo>
                <a:lnTo>
                  <a:pt x="1570623" y="2075539"/>
                </a:lnTo>
                <a:lnTo>
                  <a:pt x="1618457" y="2037439"/>
                </a:lnTo>
                <a:close/>
              </a:path>
              <a:path w="6655434" h="6988809">
                <a:moveTo>
                  <a:pt x="747063" y="2024739"/>
                </a:moveTo>
                <a:lnTo>
                  <a:pt x="780552" y="2075539"/>
                </a:lnTo>
                <a:lnTo>
                  <a:pt x="722541" y="2113639"/>
                </a:lnTo>
                <a:lnTo>
                  <a:pt x="689047" y="2050139"/>
                </a:lnTo>
                <a:lnTo>
                  <a:pt x="747063" y="2024739"/>
                </a:lnTo>
                <a:close/>
              </a:path>
              <a:path w="6655434" h="6988809">
                <a:moveTo>
                  <a:pt x="1952028" y="2024739"/>
                </a:moveTo>
                <a:lnTo>
                  <a:pt x="1977296" y="2075539"/>
                </a:lnTo>
                <a:lnTo>
                  <a:pt x="1933537" y="2100939"/>
                </a:lnTo>
                <a:lnTo>
                  <a:pt x="1908269" y="2050139"/>
                </a:lnTo>
                <a:lnTo>
                  <a:pt x="1952028" y="2024739"/>
                </a:lnTo>
                <a:close/>
              </a:path>
              <a:path w="6655434" h="6988809">
                <a:moveTo>
                  <a:pt x="1080742" y="1999339"/>
                </a:moveTo>
                <a:lnTo>
                  <a:pt x="1112181" y="2062839"/>
                </a:lnTo>
                <a:lnTo>
                  <a:pt x="1057731" y="2088239"/>
                </a:lnTo>
                <a:lnTo>
                  <a:pt x="1026291" y="2037439"/>
                </a:lnTo>
                <a:lnTo>
                  <a:pt x="1080742" y="1999339"/>
                </a:lnTo>
                <a:close/>
              </a:path>
              <a:path w="6655434" h="6988809">
                <a:moveTo>
                  <a:pt x="209135" y="1986639"/>
                </a:moveTo>
                <a:lnTo>
                  <a:pt x="245858" y="2050139"/>
                </a:lnTo>
                <a:lnTo>
                  <a:pt x="182257" y="2075539"/>
                </a:lnTo>
                <a:lnTo>
                  <a:pt x="145528" y="2012039"/>
                </a:lnTo>
                <a:lnTo>
                  <a:pt x="209135" y="1986639"/>
                </a:lnTo>
                <a:close/>
              </a:path>
              <a:path w="6655434" h="6988809">
                <a:moveTo>
                  <a:pt x="1414426" y="1986639"/>
                </a:moveTo>
                <a:lnTo>
                  <a:pt x="1443804" y="2037439"/>
                </a:lnTo>
                <a:lnTo>
                  <a:pt x="1392919" y="2062839"/>
                </a:lnTo>
                <a:lnTo>
                  <a:pt x="1363541" y="2012039"/>
                </a:lnTo>
                <a:lnTo>
                  <a:pt x="1414426" y="1986639"/>
                </a:lnTo>
                <a:close/>
              </a:path>
              <a:path w="6655434" h="6988809">
                <a:moveTo>
                  <a:pt x="543026" y="1961239"/>
                </a:moveTo>
                <a:lnTo>
                  <a:pt x="578280" y="2024739"/>
                </a:lnTo>
                <a:lnTo>
                  <a:pt x="517219" y="2062839"/>
                </a:lnTo>
                <a:lnTo>
                  <a:pt x="481966" y="1999339"/>
                </a:lnTo>
                <a:lnTo>
                  <a:pt x="543026" y="1961239"/>
                </a:lnTo>
                <a:close/>
              </a:path>
              <a:path w="6655434" h="6988809">
                <a:moveTo>
                  <a:pt x="1748110" y="1973939"/>
                </a:moveTo>
                <a:lnTo>
                  <a:pt x="1775433" y="2012039"/>
                </a:lnTo>
                <a:lnTo>
                  <a:pt x="1728107" y="2037439"/>
                </a:lnTo>
                <a:lnTo>
                  <a:pt x="1700784" y="1999339"/>
                </a:lnTo>
                <a:lnTo>
                  <a:pt x="1748110" y="1973939"/>
                </a:lnTo>
                <a:close/>
              </a:path>
              <a:path w="6655434" h="6988809">
                <a:moveTo>
                  <a:pt x="876717" y="1948539"/>
                </a:moveTo>
                <a:lnTo>
                  <a:pt x="909916" y="1999339"/>
                </a:lnTo>
                <a:lnTo>
                  <a:pt x="852409" y="2037439"/>
                </a:lnTo>
                <a:lnTo>
                  <a:pt x="819210" y="1973939"/>
                </a:lnTo>
                <a:lnTo>
                  <a:pt x="876717" y="1948539"/>
                </a:lnTo>
                <a:close/>
              </a:path>
              <a:path w="6655434" h="6988809">
                <a:moveTo>
                  <a:pt x="1210396" y="1923139"/>
                </a:moveTo>
                <a:lnTo>
                  <a:pt x="1241534" y="1986639"/>
                </a:lnTo>
                <a:lnTo>
                  <a:pt x="1187599" y="2012039"/>
                </a:lnTo>
                <a:lnTo>
                  <a:pt x="1156461" y="1961239"/>
                </a:lnTo>
                <a:lnTo>
                  <a:pt x="1210396" y="1923139"/>
                </a:lnTo>
                <a:close/>
              </a:path>
              <a:path w="6655434" h="6988809">
                <a:moveTo>
                  <a:pt x="339004" y="1910439"/>
                </a:moveTo>
                <a:lnTo>
                  <a:pt x="376017" y="1973939"/>
                </a:lnTo>
                <a:lnTo>
                  <a:pt x="311906" y="2012039"/>
                </a:lnTo>
                <a:lnTo>
                  <a:pt x="274887" y="1948539"/>
                </a:lnTo>
                <a:lnTo>
                  <a:pt x="339004" y="1910439"/>
                </a:lnTo>
                <a:close/>
              </a:path>
              <a:path w="6655434" h="6988809">
                <a:moveTo>
                  <a:pt x="3" y="1923139"/>
                </a:moveTo>
                <a:lnTo>
                  <a:pt x="5105" y="1923139"/>
                </a:lnTo>
                <a:lnTo>
                  <a:pt x="43593" y="1986639"/>
                </a:lnTo>
                <a:lnTo>
                  <a:pt x="3" y="2012039"/>
                </a:lnTo>
                <a:lnTo>
                  <a:pt x="3" y="1923139"/>
                </a:lnTo>
                <a:close/>
              </a:path>
              <a:path w="6655434" h="6988809">
                <a:moveTo>
                  <a:pt x="1544076" y="1910439"/>
                </a:moveTo>
                <a:lnTo>
                  <a:pt x="1573164" y="1961239"/>
                </a:lnTo>
                <a:lnTo>
                  <a:pt x="1522782" y="1986639"/>
                </a:lnTo>
                <a:lnTo>
                  <a:pt x="1493700" y="1935839"/>
                </a:lnTo>
                <a:lnTo>
                  <a:pt x="1544076" y="1910439"/>
                </a:lnTo>
                <a:close/>
              </a:path>
              <a:path w="6655434" h="6988809">
                <a:moveTo>
                  <a:pt x="672686" y="1885039"/>
                </a:moveTo>
                <a:lnTo>
                  <a:pt x="707645" y="1948539"/>
                </a:lnTo>
                <a:lnTo>
                  <a:pt x="647087" y="1986639"/>
                </a:lnTo>
                <a:lnTo>
                  <a:pt x="612123" y="1923139"/>
                </a:lnTo>
                <a:lnTo>
                  <a:pt x="672686" y="1885039"/>
                </a:lnTo>
                <a:close/>
              </a:path>
              <a:path w="6655434" h="6988809">
                <a:moveTo>
                  <a:pt x="1877652" y="1897739"/>
                </a:moveTo>
                <a:lnTo>
                  <a:pt x="1904389" y="1935839"/>
                </a:lnTo>
                <a:lnTo>
                  <a:pt x="1858082" y="1973939"/>
                </a:lnTo>
                <a:lnTo>
                  <a:pt x="1831346" y="1923139"/>
                </a:lnTo>
                <a:lnTo>
                  <a:pt x="1877652" y="1897739"/>
                </a:lnTo>
                <a:close/>
              </a:path>
              <a:path w="6655434" h="6988809">
                <a:moveTo>
                  <a:pt x="1006366" y="1872339"/>
                </a:moveTo>
                <a:lnTo>
                  <a:pt x="1039268" y="1923139"/>
                </a:lnTo>
                <a:lnTo>
                  <a:pt x="982277" y="1961239"/>
                </a:lnTo>
                <a:lnTo>
                  <a:pt x="949368" y="1910439"/>
                </a:lnTo>
                <a:lnTo>
                  <a:pt x="1006366" y="1872339"/>
                </a:lnTo>
                <a:close/>
              </a:path>
              <a:path w="6655434" h="6988809">
                <a:moveTo>
                  <a:pt x="134866" y="1846939"/>
                </a:moveTo>
                <a:lnTo>
                  <a:pt x="173348" y="1910439"/>
                </a:lnTo>
                <a:lnTo>
                  <a:pt x="106690" y="1948539"/>
                </a:lnTo>
                <a:lnTo>
                  <a:pt x="68202" y="1885039"/>
                </a:lnTo>
                <a:lnTo>
                  <a:pt x="134866" y="1846939"/>
                </a:lnTo>
                <a:close/>
              </a:path>
              <a:path w="6655434" h="6988809">
                <a:moveTo>
                  <a:pt x="1340044" y="1859639"/>
                </a:moveTo>
                <a:lnTo>
                  <a:pt x="1370892" y="1910439"/>
                </a:lnTo>
                <a:lnTo>
                  <a:pt x="1317466" y="1935839"/>
                </a:lnTo>
                <a:lnTo>
                  <a:pt x="1286613" y="1885039"/>
                </a:lnTo>
                <a:lnTo>
                  <a:pt x="1340044" y="1859639"/>
                </a:lnTo>
                <a:close/>
              </a:path>
              <a:path w="6655434" h="6988809">
                <a:moveTo>
                  <a:pt x="468757" y="1834239"/>
                </a:moveTo>
                <a:lnTo>
                  <a:pt x="505776" y="1897739"/>
                </a:lnTo>
                <a:lnTo>
                  <a:pt x="441659" y="1935839"/>
                </a:lnTo>
                <a:lnTo>
                  <a:pt x="404640" y="1872339"/>
                </a:lnTo>
                <a:lnTo>
                  <a:pt x="468757" y="1834239"/>
                </a:lnTo>
                <a:close/>
              </a:path>
              <a:path w="6655434" h="6988809">
                <a:moveTo>
                  <a:pt x="1673728" y="1834239"/>
                </a:moveTo>
                <a:lnTo>
                  <a:pt x="1702520" y="1885039"/>
                </a:lnTo>
                <a:lnTo>
                  <a:pt x="1652653" y="1910439"/>
                </a:lnTo>
                <a:lnTo>
                  <a:pt x="1623861" y="1859639"/>
                </a:lnTo>
                <a:lnTo>
                  <a:pt x="1673728" y="1834239"/>
                </a:lnTo>
                <a:close/>
              </a:path>
              <a:path w="6655434" h="6988809">
                <a:moveTo>
                  <a:pt x="802441" y="1808839"/>
                </a:moveTo>
                <a:lnTo>
                  <a:pt x="837400" y="1872339"/>
                </a:lnTo>
                <a:lnTo>
                  <a:pt x="776848" y="1910439"/>
                </a:lnTo>
                <a:lnTo>
                  <a:pt x="741884" y="1846939"/>
                </a:lnTo>
                <a:lnTo>
                  <a:pt x="802441" y="1808839"/>
                </a:lnTo>
                <a:close/>
              </a:path>
              <a:path w="6655434" h="6988809">
                <a:moveTo>
                  <a:pt x="1136014" y="1796139"/>
                </a:moveTo>
                <a:lnTo>
                  <a:pt x="1168626" y="1859639"/>
                </a:lnTo>
                <a:lnTo>
                  <a:pt x="1112144" y="1885039"/>
                </a:lnTo>
                <a:lnTo>
                  <a:pt x="1079532" y="1834239"/>
                </a:lnTo>
                <a:lnTo>
                  <a:pt x="1136014" y="1796139"/>
                </a:lnTo>
                <a:close/>
              </a:path>
              <a:path w="6655434" h="6988809">
                <a:moveTo>
                  <a:pt x="264729" y="1770739"/>
                </a:moveTo>
                <a:lnTo>
                  <a:pt x="303513" y="1846939"/>
                </a:lnTo>
                <a:lnTo>
                  <a:pt x="236339" y="1885039"/>
                </a:lnTo>
                <a:lnTo>
                  <a:pt x="197561" y="1808839"/>
                </a:lnTo>
                <a:lnTo>
                  <a:pt x="264729" y="1770739"/>
                </a:lnTo>
                <a:close/>
              </a:path>
              <a:path w="6655434" h="6988809">
                <a:moveTo>
                  <a:pt x="1469693" y="1783439"/>
                </a:moveTo>
                <a:lnTo>
                  <a:pt x="1500250" y="1834239"/>
                </a:lnTo>
                <a:lnTo>
                  <a:pt x="1447328" y="1859639"/>
                </a:lnTo>
                <a:lnTo>
                  <a:pt x="1416777" y="1808839"/>
                </a:lnTo>
                <a:lnTo>
                  <a:pt x="1469693" y="1783439"/>
                </a:lnTo>
                <a:close/>
              </a:path>
              <a:path w="6655434" h="6988809">
                <a:moveTo>
                  <a:pt x="598406" y="1758039"/>
                </a:moveTo>
                <a:lnTo>
                  <a:pt x="635135" y="1821539"/>
                </a:lnTo>
                <a:lnTo>
                  <a:pt x="571527" y="1859639"/>
                </a:lnTo>
                <a:lnTo>
                  <a:pt x="534804" y="1796139"/>
                </a:lnTo>
                <a:lnTo>
                  <a:pt x="598406" y="1758039"/>
                </a:lnTo>
                <a:close/>
              </a:path>
              <a:path w="6655434" h="6988809">
                <a:moveTo>
                  <a:pt x="1803270" y="1758039"/>
                </a:moveTo>
                <a:lnTo>
                  <a:pt x="1831476" y="1808839"/>
                </a:lnTo>
                <a:lnTo>
                  <a:pt x="1782629" y="1834239"/>
                </a:lnTo>
                <a:lnTo>
                  <a:pt x="1754423" y="1796139"/>
                </a:lnTo>
                <a:lnTo>
                  <a:pt x="1803270" y="1758039"/>
                </a:lnTo>
                <a:close/>
              </a:path>
              <a:path w="6655434" h="6988809">
                <a:moveTo>
                  <a:pt x="932097" y="1745339"/>
                </a:moveTo>
                <a:lnTo>
                  <a:pt x="966765" y="1796139"/>
                </a:lnTo>
                <a:lnTo>
                  <a:pt x="906717" y="1834239"/>
                </a:lnTo>
                <a:lnTo>
                  <a:pt x="872049" y="1770739"/>
                </a:lnTo>
                <a:lnTo>
                  <a:pt x="932097" y="1745339"/>
                </a:lnTo>
                <a:close/>
              </a:path>
              <a:path w="6655434" h="6988809">
                <a:moveTo>
                  <a:pt x="60485" y="1719939"/>
                </a:moveTo>
                <a:lnTo>
                  <a:pt x="100441" y="1783439"/>
                </a:lnTo>
                <a:lnTo>
                  <a:pt x="31237" y="1821539"/>
                </a:lnTo>
                <a:lnTo>
                  <a:pt x="3" y="1770739"/>
                </a:lnTo>
                <a:lnTo>
                  <a:pt x="3" y="1758039"/>
                </a:lnTo>
                <a:lnTo>
                  <a:pt x="60485" y="1719939"/>
                </a:lnTo>
                <a:close/>
              </a:path>
              <a:path w="6655434" h="6988809">
                <a:moveTo>
                  <a:pt x="1265668" y="1719939"/>
                </a:moveTo>
                <a:lnTo>
                  <a:pt x="1297984" y="1783439"/>
                </a:lnTo>
                <a:lnTo>
                  <a:pt x="1242011" y="1808839"/>
                </a:lnTo>
                <a:lnTo>
                  <a:pt x="1209696" y="1758039"/>
                </a:lnTo>
                <a:lnTo>
                  <a:pt x="1265668" y="1719939"/>
                </a:lnTo>
                <a:close/>
              </a:path>
              <a:path w="6655434" h="6988809">
                <a:moveTo>
                  <a:pt x="394488" y="1694539"/>
                </a:moveTo>
                <a:lnTo>
                  <a:pt x="433273" y="1770739"/>
                </a:lnTo>
                <a:lnTo>
                  <a:pt x="366099" y="1808839"/>
                </a:lnTo>
                <a:lnTo>
                  <a:pt x="327315" y="1732639"/>
                </a:lnTo>
                <a:lnTo>
                  <a:pt x="394488" y="1694539"/>
                </a:lnTo>
                <a:close/>
              </a:path>
              <a:path w="6655434" h="6988809">
                <a:moveTo>
                  <a:pt x="1599240" y="1707239"/>
                </a:moveTo>
                <a:lnTo>
                  <a:pt x="1629210" y="1758039"/>
                </a:lnTo>
                <a:lnTo>
                  <a:pt x="1577301" y="1783439"/>
                </a:lnTo>
                <a:lnTo>
                  <a:pt x="1547336" y="1732639"/>
                </a:lnTo>
                <a:lnTo>
                  <a:pt x="1599240" y="1707239"/>
                </a:lnTo>
                <a:close/>
              </a:path>
              <a:path w="6655434" h="6988809">
                <a:moveTo>
                  <a:pt x="728166" y="1681839"/>
                </a:moveTo>
                <a:lnTo>
                  <a:pt x="764895" y="1745339"/>
                </a:lnTo>
                <a:lnTo>
                  <a:pt x="701288" y="1783439"/>
                </a:lnTo>
                <a:lnTo>
                  <a:pt x="664565" y="1719939"/>
                </a:lnTo>
                <a:lnTo>
                  <a:pt x="728166" y="1681839"/>
                </a:lnTo>
                <a:close/>
              </a:path>
              <a:path w="6655434" h="6988809">
                <a:moveTo>
                  <a:pt x="1061632" y="1669139"/>
                </a:moveTo>
                <a:lnTo>
                  <a:pt x="1095714" y="1719939"/>
                </a:lnTo>
                <a:lnTo>
                  <a:pt x="1036690" y="1758039"/>
                </a:lnTo>
                <a:lnTo>
                  <a:pt x="1002609" y="1694539"/>
                </a:lnTo>
                <a:lnTo>
                  <a:pt x="1061632" y="1669139"/>
                </a:lnTo>
                <a:close/>
              </a:path>
              <a:path w="6655434" h="6988809">
                <a:moveTo>
                  <a:pt x="190240" y="1643739"/>
                </a:moveTo>
                <a:lnTo>
                  <a:pt x="230197" y="1707239"/>
                </a:lnTo>
                <a:lnTo>
                  <a:pt x="160998" y="1758039"/>
                </a:lnTo>
                <a:lnTo>
                  <a:pt x="121041" y="1681839"/>
                </a:lnTo>
                <a:lnTo>
                  <a:pt x="190240" y="1643739"/>
                </a:lnTo>
                <a:close/>
              </a:path>
              <a:path w="6655434" h="6988809">
                <a:moveTo>
                  <a:pt x="1395317" y="1643739"/>
                </a:moveTo>
                <a:lnTo>
                  <a:pt x="1427337" y="1707239"/>
                </a:lnTo>
                <a:lnTo>
                  <a:pt x="1371874" y="1732639"/>
                </a:lnTo>
                <a:lnTo>
                  <a:pt x="1339848" y="1681839"/>
                </a:lnTo>
                <a:lnTo>
                  <a:pt x="1395317" y="1643739"/>
                </a:lnTo>
                <a:close/>
              </a:path>
              <a:path w="6655434" h="6988809">
                <a:moveTo>
                  <a:pt x="524143" y="1618339"/>
                </a:moveTo>
                <a:lnTo>
                  <a:pt x="562625" y="1694539"/>
                </a:lnTo>
                <a:lnTo>
                  <a:pt x="495961" y="1732639"/>
                </a:lnTo>
                <a:lnTo>
                  <a:pt x="457479" y="1669139"/>
                </a:lnTo>
                <a:lnTo>
                  <a:pt x="524143" y="1618339"/>
                </a:lnTo>
                <a:close/>
              </a:path>
              <a:path w="6655434" h="6988809">
                <a:moveTo>
                  <a:pt x="1728894" y="1631039"/>
                </a:moveTo>
                <a:lnTo>
                  <a:pt x="1758563" y="1681839"/>
                </a:lnTo>
                <a:lnTo>
                  <a:pt x="1707169" y="1707239"/>
                </a:lnTo>
                <a:lnTo>
                  <a:pt x="1677500" y="1656439"/>
                </a:lnTo>
                <a:lnTo>
                  <a:pt x="1728894" y="1631039"/>
                </a:lnTo>
                <a:close/>
              </a:path>
              <a:path w="6655434" h="6988809">
                <a:moveTo>
                  <a:pt x="857821" y="1605639"/>
                </a:moveTo>
                <a:lnTo>
                  <a:pt x="894248" y="1669139"/>
                </a:lnTo>
                <a:lnTo>
                  <a:pt x="831150" y="1707239"/>
                </a:lnTo>
                <a:lnTo>
                  <a:pt x="794723" y="1643739"/>
                </a:lnTo>
                <a:lnTo>
                  <a:pt x="857821" y="1605639"/>
                </a:lnTo>
                <a:close/>
              </a:path>
              <a:path w="6655434" h="6988809">
                <a:moveTo>
                  <a:pt x="1191287" y="1592939"/>
                </a:moveTo>
                <a:lnTo>
                  <a:pt x="1225072" y="1643739"/>
                </a:lnTo>
                <a:lnTo>
                  <a:pt x="1166552" y="1681839"/>
                </a:lnTo>
                <a:lnTo>
                  <a:pt x="1132767" y="1618339"/>
                </a:lnTo>
                <a:lnTo>
                  <a:pt x="1191287" y="1592939"/>
                </a:lnTo>
                <a:close/>
              </a:path>
              <a:path w="6655434" h="6988809">
                <a:moveTo>
                  <a:pt x="320000" y="1567539"/>
                </a:moveTo>
                <a:lnTo>
                  <a:pt x="359957" y="1631039"/>
                </a:lnTo>
                <a:lnTo>
                  <a:pt x="290752" y="1681839"/>
                </a:lnTo>
                <a:lnTo>
                  <a:pt x="250795" y="1605639"/>
                </a:lnTo>
                <a:lnTo>
                  <a:pt x="320000" y="1567539"/>
                </a:lnTo>
                <a:close/>
              </a:path>
              <a:path w="6655434" h="6988809">
                <a:moveTo>
                  <a:pt x="3" y="1605639"/>
                </a:moveTo>
                <a:lnTo>
                  <a:pt x="27529" y="1656439"/>
                </a:lnTo>
                <a:lnTo>
                  <a:pt x="3" y="1669139"/>
                </a:lnTo>
                <a:lnTo>
                  <a:pt x="3" y="1605639"/>
                </a:lnTo>
                <a:close/>
              </a:path>
              <a:path w="6655434" h="6988809">
                <a:moveTo>
                  <a:pt x="1524864" y="1580239"/>
                </a:moveTo>
                <a:lnTo>
                  <a:pt x="1556297" y="1631039"/>
                </a:lnTo>
                <a:lnTo>
                  <a:pt x="1501847" y="1656439"/>
                </a:lnTo>
                <a:lnTo>
                  <a:pt x="1470413" y="1605639"/>
                </a:lnTo>
                <a:lnTo>
                  <a:pt x="1524864" y="1580239"/>
                </a:lnTo>
                <a:close/>
              </a:path>
              <a:path w="6655434" h="6988809">
                <a:moveTo>
                  <a:pt x="653898" y="1554839"/>
                </a:moveTo>
                <a:lnTo>
                  <a:pt x="692386" y="1618339"/>
                </a:lnTo>
                <a:lnTo>
                  <a:pt x="625722" y="1656439"/>
                </a:lnTo>
                <a:lnTo>
                  <a:pt x="587240" y="1592939"/>
                </a:lnTo>
                <a:lnTo>
                  <a:pt x="653898" y="1554839"/>
                </a:lnTo>
                <a:close/>
              </a:path>
              <a:path w="6655434" h="6988809">
                <a:moveTo>
                  <a:pt x="987363" y="1529439"/>
                </a:moveTo>
                <a:lnTo>
                  <a:pt x="1023209" y="1592939"/>
                </a:lnTo>
                <a:lnTo>
                  <a:pt x="961124" y="1631039"/>
                </a:lnTo>
                <a:lnTo>
                  <a:pt x="925283" y="1567539"/>
                </a:lnTo>
                <a:lnTo>
                  <a:pt x="987363" y="1529439"/>
                </a:lnTo>
                <a:close/>
              </a:path>
              <a:path w="6655434" h="6988809">
                <a:moveTo>
                  <a:pt x="115971" y="1516739"/>
                </a:moveTo>
                <a:lnTo>
                  <a:pt x="157687" y="1580239"/>
                </a:lnTo>
                <a:lnTo>
                  <a:pt x="85431" y="1618339"/>
                </a:lnTo>
                <a:lnTo>
                  <a:pt x="43715" y="1554839"/>
                </a:lnTo>
                <a:lnTo>
                  <a:pt x="115971" y="1516739"/>
                </a:lnTo>
                <a:close/>
              </a:path>
              <a:path w="6655434" h="6988809">
                <a:moveTo>
                  <a:pt x="1320935" y="1516739"/>
                </a:moveTo>
                <a:lnTo>
                  <a:pt x="1354430" y="1580239"/>
                </a:lnTo>
                <a:lnTo>
                  <a:pt x="1296420" y="1605639"/>
                </a:lnTo>
                <a:lnTo>
                  <a:pt x="1262931" y="1554839"/>
                </a:lnTo>
                <a:lnTo>
                  <a:pt x="1320935" y="1516739"/>
                </a:lnTo>
                <a:close/>
              </a:path>
              <a:path w="6655434" h="6988809">
                <a:moveTo>
                  <a:pt x="449761" y="1491339"/>
                </a:moveTo>
                <a:lnTo>
                  <a:pt x="489718" y="1567539"/>
                </a:lnTo>
                <a:lnTo>
                  <a:pt x="420507" y="1605639"/>
                </a:lnTo>
                <a:lnTo>
                  <a:pt x="380550" y="1529439"/>
                </a:lnTo>
                <a:lnTo>
                  <a:pt x="449761" y="1491339"/>
                </a:lnTo>
                <a:close/>
              </a:path>
              <a:path w="6655434" h="6988809">
                <a:moveTo>
                  <a:pt x="1654406" y="1504039"/>
                </a:moveTo>
                <a:lnTo>
                  <a:pt x="1685253" y="1554839"/>
                </a:lnTo>
                <a:lnTo>
                  <a:pt x="1631822" y="1580239"/>
                </a:lnTo>
                <a:lnTo>
                  <a:pt x="1600974" y="1529439"/>
                </a:lnTo>
                <a:lnTo>
                  <a:pt x="1654406" y="1504039"/>
                </a:lnTo>
                <a:close/>
              </a:path>
              <a:path w="6655434" h="6988809">
                <a:moveTo>
                  <a:pt x="783546" y="1478639"/>
                </a:moveTo>
                <a:lnTo>
                  <a:pt x="821744" y="1542139"/>
                </a:lnTo>
                <a:lnTo>
                  <a:pt x="755589" y="1580239"/>
                </a:lnTo>
                <a:lnTo>
                  <a:pt x="717391" y="1516739"/>
                </a:lnTo>
                <a:lnTo>
                  <a:pt x="783546" y="1478639"/>
                </a:lnTo>
                <a:close/>
              </a:path>
              <a:path w="6655434" h="6988809">
                <a:moveTo>
                  <a:pt x="1117018" y="1453239"/>
                </a:moveTo>
                <a:lnTo>
                  <a:pt x="1152568" y="1516739"/>
                </a:lnTo>
                <a:lnTo>
                  <a:pt x="1090991" y="1554839"/>
                </a:lnTo>
                <a:lnTo>
                  <a:pt x="1055441" y="1491339"/>
                </a:lnTo>
                <a:lnTo>
                  <a:pt x="1117018" y="1453239"/>
                </a:lnTo>
                <a:close/>
              </a:path>
              <a:path w="6655434" h="6988809">
                <a:moveTo>
                  <a:pt x="245731" y="1440539"/>
                </a:moveTo>
                <a:lnTo>
                  <a:pt x="287447" y="1504039"/>
                </a:lnTo>
                <a:lnTo>
                  <a:pt x="215186" y="1554839"/>
                </a:lnTo>
                <a:lnTo>
                  <a:pt x="173470" y="1478639"/>
                </a:lnTo>
                <a:lnTo>
                  <a:pt x="245731" y="1440539"/>
                </a:lnTo>
                <a:close/>
              </a:path>
              <a:path w="6655434" h="6988809">
                <a:moveTo>
                  <a:pt x="1450482" y="1440539"/>
                </a:moveTo>
                <a:lnTo>
                  <a:pt x="1483384" y="1504039"/>
                </a:lnTo>
                <a:lnTo>
                  <a:pt x="1426393" y="1529439"/>
                </a:lnTo>
                <a:lnTo>
                  <a:pt x="1393490" y="1478639"/>
                </a:lnTo>
                <a:lnTo>
                  <a:pt x="1450482" y="1440539"/>
                </a:lnTo>
                <a:close/>
              </a:path>
              <a:path w="6655434" h="6988809">
                <a:moveTo>
                  <a:pt x="579409" y="1415139"/>
                </a:moveTo>
                <a:lnTo>
                  <a:pt x="619070" y="1491339"/>
                </a:lnTo>
                <a:lnTo>
                  <a:pt x="550381" y="1529439"/>
                </a:lnTo>
                <a:lnTo>
                  <a:pt x="510720" y="1453239"/>
                </a:lnTo>
                <a:lnTo>
                  <a:pt x="579409" y="1415139"/>
                </a:lnTo>
                <a:close/>
              </a:path>
              <a:path w="6655434" h="6988809">
                <a:moveTo>
                  <a:pt x="913094" y="1402439"/>
                </a:moveTo>
                <a:lnTo>
                  <a:pt x="950700" y="1465939"/>
                </a:lnTo>
                <a:lnTo>
                  <a:pt x="885564" y="1504039"/>
                </a:lnTo>
                <a:lnTo>
                  <a:pt x="847959" y="1440539"/>
                </a:lnTo>
                <a:lnTo>
                  <a:pt x="913094" y="1402439"/>
                </a:lnTo>
                <a:close/>
              </a:path>
              <a:path w="6655434" h="6988809">
                <a:moveTo>
                  <a:pt x="41808" y="1377039"/>
                </a:moveTo>
                <a:lnTo>
                  <a:pt x="85580" y="1453239"/>
                </a:lnTo>
                <a:lnTo>
                  <a:pt x="9765" y="1491339"/>
                </a:lnTo>
                <a:lnTo>
                  <a:pt x="3" y="1478639"/>
                </a:lnTo>
                <a:lnTo>
                  <a:pt x="3" y="1402439"/>
                </a:lnTo>
                <a:lnTo>
                  <a:pt x="41808" y="1377039"/>
                </a:lnTo>
                <a:close/>
              </a:path>
              <a:path w="6655434" h="6988809">
                <a:moveTo>
                  <a:pt x="1246559" y="1389739"/>
                </a:moveTo>
                <a:lnTo>
                  <a:pt x="1281517" y="1440539"/>
                </a:lnTo>
                <a:lnTo>
                  <a:pt x="1220966" y="1478639"/>
                </a:lnTo>
                <a:lnTo>
                  <a:pt x="1186002" y="1415139"/>
                </a:lnTo>
                <a:lnTo>
                  <a:pt x="1246559" y="1389739"/>
                </a:lnTo>
                <a:close/>
              </a:path>
              <a:path w="6655434" h="6988809">
                <a:moveTo>
                  <a:pt x="375379" y="1364339"/>
                </a:moveTo>
                <a:lnTo>
                  <a:pt x="416805" y="1427839"/>
                </a:lnTo>
                <a:lnTo>
                  <a:pt x="345053" y="1478639"/>
                </a:lnTo>
                <a:lnTo>
                  <a:pt x="303627" y="1402439"/>
                </a:lnTo>
                <a:lnTo>
                  <a:pt x="375379" y="1364339"/>
                </a:lnTo>
                <a:close/>
              </a:path>
              <a:path w="6655434" h="6988809">
                <a:moveTo>
                  <a:pt x="1580030" y="1364339"/>
                </a:moveTo>
                <a:lnTo>
                  <a:pt x="1612346" y="1427839"/>
                </a:lnTo>
                <a:lnTo>
                  <a:pt x="1556367" y="1453239"/>
                </a:lnTo>
                <a:lnTo>
                  <a:pt x="1524051" y="1402439"/>
                </a:lnTo>
                <a:lnTo>
                  <a:pt x="1580030" y="1364339"/>
                </a:lnTo>
                <a:close/>
              </a:path>
              <a:path w="6655434" h="6988809">
                <a:moveTo>
                  <a:pt x="709058" y="1338939"/>
                </a:moveTo>
                <a:lnTo>
                  <a:pt x="748428" y="1415139"/>
                </a:lnTo>
                <a:lnTo>
                  <a:pt x="680242" y="1453239"/>
                </a:lnTo>
                <a:lnTo>
                  <a:pt x="640871" y="1377039"/>
                </a:lnTo>
                <a:lnTo>
                  <a:pt x="709058" y="1338939"/>
                </a:lnTo>
                <a:close/>
              </a:path>
              <a:path w="6655434" h="6988809">
                <a:moveTo>
                  <a:pt x="1042749" y="1326239"/>
                </a:moveTo>
                <a:lnTo>
                  <a:pt x="1080058" y="1389739"/>
                </a:lnTo>
                <a:lnTo>
                  <a:pt x="1015431" y="1427839"/>
                </a:lnTo>
                <a:lnTo>
                  <a:pt x="978122" y="1364339"/>
                </a:lnTo>
                <a:lnTo>
                  <a:pt x="1042749" y="1326239"/>
                </a:lnTo>
                <a:close/>
              </a:path>
              <a:path w="6655434" h="6988809">
                <a:moveTo>
                  <a:pt x="171569" y="1300839"/>
                </a:moveTo>
                <a:lnTo>
                  <a:pt x="215340" y="1377039"/>
                </a:lnTo>
                <a:lnTo>
                  <a:pt x="139519" y="1427839"/>
                </a:lnTo>
                <a:lnTo>
                  <a:pt x="95748" y="1351639"/>
                </a:lnTo>
                <a:lnTo>
                  <a:pt x="171569" y="1300839"/>
                </a:lnTo>
                <a:close/>
              </a:path>
              <a:path w="6655434" h="6988809">
                <a:moveTo>
                  <a:pt x="1376100" y="1313539"/>
                </a:moveTo>
                <a:lnTo>
                  <a:pt x="1410477" y="1364339"/>
                </a:lnTo>
                <a:lnTo>
                  <a:pt x="1350939" y="1402439"/>
                </a:lnTo>
                <a:lnTo>
                  <a:pt x="1316562" y="1338939"/>
                </a:lnTo>
                <a:lnTo>
                  <a:pt x="1376100" y="1313539"/>
                </a:lnTo>
                <a:close/>
              </a:path>
              <a:path w="6655434" h="6988809">
                <a:moveTo>
                  <a:pt x="505033" y="1288139"/>
                </a:moveTo>
                <a:lnTo>
                  <a:pt x="546163" y="1351639"/>
                </a:lnTo>
                <a:lnTo>
                  <a:pt x="474921" y="1402439"/>
                </a:lnTo>
                <a:lnTo>
                  <a:pt x="433790" y="1326239"/>
                </a:lnTo>
                <a:lnTo>
                  <a:pt x="505033" y="1288139"/>
                </a:lnTo>
                <a:close/>
              </a:path>
              <a:path w="6655434" h="6988809">
                <a:moveTo>
                  <a:pt x="838819" y="1262739"/>
                </a:moveTo>
                <a:lnTo>
                  <a:pt x="878189" y="1338939"/>
                </a:lnTo>
                <a:lnTo>
                  <a:pt x="810003" y="1377039"/>
                </a:lnTo>
                <a:lnTo>
                  <a:pt x="770633" y="1313539"/>
                </a:lnTo>
                <a:lnTo>
                  <a:pt x="838819" y="1262739"/>
                </a:lnTo>
                <a:close/>
              </a:path>
              <a:path w="6655434" h="6988809">
                <a:moveTo>
                  <a:pt x="1172284" y="1250039"/>
                </a:moveTo>
                <a:lnTo>
                  <a:pt x="1209013" y="1313539"/>
                </a:lnTo>
                <a:lnTo>
                  <a:pt x="1145405" y="1351639"/>
                </a:lnTo>
                <a:lnTo>
                  <a:pt x="1108683" y="1288139"/>
                </a:lnTo>
                <a:lnTo>
                  <a:pt x="1172284" y="1250039"/>
                </a:lnTo>
                <a:close/>
              </a:path>
              <a:path w="6655434" h="6988809">
                <a:moveTo>
                  <a:pt x="301216" y="1224639"/>
                </a:moveTo>
                <a:lnTo>
                  <a:pt x="344698" y="1300839"/>
                </a:lnTo>
                <a:lnTo>
                  <a:pt x="269386" y="1351639"/>
                </a:lnTo>
                <a:lnTo>
                  <a:pt x="225904" y="1275439"/>
                </a:lnTo>
                <a:lnTo>
                  <a:pt x="301216" y="1224639"/>
                </a:lnTo>
                <a:close/>
              </a:path>
              <a:path w="6655434" h="6988809">
                <a:moveTo>
                  <a:pt x="1505648" y="1237339"/>
                </a:moveTo>
                <a:lnTo>
                  <a:pt x="1539433" y="1300839"/>
                </a:lnTo>
                <a:lnTo>
                  <a:pt x="1480914" y="1326239"/>
                </a:lnTo>
                <a:lnTo>
                  <a:pt x="1447123" y="1275439"/>
                </a:lnTo>
                <a:lnTo>
                  <a:pt x="1505648" y="1237339"/>
                </a:lnTo>
                <a:close/>
              </a:path>
              <a:path w="6655434" h="6988809">
                <a:moveTo>
                  <a:pt x="634682" y="1211939"/>
                </a:moveTo>
                <a:lnTo>
                  <a:pt x="675521" y="1288139"/>
                </a:lnTo>
                <a:lnTo>
                  <a:pt x="604788" y="1326239"/>
                </a:lnTo>
                <a:lnTo>
                  <a:pt x="563949" y="1250039"/>
                </a:lnTo>
                <a:lnTo>
                  <a:pt x="634682" y="1211939"/>
                </a:lnTo>
                <a:close/>
              </a:path>
              <a:path w="6655434" h="6988809">
                <a:moveTo>
                  <a:pt x="3" y="1300839"/>
                </a:moveTo>
                <a:lnTo>
                  <a:pt x="13075" y="1326239"/>
                </a:lnTo>
                <a:lnTo>
                  <a:pt x="3" y="1326239"/>
                </a:lnTo>
                <a:lnTo>
                  <a:pt x="3" y="1300839"/>
                </a:lnTo>
                <a:close/>
              </a:path>
              <a:path w="6655434" h="6988809">
                <a:moveTo>
                  <a:pt x="968366" y="1199239"/>
                </a:moveTo>
                <a:lnTo>
                  <a:pt x="1007145" y="1262739"/>
                </a:lnTo>
                <a:lnTo>
                  <a:pt x="939977" y="1300839"/>
                </a:lnTo>
                <a:lnTo>
                  <a:pt x="901193" y="1237339"/>
                </a:lnTo>
                <a:lnTo>
                  <a:pt x="968366" y="1199239"/>
                </a:lnTo>
                <a:close/>
              </a:path>
              <a:path w="6655434" h="6988809">
                <a:moveTo>
                  <a:pt x="97293" y="1173839"/>
                </a:moveTo>
                <a:lnTo>
                  <a:pt x="142835" y="1250039"/>
                </a:lnTo>
                <a:lnTo>
                  <a:pt x="63958" y="1300839"/>
                </a:lnTo>
                <a:lnTo>
                  <a:pt x="18416" y="1211939"/>
                </a:lnTo>
                <a:lnTo>
                  <a:pt x="97293" y="1173839"/>
                </a:lnTo>
                <a:close/>
              </a:path>
              <a:path w="6655434" h="6988809">
                <a:moveTo>
                  <a:pt x="1301724" y="1173839"/>
                </a:moveTo>
                <a:lnTo>
                  <a:pt x="1337564" y="1237339"/>
                </a:lnTo>
                <a:lnTo>
                  <a:pt x="1275485" y="1275439"/>
                </a:lnTo>
                <a:lnTo>
                  <a:pt x="1239639" y="1211939"/>
                </a:lnTo>
                <a:lnTo>
                  <a:pt x="1301724" y="1173839"/>
                </a:lnTo>
                <a:close/>
              </a:path>
              <a:path w="6655434" h="6988809">
                <a:moveTo>
                  <a:pt x="430865" y="1148439"/>
                </a:moveTo>
                <a:lnTo>
                  <a:pt x="474056" y="1224639"/>
                </a:lnTo>
                <a:lnTo>
                  <a:pt x="399248" y="1275439"/>
                </a:lnTo>
                <a:lnTo>
                  <a:pt x="356063" y="1199239"/>
                </a:lnTo>
                <a:lnTo>
                  <a:pt x="430865" y="1148439"/>
                </a:lnTo>
                <a:close/>
              </a:path>
              <a:path w="6655434" h="6988809">
                <a:moveTo>
                  <a:pt x="764331" y="1135739"/>
                </a:moveTo>
                <a:lnTo>
                  <a:pt x="804874" y="1211939"/>
                </a:lnTo>
                <a:lnTo>
                  <a:pt x="734651" y="1250039"/>
                </a:lnTo>
                <a:lnTo>
                  <a:pt x="694107" y="1173839"/>
                </a:lnTo>
                <a:lnTo>
                  <a:pt x="764331" y="1135739"/>
                </a:lnTo>
                <a:close/>
              </a:path>
              <a:path w="6655434" h="6988809">
                <a:moveTo>
                  <a:pt x="1097908" y="1123039"/>
                </a:moveTo>
                <a:lnTo>
                  <a:pt x="1136100" y="1186539"/>
                </a:lnTo>
                <a:lnTo>
                  <a:pt x="1069952" y="1224639"/>
                </a:lnTo>
                <a:lnTo>
                  <a:pt x="1031760" y="1161139"/>
                </a:lnTo>
                <a:lnTo>
                  <a:pt x="1097908" y="1123039"/>
                </a:lnTo>
                <a:close/>
              </a:path>
              <a:path w="6655434" h="6988809">
                <a:moveTo>
                  <a:pt x="226947" y="1097639"/>
                </a:moveTo>
                <a:lnTo>
                  <a:pt x="272188" y="1173839"/>
                </a:lnTo>
                <a:lnTo>
                  <a:pt x="193820" y="1224639"/>
                </a:lnTo>
                <a:lnTo>
                  <a:pt x="148580" y="1135739"/>
                </a:lnTo>
                <a:lnTo>
                  <a:pt x="226947" y="1097639"/>
                </a:lnTo>
                <a:close/>
              </a:path>
              <a:path w="6655434" h="6988809">
                <a:moveTo>
                  <a:pt x="1431266" y="1110339"/>
                </a:moveTo>
                <a:lnTo>
                  <a:pt x="1466527" y="1161139"/>
                </a:lnTo>
                <a:lnTo>
                  <a:pt x="1405460" y="1199239"/>
                </a:lnTo>
                <a:lnTo>
                  <a:pt x="1370200" y="1135739"/>
                </a:lnTo>
                <a:lnTo>
                  <a:pt x="1431266" y="1110339"/>
                </a:lnTo>
                <a:close/>
              </a:path>
              <a:path w="6655434" h="6988809">
                <a:moveTo>
                  <a:pt x="560513" y="1084939"/>
                </a:moveTo>
                <a:lnTo>
                  <a:pt x="603408" y="1148439"/>
                </a:lnTo>
                <a:lnTo>
                  <a:pt x="529121" y="1199239"/>
                </a:lnTo>
                <a:lnTo>
                  <a:pt x="486226" y="1123039"/>
                </a:lnTo>
                <a:lnTo>
                  <a:pt x="560513" y="1084939"/>
                </a:lnTo>
                <a:close/>
              </a:path>
              <a:path w="6655434" h="6988809">
                <a:moveTo>
                  <a:pt x="893879" y="1059539"/>
                </a:moveTo>
                <a:lnTo>
                  <a:pt x="933835" y="1135739"/>
                </a:lnTo>
                <a:lnTo>
                  <a:pt x="864625" y="1173839"/>
                </a:lnTo>
                <a:lnTo>
                  <a:pt x="824668" y="1097639"/>
                </a:lnTo>
                <a:lnTo>
                  <a:pt x="893879" y="1059539"/>
                </a:lnTo>
                <a:close/>
              </a:path>
              <a:path w="6655434" h="6988809">
                <a:moveTo>
                  <a:pt x="23018" y="1034139"/>
                </a:moveTo>
                <a:lnTo>
                  <a:pt x="70320" y="1123039"/>
                </a:lnTo>
                <a:lnTo>
                  <a:pt x="3" y="1161139"/>
                </a:lnTo>
                <a:lnTo>
                  <a:pt x="3" y="1046839"/>
                </a:lnTo>
                <a:lnTo>
                  <a:pt x="23018" y="1034139"/>
                </a:lnTo>
                <a:close/>
              </a:path>
              <a:path w="6655434" h="6988809">
                <a:moveTo>
                  <a:pt x="1227455" y="1046839"/>
                </a:moveTo>
                <a:lnTo>
                  <a:pt x="1265060" y="1110339"/>
                </a:lnTo>
                <a:lnTo>
                  <a:pt x="1199925" y="1148439"/>
                </a:lnTo>
                <a:lnTo>
                  <a:pt x="1162319" y="1084939"/>
                </a:lnTo>
                <a:lnTo>
                  <a:pt x="1227455" y="1046839"/>
                </a:lnTo>
                <a:close/>
              </a:path>
              <a:path w="6655434" h="6988809">
                <a:moveTo>
                  <a:pt x="356595" y="1021439"/>
                </a:moveTo>
                <a:lnTo>
                  <a:pt x="401546" y="1097639"/>
                </a:lnTo>
                <a:lnTo>
                  <a:pt x="323693" y="1148439"/>
                </a:lnTo>
                <a:lnTo>
                  <a:pt x="278737" y="1072239"/>
                </a:lnTo>
                <a:lnTo>
                  <a:pt x="356595" y="1021439"/>
                </a:lnTo>
                <a:close/>
              </a:path>
              <a:path w="6655434" h="6988809">
                <a:moveTo>
                  <a:pt x="690062" y="1008739"/>
                </a:moveTo>
                <a:lnTo>
                  <a:pt x="732370" y="1084939"/>
                </a:lnTo>
                <a:lnTo>
                  <a:pt x="659096" y="1123039"/>
                </a:lnTo>
                <a:lnTo>
                  <a:pt x="616788" y="1046839"/>
                </a:lnTo>
                <a:lnTo>
                  <a:pt x="690062" y="1008739"/>
                </a:lnTo>
                <a:close/>
              </a:path>
              <a:path w="6655434" h="6988809">
                <a:moveTo>
                  <a:pt x="1023526" y="983339"/>
                </a:moveTo>
                <a:lnTo>
                  <a:pt x="1063187" y="1059539"/>
                </a:lnTo>
                <a:lnTo>
                  <a:pt x="994498" y="1097639"/>
                </a:lnTo>
                <a:lnTo>
                  <a:pt x="954837" y="1034139"/>
                </a:lnTo>
                <a:lnTo>
                  <a:pt x="1023526" y="983339"/>
                </a:lnTo>
                <a:close/>
              </a:path>
              <a:path w="6655434" h="6988809">
                <a:moveTo>
                  <a:pt x="152672" y="957939"/>
                </a:moveTo>
                <a:lnTo>
                  <a:pt x="199678" y="1046839"/>
                </a:lnTo>
                <a:lnTo>
                  <a:pt x="118259" y="1097639"/>
                </a:lnTo>
                <a:lnTo>
                  <a:pt x="71254" y="1008739"/>
                </a:lnTo>
                <a:lnTo>
                  <a:pt x="152672" y="957939"/>
                </a:lnTo>
                <a:close/>
              </a:path>
              <a:path w="6655434" h="6988809">
                <a:moveTo>
                  <a:pt x="1356991" y="970639"/>
                </a:moveTo>
                <a:lnTo>
                  <a:pt x="1394010" y="1034139"/>
                </a:lnTo>
                <a:lnTo>
                  <a:pt x="1329899" y="1072239"/>
                </a:lnTo>
                <a:lnTo>
                  <a:pt x="1292880" y="1008739"/>
                </a:lnTo>
                <a:lnTo>
                  <a:pt x="1356991" y="970639"/>
                </a:lnTo>
                <a:close/>
              </a:path>
              <a:path w="6655434" h="6988809">
                <a:moveTo>
                  <a:pt x="486244" y="945239"/>
                </a:moveTo>
                <a:lnTo>
                  <a:pt x="530904" y="1021439"/>
                </a:lnTo>
                <a:lnTo>
                  <a:pt x="453555" y="1072239"/>
                </a:lnTo>
                <a:lnTo>
                  <a:pt x="408895" y="996039"/>
                </a:lnTo>
                <a:lnTo>
                  <a:pt x="486244" y="945239"/>
                </a:lnTo>
                <a:close/>
              </a:path>
              <a:path w="6655434" h="6988809">
                <a:moveTo>
                  <a:pt x="819609" y="932539"/>
                </a:moveTo>
                <a:lnTo>
                  <a:pt x="861325" y="1008739"/>
                </a:lnTo>
                <a:lnTo>
                  <a:pt x="789070" y="1046839"/>
                </a:lnTo>
                <a:lnTo>
                  <a:pt x="747348" y="970639"/>
                </a:lnTo>
                <a:lnTo>
                  <a:pt x="819609" y="932539"/>
                </a:lnTo>
                <a:close/>
              </a:path>
              <a:path w="6655434" h="6988809">
                <a:moveTo>
                  <a:pt x="1153073" y="919839"/>
                </a:moveTo>
                <a:lnTo>
                  <a:pt x="1192147" y="983339"/>
                </a:lnTo>
                <a:lnTo>
                  <a:pt x="1124471" y="1021439"/>
                </a:lnTo>
                <a:lnTo>
                  <a:pt x="1085396" y="957939"/>
                </a:lnTo>
                <a:lnTo>
                  <a:pt x="1153073" y="919839"/>
                </a:lnTo>
                <a:close/>
              </a:path>
              <a:path w="6655434" h="6988809">
                <a:moveTo>
                  <a:pt x="282320" y="894439"/>
                </a:moveTo>
                <a:lnTo>
                  <a:pt x="329030" y="970639"/>
                </a:lnTo>
                <a:lnTo>
                  <a:pt x="248127" y="1021439"/>
                </a:lnTo>
                <a:lnTo>
                  <a:pt x="201412" y="932539"/>
                </a:lnTo>
                <a:lnTo>
                  <a:pt x="282320" y="894439"/>
                </a:lnTo>
                <a:close/>
              </a:path>
              <a:path w="6655434" h="6988809">
                <a:moveTo>
                  <a:pt x="615793" y="869039"/>
                </a:moveTo>
                <a:lnTo>
                  <a:pt x="659860" y="945239"/>
                </a:lnTo>
                <a:lnTo>
                  <a:pt x="583530" y="996039"/>
                </a:lnTo>
                <a:lnTo>
                  <a:pt x="539462" y="919839"/>
                </a:lnTo>
                <a:lnTo>
                  <a:pt x="615793" y="869039"/>
                </a:lnTo>
                <a:close/>
              </a:path>
              <a:path w="6655434" h="6988809">
                <a:moveTo>
                  <a:pt x="949150" y="856339"/>
                </a:moveTo>
                <a:lnTo>
                  <a:pt x="990280" y="932539"/>
                </a:lnTo>
                <a:lnTo>
                  <a:pt x="919038" y="970639"/>
                </a:lnTo>
                <a:lnTo>
                  <a:pt x="877908" y="894439"/>
                </a:lnTo>
                <a:lnTo>
                  <a:pt x="949150" y="856339"/>
                </a:lnTo>
                <a:close/>
              </a:path>
              <a:path w="6655434" h="6988809">
                <a:moveTo>
                  <a:pt x="78290" y="830939"/>
                </a:moveTo>
                <a:lnTo>
                  <a:pt x="126764" y="919839"/>
                </a:lnTo>
                <a:lnTo>
                  <a:pt x="42805" y="970639"/>
                </a:lnTo>
                <a:lnTo>
                  <a:pt x="3" y="894439"/>
                </a:lnTo>
                <a:lnTo>
                  <a:pt x="3" y="881739"/>
                </a:lnTo>
                <a:lnTo>
                  <a:pt x="78290" y="830939"/>
                </a:lnTo>
                <a:close/>
              </a:path>
              <a:path w="6655434" h="6988809">
                <a:moveTo>
                  <a:pt x="1282615" y="843639"/>
                </a:moveTo>
                <a:lnTo>
                  <a:pt x="1321103" y="907139"/>
                </a:lnTo>
                <a:lnTo>
                  <a:pt x="1254445" y="945239"/>
                </a:lnTo>
                <a:lnTo>
                  <a:pt x="1215957" y="881739"/>
                </a:lnTo>
                <a:lnTo>
                  <a:pt x="1282615" y="843639"/>
                </a:lnTo>
                <a:close/>
              </a:path>
              <a:path w="6655434" h="6988809">
                <a:moveTo>
                  <a:pt x="411975" y="818239"/>
                </a:moveTo>
                <a:lnTo>
                  <a:pt x="458394" y="894439"/>
                </a:lnTo>
                <a:lnTo>
                  <a:pt x="377995" y="945239"/>
                </a:lnTo>
                <a:lnTo>
                  <a:pt x="331576" y="856339"/>
                </a:lnTo>
                <a:lnTo>
                  <a:pt x="411975" y="818239"/>
                </a:lnTo>
                <a:close/>
              </a:path>
              <a:path w="6655434" h="6988809">
                <a:moveTo>
                  <a:pt x="745334" y="792839"/>
                </a:moveTo>
                <a:lnTo>
                  <a:pt x="788815" y="869039"/>
                </a:lnTo>
                <a:lnTo>
                  <a:pt x="713503" y="919839"/>
                </a:lnTo>
                <a:lnTo>
                  <a:pt x="670022" y="843639"/>
                </a:lnTo>
                <a:lnTo>
                  <a:pt x="745334" y="792839"/>
                </a:lnTo>
                <a:close/>
              </a:path>
              <a:path w="6655434" h="6988809">
                <a:moveTo>
                  <a:pt x="1078585" y="780139"/>
                </a:moveTo>
                <a:lnTo>
                  <a:pt x="1118832" y="856339"/>
                </a:lnTo>
                <a:lnTo>
                  <a:pt x="1049118" y="894439"/>
                </a:lnTo>
                <a:lnTo>
                  <a:pt x="1008870" y="818239"/>
                </a:lnTo>
                <a:lnTo>
                  <a:pt x="1078585" y="780139"/>
                </a:lnTo>
                <a:close/>
              </a:path>
              <a:path w="6655434" h="6988809">
                <a:moveTo>
                  <a:pt x="207939" y="754739"/>
                </a:moveTo>
                <a:lnTo>
                  <a:pt x="256123" y="843639"/>
                </a:lnTo>
                <a:lnTo>
                  <a:pt x="172673" y="894439"/>
                </a:lnTo>
                <a:lnTo>
                  <a:pt x="124489" y="805539"/>
                </a:lnTo>
                <a:lnTo>
                  <a:pt x="207939" y="754739"/>
                </a:lnTo>
                <a:close/>
              </a:path>
              <a:path w="6655434" h="6988809">
                <a:moveTo>
                  <a:pt x="541517" y="742039"/>
                </a:moveTo>
                <a:lnTo>
                  <a:pt x="587350" y="818239"/>
                </a:lnTo>
                <a:lnTo>
                  <a:pt x="507969" y="869039"/>
                </a:lnTo>
                <a:lnTo>
                  <a:pt x="462137" y="792839"/>
                </a:lnTo>
                <a:lnTo>
                  <a:pt x="541517" y="742039"/>
                </a:lnTo>
                <a:close/>
              </a:path>
              <a:path w="6655434" h="6988809">
                <a:moveTo>
                  <a:pt x="874882" y="729339"/>
                </a:moveTo>
                <a:lnTo>
                  <a:pt x="917770" y="805539"/>
                </a:lnTo>
                <a:lnTo>
                  <a:pt x="843478" y="843639"/>
                </a:lnTo>
                <a:lnTo>
                  <a:pt x="800583" y="767439"/>
                </a:lnTo>
                <a:lnTo>
                  <a:pt x="874882" y="729339"/>
                </a:lnTo>
                <a:close/>
              </a:path>
              <a:path w="6655434" h="6988809">
                <a:moveTo>
                  <a:pt x="1208133" y="703939"/>
                </a:moveTo>
                <a:lnTo>
                  <a:pt x="1247793" y="780139"/>
                </a:lnTo>
                <a:lnTo>
                  <a:pt x="1179092" y="818239"/>
                </a:lnTo>
                <a:lnTo>
                  <a:pt x="1139431" y="754739"/>
                </a:lnTo>
                <a:lnTo>
                  <a:pt x="1208133" y="703939"/>
                </a:lnTo>
                <a:close/>
              </a:path>
              <a:path w="6655434" h="6988809">
                <a:moveTo>
                  <a:pt x="337599" y="678539"/>
                </a:moveTo>
                <a:lnTo>
                  <a:pt x="385487" y="767439"/>
                </a:lnTo>
                <a:lnTo>
                  <a:pt x="302540" y="818239"/>
                </a:lnTo>
                <a:lnTo>
                  <a:pt x="254653" y="729339"/>
                </a:lnTo>
                <a:lnTo>
                  <a:pt x="337599" y="678539"/>
                </a:lnTo>
                <a:close/>
              </a:path>
              <a:path w="6655434" h="6988809">
                <a:moveTo>
                  <a:pt x="3" y="703939"/>
                </a:moveTo>
                <a:lnTo>
                  <a:pt x="4133" y="703939"/>
                </a:lnTo>
                <a:lnTo>
                  <a:pt x="54663" y="792839"/>
                </a:lnTo>
                <a:lnTo>
                  <a:pt x="3" y="818239"/>
                </a:lnTo>
                <a:lnTo>
                  <a:pt x="3" y="703939"/>
                </a:lnTo>
                <a:close/>
              </a:path>
              <a:path w="6655434" h="6988809">
                <a:moveTo>
                  <a:pt x="671065" y="665839"/>
                </a:moveTo>
                <a:lnTo>
                  <a:pt x="716305" y="742039"/>
                </a:lnTo>
                <a:lnTo>
                  <a:pt x="637938" y="792839"/>
                </a:lnTo>
                <a:lnTo>
                  <a:pt x="592697" y="716639"/>
                </a:lnTo>
                <a:lnTo>
                  <a:pt x="671065" y="665839"/>
                </a:lnTo>
                <a:close/>
              </a:path>
              <a:path w="6655434" h="6988809">
                <a:moveTo>
                  <a:pt x="1004316" y="653139"/>
                </a:moveTo>
                <a:lnTo>
                  <a:pt x="1046328" y="729339"/>
                </a:lnTo>
                <a:lnTo>
                  <a:pt x="973563" y="767439"/>
                </a:lnTo>
                <a:lnTo>
                  <a:pt x="931545" y="691239"/>
                </a:lnTo>
                <a:lnTo>
                  <a:pt x="1004316" y="653139"/>
                </a:lnTo>
                <a:close/>
              </a:path>
              <a:path w="6655434" h="6988809">
                <a:moveTo>
                  <a:pt x="133670" y="627739"/>
                </a:moveTo>
                <a:lnTo>
                  <a:pt x="183613" y="716639"/>
                </a:lnTo>
                <a:lnTo>
                  <a:pt x="97113" y="767439"/>
                </a:lnTo>
                <a:lnTo>
                  <a:pt x="47169" y="678539"/>
                </a:lnTo>
                <a:lnTo>
                  <a:pt x="133670" y="627739"/>
                </a:lnTo>
                <a:close/>
              </a:path>
              <a:path w="6655434" h="6988809">
                <a:moveTo>
                  <a:pt x="467248" y="615039"/>
                </a:moveTo>
                <a:lnTo>
                  <a:pt x="514840" y="691239"/>
                </a:lnTo>
                <a:lnTo>
                  <a:pt x="432403" y="742039"/>
                </a:lnTo>
                <a:lnTo>
                  <a:pt x="384811" y="653139"/>
                </a:lnTo>
                <a:lnTo>
                  <a:pt x="467248" y="615039"/>
                </a:lnTo>
                <a:close/>
              </a:path>
              <a:path w="6655434" h="6988809">
                <a:moveTo>
                  <a:pt x="800500" y="589639"/>
                </a:moveTo>
                <a:lnTo>
                  <a:pt x="844863" y="665839"/>
                </a:lnTo>
                <a:lnTo>
                  <a:pt x="768023" y="716639"/>
                </a:lnTo>
                <a:lnTo>
                  <a:pt x="723659" y="640439"/>
                </a:lnTo>
                <a:lnTo>
                  <a:pt x="800500" y="589639"/>
                </a:lnTo>
                <a:close/>
              </a:path>
              <a:path w="6655434" h="6988809">
                <a:moveTo>
                  <a:pt x="1133751" y="576939"/>
                </a:moveTo>
                <a:lnTo>
                  <a:pt x="1174881" y="653139"/>
                </a:lnTo>
                <a:lnTo>
                  <a:pt x="1103638" y="691239"/>
                </a:lnTo>
                <a:lnTo>
                  <a:pt x="1062508" y="615039"/>
                </a:lnTo>
                <a:lnTo>
                  <a:pt x="1133751" y="576939"/>
                </a:lnTo>
                <a:close/>
              </a:path>
              <a:path w="6655434" h="6988809">
                <a:moveTo>
                  <a:pt x="263324" y="551539"/>
                </a:moveTo>
                <a:lnTo>
                  <a:pt x="312971" y="640439"/>
                </a:lnTo>
                <a:lnTo>
                  <a:pt x="226974" y="691239"/>
                </a:lnTo>
                <a:lnTo>
                  <a:pt x="177327" y="602339"/>
                </a:lnTo>
                <a:lnTo>
                  <a:pt x="263324" y="551539"/>
                </a:lnTo>
                <a:close/>
              </a:path>
              <a:path w="6655434" h="6988809">
                <a:moveTo>
                  <a:pt x="596683" y="538839"/>
                </a:moveTo>
                <a:lnTo>
                  <a:pt x="643399" y="615039"/>
                </a:lnTo>
                <a:lnTo>
                  <a:pt x="562483" y="665839"/>
                </a:lnTo>
                <a:lnTo>
                  <a:pt x="515768" y="576939"/>
                </a:lnTo>
                <a:lnTo>
                  <a:pt x="596683" y="538839"/>
                </a:lnTo>
                <a:close/>
              </a:path>
              <a:path w="6655434" h="6988809">
                <a:moveTo>
                  <a:pt x="930040" y="513439"/>
                </a:moveTo>
                <a:lnTo>
                  <a:pt x="973812" y="589639"/>
                </a:lnTo>
                <a:lnTo>
                  <a:pt x="897997" y="640439"/>
                </a:lnTo>
                <a:lnTo>
                  <a:pt x="854219" y="564239"/>
                </a:lnTo>
                <a:lnTo>
                  <a:pt x="930040" y="513439"/>
                </a:lnTo>
                <a:close/>
              </a:path>
              <a:path w="6655434" h="6988809">
                <a:moveTo>
                  <a:pt x="59508" y="488039"/>
                </a:moveTo>
                <a:lnTo>
                  <a:pt x="111506" y="576939"/>
                </a:lnTo>
                <a:lnTo>
                  <a:pt x="21440" y="640439"/>
                </a:lnTo>
                <a:lnTo>
                  <a:pt x="3" y="602339"/>
                </a:lnTo>
                <a:lnTo>
                  <a:pt x="3" y="526139"/>
                </a:lnTo>
                <a:lnTo>
                  <a:pt x="59508" y="488039"/>
                </a:lnTo>
                <a:close/>
              </a:path>
              <a:path w="6655434" h="6988809">
                <a:moveTo>
                  <a:pt x="392760" y="475339"/>
                </a:moveTo>
                <a:lnTo>
                  <a:pt x="441530" y="564239"/>
                </a:lnTo>
                <a:lnTo>
                  <a:pt x="357056" y="615039"/>
                </a:lnTo>
                <a:lnTo>
                  <a:pt x="308285" y="526139"/>
                </a:lnTo>
                <a:lnTo>
                  <a:pt x="392760" y="475339"/>
                </a:lnTo>
                <a:close/>
              </a:path>
              <a:path w="6655434" h="6988809">
                <a:moveTo>
                  <a:pt x="726224" y="462639"/>
                </a:moveTo>
                <a:lnTo>
                  <a:pt x="772347" y="538839"/>
                </a:lnTo>
                <a:lnTo>
                  <a:pt x="692457" y="589639"/>
                </a:lnTo>
                <a:lnTo>
                  <a:pt x="646334" y="513439"/>
                </a:lnTo>
                <a:lnTo>
                  <a:pt x="726224" y="462639"/>
                </a:lnTo>
                <a:close/>
              </a:path>
              <a:path w="6655434" h="6988809">
                <a:moveTo>
                  <a:pt x="1059375" y="449939"/>
                </a:moveTo>
                <a:lnTo>
                  <a:pt x="1101973" y="513439"/>
                </a:lnTo>
                <a:lnTo>
                  <a:pt x="1028184" y="564239"/>
                </a:lnTo>
                <a:lnTo>
                  <a:pt x="985585" y="488039"/>
                </a:lnTo>
                <a:lnTo>
                  <a:pt x="1059375" y="449939"/>
                </a:lnTo>
                <a:close/>
              </a:path>
              <a:path w="6655434" h="6988809">
                <a:moveTo>
                  <a:pt x="189048" y="424539"/>
                </a:moveTo>
                <a:lnTo>
                  <a:pt x="240466" y="513439"/>
                </a:lnTo>
                <a:lnTo>
                  <a:pt x="151413" y="564239"/>
                </a:lnTo>
                <a:lnTo>
                  <a:pt x="99996" y="475339"/>
                </a:lnTo>
                <a:lnTo>
                  <a:pt x="189048" y="424539"/>
                </a:lnTo>
                <a:close/>
              </a:path>
              <a:path w="6655434" h="6988809">
                <a:moveTo>
                  <a:pt x="522307" y="399139"/>
                </a:moveTo>
                <a:lnTo>
                  <a:pt x="570485" y="488039"/>
                </a:lnTo>
                <a:lnTo>
                  <a:pt x="487029" y="538839"/>
                </a:lnTo>
                <a:lnTo>
                  <a:pt x="438851" y="449939"/>
                </a:lnTo>
                <a:lnTo>
                  <a:pt x="522307" y="399139"/>
                </a:lnTo>
                <a:close/>
              </a:path>
              <a:path w="6655434" h="6988809">
                <a:moveTo>
                  <a:pt x="855659" y="386439"/>
                </a:moveTo>
                <a:lnTo>
                  <a:pt x="900905" y="462639"/>
                </a:lnTo>
                <a:lnTo>
                  <a:pt x="822543" y="513439"/>
                </a:lnTo>
                <a:lnTo>
                  <a:pt x="777297" y="437239"/>
                </a:lnTo>
                <a:lnTo>
                  <a:pt x="855659" y="386439"/>
                </a:lnTo>
                <a:close/>
              </a:path>
              <a:path w="6655434" h="6988809">
                <a:moveTo>
                  <a:pt x="318592" y="348339"/>
                </a:moveTo>
                <a:lnTo>
                  <a:pt x="369424" y="437239"/>
                </a:lnTo>
                <a:lnTo>
                  <a:pt x="281389" y="488039"/>
                </a:lnTo>
                <a:lnTo>
                  <a:pt x="230557" y="399139"/>
                </a:lnTo>
                <a:lnTo>
                  <a:pt x="318592" y="348339"/>
                </a:lnTo>
                <a:close/>
              </a:path>
              <a:path w="6655434" h="6988809">
                <a:moveTo>
                  <a:pt x="3" y="386439"/>
                </a:moveTo>
                <a:lnTo>
                  <a:pt x="39001" y="449939"/>
                </a:lnTo>
                <a:lnTo>
                  <a:pt x="3" y="475339"/>
                </a:lnTo>
                <a:lnTo>
                  <a:pt x="3" y="386439"/>
                </a:lnTo>
                <a:close/>
              </a:path>
              <a:path w="6655434" h="6988809">
                <a:moveTo>
                  <a:pt x="651843" y="322939"/>
                </a:moveTo>
                <a:lnTo>
                  <a:pt x="699440" y="411839"/>
                </a:lnTo>
                <a:lnTo>
                  <a:pt x="617003" y="462639"/>
                </a:lnTo>
                <a:lnTo>
                  <a:pt x="569412" y="373739"/>
                </a:lnTo>
                <a:lnTo>
                  <a:pt x="651843" y="322939"/>
                </a:lnTo>
                <a:close/>
              </a:path>
              <a:path w="6655434" h="6988809">
                <a:moveTo>
                  <a:pt x="985094" y="310239"/>
                </a:moveTo>
                <a:lnTo>
                  <a:pt x="1029458" y="386439"/>
                </a:lnTo>
                <a:lnTo>
                  <a:pt x="952624" y="437239"/>
                </a:lnTo>
                <a:lnTo>
                  <a:pt x="908260" y="361039"/>
                </a:lnTo>
                <a:lnTo>
                  <a:pt x="985094" y="310239"/>
                </a:lnTo>
                <a:close/>
              </a:path>
              <a:path w="6655434" h="6988809">
                <a:moveTo>
                  <a:pt x="114780" y="284839"/>
                </a:moveTo>
                <a:lnTo>
                  <a:pt x="167957" y="373739"/>
                </a:lnTo>
                <a:lnTo>
                  <a:pt x="75853" y="437239"/>
                </a:lnTo>
                <a:lnTo>
                  <a:pt x="22676" y="335639"/>
                </a:lnTo>
                <a:lnTo>
                  <a:pt x="114780" y="284839"/>
                </a:lnTo>
                <a:close/>
              </a:path>
              <a:path w="6655434" h="6988809">
                <a:moveTo>
                  <a:pt x="448026" y="272139"/>
                </a:moveTo>
                <a:lnTo>
                  <a:pt x="497975" y="361039"/>
                </a:lnTo>
                <a:lnTo>
                  <a:pt x="411469" y="411839"/>
                </a:lnTo>
                <a:lnTo>
                  <a:pt x="361526" y="322939"/>
                </a:lnTo>
                <a:lnTo>
                  <a:pt x="448026" y="272139"/>
                </a:lnTo>
                <a:close/>
              </a:path>
              <a:path w="6655434" h="6988809">
                <a:moveTo>
                  <a:pt x="781283" y="259439"/>
                </a:moveTo>
                <a:lnTo>
                  <a:pt x="827992" y="335639"/>
                </a:lnTo>
                <a:lnTo>
                  <a:pt x="747083" y="386439"/>
                </a:lnTo>
                <a:lnTo>
                  <a:pt x="700374" y="297539"/>
                </a:lnTo>
                <a:lnTo>
                  <a:pt x="781283" y="259439"/>
                </a:lnTo>
                <a:close/>
              </a:path>
              <a:path w="6655434" h="6988809">
                <a:moveTo>
                  <a:pt x="244216" y="208639"/>
                </a:moveTo>
                <a:lnTo>
                  <a:pt x="296510" y="297539"/>
                </a:lnTo>
                <a:lnTo>
                  <a:pt x="205935" y="361039"/>
                </a:lnTo>
                <a:lnTo>
                  <a:pt x="153640" y="259439"/>
                </a:lnTo>
                <a:lnTo>
                  <a:pt x="244216" y="208639"/>
                </a:lnTo>
                <a:close/>
              </a:path>
              <a:path w="6655434" h="6988809">
                <a:moveTo>
                  <a:pt x="577467" y="195939"/>
                </a:moveTo>
                <a:lnTo>
                  <a:pt x="626527" y="284839"/>
                </a:lnTo>
                <a:lnTo>
                  <a:pt x="541549" y="335639"/>
                </a:lnTo>
                <a:lnTo>
                  <a:pt x="492483" y="246739"/>
                </a:lnTo>
                <a:lnTo>
                  <a:pt x="577467" y="195939"/>
                </a:lnTo>
                <a:close/>
              </a:path>
              <a:path w="6655434" h="6988809">
                <a:moveTo>
                  <a:pt x="910718" y="183239"/>
                </a:moveTo>
                <a:lnTo>
                  <a:pt x="956550" y="259439"/>
                </a:lnTo>
                <a:lnTo>
                  <a:pt x="877170" y="310239"/>
                </a:lnTo>
                <a:lnTo>
                  <a:pt x="831337" y="221339"/>
                </a:lnTo>
                <a:lnTo>
                  <a:pt x="910718" y="183239"/>
                </a:lnTo>
                <a:close/>
              </a:path>
              <a:path w="6655434" h="6988809">
                <a:moveTo>
                  <a:pt x="40504" y="157839"/>
                </a:moveTo>
                <a:lnTo>
                  <a:pt x="95446" y="246739"/>
                </a:lnTo>
                <a:lnTo>
                  <a:pt x="286" y="310239"/>
                </a:lnTo>
                <a:lnTo>
                  <a:pt x="3" y="310239"/>
                </a:lnTo>
                <a:lnTo>
                  <a:pt x="3" y="183239"/>
                </a:lnTo>
                <a:lnTo>
                  <a:pt x="40504" y="157839"/>
                </a:lnTo>
                <a:close/>
              </a:path>
              <a:path w="6655434" h="6988809">
                <a:moveTo>
                  <a:pt x="373650" y="145139"/>
                </a:moveTo>
                <a:lnTo>
                  <a:pt x="425062" y="234039"/>
                </a:lnTo>
                <a:lnTo>
                  <a:pt x="336015" y="284839"/>
                </a:lnTo>
                <a:lnTo>
                  <a:pt x="284603" y="195939"/>
                </a:lnTo>
                <a:lnTo>
                  <a:pt x="373650" y="145139"/>
                </a:lnTo>
                <a:close/>
              </a:path>
              <a:path w="6655434" h="6988809">
                <a:moveTo>
                  <a:pt x="706900" y="119739"/>
                </a:moveTo>
                <a:lnTo>
                  <a:pt x="755085" y="208639"/>
                </a:lnTo>
                <a:lnTo>
                  <a:pt x="671628" y="259439"/>
                </a:lnTo>
                <a:lnTo>
                  <a:pt x="623450" y="170539"/>
                </a:lnTo>
                <a:lnTo>
                  <a:pt x="706900" y="119739"/>
                </a:lnTo>
                <a:close/>
              </a:path>
              <a:path w="6655434" h="6988809">
                <a:moveTo>
                  <a:pt x="169940" y="81639"/>
                </a:moveTo>
                <a:lnTo>
                  <a:pt x="224000" y="170539"/>
                </a:lnTo>
                <a:lnTo>
                  <a:pt x="130374" y="234039"/>
                </a:lnTo>
                <a:lnTo>
                  <a:pt x="76314" y="132439"/>
                </a:lnTo>
                <a:lnTo>
                  <a:pt x="169940" y="81639"/>
                </a:lnTo>
                <a:close/>
              </a:path>
              <a:path w="6655434" h="6988809">
                <a:moveTo>
                  <a:pt x="503085" y="68939"/>
                </a:moveTo>
                <a:lnTo>
                  <a:pt x="553620" y="157839"/>
                </a:lnTo>
                <a:lnTo>
                  <a:pt x="466096" y="208639"/>
                </a:lnTo>
                <a:lnTo>
                  <a:pt x="415560" y="119739"/>
                </a:lnTo>
                <a:lnTo>
                  <a:pt x="503085" y="68939"/>
                </a:lnTo>
                <a:close/>
              </a:path>
              <a:path w="6655434" h="6988809">
                <a:moveTo>
                  <a:pt x="836336" y="56239"/>
                </a:moveTo>
                <a:lnTo>
                  <a:pt x="883638" y="132439"/>
                </a:lnTo>
                <a:lnTo>
                  <a:pt x="801716" y="183239"/>
                </a:lnTo>
                <a:lnTo>
                  <a:pt x="754414" y="94339"/>
                </a:lnTo>
                <a:lnTo>
                  <a:pt x="836336" y="56239"/>
                </a:lnTo>
                <a:close/>
              </a:path>
              <a:path w="6655434" h="6988809">
                <a:moveTo>
                  <a:pt x="299381" y="5439"/>
                </a:moveTo>
                <a:lnTo>
                  <a:pt x="352558" y="94339"/>
                </a:lnTo>
                <a:lnTo>
                  <a:pt x="260449" y="157839"/>
                </a:lnTo>
                <a:lnTo>
                  <a:pt x="207272" y="56239"/>
                </a:lnTo>
                <a:lnTo>
                  <a:pt x="299381" y="5439"/>
                </a:lnTo>
                <a:close/>
              </a:path>
              <a:path w="6655434" h="6988809">
                <a:moveTo>
                  <a:pt x="608229" y="5439"/>
                </a:moveTo>
                <a:lnTo>
                  <a:pt x="640482" y="5439"/>
                </a:lnTo>
                <a:lnTo>
                  <a:pt x="681775" y="81639"/>
                </a:lnTo>
                <a:lnTo>
                  <a:pt x="596288" y="132439"/>
                </a:lnTo>
                <a:lnTo>
                  <a:pt x="546931" y="43539"/>
                </a:lnTo>
                <a:lnTo>
                  <a:pt x="608229" y="5439"/>
                </a:lnTo>
                <a:close/>
              </a:path>
              <a:path w="6655434" h="6988809">
                <a:moveTo>
                  <a:pt x="3" y="81639"/>
                </a:moveTo>
                <a:lnTo>
                  <a:pt x="22937" y="119739"/>
                </a:lnTo>
                <a:lnTo>
                  <a:pt x="3" y="132439"/>
                </a:lnTo>
                <a:lnTo>
                  <a:pt x="3" y="81639"/>
                </a:lnTo>
                <a:close/>
              </a:path>
              <a:path w="6655434" h="6988809">
                <a:moveTo>
                  <a:pt x="0" y="5439"/>
                </a:moveTo>
                <a:lnTo>
                  <a:pt x="128913" y="5439"/>
                </a:lnTo>
                <a:lnTo>
                  <a:pt x="151496" y="43539"/>
                </a:lnTo>
                <a:lnTo>
                  <a:pt x="54808" y="107039"/>
                </a:lnTo>
                <a:lnTo>
                  <a:pt x="0" y="5439"/>
                </a:lnTo>
                <a:close/>
              </a:path>
              <a:path w="6655434" h="6988809">
                <a:moveTo>
                  <a:pt x="350426" y="5439"/>
                </a:moveTo>
                <a:lnTo>
                  <a:pt x="470519" y="5439"/>
                </a:lnTo>
                <a:lnTo>
                  <a:pt x="480707" y="18139"/>
                </a:lnTo>
                <a:lnTo>
                  <a:pt x="390635" y="81639"/>
                </a:lnTo>
                <a:lnTo>
                  <a:pt x="350426" y="5439"/>
                </a:lnTo>
                <a:close/>
              </a:path>
              <a:path w="6655434" h="6988809">
                <a:moveTo>
                  <a:pt x="700866" y="5439"/>
                </a:moveTo>
                <a:lnTo>
                  <a:pt x="803297" y="5439"/>
                </a:lnTo>
                <a:lnTo>
                  <a:pt x="726475" y="56239"/>
                </a:lnTo>
                <a:lnTo>
                  <a:pt x="700866" y="5439"/>
                </a:lnTo>
                <a:close/>
              </a:path>
              <a:path w="6655434" h="6988809">
                <a:moveTo>
                  <a:pt x="180814" y="5439"/>
                </a:moveTo>
                <a:lnTo>
                  <a:pt x="205737" y="5439"/>
                </a:lnTo>
                <a:lnTo>
                  <a:pt x="187045" y="18139"/>
                </a:lnTo>
                <a:lnTo>
                  <a:pt x="180814" y="5439"/>
                </a:lnTo>
                <a:close/>
              </a:path>
              <a:path w="6655434" h="6988809">
                <a:moveTo>
                  <a:pt x="2845769" y="3596972"/>
                </a:moveTo>
                <a:lnTo>
                  <a:pt x="2856638" y="3615801"/>
                </a:lnTo>
                <a:lnTo>
                  <a:pt x="2837809" y="3626670"/>
                </a:lnTo>
                <a:lnTo>
                  <a:pt x="2826940" y="3607846"/>
                </a:lnTo>
                <a:lnTo>
                  <a:pt x="2845769" y="3596972"/>
                </a:lnTo>
                <a:close/>
              </a:path>
              <a:path w="6655434" h="6988809">
                <a:moveTo>
                  <a:pt x="2920359" y="3727937"/>
                </a:moveTo>
                <a:lnTo>
                  <a:pt x="2930351" y="3745238"/>
                </a:lnTo>
                <a:lnTo>
                  <a:pt x="2913050" y="3755230"/>
                </a:lnTo>
                <a:lnTo>
                  <a:pt x="2903057" y="3737923"/>
                </a:lnTo>
                <a:lnTo>
                  <a:pt x="2920359" y="3727937"/>
                </a:lnTo>
                <a:close/>
              </a:path>
              <a:path w="6655434" h="6988809">
                <a:moveTo>
                  <a:pt x="2994847" y="3859310"/>
                </a:moveTo>
                <a:lnTo>
                  <a:pt x="3003660" y="3874574"/>
                </a:lnTo>
                <a:lnTo>
                  <a:pt x="2988397" y="3883387"/>
                </a:lnTo>
                <a:lnTo>
                  <a:pt x="2979583" y="3868124"/>
                </a:lnTo>
                <a:lnTo>
                  <a:pt x="2994847" y="3859310"/>
                </a:lnTo>
                <a:close/>
              </a:path>
              <a:path w="6655434" h="6988809">
                <a:moveTo>
                  <a:pt x="3069442" y="3990269"/>
                </a:moveTo>
                <a:lnTo>
                  <a:pt x="3077379" y="4004011"/>
                </a:lnTo>
                <a:lnTo>
                  <a:pt x="3063638" y="4011942"/>
                </a:lnTo>
                <a:lnTo>
                  <a:pt x="3055700" y="3998200"/>
                </a:lnTo>
                <a:lnTo>
                  <a:pt x="3069442" y="3990269"/>
                </a:lnTo>
                <a:close/>
              </a:path>
              <a:path w="6655434" h="6988809">
                <a:moveTo>
                  <a:pt x="3144037" y="4121234"/>
                </a:moveTo>
                <a:lnTo>
                  <a:pt x="3151092" y="4133447"/>
                </a:lnTo>
                <a:lnTo>
                  <a:pt x="3138878" y="4140502"/>
                </a:lnTo>
                <a:lnTo>
                  <a:pt x="3131824" y="4128288"/>
                </a:lnTo>
                <a:lnTo>
                  <a:pt x="3144037" y="4121234"/>
                </a:lnTo>
                <a:close/>
              </a:path>
              <a:path w="6655434" h="6988809">
                <a:moveTo>
                  <a:pt x="3218520" y="4252601"/>
                </a:moveTo>
                <a:lnTo>
                  <a:pt x="3224395" y="4262777"/>
                </a:lnTo>
                <a:lnTo>
                  <a:pt x="3214220" y="4268653"/>
                </a:lnTo>
                <a:lnTo>
                  <a:pt x="3208344" y="4258477"/>
                </a:lnTo>
                <a:lnTo>
                  <a:pt x="3218520" y="4252601"/>
                </a:lnTo>
                <a:close/>
              </a:path>
              <a:path w="6655434" h="6988809">
                <a:moveTo>
                  <a:pt x="3293227" y="4383163"/>
                </a:moveTo>
                <a:lnTo>
                  <a:pt x="3298516" y="4392326"/>
                </a:lnTo>
                <a:lnTo>
                  <a:pt x="3289359" y="4397610"/>
                </a:lnTo>
                <a:lnTo>
                  <a:pt x="3284070" y="4388447"/>
                </a:lnTo>
                <a:lnTo>
                  <a:pt x="3293227" y="4383163"/>
                </a:lnTo>
                <a:close/>
              </a:path>
              <a:path w="6655434" h="6988809">
                <a:moveTo>
                  <a:pt x="3367929" y="4513725"/>
                </a:moveTo>
                <a:lnTo>
                  <a:pt x="3372626" y="4521864"/>
                </a:lnTo>
                <a:lnTo>
                  <a:pt x="3364487" y="4526567"/>
                </a:lnTo>
                <a:lnTo>
                  <a:pt x="3359790" y="4518428"/>
                </a:lnTo>
                <a:lnTo>
                  <a:pt x="3367929" y="4513725"/>
                </a:lnTo>
                <a:close/>
              </a:path>
              <a:path w="6655434" h="6988809">
                <a:moveTo>
                  <a:pt x="3442631" y="4644288"/>
                </a:moveTo>
                <a:lnTo>
                  <a:pt x="3446747" y="4651413"/>
                </a:lnTo>
                <a:lnTo>
                  <a:pt x="3439622" y="4655529"/>
                </a:lnTo>
                <a:lnTo>
                  <a:pt x="3435505" y="4648404"/>
                </a:lnTo>
                <a:lnTo>
                  <a:pt x="3442631" y="4644288"/>
                </a:lnTo>
                <a:close/>
              </a:path>
              <a:path w="6655434" h="6988809">
                <a:moveTo>
                  <a:pt x="3517226" y="4775252"/>
                </a:moveTo>
                <a:lnTo>
                  <a:pt x="3520460" y="4780850"/>
                </a:lnTo>
                <a:lnTo>
                  <a:pt x="3514862" y="4784084"/>
                </a:lnTo>
                <a:lnTo>
                  <a:pt x="3511628" y="4778480"/>
                </a:lnTo>
                <a:lnTo>
                  <a:pt x="3517226" y="4775252"/>
                </a:lnTo>
                <a:close/>
              </a:path>
              <a:path w="6655434" h="6988809">
                <a:moveTo>
                  <a:pt x="3591927" y="4905814"/>
                </a:moveTo>
                <a:lnTo>
                  <a:pt x="3594569" y="4910393"/>
                </a:lnTo>
                <a:lnTo>
                  <a:pt x="3589990" y="4913040"/>
                </a:lnTo>
                <a:lnTo>
                  <a:pt x="3587349" y="4908456"/>
                </a:lnTo>
                <a:lnTo>
                  <a:pt x="3591927" y="4905814"/>
                </a:lnTo>
                <a:close/>
              </a:path>
              <a:path w="6655434" h="6988809">
                <a:moveTo>
                  <a:pt x="3666629" y="5036376"/>
                </a:moveTo>
                <a:lnTo>
                  <a:pt x="3668691" y="5039942"/>
                </a:lnTo>
                <a:lnTo>
                  <a:pt x="3665125" y="5041997"/>
                </a:lnTo>
                <a:lnTo>
                  <a:pt x="3663064" y="5038432"/>
                </a:lnTo>
                <a:lnTo>
                  <a:pt x="3666629" y="5036376"/>
                </a:lnTo>
                <a:close/>
              </a:path>
              <a:path w="6655434" h="6988809">
                <a:moveTo>
                  <a:pt x="3741331" y="5166938"/>
                </a:moveTo>
                <a:lnTo>
                  <a:pt x="3742800" y="5169485"/>
                </a:lnTo>
                <a:lnTo>
                  <a:pt x="3740253" y="5170954"/>
                </a:lnTo>
                <a:lnTo>
                  <a:pt x="3738784" y="5168407"/>
                </a:lnTo>
                <a:lnTo>
                  <a:pt x="3741331" y="5166938"/>
                </a:lnTo>
                <a:close/>
              </a:path>
              <a:path w="6655434" h="6988809">
                <a:moveTo>
                  <a:pt x="3816032" y="5297500"/>
                </a:moveTo>
                <a:lnTo>
                  <a:pt x="3816915" y="5299034"/>
                </a:lnTo>
                <a:lnTo>
                  <a:pt x="3815393" y="5299911"/>
                </a:lnTo>
                <a:lnTo>
                  <a:pt x="3814510" y="5298383"/>
                </a:lnTo>
                <a:lnTo>
                  <a:pt x="3816032" y="5297500"/>
                </a:lnTo>
                <a:close/>
              </a:path>
              <a:path w="6655434" h="6988809">
                <a:moveTo>
                  <a:pt x="2865193" y="3933822"/>
                </a:moveTo>
                <a:lnTo>
                  <a:pt x="2874302" y="3949595"/>
                </a:lnTo>
                <a:lnTo>
                  <a:pt x="2858529" y="3958699"/>
                </a:lnTo>
                <a:lnTo>
                  <a:pt x="2849420" y="3942926"/>
                </a:lnTo>
                <a:lnTo>
                  <a:pt x="2865193" y="3933822"/>
                </a:lnTo>
                <a:close/>
              </a:path>
              <a:path w="6655434" h="6988809">
                <a:moveTo>
                  <a:pt x="2939788" y="4064787"/>
                </a:moveTo>
                <a:lnTo>
                  <a:pt x="2948015" y="4079032"/>
                </a:lnTo>
                <a:lnTo>
                  <a:pt x="2933770" y="4087259"/>
                </a:lnTo>
                <a:lnTo>
                  <a:pt x="2925543" y="4073014"/>
                </a:lnTo>
                <a:lnTo>
                  <a:pt x="2939788" y="4064787"/>
                </a:lnTo>
                <a:close/>
              </a:path>
              <a:path w="6655434" h="6988809">
                <a:moveTo>
                  <a:pt x="3014389" y="4195746"/>
                </a:moveTo>
                <a:lnTo>
                  <a:pt x="3021734" y="4208468"/>
                </a:lnTo>
                <a:lnTo>
                  <a:pt x="3009011" y="4215813"/>
                </a:lnTo>
                <a:lnTo>
                  <a:pt x="3001666" y="4203090"/>
                </a:lnTo>
                <a:lnTo>
                  <a:pt x="3014389" y="4195746"/>
                </a:lnTo>
                <a:close/>
              </a:path>
              <a:path w="6655434" h="6988809">
                <a:moveTo>
                  <a:pt x="3088871" y="4327113"/>
                </a:moveTo>
                <a:lnTo>
                  <a:pt x="3095043" y="4337804"/>
                </a:lnTo>
                <a:lnTo>
                  <a:pt x="3084358" y="4343970"/>
                </a:lnTo>
                <a:lnTo>
                  <a:pt x="3078186" y="4333285"/>
                </a:lnTo>
                <a:lnTo>
                  <a:pt x="3088871" y="4327113"/>
                </a:lnTo>
                <a:close/>
              </a:path>
              <a:path w="6655434" h="6988809">
                <a:moveTo>
                  <a:pt x="3163467" y="4458078"/>
                </a:moveTo>
                <a:lnTo>
                  <a:pt x="3168756" y="4467241"/>
                </a:lnTo>
                <a:lnTo>
                  <a:pt x="3159599" y="4472530"/>
                </a:lnTo>
                <a:lnTo>
                  <a:pt x="3154310" y="4463367"/>
                </a:lnTo>
                <a:lnTo>
                  <a:pt x="3163467" y="4458078"/>
                </a:lnTo>
                <a:close/>
              </a:path>
              <a:path w="6655434" h="6988809">
                <a:moveTo>
                  <a:pt x="3238169" y="4588646"/>
                </a:moveTo>
                <a:lnTo>
                  <a:pt x="3242871" y="4596784"/>
                </a:lnTo>
                <a:lnTo>
                  <a:pt x="3234727" y="4601481"/>
                </a:lnTo>
                <a:lnTo>
                  <a:pt x="3230030" y="4593343"/>
                </a:lnTo>
                <a:lnTo>
                  <a:pt x="3238169" y="4588646"/>
                </a:lnTo>
                <a:close/>
              </a:path>
              <a:path w="6655434" h="6988809">
                <a:moveTo>
                  <a:pt x="3312870" y="4719208"/>
                </a:moveTo>
                <a:lnTo>
                  <a:pt x="3316987" y="4726333"/>
                </a:lnTo>
                <a:lnTo>
                  <a:pt x="3309861" y="4730444"/>
                </a:lnTo>
                <a:lnTo>
                  <a:pt x="3305744" y="4723318"/>
                </a:lnTo>
                <a:lnTo>
                  <a:pt x="3312870" y="4719208"/>
                </a:lnTo>
                <a:close/>
              </a:path>
              <a:path w="6655434" h="6988809">
                <a:moveTo>
                  <a:pt x="3387465" y="4850167"/>
                </a:moveTo>
                <a:lnTo>
                  <a:pt x="3390699" y="4855770"/>
                </a:lnTo>
                <a:lnTo>
                  <a:pt x="3385102" y="4858998"/>
                </a:lnTo>
                <a:lnTo>
                  <a:pt x="3381868" y="4853401"/>
                </a:lnTo>
                <a:lnTo>
                  <a:pt x="3387465" y="4850167"/>
                </a:lnTo>
                <a:close/>
              </a:path>
              <a:path w="6655434" h="6988809">
                <a:moveTo>
                  <a:pt x="3462167" y="4980729"/>
                </a:moveTo>
                <a:lnTo>
                  <a:pt x="3464814" y="4985313"/>
                </a:lnTo>
                <a:lnTo>
                  <a:pt x="3460230" y="4987955"/>
                </a:lnTo>
                <a:lnTo>
                  <a:pt x="3457588" y="4983376"/>
                </a:lnTo>
                <a:lnTo>
                  <a:pt x="3462167" y="4980729"/>
                </a:lnTo>
                <a:close/>
              </a:path>
              <a:path w="6655434" h="6988809">
                <a:moveTo>
                  <a:pt x="3536868" y="5111291"/>
                </a:moveTo>
                <a:lnTo>
                  <a:pt x="3538930" y="5114857"/>
                </a:lnTo>
                <a:lnTo>
                  <a:pt x="3535365" y="5116918"/>
                </a:lnTo>
                <a:lnTo>
                  <a:pt x="3533303" y="5113352"/>
                </a:lnTo>
                <a:lnTo>
                  <a:pt x="3536868" y="5111291"/>
                </a:lnTo>
                <a:close/>
              </a:path>
              <a:path w="6655434" h="6988809">
                <a:moveTo>
                  <a:pt x="3611576" y="5241853"/>
                </a:moveTo>
                <a:lnTo>
                  <a:pt x="3613045" y="5244400"/>
                </a:lnTo>
                <a:lnTo>
                  <a:pt x="3610498" y="5245869"/>
                </a:lnTo>
                <a:lnTo>
                  <a:pt x="3609029" y="5243322"/>
                </a:lnTo>
                <a:lnTo>
                  <a:pt x="3611576" y="5241853"/>
                </a:lnTo>
                <a:close/>
              </a:path>
              <a:path w="6655434" h="6988809">
                <a:moveTo>
                  <a:pt x="3686272" y="5372421"/>
                </a:moveTo>
                <a:lnTo>
                  <a:pt x="3687155" y="5373949"/>
                </a:lnTo>
                <a:lnTo>
                  <a:pt x="3685632" y="5374832"/>
                </a:lnTo>
                <a:lnTo>
                  <a:pt x="3684749" y="5373298"/>
                </a:lnTo>
                <a:lnTo>
                  <a:pt x="3686272" y="5372421"/>
                </a:lnTo>
                <a:close/>
              </a:path>
              <a:path w="6655434" h="6988809">
                <a:moveTo>
                  <a:pt x="2884630" y="4270666"/>
                </a:moveTo>
                <a:lnTo>
                  <a:pt x="2891975" y="4283389"/>
                </a:lnTo>
                <a:lnTo>
                  <a:pt x="2879252" y="4290733"/>
                </a:lnTo>
                <a:lnTo>
                  <a:pt x="2871907" y="4278011"/>
                </a:lnTo>
                <a:lnTo>
                  <a:pt x="2884630" y="4270666"/>
                </a:lnTo>
                <a:close/>
              </a:path>
              <a:path w="6655434" h="6988809">
                <a:moveTo>
                  <a:pt x="2959225" y="4401631"/>
                </a:moveTo>
                <a:lnTo>
                  <a:pt x="2965687" y="4412825"/>
                </a:lnTo>
                <a:lnTo>
                  <a:pt x="2954492" y="4419287"/>
                </a:lnTo>
                <a:lnTo>
                  <a:pt x="2948030" y="4408093"/>
                </a:lnTo>
                <a:lnTo>
                  <a:pt x="2959225" y="4401631"/>
                </a:lnTo>
                <a:close/>
              </a:path>
              <a:path w="6655434" h="6988809">
                <a:moveTo>
                  <a:pt x="3033713" y="4532992"/>
                </a:moveTo>
                <a:lnTo>
                  <a:pt x="3039003" y="4542155"/>
                </a:lnTo>
                <a:lnTo>
                  <a:pt x="3029840" y="4547445"/>
                </a:lnTo>
                <a:lnTo>
                  <a:pt x="3024551" y="4538282"/>
                </a:lnTo>
                <a:lnTo>
                  <a:pt x="3033713" y="4532992"/>
                </a:lnTo>
                <a:close/>
              </a:path>
              <a:path w="6655434" h="6988809">
                <a:moveTo>
                  <a:pt x="3108416" y="4663560"/>
                </a:moveTo>
                <a:lnTo>
                  <a:pt x="3113118" y="4671698"/>
                </a:lnTo>
                <a:lnTo>
                  <a:pt x="3104968" y="4676401"/>
                </a:lnTo>
                <a:lnTo>
                  <a:pt x="3100271" y="4668263"/>
                </a:lnTo>
                <a:lnTo>
                  <a:pt x="3108416" y="4663560"/>
                </a:lnTo>
                <a:close/>
              </a:path>
              <a:path w="6655434" h="6988809">
                <a:moveTo>
                  <a:pt x="3183110" y="4794122"/>
                </a:moveTo>
                <a:lnTo>
                  <a:pt x="3187228" y="4801247"/>
                </a:lnTo>
                <a:lnTo>
                  <a:pt x="3180102" y="4805364"/>
                </a:lnTo>
                <a:lnTo>
                  <a:pt x="3175991" y="4798239"/>
                </a:lnTo>
                <a:lnTo>
                  <a:pt x="3183110" y="4794122"/>
                </a:lnTo>
                <a:close/>
              </a:path>
              <a:path w="6655434" h="6988809">
                <a:moveTo>
                  <a:pt x="3257818" y="4924684"/>
                </a:moveTo>
                <a:lnTo>
                  <a:pt x="3261343" y="4930791"/>
                </a:lnTo>
                <a:lnTo>
                  <a:pt x="3255236" y="4934315"/>
                </a:lnTo>
                <a:lnTo>
                  <a:pt x="3251712" y="4928208"/>
                </a:lnTo>
                <a:lnTo>
                  <a:pt x="3257818" y="4924684"/>
                </a:lnTo>
                <a:close/>
              </a:path>
              <a:path w="6655434" h="6988809">
                <a:moveTo>
                  <a:pt x="3332407" y="5055649"/>
                </a:moveTo>
                <a:lnTo>
                  <a:pt x="3335055" y="5060227"/>
                </a:lnTo>
                <a:lnTo>
                  <a:pt x="3330470" y="5062875"/>
                </a:lnTo>
                <a:lnTo>
                  <a:pt x="3327829" y="5058291"/>
                </a:lnTo>
                <a:lnTo>
                  <a:pt x="3332407" y="5055649"/>
                </a:lnTo>
                <a:close/>
              </a:path>
              <a:path w="6655434" h="6988809">
                <a:moveTo>
                  <a:pt x="3407109" y="5186211"/>
                </a:moveTo>
                <a:lnTo>
                  <a:pt x="3409170" y="5189777"/>
                </a:lnTo>
                <a:lnTo>
                  <a:pt x="3405611" y="5191832"/>
                </a:lnTo>
                <a:lnTo>
                  <a:pt x="3403549" y="5188266"/>
                </a:lnTo>
                <a:lnTo>
                  <a:pt x="3407109" y="5186211"/>
                </a:lnTo>
                <a:close/>
              </a:path>
              <a:path w="6655434" h="6988809">
                <a:moveTo>
                  <a:pt x="3481816" y="5316773"/>
                </a:moveTo>
                <a:lnTo>
                  <a:pt x="3483286" y="5319314"/>
                </a:lnTo>
                <a:lnTo>
                  <a:pt x="3480739" y="5320783"/>
                </a:lnTo>
                <a:lnTo>
                  <a:pt x="3479270" y="5318242"/>
                </a:lnTo>
                <a:lnTo>
                  <a:pt x="3481816" y="5316773"/>
                </a:lnTo>
                <a:close/>
              </a:path>
              <a:path w="6655434" h="6988809">
                <a:moveTo>
                  <a:pt x="3556518" y="5447335"/>
                </a:moveTo>
                <a:lnTo>
                  <a:pt x="3557401" y="5448863"/>
                </a:lnTo>
                <a:lnTo>
                  <a:pt x="3555873" y="5449746"/>
                </a:lnTo>
                <a:lnTo>
                  <a:pt x="3554990" y="5448218"/>
                </a:lnTo>
                <a:lnTo>
                  <a:pt x="3556518" y="5447335"/>
                </a:lnTo>
                <a:close/>
              </a:path>
              <a:path w="6655434" h="6988809">
                <a:moveTo>
                  <a:pt x="2829464" y="4476550"/>
                </a:moveTo>
                <a:lnTo>
                  <a:pt x="2835926" y="4487739"/>
                </a:lnTo>
                <a:lnTo>
                  <a:pt x="2824731" y="4494201"/>
                </a:lnTo>
                <a:lnTo>
                  <a:pt x="2818269" y="4483012"/>
                </a:lnTo>
                <a:lnTo>
                  <a:pt x="2829464" y="4476550"/>
                </a:lnTo>
                <a:close/>
              </a:path>
              <a:path w="6655434" h="6988809">
                <a:moveTo>
                  <a:pt x="2904059" y="4607509"/>
                </a:moveTo>
                <a:lnTo>
                  <a:pt x="2909644" y="4617175"/>
                </a:lnTo>
                <a:lnTo>
                  <a:pt x="2899972" y="4622761"/>
                </a:lnTo>
                <a:lnTo>
                  <a:pt x="2894393" y="4613089"/>
                </a:lnTo>
                <a:lnTo>
                  <a:pt x="2904059" y="4607509"/>
                </a:lnTo>
                <a:close/>
              </a:path>
              <a:path w="6655434" h="6988809">
                <a:moveTo>
                  <a:pt x="2978761" y="4738071"/>
                </a:moveTo>
                <a:lnTo>
                  <a:pt x="2983754" y="4746725"/>
                </a:lnTo>
                <a:lnTo>
                  <a:pt x="2975106" y="4751718"/>
                </a:lnTo>
                <a:lnTo>
                  <a:pt x="2970113" y="4743064"/>
                </a:lnTo>
                <a:lnTo>
                  <a:pt x="2978761" y="4738071"/>
                </a:lnTo>
                <a:close/>
              </a:path>
              <a:path w="6655434" h="6988809">
                <a:moveTo>
                  <a:pt x="3053463" y="4868633"/>
                </a:moveTo>
                <a:lnTo>
                  <a:pt x="3057870" y="4876268"/>
                </a:lnTo>
                <a:lnTo>
                  <a:pt x="3050235" y="4880675"/>
                </a:lnTo>
                <a:lnTo>
                  <a:pt x="3045828" y="4873040"/>
                </a:lnTo>
                <a:lnTo>
                  <a:pt x="3053463" y="4868633"/>
                </a:lnTo>
                <a:close/>
              </a:path>
              <a:path w="6655434" h="6988809">
                <a:moveTo>
                  <a:pt x="3128058" y="4999604"/>
                </a:moveTo>
                <a:lnTo>
                  <a:pt x="3131582" y="5005705"/>
                </a:lnTo>
                <a:lnTo>
                  <a:pt x="3125476" y="5009229"/>
                </a:lnTo>
                <a:lnTo>
                  <a:pt x="3121951" y="5003128"/>
                </a:lnTo>
                <a:lnTo>
                  <a:pt x="3128058" y="4999604"/>
                </a:lnTo>
                <a:close/>
              </a:path>
              <a:path w="6655434" h="6988809">
                <a:moveTo>
                  <a:pt x="3202759" y="5130166"/>
                </a:moveTo>
                <a:lnTo>
                  <a:pt x="3205697" y="5135254"/>
                </a:lnTo>
                <a:lnTo>
                  <a:pt x="3200609" y="5138192"/>
                </a:lnTo>
                <a:lnTo>
                  <a:pt x="3197672" y="5133104"/>
                </a:lnTo>
                <a:lnTo>
                  <a:pt x="3202759" y="5130166"/>
                </a:lnTo>
                <a:close/>
              </a:path>
              <a:path w="6655434" h="6988809">
                <a:moveTo>
                  <a:pt x="3277461" y="5260728"/>
                </a:moveTo>
                <a:lnTo>
                  <a:pt x="3279812" y="5264797"/>
                </a:lnTo>
                <a:lnTo>
                  <a:pt x="3275737" y="5267149"/>
                </a:lnTo>
                <a:lnTo>
                  <a:pt x="3273392" y="5263080"/>
                </a:lnTo>
                <a:lnTo>
                  <a:pt x="3277461" y="5260728"/>
                </a:lnTo>
                <a:close/>
              </a:path>
              <a:path w="6655434" h="6988809">
                <a:moveTo>
                  <a:pt x="3352168" y="5391290"/>
                </a:moveTo>
                <a:lnTo>
                  <a:pt x="3353928" y="5394340"/>
                </a:lnTo>
                <a:lnTo>
                  <a:pt x="3350877" y="5396105"/>
                </a:lnTo>
                <a:lnTo>
                  <a:pt x="3349112" y="5393049"/>
                </a:lnTo>
                <a:lnTo>
                  <a:pt x="3352168" y="5391290"/>
                </a:lnTo>
                <a:close/>
              </a:path>
              <a:path w="6655434" h="6988809">
                <a:moveTo>
                  <a:pt x="3426870" y="5521852"/>
                </a:moveTo>
                <a:lnTo>
                  <a:pt x="3428043" y="5523884"/>
                </a:lnTo>
                <a:lnTo>
                  <a:pt x="3426006" y="5525057"/>
                </a:lnTo>
                <a:lnTo>
                  <a:pt x="3424832" y="5523031"/>
                </a:lnTo>
                <a:lnTo>
                  <a:pt x="3426870" y="5521852"/>
                </a:lnTo>
                <a:close/>
              </a:path>
              <a:path w="6655434" h="6988809">
                <a:moveTo>
                  <a:pt x="2849005" y="4812986"/>
                </a:moveTo>
                <a:lnTo>
                  <a:pt x="2853998" y="4821639"/>
                </a:lnTo>
                <a:lnTo>
                  <a:pt x="2845344" y="4826638"/>
                </a:lnTo>
                <a:lnTo>
                  <a:pt x="2840351" y="4817985"/>
                </a:lnTo>
                <a:lnTo>
                  <a:pt x="2849005" y="4812986"/>
                </a:lnTo>
                <a:close/>
              </a:path>
              <a:path w="6655434" h="6988809">
                <a:moveTo>
                  <a:pt x="2923701" y="4943554"/>
                </a:moveTo>
                <a:lnTo>
                  <a:pt x="2928108" y="4951182"/>
                </a:lnTo>
                <a:lnTo>
                  <a:pt x="2920473" y="4955589"/>
                </a:lnTo>
                <a:lnTo>
                  <a:pt x="2916066" y="4947960"/>
                </a:lnTo>
                <a:lnTo>
                  <a:pt x="2923701" y="4943554"/>
                </a:lnTo>
                <a:close/>
              </a:path>
              <a:path w="6655434" h="6988809">
                <a:moveTo>
                  <a:pt x="2998301" y="5074518"/>
                </a:moveTo>
                <a:lnTo>
                  <a:pt x="3001826" y="5080619"/>
                </a:lnTo>
                <a:lnTo>
                  <a:pt x="2995720" y="5084149"/>
                </a:lnTo>
                <a:lnTo>
                  <a:pt x="2992195" y="5078042"/>
                </a:lnTo>
                <a:lnTo>
                  <a:pt x="2998301" y="5074518"/>
                </a:lnTo>
                <a:close/>
              </a:path>
              <a:path w="6655434" h="6988809">
                <a:moveTo>
                  <a:pt x="3072998" y="5205080"/>
                </a:moveTo>
                <a:lnTo>
                  <a:pt x="3075935" y="5210168"/>
                </a:lnTo>
                <a:lnTo>
                  <a:pt x="3070848" y="5213106"/>
                </a:lnTo>
                <a:lnTo>
                  <a:pt x="3067910" y="5208018"/>
                </a:lnTo>
                <a:lnTo>
                  <a:pt x="3072998" y="5205080"/>
                </a:lnTo>
                <a:close/>
              </a:path>
              <a:path w="6655434" h="6988809">
                <a:moveTo>
                  <a:pt x="3147705" y="5335642"/>
                </a:moveTo>
                <a:lnTo>
                  <a:pt x="3150051" y="5339712"/>
                </a:lnTo>
                <a:lnTo>
                  <a:pt x="3145981" y="5342063"/>
                </a:lnTo>
                <a:lnTo>
                  <a:pt x="3143636" y="5337994"/>
                </a:lnTo>
                <a:lnTo>
                  <a:pt x="3147705" y="5335642"/>
                </a:lnTo>
                <a:close/>
              </a:path>
              <a:path w="6655434" h="6988809">
                <a:moveTo>
                  <a:pt x="3222407" y="5466205"/>
                </a:moveTo>
                <a:lnTo>
                  <a:pt x="3224166" y="5469261"/>
                </a:lnTo>
                <a:lnTo>
                  <a:pt x="3221115" y="5471020"/>
                </a:lnTo>
                <a:lnTo>
                  <a:pt x="3219356" y="5467970"/>
                </a:lnTo>
                <a:lnTo>
                  <a:pt x="3222407" y="5466205"/>
                </a:lnTo>
                <a:close/>
              </a:path>
              <a:path w="6655434" h="6988809">
                <a:moveTo>
                  <a:pt x="3297108" y="5596772"/>
                </a:moveTo>
                <a:lnTo>
                  <a:pt x="3298281" y="5598798"/>
                </a:lnTo>
                <a:lnTo>
                  <a:pt x="3296244" y="5599977"/>
                </a:lnTo>
                <a:lnTo>
                  <a:pt x="3295071" y="5597945"/>
                </a:lnTo>
                <a:lnTo>
                  <a:pt x="3297108" y="5596772"/>
                </a:lnTo>
                <a:close/>
              </a:path>
              <a:path w="6655434" h="6988809">
                <a:moveTo>
                  <a:pt x="2868647" y="5149029"/>
                </a:moveTo>
                <a:lnTo>
                  <a:pt x="2872468" y="5155651"/>
                </a:lnTo>
                <a:lnTo>
                  <a:pt x="2865852" y="5159465"/>
                </a:lnTo>
                <a:lnTo>
                  <a:pt x="2862031" y="5152849"/>
                </a:lnTo>
                <a:lnTo>
                  <a:pt x="2868647" y="5149029"/>
                </a:lnTo>
                <a:close/>
              </a:path>
              <a:path w="6655434" h="6988809">
                <a:moveTo>
                  <a:pt x="2943243" y="5279994"/>
                </a:moveTo>
                <a:lnTo>
                  <a:pt x="2946181" y="5285081"/>
                </a:lnTo>
                <a:lnTo>
                  <a:pt x="2941093" y="5288019"/>
                </a:lnTo>
                <a:lnTo>
                  <a:pt x="2938155" y="5282931"/>
                </a:lnTo>
                <a:lnTo>
                  <a:pt x="2943243" y="5279994"/>
                </a:lnTo>
                <a:close/>
              </a:path>
              <a:path w="6655434" h="6988809">
                <a:moveTo>
                  <a:pt x="3017944" y="5410561"/>
                </a:moveTo>
                <a:lnTo>
                  <a:pt x="3020290" y="5414631"/>
                </a:lnTo>
                <a:lnTo>
                  <a:pt x="3016221" y="5416976"/>
                </a:lnTo>
                <a:lnTo>
                  <a:pt x="3013875" y="5412907"/>
                </a:lnTo>
                <a:lnTo>
                  <a:pt x="3017944" y="5410561"/>
                </a:lnTo>
                <a:close/>
              </a:path>
              <a:path w="6655434" h="6988809">
                <a:moveTo>
                  <a:pt x="3092646" y="5541124"/>
                </a:moveTo>
                <a:lnTo>
                  <a:pt x="3094411" y="5544174"/>
                </a:lnTo>
                <a:lnTo>
                  <a:pt x="3091355" y="5545939"/>
                </a:lnTo>
                <a:lnTo>
                  <a:pt x="3089596" y="5542883"/>
                </a:lnTo>
                <a:lnTo>
                  <a:pt x="3092646" y="5541124"/>
                </a:lnTo>
                <a:close/>
              </a:path>
              <a:path w="6655434" h="6988809">
                <a:moveTo>
                  <a:pt x="3167348" y="5671686"/>
                </a:moveTo>
                <a:lnTo>
                  <a:pt x="3168521" y="5673717"/>
                </a:lnTo>
                <a:lnTo>
                  <a:pt x="3166483" y="5674890"/>
                </a:lnTo>
                <a:lnTo>
                  <a:pt x="3165310" y="5672864"/>
                </a:lnTo>
                <a:lnTo>
                  <a:pt x="3167348" y="5671686"/>
                </a:lnTo>
                <a:close/>
              </a:path>
              <a:path w="6655434" h="6988809">
                <a:moveTo>
                  <a:pt x="3241030" y="5802840"/>
                </a:moveTo>
                <a:lnTo>
                  <a:pt x="3242396" y="5802840"/>
                </a:lnTo>
                <a:lnTo>
                  <a:pt x="3242642" y="5803267"/>
                </a:lnTo>
                <a:lnTo>
                  <a:pt x="3241277" y="5803267"/>
                </a:lnTo>
                <a:lnTo>
                  <a:pt x="3241030" y="5802840"/>
                </a:lnTo>
                <a:close/>
              </a:path>
              <a:path w="6655434" h="6988809">
                <a:moveTo>
                  <a:pt x="2888189" y="5485476"/>
                </a:moveTo>
                <a:lnTo>
                  <a:pt x="2890534" y="5489545"/>
                </a:lnTo>
                <a:lnTo>
                  <a:pt x="2886465" y="5491897"/>
                </a:lnTo>
                <a:lnTo>
                  <a:pt x="2884114" y="5487828"/>
                </a:lnTo>
                <a:lnTo>
                  <a:pt x="2888189" y="5485476"/>
                </a:lnTo>
                <a:close/>
              </a:path>
              <a:path w="6655434" h="6988809">
                <a:moveTo>
                  <a:pt x="2962885" y="5616038"/>
                </a:moveTo>
                <a:lnTo>
                  <a:pt x="2964650" y="5619094"/>
                </a:lnTo>
                <a:lnTo>
                  <a:pt x="2961594" y="5620854"/>
                </a:lnTo>
                <a:lnTo>
                  <a:pt x="2959835" y="5617803"/>
                </a:lnTo>
                <a:lnTo>
                  <a:pt x="2962885" y="5616038"/>
                </a:lnTo>
                <a:close/>
              </a:path>
              <a:path w="6655434" h="6988809">
                <a:moveTo>
                  <a:pt x="3037587" y="5746606"/>
                </a:moveTo>
                <a:lnTo>
                  <a:pt x="3038760" y="5748632"/>
                </a:lnTo>
                <a:lnTo>
                  <a:pt x="3036728" y="5749810"/>
                </a:lnTo>
                <a:lnTo>
                  <a:pt x="3035555" y="5747779"/>
                </a:lnTo>
                <a:lnTo>
                  <a:pt x="3037587" y="5746606"/>
                </a:lnTo>
                <a:close/>
              </a:path>
              <a:path w="6655434" h="6988809">
                <a:moveTo>
                  <a:pt x="3111275" y="5877755"/>
                </a:moveTo>
                <a:lnTo>
                  <a:pt x="3112634" y="5877755"/>
                </a:lnTo>
                <a:lnTo>
                  <a:pt x="3112881" y="5878181"/>
                </a:lnTo>
                <a:lnTo>
                  <a:pt x="3111522" y="5878181"/>
                </a:lnTo>
                <a:lnTo>
                  <a:pt x="3111275" y="5877755"/>
                </a:lnTo>
                <a:close/>
              </a:path>
              <a:path w="6655434" h="6988809">
                <a:moveTo>
                  <a:pt x="2758428" y="5560390"/>
                </a:moveTo>
                <a:lnTo>
                  <a:pt x="2760774" y="5564459"/>
                </a:lnTo>
                <a:lnTo>
                  <a:pt x="2756705" y="5566811"/>
                </a:lnTo>
                <a:lnTo>
                  <a:pt x="2754353" y="5562742"/>
                </a:lnTo>
                <a:lnTo>
                  <a:pt x="2758428" y="5560390"/>
                </a:lnTo>
                <a:close/>
              </a:path>
              <a:path w="6655434" h="6988809">
                <a:moveTo>
                  <a:pt x="2833130" y="5690952"/>
                </a:moveTo>
                <a:lnTo>
                  <a:pt x="2834895" y="5694008"/>
                </a:lnTo>
                <a:lnTo>
                  <a:pt x="2831839" y="5695773"/>
                </a:lnTo>
                <a:lnTo>
                  <a:pt x="2830074" y="5692717"/>
                </a:lnTo>
                <a:lnTo>
                  <a:pt x="2833130" y="5690952"/>
                </a:lnTo>
                <a:close/>
              </a:path>
              <a:path w="6655434" h="6988809">
                <a:moveTo>
                  <a:pt x="2907832" y="5821520"/>
                </a:moveTo>
                <a:lnTo>
                  <a:pt x="2909005" y="5823552"/>
                </a:lnTo>
                <a:lnTo>
                  <a:pt x="2906973" y="5824724"/>
                </a:lnTo>
                <a:lnTo>
                  <a:pt x="2905800" y="5822693"/>
                </a:lnTo>
                <a:lnTo>
                  <a:pt x="2907832" y="5821520"/>
                </a:lnTo>
                <a:close/>
              </a:path>
              <a:path w="6655434" h="6988809">
                <a:moveTo>
                  <a:pt x="2981515" y="5952668"/>
                </a:moveTo>
                <a:lnTo>
                  <a:pt x="2982871" y="5952668"/>
                </a:lnTo>
                <a:lnTo>
                  <a:pt x="2983120" y="5953101"/>
                </a:lnTo>
                <a:lnTo>
                  <a:pt x="2981764" y="5953101"/>
                </a:lnTo>
                <a:lnTo>
                  <a:pt x="2981515" y="5952668"/>
                </a:lnTo>
                <a:close/>
              </a:path>
              <a:path w="6655434" h="6988809">
                <a:moveTo>
                  <a:pt x="2628668" y="5635311"/>
                </a:moveTo>
                <a:lnTo>
                  <a:pt x="2631019" y="5639380"/>
                </a:lnTo>
                <a:lnTo>
                  <a:pt x="2626944" y="5641732"/>
                </a:lnTo>
                <a:lnTo>
                  <a:pt x="2624593" y="5637662"/>
                </a:lnTo>
                <a:lnTo>
                  <a:pt x="2628668" y="5635311"/>
                </a:lnTo>
                <a:close/>
              </a:path>
              <a:path w="6655434" h="6988809">
                <a:moveTo>
                  <a:pt x="2703369" y="5765873"/>
                </a:moveTo>
                <a:lnTo>
                  <a:pt x="2705135" y="5768923"/>
                </a:lnTo>
                <a:lnTo>
                  <a:pt x="2702084" y="5770688"/>
                </a:lnTo>
                <a:lnTo>
                  <a:pt x="2700319" y="5767632"/>
                </a:lnTo>
                <a:lnTo>
                  <a:pt x="2703369" y="5765873"/>
                </a:lnTo>
                <a:close/>
              </a:path>
              <a:path w="6655434" h="6988809">
                <a:moveTo>
                  <a:pt x="2778077" y="5896435"/>
                </a:moveTo>
                <a:lnTo>
                  <a:pt x="2779250" y="5898467"/>
                </a:lnTo>
                <a:lnTo>
                  <a:pt x="2777212" y="5899639"/>
                </a:lnTo>
                <a:lnTo>
                  <a:pt x="2776039" y="5897614"/>
                </a:lnTo>
                <a:lnTo>
                  <a:pt x="2778077" y="5896435"/>
                </a:lnTo>
                <a:close/>
              </a:path>
              <a:path w="6655434" h="6988809">
                <a:moveTo>
                  <a:pt x="2851760" y="6027589"/>
                </a:moveTo>
                <a:lnTo>
                  <a:pt x="2853112" y="6027589"/>
                </a:lnTo>
                <a:lnTo>
                  <a:pt x="2853359" y="6028016"/>
                </a:lnTo>
                <a:lnTo>
                  <a:pt x="2852007" y="6028016"/>
                </a:lnTo>
                <a:lnTo>
                  <a:pt x="2851760" y="6027589"/>
                </a:lnTo>
                <a:close/>
              </a:path>
              <a:path w="6655434" h="6988809">
                <a:moveTo>
                  <a:pt x="2424211" y="5579664"/>
                </a:moveTo>
                <a:lnTo>
                  <a:pt x="2427149" y="5584751"/>
                </a:lnTo>
                <a:lnTo>
                  <a:pt x="2422061" y="5587689"/>
                </a:lnTo>
                <a:lnTo>
                  <a:pt x="2419123" y="5582601"/>
                </a:lnTo>
                <a:lnTo>
                  <a:pt x="2424211" y="5579664"/>
                </a:lnTo>
                <a:close/>
              </a:path>
              <a:path w="6655434" h="6988809">
                <a:moveTo>
                  <a:pt x="2498907" y="5710226"/>
                </a:moveTo>
                <a:lnTo>
                  <a:pt x="2501258" y="5714295"/>
                </a:lnTo>
                <a:lnTo>
                  <a:pt x="2497189" y="5716646"/>
                </a:lnTo>
                <a:lnTo>
                  <a:pt x="2494838" y="5712577"/>
                </a:lnTo>
                <a:lnTo>
                  <a:pt x="2498907" y="5710226"/>
                </a:lnTo>
                <a:close/>
              </a:path>
              <a:path w="6655434" h="6988809">
                <a:moveTo>
                  <a:pt x="2573614" y="5840788"/>
                </a:moveTo>
                <a:lnTo>
                  <a:pt x="2575373" y="5843844"/>
                </a:lnTo>
                <a:lnTo>
                  <a:pt x="2572323" y="5845603"/>
                </a:lnTo>
                <a:lnTo>
                  <a:pt x="2570557" y="5842553"/>
                </a:lnTo>
                <a:lnTo>
                  <a:pt x="2573614" y="5840788"/>
                </a:lnTo>
                <a:close/>
              </a:path>
              <a:path w="6655434" h="6988809">
                <a:moveTo>
                  <a:pt x="2648316" y="5971356"/>
                </a:moveTo>
                <a:lnTo>
                  <a:pt x="2649489" y="5973381"/>
                </a:lnTo>
                <a:lnTo>
                  <a:pt x="2647451" y="5974560"/>
                </a:lnTo>
                <a:lnTo>
                  <a:pt x="2646278" y="5972528"/>
                </a:lnTo>
                <a:lnTo>
                  <a:pt x="2648316" y="5971356"/>
                </a:lnTo>
                <a:close/>
              </a:path>
              <a:path w="6655434" h="6988809">
                <a:moveTo>
                  <a:pt x="2721999" y="6102504"/>
                </a:moveTo>
                <a:lnTo>
                  <a:pt x="2723357" y="6102504"/>
                </a:lnTo>
                <a:lnTo>
                  <a:pt x="2723604" y="6102931"/>
                </a:lnTo>
                <a:lnTo>
                  <a:pt x="2722245" y="6102931"/>
                </a:lnTo>
                <a:lnTo>
                  <a:pt x="2721999" y="6102504"/>
                </a:lnTo>
                <a:close/>
              </a:path>
              <a:path w="6655434" h="6988809">
                <a:moveTo>
                  <a:pt x="2294450" y="5654578"/>
                </a:moveTo>
                <a:lnTo>
                  <a:pt x="2297388" y="5659666"/>
                </a:lnTo>
                <a:lnTo>
                  <a:pt x="2292300" y="5662603"/>
                </a:lnTo>
                <a:lnTo>
                  <a:pt x="2289362" y="5657516"/>
                </a:lnTo>
                <a:lnTo>
                  <a:pt x="2294450" y="5654578"/>
                </a:lnTo>
                <a:close/>
              </a:path>
              <a:path w="6655434" h="6988809">
                <a:moveTo>
                  <a:pt x="2369151" y="5785140"/>
                </a:moveTo>
                <a:lnTo>
                  <a:pt x="2371503" y="5789209"/>
                </a:lnTo>
                <a:lnTo>
                  <a:pt x="2367428" y="5791561"/>
                </a:lnTo>
                <a:lnTo>
                  <a:pt x="2365082" y="5787492"/>
                </a:lnTo>
                <a:lnTo>
                  <a:pt x="2369151" y="5785140"/>
                </a:lnTo>
                <a:close/>
              </a:path>
              <a:path w="6655434" h="6988809">
                <a:moveTo>
                  <a:pt x="2443852" y="5915708"/>
                </a:moveTo>
                <a:lnTo>
                  <a:pt x="2445612" y="5918758"/>
                </a:lnTo>
                <a:lnTo>
                  <a:pt x="2442562" y="5920523"/>
                </a:lnTo>
                <a:lnTo>
                  <a:pt x="2440796" y="5917467"/>
                </a:lnTo>
                <a:lnTo>
                  <a:pt x="2443852" y="5915708"/>
                </a:lnTo>
                <a:close/>
              </a:path>
              <a:path w="6655434" h="6988809">
                <a:moveTo>
                  <a:pt x="2518555" y="6046270"/>
                </a:moveTo>
                <a:lnTo>
                  <a:pt x="2519728" y="6048302"/>
                </a:lnTo>
                <a:lnTo>
                  <a:pt x="2517690" y="6049474"/>
                </a:lnTo>
                <a:lnTo>
                  <a:pt x="2516517" y="6047449"/>
                </a:lnTo>
                <a:lnTo>
                  <a:pt x="2518555" y="6046270"/>
                </a:lnTo>
                <a:close/>
              </a:path>
              <a:path w="6655434" h="6988809">
                <a:moveTo>
                  <a:pt x="2592244" y="6177418"/>
                </a:moveTo>
                <a:lnTo>
                  <a:pt x="2593594" y="6177418"/>
                </a:lnTo>
                <a:lnTo>
                  <a:pt x="2593843" y="6177851"/>
                </a:lnTo>
                <a:lnTo>
                  <a:pt x="2592493" y="6177851"/>
                </a:lnTo>
                <a:lnTo>
                  <a:pt x="2592244" y="6177418"/>
                </a:lnTo>
                <a:close/>
              </a:path>
              <a:path w="6655434" h="6988809">
                <a:moveTo>
                  <a:pt x="2090093" y="5598528"/>
                </a:moveTo>
                <a:lnTo>
                  <a:pt x="2093914" y="5605150"/>
                </a:lnTo>
                <a:lnTo>
                  <a:pt x="2087298" y="5608971"/>
                </a:lnTo>
                <a:lnTo>
                  <a:pt x="2083477" y="5602348"/>
                </a:lnTo>
                <a:lnTo>
                  <a:pt x="2090093" y="5598528"/>
                </a:lnTo>
                <a:close/>
              </a:path>
              <a:path w="6655434" h="6988809">
                <a:moveTo>
                  <a:pt x="2164689" y="5729499"/>
                </a:moveTo>
                <a:lnTo>
                  <a:pt x="2167626" y="5734587"/>
                </a:lnTo>
                <a:lnTo>
                  <a:pt x="2162539" y="5737524"/>
                </a:lnTo>
                <a:lnTo>
                  <a:pt x="2159601" y="5732437"/>
                </a:lnTo>
                <a:lnTo>
                  <a:pt x="2164689" y="5729499"/>
                </a:lnTo>
                <a:close/>
              </a:path>
              <a:path w="6655434" h="6988809">
                <a:moveTo>
                  <a:pt x="2239390" y="5860061"/>
                </a:moveTo>
                <a:lnTo>
                  <a:pt x="2241742" y="5864130"/>
                </a:lnTo>
                <a:lnTo>
                  <a:pt x="2237667" y="5866482"/>
                </a:lnTo>
                <a:lnTo>
                  <a:pt x="2235321" y="5862412"/>
                </a:lnTo>
                <a:lnTo>
                  <a:pt x="2239390" y="5860061"/>
                </a:lnTo>
                <a:close/>
              </a:path>
              <a:path w="6655434" h="6988809">
                <a:moveTo>
                  <a:pt x="2314098" y="5990623"/>
                </a:moveTo>
                <a:lnTo>
                  <a:pt x="2315857" y="5993673"/>
                </a:lnTo>
                <a:lnTo>
                  <a:pt x="2312800" y="5995438"/>
                </a:lnTo>
                <a:lnTo>
                  <a:pt x="2311041" y="5992388"/>
                </a:lnTo>
                <a:lnTo>
                  <a:pt x="2314098" y="5990623"/>
                </a:lnTo>
                <a:close/>
              </a:path>
              <a:path w="6655434" h="6988809">
                <a:moveTo>
                  <a:pt x="2388794" y="6121191"/>
                </a:moveTo>
                <a:lnTo>
                  <a:pt x="2389967" y="6123216"/>
                </a:lnTo>
                <a:lnTo>
                  <a:pt x="2387935" y="6124389"/>
                </a:lnTo>
                <a:lnTo>
                  <a:pt x="2386762" y="6122363"/>
                </a:lnTo>
                <a:lnTo>
                  <a:pt x="2388794" y="6121191"/>
                </a:lnTo>
                <a:close/>
              </a:path>
              <a:path w="6655434" h="6988809">
                <a:moveTo>
                  <a:pt x="2462482" y="6252339"/>
                </a:moveTo>
                <a:lnTo>
                  <a:pt x="2463835" y="6252339"/>
                </a:lnTo>
                <a:lnTo>
                  <a:pt x="2464082" y="6252766"/>
                </a:lnTo>
                <a:lnTo>
                  <a:pt x="2462729" y="6252766"/>
                </a:lnTo>
                <a:lnTo>
                  <a:pt x="2462482" y="6252339"/>
                </a:lnTo>
                <a:close/>
              </a:path>
              <a:path w="6655434" h="6988809">
                <a:moveTo>
                  <a:pt x="1885632" y="5542886"/>
                </a:moveTo>
                <a:lnTo>
                  <a:pt x="1890039" y="5550515"/>
                </a:lnTo>
                <a:lnTo>
                  <a:pt x="1882404" y="5554922"/>
                </a:lnTo>
                <a:lnTo>
                  <a:pt x="1877997" y="5547293"/>
                </a:lnTo>
                <a:lnTo>
                  <a:pt x="1885632" y="5542886"/>
                </a:lnTo>
                <a:close/>
              </a:path>
              <a:path w="6655434" h="6988809">
                <a:moveTo>
                  <a:pt x="1960333" y="5673448"/>
                </a:moveTo>
                <a:lnTo>
                  <a:pt x="1964154" y="5680064"/>
                </a:lnTo>
                <a:lnTo>
                  <a:pt x="1957538" y="5683885"/>
                </a:lnTo>
                <a:lnTo>
                  <a:pt x="1953717" y="5677269"/>
                </a:lnTo>
                <a:lnTo>
                  <a:pt x="1960333" y="5673448"/>
                </a:lnTo>
                <a:close/>
              </a:path>
              <a:path w="6655434" h="6988809">
                <a:moveTo>
                  <a:pt x="2034928" y="5804413"/>
                </a:moveTo>
                <a:lnTo>
                  <a:pt x="2037866" y="5809501"/>
                </a:lnTo>
                <a:lnTo>
                  <a:pt x="2032778" y="5812439"/>
                </a:lnTo>
                <a:lnTo>
                  <a:pt x="2029841" y="5807351"/>
                </a:lnTo>
                <a:lnTo>
                  <a:pt x="2034928" y="5804413"/>
                </a:lnTo>
                <a:close/>
              </a:path>
              <a:path w="6655434" h="6988809">
                <a:moveTo>
                  <a:pt x="2109636" y="5934975"/>
                </a:moveTo>
                <a:lnTo>
                  <a:pt x="2111981" y="5939044"/>
                </a:lnTo>
                <a:lnTo>
                  <a:pt x="2107906" y="5941396"/>
                </a:lnTo>
                <a:lnTo>
                  <a:pt x="2105561" y="5937327"/>
                </a:lnTo>
                <a:lnTo>
                  <a:pt x="2109636" y="5934975"/>
                </a:lnTo>
                <a:close/>
              </a:path>
              <a:path w="6655434" h="6988809">
                <a:moveTo>
                  <a:pt x="2184338" y="6065537"/>
                </a:moveTo>
                <a:lnTo>
                  <a:pt x="2186097" y="6068594"/>
                </a:lnTo>
                <a:lnTo>
                  <a:pt x="2183046" y="6070353"/>
                </a:lnTo>
                <a:lnTo>
                  <a:pt x="2181287" y="6067303"/>
                </a:lnTo>
                <a:lnTo>
                  <a:pt x="2184338" y="6065537"/>
                </a:lnTo>
                <a:close/>
              </a:path>
              <a:path w="6655434" h="6988809">
                <a:moveTo>
                  <a:pt x="2259039" y="6196105"/>
                </a:moveTo>
                <a:lnTo>
                  <a:pt x="2260212" y="6198131"/>
                </a:lnTo>
                <a:lnTo>
                  <a:pt x="2258175" y="6199309"/>
                </a:lnTo>
                <a:lnTo>
                  <a:pt x="2257002" y="6197278"/>
                </a:lnTo>
                <a:lnTo>
                  <a:pt x="2259039" y="6196105"/>
                </a:lnTo>
                <a:close/>
              </a:path>
              <a:path w="6655434" h="6988809">
                <a:moveTo>
                  <a:pt x="2332722" y="6327254"/>
                </a:moveTo>
                <a:lnTo>
                  <a:pt x="2334073" y="6327254"/>
                </a:lnTo>
                <a:lnTo>
                  <a:pt x="2334322" y="6327686"/>
                </a:lnTo>
                <a:lnTo>
                  <a:pt x="2332971" y="6327686"/>
                </a:lnTo>
                <a:lnTo>
                  <a:pt x="2332722" y="6327254"/>
                </a:lnTo>
                <a:close/>
              </a:path>
              <a:path w="6655434" h="6988809">
                <a:moveTo>
                  <a:pt x="1755871" y="5617801"/>
                </a:moveTo>
                <a:lnTo>
                  <a:pt x="1760278" y="5625436"/>
                </a:lnTo>
                <a:lnTo>
                  <a:pt x="1752649" y="5629843"/>
                </a:lnTo>
                <a:lnTo>
                  <a:pt x="1748242" y="5622208"/>
                </a:lnTo>
                <a:lnTo>
                  <a:pt x="1755871" y="5617801"/>
                </a:lnTo>
                <a:close/>
              </a:path>
              <a:path w="6655434" h="6988809">
                <a:moveTo>
                  <a:pt x="1830578" y="5748363"/>
                </a:moveTo>
                <a:lnTo>
                  <a:pt x="1834399" y="5754985"/>
                </a:lnTo>
                <a:lnTo>
                  <a:pt x="1827783" y="5758800"/>
                </a:lnTo>
                <a:lnTo>
                  <a:pt x="1823962" y="5752184"/>
                </a:lnTo>
                <a:lnTo>
                  <a:pt x="1830578" y="5748363"/>
                </a:lnTo>
                <a:close/>
              </a:path>
              <a:path w="6655434" h="6988809">
                <a:moveTo>
                  <a:pt x="1905167" y="5879334"/>
                </a:moveTo>
                <a:lnTo>
                  <a:pt x="1908105" y="5884422"/>
                </a:lnTo>
                <a:lnTo>
                  <a:pt x="1903017" y="5887360"/>
                </a:lnTo>
                <a:lnTo>
                  <a:pt x="1900079" y="5882272"/>
                </a:lnTo>
                <a:lnTo>
                  <a:pt x="1905167" y="5879334"/>
                </a:lnTo>
                <a:close/>
              </a:path>
              <a:path w="6655434" h="6988809">
                <a:moveTo>
                  <a:pt x="1979875" y="6009896"/>
                </a:moveTo>
                <a:lnTo>
                  <a:pt x="1982220" y="6013965"/>
                </a:lnTo>
                <a:lnTo>
                  <a:pt x="1978151" y="6016311"/>
                </a:lnTo>
                <a:lnTo>
                  <a:pt x="1975805" y="6012241"/>
                </a:lnTo>
                <a:lnTo>
                  <a:pt x="1979875" y="6009896"/>
                </a:lnTo>
                <a:close/>
              </a:path>
              <a:path w="6655434" h="6988809">
                <a:moveTo>
                  <a:pt x="2054576" y="6140458"/>
                </a:moveTo>
                <a:lnTo>
                  <a:pt x="2056335" y="6143508"/>
                </a:lnTo>
                <a:lnTo>
                  <a:pt x="2053285" y="6145273"/>
                </a:lnTo>
                <a:lnTo>
                  <a:pt x="2051526" y="6142217"/>
                </a:lnTo>
                <a:lnTo>
                  <a:pt x="2054576" y="6140458"/>
                </a:lnTo>
                <a:close/>
              </a:path>
              <a:path w="6655434" h="6988809">
                <a:moveTo>
                  <a:pt x="2129278" y="6271020"/>
                </a:moveTo>
                <a:lnTo>
                  <a:pt x="2130451" y="6273052"/>
                </a:lnTo>
                <a:lnTo>
                  <a:pt x="2128413" y="6274225"/>
                </a:lnTo>
                <a:lnTo>
                  <a:pt x="2127240" y="6272199"/>
                </a:lnTo>
                <a:lnTo>
                  <a:pt x="2129278" y="6271020"/>
                </a:lnTo>
                <a:close/>
              </a:path>
              <a:path w="6655434" h="6988809">
                <a:moveTo>
                  <a:pt x="2202961" y="6402174"/>
                </a:moveTo>
                <a:lnTo>
                  <a:pt x="2204327" y="6402174"/>
                </a:lnTo>
                <a:lnTo>
                  <a:pt x="2204572" y="6402601"/>
                </a:lnTo>
                <a:lnTo>
                  <a:pt x="2203207" y="6402601"/>
                </a:lnTo>
                <a:lnTo>
                  <a:pt x="2202961" y="6402174"/>
                </a:lnTo>
                <a:close/>
              </a:path>
              <a:path w="6655434" h="6988809">
                <a:moveTo>
                  <a:pt x="1551414" y="5562154"/>
                </a:moveTo>
                <a:lnTo>
                  <a:pt x="1556407" y="5570808"/>
                </a:lnTo>
                <a:lnTo>
                  <a:pt x="1547760" y="5575807"/>
                </a:lnTo>
                <a:lnTo>
                  <a:pt x="1542761" y="5567153"/>
                </a:lnTo>
                <a:lnTo>
                  <a:pt x="1551414" y="5562154"/>
                </a:lnTo>
                <a:close/>
              </a:path>
              <a:path w="6655434" h="6988809">
                <a:moveTo>
                  <a:pt x="1626116" y="5692717"/>
                </a:moveTo>
                <a:lnTo>
                  <a:pt x="1630523" y="5700351"/>
                </a:lnTo>
                <a:lnTo>
                  <a:pt x="1622894" y="5704758"/>
                </a:lnTo>
                <a:lnTo>
                  <a:pt x="1618487" y="5697123"/>
                </a:lnTo>
                <a:lnTo>
                  <a:pt x="1626116" y="5692717"/>
                </a:lnTo>
                <a:close/>
              </a:path>
              <a:path w="6655434" h="6988809">
                <a:moveTo>
                  <a:pt x="1700711" y="5823687"/>
                </a:moveTo>
                <a:lnTo>
                  <a:pt x="1704236" y="5829788"/>
                </a:lnTo>
                <a:lnTo>
                  <a:pt x="1698129" y="5833318"/>
                </a:lnTo>
                <a:lnTo>
                  <a:pt x="1694605" y="5827211"/>
                </a:lnTo>
                <a:lnTo>
                  <a:pt x="1700711" y="5823687"/>
                </a:lnTo>
                <a:close/>
              </a:path>
              <a:path w="6655434" h="6988809">
                <a:moveTo>
                  <a:pt x="1775413" y="5954249"/>
                </a:moveTo>
                <a:lnTo>
                  <a:pt x="1778351" y="5959337"/>
                </a:lnTo>
                <a:lnTo>
                  <a:pt x="1773263" y="5962275"/>
                </a:lnTo>
                <a:lnTo>
                  <a:pt x="1770325" y="5957187"/>
                </a:lnTo>
                <a:lnTo>
                  <a:pt x="1775413" y="5954249"/>
                </a:lnTo>
                <a:close/>
              </a:path>
              <a:path w="6655434" h="6988809">
                <a:moveTo>
                  <a:pt x="1850120" y="6084811"/>
                </a:moveTo>
                <a:lnTo>
                  <a:pt x="1852466" y="6088881"/>
                </a:lnTo>
                <a:lnTo>
                  <a:pt x="1848397" y="6091232"/>
                </a:lnTo>
                <a:lnTo>
                  <a:pt x="1846045" y="6087163"/>
                </a:lnTo>
                <a:lnTo>
                  <a:pt x="1850120" y="6084811"/>
                </a:lnTo>
                <a:close/>
              </a:path>
              <a:path w="6655434" h="6988809">
                <a:moveTo>
                  <a:pt x="1924817" y="6215374"/>
                </a:moveTo>
                <a:lnTo>
                  <a:pt x="1926582" y="6218430"/>
                </a:lnTo>
                <a:lnTo>
                  <a:pt x="1923525" y="6220189"/>
                </a:lnTo>
                <a:lnTo>
                  <a:pt x="1921766" y="6217139"/>
                </a:lnTo>
                <a:lnTo>
                  <a:pt x="1924817" y="6215374"/>
                </a:lnTo>
                <a:close/>
              </a:path>
              <a:path w="6655434" h="6988809">
                <a:moveTo>
                  <a:pt x="1999518" y="6345941"/>
                </a:moveTo>
                <a:lnTo>
                  <a:pt x="2000691" y="6347967"/>
                </a:lnTo>
                <a:lnTo>
                  <a:pt x="1998660" y="6349146"/>
                </a:lnTo>
                <a:lnTo>
                  <a:pt x="1997487" y="6347114"/>
                </a:lnTo>
                <a:lnTo>
                  <a:pt x="1999518" y="6345941"/>
                </a:lnTo>
                <a:close/>
              </a:path>
              <a:path w="6655434" h="6988809">
                <a:moveTo>
                  <a:pt x="1421551" y="5637478"/>
                </a:moveTo>
                <a:lnTo>
                  <a:pt x="1426249" y="5645617"/>
                </a:lnTo>
                <a:lnTo>
                  <a:pt x="1418104" y="5650320"/>
                </a:lnTo>
                <a:lnTo>
                  <a:pt x="1413401" y="5642181"/>
                </a:lnTo>
                <a:lnTo>
                  <a:pt x="1421551" y="5637478"/>
                </a:lnTo>
                <a:close/>
              </a:path>
              <a:path w="6655434" h="6988809">
                <a:moveTo>
                  <a:pt x="1496248" y="5768040"/>
                </a:moveTo>
                <a:lnTo>
                  <a:pt x="1500364" y="5775166"/>
                </a:lnTo>
                <a:lnTo>
                  <a:pt x="1493245" y="5779276"/>
                </a:lnTo>
                <a:lnTo>
                  <a:pt x="1489129" y="5772151"/>
                </a:lnTo>
                <a:lnTo>
                  <a:pt x="1496248" y="5768040"/>
                </a:lnTo>
                <a:close/>
              </a:path>
              <a:path w="6655434" h="6988809">
                <a:moveTo>
                  <a:pt x="1570949" y="5898602"/>
                </a:moveTo>
                <a:lnTo>
                  <a:pt x="1574474" y="5904709"/>
                </a:lnTo>
                <a:lnTo>
                  <a:pt x="1568373" y="5908233"/>
                </a:lnTo>
                <a:lnTo>
                  <a:pt x="1564849" y="5902127"/>
                </a:lnTo>
                <a:lnTo>
                  <a:pt x="1570949" y="5898602"/>
                </a:lnTo>
                <a:close/>
              </a:path>
              <a:path w="6655434" h="6988809">
                <a:moveTo>
                  <a:pt x="1645657" y="6029164"/>
                </a:moveTo>
                <a:lnTo>
                  <a:pt x="1648595" y="6034252"/>
                </a:lnTo>
                <a:lnTo>
                  <a:pt x="1643507" y="6037190"/>
                </a:lnTo>
                <a:lnTo>
                  <a:pt x="1640569" y="6032102"/>
                </a:lnTo>
                <a:lnTo>
                  <a:pt x="1645657" y="6029164"/>
                </a:lnTo>
                <a:close/>
              </a:path>
              <a:path w="6655434" h="6988809">
                <a:moveTo>
                  <a:pt x="1720359" y="6159727"/>
                </a:moveTo>
                <a:lnTo>
                  <a:pt x="1722704" y="6163796"/>
                </a:lnTo>
                <a:lnTo>
                  <a:pt x="1718635" y="6166147"/>
                </a:lnTo>
                <a:lnTo>
                  <a:pt x="1716284" y="6162078"/>
                </a:lnTo>
                <a:lnTo>
                  <a:pt x="1720359" y="6159727"/>
                </a:lnTo>
                <a:close/>
              </a:path>
              <a:path w="6655434" h="6988809">
                <a:moveTo>
                  <a:pt x="1795060" y="6290289"/>
                </a:moveTo>
                <a:lnTo>
                  <a:pt x="1796826" y="6293345"/>
                </a:lnTo>
                <a:lnTo>
                  <a:pt x="1793769" y="6295110"/>
                </a:lnTo>
                <a:lnTo>
                  <a:pt x="1792004" y="6292054"/>
                </a:lnTo>
                <a:lnTo>
                  <a:pt x="1795060" y="6290289"/>
                </a:lnTo>
                <a:close/>
              </a:path>
              <a:path w="6655434" h="6988809">
                <a:moveTo>
                  <a:pt x="1869762" y="6420856"/>
                </a:moveTo>
                <a:lnTo>
                  <a:pt x="1870935" y="6422888"/>
                </a:lnTo>
                <a:lnTo>
                  <a:pt x="1868904" y="6424061"/>
                </a:lnTo>
                <a:lnTo>
                  <a:pt x="1867731" y="6422029"/>
                </a:lnTo>
                <a:lnTo>
                  <a:pt x="1869762" y="6420856"/>
                </a:lnTo>
                <a:close/>
              </a:path>
              <a:path w="6655434" h="6988809">
                <a:moveTo>
                  <a:pt x="1217089" y="5581832"/>
                </a:moveTo>
                <a:lnTo>
                  <a:pt x="1222378" y="5590995"/>
                </a:lnTo>
                <a:lnTo>
                  <a:pt x="1213215" y="5596284"/>
                </a:lnTo>
                <a:lnTo>
                  <a:pt x="1207926" y="5587121"/>
                </a:lnTo>
                <a:lnTo>
                  <a:pt x="1217089" y="5581832"/>
                </a:lnTo>
                <a:close/>
              </a:path>
              <a:path w="6655434" h="6988809">
                <a:moveTo>
                  <a:pt x="1291790" y="5712394"/>
                </a:moveTo>
                <a:lnTo>
                  <a:pt x="1296487" y="5720532"/>
                </a:lnTo>
                <a:lnTo>
                  <a:pt x="1288349" y="5725235"/>
                </a:lnTo>
                <a:lnTo>
                  <a:pt x="1283646" y="5717096"/>
                </a:lnTo>
                <a:lnTo>
                  <a:pt x="1291790" y="5712394"/>
                </a:lnTo>
                <a:close/>
              </a:path>
              <a:path w="6655434" h="6988809">
                <a:moveTo>
                  <a:pt x="1366492" y="5842956"/>
                </a:moveTo>
                <a:lnTo>
                  <a:pt x="1370609" y="5850081"/>
                </a:lnTo>
                <a:lnTo>
                  <a:pt x="1363483" y="5854198"/>
                </a:lnTo>
                <a:lnTo>
                  <a:pt x="1359367" y="5847072"/>
                </a:lnTo>
                <a:lnTo>
                  <a:pt x="1366492" y="5842956"/>
                </a:lnTo>
                <a:close/>
              </a:path>
              <a:path w="6655434" h="6988809">
                <a:moveTo>
                  <a:pt x="1441088" y="5973920"/>
                </a:moveTo>
                <a:lnTo>
                  <a:pt x="1444321" y="5979518"/>
                </a:lnTo>
                <a:lnTo>
                  <a:pt x="1438724" y="5982752"/>
                </a:lnTo>
                <a:lnTo>
                  <a:pt x="1435490" y="5977149"/>
                </a:lnTo>
                <a:lnTo>
                  <a:pt x="1441088" y="5973920"/>
                </a:lnTo>
                <a:close/>
              </a:path>
              <a:path w="6655434" h="6988809">
                <a:moveTo>
                  <a:pt x="1515789" y="6104482"/>
                </a:moveTo>
                <a:lnTo>
                  <a:pt x="1518431" y="6109061"/>
                </a:lnTo>
                <a:lnTo>
                  <a:pt x="1513852" y="6111709"/>
                </a:lnTo>
                <a:lnTo>
                  <a:pt x="1511210" y="6107124"/>
                </a:lnTo>
                <a:lnTo>
                  <a:pt x="1515789" y="6104482"/>
                </a:lnTo>
                <a:close/>
              </a:path>
              <a:path w="6655434" h="6988809">
                <a:moveTo>
                  <a:pt x="1590485" y="6235044"/>
                </a:moveTo>
                <a:lnTo>
                  <a:pt x="1592547" y="6238610"/>
                </a:lnTo>
                <a:lnTo>
                  <a:pt x="1588987" y="6240666"/>
                </a:lnTo>
                <a:lnTo>
                  <a:pt x="1586925" y="6237100"/>
                </a:lnTo>
                <a:lnTo>
                  <a:pt x="1590485" y="6235044"/>
                </a:lnTo>
                <a:close/>
              </a:path>
              <a:path w="6655434" h="6988809">
                <a:moveTo>
                  <a:pt x="1665193" y="6365606"/>
                </a:moveTo>
                <a:lnTo>
                  <a:pt x="1666662" y="6368153"/>
                </a:lnTo>
                <a:lnTo>
                  <a:pt x="1664115" y="6369622"/>
                </a:lnTo>
                <a:lnTo>
                  <a:pt x="1662646" y="6367075"/>
                </a:lnTo>
                <a:lnTo>
                  <a:pt x="1665193" y="6365606"/>
                </a:lnTo>
                <a:close/>
              </a:path>
              <a:path w="6655434" h="6988809">
                <a:moveTo>
                  <a:pt x="1739894" y="6496168"/>
                </a:moveTo>
                <a:lnTo>
                  <a:pt x="1740777" y="6497702"/>
                </a:lnTo>
                <a:lnTo>
                  <a:pt x="1739249" y="6498585"/>
                </a:lnTo>
                <a:lnTo>
                  <a:pt x="1738366" y="6497051"/>
                </a:lnTo>
                <a:lnTo>
                  <a:pt x="1739894" y="6496168"/>
                </a:lnTo>
                <a:close/>
              </a:path>
              <a:path w="6655434" h="6988809">
                <a:moveTo>
                  <a:pt x="1087328" y="5656747"/>
                </a:moveTo>
                <a:lnTo>
                  <a:pt x="1092617" y="5665910"/>
                </a:lnTo>
                <a:lnTo>
                  <a:pt x="1083460" y="5671199"/>
                </a:lnTo>
                <a:lnTo>
                  <a:pt x="1078171" y="5662036"/>
                </a:lnTo>
                <a:lnTo>
                  <a:pt x="1087328" y="5656747"/>
                </a:lnTo>
                <a:close/>
              </a:path>
              <a:path w="6655434" h="6988809">
                <a:moveTo>
                  <a:pt x="1162030" y="5787315"/>
                </a:moveTo>
                <a:lnTo>
                  <a:pt x="1166733" y="5795453"/>
                </a:lnTo>
                <a:lnTo>
                  <a:pt x="1158588" y="5800150"/>
                </a:lnTo>
                <a:lnTo>
                  <a:pt x="1153891" y="5792012"/>
                </a:lnTo>
                <a:lnTo>
                  <a:pt x="1162030" y="5787315"/>
                </a:lnTo>
                <a:close/>
              </a:path>
              <a:path w="6655434" h="6988809">
                <a:moveTo>
                  <a:pt x="1236731" y="5917877"/>
                </a:moveTo>
                <a:lnTo>
                  <a:pt x="1240848" y="5925002"/>
                </a:lnTo>
                <a:lnTo>
                  <a:pt x="1233722" y="5929112"/>
                </a:lnTo>
                <a:lnTo>
                  <a:pt x="1229605" y="5921987"/>
                </a:lnTo>
                <a:lnTo>
                  <a:pt x="1236731" y="5917877"/>
                </a:lnTo>
                <a:close/>
              </a:path>
              <a:path w="6655434" h="6988809">
                <a:moveTo>
                  <a:pt x="1311326" y="6048835"/>
                </a:moveTo>
                <a:lnTo>
                  <a:pt x="1314560" y="6054439"/>
                </a:lnTo>
                <a:lnTo>
                  <a:pt x="1308963" y="6057667"/>
                </a:lnTo>
                <a:lnTo>
                  <a:pt x="1305729" y="6052069"/>
                </a:lnTo>
                <a:lnTo>
                  <a:pt x="1311326" y="6048835"/>
                </a:lnTo>
                <a:close/>
              </a:path>
              <a:path w="6655434" h="6988809">
                <a:moveTo>
                  <a:pt x="1386028" y="6179398"/>
                </a:moveTo>
                <a:lnTo>
                  <a:pt x="1388675" y="6183982"/>
                </a:lnTo>
                <a:lnTo>
                  <a:pt x="1384091" y="6186624"/>
                </a:lnTo>
                <a:lnTo>
                  <a:pt x="1381449" y="6182045"/>
                </a:lnTo>
                <a:lnTo>
                  <a:pt x="1386028" y="6179398"/>
                </a:lnTo>
                <a:close/>
              </a:path>
              <a:path w="6655434" h="6988809">
                <a:moveTo>
                  <a:pt x="1460730" y="6309960"/>
                </a:moveTo>
                <a:lnTo>
                  <a:pt x="1462791" y="6313525"/>
                </a:lnTo>
                <a:lnTo>
                  <a:pt x="1459226" y="6315587"/>
                </a:lnTo>
                <a:lnTo>
                  <a:pt x="1457164" y="6312021"/>
                </a:lnTo>
                <a:lnTo>
                  <a:pt x="1460730" y="6309960"/>
                </a:lnTo>
                <a:close/>
              </a:path>
              <a:path w="6655434" h="6988809">
                <a:moveTo>
                  <a:pt x="1535431" y="6440527"/>
                </a:moveTo>
                <a:lnTo>
                  <a:pt x="1536901" y="6443068"/>
                </a:lnTo>
                <a:lnTo>
                  <a:pt x="1534354" y="6444537"/>
                </a:lnTo>
                <a:lnTo>
                  <a:pt x="1532885" y="6441996"/>
                </a:lnTo>
                <a:lnTo>
                  <a:pt x="1535431" y="6440527"/>
                </a:lnTo>
                <a:close/>
              </a:path>
              <a:path w="6655434" h="6988809">
                <a:moveTo>
                  <a:pt x="1610133" y="6571089"/>
                </a:moveTo>
                <a:lnTo>
                  <a:pt x="1611016" y="6572618"/>
                </a:lnTo>
                <a:lnTo>
                  <a:pt x="1609493" y="6573500"/>
                </a:lnTo>
                <a:lnTo>
                  <a:pt x="1608611" y="6571966"/>
                </a:lnTo>
                <a:lnTo>
                  <a:pt x="1610133" y="6571089"/>
                </a:lnTo>
                <a:close/>
              </a:path>
              <a:path w="6655434" h="6988809">
                <a:moveTo>
                  <a:pt x="882871" y="5601099"/>
                </a:moveTo>
                <a:lnTo>
                  <a:pt x="888746" y="5611281"/>
                </a:lnTo>
                <a:lnTo>
                  <a:pt x="878564" y="5617157"/>
                </a:lnTo>
                <a:lnTo>
                  <a:pt x="872689" y="5606975"/>
                </a:lnTo>
                <a:lnTo>
                  <a:pt x="882871" y="5601099"/>
                </a:lnTo>
                <a:close/>
              </a:path>
              <a:path w="6655434" h="6988809">
                <a:moveTo>
                  <a:pt x="957459" y="5732064"/>
                </a:moveTo>
                <a:lnTo>
                  <a:pt x="962452" y="5740718"/>
                </a:lnTo>
                <a:lnTo>
                  <a:pt x="953799" y="5745711"/>
                </a:lnTo>
                <a:lnTo>
                  <a:pt x="948806" y="5737057"/>
                </a:lnTo>
                <a:lnTo>
                  <a:pt x="957459" y="5732064"/>
                </a:lnTo>
                <a:close/>
              </a:path>
              <a:path w="6655434" h="6988809">
                <a:moveTo>
                  <a:pt x="1032161" y="5862626"/>
                </a:moveTo>
                <a:lnTo>
                  <a:pt x="1036568" y="5870261"/>
                </a:lnTo>
                <a:lnTo>
                  <a:pt x="1028939" y="5874668"/>
                </a:lnTo>
                <a:lnTo>
                  <a:pt x="1024532" y="5867033"/>
                </a:lnTo>
                <a:lnTo>
                  <a:pt x="1032161" y="5862626"/>
                </a:lnTo>
                <a:close/>
              </a:path>
              <a:path w="6655434" h="6988809">
                <a:moveTo>
                  <a:pt x="1106969" y="5992791"/>
                </a:moveTo>
                <a:lnTo>
                  <a:pt x="1111086" y="5999916"/>
                </a:lnTo>
                <a:lnTo>
                  <a:pt x="1103960" y="6004033"/>
                </a:lnTo>
                <a:lnTo>
                  <a:pt x="1099849" y="5996908"/>
                </a:lnTo>
                <a:lnTo>
                  <a:pt x="1106969" y="5992791"/>
                </a:lnTo>
                <a:close/>
              </a:path>
              <a:path w="6655434" h="6988809">
                <a:moveTo>
                  <a:pt x="1181564" y="6123756"/>
                </a:moveTo>
                <a:lnTo>
                  <a:pt x="1184798" y="6129353"/>
                </a:lnTo>
                <a:lnTo>
                  <a:pt x="1179201" y="6132587"/>
                </a:lnTo>
                <a:lnTo>
                  <a:pt x="1175967" y="6126984"/>
                </a:lnTo>
                <a:lnTo>
                  <a:pt x="1181564" y="6123756"/>
                </a:lnTo>
                <a:close/>
              </a:path>
              <a:path w="6655434" h="6988809">
                <a:moveTo>
                  <a:pt x="1256266" y="6254318"/>
                </a:moveTo>
                <a:lnTo>
                  <a:pt x="1258914" y="6258896"/>
                </a:lnTo>
                <a:lnTo>
                  <a:pt x="1254329" y="6261544"/>
                </a:lnTo>
                <a:lnTo>
                  <a:pt x="1251687" y="6256960"/>
                </a:lnTo>
                <a:lnTo>
                  <a:pt x="1256266" y="6254318"/>
                </a:lnTo>
                <a:close/>
              </a:path>
              <a:path w="6655434" h="6988809">
                <a:moveTo>
                  <a:pt x="1330968" y="6384880"/>
                </a:moveTo>
                <a:lnTo>
                  <a:pt x="1333029" y="6388445"/>
                </a:lnTo>
                <a:lnTo>
                  <a:pt x="1329464" y="6390501"/>
                </a:lnTo>
                <a:lnTo>
                  <a:pt x="1327409" y="6386935"/>
                </a:lnTo>
                <a:lnTo>
                  <a:pt x="1330968" y="6384880"/>
                </a:lnTo>
                <a:close/>
              </a:path>
              <a:path w="6655434" h="6988809">
                <a:moveTo>
                  <a:pt x="1405675" y="6515442"/>
                </a:moveTo>
                <a:lnTo>
                  <a:pt x="1407144" y="6517983"/>
                </a:lnTo>
                <a:lnTo>
                  <a:pt x="1404598" y="6519452"/>
                </a:lnTo>
                <a:lnTo>
                  <a:pt x="1403129" y="6516911"/>
                </a:lnTo>
                <a:lnTo>
                  <a:pt x="1405675" y="6515442"/>
                </a:lnTo>
                <a:close/>
              </a:path>
              <a:path w="6655434" h="6988809">
                <a:moveTo>
                  <a:pt x="1480371" y="6646004"/>
                </a:moveTo>
                <a:lnTo>
                  <a:pt x="1481254" y="6647538"/>
                </a:lnTo>
                <a:lnTo>
                  <a:pt x="1479731" y="6648414"/>
                </a:lnTo>
                <a:lnTo>
                  <a:pt x="1478849" y="6646886"/>
                </a:lnTo>
                <a:lnTo>
                  <a:pt x="1480371" y="6646004"/>
                </a:lnTo>
                <a:close/>
              </a:path>
              <a:path w="6655434" h="6988809">
                <a:moveTo>
                  <a:pt x="678513" y="5545055"/>
                </a:moveTo>
                <a:lnTo>
                  <a:pt x="685272" y="5556758"/>
                </a:lnTo>
                <a:lnTo>
                  <a:pt x="673562" y="5563517"/>
                </a:lnTo>
                <a:lnTo>
                  <a:pt x="666804" y="5551813"/>
                </a:lnTo>
                <a:lnTo>
                  <a:pt x="678513" y="5545055"/>
                </a:lnTo>
                <a:close/>
              </a:path>
              <a:path w="6655434" h="6988809">
                <a:moveTo>
                  <a:pt x="753109" y="5676019"/>
                </a:moveTo>
                <a:lnTo>
                  <a:pt x="758984" y="5686195"/>
                </a:lnTo>
                <a:lnTo>
                  <a:pt x="748802" y="5692071"/>
                </a:lnTo>
                <a:lnTo>
                  <a:pt x="742927" y="5681895"/>
                </a:lnTo>
                <a:lnTo>
                  <a:pt x="753109" y="5676019"/>
                </a:lnTo>
                <a:close/>
              </a:path>
              <a:path w="6655434" h="6988809">
                <a:moveTo>
                  <a:pt x="827698" y="5806978"/>
                </a:moveTo>
                <a:lnTo>
                  <a:pt x="832697" y="5815632"/>
                </a:lnTo>
                <a:lnTo>
                  <a:pt x="824049" y="5820625"/>
                </a:lnTo>
                <a:lnTo>
                  <a:pt x="819050" y="5811971"/>
                </a:lnTo>
                <a:lnTo>
                  <a:pt x="827698" y="5806978"/>
                </a:lnTo>
                <a:close/>
              </a:path>
              <a:path w="6655434" h="6988809">
                <a:moveTo>
                  <a:pt x="902399" y="5937540"/>
                </a:moveTo>
                <a:lnTo>
                  <a:pt x="906806" y="5945175"/>
                </a:lnTo>
                <a:lnTo>
                  <a:pt x="899177" y="5949582"/>
                </a:lnTo>
                <a:lnTo>
                  <a:pt x="894770" y="5941947"/>
                </a:lnTo>
                <a:lnTo>
                  <a:pt x="902399" y="5937540"/>
                </a:lnTo>
                <a:close/>
              </a:path>
              <a:path w="6655434" h="6988809">
                <a:moveTo>
                  <a:pt x="977107" y="6068108"/>
                </a:moveTo>
                <a:lnTo>
                  <a:pt x="980927" y="6074724"/>
                </a:lnTo>
                <a:lnTo>
                  <a:pt x="974305" y="6078544"/>
                </a:lnTo>
                <a:lnTo>
                  <a:pt x="970485" y="6071928"/>
                </a:lnTo>
                <a:lnTo>
                  <a:pt x="977107" y="6068108"/>
                </a:lnTo>
                <a:close/>
              </a:path>
              <a:path w="6655434" h="6988809">
                <a:moveTo>
                  <a:pt x="1051702" y="6199073"/>
                </a:moveTo>
                <a:lnTo>
                  <a:pt x="1054640" y="6204160"/>
                </a:lnTo>
                <a:lnTo>
                  <a:pt x="1049552" y="6207098"/>
                </a:lnTo>
                <a:lnTo>
                  <a:pt x="1046614" y="6202010"/>
                </a:lnTo>
                <a:lnTo>
                  <a:pt x="1051702" y="6199073"/>
                </a:lnTo>
                <a:close/>
              </a:path>
              <a:path w="6655434" h="6988809">
                <a:moveTo>
                  <a:pt x="1126404" y="6329635"/>
                </a:moveTo>
                <a:lnTo>
                  <a:pt x="1128755" y="6333710"/>
                </a:lnTo>
                <a:lnTo>
                  <a:pt x="1124680" y="6336061"/>
                </a:lnTo>
                <a:lnTo>
                  <a:pt x="1122329" y="6331986"/>
                </a:lnTo>
                <a:lnTo>
                  <a:pt x="1126404" y="6329635"/>
                </a:lnTo>
                <a:close/>
              </a:path>
              <a:path w="6655434" h="6988809">
                <a:moveTo>
                  <a:pt x="1201100" y="6460203"/>
                </a:moveTo>
                <a:lnTo>
                  <a:pt x="1202865" y="6463253"/>
                </a:lnTo>
                <a:lnTo>
                  <a:pt x="1199814" y="6465012"/>
                </a:lnTo>
                <a:lnTo>
                  <a:pt x="1198049" y="6461962"/>
                </a:lnTo>
                <a:lnTo>
                  <a:pt x="1201100" y="6460203"/>
                </a:lnTo>
                <a:close/>
              </a:path>
              <a:path w="6655434" h="6988809">
                <a:moveTo>
                  <a:pt x="1275807" y="6590764"/>
                </a:moveTo>
                <a:lnTo>
                  <a:pt x="1276980" y="6592802"/>
                </a:lnTo>
                <a:lnTo>
                  <a:pt x="1274942" y="6593975"/>
                </a:lnTo>
                <a:lnTo>
                  <a:pt x="1273769" y="6591937"/>
                </a:lnTo>
                <a:lnTo>
                  <a:pt x="1275807" y="6590764"/>
                </a:lnTo>
                <a:close/>
              </a:path>
              <a:path w="6655434" h="6988809">
                <a:moveTo>
                  <a:pt x="1349490" y="6721913"/>
                </a:moveTo>
                <a:lnTo>
                  <a:pt x="1350848" y="6721913"/>
                </a:lnTo>
                <a:lnTo>
                  <a:pt x="1351095" y="6722339"/>
                </a:lnTo>
                <a:lnTo>
                  <a:pt x="1349737" y="6722339"/>
                </a:lnTo>
                <a:lnTo>
                  <a:pt x="1349490" y="6721913"/>
                </a:lnTo>
                <a:close/>
              </a:path>
              <a:path w="6655434" h="6988809">
                <a:moveTo>
                  <a:pt x="548646" y="5620372"/>
                </a:moveTo>
                <a:lnTo>
                  <a:pt x="555108" y="5631566"/>
                </a:lnTo>
                <a:lnTo>
                  <a:pt x="543913" y="5638028"/>
                </a:lnTo>
                <a:lnTo>
                  <a:pt x="537451" y="5626834"/>
                </a:lnTo>
                <a:lnTo>
                  <a:pt x="548646" y="5620372"/>
                </a:lnTo>
                <a:close/>
              </a:path>
              <a:path w="6655434" h="6988809">
                <a:moveTo>
                  <a:pt x="623241" y="5751336"/>
                </a:moveTo>
                <a:lnTo>
                  <a:pt x="628821" y="5761003"/>
                </a:lnTo>
                <a:lnTo>
                  <a:pt x="619154" y="5766582"/>
                </a:lnTo>
                <a:lnTo>
                  <a:pt x="613574" y="5756922"/>
                </a:lnTo>
                <a:lnTo>
                  <a:pt x="623241" y="5751336"/>
                </a:lnTo>
                <a:close/>
              </a:path>
              <a:path w="6655434" h="6988809">
                <a:moveTo>
                  <a:pt x="697937" y="5881898"/>
                </a:moveTo>
                <a:lnTo>
                  <a:pt x="702936" y="5890552"/>
                </a:lnTo>
                <a:lnTo>
                  <a:pt x="694289" y="5895545"/>
                </a:lnTo>
                <a:lnTo>
                  <a:pt x="689289" y="5886892"/>
                </a:lnTo>
                <a:lnTo>
                  <a:pt x="697937" y="5881898"/>
                </a:lnTo>
                <a:close/>
              </a:path>
              <a:path w="6655434" h="6988809">
                <a:moveTo>
                  <a:pt x="772644" y="6012460"/>
                </a:moveTo>
                <a:lnTo>
                  <a:pt x="777051" y="6020095"/>
                </a:lnTo>
                <a:lnTo>
                  <a:pt x="769417" y="6024502"/>
                </a:lnTo>
                <a:lnTo>
                  <a:pt x="765010" y="6016867"/>
                </a:lnTo>
                <a:lnTo>
                  <a:pt x="772644" y="6012460"/>
                </a:lnTo>
                <a:close/>
              </a:path>
              <a:path w="6655434" h="6988809">
                <a:moveTo>
                  <a:pt x="847240" y="6143425"/>
                </a:moveTo>
                <a:lnTo>
                  <a:pt x="850764" y="6149532"/>
                </a:lnTo>
                <a:lnTo>
                  <a:pt x="844658" y="6153056"/>
                </a:lnTo>
                <a:lnTo>
                  <a:pt x="841133" y="6146949"/>
                </a:lnTo>
                <a:lnTo>
                  <a:pt x="847240" y="6143425"/>
                </a:lnTo>
                <a:close/>
              </a:path>
              <a:path w="6655434" h="6988809">
                <a:moveTo>
                  <a:pt x="921941" y="6273987"/>
                </a:moveTo>
                <a:lnTo>
                  <a:pt x="924879" y="6279081"/>
                </a:lnTo>
                <a:lnTo>
                  <a:pt x="919791" y="6282019"/>
                </a:lnTo>
                <a:lnTo>
                  <a:pt x="916853" y="6276925"/>
                </a:lnTo>
                <a:lnTo>
                  <a:pt x="921941" y="6273987"/>
                </a:lnTo>
                <a:close/>
              </a:path>
              <a:path w="6655434" h="6988809">
                <a:moveTo>
                  <a:pt x="996643" y="6404555"/>
                </a:moveTo>
                <a:lnTo>
                  <a:pt x="998994" y="6408624"/>
                </a:lnTo>
                <a:lnTo>
                  <a:pt x="994919" y="6410976"/>
                </a:lnTo>
                <a:lnTo>
                  <a:pt x="992568" y="6406906"/>
                </a:lnTo>
                <a:lnTo>
                  <a:pt x="996643" y="6404555"/>
                </a:lnTo>
                <a:close/>
              </a:path>
              <a:path w="6655434" h="6988809">
                <a:moveTo>
                  <a:pt x="1071345" y="6535117"/>
                </a:moveTo>
                <a:lnTo>
                  <a:pt x="1073110" y="6538167"/>
                </a:lnTo>
                <a:lnTo>
                  <a:pt x="1070054" y="6539932"/>
                </a:lnTo>
                <a:lnTo>
                  <a:pt x="1068288" y="6536882"/>
                </a:lnTo>
                <a:lnTo>
                  <a:pt x="1071345" y="6535117"/>
                </a:lnTo>
                <a:close/>
              </a:path>
              <a:path w="6655434" h="6988809">
                <a:moveTo>
                  <a:pt x="1146052" y="6665679"/>
                </a:moveTo>
                <a:lnTo>
                  <a:pt x="1147225" y="6667716"/>
                </a:lnTo>
                <a:lnTo>
                  <a:pt x="1145187" y="6668889"/>
                </a:lnTo>
                <a:lnTo>
                  <a:pt x="1144014" y="6666852"/>
                </a:lnTo>
                <a:lnTo>
                  <a:pt x="1146052" y="6665679"/>
                </a:lnTo>
                <a:close/>
              </a:path>
              <a:path w="6655434" h="6988809">
                <a:moveTo>
                  <a:pt x="1219729" y="6796827"/>
                </a:moveTo>
                <a:lnTo>
                  <a:pt x="1221086" y="6796827"/>
                </a:lnTo>
                <a:lnTo>
                  <a:pt x="1221335" y="6797260"/>
                </a:lnTo>
                <a:lnTo>
                  <a:pt x="1219978" y="6797260"/>
                </a:lnTo>
                <a:lnTo>
                  <a:pt x="1219729" y="6796827"/>
                </a:lnTo>
                <a:close/>
              </a:path>
              <a:path w="6655434" h="6988809">
                <a:moveTo>
                  <a:pt x="344290" y="5564322"/>
                </a:moveTo>
                <a:lnTo>
                  <a:pt x="351635" y="5577044"/>
                </a:lnTo>
                <a:lnTo>
                  <a:pt x="338912" y="5584389"/>
                </a:lnTo>
                <a:lnTo>
                  <a:pt x="331567" y="5571666"/>
                </a:lnTo>
                <a:lnTo>
                  <a:pt x="344290" y="5564322"/>
                </a:lnTo>
                <a:close/>
              </a:path>
              <a:path w="6655434" h="6988809">
                <a:moveTo>
                  <a:pt x="418778" y="5695695"/>
                </a:moveTo>
                <a:lnTo>
                  <a:pt x="424950" y="5706380"/>
                </a:lnTo>
                <a:lnTo>
                  <a:pt x="414265" y="5712546"/>
                </a:lnTo>
                <a:lnTo>
                  <a:pt x="408093" y="5701861"/>
                </a:lnTo>
                <a:lnTo>
                  <a:pt x="418778" y="5695695"/>
                </a:lnTo>
                <a:close/>
              </a:path>
              <a:path w="6655434" h="6988809">
                <a:moveTo>
                  <a:pt x="493373" y="5826654"/>
                </a:moveTo>
                <a:lnTo>
                  <a:pt x="498662" y="5835817"/>
                </a:lnTo>
                <a:lnTo>
                  <a:pt x="489505" y="5841100"/>
                </a:lnTo>
                <a:lnTo>
                  <a:pt x="484216" y="5831943"/>
                </a:lnTo>
                <a:lnTo>
                  <a:pt x="493373" y="5826654"/>
                </a:lnTo>
                <a:close/>
              </a:path>
              <a:path w="6655434" h="6988809">
                <a:moveTo>
                  <a:pt x="568076" y="5957216"/>
                </a:moveTo>
                <a:lnTo>
                  <a:pt x="572778" y="5965360"/>
                </a:lnTo>
                <a:lnTo>
                  <a:pt x="564634" y="5970057"/>
                </a:lnTo>
                <a:lnTo>
                  <a:pt x="559937" y="5961919"/>
                </a:lnTo>
                <a:lnTo>
                  <a:pt x="568076" y="5957216"/>
                </a:lnTo>
                <a:close/>
              </a:path>
              <a:path w="6655434" h="6988809">
                <a:moveTo>
                  <a:pt x="642777" y="6087778"/>
                </a:moveTo>
                <a:lnTo>
                  <a:pt x="646893" y="6094903"/>
                </a:lnTo>
                <a:lnTo>
                  <a:pt x="639768" y="6099020"/>
                </a:lnTo>
                <a:lnTo>
                  <a:pt x="635651" y="6091895"/>
                </a:lnTo>
                <a:lnTo>
                  <a:pt x="642777" y="6087778"/>
                </a:lnTo>
                <a:close/>
              </a:path>
              <a:path w="6655434" h="6988809">
                <a:moveTo>
                  <a:pt x="717372" y="6218749"/>
                </a:moveTo>
                <a:lnTo>
                  <a:pt x="720606" y="6224346"/>
                </a:lnTo>
                <a:lnTo>
                  <a:pt x="715009" y="6227574"/>
                </a:lnTo>
                <a:lnTo>
                  <a:pt x="711775" y="6221977"/>
                </a:lnTo>
                <a:lnTo>
                  <a:pt x="717372" y="6218749"/>
                </a:lnTo>
                <a:close/>
              </a:path>
              <a:path w="6655434" h="6988809">
                <a:moveTo>
                  <a:pt x="792079" y="6349311"/>
                </a:moveTo>
                <a:lnTo>
                  <a:pt x="794721" y="6353883"/>
                </a:lnTo>
                <a:lnTo>
                  <a:pt x="790136" y="6356531"/>
                </a:lnTo>
                <a:lnTo>
                  <a:pt x="787495" y="6351952"/>
                </a:lnTo>
                <a:lnTo>
                  <a:pt x="792079" y="6349311"/>
                </a:lnTo>
                <a:close/>
              </a:path>
              <a:path w="6655434" h="6988809">
                <a:moveTo>
                  <a:pt x="866781" y="6479873"/>
                </a:moveTo>
                <a:lnTo>
                  <a:pt x="868836" y="6483432"/>
                </a:lnTo>
                <a:lnTo>
                  <a:pt x="865271" y="6485488"/>
                </a:lnTo>
                <a:lnTo>
                  <a:pt x="863216" y="6481928"/>
                </a:lnTo>
                <a:lnTo>
                  <a:pt x="866781" y="6479873"/>
                </a:lnTo>
                <a:close/>
              </a:path>
              <a:path w="6655434" h="6988809">
                <a:moveTo>
                  <a:pt x="941477" y="6610435"/>
                </a:moveTo>
                <a:lnTo>
                  <a:pt x="942946" y="6612982"/>
                </a:lnTo>
                <a:lnTo>
                  <a:pt x="940405" y="6614451"/>
                </a:lnTo>
                <a:lnTo>
                  <a:pt x="938936" y="6611904"/>
                </a:lnTo>
                <a:lnTo>
                  <a:pt x="941477" y="6610435"/>
                </a:lnTo>
                <a:close/>
              </a:path>
              <a:path w="6655434" h="6988809">
                <a:moveTo>
                  <a:pt x="1016179" y="6740997"/>
                </a:moveTo>
                <a:lnTo>
                  <a:pt x="1017061" y="6742525"/>
                </a:lnTo>
                <a:lnTo>
                  <a:pt x="1015539" y="6743401"/>
                </a:lnTo>
                <a:lnTo>
                  <a:pt x="1014656" y="6741873"/>
                </a:lnTo>
                <a:lnTo>
                  <a:pt x="1016179" y="6740997"/>
                </a:lnTo>
                <a:close/>
              </a:path>
              <a:path w="6655434" h="6988809">
                <a:moveTo>
                  <a:pt x="214422" y="5639646"/>
                </a:moveTo>
                <a:lnTo>
                  <a:pt x="221476" y="5651859"/>
                </a:lnTo>
                <a:lnTo>
                  <a:pt x="209263" y="5658907"/>
                </a:lnTo>
                <a:lnTo>
                  <a:pt x="202208" y="5646694"/>
                </a:lnTo>
                <a:lnTo>
                  <a:pt x="214422" y="5639646"/>
                </a:lnTo>
                <a:close/>
              </a:path>
              <a:path w="6655434" h="6988809">
                <a:moveTo>
                  <a:pt x="288916" y="5771007"/>
                </a:moveTo>
                <a:lnTo>
                  <a:pt x="294791" y="5781183"/>
                </a:lnTo>
                <a:lnTo>
                  <a:pt x="284609" y="5787059"/>
                </a:lnTo>
                <a:lnTo>
                  <a:pt x="278734" y="5776883"/>
                </a:lnTo>
                <a:lnTo>
                  <a:pt x="288916" y="5771007"/>
                </a:lnTo>
                <a:close/>
              </a:path>
              <a:path w="6655434" h="6988809">
                <a:moveTo>
                  <a:pt x="363505" y="5901972"/>
                </a:moveTo>
                <a:lnTo>
                  <a:pt x="368497" y="5910625"/>
                </a:lnTo>
                <a:lnTo>
                  <a:pt x="359844" y="5915618"/>
                </a:lnTo>
                <a:lnTo>
                  <a:pt x="354851" y="5906971"/>
                </a:lnTo>
                <a:lnTo>
                  <a:pt x="363505" y="5901972"/>
                </a:lnTo>
                <a:close/>
              </a:path>
              <a:path w="6655434" h="6988809">
                <a:moveTo>
                  <a:pt x="438313" y="6032137"/>
                </a:moveTo>
                <a:lnTo>
                  <a:pt x="443016" y="6040275"/>
                </a:lnTo>
                <a:lnTo>
                  <a:pt x="434872" y="6044978"/>
                </a:lnTo>
                <a:lnTo>
                  <a:pt x="430175" y="6036834"/>
                </a:lnTo>
                <a:lnTo>
                  <a:pt x="438313" y="6032137"/>
                </a:lnTo>
                <a:close/>
              </a:path>
              <a:path w="6655434" h="6988809">
                <a:moveTo>
                  <a:pt x="513014" y="6162699"/>
                </a:moveTo>
                <a:lnTo>
                  <a:pt x="517131" y="6169824"/>
                </a:lnTo>
                <a:lnTo>
                  <a:pt x="510005" y="6173935"/>
                </a:lnTo>
                <a:lnTo>
                  <a:pt x="505894" y="6166809"/>
                </a:lnTo>
                <a:lnTo>
                  <a:pt x="513014" y="6162699"/>
                </a:lnTo>
                <a:close/>
              </a:path>
              <a:path w="6655434" h="6988809">
                <a:moveTo>
                  <a:pt x="587610" y="6293663"/>
                </a:moveTo>
                <a:lnTo>
                  <a:pt x="590844" y="6299261"/>
                </a:lnTo>
                <a:lnTo>
                  <a:pt x="585246" y="6302495"/>
                </a:lnTo>
                <a:lnTo>
                  <a:pt x="582018" y="6296897"/>
                </a:lnTo>
                <a:lnTo>
                  <a:pt x="587610" y="6293663"/>
                </a:lnTo>
                <a:close/>
              </a:path>
              <a:path w="6655434" h="6988809">
                <a:moveTo>
                  <a:pt x="662317" y="6424225"/>
                </a:moveTo>
                <a:lnTo>
                  <a:pt x="664959" y="6428804"/>
                </a:lnTo>
                <a:lnTo>
                  <a:pt x="660374" y="6431445"/>
                </a:lnTo>
                <a:lnTo>
                  <a:pt x="657732" y="6426873"/>
                </a:lnTo>
                <a:lnTo>
                  <a:pt x="662317" y="6424225"/>
                </a:lnTo>
                <a:close/>
              </a:path>
              <a:path w="6655434" h="6988809">
                <a:moveTo>
                  <a:pt x="737019" y="6554787"/>
                </a:moveTo>
                <a:lnTo>
                  <a:pt x="739074" y="6558347"/>
                </a:lnTo>
                <a:lnTo>
                  <a:pt x="735508" y="6560408"/>
                </a:lnTo>
                <a:lnTo>
                  <a:pt x="733453" y="6556848"/>
                </a:lnTo>
                <a:lnTo>
                  <a:pt x="737019" y="6554787"/>
                </a:lnTo>
                <a:close/>
              </a:path>
              <a:path w="6655434" h="6988809">
                <a:moveTo>
                  <a:pt x="811720" y="6685349"/>
                </a:moveTo>
                <a:lnTo>
                  <a:pt x="813190" y="6687896"/>
                </a:lnTo>
                <a:lnTo>
                  <a:pt x="810649" y="6689365"/>
                </a:lnTo>
                <a:lnTo>
                  <a:pt x="809179" y="6686818"/>
                </a:lnTo>
                <a:lnTo>
                  <a:pt x="811720" y="6685349"/>
                </a:lnTo>
                <a:close/>
              </a:path>
              <a:path w="6655434" h="6988809">
                <a:moveTo>
                  <a:pt x="886416" y="6815911"/>
                </a:moveTo>
                <a:lnTo>
                  <a:pt x="887299" y="6817439"/>
                </a:lnTo>
                <a:lnTo>
                  <a:pt x="885777" y="6818322"/>
                </a:lnTo>
                <a:lnTo>
                  <a:pt x="884894" y="6816794"/>
                </a:lnTo>
                <a:lnTo>
                  <a:pt x="886416" y="6815911"/>
                </a:lnTo>
                <a:close/>
              </a:path>
              <a:path w="6655434" h="6988809">
                <a:moveTo>
                  <a:pt x="9959" y="5583998"/>
                </a:moveTo>
                <a:lnTo>
                  <a:pt x="17642" y="5597304"/>
                </a:lnTo>
                <a:lnTo>
                  <a:pt x="17471" y="5597304"/>
                </a:lnTo>
                <a:lnTo>
                  <a:pt x="4367" y="5604865"/>
                </a:lnTo>
                <a:lnTo>
                  <a:pt x="3" y="5597304"/>
                </a:lnTo>
                <a:lnTo>
                  <a:pt x="3" y="5589750"/>
                </a:lnTo>
                <a:lnTo>
                  <a:pt x="9959" y="5583998"/>
                </a:lnTo>
                <a:close/>
              </a:path>
              <a:path w="6655434" h="6988809">
                <a:moveTo>
                  <a:pt x="84559" y="5714963"/>
                </a:moveTo>
                <a:lnTo>
                  <a:pt x="91317" y="5726661"/>
                </a:lnTo>
                <a:lnTo>
                  <a:pt x="79608" y="5733419"/>
                </a:lnTo>
                <a:lnTo>
                  <a:pt x="72855" y="5721721"/>
                </a:lnTo>
                <a:lnTo>
                  <a:pt x="84559" y="5714963"/>
                </a:lnTo>
                <a:close/>
              </a:path>
              <a:path w="6655434" h="6988809">
                <a:moveTo>
                  <a:pt x="159042" y="5846330"/>
                </a:moveTo>
                <a:lnTo>
                  <a:pt x="164627" y="5855997"/>
                </a:lnTo>
                <a:lnTo>
                  <a:pt x="154954" y="5861582"/>
                </a:lnTo>
                <a:lnTo>
                  <a:pt x="149375" y="5851910"/>
                </a:lnTo>
                <a:lnTo>
                  <a:pt x="159042" y="5846330"/>
                </a:lnTo>
                <a:close/>
              </a:path>
              <a:path w="6655434" h="6988809">
                <a:moveTo>
                  <a:pt x="233749" y="5976892"/>
                </a:moveTo>
                <a:lnTo>
                  <a:pt x="238742" y="5985540"/>
                </a:lnTo>
                <a:lnTo>
                  <a:pt x="230095" y="5990533"/>
                </a:lnTo>
                <a:lnTo>
                  <a:pt x="225102" y="5981886"/>
                </a:lnTo>
                <a:lnTo>
                  <a:pt x="233749" y="5976892"/>
                </a:lnTo>
                <a:close/>
              </a:path>
              <a:path w="6655434" h="6988809">
                <a:moveTo>
                  <a:pt x="308451" y="6107454"/>
                </a:moveTo>
                <a:lnTo>
                  <a:pt x="312858" y="6115089"/>
                </a:lnTo>
                <a:lnTo>
                  <a:pt x="305223" y="6119496"/>
                </a:lnTo>
                <a:lnTo>
                  <a:pt x="300816" y="6111861"/>
                </a:lnTo>
                <a:lnTo>
                  <a:pt x="308451" y="6107454"/>
                </a:lnTo>
                <a:close/>
              </a:path>
              <a:path w="6655434" h="6988809">
                <a:moveTo>
                  <a:pt x="383152" y="6238016"/>
                </a:moveTo>
                <a:lnTo>
                  <a:pt x="386973" y="6244627"/>
                </a:lnTo>
                <a:lnTo>
                  <a:pt x="380351" y="6248447"/>
                </a:lnTo>
                <a:lnTo>
                  <a:pt x="376536" y="6241837"/>
                </a:lnTo>
                <a:lnTo>
                  <a:pt x="383152" y="6238016"/>
                </a:lnTo>
                <a:close/>
              </a:path>
              <a:path w="6655434" h="6988809">
                <a:moveTo>
                  <a:pt x="457748" y="6368981"/>
                </a:moveTo>
                <a:lnTo>
                  <a:pt x="460686" y="6374069"/>
                </a:lnTo>
                <a:lnTo>
                  <a:pt x="455598" y="6377007"/>
                </a:lnTo>
                <a:lnTo>
                  <a:pt x="452660" y="6371919"/>
                </a:lnTo>
                <a:lnTo>
                  <a:pt x="457748" y="6368981"/>
                </a:lnTo>
                <a:close/>
              </a:path>
              <a:path w="6655434" h="6988809">
                <a:moveTo>
                  <a:pt x="532449" y="6499543"/>
                </a:moveTo>
                <a:lnTo>
                  <a:pt x="534801" y="6503612"/>
                </a:lnTo>
                <a:lnTo>
                  <a:pt x="530726" y="6505964"/>
                </a:lnTo>
                <a:lnTo>
                  <a:pt x="528374" y="6501895"/>
                </a:lnTo>
                <a:lnTo>
                  <a:pt x="532449" y="6499543"/>
                </a:lnTo>
                <a:close/>
              </a:path>
              <a:path w="6655434" h="6988809">
                <a:moveTo>
                  <a:pt x="607146" y="6630105"/>
                </a:moveTo>
                <a:lnTo>
                  <a:pt x="608911" y="6633161"/>
                </a:lnTo>
                <a:lnTo>
                  <a:pt x="605854" y="6634920"/>
                </a:lnTo>
                <a:lnTo>
                  <a:pt x="604095" y="6631870"/>
                </a:lnTo>
                <a:lnTo>
                  <a:pt x="607146" y="6630105"/>
                </a:lnTo>
                <a:close/>
              </a:path>
              <a:path w="6655434" h="6988809">
                <a:moveTo>
                  <a:pt x="681853" y="6760667"/>
                </a:moveTo>
                <a:lnTo>
                  <a:pt x="683026" y="6762705"/>
                </a:lnTo>
                <a:lnTo>
                  <a:pt x="680988" y="6763883"/>
                </a:lnTo>
                <a:lnTo>
                  <a:pt x="679815" y="6761846"/>
                </a:lnTo>
                <a:lnTo>
                  <a:pt x="681853" y="6760667"/>
                </a:lnTo>
                <a:close/>
              </a:path>
              <a:path w="6655434" h="6988809">
                <a:moveTo>
                  <a:pt x="755536" y="6891815"/>
                </a:moveTo>
                <a:lnTo>
                  <a:pt x="756892" y="6891815"/>
                </a:lnTo>
                <a:lnTo>
                  <a:pt x="757141" y="6892248"/>
                </a:lnTo>
                <a:lnTo>
                  <a:pt x="755785" y="6892248"/>
                </a:lnTo>
                <a:lnTo>
                  <a:pt x="755536" y="6891815"/>
                </a:lnTo>
                <a:close/>
              </a:path>
              <a:path w="6655434" h="6988809">
                <a:moveTo>
                  <a:pt x="29179" y="5921642"/>
                </a:moveTo>
                <a:lnTo>
                  <a:pt x="34468" y="5930805"/>
                </a:lnTo>
                <a:lnTo>
                  <a:pt x="25305" y="5936095"/>
                </a:lnTo>
                <a:lnTo>
                  <a:pt x="20016" y="5926932"/>
                </a:lnTo>
                <a:lnTo>
                  <a:pt x="29179" y="5921642"/>
                </a:lnTo>
                <a:close/>
              </a:path>
              <a:path w="6655434" h="6988809">
                <a:moveTo>
                  <a:pt x="103881" y="6052204"/>
                </a:moveTo>
                <a:lnTo>
                  <a:pt x="108584" y="6060354"/>
                </a:lnTo>
                <a:lnTo>
                  <a:pt x="100440" y="6065057"/>
                </a:lnTo>
                <a:lnTo>
                  <a:pt x="95737" y="6056907"/>
                </a:lnTo>
                <a:lnTo>
                  <a:pt x="103881" y="6052204"/>
                </a:lnTo>
                <a:close/>
              </a:path>
              <a:path w="6655434" h="6988809">
                <a:moveTo>
                  <a:pt x="178577" y="6182772"/>
                </a:moveTo>
                <a:lnTo>
                  <a:pt x="182693" y="6189897"/>
                </a:lnTo>
                <a:lnTo>
                  <a:pt x="175574" y="6194008"/>
                </a:lnTo>
                <a:lnTo>
                  <a:pt x="171457" y="6186883"/>
                </a:lnTo>
                <a:lnTo>
                  <a:pt x="178577" y="6182772"/>
                </a:lnTo>
                <a:close/>
              </a:path>
              <a:path w="6655434" h="6988809">
                <a:moveTo>
                  <a:pt x="253284" y="6313334"/>
                </a:moveTo>
                <a:lnTo>
                  <a:pt x="256809" y="6319441"/>
                </a:lnTo>
                <a:lnTo>
                  <a:pt x="250702" y="6322965"/>
                </a:lnTo>
                <a:lnTo>
                  <a:pt x="247178" y="6316858"/>
                </a:lnTo>
                <a:lnTo>
                  <a:pt x="253284" y="6313334"/>
                </a:lnTo>
                <a:close/>
              </a:path>
              <a:path w="6655434" h="6988809">
                <a:moveTo>
                  <a:pt x="327872" y="6444299"/>
                </a:moveTo>
                <a:lnTo>
                  <a:pt x="330520" y="6448883"/>
                </a:lnTo>
                <a:lnTo>
                  <a:pt x="325942" y="6451525"/>
                </a:lnTo>
                <a:lnTo>
                  <a:pt x="323300" y="6446941"/>
                </a:lnTo>
                <a:lnTo>
                  <a:pt x="327872" y="6444299"/>
                </a:lnTo>
                <a:close/>
              </a:path>
              <a:path w="6655434" h="6988809">
                <a:moveTo>
                  <a:pt x="402687" y="6574458"/>
                </a:moveTo>
                <a:lnTo>
                  <a:pt x="405038" y="6578533"/>
                </a:lnTo>
                <a:lnTo>
                  <a:pt x="400963" y="6580885"/>
                </a:lnTo>
                <a:lnTo>
                  <a:pt x="398612" y="6576810"/>
                </a:lnTo>
                <a:lnTo>
                  <a:pt x="402687" y="6574458"/>
                </a:lnTo>
                <a:close/>
              </a:path>
              <a:path w="6655434" h="6988809">
                <a:moveTo>
                  <a:pt x="477389" y="6705020"/>
                </a:moveTo>
                <a:lnTo>
                  <a:pt x="479154" y="6708076"/>
                </a:lnTo>
                <a:lnTo>
                  <a:pt x="476098" y="6709841"/>
                </a:lnTo>
                <a:lnTo>
                  <a:pt x="474332" y="6706785"/>
                </a:lnTo>
                <a:lnTo>
                  <a:pt x="477389" y="6705020"/>
                </a:lnTo>
                <a:close/>
              </a:path>
              <a:path w="6655434" h="6988809">
                <a:moveTo>
                  <a:pt x="552090" y="6835588"/>
                </a:moveTo>
                <a:lnTo>
                  <a:pt x="553263" y="6837625"/>
                </a:lnTo>
                <a:lnTo>
                  <a:pt x="551232" y="6838798"/>
                </a:lnTo>
                <a:lnTo>
                  <a:pt x="550059" y="6836761"/>
                </a:lnTo>
                <a:lnTo>
                  <a:pt x="552090" y="6835588"/>
                </a:lnTo>
                <a:close/>
              </a:path>
              <a:path w="6655434" h="6988809">
                <a:moveTo>
                  <a:pt x="48820" y="6257687"/>
                </a:moveTo>
                <a:lnTo>
                  <a:pt x="52936" y="6264813"/>
                </a:lnTo>
                <a:lnTo>
                  <a:pt x="45811" y="6268923"/>
                </a:lnTo>
                <a:lnTo>
                  <a:pt x="41694" y="6261798"/>
                </a:lnTo>
                <a:lnTo>
                  <a:pt x="48820" y="6257687"/>
                </a:lnTo>
                <a:close/>
              </a:path>
              <a:path w="6655434" h="6988809">
                <a:moveTo>
                  <a:pt x="123415" y="6388652"/>
                </a:moveTo>
                <a:lnTo>
                  <a:pt x="126649" y="6394249"/>
                </a:lnTo>
                <a:lnTo>
                  <a:pt x="121051" y="6397483"/>
                </a:lnTo>
                <a:lnTo>
                  <a:pt x="117817" y="6391886"/>
                </a:lnTo>
                <a:lnTo>
                  <a:pt x="123415" y="6388652"/>
                </a:lnTo>
                <a:close/>
              </a:path>
              <a:path w="6655434" h="6988809">
                <a:moveTo>
                  <a:pt x="198116" y="6519214"/>
                </a:moveTo>
                <a:lnTo>
                  <a:pt x="200764" y="6523798"/>
                </a:lnTo>
                <a:lnTo>
                  <a:pt x="196185" y="6526440"/>
                </a:lnTo>
                <a:lnTo>
                  <a:pt x="193538" y="6521862"/>
                </a:lnTo>
                <a:lnTo>
                  <a:pt x="198116" y="6519214"/>
                </a:lnTo>
                <a:close/>
              </a:path>
              <a:path w="6655434" h="6988809">
                <a:moveTo>
                  <a:pt x="272818" y="6649782"/>
                </a:moveTo>
                <a:lnTo>
                  <a:pt x="274873" y="6653342"/>
                </a:lnTo>
                <a:lnTo>
                  <a:pt x="271314" y="6655397"/>
                </a:lnTo>
                <a:lnTo>
                  <a:pt x="269258" y="6651837"/>
                </a:lnTo>
                <a:lnTo>
                  <a:pt x="272818" y="6649782"/>
                </a:lnTo>
                <a:close/>
              </a:path>
              <a:path w="6655434" h="6988809">
                <a:moveTo>
                  <a:pt x="347520" y="6780344"/>
                </a:moveTo>
                <a:lnTo>
                  <a:pt x="348989" y="6782891"/>
                </a:lnTo>
                <a:lnTo>
                  <a:pt x="346448" y="6784360"/>
                </a:lnTo>
                <a:lnTo>
                  <a:pt x="344979" y="6781813"/>
                </a:lnTo>
                <a:lnTo>
                  <a:pt x="347520" y="6780344"/>
                </a:lnTo>
                <a:close/>
              </a:path>
              <a:path w="6655434" h="6988809">
                <a:moveTo>
                  <a:pt x="422221" y="6910906"/>
                </a:moveTo>
                <a:lnTo>
                  <a:pt x="423104" y="6912428"/>
                </a:lnTo>
                <a:lnTo>
                  <a:pt x="421576" y="6913310"/>
                </a:lnTo>
                <a:lnTo>
                  <a:pt x="420693" y="6911788"/>
                </a:lnTo>
                <a:lnTo>
                  <a:pt x="422221" y="6910906"/>
                </a:lnTo>
                <a:close/>
              </a:path>
              <a:path w="6655434" h="6988809">
                <a:moveTo>
                  <a:pt x="68248" y="6594531"/>
                </a:moveTo>
                <a:lnTo>
                  <a:pt x="70599" y="6598606"/>
                </a:lnTo>
                <a:lnTo>
                  <a:pt x="66530" y="6600952"/>
                </a:lnTo>
                <a:lnTo>
                  <a:pt x="64179" y="6596883"/>
                </a:lnTo>
                <a:lnTo>
                  <a:pt x="68248" y="6594531"/>
                </a:lnTo>
                <a:close/>
              </a:path>
              <a:path w="6655434" h="6988809">
                <a:moveTo>
                  <a:pt x="142950" y="6725093"/>
                </a:moveTo>
                <a:lnTo>
                  <a:pt x="144715" y="6728155"/>
                </a:lnTo>
                <a:lnTo>
                  <a:pt x="141665" y="6729915"/>
                </a:lnTo>
                <a:lnTo>
                  <a:pt x="139899" y="6726858"/>
                </a:lnTo>
                <a:lnTo>
                  <a:pt x="142950" y="6725093"/>
                </a:lnTo>
                <a:close/>
              </a:path>
              <a:path w="6655434" h="6988809">
                <a:moveTo>
                  <a:pt x="217651" y="6855661"/>
                </a:moveTo>
                <a:lnTo>
                  <a:pt x="218830" y="6857693"/>
                </a:lnTo>
                <a:lnTo>
                  <a:pt x="216793" y="6858871"/>
                </a:lnTo>
                <a:lnTo>
                  <a:pt x="215620" y="6856834"/>
                </a:lnTo>
                <a:lnTo>
                  <a:pt x="217651" y="6855661"/>
                </a:lnTo>
                <a:close/>
              </a:path>
              <a:path w="6655434" h="6988809">
                <a:moveTo>
                  <a:pt x="292465" y="6985826"/>
                </a:moveTo>
                <a:lnTo>
                  <a:pt x="293342" y="6987348"/>
                </a:lnTo>
                <a:lnTo>
                  <a:pt x="291820" y="6988225"/>
                </a:lnTo>
                <a:lnTo>
                  <a:pt x="290937" y="6986703"/>
                </a:lnTo>
                <a:lnTo>
                  <a:pt x="292465" y="6985826"/>
                </a:lnTo>
                <a:close/>
              </a:path>
              <a:path w="6655434" h="6988809">
                <a:moveTo>
                  <a:pt x="13187" y="6800014"/>
                </a:moveTo>
                <a:lnTo>
                  <a:pt x="14953" y="6803070"/>
                </a:lnTo>
                <a:lnTo>
                  <a:pt x="11902" y="6804835"/>
                </a:lnTo>
                <a:lnTo>
                  <a:pt x="10137" y="6801773"/>
                </a:lnTo>
                <a:lnTo>
                  <a:pt x="13187" y="6800014"/>
                </a:lnTo>
                <a:close/>
              </a:path>
              <a:path w="6655434" h="6988809">
                <a:moveTo>
                  <a:pt x="87895" y="6930576"/>
                </a:moveTo>
                <a:lnTo>
                  <a:pt x="89068" y="6932613"/>
                </a:lnTo>
                <a:lnTo>
                  <a:pt x="87030" y="6933786"/>
                </a:lnTo>
                <a:lnTo>
                  <a:pt x="85857" y="6931755"/>
                </a:lnTo>
                <a:lnTo>
                  <a:pt x="87895" y="6930576"/>
                </a:lnTo>
                <a:close/>
              </a:path>
            </a:pathLst>
          </a:custGeom>
          <a:solidFill>
            <a:srgbClr val="4574A6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5473" rIns="0" bIns="0" rtlCol="0">
            <a:spAutoFit/>
          </a:bodyPr>
          <a:lstStyle/>
          <a:p>
            <a:pPr marL="8523605">
              <a:lnSpc>
                <a:spcPct val="100000"/>
              </a:lnSpc>
              <a:spcBef>
                <a:spcPts val="115"/>
              </a:spcBef>
            </a:pPr>
            <a:r>
              <a:rPr sz="5450" b="1" spc="-85" dirty="0">
                <a:solidFill>
                  <a:srgbClr val="4574A6"/>
                </a:solidFill>
                <a:latin typeface="Tahoma"/>
                <a:cs typeface="Tahoma"/>
              </a:rPr>
              <a:t>EXISTING</a:t>
            </a:r>
            <a:r>
              <a:rPr sz="5450" b="1" spc="-2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2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4558" y="4693292"/>
            <a:ext cx="93550" cy="935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4558" y="5107587"/>
            <a:ext cx="93550" cy="935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4558" y="5521882"/>
            <a:ext cx="93550" cy="935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4558" y="5936177"/>
            <a:ext cx="93550" cy="935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646244" y="4460509"/>
            <a:ext cx="7463790" cy="16827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350" b="1" spc="60" dirty="0">
                <a:solidFill>
                  <a:srgbClr val="4574A6"/>
                </a:solidFill>
                <a:latin typeface="Tahoma"/>
                <a:cs typeface="Tahoma"/>
              </a:rPr>
              <a:t>Hospitals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55" dirty="0">
                <a:solidFill>
                  <a:srgbClr val="4574A6"/>
                </a:solidFill>
                <a:latin typeface="Tahoma"/>
                <a:cs typeface="Tahoma"/>
              </a:rPr>
              <a:t>already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90" dirty="0">
                <a:solidFill>
                  <a:srgbClr val="4574A6"/>
                </a:solidFill>
                <a:latin typeface="Tahoma"/>
                <a:cs typeface="Tahoma"/>
              </a:rPr>
              <a:t>use</a:t>
            </a:r>
            <a:r>
              <a:rPr sz="2350" b="1" spc="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60" dirty="0">
                <a:solidFill>
                  <a:srgbClr val="4574A6"/>
                </a:solidFill>
                <a:latin typeface="Tahoma"/>
                <a:cs typeface="Tahoma"/>
              </a:rPr>
              <a:t>digital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70" dirty="0">
                <a:solidFill>
                  <a:srgbClr val="4574A6"/>
                </a:solidFill>
                <a:latin typeface="Tahoma"/>
                <a:cs typeface="Tahoma"/>
              </a:rPr>
              <a:t>systems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2350" b="1" spc="80" dirty="0">
                <a:solidFill>
                  <a:srgbClr val="4574A6"/>
                </a:solidFill>
                <a:latin typeface="Tahoma"/>
                <a:cs typeface="Tahoma"/>
              </a:rPr>
              <a:t>Systems</a:t>
            </a:r>
            <a:r>
              <a:rPr sz="2350" b="1" spc="3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are</a:t>
            </a:r>
            <a:r>
              <a:rPr sz="2350" b="1" spc="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role-</a:t>
            </a:r>
            <a:r>
              <a:rPr sz="2350" b="1" spc="95" dirty="0">
                <a:solidFill>
                  <a:srgbClr val="4574A6"/>
                </a:solidFill>
                <a:latin typeface="Tahoma"/>
                <a:cs typeface="Tahoma"/>
              </a:rPr>
              <a:t>based</a:t>
            </a:r>
            <a:r>
              <a:rPr sz="2350" b="1" spc="3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80" dirty="0">
                <a:solidFill>
                  <a:srgbClr val="4574A6"/>
                </a:solidFill>
                <a:latin typeface="Tahoma"/>
                <a:cs typeface="Tahoma"/>
              </a:rPr>
              <a:t>with</a:t>
            </a:r>
            <a:r>
              <a:rPr sz="23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65" dirty="0">
                <a:solidFill>
                  <a:srgbClr val="4574A6"/>
                </a:solidFill>
                <a:latin typeface="Tahoma"/>
                <a:cs typeface="Tahoma"/>
              </a:rPr>
              <a:t>separate</a:t>
            </a:r>
            <a:r>
              <a:rPr sz="23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95" dirty="0">
                <a:solidFill>
                  <a:srgbClr val="4574A6"/>
                </a:solidFill>
                <a:latin typeface="Tahoma"/>
                <a:cs typeface="Tahoma"/>
              </a:rPr>
              <a:t>modules </a:t>
            </a:r>
            <a:r>
              <a:rPr sz="2350" b="1" spc="85" dirty="0">
                <a:solidFill>
                  <a:srgbClr val="4574A6"/>
                </a:solidFill>
                <a:latin typeface="Tahoma"/>
                <a:cs typeface="Tahoma"/>
              </a:rPr>
              <a:t>Core</a:t>
            </a:r>
            <a:r>
              <a:rPr sz="23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55" dirty="0">
                <a:solidFill>
                  <a:srgbClr val="4574A6"/>
                </a:solidFill>
                <a:latin typeface="Tahoma"/>
                <a:cs typeface="Tahoma"/>
              </a:rPr>
              <a:t>services</a:t>
            </a:r>
            <a:r>
              <a:rPr sz="23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are</a:t>
            </a:r>
            <a:r>
              <a:rPr sz="2350" b="1" spc="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95" dirty="0">
                <a:solidFill>
                  <a:srgbClr val="4574A6"/>
                </a:solidFill>
                <a:latin typeface="Tahoma"/>
                <a:cs typeface="Tahoma"/>
              </a:rPr>
              <a:t>supported</a:t>
            </a:r>
            <a:r>
              <a:rPr sz="23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45" dirty="0">
                <a:solidFill>
                  <a:srgbClr val="4574A6"/>
                </a:solidFill>
                <a:latin typeface="Tahoma"/>
                <a:cs typeface="Tahoma"/>
              </a:rPr>
              <a:t>digitally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350" b="1" spc="105" dirty="0">
                <a:solidFill>
                  <a:srgbClr val="4574A6"/>
                </a:solidFill>
                <a:latin typeface="Tahoma"/>
                <a:cs typeface="Tahoma"/>
              </a:rPr>
              <a:t>Used</a:t>
            </a:r>
            <a:r>
              <a:rPr sz="23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50" dirty="0">
                <a:solidFill>
                  <a:srgbClr val="4574A6"/>
                </a:solidFill>
                <a:latin typeface="Tahoma"/>
                <a:cs typeface="Tahoma"/>
              </a:rPr>
              <a:t>as</a:t>
            </a:r>
            <a:r>
              <a:rPr sz="23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55" dirty="0">
                <a:solidFill>
                  <a:srgbClr val="4574A6"/>
                </a:solidFill>
                <a:latin typeface="Tahoma"/>
                <a:cs typeface="Tahoma"/>
              </a:rPr>
              <a:t>a</a:t>
            </a:r>
            <a:r>
              <a:rPr sz="23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70" dirty="0">
                <a:solidFill>
                  <a:srgbClr val="4574A6"/>
                </a:solidFill>
                <a:latin typeface="Tahoma"/>
                <a:cs typeface="Tahoma"/>
              </a:rPr>
              <a:t>reference</a:t>
            </a:r>
            <a:r>
              <a:rPr sz="23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dirty="0">
                <a:solidFill>
                  <a:srgbClr val="4574A6"/>
                </a:solidFill>
                <a:latin typeface="Tahoma"/>
                <a:cs typeface="Tahoma"/>
              </a:rPr>
              <a:t>for</a:t>
            </a:r>
            <a:r>
              <a:rPr sz="23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9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23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350" b="1" spc="90" dirty="0">
                <a:solidFill>
                  <a:srgbClr val="4574A6"/>
                </a:solidFill>
                <a:latin typeface="Tahoma"/>
                <a:cs typeface="Tahoma"/>
              </a:rPr>
              <a:t>design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78540" y="0"/>
            <a:ext cx="9709785" cy="10287000"/>
            <a:chOff x="8578540" y="0"/>
            <a:chExt cx="970978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8540" y="1186552"/>
              <a:ext cx="9709460" cy="91004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5104" y="0"/>
              <a:ext cx="9302895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6517" y="0"/>
              <a:ext cx="9231482" cy="10286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7290" y="5608758"/>
              <a:ext cx="4152899" cy="41338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530370" y="5666515"/>
              <a:ext cx="3959860" cy="3949700"/>
            </a:xfrm>
            <a:custGeom>
              <a:avLst/>
              <a:gdLst/>
              <a:ahLst/>
              <a:cxnLst/>
              <a:rect l="l" t="t" r="r" b="b"/>
              <a:pathLst>
                <a:path w="3959859" h="3949700">
                  <a:moveTo>
                    <a:pt x="2217513" y="12700"/>
                  </a:moveTo>
                  <a:lnTo>
                    <a:pt x="1742349" y="12700"/>
                  </a:lnTo>
                  <a:lnTo>
                    <a:pt x="1789250" y="0"/>
                  </a:lnTo>
                  <a:lnTo>
                    <a:pt x="2170611" y="0"/>
                  </a:lnTo>
                  <a:lnTo>
                    <a:pt x="2217513" y="12700"/>
                  </a:lnTo>
                  <a:close/>
                </a:path>
                <a:path w="3959859" h="3949700">
                  <a:moveTo>
                    <a:pt x="2356164" y="38100"/>
                  </a:moveTo>
                  <a:lnTo>
                    <a:pt x="1603698" y="38100"/>
                  </a:lnTo>
                  <a:lnTo>
                    <a:pt x="1695781" y="12700"/>
                  </a:lnTo>
                  <a:lnTo>
                    <a:pt x="2264081" y="12700"/>
                  </a:lnTo>
                  <a:lnTo>
                    <a:pt x="2356164" y="38100"/>
                  </a:lnTo>
                  <a:close/>
                </a:path>
                <a:path w="3959859" h="3949700">
                  <a:moveTo>
                    <a:pt x="2356164" y="3924300"/>
                  </a:moveTo>
                  <a:lnTo>
                    <a:pt x="1603698" y="3924300"/>
                  </a:lnTo>
                  <a:lnTo>
                    <a:pt x="1293816" y="3835400"/>
                  </a:lnTo>
                  <a:lnTo>
                    <a:pt x="1251296" y="3822700"/>
                  </a:lnTo>
                  <a:lnTo>
                    <a:pt x="1209252" y="3797300"/>
                  </a:lnTo>
                  <a:lnTo>
                    <a:pt x="1167697" y="3784600"/>
                  </a:lnTo>
                  <a:lnTo>
                    <a:pt x="1126644" y="3759200"/>
                  </a:lnTo>
                  <a:lnTo>
                    <a:pt x="1086106" y="3746500"/>
                  </a:lnTo>
                  <a:lnTo>
                    <a:pt x="1006627" y="3695700"/>
                  </a:lnTo>
                  <a:lnTo>
                    <a:pt x="967712" y="3683000"/>
                  </a:lnTo>
                  <a:lnTo>
                    <a:pt x="929364" y="3657600"/>
                  </a:lnTo>
                  <a:lnTo>
                    <a:pt x="891595" y="3632200"/>
                  </a:lnTo>
                  <a:lnTo>
                    <a:pt x="854419" y="3606800"/>
                  </a:lnTo>
                  <a:lnTo>
                    <a:pt x="817849" y="3581400"/>
                  </a:lnTo>
                  <a:lnTo>
                    <a:pt x="781898" y="3556000"/>
                  </a:lnTo>
                  <a:lnTo>
                    <a:pt x="746578" y="3530600"/>
                  </a:lnTo>
                  <a:lnTo>
                    <a:pt x="711903" y="3492500"/>
                  </a:lnTo>
                  <a:lnTo>
                    <a:pt x="677885" y="3467100"/>
                  </a:lnTo>
                  <a:lnTo>
                    <a:pt x="644538" y="3441700"/>
                  </a:lnTo>
                  <a:lnTo>
                    <a:pt x="611875" y="3403600"/>
                  </a:lnTo>
                  <a:lnTo>
                    <a:pt x="579908" y="3378200"/>
                  </a:lnTo>
                  <a:lnTo>
                    <a:pt x="548650" y="3340100"/>
                  </a:lnTo>
                  <a:lnTo>
                    <a:pt x="518115" y="3314700"/>
                  </a:lnTo>
                  <a:lnTo>
                    <a:pt x="488315" y="3276600"/>
                  </a:lnTo>
                  <a:lnTo>
                    <a:pt x="459264" y="3238500"/>
                  </a:lnTo>
                  <a:lnTo>
                    <a:pt x="430974" y="3213100"/>
                  </a:lnTo>
                  <a:lnTo>
                    <a:pt x="403458" y="3175000"/>
                  </a:lnTo>
                  <a:lnTo>
                    <a:pt x="376729" y="3136900"/>
                  </a:lnTo>
                  <a:lnTo>
                    <a:pt x="350801" y="3098800"/>
                  </a:lnTo>
                  <a:lnTo>
                    <a:pt x="325685" y="3060700"/>
                  </a:lnTo>
                  <a:lnTo>
                    <a:pt x="301396" y="3022600"/>
                  </a:lnTo>
                  <a:lnTo>
                    <a:pt x="277946" y="2984500"/>
                  </a:lnTo>
                  <a:lnTo>
                    <a:pt x="255348" y="2946400"/>
                  </a:lnTo>
                  <a:lnTo>
                    <a:pt x="233615" y="2908300"/>
                  </a:lnTo>
                  <a:lnTo>
                    <a:pt x="212760" y="2870200"/>
                  </a:lnTo>
                  <a:lnTo>
                    <a:pt x="192796" y="2832100"/>
                  </a:lnTo>
                  <a:lnTo>
                    <a:pt x="173736" y="2794000"/>
                  </a:lnTo>
                  <a:lnTo>
                    <a:pt x="155592" y="2743200"/>
                  </a:lnTo>
                  <a:lnTo>
                    <a:pt x="138379" y="2705100"/>
                  </a:lnTo>
                  <a:lnTo>
                    <a:pt x="122108" y="2667000"/>
                  </a:lnTo>
                  <a:lnTo>
                    <a:pt x="106793" y="2616200"/>
                  </a:lnTo>
                  <a:lnTo>
                    <a:pt x="92447" y="2578100"/>
                  </a:lnTo>
                  <a:lnTo>
                    <a:pt x="79082" y="2527300"/>
                  </a:lnTo>
                  <a:lnTo>
                    <a:pt x="66713" y="2489200"/>
                  </a:lnTo>
                  <a:lnTo>
                    <a:pt x="55350" y="2438400"/>
                  </a:lnTo>
                  <a:lnTo>
                    <a:pt x="45009" y="2400300"/>
                  </a:lnTo>
                  <a:lnTo>
                    <a:pt x="35701" y="2349500"/>
                  </a:lnTo>
                  <a:lnTo>
                    <a:pt x="27439" y="2311400"/>
                  </a:lnTo>
                  <a:lnTo>
                    <a:pt x="20237" y="2260600"/>
                  </a:lnTo>
                  <a:lnTo>
                    <a:pt x="14107" y="2209800"/>
                  </a:lnTo>
                  <a:lnTo>
                    <a:pt x="9063" y="2171700"/>
                  </a:lnTo>
                  <a:lnTo>
                    <a:pt x="5117" y="2120900"/>
                  </a:lnTo>
                  <a:lnTo>
                    <a:pt x="2283" y="2070100"/>
                  </a:lnTo>
                  <a:lnTo>
                    <a:pt x="572" y="2019300"/>
                  </a:lnTo>
                  <a:lnTo>
                    <a:pt x="0" y="1981200"/>
                  </a:lnTo>
                  <a:lnTo>
                    <a:pt x="572" y="1930400"/>
                  </a:lnTo>
                  <a:lnTo>
                    <a:pt x="2283" y="1879600"/>
                  </a:lnTo>
                  <a:lnTo>
                    <a:pt x="5117" y="1828800"/>
                  </a:lnTo>
                  <a:lnTo>
                    <a:pt x="9063" y="1790700"/>
                  </a:lnTo>
                  <a:lnTo>
                    <a:pt x="14107" y="1739900"/>
                  </a:lnTo>
                  <a:lnTo>
                    <a:pt x="20237" y="1689100"/>
                  </a:lnTo>
                  <a:lnTo>
                    <a:pt x="27439" y="1651000"/>
                  </a:lnTo>
                  <a:lnTo>
                    <a:pt x="35701" y="1600200"/>
                  </a:lnTo>
                  <a:lnTo>
                    <a:pt x="45009" y="1549400"/>
                  </a:lnTo>
                  <a:lnTo>
                    <a:pt x="55350" y="1511300"/>
                  </a:lnTo>
                  <a:lnTo>
                    <a:pt x="66713" y="1460500"/>
                  </a:lnTo>
                  <a:lnTo>
                    <a:pt x="79082" y="1422400"/>
                  </a:lnTo>
                  <a:lnTo>
                    <a:pt x="92447" y="1371600"/>
                  </a:lnTo>
                  <a:lnTo>
                    <a:pt x="106793" y="1333500"/>
                  </a:lnTo>
                  <a:lnTo>
                    <a:pt x="122108" y="1295400"/>
                  </a:lnTo>
                  <a:lnTo>
                    <a:pt x="138379" y="1244600"/>
                  </a:lnTo>
                  <a:lnTo>
                    <a:pt x="155592" y="1206500"/>
                  </a:lnTo>
                  <a:lnTo>
                    <a:pt x="173736" y="1168400"/>
                  </a:lnTo>
                  <a:lnTo>
                    <a:pt x="192796" y="1117600"/>
                  </a:lnTo>
                  <a:lnTo>
                    <a:pt x="212760" y="1079500"/>
                  </a:lnTo>
                  <a:lnTo>
                    <a:pt x="233615" y="1041400"/>
                  </a:lnTo>
                  <a:lnTo>
                    <a:pt x="255348" y="1003300"/>
                  </a:lnTo>
                  <a:lnTo>
                    <a:pt x="277946" y="965200"/>
                  </a:lnTo>
                  <a:lnTo>
                    <a:pt x="301396" y="927100"/>
                  </a:lnTo>
                  <a:lnTo>
                    <a:pt x="325685" y="889000"/>
                  </a:lnTo>
                  <a:lnTo>
                    <a:pt x="350801" y="850900"/>
                  </a:lnTo>
                  <a:lnTo>
                    <a:pt x="376729" y="812800"/>
                  </a:lnTo>
                  <a:lnTo>
                    <a:pt x="403458" y="774700"/>
                  </a:lnTo>
                  <a:lnTo>
                    <a:pt x="430974" y="736600"/>
                  </a:lnTo>
                  <a:lnTo>
                    <a:pt x="459264" y="711200"/>
                  </a:lnTo>
                  <a:lnTo>
                    <a:pt x="488315" y="673100"/>
                  </a:lnTo>
                  <a:lnTo>
                    <a:pt x="518115" y="635000"/>
                  </a:lnTo>
                  <a:lnTo>
                    <a:pt x="548650" y="609600"/>
                  </a:lnTo>
                  <a:lnTo>
                    <a:pt x="579908" y="571500"/>
                  </a:lnTo>
                  <a:lnTo>
                    <a:pt x="611875" y="546100"/>
                  </a:lnTo>
                  <a:lnTo>
                    <a:pt x="644538" y="508000"/>
                  </a:lnTo>
                  <a:lnTo>
                    <a:pt x="677885" y="482600"/>
                  </a:lnTo>
                  <a:lnTo>
                    <a:pt x="711903" y="457200"/>
                  </a:lnTo>
                  <a:lnTo>
                    <a:pt x="746578" y="431800"/>
                  </a:lnTo>
                  <a:lnTo>
                    <a:pt x="781898" y="393700"/>
                  </a:lnTo>
                  <a:lnTo>
                    <a:pt x="817849" y="368300"/>
                  </a:lnTo>
                  <a:lnTo>
                    <a:pt x="854419" y="342900"/>
                  </a:lnTo>
                  <a:lnTo>
                    <a:pt x="891595" y="317500"/>
                  </a:lnTo>
                  <a:lnTo>
                    <a:pt x="929364" y="292100"/>
                  </a:lnTo>
                  <a:lnTo>
                    <a:pt x="967712" y="279400"/>
                  </a:lnTo>
                  <a:lnTo>
                    <a:pt x="1046096" y="228600"/>
                  </a:lnTo>
                  <a:lnTo>
                    <a:pt x="1086106" y="203200"/>
                  </a:lnTo>
                  <a:lnTo>
                    <a:pt x="1126644" y="190500"/>
                  </a:lnTo>
                  <a:lnTo>
                    <a:pt x="1167697" y="165100"/>
                  </a:lnTo>
                  <a:lnTo>
                    <a:pt x="1251296" y="139700"/>
                  </a:lnTo>
                  <a:lnTo>
                    <a:pt x="1293816" y="114300"/>
                  </a:lnTo>
                  <a:lnTo>
                    <a:pt x="1558208" y="38100"/>
                  </a:lnTo>
                  <a:lnTo>
                    <a:pt x="2401654" y="38100"/>
                  </a:lnTo>
                  <a:lnTo>
                    <a:pt x="2666046" y="114300"/>
                  </a:lnTo>
                  <a:lnTo>
                    <a:pt x="2708566" y="139700"/>
                  </a:lnTo>
                  <a:lnTo>
                    <a:pt x="2792165" y="165100"/>
                  </a:lnTo>
                  <a:lnTo>
                    <a:pt x="2833217" y="190500"/>
                  </a:lnTo>
                  <a:lnTo>
                    <a:pt x="2873755" y="203200"/>
                  </a:lnTo>
                  <a:lnTo>
                    <a:pt x="2913765" y="228600"/>
                  </a:lnTo>
                  <a:lnTo>
                    <a:pt x="2992150" y="279400"/>
                  </a:lnTo>
                  <a:lnTo>
                    <a:pt x="3030498" y="292100"/>
                  </a:lnTo>
                  <a:lnTo>
                    <a:pt x="3068267" y="317500"/>
                  </a:lnTo>
                  <a:lnTo>
                    <a:pt x="3105443" y="342900"/>
                  </a:lnTo>
                  <a:lnTo>
                    <a:pt x="3142013" y="368300"/>
                  </a:lnTo>
                  <a:lnTo>
                    <a:pt x="3177964" y="393700"/>
                  </a:lnTo>
                  <a:lnTo>
                    <a:pt x="3213284" y="431800"/>
                  </a:lnTo>
                  <a:lnTo>
                    <a:pt x="3247959" y="457200"/>
                  </a:lnTo>
                  <a:lnTo>
                    <a:pt x="3281977" y="482600"/>
                  </a:lnTo>
                  <a:lnTo>
                    <a:pt x="3315324" y="508000"/>
                  </a:lnTo>
                  <a:lnTo>
                    <a:pt x="3347987" y="546100"/>
                  </a:lnTo>
                  <a:lnTo>
                    <a:pt x="3379954" y="571500"/>
                  </a:lnTo>
                  <a:lnTo>
                    <a:pt x="3411212" y="609600"/>
                  </a:lnTo>
                  <a:lnTo>
                    <a:pt x="3441747" y="635000"/>
                  </a:lnTo>
                  <a:lnTo>
                    <a:pt x="3471547" y="673100"/>
                  </a:lnTo>
                  <a:lnTo>
                    <a:pt x="3500598" y="711200"/>
                  </a:lnTo>
                  <a:lnTo>
                    <a:pt x="3528888" y="736600"/>
                  </a:lnTo>
                  <a:lnTo>
                    <a:pt x="3556404" y="774700"/>
                  </a:lnTo>
                  <a:lnTo>
                    <a:pt x="3583133" y="812800"/>
                  </a:lnTo>
                  <a:lnTo>
                    <a:pt x="3609061" y="850900"/>
                  </a:lnTo>
                  <a:lnTo>
                    <a:pt x="3634177" y="889000"/>
                  </a:lnTo>
                  <a:lnTo>
                    <a:pt x="3658466" y="927100"/>
                  </a:lnTo>
                  <a:lnTo>
                    <a:pt x="3681916" y="965200"/>
                  </a:lnTo>
                  <a:lnTo>
                    <a:pt x="3704514" y="1003300"/>
                  </a:lnTo>
                  <a:lnTo>
                    <a:pt x="3726247" y="1041400"/>
                  </a:lnTo>
                  <a:lnTo>
                    <a:pt x="3747102" y="1079500"/>
                  </a:lnTo>
                  <a:lnTo>
                    <a:pt x="3767066" y="1117600"/>
                  </a:lnTo>
                  <a:lnTo>
                    <a:pt x="3786127" y="1168400"/>
                  </a:lnTo>
                  <a:lnTo>
                    <a:pt x="3804270" y="1206500"/>
                  </a:lnTo>
                  <a:lnTo>
                    <a:pt x="3821483" y="1244600"/>
                  </a:lnTo>
                  <a:lnTo>
                    <a:pt x="3837754" y="1295400"/>
                  </a:lnTo>
                  <a:lnTo>
                    <a:pt x="3853069" y="1333500"/>
                  </a:lnTo>
                  <a:lnTo>
                    <a:pt x="3867415" y="1371600"/>
                  </a:lnTo>
                  <a:lnTo>
                    <a:pt x="3880780" y="1422400"/>
                  </a:lnTo>
                  <a:lnTo>
                    <a:pt x="3893150" y="1460500"/>
                  </a:lnTo>
                  <a:lnTo>
                    <a:pt x="3904512" y="1511300"/>
                  </a:lnTo>
                  <a:lnTo>
                    <a:pt x="3914853" y="1549400"/>
                  </a:lnTo>
                  <a:lnTo>
                    <a:pt x="3924162" y="1600200"/>
                  </a:lnTo>
                  <a:lnTo>
                    <a:pt x="3932423" y="1651000"/>
                  </a:lnTo>
                  <a:lnTo>
                    <a:pt x="3939625" y="1689100"/>
                  </a:lnTo>
                  <a:lnTo>
                    <a:pt x="3945755" y="1739900"/>
                  </a:lnTo>
                  <a:lnTo>
                    <a:pt x="3950799" y="1790700"/>
                  </a:lnTo>
                  <a:lnTo>
                    <a:pt x="3954745" y="1828800"/>
                  </a:lnTo>
                  <a:lnTo>
                    <a:pt x="3957580" y="1879600"/>
                  </a:lnTo>
                  <a:lnTo>
                    <a:pt x="3959290" y="1930400"/>
                  </a:lnTo>
                  <a:lnTo>
                    <a:pt x="3959863" y="1981200"/>
                  </a:lnTo>
                  <a:lnTo>
                    <a:pt x="3959290" y="2019300"/>
                  </a:lnTo>
                  <a:lnTo>
                    <a:pt x="3957580" y="2070100"/>
                  </a:lnTo>
                  <a:lnTo>
                    <a:pt x="3954745" y="2120900"/>
                  </a:lnTo>
                  <a:lnTo>
                    <a:pt x="3950799" y="2171700"/>
                  </a:lnTo>
                  <a:lnTo>
                    <a:pt x="3945755" y="2209800"/>
                  </a:lnTo>
                  <a:lnTo>
                    <a:pt x="3939625" y="2260600"/>
                  </a:lnTo>
                  <a:lnTo>
                    <a:pt x="3932423" y="2311400"/>
                  </a:lnTo>
                  <a:lnTo>
                    <a:pt x="3924162" y="2349500"/>
                  </a:lnTo>
                  <a:lnTo>
                    <a:pt x="3914853" y="2400300"/>
                  </a:lnTo>
                  <a:lnTo>
                    <a:pt x="3904512" y="2438400"/>
                  </a:lnTo>
                  <a:lnTo>
                    <a:pt x="3893150" y="2489200"/>
                  </a:lnTo>
                  <a:lnTo>
                    <a:pt x="3880780" y="2527300"/>
                  </a:lnTo>
                  <a:lnTo>
                    <a:pt x="3867415" y="2578100"/>
                  </a:lnTo>
                  <a:lnTo>
                    <a:pt x="3853069" y="2616200"/>
                  </a:lnTo>
                  <a:lnTo>
                    <a:pt x="3837754" y="2667000"/>
                  </a:lnTo>
                  <a:lnTo>
                    <a:pt x="3821483" y="2705100"/>
                  </a:lnTo>
                  <a:lnTo>
                    <a:pt x="3804270" y="2743200"/>
                  </a:lnTo>
                  <a:lnTo>
                    <a:pt x="3786127" y="2794000"/>
                  </a:lnTo>
                  <a:lnTo>
                    <a:pt x="3767066" y="2832100"/>
                  </a:lnTo>
                  <a:lnTo>
                    <a:pt x="3747102" y="2870200"/>
                  </a:lnTo>
                  <a:lnTo>
                    <a:pt x="3726247" y="2908300"/>
                  </a:lnTo>
                  <a:lnTo>
                    <a:pt x="3704514" y="2946400"/>
                  </a:lnTo>
                  <a:lnTo>
                    <a:pt x="3681916" y="2984500"/>
                  </a:lnTo>
                  <a:lnTo>
                    <a:pt x="3658466" y="3022600"/>
                  </a:lnTo>
                  <a:lnTo>
                    <a:pt x="3634177" y="3060700"/>
                  </a:lnTo>
                  <a:lnTo>
                    <a:pt x="3609061" y="3098800"/>
                  </a:lnTo>
                  <a:lnTo>
                    <a:pt x="3583133" y="3136900"/>
                  </a:lnTo>
                  <a:lnTo>
                    <a:pt x="3556404" y="3175000"/>
                  </a:lnTo>
                  <a:lnTo>
                    <a:pt x="3528888" y="3213100"/>
                  </a:lnTo>
                  <a:lnTo>
                    <a:pt x="3500598" y="3238500"/>
                  </a:lnTo>
                  <a:lnTo>
                    <a:pt x="3471547" y="3276600"/>
                  </a:lnTo>
                  <a:lnTo>
                    <a:pt x="3441747" y="3314700"/>
                  </a:lnTo>
                  <a:lnTo>
                    <a:pt x="3411212" y="3340100"/>
                  </a:lnTo>
                  <a:lnTo>
                    <a:pt x="3379954" y="3378200"/>
                  </a:lnTo>
                  <a:lnTo>
                    <a:pt x="3347987" y="3403600"/>
                  </a:lnTo>
                  <a:lnTo>
                    <a:pt x="3315324" y="3441700"/>
                  </a:lnTo>
                  <a:lnTo>
                    <a:pt x="3281977" y="3467100"/>
                  </a:lnTo>
                  <a:lnTo>
                    <a:pt x="3247959" y="3492500"/>
                  </a:lnTo>
                  <a:lnTo>
                    <a:pt x="3213284" y="3530600"/>
                  </a:lnTo>
                  <a:lnTo>
                    <a:pt x="3177964" y="3556000"/>
                  </a:lnTo>
                  <a:lnTo>
                    <a:pt x="3142013" y="3581400"/>
                  </a:lnTo>
                  <a:lnTo>
                    <a:pt x="3105443" y="3606800"/>
                  </a:lnTo>
                  <a:lnTo>
                    <a:pt x="3068267" y="3632200"/>
                  </a:lnTo>
                  <a:lnTo>
                    <a:pt x="3030498" y="3657600"/>
                  </a:lnTo>
                  <a:lnTo>
                    <a:pt x="2992150" y="3683000"/>
                  </a:lnTo>
                  <a:lnTo>
                    <a:pt x="2953235" y="3695700"/>
                  </a:lnTo>
                  <a:lnTo>
                    <a:pt x="2873755" y="3746500"/>
                  </a:lnTo>
                  <a:lnTo>
                    <a:pt x="2833217" y="3759200"/>
                  </a:lnTo>
                  <a:lnTo>
                    <a:pt x="2792165" y="3784600"/>
                  </a:lnTo>
                  <a:lnTo>
                    <a:pt x="2750610" y="3797300"/>
                  </a:lnTo>
                  <a:lnTo>
                    <a:pt x="2708566" y="3822700"/>
                  </a:lnTo>
                  <a:lnTo>
                    <a:pt x="2666046" y="3835400"/>
                  </a:lnTo>
                  <a:lnTo>
                    <a:pt x="2356164" y="3924300"/>
                  </a:lnTo>
                  <a:close/>
                </a:path>
                <a:path w="3959859" h="3949700">
                  <a:moveTo>
                    <a:pt x="2264081" y="3937000"/>
                  </a:moveTo>
                  <a:lnTo>
                    <a:pt x="1695781" y="3937000"/>
                  </a:lnTo>
                  <a:lnTo>
                    <a:pt x="1649560" y="3924300"/>
                  </a:lnTo>
                  <a:lnTo>
                    <a:pt x="2310302" y="3924300"/>
                  </a:lnTo>
                  <a:lnTo>
                    <a:pt x="2264081" y="3937000"/>
                  </a:lnTo>
                  <a:close/>
                </a:path>
                <a:path w="3959859" h="3949700">
                  <a:moveTo>
                    <a:pt x="2170611" y="3949700"/>
                  </a:moveTo>
                  <a:lnTo>
                    <a:pt x="1789250" y="3949700"/>
                  </a:lnTo>
                  <a:lnTo>
                    <a:pt x="1742349" y="3937000"/>
                  </a:lnTo>
                  <a:lnTo>
                    <a:pt x="2217513" y="3937000"/>
                  </a:lnTo>
                  <a:lnTo>
                    <a:pt x="2170611" y="3949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75282" y="1322108"/>
              <a:ext cx="2264961" cy="22545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680586" y="1348066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1079840" y="2159680"/>
                  </a:moveTo>
                  <a:lnTo>
                    <a:pt x="1031739" y="2158628"/>
                  </a:lnTo>
                  <a:lnTo>
                    <a:pt x="984178" y="2155500"/>
                  </a:lnTo>
                  <a:lnTo>
                    <a:pt x="937199" y="2150342"/>
                  </a:lnTo>
                  <a:lnTo>
                    <a:pt x="890847" y="2143197"/>
                  </a:lnTo>
                  <a:lnTo>
                    <a:pt x="845165" y="2134108"/>
                  </a:lnTo>
                  <a:lnTo>
                    <a:pt x="800197" y="2123120"/>
                  </a:lnTo>
                  <a:lnTo>
                    <a:pt x="755988" y="2110276"/>
                  </a:lnTo>
                  <a:lnTo>
                    <a:pt x="712581" y="2095621"/>
                  </a:lnTo>
                  <a:lnTo>
                    <a:pt x="670020" y="2079197"/>
                  </a:lnTo>
                  <a:lnTo>
                    <a:pt x="628349" y="2061050"/>
                  </a:lnTo>
                  <a:lnTo>
                    <a:pt x="587612" y="2041223"/>
                  </a:lnTo>
                  <a:lnTo>
                    <a:pt x="547852" y="2019760"/>
                  </a:lnTo>
                  <a:lnTo>
                    <a:pt x="509114" y="1996705"/>
                  </a:lnTo>
                  <a:lnTo>
                    <a:pt x="471441" y="1972101"/>
                  </a:lnTo>
                  <a:lnTo>
                    <a:pt x="434878" y="1945993"/>
                  </a:lnTo>
                  <a:lnTo>
                    <a:pt x="399468" y="1918425"/>
                  </a:lnTo>
                  <a:lnTo>
                    <a:pt x="365256" y="1889440"/>
                  </a:lnTo>
                  <a:lnTo>
                    <a:pt x="332284" y="1859082"/>
                  </a:lnTo>
                  <a:lnTo>
                    <a:pt x="300597" y="1827395"/>
                  </a:lnTo>
                  <a:lnTo>
                    <a:pt x="270239" y="1794423"/>
                  </a:lnTo>
                  <a:lnTo>
                    <a:pt x="241254" y="1760211"/>
                  </a:lnTo>
                  <a:lnTo>
                    <a:pt x="213686" y="1724801"/>
                  </a:lnTo>
                  <a:lnTo>
                    <a:pt x="187578" y="1688238"/>
                  </a:lnTo>
                  <a:lnTo>
                    <a:pt x="162974" y="1650565"/>
                  </a:lnTo>
                  <a:lnTo>
                    <a:pt x="139919" y="1611827"/>
                  </a:lnTo>
                  <a:lnTo>
                    <a:pt x="118456" y="1572068"/>
                  </a:lnTo>
                  <a:lnTo>
                    <a:pt x="98629" y="1531330"/>
                  </a:lnTo>
                  <a:lnTo>
                    <a:pt x="80482" y="1489659"/>
                  </a:lnTo>
                  <a:lnTo>
                    <a:pt x="64059" y="1447098"/>
                  </a:lnTo>
                  <a:lnTo>
                    <a:pt x="49403" y="1403691"/>
                  </a:lnTo>
                  <a:lnTo>
                    <a:pt x="36559" y="1359482"/>
                  </a:lnTo>
                  <a:lnTo>
                    <a:pt x="25571" y="1314514"/>
                  </a:lnTo>
                  <a:lnTo>
                    <a:pt x="16482" y="1268833"/>
                  </a:lnTo>
                  <a:lnTo>
                    <a:pt x="9337" y="1222480"/>
                  </a:lnTo>
                  <a:lnTo>
                    <a:pt x="4179" y="1175501"/>
                  </a:lnTo>
                  <a:lnTo>
                    <a:pt x="1052" y="1127940"/>
                  </a:lnTo>
                  <a:lnTo>
                    <a:pt x="0" y="1079840"/>
                  </a:lnTo>
                  <a:lnTo>
                    <a:pt x="1052" y="1031739"/>
                  </a:lnTo>
                  <a:lnTo>
                    <a:pt x="4179" y="984178"/>
                  </a:lnTo>
                  <a:lnTo>
                    <a:pt x="9337" y="937199"/>
                  </a:lnTo>
                  <a:lnTo>
                    <a:pt x="16482" y="890847"/>
                  </a:lnTo>
                  <a:lnTo>
                    <a:pt x="25571" y="845165"/>
                  </a:lnTo>
                  <a:lnTo>
                    <a:pt x="36559" y="800197"/>
                  </a:lnTo>
                  <a:lnTo>
                    <a:pt x="49403" y="755988"/>
                  </a:lnTo>
                  <a:lnTo>
                    <a:pt x="64059" y="712581"/>
                  </a:lnTo>
                  <a:lnTo>
                    <a:pt x="80482" y="670020"/>
                  </a:lnTo>
                  <a:lnTo>
                    <a:pt x="98629" y="628349"/>
                  </a:lnTo>
                  <a:lnTo>
                    <a:pt x="118456" y="587612"/>
                  </a:lnTo>
                  <a:lnTo>
                    <a:pt x="139919" y="547852"/>
                  </a:lnTo>
                  <a:lnTo>
                    <a:pt x="162974" y="509114"/>
                  </a:lnTo>
                  <a:lnTo>
                    <a:pt x="187578" y="471441"/>
                  </a:lnTo>
                  <a:lnTo>
                    <a:pt x="213686" y="434878"/>
                  </a:lnTo>
                  <a:lnTo>
                    <a:pt x="241254" y="399468"/>
                  </a:lnTo>
                  <a:lnTo>
                    <a:pt x="270239" y="365256"/>
                  </a:lnTo>
                  <a:lnTo>
                    <a:pt x="300597" y="332284"/>
                  </a:lnTo>
                  <a:lnTo>
                    <a:pt x="332284" y="300597"/>
                  </a:lnTo>
                  <a:lnTo>
                    <a:pt x="365256" y="270239"/>
                  </a:lnTo>
                  <a:lnTo>
                    <a:pt x="399468" y="241254"/>
                  </a:lnTo>
                  <a:lnTo>
                    <a:pt x="434878" y="213686"/>
                  </a:lnTo>
                  <a:lnTo>
                    <a:pt x="471441" y="187578"/>
                  </a:lnTo>
                  <a:lnTo>
                    <a:pt x="509114" y="162974"/>
                  </a:lnTo>
                  <a:lnTo>
                    <a:pt x="547852" y="139919"/>
                  </a:lnTo>
                  <a:lnTo>
                    <a:pt x="587612" y="118456"/>
                  </a:lnTo>
                  <a:lnTo>
                    <a:pt x="628349" y="98629"/>
                  </a:lnTo>
                  <a:lnTo>
                    <a:pt x="670020" y="80482"/>
                  </a:lnTo>
                  <a:lnTo>
                    <a:pt x="712581" y="64059"/>
                  </a:lnTo>
                  <a:lnTo>
                    <a:pt x="755988" y="49403"/>
                  </a:lnTo>
                  <a:lnTo>
                    <a:pt x="800197" y="36559"/>
                  </a:lnTo>
                  <a:lnTo>
                    <a:pt x="845165" y="25571"/>
                  </a:lnTo>
                  <a:lnTo>
                    <a:pt x="890847" y="16482"/>
                  </a:lnTo>
                  <a:lnTo>
                    <a:pt x="937199" y="9337"/>
                  </a:lnTo>
                  <a:lnTo>
                    <a:pt x="984178" y="4179"/>
                  </a:lnTo>
                  <a:lnTo>
                    <a:pt x="1031739" y="1052"/>
                  </a:lnTo>
                  <a:lnTo>
                    <a:pt x="1079840" y="0"/>
                  </a:lnTo>
                  <a:lnTo>
                    <a:pt x="1127940" y="1052"/>
                  </a:lnTo>
                  <a:lnTo>
                    <a:pt x="1175501" y="4179"/>
                  </a:lnTo>
                  <a:lnTo>
                    <a:pt x="1222480" y="9337"/>
                  </a:lnTo>
                  <a:lnTo>
                    <a:pt x="1268833" y="16482"/>
                  </a:lnTo>
                  <a:lnTo>
                    <a:pt x="1314514" y="25571"/>
                  </a:lnTo>
                  <a:lnTo>
                    <a:pt x="1359482" y="36559"/>
                  </a:lnTo>
                  <a:lnTo>
                    <a:pt x="1403691" y="49403"/>
                  </a:lnTo>
                  <a:lnTo>
                    <a:pt x="1447098" y="64059"/>
                  </a:lnTo>
                  <a:lnTo>
                    <a:pt x="1489659" y="80482"/>
                  </a:lnTo>
                  <a:lnTo>
                    <a:pt x="1531330" y="98629"/>
                  </a:lnTo>
                  <a:lnTo>
                    <a:pt x="1572068" y="118456"/>
                  </a:lnTo>
                  <a:lnTo>
                    <a:pt x="1611827" y="139919"/>
                  </a:lnTo>
                  <a:lnTo>
                    <a:pt x="1650565" y="162974"/>
                  </a:lnTo>
                  <a:lnTo>
                    <a:pt x="1688238" y="187578"/>
                  </a:lnTo>
                  <a:lnTo>
                    <a:pt x="1724801" y="213686"/>
                  </a:lnTo>
                  <a:lnTo>
                    <a:pt x="1760211" y="241254"/>
                  </a:lnTo>
                  <a:lnTo>
                    <a:pt x="1794423" y="270239"/>
                  </a:lnTo>
                  <a:lnTo>
                    <a:pt x="1827395" y="300597"/>
                  </a:lnTo>
                  <a:lnTo>
                    <a:pt x="1859082" y="332284"/>
                  </a:lnTo>
                  <a:lnTo>
                    <a:pt x="1889440" y="365256"/>
                  </a:lnTo>
                  <a:lnTo>
                    <a:pt x="1918425" y="399468"/>
                  </a:lnTo>
                  <a:lnTo>
                    <a:pt x="1945993" y="434878"/>
                  </a:lnTo>
                  <a:lnTo>
                    <a:pt x="1972101" y="471441"/>
                  </a:lnTo>
                  <a:lnTo>
                    <a:pt x="1996705" y="509114"/>
                  </a:lnTo>
                  <a:lnTo>
                    <a:pt x="2019760" y="547852"/>
                  </a:lnTo>
                  <a:lnTo>
                    <a:pt x="2041223" y="587612"/>
                  </a:lnTo>
                  <a:lnTo>
                    <a:pt x="2061050" y="628349"/>
                  </a:lnTo>
                  <a:lnTo>
                    <a:pt x="2079197" y="670020"/>
                  </a:lnTo>
                  <a:lnTo>
                    <a:pt x="2095621" y="712581"/>
                  </a:lnTo>
                  <a:lnTo>
                    <a:pt x="2110276" y="755988"/>
                  </a:lnTo>
                  <a:lnTo>
                    <a:pt x="2123120" y="800197"/>
                  </a:lnTo>
                  <a:lnTo>
                    <a:pt x="2134108" y="845165"/>
                  </a:lnTo>
                  <a:lnTo>
                    <a:pt x="2143197" y="890847"/>
                  </a:lnTo>
                  <a:lnTo>
                    <a:pt x="2150342" y="937199"/>
                  </a:lnTo>
                  <a:lnTo>
                    <a:pt x="2155500" y="984178"/>
                  </a:lnTo>
                  <a:lnTo>
                    <a:pt x="2158628" y="1031739"/>
                  </a:lnTo>
                  <a:lnTo>
                    <a:pt x="2159680" y="1079840"/>
                  </a:lnTo>
                  <a:lnTo>
                    <a:pt x="2158628" y="1127940"/>
                  </a:lnTo>
                  <a:lnTo>
                    <a:pt x="2155500" y="1175501"/>
                  </a:lnTo>
                  <a:lnTo>
                    <a:pt x="2150342" y="1222480"/>
                  </a:lnTo>
                  <a:lnTo>
                    <a:pt x="2143197" y="1268833"/>
                  </a:lnTo>
                  <a:lnTo>
                    <a:pt x="2134108" y="1314514"/>
                  </a:lnTo>
                  <a:lnTo>
                    <a:pt x="2123120" y="1359482"/>
                  </a:lnTo>
                  <a:lnTo>
                    <a:pt x="2110276" y="1403691"/>
                  </a:lnTo>
                  <a:lnTo>
                    <a:pt x="2095621" y="1447098"/>
                  </a:lnTo>
                  <a:lnTo>
                    <a:pt x="2079197" y="1489659"/>
                  </a:lnTo>
                  <a:lnTo>
                    <a:pt x="2061050" y="1531330"/>
                  </a:lnTo>
                  <a:lnTo>
                    <a:pt x="2041223" y="1572068"/>
                  </a:lnTo>
                  <a:lnTo>
                    <a:pt x="2019760" y="1611827"/>
                  </a:lnTo>
                  <a:lnTo>
                    <a:pt x="1996705" y="1650565"/>
                  </a:lnTo>
                  <a:lnTo>
                    <a:pt x="1972101" y="1688238"/>
                  </a:lnTo>
                  <a:lnTo>
                    <a:pt x="1945993" y="1724801"/>
                  </a:lnTo>
                  <a:lnTo>
                    <a:pt x="1918425" y="1760211"/>
                  </a:lnTo>
                  <a:lnTo>
                    <a:pt x="1889440" y="1794423"/>
                  </a:lnTo>
                  <a:lnTo>
                    <a:pt x="1859082" y="1827395"/>
                  </a:lnTo>
                  <a:lnTo>
                    <a:pt x="1827395" y="1859082"/>
                  </a:lnTo>
                  <a:lnTo>
                    <a:pt x="1794423" y="1889440"/>
                  </a:lnTo>
                  <a:lnTo>
                    <a:pt x="1760211" y="1918425"/>
                  </a:lnTo>
                  <a:lnTo>
                    <a:pt x="1724801" y="1945993"/>
                  </a:lnTo>
                  <a:lnTo>
                    <a:pt x="1688238" y="1972101"/>
                  </a:lnTo>
                  <a:lnTo>
                    <a:pt x="1650565" y="1996705"/>
                  </a:lnTo>
                  <a:lnTo>
                    <a:pt x="1611827" y="2019760"/>
                  </a:lnTo>
                  <a:lnTo>
                    <a:pt x="1572068" y="2041223"/>
                  </a:lnTo>
                  <a:lnTo>
                    <a:pt x="1531330" y="2061050"/>
                  </a:lnTo>
                  <a:lnTo>
                    <a:pt x="1489659" y="2079197"/>
                  </a:lnTo>
                  <a:lnTo>
                    <a:pt x="1447098" y="2095621"/>
                  </a:lnTo>
                  <a:lnTo>
                    <a:pt x="1403691" y="2110276"/>
                  </a:lnTo>
                  <a:lnTo>
                    <a:pt x="1359482" y="2123120"/>
                  </a:lnTo>
                  <a:lnTo>
                    <a:pt x="1314514" y="2134108"/>
                  </a:lnTo>
                  <a:lnTo>
                    <a:pt x="1268833" y="2143197"/>
                  </a:lnTo>
                  <a:lnTo>
                    <a:pt x="1222480" y="2150342"/>
                  </a:lnTo>
                  <a:lnTo>
                    <a:pt x="1175501" y="2155500"/>
                  </a:lnTo>
                  <a:lnTo>
                    <a:pt x="1127940" y="2158628"/>
                  </a:lnTo>
                  <a:lnTo>
                    <a:pt x="1079840" y="2159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6530" y="5864245"/>
              <a:ext cx="3528977" cy="35289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7571" y="1461449"/>
              <a:ext cx="1924677" cy="1924678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-3" y="0"/>
            <a:ext cx="6655434" cy="6988809"/>
            <a:chOff x="-3" y="0"/>
            <a:chExt cx="6655434" cy="6988809"/>
          </a:xfrm>
        </p:grpSpPr>
        <p:sp>
          <p:nvSpPr>
            <p:cNvPr id="13" name="object 13"/>
            <p:cNvSpPr/>
            <p:nvPr/>
          </p:nvSpPr>
          <p:spPr>
            <a:xfrm>
              <a:off x="-3" y="0"/>
              <a:ext cx="6655434" cy="6988809"/>
            </a:xfrm>
            <a:custGeom>
              <a:avLst/>
              <a:gdLst/>
              <a:ahLst/>
              <a:cxnLst/>
              <a:rect l="l" t="t" r="r" b="b"/>
              <a:pathLst>
                <a:path w="6655434" h="6988809">
                  <a:moveTo>
                    <a:pt x="6653482" y="26358"/>
                  </a:moveTo>
                  <a:lnTo>
                    <a:pt x="6654840" y="26358"/>
                  </a:lnTo>
                  <a:lnTo>
                    <a:pt x="6655087" y="26784"/>
                  </a:lnTo>
                  <a:lnTo>
                    <a:pt x="6653727" y="26784"/>
                  </a:lnTo>
                  <a:lnTo>
                    <a:pt x="6653482" y="26358"/>
                  </a:lnTo>
                  <a:close/>
                </a:path>
                <a:path w="6655434" h="6988809">
                  <a:moveTo>
                    <a:pt x="6524958" y="99886"/>
                  </a:moveTo>
                  <a:lnTo>
                    <a:pt x="6526130" y="101918"/>
                  </a:lnTo>
                  <a:lnTo>
                    <a:pt x="6524093" y="103097"/>
                  </a:lnTo>
                  <a:lnTo>
                    <a:pt x="6522920" y="101065"/>
                  </a:lnTo>
                  <a:lnTo>
                    <a:pt x="6524958" y="99886"/>
                  </a:lnTo>
                  <a:close/>
                </a:path>
                <a:path w="6655434" h="6988809">
                  <a:moveTo>
                    <a:pt x="6598641" y="231040"/>
                  </a:moveTo>
                  <a:lnTo>
                    <a:pt x="6600000" y="231040"/>
                  </a:lnTo>
                  <a:lnTo>
                    <a:pt x="6600246" y="231467"/>
                  </a:lnTo>
                  <a:lnTo>
                    <a:pt x="6598887" y="231467"/>
                  </a:lnTo>
                  <a:lnTo>
                    <a:pt x="6598641" y="231040"/>
                  </a:lnTo>
                  <a:close/>
                </a:path>
                <a:path w="6655434" h="6988809">
                  <a:moveTo>
                    <a:pt x="6320493" y="44239"/>
                  </a:moveTo>
                  <a:lnTo>
                    <a:pt x="6322259" y="47290"/>
                  </a:lnTo>
                  <a:lnTo>
                    <a:pt x="6319202" y="49055"/>
                  </a:lnTo>
                  <a:lnTo>
                    <a:pt x="6317437" y="46004"/>
                  </a:lnTo>
                  <a:lnTo>
                    <a:pt x="6320493" y="44239"/>
                  </a:lnTo>
                  <a:close/>
                </a:path>
                <a:path w="6655434" h="6988809">
                  <a:moveTo>
                    <a:pt x="6395302" y="174398"/>
                  </a:moveTo>
                  <a:lnTo>
                    <a:pt x="6396771" y="176945"/>
                  </a:lnTo>
                  <a:lnTo>
                    <a:pt x="6394224" y="178414"/>
                  </a:lnTo>
                  <a:lnTo>
                    <a:pt x="6392755" y="175867"/>
                  </a:lnTo>
                  <a:lnTo>
                    <a:pt x="6395302" y="174398"/>
                  </a:lnTo>
                  <a:close/>
                </a:path>
                <a:path w="6655434" h="6988809">
                  <a:moveTo>
                    <a:pt x="6470109" y="304563"/>
                  </a:moveTo>
                  <a:lnTo>
                    <a:pt x="6471283" y="306595"/>
                  </a:lnTo>
                  <a:lnTo>
                    <a:pt x="6469245" y="307774"/>
                  </a:lnTo>
                  <a:lnTo>
                    <a:pt x="6468073" y="305736"/>
                  </a:lnTo>
                  <a:lnTo>
                    <a:pt x="6470109" y="304563"/>
                  </a:lnTo>
                  <a:close/>
                </a:path>
                <a:path w="6655434" h="6988809">
                  <a:moveTo>
                    <a:pt x="6544924" y="434722"/>
                  </a:moveTo>
                  <a:lnTo>
                    <a:pt x="6545801" y="436245"/>
                  </a:lnTo>
                  <a:lnTo>
                    <a:pt x="6544273" y="437128"/>
                  </a:lnTo>
                  <a:lnTo>
                    <a:pt x="6543396" y="435605"/>
                  </a:lnTo>
                  <a:lnTo>
                    <a:pt x="6544924" y="434722"/>
                  </a:lnTo>
                  <a:close/>
                </a:path>
                <a:path w="6655434" h="6988809">
                  <a:moveTo>
                    <a:pt x="6190945" y="118348"/>
                  </a:moveTo>
                  <a:lnTo>
                    <a:pt x="6193296" y="122423"/>
                  </a:lnTo>
                  <a:lnTo>
                    <a:pt x="6189227" y="124774"/>
                  </a:lnTo>
                  <a:lnTo>
                    <a:pt x="6186875" y="120699"/>
                  </a:lnTo>
                  <a:lnTo>
                    <a:pt x="6190945" y="118348"/>
                  </a:lnTo>
                  <a:close/>
                </a:path>
                <a:path w="6655434" h="6988809">
                  <a:moveTo>
                    <a:pt x="6265753" y="248519"/>
                  </a:moveTo>
                  <a:lnTo>
                    <a:pt x="6267808" y="252078"/>
                  </a:lnTo>
                  <a:lnTo>
                    <a:pt x="6264248" y="254133"/>
                  </a:lnTo>
                  <a:lnTo>
                    <a:pt x="6262193" y="250574"/>
                  </a:lnTo>
                  <a:lnTo>
                    <a:pt x="6265753" y="248519"/>
                  </a:lnTo>
                  <a:close/>
                </a:path>
                <a:path w="6655434" h="6988809">
                  <a:moveTo>
                    <a:pt x="6340566" y="378672"/>
                  </a:moveTo>
                  <a:lnTo>
                    <a:pt x="6342326" y="381728"/>
                  </a:lnTo>
                  <a:lnTo>
                    <a:pt x="6339276" y="383487"/>
                  </a:lnTo>
                  <a:lnTo>
                    <a:pt x="6337517" y="380437"/>
                  </a:lnTo>
                  <a:lnTo>
                    <a:pt x="6340566" y="378672"/>
                  </a:lnTo>
                  <a:close/>
                </a:path>
                <a:path w="6655434" h="6988809">
                  <a:moveTo>
                    <a:pt x="6415269" y="509234"/>
                  </a:moveTo>
                  <a:lnTo>
                    <a:pt x="6416447" y="511272"/>
                  </a:lnTo>
                  <a:lnTo>
                    <a:pt x="6414410" y="512450"/>
                  </a:lnTo>
                  <a:lnTo>
                    <a:pt x="6413231" y="510413"/>
                  </a:lnTo>
                  <a:lnTo>
                    <a:pt x="6415269" y="509234"/>
                  </a:lnTo>
                  <a:close/>
                </a:path>
                <a:path w="6655434" h="6988809">
                  <a:moveTo>
                    <a:pt x="6490077" y="639399"/>
                  </a:moveTo>
                  <a:lnTo>
                    <a:pt x="6490959" y="640927"/>
                  </a:lnTo>
                  <a:lnTo>
                    <a:pt x="6489431" y="641810"/>
                  </a:lnTo>
                  <a:lnTo>
                    <a:pt x="6488549" y="640281"/>
                  </a:lnTo>
                  <a:lnTo>
                    <a:pt x="6490077" y="639399"/>
                  </a:lnTo>
                  <a:close/>
                </a:path>
                <a:path w="6655434" h="6988809">
                  <a:moveTo>
                    <a:pt x="5986594" y="62304"/>
                  </a:moveTo>
                  <a:lnTo>
                    <a:pt x="5989821" y="67901"/>
                  </a:lnTo>
                  <a:lnTo>
                    <a:pt x="5984230" y="71135"/>
                  </a:lnTo>
                  <a:lnTo>
                    <a:pt x="5980996" y="65538"/>
                  </a:lnTo>
                  <a:lnTo>
                    <a:pt x="5986594" y="62304"/>
                  </a:lnTo>
                  <a:close/>
                </a:path>
                <a:path w="6655434" h="6988809">
                  <a:moveTo>
                    <a:pt x="6061401" y="192469"/>
                  </a:moveTo>
                  <a:lnTo>
                    <a:pt x="6064339" y="197557"/>
                  </a:lnTo>
                  <a:lnTo>
                    <a:pt x="6059251" y="200494"/>
                  </a:lnTo>
                  <a:lnTo>
                    <a:pt x="6056314" y="195407"/>
                  </a:lnTo>
                  <a:lnTo>
                    <a:pt x="6061401" y="192469"/>
                  </a:lnTo>
                  <a:close/>
                </a:path>
                <a:path w="6655434" h="6988809">
                  <a:moveTo>
                    <a:pt x="6136103" y="323031"/>
                  </a:moveTo>
                  <a:lnTo>
                    <a:pt x="6138455" y="327100"/>
                  </a:lnTo>
                  <a:lnTo>
                    <a:pt x="6134385" y="329451"/>
                  </a:lnTo>
                  <a:lnTo>
                    <a:pt x="6132034" y="325376"/>
                  </a:lnTo>
                  <a:lnTo>
                    <a:pt x="6136103" y="323031"/>
                  </a:lnTo>
                  <a:close/>
                </a:path>
                <a:path w="6655434" h="6988809">
                  <a:moveTo>
                    <a:pt x="6210917" y="453190"/>
                  </a:moveTo>
                  <a:lnTo>
                    <a:pt x="6212973" y="456749"/>
                  </a:lnTo>
                  <a:lnTo>
                    <a:pt x="6209407" y="458811"/>
                  </a:lnTo>
                  <a:lnTo>
                    <a:pt x="6207352" y="455251"/>
                  </a:lnTo>
                  <a:lnTo>
                    <a:pt x="6210917" y="453190"/>
                  </a:lnTo>
                  <a:close/>
                </a:path>
                <a:path w="6655434" h="6988809">
                  <a:moveTo>
                    <a:pt x="6285726" y="583355"/>
                  </a:moveTo>
                  <a:lnTo>
                    <a:pt x="6287485" y="586405"/>
                  </a:lnTo>
                  <a:lnTo>
                    <a:pt x="6284434" y="588171"/>
                  </a:lnTo>
                  <a:lnTo>
                    <a:pt x="6282669" y="585114"/>
                  </a:lnTo>
                  <a:lnTo>
                    <a:pt x="6285726" y="583355"/>
                  </a:lnTo>
                  <a:close/>
                </a:path>
                <a:path w="6655434" h="6988809">
                  <a:moveTo>
                    <a:pt x="6360528" y="713514"/>
                  </a:moveTo>
                  <a:lnTo>
                    <a:pt x="6361997" y="716061"/>
                  </a:lnTo>
                  <a:lnTo>
                    <a:pt x="6359456" y="717530"/>
                  </a:lnTo>
                  <a:lnTo>
                    <a:pt x="6357987" y="714983"/>
                  </a:lnTo>
                  <a:lnTo>
                    <a:pt x="6360528" y="713514"/>
                  </a:lnTo>
                  <a:close/>
                </a:path>
                <a:path w="6655434" h="6988809">
                  <a:moveTo>
                    <a:pt x="6435235" y="844076"/>
                  </a:moveTo>
                  <a:lnTo>
                    <a:pt x="6436118" y="845604"/>
                  </a:lnTo>
                  <a:lnTo>
                    <a:pt x="6434589" y="846487"/>
                  </a:lnTo>
                  <a:lnTo>
                    <a:pt x="6433707" y="844958"/>
                  </a:lnTo>
                  <a:lnTo>
                    <a:pt x="6435235" y="844076"/>
                  </a:lnTo>
                  <a:close/>
                </a:path>
                <a:path w="6655434" h="6988809">
                  <a:moveTo>
                    <a:pt x="6509025" y="974827"/>
                  </a:moveTo>
                  <a:lnTo>
                    <a:pt x="6510389" y="974827"/>
                  </a:lnTo>
                  <a:lnTo>
                    <a:pt x="6510636" y="975254"/>
                  </a:lnTo>
                  <a:lnTo>
                    <a:pt x="6509270" y="975254"/>
                  </a:lnTo>
                  <a:lnTo>
                    <a:pt x="6509025" y="974827"/>
                  </a:lnTo>
                  <a:close/>
                </a:path>
                <a:path w="6655434" h="6988809">
                  <a:moveTo>
                    <a:pt x="5782348" y="5857"/>
                  </a:moveTo>
                  <a:lnTo>
                    <a:pt x="5786755" y="13491"/>
                  </a:lnTo>
                  <a:lnTo>
                    <a:pt x="5779120" y="17898"/>
                  </a:lnTo>
                  <a:lnTo>
                    <a:pt x="5774713" y="10264"/>
                  </a:lnTo>
                  <a:lnTo>
                    <a:pt x="5782348" y="5857"/>
                  </a:lnTo>
                  <a:close/>
                </a:path>
                <a:path w="6655434" h="6988809">
                  <a:moveTo>
                    <a:pt x="5857044" y="136425"/>
                  </a:moveTo>
                  <a:lnTo>
                    <a:pt x="5860864" y="143035"/>
                  </a:lnTo>
                  <a:lnTo>
                    <a:pt x="5854254" y="146855"/>
                  </a:lnTo>
                  <a:lnTo>
                    <a:pt x="5850433" y="140239"/>
                  </a:lnTo>
                  <a:lnTo>
                    <a:pt x="5857044" y="136425"/>
                  </a:lnTo>
                  <a:close/>
                </a:path>
                <a:path w="6655434" h="6988809">
                  <a:moveTo>
                    <a:pt x="5931858" y="266578"/>
                  </a:moveTo>
                  <a:lnTo>
                    <a:pt x="5935382" y="272685"/>
                  </a:lnTo>
                  <a:lnTo>
                    <a:pt x="5929270" y="276215"/>
                  </a:lnTo>
                  <a:lnTo>
                    <a:pt x="5925745" y="270108"/>
                  </a:lnTo>
                  <a:lnTo>
                    <a:pt x="5931858" y="266578"/>
                  </a:lnTo>
                  <a:close/>
                </a:path>
                <a:path w="6655434" h="6988809">
                  <a:moveTo>
                    <a:pt x="6006560" y="397146"/>
                  </a:moveTo>
                  <a:lnTo>
                    <a:pt x="6009497" y="402234"/>
                  </a:lnTo>
                  <a:lnTo>
                    <a:pt x="6004410" y="405172"/>
                  </a:lnTo>
                  <a:lnTo>
                    <a:pt x="6001472" y="400084"/>
                  </a:lnTo>
                  <a:lnTo>
                    <a:pt x="6006560" y="397146"/>
                  </a:lnTo>
                  <a:close/>
                </a:path>
                <a:path w="6655434" h="6988809">
                  <a:moveTo>
                    <a:pt x="6081368" y="527306"/>
                  </a:moveTo>
                  <a:lnTo>
                    <a:pt x="6084009" y="531884"/>
                  </a:lnTo>
                  <a:lnTo>
                    <a:pt x="6079431" y="534532"/>
                  </a:lnTo>
                  <a:lnTo>
                    <a:pt x="6076783" y="529947"/>
                  </a:lnTo>
                  <a:lnTo>
                    <a:pt x="6081368" y="527306"/>
                  </a:lnTo>
                  <a:close/>
                </a:path>
                <a:path w="6655434" h="6988809">
                  <a:moveTo>
                    <a:pt x="6156069" y="657867"/>
                  </a:moveTo>
                  <a:lnTo>
                    <a:pt x="6158131" y="661433"/>
                  </a:lnTo>
                  <a:lnTo>
                    <a:pt x="6154565" y="663488"/>
                  </a:lnTo>
                  <a:lnTo>
                    <a:pt x="6152504" y="659922"/>
                  </a:lnTo>
                  <a:lnTo>
                    <a:pt x="6156069" y="657867"/>
                  </a:lnTo>
                  <a:close/>
                </a:path>
                <a:path w="6655434" h="6988809">
                  <a:moveTo>
                    <a:pt x="6230877" y="788032"/>
                  </a:moveTo>
                  <a:lnTo>
                    <a:pt x="6232642" y="791083"/>
                  </a:lnTo>
                  <a:lnTo>
                    <a:pt x="6229592" y="792848"/>
                  </a:lnTo>
                  <a:lnTo>
                    <a:pt x="6227827" y="789798"/>
                  </a:lnTo>
                  <a:lnTo>
                    <a:pt x="6230877" y="788032"/>
                  </a:lnTo>
                  <a:close/>
                </a:path>
                <a:path w="6655434" h="6988809">
                  <a:moveTo>
                    <a:pt x="6305692" y="918191"/>
                  </a:moveTo>
                  <a:lnTo>
                    <a:pt x="6307161" y="920732"/>
                  </a:lnTo>
                  <a:lnTo>
                    <a:pt x="6304614" y="922202"/>
                  </a:lnTo>
                  <a:lnTo>
                    <a:pt x="6303145" y="919661"/>
                  </a:lnTo>
                  <a:lnTo>
                    <a:pt x="6305692" y="918191"/>
                  </a:lnTo>
                  <a:close/>
                </a:path>
                <a:path w="6655434" h="6988809">
                  <a:moveTo>
                    <a:pt x="6380387" y="1048753"/>
                  </a:moveTo>
                  <a:lnTo>
                    <a:pt x="6381270" y="1050287"/>
                  </a:lnTo>
                  <a:lnTo>
                    <a:pt x="6379748" y="1051164"/>
                  </a:lnTo>
                  <a:lnTo>
                    <a:pt x="6378865" y="1049636"/>
                  </a:lnTo>
                  <a:lnTo>
                    <a:pt x="6380387" y="1048753"/>
                  </a:lnTo>
                  <a:close/>
                </a:path>
                <a:path w="6655434" h="6988809">
                  <a:moveTo>
                    <a:pt x="6454177" y="1179505"/>
                  </a:moveTo>
                  <a:lnTo>
                    <a:pt x="6455541" y="1179505"/>
                  </a:lnTo>
                  <a:lnTo>
                    <a:pt x="6455788" y="1179937"/>
                  </a:lnTo>
                  <a:lnTo>
                    <a:pt x="6454428" y="1179937"/>
                  </a:lnTo>
                  <a:lnTo>
                    <a:pt x="6454177" y="1179505"/>
                  </a:lnTo>
                  <a:close/>
                </a:path>
                <a:path w="6655434" h="6988809">
                  <a:moveTo>
                    <a:pt x="5652692" y="80375"/>
                  </a:moveTo>
                  <a:lnTo>
                    <a:pt x="5657390" y="88513"/>
                  </a:lnTo>
                  <a:lnTo>
                    <a:pt x="5649251" y="93216"/>
                  </a:lnTo>
                  <a:lnTo>
                    <a:pt x="5644548" y="85072"/>
                  </a:lnTo>
                  <a:lnTo>
                    <a:pt x="5652692" y="80375"/>
                  </a:lnTo>
                  <a:close/>
                </a:path>
                <a:path w="6655434" h="6988809">
                  <a:moveTo>
                    <a:pt x="5727501" y="210534"/>
                  </a:moveTo>
                  <a:lnTo>
                    <a:pt x="5731907" y="218163"/>
                  </a:lnTo>
                  <a:lnTo>
                    <a:pt x="5724272" y="222570"/>
                  </a:lnTo>
                  <a:lnTo>
                    <a:pt x="5719866" y="214941"/>
                  </a:lnTo>
                  <a:lnTo>
                    <a:pt x="5727501" y="210534"/>
                  </a:lnTo>
                  <a:close/>
                </a:path>
                <a:path w="6655434" h="6988809">
                  <a:moveTo>
                    <a:pt x="5802309" y="340699"/>
                  </a:moveTo>
                  <a:lnTo>
                    <a:pt x="5806425" y="347825"/>
                  </a:lnTo>
                  <a:lnTo>
                    <a:pt x="5799300" y="351936"/>
                  </a:lnTo>
                  <a:lnTo>
                    <a:pt x="5795183" y="344810"/>
                  </a:lnTo>
                  <a:lnTo>
                    <a:pt x="5802309" y="340699"/>
                  </a:lnTo>
                  <a:close/>
                </a:path>
                <a:path w="6655434" h="6988809">
                  <a:moveTo>
                    <a:pt x="5877016" y="471261"/>
                  </a:moveTo>
                  <a:lnTo>
                    <a:pt x="5880540" y="477362"/>
                  </a:lnTo>
                  <a:lnTo>
                    <a:pt x="5874434" y="480886"/>
                  </a:lnTo>
                  <a:lnTo>
                    <a:pt x="5870909" y="474785"/>
                  </a:lnTo>
                  <a:lnTo>
                    <a:pt x="5877016" y="471261"/>
                  </a:lnTo>
                  <a:close/>
                </a:path>
                <a:path w="6655434" h="6988809">
                  <a:moveTo>
                    <a:pt x="5951718" y="601823"/>
                  </a:moveTo>
                  <a:lnTo>
                    <a:pt x="5954656" y="606910"/>
                  </a:lnTo>
                  <a:lnTo>
                    <a:pt x="5949568" y="609848"/>
                  </a:lnTo>
                  <a:lnTo>
                    <a:pt x="5946630" y="604761"/>
                  </a:lnTo>
                  <a:lnTo>
                    <a:pt x="5951718" y="601823"/>
                  </a:lnTo>
                  <a:close/>
                </a:path>
                <a:path w="6655434" h="6988809">
                  <a:moveTo>
                    <a:pt x="6026520" y="731982"/>
                  </a:moveTo>
                  <a:lnTo>
                    <a:pt x="6029168" y="736566"/>
                  </a:lnTo>
                  <a:lnTo>
                    <a:pt x="6024589" y="739208"/>
                  </a:lnTo>
                  <a:lnTo>
                    <a:pt x="6021942" y="734629"/>
                  </a:lnTo>
                  <a:lnTo>
                    <a:pt x="6026520" y="731982"/>
                  </a:lnTo>
                  <a:close/>
                </a:path>
                <a:path w="6655434" h="6988809">
                  <a:moveTo>
                    <a:pt x="6101334" y="862141"/>
                  </a:moveTo>
                  <a:lnTo>
                    <a:pt x="6103686" y="866216"/>
                  </a:lnTo>
                  <a:lnTo>
                    <a:pt x="6099611" y="868567"/>
                  </a:lnTo>
                  <a:lnTo>
                    <a:pt x="6097259" y="864492"/>
                  </a:lnTo>
                  <a:lnTo>
                    <a:pt x="6101334" y="862141"/>
                  </a:lnTo>
                  <a:close/>
                </a:path>
                <a:path w="6655434" h="6988809">
                  <a:moveTo>
                    <a:pt x="6176030" y="992709"/>
                  </a:moveTo>
                  <a:lnTo>
                    <a:pt x="6177795" y="995766"/>
                  </a:lnTo>
                  <a:lnTo>
                    <a:pt x="6174745" y="997525"/>
                  </a:lnTo>
                  <a:lnTo>
                    <a:pt x="6172980" y="994468"/>
                  </a:lnTo>
                  <a:lnTo>
                    <a:pt x="6176030" y="992709"/>
                  </a:lnTo>
                  <a:close/>
                </a:path>
                <a:path w="6655434" h="6988809">
                  <a:moveTo>
                    <a:pt x="6250850" y="1122868"/>
                  </a:moveTo>
                  <a:lnTo>
                    <a:pt x="6252319" y="1125415"/>
                  </a:lnTo>
                  <a:lnTo>
                    <a:pt x="6249772" y="1126884"/>
                  </a:lnTo>
                  <a:lnTo>
                    <a:pt x="6248303" y="1124338"/>
                  </a:lnTo>
                  <a:lnTo>
                    <a:pt x="6250850" y="1122868"/>
                  </a:lnTo>
                  <a:close/>
                </a:path>
                <a:path w="6655434" h="6988809">
                  <a:moveTo>
                    <a:pt x="6325552" y="1253430"/>
                  </a:moveTo>
                  <a:lnTo>
                    <a:pt x="6326428" y="1254953"/>
                  </a:lnTo>
                  <a:lnTo>
                    <a:pt x="6324900" y="1255835"/>
                  </a:lnTo>
                  <a:lnTo>
                    <a:pt x="6324023" y="1254313"/>
                  </a:lnTo>
                  <a:lnTo>
                    <a:pt x="6325552" y="1253430"/>
                  </a:lnTo>
                  <a:close/>
                </a:path>
                <a:path w="6655434" h="6988809">
                  <a:moveTo>
                    <a:pt x="6399341" y="1384182"/>
                  </a:moveTo>
                  <a:lnTo>
                    <a:pt x="6400695" y="1384182"/>
                  </a:lnTo>
                  <a:lnTo>
                    <a:pt x="6400946" y="1384614"/>
                  </a:lnTo>
                  <a:lnTo>
                    <a:pt x="6399592" y="1384614"/>
                  </a:lnTo>
                  <a:lnTo>
                    <a:pt x="6399341" y="1384182"/>
                  </a:lnTo>
                  <a:close/>
                </a:path>
                <a:path w="6655434" h="6988809">
                  <a:moveTo>
                    <a:pt x="5448447" y="23922"/>
                  </a:moveTo>
                  <a:lnTo>
                    <a:pt x="5454323" y="34104"/>
                  </a:lnTo>
                  <a:lnTo>
                    <a:pt x="5444141" y="39980"/>
                  </a:lnTo>
                  <a:lnTo>
                    <a:pt x="5438266" y="29798"/>
                  </a:lnTo>
                  <a:lnTo>
                    <a:pt x="5448447" y="23922"/>
                  </a:lnTo>
                  <a:close/>
                </a:path>
                <a:path w="6655434" h="6988809">
                  <a:moveTo>
                    <a:pt x="5523149" y="154490"/>
                  </a:moveTo>
                  <a:lnTo>
                    <a:pt x="5528438" y="163647"/>
                  </a:lnTo>
                  <a:lnTo>
                    <a:pt x="5519275" y="168936"/>
                  </a:lnTo>
                  <a:lnTo>
                    <a:pt x="5513986" y="159779"/>
                  </a:lnTo>
                  <a:lnTo>
                    <a:pt x="5523149" y="154490"/>
                  </a:lnTo>
                  <a:close/>
                </a:path>
                <a:path w="6655434" h="6988809">
                  <a:moveTo>
                    <a:pt x="5597951" y="284649"/>
                  </a:moveTo>
                  <a:lnTo>
                    <a:pt x="5602950" y="293303"/>
                  </a:lnTo>
                  <a:lnTo>
                    <a:pt x="5594303" y="298296"/>
                  </a:lnTo>
                  <a:lnTo>
                    <a:pt x="5589304" y="289642"/>
                  </a:lnTo>
                  <a:lnTo>
                    <a:pt x="5597951" y="284649"/>
                  </a:lnTo>
                  <a:close/>
                </a:path>
                <a:path w="6655434" h="6988809">
                  <a:moveTo>
                    <a:pt x="5672659" y="415211"/>
                  </a:moveTo>
                  <a:lnTo>
                    <a:pt x="5677065" y="422846"/>
                  </a:lnTo>
                  <a:lnTo>
                    <a:pt x="5669431" y="427253"/>
                  </a:lnTo>
                  <a:lnTo>
                    <a:pt x="5665024" y="419618"/>
                  </a:lnTo>
                  <a:lnTo>
                    <a:pt x="5672659" y="415211"/>
                  </a:lnTo>
                  <a:close/>
                </a:path>
                <a:path w="6655434" h="6988809">
                  <a:moveTo>
                    <a:pt x="5747467" y="545376"/>
                  </a:moveTo>
                  <a:lnTo>
                    <a:pt x="5751577" y="552495"/>
                  </a:lnTo>
                  <a:lnTo>
                    <a:pt x="5744458" y="556606"/>
                  </a:lnTo>
                  <a:lnTo>
                    <a:pt x="5740347" y="549487"/>
                  </a:lnTo>
                  <a:lnTo>
                    <a:pt x="5747467" y="545376"/>
                  </a:lnTo>
                  <a:close/>
                </a:path>
                <a:path w="6655434" h="6988809">
                  <a:moveTo>
                    <a:pt x="5822169" y="675938"/>
                  </a:moveTo>
                  <a:lnTo>
                    <a:pt x="5825693" y="682044"/>
                  </a:lnTo>
                  <a:lnTo>
                    <a:pt x="5819592" y="685569"/>
                  </a:lnTo>
                  <a:lnTo>
                    <a:pt x="5816068" y="679462"/>
                  </a:lnTo>
                  <a:lnTo>
                    <a:pt x="5822169" y="675938"/>
                  </a:lnTo>
                  <a:close/>
                </a:path>
                <a:path w="6655434" h="6988809">
                  <a:moveTo>
                    <a:pt x="5896870" y="806500"/>
                  </a:moveTo>
                  <a:lnTo>
                    <a:pt x="5899808" y="811587"/>
                  </a:lnTo>
                  <a:lnTo>
                    <a:pt x="5894720" y="814525"/>
                  </a:lnTo>
                  <a:lnTo>
                    <a:pt x="5891782" y="809437"/>
                  </a:lnTo>
                  <a:lnTo>
                    <a:pt x="5896870" y="806500"/>
                  </a:lnTo>
                  <a:close/>
                </a:path>
                <a:path w="6655434" h="6988809">
                  <a:moveTo>
                    <a:pt x="5971679" y="936665"/>
                  </a:moveTo>
                  <a:lnTo>
                    <a:pt x="5974326" y="941243"/>
                  </a:lnTo>
                  <a:lnTo>
                    <a:pt x="5969748" y="943885"/>
                  </a:lnTo>
                  <a:lnTo>
                    <a:pt x="5967106" y="939306"/>
                  </a:lnTo>
                  <a:lnTo>
                    <a:pt x="5971679" y="936665"/>
                  </a:lnTo>
                  <a:close/>
                </a:path>
                <a:path w="6655434" h="6988809">
                  <a:moveTo>
                    <a:pt x="6046493" y="1066818"/>
                  </a:moveTo>
                  <a:lnTo>
                    <a:pt x="6048844" y="1070893"/>
                  </a:lnTo>
                  <a:lnTo>
                    <a:pt x="6044769" y="1073244"/>
                  </a:lnTo>
                  <a:lnTo>
                    <a:pt x="6042418" y="1069169"/>
                  </a:lnTo>
                  <a:lnTo>
                    <a:pt x="6046493" y="1066818"/>
                  </a:lnTo>
                  <a:close/>
                </a:path>
                <a:path w="6655434" h="6988809">
                  <a:moveTo>
                    <a:pt x="6121194" y="1197380"/>
                  </a:moveTo>
                  <a:lnTo>
                    <a:pt x="6122953" y="1200436"/>
                  </a:lnTo>
                  <a:lnTo>
                    <a:pt x="6119897" y="1202202"/>
                  </a:lnTo>
                  <a:lnTo>
                    <a:pt x="6118138" y="1199145"/>
                  </a:lnTo>
                  <a:lnTo>
                    <a:pt x="6121194" y="1197380"/>
                  </a:lnTo>
                  <a:close/>
                </a:path>
                <a:path w="6655434" h="6988809">
                  <a:moveTo>
                    <a:pt x="6196002" y="1327551"/>
                  </a:moveTo>
                  <a:lnTo>
                    <a:pt x="6197471" y="1330092"/>
                  </a:lnTo>
                  <a:lnTo>
                    <a:pt x="6194930" y="1331561"/>
                  </a:lnTo>
                  <a:lnTo>
                    <a:pt x="6193461" y="1329020"/>
                  </a:lnTo>
                  <a:lnTo>
                    <a:pt x="6196002" y="1327551"/>
                  </a:lnTo>
                  <a:close/>
                </a:path>
                <a:path w="6655434" h="6988809">
                  <a:moveTo>
                    <a:pt x="6270704" y="1458112"/>
                  </a:moveTo>
                  <a:lnTo>
                    <a:pt x="6271587" y="1459635"/>
                  </a:lnTo>
                  <a:lnTo>
                    <a:pt x="6270058" y="1460517"/>
                  </a:lnTo>
                  <a:lnTo>
                    <a:pt x="6269176" y="1458995"/>
                  </a:lnTo>
                  <a:lnTo>
                    <a:pt x="6270704" y="1458112"/>
                  </a:lnTo>
                  <a:close/>
                </a:path>
                <a:path w="6655434" h="6988809">
                  <a:moveTo>
                    <a:pt x="6344499" y="1588858"/>
                  </a:moveTo>
                  <a:lnTo>
                    <a:pt x="6345852" y="1588858"/>
                  </a:lnTo>
                  <a:lnTo>
                    <a:pt x="6346099" y="1589284"/>
                  </a:lnTo>
                  <a:lnTo>
                    <a:pt x="6344746" y="1589284"/>
                  </a:lnTo>
                  <a:lnTo>
                    <a:pt x="6344499" y="1588858"/>
                  </a:lnTo>
                  <a:close/>
                </a:path>
                <a:path w="6655434" h="6988809">
                  <a:moveTo>
                    <a:pt x="5319005" y="97633"/>
                  </a:moveTo>
                  <a:lnTo>
                    <a:pt x="5325763" y="109343"/>
                  </a:lnTo>
                  <a:lnTo>
                    <a:pt x="5314059" y="116101"/>
                  </a:lnTo>
                  <a:lnTo>
                    <a:pt x="5307301" y="104392"/>
                  </a:lnTo>
                  <a:lnTo>
                    <a:pt x="5319005" y="97633"/>
                  </a:lnTo>
                  <a:close/>
                </a:path>
                <a:path w="6655434" h="6988809">
                  <a:moveTo>
                    <a:pt x="5393600" y="228604"/>
                  </a:moveTo>
                  <a:lnTo>
                    <a:pt x="5399475" y="238780"/>
                  </a:lnTo>
                  <a:lnTo>
                    <a:pt x="5389299" y="244655"/>
                  </a:lnTo>
                  <a:lnTo>
                    <a:pt x="5383424" y="234480"/>
                  </a:lnTo>
                  <a:lnTo>
                    <a:pt x="5393600" y="228604"/>
                  </a:lnTo>
                  <a:close/>
                </a:path>
                <a:path w="6655434" h="6988809">
                  <a:moveTo>
                    <a:pt x="5468301" y="359166"/>
                  </a:moveTo>
                  <a:lnTo>
                    <a:pt x="5473591" y="368323"/>
                  </a:lnTo>
                  <a:lnTo>
                    <a:pt x="5464428" y="373612"/>
                  </a:lnTo>
                  <a:lnTo>
                    <a:pt x="5459144" y="364455"/>
                  </a:lnTo>
                  <a:lnTo>
                    <a:pt x="5468301" y="359166"/>
                  </a:lnTo>
                  <a:close/>
                </a:path>
                <a:path w="6655434" h="6988809">
                  <a:moveTo>
                    <a:pt x="5543116" y="489325"/>
                  </a:moveTo>
                  <a:lnTo>
                    <a:pt x="5548109" y="497973"/>
                  </a:lnTo>
                  <a:lnTo>
                    <a:pt x="5539455" y="502965"/>
                  </a:lnTo>
                  <a:lnTo>
                    <a:pt x="5534462" y="494318"/>
                  </a:lnTo>
                  <a:lnTo>
                    <a:pt x="5543116" y="489325"/>
                  </a:lnTo>
                  <a:close/>
                </a:path>
                <a:path w="6655434" h="6988809">
                  <a:moveTo>
                    <a:pt x="5617924" y="619485"/>
                  </a:moveTo>
                  <a:lnTo>
                    <a:pt x="5622627" y="627628"/>
                  </a:lnTo>
                  <a:lnTo>
                    <a:pt x="5614482" y="632332"/>
                  </a:lnTo>
                  <a:lnTo>
                    <a:pt x="5609779" y="624182"/>
                  </a:lnTo>
                  <a:lnTo>
                    <a:pt x="5617924" y="619485"/>
                  </a:lnTo>
                  <a:close/>
                </a:path>
                <a:path w="6655434" h="6988809">
                  <a:moveTo>
                    <a:pt x="5692625" y="750047"/>
                  </a:moveTo>
                  <a:lnTo>
                    <a:pt x="5696736" y="757172"/>
                  </a:lnTo>
                  <a:lnTo>
                    <a:pt x="5689616" y="761282"/>
                  </a:lnTo>
                  <a:lnTo>
                    <a:pt x="5685500" y="754163"/>
                  </a:lnTo>
                  <a:lnTo>
                    <a:pt x="5692625" y="750047"/>
                  </a:lnTo>
                  <a:close/>
                </a:path>
                <a:path w="6655434" h="6988809">
                  <a:moveTo>
                    <a:pt x="5767433" y="880211"/>
                  </a:moveTo>
                  <a:lnTo>
                    <a:pt x="5771254" y="886827"/>
                  </a:lnTo>
                  <a:lnTo>
                    <a:pt x="5764632" y="890648"/>
                  </a:lnTo>
                  <a:lnTo>
                    <a:pt x="5760817" y="884032"/>
                  </a:lnTo>
                  <a:lnTo>
                    <a:pt x="5767433" y="880211"/>
                  </a:lnTo>
                  <a:close/>
                </a:path>
                <a:path w="6655434" h="6988809">
                  <a:moveTo>
                    <a:pt x="5842135" y="1010773"/>
                  </a:moveTo>
                  <a:lnTo>
                    <a:pt x="5845369" y="1016370"/>
                  </a:lnTo>
                  <a:lnTo>
                    <a:pt x="5839772" y="1019604"/>
                  </a:lnTo>
                  <a:lnTo>
                    <a:pt x="5836544" y="1014007"/>
                  </a:lnTo>
                  <a:lnTo>
                    <a:pt x="5842135" y="1010773"/>
                  </a:lnTo>
                  <a:close/>
                </a:path>
                <a:path w="6655434" h="6988809">
                  <a:moveTo>
                    <a:pt x="5916843" y="1141335"/>
                  </a:moveTo>
                  <a:lnTo>
                    <a:pt x="5919484" y="1145913"/>
                  </a:lnTo>
                  <a:lnTo>
                    <a:pt x="5914900" y="1148555"/>
                  </a:lnTo>
                  <a:lnTo>
                    <a:pt x="5912258" y="1143983"/>
                  </a:lnTo>
                  <a:lnTo>
                    <a:pt x="5916843" y="1141335"/>
                  </a:lnTo>
                  <a:close/>
                </a:path>
                <a:path w="6655434" h="6988809">
                  <a:moveTo>
                    <a:pt x="5991645" y="1271500"/>
                  </a:moveTo>
                  <a:lnTo>
                    <a:pt x="5993997" y="1275569"/>
                  </a:lnTo>
                  <a:lnTo>
                    <a:pt x="5989927" y="1277920"/>
                  </a:lnTo>
                  <a:lnTo>
                    <a:pt x="5987576" y="1273851"/>
                  </a:lnTo>
                  <a:lnTo>
                    <a:pt x="5991645" y="1271500"/>
                  </a:lnTo>
                  <a:close/>
                </a:path>
                <a:path w="6655434" h="6988809">
                  <a:moveTo>
                    <a:pt x="6066353" y="1402062"/>
                  </a:moveTo>
                  <a:lnTo>
                    <a:pt x="6068112" y="1405112"/>
                  </a:lnTo>
                  <a:lnTo>
                    <a:pt x="6065061" y="1406877"/>
                  </a:lnTo>
                  <a:lnTo>
                    <a:pt x="6063296" y="1403821"/>
                  </a:lnTo>
                  <a:lnTo>
                    <a:pt x="6066353" y="1402062"/>
                  </a:lnTo>
                  <a:close/>
                </a:path>
                <a:path w="6655434" h="6988809">
                  <a:moveTo>
                    <a:pt x="6141155" y="1532221"/>
                  </a:moveTo>
                  <a:lnTo>
                    <a:pt x="6142624" y="1534767"/>
                  </a:lnTo>
                  <a:lnTo>
                    <a:pt x="6140083" y="1536237"/>
                  </a:lnTo>
                  <a:lnTo>
                    <a:pt x="6138614" y="1533690"/>
                  </a:lnTo>
                  <a:lnTo>
                    <a:pt x="6141155" y="1532221"/>
                  </a:lnTo>
                  <a:close/>
                </a:path>
                <a:path w="6655434" h="6988809">
                  <a:moveTo>
                    <a:pt x="6215862" y="1662782"/>
                  </a:moveTo>
                  <a:lnTo>
                    <a:pt x="6216745" y="1664311"/>
                  </a:lnTo>
                  <a:lnTo>
                    <a:pt x="6215217" y="1665193"/>
                  </a:lnTo>
                  <a:lnTo>
                    <a:pt x="6214334" y="1663665"/>
                  </a:lnTo>
                  <a:lnTo>
                    <a:pt x="6215862" y="1662782"/>
                  </a:lnTo>
                  <a:close/>
                </a:path>
                <a:path w="6655434" h="6988809">
                  <a:moveTo>
                    <a:pt x="5114760" y="41186"/>
                  </a:moveTo>
                  <a:lnTo>
                    <a:pt x="5122691" y="54921"/>
                  </a:lnTo>
                  <a:lnTo>
                    <a:pt x="5108949" y="62858"/>
                  </a:lnTo>
                  <a:lnTo>
                    <a:pt x="5101018" y="49123"/>
                  </a:lnTo>
                  <a:lnTo>
                    <a:pt x="5114760" y="41186"/>
                  </a:lnTo>
                  <a:close/>
                </a:path>
                <a:path w="6655434" h="6988809">
                  <a:moveTo>
                    <a:pt x="5189567" y="171345"/>
                  </a:moveTo>
                  <a:lnTo>
                    <a:pt x="5197209" y="184583"/>
                  </a:lnTo>
                  <a:lnTo>
                    <a:pt x="5183977" y="192217"/>
                  </a:lnTo>
                  <a:lnTo>
                    <a:pt x="5176336" y="178985"/>
                  </a:lnTo>
                  <a:lnTo>
                    <a:pt x="5189567" y="171345"/>
                  </a:lnTo>
                  <a:close/>
                </a:path>
                <a:path w="6655434" h="6988809">
                  <a:moveTo>
                    <a:pt x="5264270" y="301913"/>
                  </a:moveTo>
                  <a:lnTo>
                    <a:pt x="5271324" y="314126"/>
                  </a:lnTo>
                  <a:lnTo>
                    <a:pt x="5259111" y="321175"/>
                  </a:lnTo>
                  <a:lnTo>
                    <a:pt x="5252056" y="308962"/>
                  </a:lnTo>
                  <a:lnTo>
                    <a:pt x="5264270" y="301913"/>
                  </a:lnTo>
                  <a:close/>
                </a:path>
                <a:path w="6655434" h="6988809">
                  <a:moveTo>
                    <a:pt x="5338865" y="432878"/>
                  </a:moveTo>
                  <a:lnTo>
                    <a:pt x="5345036" y="443563"/>
                  </a:lnTo>
                  <a:lnTo>
                    <a:pt x="5334351" y="449729"/>
                  </a:lnTo>
                  <a:lnTo>
                    <a:pt x="5328179" y="439044"/>
                  </a:lnTo>
                  <a:lnTo>
                    <a:pt x="5338865" y="432878"/>
                  </a:lnTo>
                  <a:close/>
                </a:path>
                <a:path w="6655434" h="6988809">
                  <a:moveTo>
                    <a:pt x="5413566" y="563440"/>
                  </a:moveTo>
                  <a:lnTo>
                    <a:pt x="5419152" y="573106"/>
                  </a:lnTo>
                  <a:lnTo>
                    <a:pt x="5409479" y="578692"/>
                  </a:lnTo>
                  <a:lnTo>
                    <a:pt x="5403900" y="569019"/>
                  </a:lnTo>
                  <a:lnTo>
                    <a:pt x="5413566" y="563440"/>
                  </a:lnTo>
                  <a:close/>
                </a:path>
                <a:path w="6655434" h="6988809">
                  <a:moveTo>
                    <a:pt x="5488274" y="694001"/>
                  </a:moveTo>
                  <a:lnTo>
                    <a:pt x="5493267" y="702649"/>
                  </a:lnTo>
                  <a:lnTo>
                    <a:pt x="5484614" y="707648"/>
                  </a:lnTo>
                  <a:lnTo>
                    <a:pt x="5479620" y="699001"/>
                  </a:lnTo>
                  <a:lnTo>
                    <a:pt x="5488274" y="694001"/>
                  </a:lnTo>
                  <a:close/>
                </a:path>
                <a:path w="6655434" h="6988809">
                  <a:moveTo>
                    <a:pt x="5563075" y="824161"/>
                  </a:moveTo>
                  <a:lnTo>
                    <a:pt x="5567779" y="832305"/>
                  </a:lnTo>
                  <a:lnTo>
                    <a:pt x="5559635" y="837002"/>
                  </a:lnTo>
                  <a:lnTo>
                    <a:pt x="5554938" y="828863"/>
                  </a:lnTo>
                  <a:lnTo>
                    <a:pt x="5563075" y="824161"/>
                  </a:lnTo>
                  <a:close/>
                </a:path>
                <a:path w="6655434" h="6988809">
                  <a:moveTo>
                    <a:pt x="5637784" y="954722"/>
                  </a:moveTo>
                  <a:lnTo>
                    <a:pt x="5641894" y="961848"/>
                  </a:lnTo>
                  <a:lnTo>
                    <a:pt x="5634769" y="965965"/>
                  </a:lnTo>
                  <a:lnTo>
                    <a:pt x="5630658" y="958839"/>
                  </a:lnTo>
                  <a:lnTo>
                    <a:pt x="5637784" y="954722"/>
                  </a:lnTo>
                  <a:close/>
                </a:path>
                <a:path w="6655434" h="6988809">
                  <a:moveTo>
                    <a:pt x="5712586" y="1084887"/>
                  </a:moveTo>
                  <a:lnTo>
                    <a:pt x="5716406" y="1091503"/>
                  </a:lnTo>
                  <a:lnTo>
                    <a:pt x="5709796" y="1095318"/>
                  </a:lnTo>
                  <a:lnTo>
                    <a:pt x="5705976" y="1088702"/>
                  </a:lnTo>
                  <a:lnTo>
                    <a:pt x="5712586" y="1084887"/>
                  </a:lnTo>
                  <a:close/>
                </a:path>
                <a:path w="6655434" h="6988809">
                  <a:moveTo>
                    <a:pt x="5787293" y="1215449"/>
                  </a:moveTo>
                  <a:lnTo>
                    <a:pt x="5790527" y="1221047"/>
                  </a:lnTo>
                  <a:lnTo>
                    <a:pt x="5784930" y="1224281"/>
                  </a:lnTo>
                  <a:lnTo>
                    <a:pt x="5781696" y="1218677"/>
                  </a:lnTo>
                  <a:lnTo>
                    <a:pt x="5787293" y="1215449"/>
                  </a:lnTo>
                  <a:close/>
                </a:path>
                <a:path w="6655434" h="6988809">
                  <a:moveTo>
                    <a:pt x="5861995" y="1346011"/>
                  </a:moveTo>
                  <a:lnTo>
                    <a:pt x="5864637" y="1350590"/>
                  </a:lnTo>
                  <a:lnTo>
                    <a:pt x="5860058" y="1353237"/>
                  </a:lnTo>
                  <a:lnTo>
                    <a:pt x="5857410" y="1348653"/>
                  </a:lnTo>
                  <a:lnTo>
                    <a:pt x="5861995" y="1346011"/>
                  </a:lnTo>
                  <a:close/>
                </a:path>
                <a:path w="6655434" h="6988809">
                  <a:moveTo>
                    <a:pt x="5936803" y="1476176"/>
                  </a:moveTo>
                  <a:lnTo>
                    <a:pt x="5939155" y="1480245"/>
                  </a:lnTo>
                  <a:lnTo>
                    <a:pt x="5935085" y="1482591"/>
                  </a:lnTo>
                  <a:lnTo>
                    <a:pt x="5932734" y="1478521"/>
                  </a:lnTo>
                  <a:lnTo>
                    <a:pt x="5936803" y="1476176"/>
                  </a:lnTo>
                  <a:close/>
                </a:path>
                <a:path w="6655434" h="6988809">
                  <a:moveTo>
                    <a:pt x="6011505" y="1606738"/>
                  </a:moveTo>
                  <a:lnTo>
                    <a:pt x="6013270" y="1609788"/>
                  </a:lnTo>
                  <a:lnTo>
                    <a:pt x="6010220" y="1611554"/>
                  </a:lnTo>
                  <a:lnTo>
                    <a:pt x="6008454" y="1608503"/>
                  </a:lnTo>
                  <a:lnTo>
                    <a:pt x="6011505" y="1606738"/>
                  </a:lnTo>
                  <a:close/>
                </a:path>
                <a:path w="6655434" h="6988809">
                  <a:moveTo>
                    <a:pt x="6086319" y="1736897"/>
                  </a:moveTo>
                  <a:lnTo>
                    <a:pt x="6087788" y="1739438"/>
                  </a:lnTo>
                  <a:lnTo>
                    <a:pt x="6085241" y="1740907"/>
                  </a:lnTo>
                  <a:lnTo>
                    <a:pt x="6083772" y="1738366"/>
                  </a:lnTo>
                  <a:lnTo>
                    <a:pt x="6086319" y="1736897"/>
                  </a:lnTo>
                  <a:close/>
                </a:path>
                <a:path w="6655434" h="6988809">
                  <a:moveTo>
                    <a:pt x="6161015" y="1867459"/>
                  </a:moveTo>
                  <a:lnTo>
                    <a:pt x="6161897" y="1868993"/>
                  </a:lnTo>
                  <a:lnTo>
                    <a:pt x="6160375" y="1869870"/>
                  </a:lnTo>
                  <a:lnTo>
                    <a:pt x="6159492" y="1868341"/>
                  </a:lnTo>
                  <a:lnTo>
                    <a:pt x="6161015" y="1867459"/>
                  </a:lnTo>
                  <a:close/>
                </a:path>
                <a:path w="6655434" h="6988809">
                  <a:moveTo>
                    <a:pt x="4897954" y="0"/>
                  </a:moveTo>
                  <a:lnTo>
                    <a:pt x="4919662" y="0"/>
                  </a:lnTo>
                  <a:lnTo>
                    <a:pt x="4920022" y="624"/>
                  </a:lnTo>
                  <a:lnTo>
                    <a:pt x="4903739" y="10024"/>
                  </a:lnTo>
                  <a:lnTo>
                    <a:pt x="4897954" y="0"/>
                  </a:lnTo>
                  <a:close/>
                </a:path>
                <a:path w="6655434" h="6988809">
                  <a:moveTo>
                    <a:pt x="4985323" y="114897"/>
                  </a:moveTo>
                  <a:lnTo>
                    <a:pt x="4994137" y="130160"/>
                  </a:lnTo>
                  <a:lnTo>
                    <a:pt x="4978873" y="138974"/>
                  </a:lnTo>
                  <a:lnTo>
                    <a:pt x="4970060" y="123710"/>
                  </a:lnTo>
                  <a:lnTo>
                    <a:pt x="4985323" y="114897"/>
                  </a:lnTo>
                  <a:close/>
                </a:path>
                <a:path w="6655434" h="6988809">
                  <a:moveTo>
                    <a:pt x="5060025" y="245459"/>
                  </a:moveTo>
                  <a:lnTo>
                    <a:pt x="5068252" y="259709"/>
                  </a:lnTo>
                  <a:lnTo>
                    <a:pt x="5054001" y="267936"/>
                  </a:lnTo>
                  <a:lnTo>
                    <a:pt x="5045774" y="253686"/>
                  </a:lnTo>
                  <a:lnTo>
                    <a:pt x="5060025" y="245459"/>
                  </a:lnTo>
                  <a:close/>
                </a:path>
                <a:path w="6655434" h="6988809">
                  <a:moveTo>
                    <a:pt x="5134727" y="376027"/>
                  </a:moveTo>
                  <a:lnTo>
                    <a:pt x="5142362" y="389253"/>
                  </a:lnTo>
                  <a:lnTo>
                    <a:pt x="5129135" y="396894"/>
                  </a:lnTo>
                  <a:lnTo>
                    <a:pt x="5121495" y="383662"/>
                  </a:lnTo>
                  <a:lnTo>
                    <a:pt x="5134727" y="376027"/>
                  </a:lnTo>
                  <a:close/>
                </a:path>
                <a:path w="6655434" h="6988809">
                  <a:moveTo>
                    <a:pt x="5209428" y="506589"/>
                  </a:moveTo>
                  <a:lnTo>
                    <a:pt x="5216477" y="518802"/>
                  </a:lnTo>
                  <a:lnTo>
                    <a:pt x="5204263" y="525851"/>
                  </a:lnTo>
                  <a:lnTo>
                    <a:pt x="5197215" y="513637"/>
                  </a:lnTo>
                  <a:lnTo>
                    <a:pt x="5209428" y="506589"/>
                  </a:lnTo>
                  <a:close/>
                </a:path>
                <a:path w="6655434" h="6988809">
                  <a:moveTo>
                    <a:pt x="5284023" y="637554"/>
                  </a:moveTo>
                  <a:lnTo>
                    <a:pt x="5290189" y="648239"/>
                  </a:lnTo>
                  <a:lnTo>
                    <a:pt x="5279504" y="654411"/>
                  </a:lnTo>
                  <a:lnTo>
                    <a:pt x="5273338" y="643725"/>
                  </a:lnTo>
                  <a:lnTo>
                    <a:pt x="5284023" y="637554"/>
                  </a:lnTo>
                  <a:close/>
                </a:path>
                <a:path w="6655434" h="6988809">
                  <a:moveTo>
                    <a:pt x="5358725" y="768116"/>
                  </a:moveTo>
                  <a:lnTo>
                    <a:pt x="5364305" y="777782"/>
                  </a:lnTo>
                  <a:lnTo>
                    <a:pt x="5354638" y="783361"/>
                  </a:lnTo>
                  <a:lnTo>
                    <a:pt x="5349059" y="773701"/>
                  </a:lnTo>
                  <a:lnTo>
                    <a:pt x="5358725" y="768116"/>
                  </a:lnTo>
                  <a:close/>
                </a:path>
                <a:path w="6655434" h="6988809">
                  <a:moveTo>
                    <a:pt x="5433427" y="898677"/>
                  </a:moveTo>
                  <a:lnTo>
                    <a:pt x="5438420" y="907331"/>
                  </a:lnTo>
                  <a:lnTo>
                    <a:pt x="5429772" y="912324"/>
                  </a:lnTo>
                  <a:lnTo>
                    <a:pt x="5424779" y="903670"/>
                  </a:lnTo>
                  <a:lnTo>
                    <a:pt x="5433427" y="898677"/>
                  </a:lnTo>
                  <a:close/>
                </a:path>
                <a:path w="6655434" h="6988809">
                  <a:moveTo>
                    <a:pt x="5508235" y="1028843"/>
                  </a:moveTo>
                  <a:lnTo>
                    <a:pt x="5512932" y="1036981"/>
                  </a:lnTo>
                  <a:lnTo>
                    <a:pt x="5504794" y="1041684"/>
                  </a:lnTo>
                  <a:lnTo>
                    <a:pt x="5500096" y="1033540"/>
                  </a:lnTo>
                  <a:lnTo>
                    <a:pt x="5508235" y="1028843"/>
                  </a:lnTo>
                  <a:close/>
                </a:path>
                <a:path w="6655434" h="6988809">
                  <a:moveTo>
                    <a:pt x="5582937" y="1159404"/>
                  </a:moveTo>
                  <a:lnTo>
                    <a:pt x="5587053" y="1166530"/>
                  </a:lnTo>
                  <a:lnTo>
                    <a:pt x="5579928" y="1170640"/>
                  </a:lnTo>
                  <a:lnTo>
                    <a:pt x="5575811" y="1163515"/>
                  </a:lnTo>
                  <a:lnTo>
                    <a:pt x="5582937" y="1159404"/>
                  </a:lnTo>
                  <a:close/>
                </a:path>
                <a:path w="6655434" h="6988809">
                  <a:moveTo>
                    <a:pt x="5657751" y="1289563"/>
                  </a:moveTo>
                  <a:lnTo>
                    <a:pt x="5661571" y="1296179"/>
                  </a:lnTo>
                  <a:lnTo>
                    <a:pt x="5654955" y="1300000"/>
                  </a:lnTo>
                  <a:lnTo>
                    <a:pt x="5651135" y="1293384"/>
                  </a:lnTo>
                  <a:lnTo>
                    <a:pt x="5657751" y="1289563"/>
                  </a:lnTo>
                  <a:close/>
                </a:path>
                <a:path w="6655434" h="6988809">
                  <a:moveTo>
                    <a:pt x="5732346" y="1420528"/>
                  </a:moveTo>
                  <a:lnTo>
                    <a:pt x="5735283" y="1425616"/>
                  </a:lnTo>
                  <a:lnTo>
                    <a:pt x="5730196" y="1428554"/>
                  </a:lnTo>
                  <a:lnTo>
                    <a:pt x="5727258" y="1423466"/>
                  </a:lnTo>
                  <a:lnTo>
                    <a:pt x="5732346" y="1420528"/>
                  </a:lnTo>
                  <a:close/>
                </a:path>
                <a:path w="6655434" h="6988809">
                  <a:moveTo>
                    <a:pt x="5807148" y="1550687"/>
                  </a:moveTo>
                  <a:lnTo>
                    <a:pt x="5809796" y="1555272"/>
                  </a:lnTo>
                  <a:lnTo>
                    <a:pt x="5805217" y="1557914"/>
                  </a:lnTo>
                  <a:lnTo>
                    <a:pt x="5802569" y="1553335"/>
                  </a:lnTo>
                  <a:lnTo>
                    <a:pt x="5807148" y="1550687"/>
                  </a:lnTo>
                  <a:close/>
                </a:path>
                <a:path w="6655434" h="6988809">
                  <a:moveTo>
                    <a:pt x="5881968" y="1680852"/>
                  </a:moveTo>
                  <a:lnTo>
                    <a:pt x="5884313" y="1684922"/>
                  </a:lnTo>
                  <a:lnTo>
                    <a:pt x="5880238" y="1687273"/>
                  </a:lnTo>
                  <a:lnTo>
                    <a:pt x="5877893" y="1683204"/>
                  </a:lnTo>
                  <a:lnTo>
                    <a:pt x="5881968" y="1680852"/>
                  </a:lnTo>
                  <a:close/>
                </a:path>
                <a:path w="6655434" h="6988809">
                  <a:moveTo>
                    <a:pt x="5956663" y="1811414"/>
                  </a:moveTo>
                  <a:lnTo>
                    <a:pt x="5958423" y="1814470"/>
                  </a:lnTo>
                  <a:lnTo>
                    <a:pt x="5955373" y="1816229"/>
                  </a:lnTo>
                  <a:lnTo>
                    <a:pt x="5953613" y="1813179"/>
                  </a:lnTo>
                  <a:lnTo>
                    <a:pt x="5956663" y="1811414"/>
                  </a:lnTo>
                  <a:close/>
                </a:path>
                <a:path w="6655434" h="6988809">
                  <a:moveTo>
                    <a:pt x="6031364" y="1941976"/>
                  </a:moveTo>
                  <a:lnTo>
                    <a:pt x="6032538" y="1944007"/>
                  </a:lnTo>
                  <a:lnTo>
                    <a:pt x="6030500" y="1945186"/>
                  </a:lnTo>
                  <a:lnTo>
                    <a:pt x="6029328" y="1943148"/>
                  </a:lnTo>
                  <a:lnTo>
                    <a:pt x="6031364" y="1941976"/>
                  </a:lnTo>
                  <a:close/>
                </a:path>
                <a:path w="6655434" h="6988809">
                  <a:moveTo>
                    <a:pt x="6106179" y="2072135"/>
                  </a:moveTo>
                  <a:lnTo>
                    <a:pt x="6107056" y="2073657"/>
                  </a:lnTo>
                  <a:lnTo>
                    <a:pt x="6105528" y="2074540"/>
                  </a:lnTo>
                  <a:lnTo>
                    <a:pt x="6104651" y="2073018"/>
                  </a:lnTo>
                  <a:lnTo>
                    <a:pt x="6106179" y="2072135"/>
                  </a:lnTo>
                  <a:close/>
                </a:path>
                <a:path w="6655434" h="6988809">
                  <a:moveTo>
                    <a:pt x="4781179" y="58047"/>
                  </a:moveTo>
                  <a:lnTo>
                    <a:pt x="4791462" y="75857"/>
                  </a:lnTo>
                  <a:lnTo>
                    <a:pt x="4773651" y="86140"/>
                  </a:lnTo>
                  <a:lnTo>
                    <a:pt x="4763369" y="68329"/>
                  </a:lnTo>
                  <a:lnTo>
                    <a:pt x="4781179" y="58047"/>
                  </a:lnTo>
                  <a:close/>
                </a:path>
                <a:path w="6655434" h="6988809">
                  <a:moveTo>
                    <a:pt x="4855887" y="188608"/>
                  </a:moveTo>
                  <a:lnTo>
                    <a:pt x="4865583" y="205400"/>
                  </a:lnTo>
                  <a:lnTo>
                    <a:pt x="4848785" y="215096"/>
                  </a:lnTo>
                  <a:lnTo>
                    <a:pt x="4839089" y="198305"/>
                  </a:lnTo>
                  <a:lnTo>
                    <a:pt x="4855887" y="188608"/>
                  </a:lnTo>
                  <a:close/>
                </a:path>
                <a:path w="6655434" h="6988809">
                  <a:moveTo>
                    <a:pt x="4930482" y="319573"/>
                  </a:moveTo>
                  <a:lnTo>
                    <a:pt x="4939295" y="334843"/>
                  </a:lnTo>
                  <a:lnTo>
                    <a:pt x="4924026" y="343657"/>
                  </a:lnTo>
                  <a:lnTo>
                    <a:pt x="4915212" y="328387"/>
                  </a:lnTo>
                  <a:lnTo>
                    <a:pt x="4930482" y="319573"/>
                  </a:lnTo>
                  <a:close/>
                </a:path>
                <a:path w="6655434" h="6988809">
                  <a:moveTo>
                    <a:pt x="5005184" y="450142"/>
                  </a:moveTo>
                  <a:lnTo>
                    <a:pt x="5013411" y="464386"/>
                  </a:lnTo>
                  <a:lnTo>
                    <a:pt x="4999160" y="472613"/>
                  </a:lnTo>
                  <a:lnTo>
                    <a:pt x="4990933" y="458368"/>
                  </a:lnTo>
                  <a:lnTo>
                    <a:pt x="5005184" y="450142"/>
                  </a:lnTo>
                  <a:close/>
                </a:path>
                <a:path w="6655434" h="6988809">
                  <a:moveTo>
                    <a:pt x="5079885" y="580703"/>
                  </a:moveTo>
                  <a:lnTo>
                    <a:pt x="5087526" y="593929"/>
                  </a:lnTo>
                  <a:lnTo>
                    <a:pt x="5074288" y="601570"/>
                  </a:lnTo>
                  <a:lnTo>
                    <a:pt x="5066653" y="588344"/>
                  </a:lnTo>
                  <a:lnTo>
                    <a:pt x="5079885" y="580703"/>
                  </a:lnTo>
                  <a:close/>
                </a:path>
                <a:path w="6655434" h="6988809">
                  <a:moveTo>
                    <a:pt x="5154581" y="711265"/>
                  </a:moveTo>
                  <a:lnTo>
                    <a:pt x="5161635" y="723478"/>
                  </a:lnTo>
                  <a:lnTo>
                    <a:pt x="5149428" y="730527"/>
                  </a:lnTo>
                  <a:lnTo>
                    <a:pt x="5142374" y="718314"/>
                  </a:lnTo>
                  <a:lnTo>
                    <a:pt x="5154581" y="711265"/>
                  </a:lnTo>
                  <a:close/>
                </a:path>
                <a:path w="6655434" h="6988809">
                  <a:moveTo>
                    <a:pt x="5229288" y="841827"/>
                  </a:moveTo>
                  <a:lnTo>
                    <a:pt x="5235750" y="853022"/>
                  </a:lnTo>
                  <a:lnTo>
                    <a:pt x="5224556" y="859484"/>
                  </a:lnTo>
                  <a:lnTo>
                    <a:pt x="5218094" y="848289"/>
                  </a:lnTo>
                  <a:lnTo>
                    <a:pt x="5229288" y="841827"/>
                  </a:lnTo>
                  <a:close/>
                </a:path>
                <a:path w="6655434" h="6988809">
                  <a:moveTo>
                    <a:pt x="5303878" y="972792"/>
                  </a:moveTo>
                  <a:lnTo>
                    <a:pt x="5309463" y="982458"/>
                  </a:lnTo>
                  <a:lnTo>
                    <a:pt x="5299797" y="988038"/>
                  </a:lnTo>
                  <a:lnTo>
                    <a:pt x="5294217" y="978371"/>
                  </a:lnTo>
                  <a:lnTo>
                    <a:pt x="5303878" y="972792"/>
                  </a:lnTo>
                  <a:close/>
                </a:path>
                <a:path w="6655434" h="6988809">
                  <a:moveTo>
                    <a:pt x="5378579" y="1103354"/>
                  </a:moveTo>
                  <a:lnTo>
                    <a:pt x="5383578" y="1112007"/>
                  </a:lnTo>
                  <a:lnTo>
                    <a:pt x="5374931" y="1117000"/>
                  </a:lnTo>
                  <a:lnTo>
                    <a:pt x="5369931" y="1108346"/>
                  </a:lnTo>
                  <a:lnTo>
                    <a:pt x="5378579" y="1103354"/>
                  </a:lnTo>
                  <a:close/>
                </a:path>
                <a:path w="6655434" h="6988809">
                  <a:moveTo>
                    <a:pt x="5453399" y="1233519"/>
                  </a:moveTo>
                  <a:lnTo>
                    <a:pt x="5458096" y="1241657"/>
                  </a:lnTo>
                  <a:lnTo>
                    <a:pt x="5449952" y="1246360"/>
                  </a:lnTo>
                  <a:lnTo>
                    <a:pt x="5445249" y="1238222"/>
                  </a:lnTo>
                  <a:lnTo>
                    <a:pt x="5453399" y="1233519"/>
                  </a:lnTo>
                  <a:close/>
                </a:path>
                <a:path w="6655434" h="6988809">
                  <a:moveTo>
                    <a:pt x="5528095" y="1364080"/>
                  </a:moveTo>
                  <a:lnTo>
                    <a:pt x="5532205" y="1371200"/>
                  </a:lnTo>
                  <a:lnTo>
                    <a:pt x="5525086" y="1375310"/>
                  </a:lnTo>
                  <a:lnTo>
                    <a:pt x="5520975" y="1368191"/>
                  </a:lnTo>
                  <a:lnTo>
                    <a:pt x="5528095" y="1364080"/>
                  </a:lnTo>
                  <a:close/>
                </a:path>
                <a:path w="6655434" h="6988809">
                  <a:moveTo>
                    <a:pt x="5602796" y="1494642"/>
                  </a:moveTo>
                  <a:lnTo>
                    <a:pt x="5606321" y="1500749"/>
                  </a:lnTo>
                  <a:lnTo>
                    <a:pt x="5600220" y="1504273"/>
                  </a:lnTo>
                  <a:lnTo>
                    <a:pt x="5596696" y="1498166"/>
                  </a:lnTo>
                  <a:lnTo>
                    <a:pt x="5602796" y="1494642"/>
                  </a:lnTo>
                  <a:close/>
                </a:path>
                <a:path w="6655434" h="6988809">
                  <a:moveTo>
                    <a:pt x="5677498" y="1625204"/>
                  </a:moveTo>
                  <a:lnTo>
                    <a:pt x="5680436" y="1630292"/>
                  </a:lnTo>
                  <a:lnTo>
                    <a:pt x="5675348" y="1633230"/>
                  </a:lnTo>
                  <a:lnTo>
                    <a:pt x="5672410" y="1628142"/>
                  </a:lnTo>
                  <a:lnTo>
                    <a:pt x="5677498" y="1625204"/>
                  </a:lnTo>
                  <a:close/>
                </a:path>
                <a:path w="6655434" h="6988809">
                  <a:moveTo>
                    <a:pt x="5752307" y="1755369"/>
                  </a:moveTo>
                  <a:lnTo>
                    <a:pt x="5754954" y="1759948"/>
                  </a:lnTo>
                  <a:lnTo>
                    <a:pt x="5750375" y="1762589"/>
                  </a:lnTo>
                  <a:lnTo>
                    <a:pt x="5747734" y="1758011"/>
                  </a:lnTo>
                  <a:lnTo>
                    <a:pt x="5752307" y="1755369"/>
                  </a:lnTo>
                  <a:close/>
                </a:path>
                <a:path w="6655434" h="6988809">
                  <a:moveTo>
                    <a:pt x="5827008" y="1885931"/>
                  </a:moveTo>
                  <a:lnTo>
                    <a:pt x="5829063" y="1889490"/>
                  </a:lnTo>
                  <a:lnTo>
                    <a:pt x="5825504" y="1891545"/>
                  </a:lnTo>
                  <a:lnTo>
                    <a:pt x="5823448" y="1887986"/>
                  </a:lnTo>
                  <a:lnTo>
                    <a:pt x="5827008" y="1885931"/>
                  </a:lnTo>
                  <a:close/>
                </a:path>
                <a:path w="6655434" h="6988809">
                  <a:moveTo>
                    <a:pt x="5901822" y="2016084"/>
                  </a:moveTo>
                  <a:lnTo>
                    <a:pt x="5903581" y="2019140"/>
                  </a:lnTo>
                  <a:lnTo>
                    <a:pt x="5900525" y="2020906"/>
                  </a:lnTo>
                  <a:lnTo>
                    <a:pt x="5898766" y="2017849"/>
                  </a:lnTo>
                  <a:lnTo>
                    <a:pt x="5901822" y="2016084"/>
                  </a:lnTo>
                  <a:close/>
                </a:path>
                <a:path w="6655434" h="6988809">
                  <a:moveTo>
                    <a:pt x="5976518" y="2146652"/>
                  </a:moveTo>
                  <a:lnTo>
                    <a:pt x="5977696" y="2148690"/>
                  </a:lnTo>
                  <a:lnTo>
                    <a:pt x="5975665" y="2149863"/>
                  </a:lnTo>
                  <a:lnTo>
                    <a:pt x="5974486" y="2147825"/>
                  </a:lnTo>
                  <a:lnTo>
                    <a:pt x="5976518" y="2146652"/>
                  </a:lnTo>
                  <a:close/>
                </a:path>
                <a:path w="6655434" h="6988809">
                  <a:moveTo>
                    <a:pt x="6051332" y="2276817"/>
                  </a:moveTo>
                  <a:lnTo>
                    <a:pt x="6052215" y="2278340"/>
                  </a:lnTo>
                  <a:lnTo>
                    <a:pt x="6050686" y="2279222"/>
                  </a:lnTo>
                  <a:lnTo>
                    <a:pt x="6049804" y="2277700"/>
                  </a:lnTo>
                  <a:lnTo>
                    <a:pt x="6051332" y="2276817"/>
                  </a:lnTo>
                  <a:close/>
                </a:path>
                <a:path w="6655434" h="6988809">
                  <a:moveTo>
                    <a:pt x="4577041" y="1202"/>
                  </a:moveTo>
                  <a:lnTo>
                    <a:pt x="4588793" y="21554"/>
                  </a:lnTo>
                  <a:lnTo>
                    <a:pt x="4568441" y="33305"/>
                  </a:lnTo>
                  <a:lnTo>
                    <a:pt x="4556690" y="12953"/>
                  </a:lnTo>
                  <a:lnTo>
                    <a:pt x="4577041" y="1202"/>
                  </a:lnTo>
                  <a:close/>
                </a:path>
                <a:path w="6655434" h="6988809">
                  <a:moveTo>
                    <a:pt x="4651642" y="132161"/>
                  </a:moveTo>
                  <a:lnTo>
                    <a:pt x="4662511" y="150990"/>
                  </a:lnTo>
                  <a:lnTo>
                    <a:pt x="4643682" y="161859"/>
                  </a:lnTo>
                  <a:lnTo>
                    <a:pt x="4632807" y="143029"/>
                  </a:lnTo>
                  <a:lnTo>
                    <a:pt x="4651642" y="132161"/>
                  </a:lnTo>
                  <a:close/>
                </a:path>
                <a:path w="6655434" h="6988809">
                  <a:moveTo>
                    <a:pt x="4726338" y="262722"/>
                  </a:moveTo>
                  <a:lnTo>
                    <a:pt x="4736620" y="280533"/>
                  </a:lnTo>
                  <a:lnTo>
                    <a:pt x="4718810" y="290816"/>
                  </a:lnTo>
                  <a:lnTo>
                    <a:pt x="4708527" y="273005"/>
                  </a:lnTo>
                  <a:lnTo>
                    <a:pt x="4726338" y="262722"/>
                  </a:lnTo>
                  <a:close/>
                </a:path>
                <a:path w="6655434" h="6988809">
                  <a:moveTo>
                    <a:pt x="4801040" y="393284"/>
                  </a:moveTo>
                  <a:lnTo>
                    <a:pt x="4810736" y="410082"/>
                  </a:lnTo>
                  <a:lnTo>
                    <a:pt x="4793944" y="419778"/>
                  </a:lnTo>
                  <a:lnTo>
                    <a:pt x="4784248" y="402980"/>
                  </a:lnTo>
                  <a:lnTo>
                    <a:pt x="4801040" y="393284"/>
                  </a:lnTo>
                  <a:close/>
                </a:path>
                <a:path w="6655434" h="6988809">
                  <a:moveTo>
                    <a:pt x="4875741" y="523846"/>
                  </a:moveTo>
                  <a:lnTo>
                    <a:pt x="4884851" y="539625"/>
                  </a:lnTo>
                  <a:lnTo>
                    <a:pt x="4869078" y="548729"/>
                  </a:lnTo>
                  <a:lnTo>
                    <a:pt x="4859968" y="532956"/>
                  </a:lnTo>
                  <a:lnTo>
                    <a:pt x="4875741" y="523846"/>
                  </a:lnTo>
                  <a:close/>
                </a:path>
                <a:path w="6655434" h="6988809">
                  <a:moveTo>
                    <a:pt x="4950336" y="654817"/>
                  </a:moveTo>
                  <a:lnTo>
                    <a:pt x="4958564" y="669062"/>
                  </a:lnTo>
                  <a:lnTo>
                    <a:pt x="4944313" y="677288"/>
                  </a:lnTo>
                  <a:lnTo>
                    <a:pt x="4936091" y="663044"/>
                  </a:lnTo>
                  <a:lnTo>
                    <a:pt x="4950336" y="654817"/>
                  </a:lnTo>
                  <a:close/>
                </a:path>
                <a:path w="6655434" h="6988809">
                  <a:moveTo>
                    <a:pt x="5025044" y="785379"/>
                  </a:moveTo>
                  <a:lnTo>
                    <a:pt x="5032679" y="798605"/>
                  </a:lnTo>
                  <a:lnTo>
                    <a:pt x="5019452" y="806246"/>
                  </a:lnTo>
                  <a:lnTo>
                    <a:pt x="5011812" y="793014"/>
                  </a:lnTo>
                  <a:lnTo>
                    <a:pt x="5025044" y="785379"/>
                  </a:lnTo>
                  <a:close/>
                </a:path>
                <a:path w="6655434" h="6988809">
                  <a:moveTo>
                    <a:pt x="5099745" y="915940"/>
                  </a:moveTo>
                  <a:lnTo>
                    <a:pt x="5106794" y="928148"/>
                  </a:lnTo>
                  <a:lnTo>
                    <a:pt x="5094580" y="935202"/>
                  </a:lnTo>
                  <a:lnTo>
                    <a:pt x="5087532" y="922995"/>
                  </a:lnTo>
                  <a:lnTo>
                    <a:pt x="5099745" y="915940"/>
                  </a:lnTo>
                  <a:close/>
                </a:path>
                <a:path w="6655434" h="6988809">
                  <a:moveTo>
                    <a:pt x="5174441" y="1046508"/>
                  </a:moveTo>
                  <a:lnTo>
                    <a:pt x="5180903" y="1057697"/>
                  </a:lnTo>
                  <a:lnTo>
                    <a:pt x="5169714" y="1064159"/>
                  </a:lnTo>
                  <a:lnTo>
                    <a:pt x="5163252" y="1052971"/>
                  </a:lnTo>
                  <a:lnTo>
                    <a:pt x="5174441" y="1046508"/>
                  </a:lnTo>
                  <a:close/>
                </a:path>
                <a:path w="6655434" h="6988809">
                  <a:moveTo>
                    <a:pt x="5249042" y="1177467"/>
                  </a:moveTo>
                  <a:lnTo>
                    <a:pt x="5254622" y="1187134"/>
                  </a:lnTo>
                  <a:lnTo>
                    <a:pt x="5244955" y="1192719"/>
                  </a:lnTo>
                  <a:lnTo>
                    <a:pt x="5239370" y="1183046"/>
                  </a:lnTo>
                  <a:lnTo>
                    <a:pt x="5249042" y="1177467"/>
                  </a:lnTo>
                  <a:close/>
                </a:path>
                <a:path w="6655434" h="6988809">
                  <a:moveTo>
                    <a:pt x="5323738" y="1308029"/>
                  </a:moveTo>
                  <a:lnTo>
                    <a:pt x="5328737" y="1316683"/>
                  </a:lnTo>
                  <a:lnTo>
                    <a:pt x="5320083" y="1321675"/>
                  </a:lnTo>
                  <a:lnTo>
                    <a:pt x="5315090" y="1313022"/>
                  </a:lnTo>
                  <a:lnTo>
                    <a:pt x="5323738" y="1308029"/>
                  </a:lnTo>
                  <a:close/>
                </a:path>
                <a:path w="6655434" h="6988809">
                  <a:moveTo>
                    <a:pt x="5398552" y="1438189"/>
                  </a:moveTo>
                  <a:lnTo>
                    <a:pt x="5403255" y="1446332"/>
                  </a:lnTo>
                  <a:lnTo>
                    <a:pt x="5395111" y="1451035"/>
                  </a:lnTo>
                  <a:lnTo>
                    <a:pt x="5390408" y="1442885"/>
                  </a:lnTo>
                  <a:lnTo>
                    <a:pt x="5398552" y="1438189"/>
                  </a:lnTo>
                  <a:close/>
                </a:path>
                <a:path w="6655434" h="6988809">
                  <a:moveTo>
                    <a:pt x="5473253" y="1568750"/>
                  </a:moveTo>
                  <a:lnTo>
                    <a:pt x="5477364" y="1575875"/>
                  </a:lnTo>
                  <a:lnTo>
                    <a:pt x="5470245" y="1579986"/>
                  </a:lnTo>
                  <a:lnTo>
                    <a:pt x="5466128" y="1572867"/>
                  </a:lnTo>
                  <a:lnTo>
                    <a:pt x="5473253" y="1568750"/>
                  </a:lnTo>
                  <a:close/>
                </a:path>
                <a:path w="6655434" h="6988809">
                  <a:moveTo>
                    <a:pt x="5547949" y="1699318"/>
                  </a:moveTo>
                  <a:lnTo>
                    <a:pt x="5551479" y="1705424"/>
                  </a:lnTo>
                  <a:lnTo>
                    <a:pt x="5545373" y="1708949"/>
                  </a:lnTo>
                  <a:lnTo>
                    <a:pt x="5541848" y="1702842"/>
                  </a:lnTo>
                  <a:lnTo>
                    <a:pt x="5547949" y="1699318"/>
                  </a:lnTo>
                  <a:close/>
                </a:path>
                <a:path w="6655434" h="6988809">
                  <a:moveTo>
                    <a:pt x="5622657" y="1829880"/>
                  </a:moveTo>
                  <a:lnTo>
                    <a:pt x="5625594" y="1834967"/>
                  </a:lnTo>
                  <a:lnTo>
                    <a:pt x="5620507" y="1837905"/>
                  </a:lnTo>
                  <a:lnTo>
                    <a:pt x="5617569" y="1832818"/>
                  </a:lnTo>
                  <a:lnTo>
                    <a:pt x="5622657" y="1829880"/>
                  </a:lnTo>
                  <a:close/>
                </a:path>
                <a:path w="6655434" h="6988809">
                  <a:moveTo>
                    <a:pt x="5697471" y="1960039"/>
                  </a:moveTo>
                  <a:lnTo>
                    <a:pt x="5700112" y="1964623"/>
                  </a:lnTo>
                  <a:lnTo>
                    <a:pt x="5695534" y="1967265"/>
                  </a:lnTo>
                  <a:lnTo>
                    <a:pt x="5692886" y="1962686"/>
                  </a:lnTo>
                  <a:lnTo>
                    <a:pt x="5697471" y="1960039"/>
                  </a:lnTo>
                  <a:close/>
                </a:path>
                <a:path w="6655434" h="6988809">
                  <a:moveTo>
                    <a:pt x="5772166" y="2090607"/>
                  </a:moveTo>
                  <a:lnTo>
                    <a:pt x="5774222" y="2094167"/>
                  </a:lnTo>
                  <a:lnTo>
                    <a:pt x="5770662" y="2096222"/>
                  </a:lnTo>
                  <a:lnTo>
                    <a:pt x="5768607" y="2092662"/>
                  </a:lnTo>
                  <a:lnTo>
                    <a:pt x="5772166" y="2090607"/>
                  </a:lnTo>
                  <a:close/>
                </a:path>
                <a:path w="6655434" h="6988809">
                  <a:moveTo>
                    <a:pt x="5846868" y="2221169"/>
                  </a:moveTo>
                  <a:lnTo>
                    <a:pt x="5848337" y="2223716"/>
                  </a:lnTo>
                  <a:lnTo>
                    <a:pt x="5845796" y="2225185"/>
                  </a:lnTo>
                  <a:lnTo>
                    <a:pt x="5844327" y="2222638"/>
                  </a:lnTo>
                  <a:lnTo>
                    <a:pt x="5846868" y="2221169"/>
                  </a:lnTo>
                  <a:close/>
                </a:path>
                <a:path w="6655434" h="6988809">
                  <a:moveTo>
                    <a:pt x="5921682" y="2351328"/>
                  </a:moveTo>
                  <a:lnTo>
                    <a:pt x="5922855" y="2353366"/>
                  </a:lnTo>
                  <a:lnTo>
                    <a:pt x="5920823" y="2354539"/>
                  </a:lnTo>
                  <a:lnTo>
                    <a:pt x="5919644" y="2352501"/>
                  </a:lnTo>
                  <a:lnTo>
                    <a:pt x="5921682" y="2351328"/>
                  </a:lnTo>
                  <a:close/>
                </a:path>
                <a:path w="6655434" h="6988809">
                  <a:moveTo>
                    <a:pt x="5995365" y="2482476"/>
                  </a:moveTo>
                  <a:lnTo>
                    <a:pt x="5996716" y="2482476"/>
                  </a:lnTo>
                  <a:lnTo>
                    <a:pt x="5996964" y="2482908"/>
                  </a:lnTo>
                  <a:lnTo>
                    <a:pt x="5995614" y="2482908"/>
                  </a:lnTo>
                  <a:lnTo>
                    <a:pt x="5995365" y="2482476"/>
                  </a:lnTo>
                  <a:close/>
                </a:path>
                <a:path w="6655434" h="6988809">
                  <a:moveTo>
                    <a:pt x="4447604" y="74913"/>
                  </a:moveTo>
                  <a:lnTo>
                    <a:pt x="4460233" y="96787"/>
                  </a:lnTo>
                  <a:lnTo>
                    <a:pt x="4438359" y="109420"/>
                  </a:lnTo>
                  <a:lnTo>
                    <a:pt x="4425725" y="87540"/>
                  </a:lnTo>
                  <a:lnTo>
                    <a:pt x="4447604" y="74913"/>
                  </a:lnTo>
                  <a:close/>
                </a:path>
                <a:path w="6655434" h="6988809">
                  <a:moveTo>
                    <a:pt x="4522307" y="205475"/>
                  </a:moveTo>
                  <a:lnTo>
                    <a:pt x="4534354" y="226335"/>
                  </a:lnTo>
                  <a:lnTo>
                    <a:pt x="4513493" y="238377"/>
                  </a:lnTo>
                  <a:lnTo>
                    <a:pt x="4501445" y="217516"/>
                  </a:lnTo>
                  <a:lnTo>
                    <a:pt x="4522307" y="205475"/>
                  </a:lnTo>
                  <a:close/>
                </a:path>
                <a:path w="6655434" h="6988809">
                  <a:moveTo>
                    <a:pt x="4596902" y="336433"/>
                  </a:moveTo>
                  <a:lnTo>
                    <a:pt x="4608067" y="355772"/>
                  </a:lnTo>
                  <a:lnTo>
                    <a:pt x="4588734" y="366937"/>
                  </a:lnTo>
                  <a:lnTo>
                    <a:pt x="4577569" y="347598"/>
                  </a:lnTo>
                  <a:lnTo>
                    <a:pt x="4596902" y="336433"/>
                  </a:lnTo>
                  <a:close/>
                </a:path>
                <a:path w="6655434" h="6988809">
                  <a:moveTo>
                    <a:pt x="4671603" y="466995"/>
                  </a:moveTo>
                  <a:lnTo>
                    <a:pt x="4682182" y="485321"/>
                  </a:lnTo>
                  <a:lnTo>
                    <a:pt x="4663862" y="495894"/>
                  </a:lnTo>
                  <a:lnTo>
                    <a:pt x="4653283" y="477574"/>
                  </a:lnTo>
                  <a:lnTo>
                    <a:pt x="4671603" y="466995"/>
                  </a:lnTo>
                  <a:close/>
                </a:path>
                <a:path w="6655434" h="6988809">
                  <a:moveTo>
                    <a:pt x="4746305" y="597557"/>
                  </a:moveTo>
                  <a:lnTo>
                    <a:pt x="4756297" y="614864"/>
                  </a:lnTo>
                  <a:lnTo>
                    <a:pt x="4738996" y="624850"/>
                  </a:lnTo>
                  <a:lnTo>
                    <a:pt x="4729004" y="607549"/>
                  </a:lnTo>
                  <a:lnTo>
                    <a:pt x="4746305" y="597557"/>
                  </a:lnTo>
                  <a:close/>
                </a:path>
                <a:path w="6655434" h="6988809">
                  <a:moveTo>
                    <a:pt x="4820900" y="728528"/>
                  </a:moveTo>
                  <a:lnTo>
                    <a:pt x="4830009" y="744301"/>
                  </a:lnTo>
                  <a:lnTo>
                    <a:pt x="4814236" y="753404"/>
                  </a:lnTo>
                  <a:lnTo>
                    <a:pt x="4805127" y="737631"/>
                  </a:lnTo>
                  <a:lnTo>
                    <a:pt x="4820900" y="728528"/>
                  </a:lnTo>
                  <a:close/>
                </a:path>
                <a:path w="6655434" h="6988809">
                  <a:moveTo>
                    <a:pt x="4895602" y="859089"/>
                  </a:moveTo>
                  <a:lnTo>
                    <a:pt x="4904125" y="873844"/>
                  </a:lnTo>
                  <a:lnTo>
                    <a:pt x="4889365" y="882367"/>
                  </a:lnTo>
                  <a:lnTo>
                    <a:pt x="4880847" y="867607"/>
                  </a:lnTo>
                  <a:lnTo>
                    <a:pt x="4895602" y="859089"/>
                  </a:lnTo>
                  <a:close/>
                </a:path>
                <a:path w="6655434" h="6988809">
                  <a:moveTo>
                    <a:pt x="4970309" y="989652"/>
                  </a:moveTo>
                  <a:lnTo>
                    <a:pt x="4978240" y="1003387"/>
                  </a:lnTo>
                  <a:lnTo>
                    <a:pt x="4964498" y="1011324"/>
                  </a:lnTo>
                  <a:lnTo>
                    <a:pt x="4956567" y="997582"/>
                  </a:lnTo>
                  <a:lnTo>
                    <a:pt x="4970309" y="989652"/>
                  </a:lnTo>
                  <a:close/>
                </a:path>
                <a:path w="6655434" h="6988809">
                  <a:moveTo>
                    <a:pt x="5044898" y="1120616"/>
                  </a:moveTo>
                  <a:lnTo>
                    <a:pt x="5051953" y="1132829"/>
                  </a:lnTo>
                  <a:lnTo>
                    <a:pt x="5039739" y="1139878"/>
                  </a:lnTo>
                  <a:lnTo>
                    <a:pt x="5032685" y="1127665"/>
                  </a:lnTo>
                  <a:lnTo>
                    <a:pt x="5044898" y="1120616"/>
                  </a:lnTo>
                  <a:close/>
                </a:path>
                <a:path w="6655434" h="6988809">
                  <a:moveTo>
                    <a:pt x="5119493" y="1251581"/>
                  </a:moveTo>
                  <a:lnTo>
                    <a:pt x="5125665" y="1262266"/>
                  </a:lnTo>
                  <a:lnTo>
                    <a:pt x="5114980" y="1268432"/>
                  </a:lnTo>
                  <a:lnTo>
                    <a:pt x="5108808" y="1257747"/>
                  </a:lnTo>
                  <a:lnTo>
                    <a:pt x="5119493" y="1251581"/>
                  </a:lnTo>
                  <a:close/>
                </a:path>
                <a:path w="6655434" h="6988809">
                  <a:moveTo>
                    <a:pt x="5194195" y="1382143"/>
                  </a:moveTo>
                  <a:lnTo>
                    <a:pt x="5199780" y="1391809"/>
                  </a:lnTo>
                  <a:lnTo>
                    <a:pt x="5190108" y="1397395"/>
                  </a:lnTo>
                  <a:lnTo>
                    <a:pt x="5184528" y="1387722"/>
                  </a:lnTo>
                  <a:lnTo>
                    <a:pt x="5194195" y="1382143"/>
                  </a:lnTo>
                  <a:close/>
                </a:path>
                <a:path w="6655434" h="6988809">
                  <a:moveTo>
                    <a:pt x="5268902" y="1512705"/>
                  </a:moveTo>
                  <a:lnTo>
                    <a:pt x="5273896" y="1521352"/>
                  </a:lnTo>
                  <a:lnTo>
                    <a:pt x="5265242" y="1526351"/>
                  </a:lnTo>
                  <a:lnTo>
                    <a:pt x="5260249" y="1517704"/>
                  </a:lnTo>
                  <a:lnTo>
                    <a:pt x="5268902" y="1512705"/>
                  </a:lnTo>
                  <a:close/>
                </a:path>
                <a:path w="6655434" h="6988809">
                  <a:moveTo>
                    <a:pt x="5343604" y="1643266"/>
                  </a:moveTo>
                  <a:lnTo>
                    <a:pt x="5348011" y="1650901"/>
                  </a:lnTo>
                  <a:lnTo>
                    <a:pt x="5340370" y="1655308"/>
                  </a:lnTo>
                  <a:lnTo>
                    <a:pt x="5335963" y="1647679"/>
                  </a:lnTo>
                  <a:lnTo>
                    <a:pt x="5343604" y="1643266"/>
                  </a:lnTo>
                  <a:close/>
                </a:path>
                <a:path w="6655434" h="6988809">
                  <a:moveTo>
                    <a:pt x="5418412" y="1773426"/>
                  </a:moveTo>
                  <a:lnTo>
                    <a:pt x="5422523" y="1780551"/>
                  </a:lnTo>
                  <a:lnTo>
                    <a:pt x="5415397" y="1784668"/>
                  </a:lnTo>
                  <a:lnTo>
                    <a:pt x="5411287" y="1777542"/>
                  </a:lnTo>
                  <a:lnTo>
                    <a:pt x="5418412" y="1773426"/>
                  </a:lnTo>
                  <a:close/>
                </a:path>
                <a:path w="6655434" h="6988809">
                  <a:moveTo>
                    <a:pt x="5493114" y="1903994"/>
                  </a:moveTo>
                  <a:lnTo>
                    <a:pt x="5496638" y="1910100"/>
                  </a:lnTo>
                  <a:lnTo>
                    <a:pt x="5490531" y="1913624"/>
                  </a:lnTo>
                  <a:lnTo>
                    <a:pt x="5487001" y="1907518"/>
                  </a:lnTo>
                  <a:lnTo>
                    <a:pt x="5493114" y="1903994"/>
                  </a:lnTo>
                  <a:close/>
                </a:path>
                <a:path w="6655434" h="6988809">
                  <a:moveTo>
                    <a:pt x="5567809" y="2034555"/>
                  </a:moveTo>
                  <a:lnTo>
                    <a:pt x="5570747" y="2039643"/>
                  </a:lnTo>
                  <a:lnTo>
                    <a:pt x="5565659" y="2042581"/>
                  </a:lnTo>
                  <a:lnTo>
                    <a:pt x="5562722" y="2037493"/>
                  </a:lnTo>
                  <a:lnTo>
                    <a:pt x="5567809" y="2034555"/>
                  </a:lnTo>
                  <a:close/>
                </a:path>
                <a:path w="6655434" h="6988809">
                  <a:moveTo>
                    <a:pt x="5642517" y="2165117"/>
                  </a:moveTo>
                  <a:lnTo>
                    <a:pt x="5644868" y="2169192"/>
                  </a:lnTo>
                  <a:lnTo>
                    <a:pt x="5640799" y="2171538"/>
                  </a:lnTo>
                  <a:lnTo>
                    <a:pt x="5638448" y="2167469"/>
                  </a:lnTo>
                  <a:lnTo>
                    <a:pt x="5642517" y="2165117"/>
                  </a:lnTo>
                  <a:close/>
                </a:path>
                <a:path w="6655434" h="6988809">
                  <a:moveTo>
                    <a:pt x="5717325" y="2295276"/>
                  </a:moveTo>
                  <a:lnTo>
                    <a:pt x="5719386" y="2298842"/>
                  </a:lnTo>
                  <a:lnTo>
                    <a:pt x="5715820" y="2300897"/>
                  </a:lnTo>
                  <a:lnTo>
                    <a:pt x="5713759" y="2297332"/>
                  </a:lnTo>
                  <a:lnTo>
                    <a:pt x="5717325" y="2295276"/>
                  </a:lnTo>
                  <a:close/>
                </a:path>
                <a:path w="6655434" h="6988809">
                  <a:moveTo>
                    <a:pt x="5792021" y="2425845"/>
                  </a:moveTo>
                  <a:lnTo>
                    <a:pt x="5793489" y="2428386"/>
                  </a:lnTo>
                  <a:lnTo>
                    <a:pt x="5790948" y="2429855"/>
                  </a:lnTo>
                  <a:lnTo>
                    <a:pt x="5789479" y="2427314"/>
                  </a:lnTo>
                  <a:lnTo>
                    <a:pt x="5792021" y="2425845"/>
                  </a:lnTo>
                  <a:close/>
                </a:path>
                <a:path w="6655434" h="6988809">
                  <a:moveTo>
                    <a:pt x="5866728" y="2556406"/>
                  </a:moveTo>
                  <a:lnTo>
                    <a:pt x="5867611" y="2557935"/>
                  </a:lnTo>
                  <a:lnTo>
                    <a:pt x="5866089" y="2558811"/>
                  </a:lnTo>
                  <a:lnTo>
                    <a:pt x="5865206" y="2557283"/>
                  </a:lnTo>
                  <a:lnTo>
                    <a:pt x="5866728" y="2556406"/>
                  </a:lnTo>
                  <a:close/>
                </a:path>
                <a:path w="6655434" h="6988809">
                  <a:moveTo>
                    <a:pt x="4243466" y="18056"/>
                  </a:moveTo>
                  <a:lnTo>
                    <a:pt x="4257569" y="42483"/>
                  </a:lnTo>
                  <a:lnTo>
                    <a:pt x="4233142" y="56586"/>
                  </a:lnTo>
                  <a:lnTo>
                    <a:pt x="4219040" y="32159"/>
                  </a:lnTo>
                  <a:lnTo>
                    <a:pt x="4243466" y="18056"/>
                  </a:lnTo>
                  <a:close/>
                </a:path>
                <a:path w="6655434" h="6988809">
                  <a:moveTo>
                    <a:pt x="4318061" y="149021"/>
                  </a:moveTo>
                  <a:lnTo>
                    <a:pt x="4331282" y="171920"/>
                  </a:lnTo>
                  <a:lnTo>
                    <a:pt x="4308383" y="185140"/>
                  </a:lnTo>
                  <a:lnTo>
                    <a:pt x="4295163" y="162242"/>
                  </a:lnTo>
                  <a:lnTo>
                    <a:pt x="4318061" y="149021"/>
                  </a:lnTo>
                  <a:close/>
                </a:path>
                <a:path w="6655434" h="6988809">
                  <a:moveTo>
                    <a:pt x="4392763" y="279589"/>
                  </a:moveTo>
                  <a:lnTo>
                    <a:pt x="4405397" y="301463"/>
                  </a:lnTo>
                  <a:lnTo>
                    <a:pt x="4383511" y="314097"/>
                  </a:lnTo>
                  <a:lnTo>
                    <a:pt x="4370883" y="292223"/>
                  </a:lnTo>
                  <a:lnTo>
                    <a:pt x="4392763" y="279589"/>
                  </a:lnTo>
                  <a:close/>
                </a:path>
                <a:path w="6655434" h="6988809">
                  <a:moveTo>
                    <a:pt x="4467459" y="410145"/>
                  </a:moveTo>
                  <a:lnTo>
                    <a:pt x="4479506" y="431012"/>
                  </a:lnTo>
                  <a:lnTo>
                    <a:pt x="4458645" y="443060"/>
                  </a:lnTo>
                  <a:lnTo>
                    <a:pt x="4446598" y="422193"/>
                  </a:lnTo>
                  <a:lnTo>
                    <a:pt x="4467459" y="410145"/>
                  </a:lnTo>
                  <a:close/>
                </a:path>
                <a:path w="6655434" h="6988809">
                  <a:moveTo>
                    <a:pt x="4542060" y="541110"/>
                  </a:moveTo>
                  <a:lnTo>
                    <a:pt x="4553225" y="560449"/>
                  </a:lnTo>
                  <a:lnTo>
                    <a:pt x="4533886" y="571614"/>
                  </a:lnTo>
                  <a:lnTo>
                    <a:pt x="4522721" y="552275"/>
                  </a:lnTo>
                  <a:lnTo>
                    <a:pt x="4542060" y="541110"/>
                  </a:lnTo>
                  <a:close/>
                </a:path>
                <a:path w="6655434" h="6988809">
                  <a:moveTo>
                    <a:pt x="4616762" y="671679"/>
                  </a:moveTo>
                  <a:lnTo>
                    <a:pt x="4627334" y="689992"/>
                  </a:lnTo>
                  <a:lnTo>
                    <a:pt x="4609020" y="700571"/>
                  </a:lnTo>
                  <a:lnTo>
                    <a:pt x="4598442" y="682251"/>
                  </a:lnTo>
                  <a:lnTo>
                    <a:pt x="4616762" y="671679"/>
                  </a:lnTo>
                  <a:close/>
                </a:path>
                <a:path w="6655434" h="6988809">
                  <a:moveTo>
                    <a:pt x="4691463" y="802240"/>
                  </a:moveTo>
                  <a:lnTo>
                    <a:pt x="4701449" y="819541"/>
                  </a:lnTo>
                  <a:lnTo>
                    <a:pt x="4684148" y="829528"/>
                  </a:lnTo>
                  <a:lnTo>
                    <a:pt x="4674162" y="812227"/>
                  </a:lnTo>
                  <a:lnTo>
                    <a:pt x="4691463" y="802240"/>
                  </a:lnTo>
                  <a:close/>
                </a:path>
                <a:path w="6655434" h="6988809">
                  <a:moveTo>
                    <a:pt x="4766058" y="933205"/>
                  </a:moveTo>
                  <a:lnTo>
                    <a:pt x="4775162" y="948978"/>
                  </a:lnTo>
                  <a:lnTo>
                    <a:pt x="4759389" y="958088"/>
                  </a:lnTo>
                  <a:lnTo>
                    <a:pt x="4750285" y="942315"/>
                  </a:lnTo>
                  <a:lnTo>
                    <a:pt x="4766058" y="933205"/>
                  </a:lnTo>
                  <a:close/>
                </a:path>
                <a:path w="6655434" h="6988809">
                  <a:moveTo>
                    <a:pt x="4840760" y="1063767"/>
                  </a:moveTo>
                  <a:lnTo>
                    <a:pt x="4849277" y="1078521"/>
                  </a:lnTo>
                  <a:lnTo>
                    <a:pt x="4834523" y="1087039"/>
                  </a:lnTo>
                  <a:lnTo>
                    <a:pt x="4826005" y="1072290"/>
                  </a:lnTo>
                  <a:lnTo>
                    <a:pt x="4840760" y="1063767"/>
                  </a:lnTo>
                  <a:close/>
                </a:path>
                <a:path w="6655434" h="6988809">
                  <a:moveTo>
                    <a:pt x="4915355" y="1194732"/>
                  </a:moveTo>
                  <a:lnTo>
                    <a:pt x="4922990" y="1207958"/>
                  </a:lnTo>
                  <a:lnTo>
                    <a:pt x="4909763" y="1215599"/>
                  </a:lnTo>
                  <a:lnTo>
                    <a:pt x="4902123" y="1202367"/>
                  </a:lnTo>
                  <a:lnTo>
                    <a:pt x="4915355" y="1194732"/>
                  </a:lnTo>
                  <a:close/>
                </a:path>
                <a:path w="6655434" h="6988809">
                  <a:moveTo>
                    <a:pt x="4990056" y="1325294"/>
                  </a:moveTo>
                  <a:lnTo>
                    <a:pt x="4997105" y="1337507"/>
                  </a:lnTo>
                  <a:lnTo>
                    <a:pt x="4984891" y="1344556"/>
                  </a:lnTo>
                  <a:lnTo>
                    <a:pt x="4977843" y="1332342"/>
                  </a:lnTo>
                  <a:lnTo>
                    <a:pt x="4990056" y="1325294"/>
                  </a:lnTo>
                  <a:close/>
                </a:path>
                <a:path w="6655434" h="6988809">
                  <a:moveTo>
                    <a:pt x="5064651" y="1456258"/>
                  </a:moveTo>
                  <a:lnTo>
                    <a:pt x="5070817" y="1466944"/>
                  </a:lnTo>
                  <a:lnTo>
                    <a:pt x="5060132" y="1473115"/>
                  </a:lnTo>
                  <a:lnTo>
                    <a:pt x="5053966" y="1462430"/>
                  </a:lnTo>
                  <a:lnTo>
                    <a:pt x="5064651" y="1456258"/>
                  </a:lnTo>
                  <a:close/>
                </a:path>
                <a:path w="6655434" h="6988809">
                  <a:moveTo>
                    <a:pt x="5139353" y="1586821"/>
                  </a:moveTo>
                  <a:lnTo>
                    <a:pt x="5144932" y="1596487"/>
                  </a:lnTo>
                  <a:lnTo>
                    <a:pt x="5135266" y="1602066"/>
                  </a:lnTo>
                  <a:lnTo>
                    <a:pt x="5129687" y="1592406"/>
                  </a:lnTo>
                  <a:lnTo>
                    <a:pt x="5139353" y="1586821"/>
                  </a:lnTo>
                  <a:close/>
                </a:path>
                <a:path w="6655434" h="6988809">
                  <a:moveTo>
                    <a:pt x="5214055" y="1717382"/>
                  </a:moveTo>
                  <a:lnTo>
                    <a:pt x="5219048" y="1726036"/>
                  </a:lnTo>
                  <a:lnTo>
                    <a:pt x="5210394" y="1731029"/>
                  </a:lnTo>
                  <a:lnTo>
                    <a:pt x="5205401" y="1722381"/>
                  </a:lnTo>
                  <a:lnTo>
                    <a:pt x="5214055" y="1717382"/>
                  </a:lnTo>
                  <a:close/>
                </a:path>
                <a:path w="6655434" h="6988809">
                  <a:moveTo>
                    <a:pt x="5288762" y="1847944"/>
                  </a:moveTo>
                  <a:lnTo>
                    <a:pt x="5293169" y="1855578"/>
                  </a:lnTo>
                  <a:lnTo>
                    <a:pt x="5285534" y="1859985"/>
                  </a:lnTo>
                  <a:lnTo>
                    <a:pt x="5281127" y="1852351"/>
                  </a:lnTo>
                  <a:lnTo>
                    <a:pt x="5288762" y="1847944"/>
                  </a:lnTo>
                  <a:close/>
                </a:path>
                <a:path w="6655434" h="6988809">
                  <a:moveTo>
                    <a:pt x="5363564" y="1978109"/>
                  </a:moveTo>
                  <a:lnTo>
                    <a:pt x="5367681" y="1985234"/>
                  </a:lnTo>
                  <a:lnTo>
                    <a:pt x="5360556" y="1989345"/>
                  </a:lnTo>
                  <a:lnTo>
                    <a:pt x="5356439" y="1982220"/>
                  </a:lnTo>
                  <a:lnTo>
                    <a:pt x="5363564" y="1978109"/>
                  </a:lnTo>
                  <a:close/>
                </a:path>
                <a:path w="6655434" h="6988809">
                  <a:moveTo>
                    <a:pt x="5438159" y="2109067"/>
                  </a:moveTo>
                  <a:lnTo>
                    <a:pt x="5441393" y="2114671"/>
                  </a:lnTo>
                  <a:lnTo>
                    <a:pt x="5435796" y="2117899"/>
                  </a:lnTo>
                  <a:lnTo>
                    <a:pt x="5432562" y="2112301"/>
                  </a:lnTo>
                  <a:lnTo>
                    <a:pt x="5438159" y="2109067"/>
                  </a:lnTo>
                  <a:close/>
                </a:path>
                <a:path w="6655434" h="6988809">
                  <a:moveTo>
                    <a:pt x="5512861" y="2239629"/>
                  </a:moveTo>
                  <a:lnTo>
                    <a:pt x="5515503" y="2244214"/>
                  </a:lnTo>
                  <a:lnTo>
                    <a:pt x="5510924" y="2246855"/>
                  </a:lnTo>
                  <a:lnTo>
                    <a:pt x="5508283" y="2242277"/>
                  </a:lnTo>
                  <a:lnTo>
                    <a:pt x="5512861" y="2239629"/>
                  </a:lnTo>
                  <a:close/>
                </a:path>
                <a:path w="6655434" h="6988809">
                  <a:moveTo>
                    <a:pt x="5587675" y="2369794"/>
                  </a:moveTo>
                  <a:lnTo>
                    <a:pt x="5590027" y="2373863"/>
                  </a:lnTo>
                  <a:lnTo>
                    <a:pt x="5585952" y="2376215"/>
                  </a:lnTo>
                  <a:lnTo>
                    <a:pt x="5583600" y="2372145"/>
                  </a:lnTo>
                  <a:lnTo>
                    <a:pt x="5587675" y="2369794"/>
                  </a:lnTo>
                  <a:close/>
                </a:path>
                <a:path w="6655434" h="6988809">
                  <a:moveTo>
                    <a:pt x="5662371" y="2500362"/>
                  </a:moveTo>
                  <a:lnTo>
                    <a:pt x="5664136" y="2503413"/>
                  </a:lnTo>
                  <a:lnTo>
                    <a:pt x="5661086" y="2505172"/>
                  </a:lnTo>
                  <a:lnTo>
                    <a:pt x="5659321" y="2502121"/>
                  </a:lnTo>
                  <a:lnTo>
                    <a:pt x="5662371" y="2500362"/>
                  </a:lnTo>
                  <a:close/>
                </a:path>
                <a:path w="6655434" h="6988809">
                  <a:moveTo>
                    <a:pt x="5737077" y="2630924"/>
                  </a:moveTo>
                  <a:lnTo>
                    <a:pt x="5738251" y="2632956"/>
                  </a:lnTo>
                  <a:lnTo>
                    <a:pt x="5736214" y="2634134"/>
                  </a:lnTo>
                  <a:lnTo>
                    <a:pt x="5735041" y="2632097"/>
                  </a:lnTo>
                  <a:lnTo>
                    <a:pt x="5737077" y="2630924"/>
                  </a:lnTo>
                  <a:close/>
                </a:path>
                <a:path w="6655434" h="6988809">
                  <a:moveTo>
                    <a:pt x="5811886" y="2761078"/>
                  </a:moveTo>
                  <a:lnTo>
                    <a:pt x="5812769" y="2762612"/>
                  </a:lnTo>
                  <a:lnTo>
                    <a:pt x="5811241" y="2763494"/>
                  </a:lnTo>
                  <a:lnTo>
                    <a:pt x="5810358" y="2761960"/>
                  </a:lnTo>
                  <a:lnTo>
                    <a:pt x="5811886" y="2761078"/>
                  </a:lnTo>
                  <a:close/>
                </a:path>
                <a:path w="6655434" h="6988809">
                  <a:moveTo>
                    <a:pt x="4025760" y="0"/>
                  </a:moveTo>
                  <a:lnTo>
                    <a:pt x="4034426" y="0"/>
                  </a:lnTo>
                  <a:lnTo>
                    <a:pt x="4027926" y="3752"/>
                  </a:lnTo>
                  <a:lnTo>
                    <a:pt x="4025760" y="0"/>
                  </a:lnTo>
                  <a:close/>
                </a:path>
                <a:path w="6655434" h="6988809">
                  <a:moveTo>
                    <a:pt x="4114136" y="91371"/>
                  </a:moveTo>
                  <a:lnTo>
                    <a:pt x="4129412" y="117830"/>
                  </a:lnTo>
                  <a:lnTo>
                    <a:pt x="4102954" y="133105"/>
                  </a:lnTo>
                  <a:lnTo>
                    <a:pt x="4087678" y="106647"/>
                  </a:lnTo>
                  <a:lnTo>
                    <a:pt x="4114136" y="91371"/>
                  </a:lnTo>
                  <a:close/>
                </a:path>
                <a:path w="6655434" h="6988809">
                  <a:moveTo>
                    <a:pt x="4188726" y="222336"/>
                  </a:moveTo>
                  <a:lnTo>
                    <a:pt x="4203125" y="247266"/>
                  </a:lnTo>
                  <a:lnTo>
                    <a:pt x="4178188" y="261665"/>
                  </a:lnTo>
                  <a:lnTo>
                    <a:pt x="4163796" y="236729"/>
                  </a:lnTo>
                  <a:lnTo>
                    <a:pt x="4188726" y="222336"/>
                  </a:lnTo>
                  <a:close/>
                </a:path>
                <a:path w="6655434" h="6988809">
                  <a:moveTo>
                    <a:pt x="4263327" y="353295"/>
                  </a:moveTo>
                  <a:lnTo>
                    <a:pt x="4276843" y="376703"/>
                  </a:lnTo>
                  <a:lnTo>
                    <a:pt x="4253429" y="390219"/>
                  </a:lnTo>
                  <a:lnTo>
                    <a:pt x="4239919" y="366811"/>
                  </a:lnTo>
                  <a:lnTo>
                    <a:pt x="4263327" y="353295"/>
                  </a:lnTo>
                  <a:close/>
                </a:path>
                <a:path w="6655434" h="6988809">
                  <a:moveTo>
                    <a:pt x="4337922" y="484260"/>
                  </a:moveTo>
                  <a:lnTo>
                    <a:pt x="4350556" y="506140"/>
                  </a:lnTo>
                  <a:lnTo>
                    <a:pt x="4328670" y="518774"/>
                  </a:lnTo>
                  <a:lnTo>
                    <a:pt x="4316036" y="496894"/>
                  </a:lnTo>
                  <a:lnTo>
                    <a:pt x="4337922" y="484260"/>
                  </a:lnTo>
                  <a:close/>
                </a:path>
                <a:path w="6655434" h="6988809">
                  <a:moveTo>
                    <a:pt x="4412623" y="614822"/>
                  </a:moveTo>
                  <a:lnTo>
                    <a:pt x="4424671" y="635689"/>
                  </a:lnTo>
                  <a:lnTo>
                    <a:pt x="4403804" y="647736"/>
                  </a:lnTo>
                  <a:lnTo>
                    <a:pt x="4391756" y="626869"/>
                  </a:lnTo>
                  <a:lnTo>
                    <a:pt x="4412623" y="614822"/>
                  </a:lnTo>
                  <a:close/>
                </a:path>
                <a:path w="6655434" h="6988809">
                  <a:moveTo>
                    <a:pt x="4487218" y="745787"/>
                  </a:moveTo>
                  <a:lnTo>
                    <a:pt x="4498383" y="765126"/>
                  </a:lnTo>
                  <a:lnTo>
                    <a:pt x="4479045" y="776290"/>
                  </a:lnTo>
                  <a:lnTo>
                    <a:pt x="4467879" y="756951"/>
                  </a:lnTo>
                  <a:lnTo>
                    <a:pt x="4487218" y="745787"/>
                  </a:lnTo>
                  <a:close/>
                </a:path>
                <a:path w="6655434" h="6988809">
                  <a:moveTo>
                    <a:pt x="4561920" y="876355"/>
                  </a:moveTo>
                  <a:lnTo>
                    <a:pt x="4572498" y="894669"/>
                  </a:lnTo>
                  <a:lnTo>
                    <a:pt x="4554173" y="905247"/>
                  </a:lnTo>
                  <a:lnTo>
                    <a:pt x="4543600" y="886933"/>
                  </a:lnTo>
                  <a:lnTo>
                    <a:pt x="4561920" y="876355"/>
                  </a:lnTo>
                  <a:close/>
                </a:path>
                <a:path w="6655434" h="6988809">
                  <a:moveTo>
                    <a:pt x="4636622" y="1006916"/>
                  </a:moveTo>
                  <a:lnTo>
                    <a:pt x="4646608" y="1024218"/>
                  </a:lnTo>
                  <a:lnTo>
                    <a:pt x="4629307" y="1034210"/>
                  </a:lnTo>
                  <a:lnTo>
                    <a:pt x="4619314" y="1016909"/>
                  </a:lnTo>
                  <a:lnTo>
                    <a:pt x="4636622" y="1006916"/>
                  </a:lnTo>
                  <a:close/>
                </a:path>
                <a:path w="6655434" h="6988809">
                  <a:moveTo>
                    <a:pt x="4711217" y="1137875"/>
                  </a:moveTo>
                  <a:lnTo>
                    <a:pt x="4720326" y="1153654"/>
                  </a:lnTo>
                  <a:lnTo>
                    <a:pt x="4704547" y="1162763"/>
                  </a:lnTo>
                  <a:lnTo>
                    <a:pt x="4695437" y="1146985"/>
                  </a:lnTo>
                  <a:lnTo>
                    <a:pt x="4711217" y="1137875"/>
                  </a:lnTo>
                  <a:close/>
                </a:path>
                <a:path w="6655434" h="6988809">
                  <a:moveTo>
                    <a:pt x="4785812" y="1268846"/>
                  </a:moveTo>
                  <a:lnTo>
                    <a:pt x="4794039" y="1283091"/>
                  </a:lnTo>
                  <a:lnTo>
                    <a:pt x="4779788" y="1291318"/>
                  </a:lnTo>
                  <a:lnTo>
                    <a:pt x="4771561" y="1277073"/>
                  </a:lnTo>
                  <a:lnTo>
                    <a:pt x="4785812" y="1268846"/>
                  </a:lnTo>
                  <a:close/>
                </a:path>
                <a:path w="6655434" h="6988809">
                  <a:moveTo>
                    <a:pt x="4860513" y="1399408"/>
                  </a:moveTo>
                  <a:lnTo>
                    <a:pt x="4868154" y="1412634"/>
                  </a:lnTo>
                  <a:lnTo>
                    <a:pt x="4854916" y="1420275"/>
                  </a:lnTo>
                  <a:lnTo>
                    <a:pt x="4847281" y="1407049"/>
                  </a:lnTo>
                  <a:lnTo>
                    <a:pt x="4860513" y="1399408"/>
                  </a:lnTo>
                  <a:close/>
                </a:path>
                <a:path w="6655434" h="6988809">
                  <a:moveTo>
                    <a:pt x="4935209" y="1529969"/>
                  </a:moveTo>
                  <a:lnTo>
                    <a:pt x="4942263" y="1542183"/>
                  </a:lnTo>
                  <a:lnTo>
                    <a:pt x="4930056" y="1549231"/>
                  </a:lnTo>
                  <a:lnTo>
                    <a:pt x="4923001" y="1537018"/>
                  </a:lnTo>
                  <a:lnTo>
                    <a:pt x="4935209" y="1529969"/>
                  </a:lnTo>
                  <a:close/>
                </a:path>
                <a:path w="6655434" h="6988809">
                  <a:moveTo>
                    <a:pt x="5009810" y="1660928"/>
                  </a:moveTo>
                  <a:lnTo>
                    <a:pt x="5015982" y="1671619"/>
                  </a:lnTo>
                  <a:lnTo>
                    <a:pt x="5005291" y="1677791"/>
                  </a:lnTo>
                  <a:lnTo>
                    <a:pt x="4999119" y="1667100"/>
                  </a:lnTo>
                  <a:lnTo>
                    <a:pt x="5009810" y="1660928"/>
                  </a:lnTo>
                  <a:close/>
                </a:path>
                <a:path w="6655434" h="6988809">
                  <a:moveTo>
                    <a:pt x="5084405" y="1791899"/>
                  </a:moveTo>
                  <a:lnTo>
                    <a:pt x="5089694" y="1801056"/>
                  </a:lnTo>
                  <a:lnTo>
                    <a:pt x="5080531" y="1806345"/>
                  </a:lnTo>
                  <a:lnTo>
                    <a:pt x="5075242" y="1797188"/>
                  </a:lnTo>
                  <a:lnTo>
                    <a:pt x="5084405" y="1791899"/>
                  </a:lnTo>
                  <a:close/>
                </a:path>
                <a:path w="6655434" h="6988809">
                  <a:moveTo>
                    <a:pt x="5159106" y="1922460"/>
                  </a:moveTo>
                  <a:lnTo>
                    <a:pt x="5163809" y="1930599"/>
                  </a:lnTo>
                  <a:lnTo>
                    <a:pt x="5155659" y="1935302"/>
                  </a:lnTo>
                  <a:lnTo>
                    <a:pt x="5150962" y="1927164"/>
                  </a:lnTo>
                  <a:lnTo>
                    <a:pt x="5159106" y="1922460"/>
                  </a:lnTo>
                  <a:close/>
                </a:path>
                <a:path w="6655434" h="6988809">
                  <a:moveTo>
                    <a:pt x="5233915" y="2052620"/>
                  </a:moveTo>
                  <a:lnTo>
                    <a:pt x="5238321" y="2060254"/>
                  </a:lnTo>
                  <a:lnTo>
                    <a:pt x="5230686" y="2064661"/>
                  </a:lnTo>
                  <a:lnTo>
                    <a:pt x="5226280" y="2057027"/>
                  </a:lnTo>
                  <a:lnTo>
                    <a:pt x="5233915" y="2052620"/>
                  </a:lnTo>
                  <a:close/>
                </a:path>
                <a:path w="6655434" h="6988809">
                  <a:moveTo>
                    <a:pt x="5308616" y="2183181"/>
                  </a:moveTo>
                  <a:lnTo>
                    <a:pt x="5312437" y="2189797"/>
                  </a:lnTo>
                  <a:lnTo>
                    <a:pt x="5305821" y="2193618"/>
                  </a:lnTo>
                  <a:lnTo>
                    <a:pt x="5302000" y="2187002"/>
                  </a:lnTo>
                  <a:lnTo>
                    <a:pt x="5308616" y="2183181"/>
                  </a:lnTo>
                  <a:close/>
                </a:path>
                <a:path w="6655434" h="6988809">
                  <a:moveTo>
                    <a:pt x="5383318" y="2313743"/>
                  </a:moveTo>
                  <a:lnTo>
                    <a:pt x="5386552" y="2319341"/>
                  </a:lnTo>
                  <a:lnTo>
                    <a:pt x="5380949" y="2322575"/>
                  </a:lnTo>
                  <a:lnTo>
                    <a:pt x="5377721" y="2316977"/>
                  </a:lnTo>
                  <a:lnTo>
                    <a:pt x="5383318" y="2313743"/>
                  </a:lnTo>
                  <a:close/>
                </a:path>
                <a:path w="6655434" h="6988809">
                  <a:moveTo>
                    <a:pt x="5458019" y="2444311"/>
                  </a:moveTo>
                  <a:lnTo>
                    <a:pt x="5460661" y="2448890"/>
                  </a:lnTo>
                  <a:lnTo>
                    <a:pt x="5456089" y="2451532"/>
                  </a:lnTo>
                  <a:lnTo>
                    <a:pt x="5453441" y="2446953"/>
                  </a:lnTo>
                  <a:lnTo>
                    <a:pt x="5458019" y="2444311"/>
                  </a:lnTo>
                  <a:close/>
                </a:path>
                <a:path w="6655434" h="6988809">
                  <a:moveTo>
                    <a:pt x="5532721" y="2574873"/>
                  </a:moveTo>
                  <a:lnTo>
                    <a:pt x="5534777" y="2578439"/>
                  </a:lnTo>
                  <a:lnTo>
                    <a:pt x="5531217" y="2580494"/>
                  </a:lnTo>
                  <a:lnTo>
                    <a:pt x="5529162" y="2576928"/>
                  </a:lnTo>
                  <a:lnTo>
                    <a:pt x="5532721" y="2574873"/>
                  </a:lnTo>
                  <a:close/>
                </a:path>
                <a:path w="6655434" h="6988809">
                  <a:moveTo>
                    <a:pt x="5607535" y="2705032"/>
                  </a:moveTo>
                  <a:lnTo>
                    <a:pt x="5609295" y="2708089"/>
                  </a:lnTo>
                  <a:lnTo>
                    <a:pt x="5606238" y="2709854"/>
                  </a:lnTo>
                  <a:lnTo>
                    <a:pt x="5604479" y="2706798"/>
                  </a:lnTo>
                  <a:lnTo>
                    <a:pt x="5607535" y="2705032"/>
                  </a:lnTo>
                  <a:close/>
                </a:path>
                <a:path w="6655434" h="6988809">
                  <a:moveTo>
                    <a:pt x="5682231" y="2835600"/>
                  </a:moveTo>
                  <a:lnTo>
                    <a:pt x="5683404" y="2837632"/>
                  </a:lnTo>
                  <a:lnTo>
                    <a:pt x="5681372" y="2838805"/>
                  </a:lnTo>
                  <a:lnTo>
                    <a:pt x="5680199" y="2836774"/>
                  </a:lnTo>
                  <a:lnTo>
                    <a:pt x="5682231" y="2835600"/>
                  </a:lnTo>
                  <a:close/>
                </a:path>
                <a:path w="6655434" h="6988809">
                  <a:moveTo>
                    <a:pt x="5755920" y="2966749"/>
                  </a:moveTo>
                  <a:lnTo>
                    <a:pt x="5757276" y="2966749"/>
                  </a:lnTo>
                  <a:lnTo>
                    <a:pt x="5757525" y="2967181"/>
                  </a:lnTo>
                  <a:lnTo>
                    <a:pt x="5756168" y="2967181"/>
                  </a:lnTo>
                  <a:lnTo>
                    <a:pt x="5755920" y="2966749"/>
                  </a:lnTo>
                  <a:close/>
                </a:path>
                <a:path w="6655434" h="6988809">
                  <a:moveTo>
                    <a:pt x="3909886" y="34918"/>
                  </a:moveTo>
                  <a:lnTo>
                    <a:pt x="3926341" y="63420"/>
                  </a:lnTo>
                  <a:lnTo>
                    <a:pt x="3897851" y="79868"/>
                  </a:lnTo>
                  <a:lnTo>
                    <a:pt x="3881396" y="51366"/>
                  </a:lnTo>
                  <a:lnTo>
                    <a:pt x="3909886" y="34918"/>
                  </a:lnTo>
                  <a:close/>
                </a:path>
                <a:path w="6655434" h="6988809">
                  <a:moveTo>
                    <a:pt x="3984593" y="165480"/>
                  </a:moveTo>
                  <a:lnTo>
                    <a:pt x="4000456" y="192956"/>
                  </a:lnTo>
                  <a:lnTo>
                    <a:pt x="3972978" y="208824"/>
                  </a:lnTo>
                  <a:lnTo>
                    <a:pt x="3957111" y="181341"/>
                  </a:lnTo>
                  <a:lnTo>
                    <a:pt x="3984593" y="165480"/>
                  </a:lnTo>
                  <a:close/>
                </a:path>
                <a:path w="6655434" h="6988809">
                  <a:moveTo>
                    <a:pt x="4059289" y="296048"/>
                  </a:moveTo>
                  <a:lnTo>
                    <a:pt x="4074571" y="322506"/>
                  </a:lnTo>
                  <a:lnTo>
                    <a:pt x="4048113" y="337782"/>
                  </a:lnTo>
                  <a:lnTo>
                    <a:pt x="4032831" y="311323"/>
                  </a:lnTo>
                  <a:lnTo>
                    <a:pt x="4059289" y="296048"/>
                  </a:lnTo>
                  <a:close/>
                </a:path>
                <a:path w="6655434" h="6988809">
                  <a:moveTo>
                    <a:pt x="4133991" y="426609"/>
                  </a:moveTo>
                  <a:lnTo>
                    <a:pt x="4148680" y="452049"/>
                  </a:lnTo>
                  <a:lnTo>
                    <a:pt x="4123241" y="466738"/>
                  </a:lnTo>
                  <a:lnTo>
                    <a:pt x="4108551" y="441299"/>
                  </a:lnTo>
                  <a:lnTo>
                    <a:pt x="4133991" y="426609"/>
                  </a:lnTo>
                  <a:close/>
                </a:path>
                <a:path w="6655434" h="6988809">
                  <a:moveTo>
                    <a:pt x="4208479" y="557971"/>
                  </a:moveTo>
                  <a:lnTo>
                    <a:pt x="4221996" y="581385"/>
                  </a:lnTo>
                  <a:lnTo>
                    <a:pt x="4198594" y="594895"/>
                  </a:lnTo>
                  <a:lnTo>
                    <a:pt x="4185078" y="571481"/>
                  </a:lnTo>
                  <a:lnTo>
                    <a:pt x="4208479" y="557971"/>
                  </a:lnTo>
                  <a:close/>
                </a:path>
                <a:path w="6655434" h="6988809">
                  <a:moveTo>
                    <a:pt x="4283074" y="688936"/>
                  </a:moveTo>
                  <a:lnTo>
                    <a:pt x="4295708" y="710822"/>
                  </a:lnTo>
                  <a:lnTo>
                    <a:pt x="4273829" y="723456"/>
                  </a:lnTo>
                  <a:lnTo>
                    <a:pt x="4261195" y="701570"/>
                  </a:lnTo>
                  <a:lnTo>
                    <a:pt x="4283074" y="688936"/>
                  </a:lnTo>
                  <a:close/>
                </a:path>
                <a:path w="6655434" h="6988809">
                  <a:moveTo>
                    <a:pt x="4357782" y="819499"/>
                  </a:moveTo>
                  <a:lnTo>
                    <a:pt x="4369823" y="840365"/>
                  </a:lnTo>
                  <a:lnTo>
                    <a:pt x="4348962" y="852407"/>
                  </a:lnTo>
                  <a:lnTo>
                    <a:pt x="4336915" y="831546"/>
                  </a:lnTo>
                  <a:lnTo>
                    <a:pt x="4357782" y="819499"/>
                  </a:lnTo>
                  <a:close/>
                </a:path>
                <a:path w="6655434" h="6988809">
                  <a:moveTo>
                    <a:pt x="4432371" y="950469"/>
                  </a:moveTo>
                  <a:lnTo>
                    <a:pt x="4443536" y="969801"/>
                  </a:lnTo>
                  <a:lnTo>
                    <a:pt x="4424197" y="980966"/>
                  </a:lnTo>
                  <a:lnTo>
                    <a:pt x="4413038" y="961633"/>
                  </a:lnTo>
                  <a:lnTo>
                    <a:pt x="4432371" y="950469"/>
                  </a:lnTo>
                  <a:close/>
                </a:path>
                <a:path w="6655434" h="6988809">
                  <a:moveTo>
                    <a:pt x="4507079" y="1081031"/>
                  </a:moveTo>
                  <a:lnTo>
                    <a:pt x="4517651" y="1099344"/>
                  </a:lnTo>
                  <a:lnTo>
                    <a:pt x="4499337" y="1109923"/>
                  </a:lnTo>
                  <a:lnTo>
                    <a:pt x="4488759" y="1091603"/>
                  </a:lnTo>
                  <a:lnTo>
                    <a:pt x="4507079" y="1081031"/>
                  </a:lnTo>
                  <a:close/>
                </a:path>
                <a:path w="6655434" h="6988809">
                  <a:moveTo>
                    <a:pt x="4581668" y="1211989"/>
                  </a:moveTo>
                  <a:lnTo>
                    <a:pt x="4591364" y="1228787"/>
                  </a:lnTo>
                  <a:lnTo>
                    <a:pt x="4574572" y="1238483"/>
                  </a:lnTo>
                  <a:lnTo>
                    <a:pt x="4564876" y="1221685"/>
                  </a:lnTo>
                  <a:lnTo>
                    <a:pt x="4581668" y="1211989"/>
                  </a:lnTo>
                  <a:close/>
                </a:path>
                <a:path w="6655434" h="6988809">
                  <a:moveTo>
                    <a:pt x="4656263" y="1342960"/>
                  </a:moveTo>
                  <a:lnTo>
                    <a:pt x="4665076" y="1358223"/>
                  </a:lnTo>
                  <a:lnTo>
                    <a:pt x="4649812" y="1367037"/>
                  </a:lnTo>
                  <a:lnTo>
                    <a:pt x="4640999" y="1351773"/>
                  </a:lnTo>
                  <a:lnTo>
                    <a:pt x="4656263" y="1342960"/>
                  </a:lnTo>
                  <a:close/>
                </a:path>
                <a:path w="6655434" h="6988809">
                  <a:moveTo>
                    <a:pt x="4730964" y="1473522"/>
                  </a:moveTo>
                  <a:lnTo>
                    <a:pt x="4739191" y="1487766"/>
                  </a:lnTo>
                  <a:lnTo>
                    <a:pt x="4724941" y="1495993"/>
                  </a:lnTo>
                  <a:lnTo>
                    <a:pt x="4716719" y="1481748"/>
                  </a:lnTo>
                  <a:lnTo>
                    <a:pt x="4730964" y="1473522"/>
                  </a:lnTo>
                  <a:close/>
                </a:path>
                <a:path w="6655434" h="6988809">
                  <a:moveTo>
                    <a:pt x="4805672" y="1604084"/>
                  </a:moveTo>
                  <a:lnTo>
                    <a:pt x="4813307" y="1617310"/>
                  </a:lnTo>
                  <a:lnTo>
                    <a:pt x="4800080" y="1624951"/>
                  </a:lnTo>
                  <a:lnTo>
                    <a:pt x="4792440" y="1611719"/>
                  </a:lnTo>
                  <a:lnTo>
                    <a:pt x="4805672" y="1604084"/>
                  </a:lnTo>
                  <a:close/>
                </a:path>
                <a:path w="6655434" h="6988809">
                  <a:moveTo>
                    <a:pt x="4880261" y="1735042"/>
                  </a:moveTo>
                  <a:lnTo>
                    <a:pt x="4887019" y="1746752"/>
                  </a:lnTo>
                  <a:lnTo>
                    <a:pt x="4875315" y="1753510"/>
                  </a:lnTo>
                  <a:lnTo>
                    <a:pt x="4868557" y="1741800"/>
                  </a:lnTo>
                  <a:lnTo>
                    <a:pt x="4880261" y="1735042"/>
                  </a:lnTo>
                  <a:close/>
                </a:path>
                <a:path w="6655434" h="6988809">
                  <a:moveTo>
                    <a:pt x="4954856" y="1866013"/>
                  </a:moveTo>
                  <a:lnTo>
                    <a:pt x="4960731" y="1876188"/>
                  </a:lnTo>
                  <a:lnTo>
                    <a:pt x="4950556" y="1882064"/>
                  </a:lnTo>
                  <a:lnTo>
                    <a:pt x="4944680" y="1871888"/>
                  </a:lnTo>
                  <a:lnTo>
                    <a:pt x="4954856" y="1866013"/>
                  </a:lnTo>
                  <a:close/>
                </a:path>
                <a:path w="6655434" h="6988809">
                  <a:moveTo>
                    <a:pt x="5029558" y="1996574"/>
                  </a:moveTo>
                  <a:lnTo>
                    <a:pt x="5034847" y="2005731"/>
                  </a:lnTo>
                  <a:lnTo>
                    <a:pt x="5025684" y="2011021"/>
                  </a:lnTo>
                  <a:lnTo>
                    <a:pt x="5020400" y="2001864"/>
                  </a:lnTo>
                  <a:lnTo>
                    <a:pt x="5029558" y="1996574"/>
                  </a:lnTo>
                  <a:close/>
                </a:path>
                <a:path w="6655434" h="6988809">
                  <a:moveTo>
                    <a:pt x="5104265" y="2127136"/>
                  </a:moveTo>
                  <a:lnTo>
                    <a:pt x="5108962" y="2135275"/>
                  </a:lnTo>
                  <a:lnTo>
                    <a:pt x="5100824" y="2139978"/>
                  </a:lnTo>
                  <a:lnTo>
                    <a:pt x="5096121" y="2131839"/>
                  </a:lnTo>
                  <a:lnTo>
                    <a:pt x="5104265" y="2127136"/>
                  </a:lnTo>
                  <a:close/>
                </a:path>
                <a:path w="6655434" h="6988809">
                  <a:moveTo>
                    <a:pt x="5178966" y="2257698"/>
                  </a:moveTo>
                  <a:lnTo>
                    <a:pt x="5183077" y="2264824"/>
                  </a:lnTo>
                  <a:lnTo>
                    <a:pt x="5175958" y="2268940"/>
                  </a:lnTo>
                  <a:lnTo>
                    <a:pt x="5171841" y="2261815"/>
                  </a:lnTo>
                  <a:lnTo>
                    <a:pt x="5178966" y="2257698"/>
                  </a:lnTo>
                  <a:close/>
                </a:path>
                <a:path w="6655434" h="6988809">
                  <a:moveTo>
                    <a:pt x="5253662" y="2388266"/>
                  </a:moveTo>
                  <a:lnTo>
                    <a:pt x="5257187" y="2394367"/>
                  </a:lnTo>
                  <a:lnTo>
                    <a:pt x="5251086" y="2397891"/>
                  </a:lnTo>
                  <a:lnTo>
                    <a:pt x="5247562" y="2391790"/>
                  </a:lnTo>
                  <a:lnTo>
                    <a:pt x="5253662" y="2388266"/>
                  </a:lnTo>
                  <a:close/>
                </a:path>
                <a:path w="6655434" h="6988809">
                  <a:moveTo>
                    <a:pt x="5328370" y="2518828"/>
                  </a:moveTo>
                  <a:lnTo>
                    <a:pt x="5331308" y="2523916"/>
                  </a:lnTo>
                  <a:lnTo>
                    <a:pt x="5326214" y="2526854"/>
                  </a:lnTo>
                  <a:lnTo>
                    <a:pt x="5323276" y="2521766"/>
                  </a:lnTo>
                  <a:lnTo>
                    <a:pt x="5328370" y="2518828"/>
                  </a:lnTo>
                  <a:close/>
                </a:path>
                <a:path w="6655434" h="6988809">
                  <a:moveTo>
                    <a:pt x="5403071" y="2649390"/>
                  </a:moveTo>
                  <a:lnTo>
                    <a:pt x="5405417" y="2653459"/>
                  </a:lnTo>
                  <a:lnTo>
                    <a:pt x="5401348" y="2655810"/>
                  </a:lnTo>
                  <a:lnTo>
                    <a:pt x="5398996" y="2651741"/>
                  </a:lnTo>
                  <a:lnTo>
                    <a:pt x="5403071" y="2649390"/>
                  </a:lnTo>
                  <a:close/>
                </a:path>
                <a:path w="6655434" h="6988809">
                  <a:moveTo>
                    <a:pt x="5477879" y="2779549"/>
                  </a:moveTo>
                  <a:lnTo>
                    <a:pt x="5479935" y="2783109"/>
                  </a:lnTo>
                  <a:lnTo>
                    <a:pt x="5476375" y="2785164"/>
                  </a:lnTo>
                  <a:lnTo>
                    <a:pt x="5474320" y="2781604"/>
                  </a:lnTo>
                  <a:lnTo>
                    <a:pt x="5477879" y="2779549"/>
                  </a:lnTo>
                  <a:close/>
                </a:path>
                <a:path w="6655434" h="6988809">
                  <a:moveTo>
                    <a:pt x="5552581" y="2910111"/>
                  </a:moveTo>
                  <a:lnTo>
                    <a:pt x="5554050" y="2912658"/>
                  </a:lnTo>
                  <a:lnTo>
                    <a:pt x="5551503" y="2914127"/>
                  </a:lnTo>
                  <a:lnTo>
                    <a:pt x="5550034" y="2911580"/>
                  </a:lnTo>
                  <a:lnTo>
                    <a:pt x="5552581" y="2910111"/>
                  </a:lnTo>
                  <a:close/>
                </a:path>
                <a:path w="6655434" h="6988809">
                  <a:moveTo>
                    <a:pt x="5627283" y="3040673"/>
                  </a:moveTo>
                  <a:lnTo>
                    <a:pt x="5628166" y="3042201"/>
                  </a:lnTo>
                  <a:lnTo>
                    <a:pt x="5626637" y="3043083"/>
                  </a:lnTo>
                  <a:lnTo>
                    <a:pt x="5625755" y="3041555"/>
                  </a:lnTo>
                  <a:lnTo>
                    <a:pt x="5627283" y="3040673"/>
                  </a:lnTo>
                  <a:close/>
                </a:path>
                <a:path w="6655434" h="6988809">
                  <a:moveTo>
                    <a:pt x="3676347" y="0"/>
                  </a:moveTo>
                  <a:lnTo>
                    <a:pt x="3719088" y="0"/>
                  </a:lnTo>
                  <a:lnTo>
                    <a:pt x="3724471" y="9323"/>
                  </a:lnTo>
                  <a:lnTo>
                    <a:pt x="3692415" y="27832"/>
                  </a:lnTo>
                  <a:lnTo>
                    <a:pt x="3676347" y="0"/>
                  </a:lnTo>
                  <a:close/>
                </a:path>
                <a:path w="6655434" h="6988809">
                  <a:moveTo>
                    <a:pt x="3780562" y="108225"/>
                  </a:moveTo>
                  <a:lnTo>
                    <a:pt x="3798189" y="138759"/>
                  </a:lnTo>
                  <a:lnTo>
                    <a:pt x="3767650" y="156391"/>
                  </a:lnTo>
                  <a:lnTo>
                    <a:pt x="3750023" y="125858"/>
                  </a:lnTo>
                  <a:lnTo>
                    <a:pt x="3780562" y="108225"/>
                  </a:lnTo>
                  <a:close/>
                </a:path>
                <a:path w="6655434" h="6988809">
                  <a:moveTo>
                    <a:pt x="3855158" y="239197"/>
                  </a:moveTo>
                  <a:lnTo>
                    <a:pt x="3871902" y="268195"/>
                  </a:lnTo>
                  <a:lnTo>
                    <a:pt x="3842890" y="284946"/>
                  </a:lnTo>
                  <a:lnTo>
                    <a:pt x="3826146" y="255941"/>
                  </a:lnTo>
                  <a:lnTo>
                    <a:pt x="3855158" y="239197"/>
                  </a:lnTo>
                  <a:close/>
                </a:path>
                <a:path w="6655434" h="6988809">
                  <a:moveTo>
                    <a:pt x="3929859" y="369758"/>
                  </a:moveTo>
                  <a:lnTo>
                    <a:pt x="3946017" y="397744"/>
                  </a:lnTo>
                  <a:lnTo>
                    <a:pt x="3918025" y="413903"/>
                  </a:lnTo>
                  <a:lnTo>
                    <a:pt x="3901867" y="385916"/>
                  </a:lnTo>
                  <a:lnTo>
                    <a:pt x="3929859" y="369758"/>
                  </a:lnTo>
                  <a:close/>
                </a:path>
                <a:path w="6655434" h="6988809">
                  <a:moveTo>
                    <a:pt x="4004555" y="500320"/>
                  </a:moveTo>
                  <a:lnTo>
                    <a:pt x="4020127" y="527288"/>
                  </a:lnTo>
                  <a:lnTo>
                    <a:pt x="3993159" y="542859"/>
                  </a:lnTo>
                  <a:lnTo>
                    <a:pt x="3977593" y="515891"/>
                  </a:lnTo>
                  <a:lnTo>
                    <a:pt x="4004555" y="500320"/>
                  </a:lnTo>
                  <a:close/>
                </a:path>
                <a:path w="6655434" h="6988809">
                  <a:moveTo>
                    <a:pt x="4079150" y="631285"/>
                  </a:moveTo>
                  <a:lnTo>
                    <a:pt x="4093839" y="656724"/>
                  </a:lnTo>
                  <a:lnTo>
                    <a:pt x="4068394" y="671413"/>
                  </a:lnTo>
                  <a:lnTo>
                    <a:pt x="4053704" y="645974"/>
                  </a:lnTo>
                  <a:lnTo>
                    <a:pt x="4079150" y="631285"/>
                  </a:lnTo>
                  <a:close/>
                </a:path>
                <a:path w="6655434" h="6988809">
                  <a:moveTo>
                    <a:pt x="4153638" y="762646"/>
                  </a:moveTo>
                  <a:lnTo>
                    <a:pt x="4167154" y="786060"/>
                  </a:lnTo>
                  <a:lnTo>
                    <a:pt x="4143747" y="799571"/>
                  </a:lnTo>
                  <a:lnTo>
                    <a:pt x="4130230" y="776163"/>
                  </a:lnTo>
                  <a:lnTo>
                    <a:pt x="4153638" y="762646"/>
                  </a:lnTo>
                  <a:close/>
                </a:path>
                <a:path w="6655434" h="6988809">
                  <a:moveTo>
                    <a:pt x="4228233" y="893617"/>
                  </a:moveTo>
                  <a:lnTo>
                    <a:pt x="4240867" y="915497"/>
                  </a:lnTo>
                  <a:lnTo>
                    <a:pt x="4218987" y="928131"/>
                  </a:lnTo>
                  <a:lnTo>
                    <a:pt x="4206353" y="906245"/>
                  </a:lnTo>
                  <a:lnTo>
                    <a:pt x="4228233" y="893617"/>
                  </a:lnTo>
                  <a:close/>
                </a:path>
                <a:path w="6655434" h="6988809">
                  <a:moveTo>
                    <a:pt x="4302935" y="1024179"/>
                  </a:moveTo>
                  <a:lnTo>
                    <a:pt x="4314982" y="1045040"/>
                  </a:lnTo>
                  <a:lnTo>
                    <a:pt x="4294121" y="1057081"/>
                  </a:lnTo>
                  <a:lnTo>
                    <a:pt x="4282074" y="1036221"/>
                  </a:lnTo>
                  <a:lnTo>
                    <a:pt x="4302935" y="1024179"/>
                  </a:lnTo>
                  <a:close/>
                </a:path>
                <a:path w="6655434" h="6988809">
                  <a:moveTo>
                    <a:pt x="4377530" y="1155138"/>
                  </a:moveTo>
                  <a:lnTo>
                    <a:pt x="4388695" y="1174477"/>
                  </a:lnTo>
                  <a:lnTo>
                    <a:pt x="4369362" y="1185641"/>
                  </a:lnTo>
                  <a:lnTo>
                    <a:pt x="4358197" y="1166302"/>
                  </a:lnTo>
                  <a:lnTo>
                    <a:pt x="4377530" y="1155138"/>
                  </a:lnTo>
                  <a:close/>
                </a:path>
                <a:path w="6655434" h="6988809">
                  <a:moveTo>
                    <a:pt x="4452231" y="1285699"/>
                  </a:moveTo>
                  <a:lnTo>
                    <a:pt x="4462810" y="1304025"/>
                  </a:lnTo>
                  <a:lnTo>
                    <a:pt x="4444490" y="1314598"/>
                  </a:lnTo>
                  <a:lnTo>
                    <a:pt x="4433911" y="1296278"/>
                  </a:lnTo>
                  <a:lnTo>
                    <a:pt x="4452231" y="1285699"/>
                  </a:lnTo>
                  <a:close/>
                </a:path>
                <a:path w="6655434" h="6988809">
                  <a:moveTo>
                    <a:pt x="4526825" y="1416670"/>
                  </a:moveTo>
                  <a:lnTo>
                    <a:pt x="4536523" y="1433462"/>
                  </a:lnTo>
                  <a:lnTo>
                    <a:pt x="4519731" y="1443158"/>
                  </a:lnTo>
                  <a:lnTo>
                    <a:pt x="4510034" y="1426360"/>
                  </a:lnTo>
                  <a:lnTo>
                    <a:pt x="4526825" y="1416670"/>
                  </a:lnTo>
                  <a:close/>
                </a:path>
                <a:path w="6655434" h="6988809">
                  <a:moveTo>
                    <a:pt x="4601416" y="1547629"/>
                  </a:moveTo>
                  <a:lnTo>
                    <a:pt x="4610235" y="1562898"/>
                  </a:lnTo>
                  <a:lnTo>
                    <a:pt x="4594971" y="1571712"/>
                  </a:lnTo>
                  <a:lnTo>
                    <a:pt x="4586152" y="1556442"/>
                  </a:lnTo>
                  <a:lnTo>
                    <a:pt x="4601416" y="1547629"/>
                  </a:lnTo>
                  <a:close/>
                </a:path>
                <a:path w="6655434" h="6988809">
                  <a:moveTo>
                    <a:pt x="4676123" y="1678190"/>
                  </a:moveTo>
                  <a:lnTo>
                    <a:pt x="4684350" y="1692441"/>
                  </a:lnTo>
                  <a:lnTo>
                    <a:pt x="4670105" y="1700668"/>
                  </a:lnTo>
                  <a:lnTo>
                    <a:pt x="4661878" y="1686417"/>
                  </a:lnTo>
                  <a:lnTo>
                    <a:pt x="4676123" y="1678190"/>
                  </a:lnTo>
                  <a:close/>
                </a:path>
                <a:path w="6655434" h="6988809">
                  <a:moveTo>
                    <a:pt x="4750718" y="1809161"/>
                  </a:moveTo>
                  <a:lnTo>
                    <a:pt x="4758062" y="1821878"/>
                  </a:lnTo>
                  <a:lnTo>
                    <a:pt x="4745340" y="1829223"/>
                  </a:lnTo>
                  <a:lnTo>
                    <a:pt x="4737995" y="1816506"/>
                  </a:lnTo>
                  <a:lnTo>
                    <a:pt x="4750718" y="1809161"/>
                  </a:lnTo>
                  <a:close/>
                </a:path>
                <a:path w="6655434" h="6988809">
                  <a:moveTo>
                    <a:pt x="4825312" y="1940126"/>
                  </a:moveTo>
                  <a:lnTo>
                    <a:pt x="4831775" y="1951315"/>
                  </a:lnTo>
                  <a:lnTo>
                    <a:pt x="4820581" y="1957782"/>
                  </a:lnTo>
                  <a:lnTo>
                    <a:pt x="4814118" y="1946588"/>
                  </a:lnTo>
                  <a:lnTo>
                    <a:pt x="4825312" y="1940126"/>
                  </a:lnTo>
                  <a:close/>
                </a:path>
                <a:path w="6655434" h="6988809">
                  <a:moveTo>
                    <a:pt x="4899908" y="2071085"/>
                  </a:moveTo>
                  <a:lnTo>
                    <a:pt x="4905487" y="2080757"/>
                  </a:lnTo>
                  <a:lnTo>
                    <a:pt x="4895821" y="2086337"/>
                  </a:lnTo>
                  <a:lnTo>
                    <a:pt x="4890235" y="2076670"/>
                  </a:lnTo>
                  <a:lnTo>
                    <a:pt x="4899908" y="2071085"/>
                  </a:lnTo>
                  <a:close/>
                </a:path>
                <a:path w="6655434" h="6988809">
                  <a:moveTo>
                    <a:pt x="4974610" y="2201646"/>
                  </a:moveTo>
                  <a:lnTo>
                    <a:pt x="4979609" y="2210300"/>
                  </a:lnTo>
                  <a:lnTo>
                    <a:pt x="4970955" y="2215300"/>
                  </a:lnTo>
                  <a:lnTo>
                    <a:pt x="4965956" y="2206646"/>
                  </a:lnTo>
                  <a:lnTo>
                    <a:pt x="4974610" y="2201646"/>
                  </a:lnTo>
                  <a:close/>
                </a:path>
                <a:path w="6655434" h="6988809">
                  <a:moveTo>
                    <a:pt x="5049311" y="2332215"/>
                  </a:moveTo>
                  <a:lnTo>
                    <a:pt x="5053718" y="2339843"/>
                  </a:lnTo>
                  <a:lnTo>
                    <a:pt x="5046083" y="2344250"/>
                  </a:lnTo>
                  <a:lnTo>
                    <a:pt x="5041676" y="2336622"/>
                  </a:lnTo>
                  <a:lnTo>
                    <a:pt x="5049311" y="2332215"/>
                  </a:lnTo>
                  <a:close/>
                </a:path>
                <a:path w="6655434" h="6988809">
                  <a:moveTo>
                    <a:pt x="5124118" y="2462374"/>
                  </a:moveTo>
                  <a:lnTo>
                    <a:pt x="5128236" y="2469493"/>
                  </a:lnTo>
                  <a:lnTo>
                    <a:pt x="5121111" y="2473610"/>
                  </a:lnTo>
                  <a:lnTo>
                    <a:pt x="5116994" y="2466484"/>
                  </a:lnTo>
                  <a:lnTo>
                    <a:pt x="5124118" y="2462374"/>
                  </a:lnTo>
                  <a:close/>
                </a:path>
                <a:path w="6655434" h="6988809">
                  <a:moveTo>
                    <a:pt x="5198714" y="2593339"/>
                  </a:moveTo>
                  <a:lnTo>
                    <a:pt x="5201948" y="2598936"/>
                  </a:lnTo>
                  <a:lnTo>
                    <a:pt x="5196351" y="2602164"/>
                  </a:lnTo>
                  <a:lnTo>
                    <a:pt x="5193117" y="2596567"/>
                  </a:lnTo>
                  <a:lnTo>
                    <a:pt x="5198714" y="2593339"/>
                  </a:lnTo>
                  <a:close/>
                </a:path>
                <a:path w="6655434" h="6988809">
                  <a:moveTo>
                    <a:pt x="5273416" y="2723900"/>
                  </a:moveTo>
                  <a:lnTo>
                    <a:pt x="5276064" y="2728479"/>
                  </a:lnTo>
                  <a:lnTo>
                    <a:pt x="5271479" y="2731127"/>
                  </a:lnTo>
                  <a:lnTo>
                    <a:pt x="5268837" y="2726548"/>
                  </a:lnTo>
                  <a:lnTo>
                    <a:pt x="5273416" y="2723900"/>
                  </a:lnTo>
                  <a:close/>
                </a:path>
                <a:path w="6655434" h="6988809">
                  <a:moveTo>
                    <a:pt x="5348224" y="2854060"/>
                  </a:moveTo>
                  <a:lnTo>
                    <a:pt x="5350576" y="2858135"/>
                  </a:lnTo>
                  <a:lnTo>
                    <a:pt x="5346506" y="2860480"/>
                  </a:lnTo>
                  <a:lnTo>
                    <a:pt x="5344155" y="2856411"/>
                  </a:lnTo>
                  <a:lnTo>
                    <a:pt x="5348224" y="2854060"/>
                  </a:lnTo>
                  <a:close/>
                </a:path>
                <a:path w="6655434" h="6988809">
                  <a:moveTo>
                    <a:pt x="5422925" y="2984621"/>
                  </a:moveTo>
                  <a:lnTo>
                    <a:pt x="5424691" y="2987684"/>
                  </a:lnTo>
                  <a:lnTo>
                    <a:pt x="5421641" y="2989443"/>
                  </a:lnTo>
                  <a:lnTo>
                    <a:pt x="5419875" y="2986386"/>
                  </a:lnTo>
                  <a:lnTo>
                    <a:pt x="5422925" y="2984621"/>
                  </a:lnTo>
                  <a:close/>
                </a:path>
                <a:path w="6655434" h="6988809">
                  <a:moveTo>
                    <a:pt x="5497633" y="3115183"/>
                  </a:moveTo>
                  <a:lnTo>
                    <a:pt x="5498806" y="3117221"/>
                  </a:lnTo>
                  <a:lnTo>
                    <a:pt x="5496769" y="3118400"/>
                  </a:lnTo>
                  <a:lnTo>
                    <a:pt x="5495596" y="3116362"/>
                  </a:lnTo>
                  <a:lnTo>
                    <a:pt x="5497633" y="3115183"/>
                  </a:lnTo>
                  <a:close/>
                </a:path>
                <a:path w="6655434" h="6988809">
                  <a:moveTo>
                    <a:pt x="5572441" y="3245354"/>
                  </a:moveTo>
                  <a:lnTo>
                    <a:pt x="5573318" y="3246876"/>
                  </a:lnTo>
                  <a:lnTo>
                    <a:pt x="5571796" y="3247753"/>
                  </a:lnTo>
                  <a:lnTo>
                    <a:pt x="5570919" y="3246231"/>
                  </a:lnTo>
                  <a:lnTo>
                    <a:pt x="5572441" y="3245354"/>
                  </a:lnTo>
                  <a:close/>
                </a:path>
                <a:path w="6655434" h="6988809">
                  <a:moveTo>
                    <a:pt x="3576525" y="50978"/>
                  </a:moveTo>
                  <a:lnTo>
                    <a:pt x="3595917" y="84562"/>
                  </a:lnTo>
                  <a:lnTo>
                    <a:pt x="3562333" y="103954"/>
                  </a:lnTo>
                  <a:lnTo>
                    <a:pt x="3542941" y="70370"/>
                  </a:lnTo>
                  <a:lnTo>
                    <a:pt x="3576525" y="50978"/>
                  </a:lnTo>
                  <a:close/>
                </a:path>
                <a:path w="6655434" h="6988809">
                  <a:moveTo>
                    <a:pt x="3651226" y="181539"/>
                  </a:moveTo>
                  <a:lnTo>
                    <a:pt x="3670032" y="214110"/>
                  </a:lnTo>
                  <a:lnTo>
                    <a:pt x="3637467" y="232910"/>
                  </a:lnTo>
                  <a:lnTo>
                    <a:pt x="3618661" y="200345"/>
                  </a:lnTo>
                  <a:lnTo>
                    <a:pt x="3651226" y="181539"/>
                  </a:lnTo>
                  <a:close/>
                </a:path>
                <a:path w="6655434" h="6988809">
                  <a:moveTo>
                    <a:pt x="3725822" y="312504"/>
                  </a:moveTo>
                  <a:lnTo>
                    <a:pt x="3743745" y="343547"/>
                  </a:lnTo>
                  <a:lnTo>
                    <a:pt x="3712708" y="361470"/>
                  </a:lnTo>
                  <a:lnTo>
                    <a:pt x="3694784" y="330422"/>
                  </a:lnTo>
                  <a:lnTo>
                    <a:pt x="3725822" y="312504"/>
                  </a:lnTo>
                  <a:close/>
                </a:path>
                <a:path w="6655434" h="6988809">
                  <a:moveTo>
                    <a:pt x="3800310" y="443866"/>
                  </a:moveTo>
                  <a:lnTo>
                    <a:pt x="3817054" y="472878"/>
                  </a:lnTo>
                  <a:lnTo>
                    <a:pt x="3788049" y="489622"/>
                  </a:lnTo>
                  <a:lnTo>
                    <a:pt x="3771305" y="460617"/>
                  </a:lnTo>
                  <a:lnTo>
                    <a:pt x="3800310" y="443866"/>
                  </a:lnTo>
                  <a:close/>
                </a:path>
                <a:path w="6655434" h="6988809">
                  <a:moveTo>
                    <a:pt x="3875011" y="574428"/>
                  </a:moveTo>
                  <a:lnTo>
                    <a:pt x="3891169" y="602414"/>
                  </a:lnTo>
                  <a:lnTo>
                    <a:pt x="3863183" y="618573"/>
                  </a:lnTo>
                  <a:lnTo>
                    <a:pt x="3847025" y="590586"/>
                  </a:lnTo>
                  <a:lnTo>
                    <a:pt x="3875011" y="574428"/>
                  </a:lnTo>
                  <a:close/>
                </a:path>
                <a:path w="6655434" h="6988809">
                  <a:moveTo>
                    <a:pt x="3949713" y="704990"/>
                  </a:moveTo>
                  <a:lnTo>
                    <a:pt x="3965285" y="731963"/>
                  </a:lnTo>
                  <a:lnTo>
                    <a:pt x="3938317" y="747535"/>
                  </a:lnTo>
                  <a:lnTo>
                    <a:pt x="3922746" y="720561"/>
                  </a:lnTo>
                  <a:lnTo>
                    <a:pt x="3949713" y="704990"/>
                  </a:lnTo>
                  <a:close/>
                </a:path>
                <a:path w="6655434" h="6988809">
                  <a:moveTo>
                    <a:pt x="4024308" y="835960"/>
                  </a:moveTo>
                  <a:lnTo>
                    <a:pt x="4038997" y="861400"/>
                  </a:lnTo>
                  <a:lnTo>
                    <a:pt x="4013558" y="876089"/>
                  </a:lnTo>
                  <a:lnTo>
                    <a:pt x="3998868" y="850650"/>
                  </a:lnTo>
                  <a:lnTo>
                    <a:pt x="4024308" y="835960"/>
                  </a:lnTo>
                  <a:close/>
                </a:path>
                <a:path w="6655434" h="6988809">
                  <a:moveTo>
                    <a:pt x="4098796" y="967329"/>
                  </a:moveTo>
                  <a:lnTo>
                    <a:pt x="4112307" y="990730"/>
                  </a:lnTo>
                  <a:lnTo>
                    <a:pt x="4088899" y="1004246"/>
                  </a:lnTo>
                  <a:lnTo>
                    <a:pt x="4075388" y="980839"/>
                  </a:lnTo>
                  <a:lnTo>
                    <a:pt x="4098796" y="967329"/>
                  </a:lnTo>
                  <a:close/>
                </a:path>
                <a:path w="6655434" h="6988809">
                  <a:moveTo>
                    <a:pt x="4173391" y="1098293"/>
                  </a:moveTo>
                  <a:lnTo>
                    <a:pt x="4186025" y="1120167"/>
                  </a:lnTo>
                  <a:lnTo>
                    <a:pt x="4164139" y="1132801"/>
                  </a:lnTo>
                  <a:lnTo>
                    <a:pt x="4151512" y="1110927"/>
                  </a:lnTo>
                  <a:lnTo>
                    <a:pt x="4173391" y="1098293"/>
                  </a:lnTo>
                  <a:close/>
                </a:path>
                <a:path w="6655434" h="6988809">
                  <a:moveTo>
                    <a:pt x="4248093" y="1228855"/>
                  </a:moveTo>
                  <a:lnTo>
                    <a:pt x="4260135" y="1249716"/>
                  </a:lnTo>
                  <a:lnTo>
                    <a:pt x="4239273" y="1261763"/>
                  </a:lnTo>
                  <a:lnTo>
                    <a:pt x="4227232" y="1240902"/>
                  </a:lnTo>
                  <a:lnTo>
                    <a:pt x="4248093" y="1228855"/>
                  </a:lnTo>
                  <a:close/>
                </a:path>
                <a:path w="6655434" h="6988809">
                  <a:moveTo>
                    <a:pt x="4322688" y="1359813"/>
                  </a:moveTo>
                  <a:lnTo>
                    <a:pt x="4333853" y="1379152"/>
                  </a:lnTo>
                  <a:lnTo>
                    <a:pt x="4314514" y="1390317"/>
                  </a:lnTo>
                  <a:lnTo>
                    <a:pt x="4303349" y="1370978"/>
                  </a:lnTo>
                  <a:lnTo>
                    <a:pt x="4322688" y="1359813"/>
                  </a:lnTo>
                  <a:close/>
                </a:path>
                <a:path w="6655434" h="6988809">
                  <a:moveTo>
                    <a:pt x="4397283" y="1490784"/>
                  </a:moveTo>
                  <a:lnTo>
                    <a:pt x="4407565" y="1508588"/>
                  </a:lnTo>
                  <a:lnTo>
                    <a:pt x="4389755" y="1518871"/>
                  </a:lnTo>
                  <a:lnTo>
                    <a:pt x="4379472" y="1501067"/>
                  </a:lnTo>
                  <a:lnTo>
                    <a:pt x="4397283" y="1490784"/>
                  </a:lnTo>
                  <a:close/>
                </a:path>
                <a:path w="6655434" h="6988809">
                  <a:moveTo>
                    <a:pt x="4471878" y="1621743"/>
                  </a:moveTo>
                  <a:lnTo>
                    <a:pt x="4481278" y="1638031"/>
                  </a:lnTo>
                  <a:lnTo>
                    <a:pt x="4464989" y="1647431"/>
                  </a:lnTo>
                  <a:lnTo>
                    <a:pt x="4455589" y="1631148"/>
                  </a:lnTo>
                  <a:lnTo>
                    <a:pt x="4471878" y="1621743"/>
                  </a:lnTo>
                  <a:close/>
                </a:path>
                <a:path w="6655434" h="6988809">
                  <a:moveTo>
                    <a:pt x="4546473" y="1752708"/>
                  </a:moveTo>
                  <a:lnTo>
                    <a:pt x="4554990" y="1767468"/>
                  </a:lnTo>
                  <a:lnTo>
                    <a:pt x="4540236" y="1775985"/>
                  </a:lnTo>
                  <a:lnTo>
                    <a:pt x="4531712" y="1761231"/>
                  </a:lnTo>
                  <a:lnTo>
                    <a:pt x="4546473" y="1752708"/>
                  </a:lnTo>
                  <a:close/>
                </a:path>
                <a:path w="6655434" h="6988809">
                  <a:moveTo>
                    <a:pt x="4621175" y="1883276"/>
                  </a:moveTo>
                  <a:lnTo>
                    <a:pt x="4629106" y="1897011"/>
                  </a:lnTo>
                  <a:lnTo>
                    <a:pt x="4615364" y="1904942"/>
                  </a:lnTo>
                  <a:lnTo>
                    <a:pt x="4607433" y="1891206"/>
                  </a:lnTo>
                  <a:lnTo>
                    <a:pt x="4621175" y="1883276"/>
                  </a:lnTo>
                  <a:close/>
                </a:path>
                <a:path w="6655434" h="6988809">
                  <a:moveTo>
                    <a:pt x="4695876" y="2013837"/>
                  </a:moveTo>
                  <a:lnTo>
                    <a:pt x="4703221" y="2026554"/>
                  </a:lnTo>
                  <a:lnTo>
                    <a:pt x="4690498" y="2033899"/>
                  </a:lnTo>
                  <a:lnTo>
                    <a:pt x="4683153" y="2021182"/>
                  </a:lnTo>
                  <a:lnTo>
                    <a:pt x="4695876" y="2013837"/>
                  </a:lnTo>
                  <a:close/>
                </a:path>
                <a:path w="6655434" h="6988809">
                  <a:moveTo>
                    <a:pt x="4770359" y="2145199"/>
                  </a:moveTo>
                  <a:lnTo>
                    <a:pt x="4776530" y="2155884"/>
                  </a:lnTo>
                  <a:lnTo>
                    <a:pt x="4765845" y="2162056"/>
                  </a:lnTo>
                  <a:lnTo>
                    <a:pt x="4759673" y="2151371"/>
                  </a:lnTo>
                  <a:lnTo>
                    <a:pt x="4770359" y="2145199"/>
                  </a:lnTo>
                  <a:close/>
                </a:path>
                <a:path w="6655434" h="6988809">
                  <a:moveTo>
                    <a:pt x="4845066" y="2275761"/>
                  </a:moveTo>
                  <a:lnTo>
                    <a:pt x="4850646" y="2285433"/>
                  </a:lnTo>
                  <a:lnTo>
                    <a:pt x="4840979" y="2291013"/>
                  </a:lnTo>
                  <a:lnTo>
                    <a:pt x="4835394" y="2281346"/>
                  </a:lnTo>
                  <a:lnTo>
                    <a:pt x="4845066" y="2275761"/>
                  </a:lnTo>
                  <a:close/>
                </a:path>
                <a:path w="6655434" h="6988809">
                  <a:moveTo>
                    <a:pt x="4919768" y="2406329"/>
                  </a:moveTo>
                  <a:lnTo>
                    <a:pt x="4924761" y="2414977"/>
                  </a:lnTo>
                  <a:lnTo>
                    <a:pt x="4916108" y="2419970"/>
                  </a:lnTo>
                  <a:lnTo>
                    <a:pt x="4911114" y="2411322"/>
                  </a:lnTo>
                  <a:lnTo>
                    <a:pt x="4919768" y="2406329"/>
                  </a:lnTo>
                  <a:close/>
                </a:path>
                <a:path w="6655434" h="6988809">
                  <a:moveTo>
                    <a:pt x="4994469" y="2536891"/>
                  </a:moveTo>
                  <a:lnTo>
                    <a:pt x="4998876" y="2544520"/>
                  </a:lnTo>
                  <a:lnTo>
                    <a:pt x="4991241" y="2548927"/>
                  </a:lnTo>
                  <a:lnTo>
                    <a:pt x="4986835" y="2541298"/>
                  </a:lnTo>
                  <a:lnTo>
                    <a:pt x="4994469" y="2536891"/>
                  </a:lnTo>
                  <a:close/>
                </a:path>
                <a:path w="6655434" h="6988809">
                  <a:moveTo>
                    <a:pt x="5069165" y="2667453"/>
                  </a:moveTo>
                  <a:lnTo>
                    <a:pt x="5072986" y="2674069"/>
                  </a:lnTo>
                  <a:lnTo>
                    <a:pt x="5066375" y="2677883"/>
                  </a:lnTo>
                  <a:lnTo>
                    <a:pt x="5062555" y="2671273"/>
                  </a:lnTo>
                  <a:lnTo>
                    <a:pt x="5069165" y="2667453"/>
                  </a:lnTo>
                  <a:close/>
                </a:path>
                <a:path w="6655434" h="6988809">
                  <a:moveTo>
                    <a:pt x="5143766" y="2798411"/>
                  </a:moveTo>
                  <a:lnTo>
                    <a:pt x="5146704" y="2803499"/>
                  </a:lnTo>
                  <a:lnTo>
                    <a:pt x="5141616" y="2806437"/>
                  </a:lnTo>
                  <a:lnTo>
                    <a:pt x="5138678" y="2801349"/>
                  </a:lnTo>
                  <a:lnTo>
                    <a:pt x="5143766" y="2798411"/>
                  </a:lnTo>
                  <a:close/>
                </a:path>
                <a:path w="6655434" h="6988809">
                  <a:moveTo>
                    <a:pt x="5218574" y="2928576"/>
                  </a:moveTo>
                  <a:lnTo>
                    <a:pt x="5221216" y="2933161"/>
                  </a:lnTo>
                  <a:lnTo>
                    <a:pt x="5216637" y="2935803"/>
                  </a:lnTo>
                  <a:lnTo>
                    <a:pt x="5213996" y="2931224"/>
                  </a:lnTo>
                  <a:lnTo>
                    <a:pt x="5218574" y="2928576"/>
                  </a:lnTo>
                  <a:close/>
                </a:path>
                <a:path w="6655434" h="6988809">
                  <a:moveTo>
                    <a:pt x="5293276" y="3059138"/>
                  </a:moveTo>
                  <a:lnTo>
                    <a:pt x="5295331" y="3062698"/>
                  </a:lnTo>
                  <a:lnTo>
                    <a:pt x="5291766" y="3064759"/>
                  </a:lnTo>
                  <a:lnTo>
                    <a:pt x="5289710" y="3061200"/>
                  </a:lnTo>
                  <a:lnTo>
                    <a:pt x="5293276" y="3059138"/>
                  </a:lnTo>
                  <a:close/>
                </a:path>
                <a:path w="6655434" h="6988809">
                  <a:moveTo>
                    <a:pt x="5367978" y="3189706"/>
                  </a:moveTo>
                  <a:lnTo>
                    <a:pt x="5369446" y="3192247"/>
                  </a:lnTo>
                  <a:lnTo>
                    <a:pt x="5366905" y="3193716"/>
                  </a:lnTo>
                  <a:lnTo>
                    <a:pt x="5365437" y="3191175"/>
                  </a:lnTo>
                  <a:lnTo>
                    <a:pt x="5367978" y="3189706"/>
                  </a:lnTo>
                  <a:close/>
                </a:path>
                <a:path w="6655434" h="6988809">
                  <a:moveTo>
                    <a:pt x="5442786" y="3319865"/>
                  </a:moveTo>
                  <a:lnTo>
                    <a:pt x="5443965" y="3321903"/>
                  </a:lnTo>
                  <a:lnTo>
                    <a:pt x="5441927" y="3323076"/>
                  </a:lnTo>
                  <a:lnTo>
                    <a:pt x="5440748" y="3321038"/>
                  </a:lnTo>
                  <a:lnTo>
                    <a:pt x="5442786" y="3319865"/>
                  </a:lnTo>
                  <a:close/>
                </a:path>
                <a:path w="6655434" h="6988809">
                  <a:moveTo>
                    <a:pt x="3361050" y="0"/>
                  </a:moveTo>
                  <a:lnTo>
                    <a:pt x="3376458" y="0"/>
                  </a:lnTo>
                  <a:lnTo>
                    <a:pt x="3394048" y="30466"/>
                  </a:lnTo>
                  <a:lnTo>
                    <a:pt x="3356898" y="51913"/>
                  </a:lnTo>
                  <a:lnTo>
                    <a:pt x="3335457" y="14775"/>
                  </a:lnTo>
                  <a:lnTo>
                    <a:pt x="3361050" y="0"/>
                  </a:lnTo>
                  <a:close/>
                </a:path>
                <a:path w="6655434" h="6988809">
                  <a:moveTo>
                    <a:pt x="3447195" y="124287"/>
                  </a:moveTo>
                  <a:lnTo>
                    <a:pt x="3467760" y="159908"/>
                  </a:lnTo>
                  <a:lnTo>
                    <a:pt x="3432144" y="180472"/>
                  </a:lnTo>
                  <a:lnTo>
                    <a:pt x="3411580" y="144851"/>
                  </a:lnTo>
                  <a:lnTo>
                    <a:pt x="3447195" y="124287"/>
                  </a:lnTo>
                  <a:close/>
                </a:path>
                <a:path w="6655434" h="6988809">
                  <a:moveTo>
                    <a:pt x="3521790" y="255251"/>
                  </a:moveTo>
                  <a:lnTo>
                    <a:pt x="3541473" y="289344"/>
                  </a:lnTo>
                  <a:lnTo>
                    <a:pt x="3507386" y="309027"/>
                  </a:lnTo>
                  <a:lnTo>
                    <a:pt x="3487703" y="274934"/>
                  </a:lnTo>
                  <a:lnTo>
                    <a:pt x="3521790" y="255251"/>
                  </a:lnTo>
                  <a:close/>
                </a:path>
                <a:path w="6655434" h="6988809">
                  <a:moveTo>
                    <a:pt x="3596385" y="386216"/>
                  </a:moveTo>
                  <a:lnTo>
                    <a:pt x="3615185" y="418782"/>
                  </a:lnTo>
                  <a:lnTo>
                    <a:pt x="3582620" y="437587"/>
                  </a:lnTo>
                  <a:lnTo>
                    <a:pt x="3563814" y="405016"/>
                  </a:lnTo>
                  <a:lnTo>
                    <a:pt x="3596385" y="386216"/>
                  </a:lnTo>
                  <a:close/>
                </a:path>
                <a:path w="6655434" h="6988809">
                  <a:moveTo>
                    <a:pt x="3670981" y="517181"/>
                  </a:moveTo>
                  <a:lnTo>
                    <a:pt x="3688904" y="548218"/>
                  </a:lnTo>
                  <a:lnTo>
                    <a:pt x="3657861" y="566141"/>
                  </a:lnTo>
                  <a:lnTo>
                    <a:pt x="3639938" y="535104"/>
                  </a:lnTo>
                  <a:lnTo>
                    <a:pt x="3670981" y="517181"/>
                  </a:lnTo>
                  <a:close/>
                </a:path>
                <a:path w="6655434" h="6988809">
                  <a:moveTo>
                    <a:pt x="3745468" y="648549"/>
                  </a:moveTo>
                  <a:lnTo>
                    <a:pt x="3762213" y="677554"/>
                  </a:lnTo>
                  <a:lnTo>
                    <a:pt x="3733214" y="694298"/>
                  </a:lnTo>
                  <a:lnTo>
                    <a:pt x="3716463" y="665293"/>
                  </a:lnTo>
                  <a:lnTo>
                    <a:pt x="3745468" y="648549"/>
                  </a:lnTo>
                  <a:close/>
                </a:path>
                <a:path w="6655434" h="6988809">
                  <a:moveTo>
                    <a:pt x="3820171" y="779111"/>
                  </a:moveTo>
                  <a:lnTo>
                    <a:pt x="3836329" y="807097"/>
                  </a:lnTo>
                  <a:lnTo>
                    <a:pt x="3808342" y="823255"/>
                  </a:lnTo>
                  <a:lnTo>
                    <a:pt x="3792184" y="795269"/>
                  </a:lnTo>
                  <a:lnTo>
                    <a:pt x="3820171" y="779111"/>
                  </a:lnTo>
                  <a:close/>
                </a:path>
                <a:path w="6655434" h="6988809">
                  <a:moveTo>
                    <a:pt x="3894765" y="910076"/>
                  </a:moveTo>
                  <a:lnTo>
                    <a:pt x="3910041" y="936534"/>
                  </a:lnTo>
                  <a:lnTo>
                    <a:pt x="3883583" y="951809"/>
                  </a:lnTo>
                  <a:lnTo>
                    <a:pt x="3868307" y="925351"/>
                  </a:lnTo>
                  <a:lnTo>
                    <a:pt x="3894765" y="910076"/>
                  </a:lnTo>
                  <a:close/>
                </a:path>
                <a:path w="6655434" h="6988809">
                  <a:moveTo>
                    <a:pt x="3969355" y="1041041"/>
                  </a:moveTo>
                  <a:lnTo>
                    <a:pt x="3983754" y="1065971"/>
                  </a:lnTo>
                  <a:lnTo>
                    <a:pt x="3958818" y="1080369"/>
                  </a:lnTo>
                  <a:lnTo>
                    <a:pt x="3944425" y="1055433"/>
                  </a:lnTo>
                  <a:lnTo>
                    <a:pt x="3969355" y="1041041"/>
                  </a:lnTo>
                  <a:close/>
                </a:path>
                <a:path w="6655434" h="6988809">
                  <a:moveTo>
                    <a:pt x="4043843" y="1172402"/>
                  </a:moveTo>
                  <a:lnTo>
                    <a:pt x="4057069" y="1195307"/>
                  </a:lnTo>
                  <a:lnTo>
                    <a:pt x="4034171" y="1208527"/>
                  </a:lnTo>
                  <a:lnTo>
                    <a:pt x="4020944" y="1185623"/>
                  </a:lnTo>
                  <a:lnTo>
                    <a:pt x="4043843" y="1172402"/>
                  </a:lnTo>
                  <a:close/>
                </a:path>
                <a:path w="6655434" h="6988809">
                  <a:moveTo>
                    <a:pt x="4118550" y="1302964"/>
                  </a:moveTo>
                  <a:lnTo>
                    <a:pt x="4131184" y="1324844"/>
                  </a:lnTo>
                  <a:lnTo>
                    <a:pt x="4109299" y="1337478"/>
                  </a:lnTo>
                  <a:lnTo>
                    <a:pt x="4096665" y="1315598"/>
                  </a:lnTo>
                  <a:lnTo>
                    <a:pt x="4118550" y="1302964"/>
                  </a:lnTo>
                  <a:close/>
                </a:path>
                <a:path w="6655434" h="6988809">
                  <a:moveTo>
                    <a:pt x="4193145" y="1433929"/>
                  </a:moveTo>
                  <a:lnTo>
                    <a:pt x="4204897" y="1454287"/>
                  </a:lnTo>
                  <a:lnTo>
                    <a:pt x="4184539" y="1466038"/>
                  </a:lnTo>
                  <a:lnTo>
                    <a:pt x="4172788" y="1445680"/>
                  </a:lnTo>
                  <a:lnTo>
                    <a:pt x="4193145" y="1433929"/>
                  </a:lnTo>
                  <a:close/>
                </a:path>
                <a:path w="6655434" h="6988809">
                  <a:moveTo>
                    <a:pt x="4267734" y="1564894"/>
                  </a:moveTo>
                  <a:lnTo>
                    <a:pt x="4278609" y="1583723"/>
                  </a:lnTo>
                  <a:lnTo>
                    <a:pt x="4259780" y="1594592"/>
                  </a:lnTo>
                  <a:lnTo>
                    <a:pt x="4248911" y="1575763"/>
                  </a:lnTo>
                  <a:lnTo>
                    <a:pt x="4267734" y="1564894"/>
                  </a:lnTo>
                  <a:close/>
                </a:path>
                <a:path w="6655434" h="6988809">
                  <a:moveTo>
                    <a:pt x="4342436" y="1695456"/>
                  </a:moveTo>
                  <a:lnTo>
                    <a:pt x="4352725" y="1713272"/>
                  </a:lnTo>
                  <a:lnTo>
                    <a:pt x="4334914" y="1723555"/>
                  </a:lnTo>
                  <a:lnTo>
                    <a:pt x="4324626" y="1705738"/>
                  </a:lnTo>
                  <a:lnTo>
                    <a:pt x="4342436" y="1695456"/>
                  </a:lnTo>
                  <a:close/>
                </a:path>
                <a:path w="6655434" h="6988809">
                  <a:moveTo>
                    <a:pt x="4416931" y="1826823"/>
                  </a:moveTo>
                  <a:lnTo>
                    <a:pt x="4426034" y="1842596"/>
                  </a:lnTo>
                  <a:lnTo>
                    <a:pt x="4410255" y="1851706"/>
                  </a:lnTo>
                  <a:lnTo>
                    <a:pt x="4401151" y="1835933"/>
                  </a:lnTo>
                  <a:lnTo>
                    <a:pt x="4416931" y="1826823"/>
                  </a:lnTo>
                  <a:close/>
                </a:path>
                <a:path w="6655434" h="6988809">
                  <a:moveTo>
                    <a:pt x="4491626" y="1957391"/>
                  </a:moveTo>
                  <a:lnTo>
                    <a:pt x="4500143" y="1972140"/>
                  </a:lnTo>
                  <a:lnTo>
                    <a:pt x="4485389" y="1980663"/>
                  </a:lnTo>
                  <a:lnTo>
                    <a:pt x="4476872" y="1965909"/>
                  </a:lnTo>
                  <a:lnTo>
                    <a:pt x="4491626" y="1957391"/>
                  </a:lnTo>
                  <a:close/>
                </a:path>
                <a:path w="6655434" h="6988809">
                  <a:moveTo>
                    <a:pt x="4566227" y="2088350"/>
                  </a:moveTo>
                  <a:lnTo>
                    <a:pt x="4573862" y="2101576"/>
                  </a:lnTo>
                  <a:lnTo>
                    <a:pt x="4560630" y="2109217"/>
                  </a:lnTo>
                  <a:lnTo>
                    <a:pt x="4552989" y="2095991"/>
                  </a:lnTo>
                  <a:lnTo>
                    <a:pt x="4566227" y="2088350"/>
                  </a:lnTo>
                  <a:close/>
                </a:path>
                <a:path w="6655434" h="6988809">
                  <a:moveTo>
                    <a:pt x="4640923" y="2218912"/>
                  </a:moveTo>
                  <a:lnTo>
                    <a:pt x="4647971" y="2231125"/>
                  </a:lnTo>
                  <a:lnTo>
                    <a:pt x="4635758" y="2238180"/>
                  </a:lnTo>
                  <a:lnTo>
                    <a:pt x="4628709" y="2225966"/>
                  </a:lnTo>
                  <a:lnTo>
                    <a:pt x="4640923" y="2218912"/>
                  </a:lnTo>
                  <a:close/>
                </a:path>
                <a:path w="6655434" h="6988809">
                  <a:moveTo>
                    <a:pt x="4715411" y="2350279"/>
                  </a:moveTo>
                  <a:lnTo>
                    <a:pt x="4721287" y="2360455"/>
                  </a:lnTo>
                  <a:lnTo>
                    <a:pt x="4711111" y="2366331"/>
                  </a:lnTo>
                  <a:lnTo>
                    <a:pt x="4705235" y="2356155"/>
                  </a:lnTo>
                  <a:lnTo>
                    <a:pt x="4715411" y="2350279"/>
                  </a:lnTo>
                  <a:close/>
                </a:path>
                <a:path w="6655434" h="6988809">
                  <a:moveTo>
                    <a:pt x="4790113" y="2480841"/>
                  </a:moveTo>
                  <a:lnTo>
                    <a:pt x="4795402" y="2489998"/>
                  </a:lnTo>
                  <a:lnTo>
                    <a:pt x="4786245" y="2495287"/>
                  </a:lnTo>
                  <a:lnTo>
                    <a:pt x="4780956" y="2486130"/>
                  </a:lnTo>
                  <a:lnTo>
                    <a:pt x="4790113" y="2480841"/>
                  </a:lnTo>
                  <a:close/>
                </a:path>
                <a:path w="6655434" h="6988809">
                  <a:moveTo>
                    <a:pt x="4864814" y="2611403"/>
                  </a:moveTo>
                  <a:lnTo>
                    <a:pt x="4869517" y="2619547"/>
                  </a:lnTo>
                  <a:lnTo>
                    <a:pt x="4861373" y="2624250"/>
                  </a:lnTo>
                  <a:lnTo>
                    <a:pt x="4856670" y="2616106"/>
                  </a:lnTo>
                  <a:lnTo>
                    <a:pt x="4864814" y="2611403"/>
                  </a:lnTo>
                  <a:close/>
                </a:path>
                <a:path w="6655434" h="6988809">
                  <a:moveTo>
                    <a:pt x="4939516" y="2741965"/>
                  </a:moveTo>
                  <a:lnTo>
                    <a:pt x="4943627" y="2749090"/>
                  </a:lnTo>
                  <a:lnTo>
                    <a:pt x="4936501" y="2753207"/>
                  </a:lnTo>
                  <a:lnTo>
                    <a:pt x="4932391" y="2746081"/>
                  </a:lnTo>
                  <a:lnTo>
                    <a:pt x="4939516" y="2741965"/>
                  </a:lnTo>
                  <a:close/>
                </a:path>
                <a:path w="6655434" h="6988809">
                  <a:moveTo>
                    <a:pt x="5014217" y="2872533"/>
                  </a:moveTo>
                  <a:lnTo>
                    <a:pt x="5017748" y="2878639"/>
                  </a:lnTo>
                  <a:lnTo>
                    <a:pt x="5011641" y="2882164"/>
                  </a:lnTo>
                  <a:lnTo>
                    <a:pt x="5008117" y="2876057"/>
                  </a:lnTo>
                  <a:lnTo>
                    <a:pt x="5014217" y="2872533"/>
                  </a:lnTo>
                  <a:close/>
                </a:path>
                <a:path w="6655434" h="6988809">
                  <a:moveTo>
                    <a:pt x="5088919" y="3003095"/>
                  </a:moveTo>
                  <a:lnTo>
                    <a:pt x="5091857" y="3008182"/>
                  </a:lnTo>
                  <a:lnTo>
                    <a:pt x="5086769" y="3011120"/>
                  </a:lnTo>
                  <a:lnTo>
                    <a:pt x="5083832" y="3006032"/>
                  </a:lnTo>
                  <a:lnTo>
                    <a:pt x="5088919" y="3003095"/>
                  </a:lnTo>
                  <a:close/>
                </a:path>
                <a:path w="6655434" h="6988809">
                  <a:moveTo>
                    <a:pt x="5163627" y="3133656"/>
                  </a:moveTo>
                  <a:lnTo>
                    <a:pt x="5165978" y="3137726"/>
                  </a:lnTo>
                  <a:lnTo>
                    <a:pt x="5161903" y="3140077"/>
                  </a:lnTo>
                  <a:lnTo>
                    <a:pt x="5159552" y="3136008"/>
                  </a:lnTo>
                  <a:lnTo>
                    <a:pt x="5163627" y="3133656"/>
                  </a:lnTo>
                  <a:close/>
                </a:path>
                <a:path w="6655434" h="6988809">
                  <a:moveTo>
                    <a:pt x="5238321" y="3264218"/>
                  </a:moveTo>
                  <a:lnTo>
                    <a:pt x="5240088" y="3267275"/>
                  </a:lnTo>
                  <a:lnTo>
                    <a:pt x="5237031" y="3269034"/>
                  </a:lnTo>
                  <a:lnTo>
                    <a:pt x="5235272" y="3265983"/>
                  </a:lnTo>
                  <a:lnTo>
                    <a:pt x="5238321" y="3264218"/>
                  </a:lnTo>
                  <a:close/>
                </a:path>
                <a:path w="6655434" h="6988809">
                  <a:moveTo>
                    <a:pt x="5313024" y="3394780"/>
                  </a:moveTo>
                  <a:lnTo>
                    <a:pt x="5314203" y="3396818"/>
                  </a:lnTo>
                  <a:lnTo>
                    <a:pt x="5312165" y="3397997"/>
                  </a:lnTo>
                  <a:lnTo>
                    <a:pt x="5310993" y="3395959"/>
                  </a:lnTo>
                  <a:lnTo>
                    <a:pt x="5313024" y="3394780"/>
                  </a:lnTo>
                  <a:close/>
                </a:path>
                <a:path w="6655434" h="6988809">
                  <a:moveTo>
                    <a:pt x="5387838" y="3524939"/>
                  </a:moveTo>
                  <a:lnTo>
                    <a:pt x="5388721" y="3526467"/>
                  </a:lnTo>
                  <a:lnTo>
                    <a:pt x="5387193" y="3527350"/>
                  </a:lnTo>
                  <a:lnTo>
                    <a:pt x="5386310" y="3525822"/>
                  </a:lnTo>
                  <a:lnTo>
                    <a:pt x="5387838" y="3524939"/>
                  </a:lnTo>
                  <a:close/>
                </a:path>
                <a:path w="6655434" h="6988809">
                  <a:moveTo>
                    <a:pt x="3243165" y="67034"/>
                  </a:moveTo>
                  <a:lnTo>
                    <a:pt x="3265495" y="105706"/>
                  </a:lnTo>
                  <a:lnTo>
                    <a:pt x="3226817" y="128036"/>
                  </a:lnTo>
                  <a:lnTo>
                    <a:pt x="3204493" y="89364"/>
                  </a:lnTo>
                  <a:lnTo>
                    <a:pt x="3243165" y="67034"/>
                  </a:lnTo>
                  <a:close/>
                </a:path>
                <a:path w="6655434" h="6988809">
                  <a:moveTo>
                    <a:pt x="3317760" y="197999"/>
                  </a:moveTo>
                  <a:lnTo>
                    <a:pt x="3339207" y="235148"/>
                  </a:lnTo>
                  <a:lnTo>
                    <a:pt x="3302058" y="256596"/>
                  </a:lnTo>
                  <a:lnTo>
                    <a:pt x="3280611" y="219446"/>
                  </a:lnTo>
                  <a:lnTo>
                    <a:pt x="3317760" y="197999"/>
                  </a:lnTo>
                  <a:close/>
                </a:path>
                <a:path w="6655434" h="6988809">
                  <a:moveTo>
                    <a:pt x="3392462" y="328561"/>
                  </a:moveTo>
                  <a:lnTo>
                    <a:pt x="3413322" y="364692"/>
                  </a:lnTo>
                  <a:lnTo>
                    <a:pt x="3377192" y="385552"/>
                  </a:lnTo>
                  <a:lnTo>
                    <a:pt x="3356331" y="349422"/>
                  </a:lnTo>
                  <a:lnTo>
                    <a:pt x="3392462" y="328561"/>
                  </a:lnTo>
                  <a:close/>
                </a:path>
                <a:path w="6655434" h="6988809">
                  <a:moveTo>
                    <a:pt x="3466950" y="459934"/>
                  </a:moveTo>
                  <a:lnTo>
                    <a:pt x="3486632" y="494021"/>
                  </a:lnTo>
                  <a:lnTo>
                    <a:pt x="3452540" y="513704"/>
                  </a:lnTo>
                  <a:lnTo>
                    <a:pt x="3432857" y="479617"/>
                  </a:lnTo>
                  <a:lnTo>
                    <a:pt x="3466950" y="459934"/>
                  </a:lnTo>
                  <a:close/>
                </a:path>
                <a:path w="6655434" h="6988809">
                  <a:moveTo>
                    <a:pt x="3541545" y="590893"/>
                  </a:moveTo>
                  <a:lnTo>
                    <a:pt x="3560351" y="623458"/>
                  </a:lnTo>
                  <a:lnTo>
                    <a:pt x="3527780" y="642264"/>
                  </a:lnTo>
                  <a:lnTo>
                    <a:pt x="3508980" y="609693"/>
                  </a:lnTo>
                  <a:lnTo>
                    <a:pt x="3541545" y="590893"/>
                  </a:lnTo>
                  <a:close/>
                </a:path>
                <a:path w="6655434" h="6988809">
                  <a:moveTo>
                    <a:pt x="3616140" y="721858"/>
                  </a:moveTo>
                  <a:lnTo>
                    <a:pt x="3634063" y="752895"/>
                  </a:lnTo>
                  <a:lnTo>
                    <a:pt x="3603015" y="770818"/>
                  </a:lnTo>
                  <a:lnTo>
                    <a:pt x="3585097" y="739781"/>
                  </a:lnTo>
                  <a:lnTo>
                    <a:pt x="3616140" y="721858"/>
                  </a:lnTo>
                  <a:close/>
                </a:path>
                <a:path w="6655434" h="6988809">
                  <a:moveTo>
                    <a:pt x="3690623" y="853225"/>
                  </a:moveTo>
                  <a:lnTo>
                    <a:pt x="3707367" y="882230"/>
                  </a:lnTo>
                  <a:lnTo>
                    <a:pt x="3678368" y="898974"/>
                  </a:lnTo>
                  <a:lnTo>
                    <a:pt x="3661623" y="869969"/>
                  </a:lnTo>
                  <a:lnTo>
                    <a:pt x="3690623" y="853225"/>
                  </a:lnTo>
                  <a:close/>
                </a:path>
                <a:path w="6655434" h="6988809">
                  <a:moveTo>
                    <a:pt x="3765330" y="983787"/>
                  </a:moveTo>
                  <a:lnTo>
                    <a:pt x="3781488" y="1011773"/>
                  </a:lnTo>
                  <a:lnTo>
                    <a:pt x="3753502" y="1027932"/>
                  </a:lnTo>
                  <a:lnTo>
                    <a:pt x="3737344" y="999945"/>
                  </a:lnTo>
                  <a:lnTo>
                    <a:pt x="3765330" y="983787"/>
                  </a:lnTo>
                  <a:close/>
                </a:path>
                <a:path w="6655434" h="6988809">
                  <a:moveTo>
                    <a:pt x="3839919" y="1114752"/>
                  </a:moveTo>
                  <a:lnTo>
                    <a:pt x="3855200" y="1141210"/>
                  </a:lnTo>
                  <a:lnTo>
                    <a:pt x="3828742" y="1156486"/>
                  </a:lnTo>
                  <a:lnTo>
                    <a:pt x="3813461" y="1130028"/>
                  </a:lnTo>
                  <a:lnTo>
                    <a:pt x="3839919" y="1114752"/>
                  </a:lnTo>
                  <a:close/>
                </a:path>
                <a:path w="6655434" h="6988809">
                  <a:moveTo>
                    <a:pt x="3914520" y="1245711"/>
                  </a:moveTo>
                  <a:lnTo>
                    <a:pt x="3928913" y="1270646"/>
                  </a:lnTo>
                  <a:lnTo>
                    <a:pt x="3903983" y="1285045"/>
                  </a:lnTo>
                  <a:lnTo>
                    <a:pt x="3889584" y="1260109"/>
                  </a:lnTo>
                  <a:lnTo>
                    <a:pt x="3914520" y="1245711"/>
                  </a:lnTo>
                  <a:close/>
                </a:path>
                <a:path w="6655434" h="6988809">
                  <a:moveTo>
                    <a:pt x="3989003" y="1377078"/>
                  </a:moveTo>
                  <a:lnTo>
                    <a:pt x="4002223" y="1399977"/>
                  </a:lnTo>
                  <a:lnTo>
                    <a:pt x="3979324" y="1413197"/>
                  </a:lnTo>
                  <a:lnTo>
                    <a:pt x="3966104" y="1390299"/>
                  </a:lnTo>
                  <a:lnTo>
                    <a:pt x="3989003" y="1377078"/>
                  </a:lnTo>
                  <a:close/>
                </a:path>
                <a:path w="6655434" h="6988809">
                  <a:moveTo>
                    <a:pt x="4063598" y="1508049"/>
                  </a:moveTo>
                  <a:lnTo>
                    <a:pt x="4075935" y="1529419"/>
                  </a:lnTo>
                  <a:lnTo>
                    <a:pt x="4054565" y="1541757"/>
                  </a:lnTo>
                  <a:lnTo>
                    <a:pt x="4042227" y="1520387"/>
                  </a:lnTo>
                  <a:lnTo>
                    <a:pt x="4063598" y="1508049"/>
                  </a:lnTo>
                  <a:close/>
                </a:path>
                <a:path w="6655434" h="6988809">
                  <a:moveTo>
                    <a:pt x="4138193" y="1639007"/>
                  </a:moveTo>
                  <a:lnTo>
                    <a:pt x="4149654" y="1658850"/>
                  </a:lnTo>
                  <a:lnTo>
                    <a:pt x="4129806" y="1670311"/>
                  </a:lnTo>
                  <a:lnTo>
                    <a:pt x="4118351" y="1650462"/>
                  </a:lnTo>
                  <a:lnTo>
                    <a:pt x="4138193" y="1639007"/>
                  </a:lnTo>
                  <a:close/>
                </a:path>
                <a:path w="6655434" h="6988809">
                  <a:moveTo>
                    <a:pt x="4212787" y="1769972"/>
                  </a:moveTo>
                  <a:lnTo>
                    <a:pt x="4223366" y="1788292"/>
                  </a:lnTo>
                  <a:lnTo>
                    <a:pt x="4205040" y="1798871"/>
                  </a:lnTo>
                  <a:lnTo>
                    <a:pt x="4194467" y="1780551"/>
                  </a:lnTo>
                  <a:lnTo>
                    <a:pt x="4212787" y="1769972"/>
                  </a:lnTo>
                  <a:close/>
                </a:path>
                <a:path w="6655434" h="6988809">
                  <a:moveTo>
                    <a:pt x="4287495" y="1900534"/>
                  </a:moveTo>
                  <a:lnTo>
                    <a:pt x="4297481" y="1917835"/>
                  </a:lnTo>
                  <a:lnTo>
                    <a:pt x="4280180" y="1927828"/>
                  </a:lnTo>
                  <a:lnTo>
                    <a:pt x="4270188" y="1910526"/>
                  </a:lnTo>
                  <a:lnTo>
                    <a:pt x="4287495" y="1900534"/>
                  </a:lnTo>
                  <a:close/>
                </a:path>
                <a:path w="6655434" h="6988809">
                  <a:moveTo>
                    <a:pt x="4361977" y="2031902"/>
                  </a:moveTo>
                  <a:lnTo>
                    <a:pt x="4370791" y="2047165"/>
                  </a:lnTo>
                  <a:lnTo>
                    <a:pt x="4355521" y="2055979"/>
                  </a:lnTo>
                  <a:lnTo>
                    <a:pt x="4346708" y="2040715"/>
                  </a:lnTo>
                  <a:lnTo>
                    <a:pt x="4361977" y="2031902"/>
                  </a:lnTo>
                  <a:close/>
                </a:path>
                <a:path w="6655434" h="6988809">
                  <a:moveTo>
                    <a:pt x="4436679" y="2162463"/>
                  </a:moveTo>
                  <a:lnTo>
                    <a:pt x="4444906" y="2176714"/>
                  </a:lnTo>
                  <a:lnTo>
                    <a:pt x="4430655" y="2184941"/>
                  </a:lnTo>
                  <a:lnTo>
                    <a:pt x="4422428" y="2170690"/>
                  </a:lnTo>
                  <a:lnTo>
                    <a:pt x="4436679" y="2162463"/>
                  </a:lnTo>
                  <a:close/>
                </a:path>
                <a:path w="6655434" h="6988809">
                  <a:moveTo>
                    <a:pt x="4511274" y="2293428"/>
                  </a:moveTo>
                  <a:lnTo>
                    <a:pt x="4518619" y="2306151"/>
                  </a:lnTo>
                  <a:lnTo>
                    <a:pt x="4505896" y="2313496"/>
                  </a:lnTo>
                  <a:lnTo>
                    <a:pt x="4498551" y="2300773"/>
                  </a:lnTo>
                  <a:lnTo>
                    <a:pt x="4511274" y="2293428"/>
                  </a:lnTo>
                  <a:close/>
                </a:path>
                <a:path w="6655434" h="6988809">
                  <a:moveTo>
                    <a:pt x="4585863" y="2424393"/>
                  </a:moveTo>
                  <a:lnTo>
                    <a:pt x="4592331" y="2435588"/>
                  </a:lnTo>
                  <a:lnTo>
                    <a:pt x="4581137" y="2442050"/>
                  </a:lnTo>
                  <a:lnTo>
                    <a:pt x="4574674" y="2430855"/>
                  </a:lnTo>
                  <a:lnTo>
                    <a:pt x="4585863" y="2424393"/>
                  </a:lnTo>
                  <a:close/>
                </a:path>
                <a:path w="6655434" h="6988809">
                  <a:moveTo>
                    <a:pt x="4660464" y="2555358"/>
                  </a:moveTo>
                  <a:lnTo>
                    <a:pt x="4666050" y="2565025"/>
                  </a:lnTo>
                  <a:lnTo>
                    <a:pt x="4656377" y="2570610"/>
                  </a:lnTo>
                  <a:lnTo>
                    <a:pt x="4650798" y="2560938"/>
                  </a:lnTo>
                  <a:lnTo>
                    <a:pt x="4660464" y="2555358"/>
                  </a:lnTo>
                  <a:close/>
                </a:path>
                <a:path w="6655434" h="6988809">
                  <a:moveTo>
                    <a:pt x="4735166" y="2685920"/>
                  </a:moveTo>
                  <a:lnTo>
                    <a:pt x="4740159" y="2694574"/>
                  </a:lnTo>
                  <a:lnTo>
                    <a:pt x="4731506" y="2699567"/>
                  </a:lnTo>
                  <a:lnTo>
                    <a:pt x="4726512" y="2690913"/>
                  </a:lnTo>
                  <a:lnTo>
                    <a:pt x="4735166" y="2685920"/>
                  </a:lnTo>
                  <a:close/>
                </a:path>
                <a:path w="6655434" h="6988809">
                  <a:moveTo>
                    <a:pt x="4809868" y="2816482"/>
                  </a:moveTo>
                  <a:lnTo>
                    <a:pt x="4814274" y="2824116"/>
                  </a:lnTo>
                  <a:lnTo>
                    <a:pt x="4806639" y="2828523"/>
                  </a:lnTo>
                  <a:lnTo>
                    <a:pt x="4802233" y="2820889"/>
                  </a:lnTo>
                  <a:lnTo>
                    <a:pt x="4809868" y="2816482"/>
                  </a:lnTo>
                  <a:close/>
                </a:path>
                <a:path w="6655434" h="6988809">
                  <a:moveTo>
                    <a:pt x="4884569" y="2947050"/>
                  </a:moveTo>
                  <a:lnTo>
                    <a:pt x="4888390" y="2953660"/>
                  </a:lnTo>
                  <a:lnTo>
                    <a:pt x="4881768" y="2957481"/>
                  </a:lnTo>
                  <a:lnTo>
                    <a:pt x="4877953" y="2950870"/>
                  </a:lnTo>
                  <a:lnTo>
                    <a:pt x="4884569" y="2947050"/>
                  </a:lnTo>
                  <a:close/>
                </a:path>
                <a:path w="6655434" h="6988809">
                  <a:moveTo>
                    <a:pt x="4959271" y="3077612"/>
                  </a:moveTo>
                  <a:lnTo>
                    <a:pt x="4962505" y="3083203"/>
                  </a:lnTo>
                  <a:lnTo>
                    <a:pt x="4956907" y="3086437"/>
                  </a:lnTo>
                  <a:lnTo>
                    <a:pt x="4953679" y="3080840"/>
                  </a:lnTo>
                  <a:lnTo>
                    <a:pt x="4959271" y="3077612"/>
                  </a:lnTo>
                  <a:close/>
                </a:path>
                <a:path w="6655434" h="6988809">
                  <a:moveTo>
                    <a:pt x="5033977" y="3208174"/>
                  </a:moveTo>
                  <a:lnTo>
                    <a:pt x="5036620" y="3212746"/>
                  </a:lnTo>
                  <a:lnTo>
                    <a:pt x="5032035" y="3215393"/>
                  </a:lnTo>
                  <a:lnTo>
                    <a:pt x="5029394" y="3210815"/>
                  </a:lnTo>
                  <a:lnTo>
                    <a:pt x="5033977" y="3208174"/>
                  </a:lnTo>
                  <a:close/>
                </a:path>
                <a:path w="6655434" h="6988809">
                  <a:moveTo>
                    <a:pt x="5108674" y="3338730"/>
                  </a:moveTo>
                  <a:lnTo>
                    <a:pt x="5110729" y="3342295"/>
                  </a:lnTo>
                  <a:lnTo>
                    <a:pt x="5107170" y="3344350"/>
                  </a:lnTo>
                  <a:lnTo>
                    <a:pt x="5105114" y="3340785"/>
                  </a:lnTo>
                  <a:lnTo>
                    <a:pt x="5108674" y="3338730"/>
                  </a:lnTo>
                  <a:close/>
                </a:path>
                <a:path w="6655434" h="6988809">
                  <a:moveTo>
                    <a:pt x="5183376" y="3469298"/>
                  </a:moveTo>
                  <a:lnTo>
                    <a:pt x="5184845" y="3471839"/>
                  </a:lnTo>
                  <a:lnTo>
                    <a:pt x="5182298" y="3473308"/>
                  </a:lnTo>
                  <a:lnTo>
                    <a:pt x="5180829" y="3470767"/>
                  </a:lnTo>
                  <a:lnTo>
                    <a:pt x="5183376" y="3469298"/>
                  </a:lnTo>
                  <a:close/>
                </a:path>
                <a:path w="6655434" h="6988809">
                  <a:moveTo>
                    <a:pt x="5258190" y="3599457"/>
                  </a:moveTo>
                  <a:lnTo>
                    <a:pt x="5259363" y="3601495"/>
                  </a:lnTo>
                  <a:lnTo>
                    <a:pt x="5257331" y="3602668"/>
                  </a:lnTo>
                  <a:lnTo>
                    <a:pt x="5256152" y="3600636"/>
                  </a:lnTo>
                  <a:lnTo>
                    <a:pt x="5258190" y="3599457"/>
                  </a:lnTo>
                  <a:close/>
                </a:path>
                <a:path w="6655434" h="6988809">
                  <a:moveTo>
                    <a:pt x="3039134" y="9782"/>
                  </a:moveTo>
                  <a:lnTo>
                    <a:pt x="3063229" y="51510"/>
                  </a:lnTo>
                  <a:lnTo>
                    <a:pt x="3021501" y="75605"/>
                  </a:lnTo>
                  <a:lnTo>
                    <a:pt x="2997406" y="33877"/>
                  </a:lnTo>
                  <a:lnTo>
                    <a:pt x="3039134" y="9782"/>
                  </a:lnTo>
                  <a:close/>
                </a:path>
                <a:path w="6655434" h="6988809">
                  <a:moveTo>
                    <a:pt x="3113730" y="140747"/>
                  </a:moveTo>
                  <a:lnTo>
                    <a:pt x="3136942" y="180947"/>
                  </a:lnTo>
                  <a:lnTo>
                    <a:pt x="3096742" y="204159"/>
                  </a:lnTo>
                  <a:lnTo>
                    <a:pt x="3073530" y="163959"/>
                  </a:lnTo>
                  <a:lnTo>
                    <a:pt x="3113730" y="140747"/>
                  </a:lnTo>
                  <a:close/>
                </a:path>
                <a:path w="6655434" h="6988809">
                  <a:moveTo>
                    <a:pt x="3188325" y="271717"/>
                  </a:moveTo>
                  <a:lnTo>
                    <a:pt x="3210655" y="310389"/>
                  </a:lnTo>
                  <a:lnTo>
                    <a:pt x="3171983" y="332713"/>
                  </a:lnTo>
                  <a:lnTo>
                    <a:pt x="3149653" y="294042"/>
                  </a:lnTo>
                  <a:lnTo>
                    <a:pt x="3188325" y="271717"/>
                  </a:lnTo>
                  <a:close/>
                </a:path>
                <a:path w="6655434" h="6988809">
                  <a:moveTo>
                    <a:pt x="3262920" y="402676"/>
                  </a:moveTo>
                  <a:lnTo>
                    <a:pt x="3284367" y="439825"/>
                  </a:lnTo>
                  <a:lnTo>
                    <a:pt x="3247218" y="461273"/>
                  </a:lnTo>
                  <a:lnTo>
                    <a:pt x="3225771" y="424123"/>
                  </a:lnTo>
                  <a:lnTo>
                    <a:pt x="3262920" y="402676"/>
                  </a:lnTo>
                  <a:close/>
                </a:path>
                <a:path w="6655434" h="6988809">
                  <a:moveTo>
                    <a:pt x="3337622" y="533238"/>
                  </a:moveTo>
                  <a:lnTo>
                    <a:pt x="3358483" y="569374"/>
                  </a:lnTo>
                  <a:lnTo>
                    <a:pt x="3322352" y="590229"/>
                  </a:lnTo>
                  <a:lnTo>
                    <a:pt x="3301491" y="554099"/>
                  </a:lnTo>
                  <a:lnTo>
                    <a:pt x="3337622" y="533238"/>
                  </a:lnTo>
                  <a:close/>
                </a:path>
                <a:path w="6655434" h="6988809">
                  <a:moveTo>
                    <a:pt x="3412110" y="664605"/>
                  </a:moveTo>
                  <a:lnTo>
                    <a:pt x="3431793" y="698698"/>
                  </a:lnTo>
                  <a:lnTo>
                    <a:pt x="3397700" y="718387"/>
                  </a:lnTo>
                  <a:lnTo>
                    <a:pt x="3378011" y="684287"/>
                  </a:lnTo>
                  <a:lnTo>
                    <a:pt x="3412110" y="664605"/>
                  </a:lnTo>
                  <a:close/>
                </a:path>
                <a:path w="6655434" h="6988809">
                  <a:moveTo>
                    <a:pt x="3486705" y="795570"/>
                  </a:moveTo>
                  <a:lnTo>
                    <a:pt x="3505505" y="828141"/>
                  </a:lnTo>
                  <a:lnTo>
                    <a:pt x="3472940" y="846941"/>
                  </a:lnTo>
                  <a:lnTo>
                    <a:pt x="3454134" y="814376"/>
                  </a:lnTo>
                  <a:lnTo>
                    <a:pt x="3486705" y="795570"/>
                  </a:lnTo>
                  <a:close/>
                </a:path>
                <a:path w="6655434" h="6988809">
                  <a:moveTo>
                    <a:pt x="3561188" y="926938"/>
                  </a:moveTo>
                  <a:lnTo>
                    <a:pt x="3578815" y="957471"/>
                  </a:lnTo>
                  <a:lnTo>
                    <a:pt x="3548281" y="975098"/>
                  </a:lnTo>
                  <a:lnTo>
                    <a:pt x="3530654" y="944565"/>
                  </a:lnTo>
                  <a:lnTo>
                    <a:pt x="3561188" y="926938"/>
                  </a:lnTo>
                  <a:close/>
                </a:path>
                <a:path w="6655434" h="6988809">
                  <a:moveTo>
                    <a:pt x="3635789" y="1057903"/>
                  </a:moveTo>
                  <a:lnTo>
                    <a:pt x="3652533" y="1086902"/>
                  </a:lnTo>
                  <a:lnTo>
                    <a:pt x="3623522" y="1103653"/>
                  </a:lnTo>
                  <a:lnTo>
                    <a:pt x="3606777" y="1074648"/>
                  </a:lnTo>
                  <a:lnTo>
                    <a:pt x="3635789" y="1057903"/>
                  </a:lnTo>
                  <a:close/>
                </a:path>
                <a:path w="6655434" h="6988809">
                  <a:moveTo>
                    <a:pt x="3710377" y="1188862"/>
                  </a:moveTo>
                  <a:lnTo>
                    <a:pt x="3726246" y="1216345"/>
                  </a:lnTo>
                  <a:lnTo>
                    <a:pt x="3698762" y="1232207"/>
                  </a:lnTo>
                  <a:lnTo>
                    <a:pt x="3682900" y="1204730"/>
                  </a:lnTo>
                  <a:lnTo>
                    <a:pt x="3710377" y="1188862"/>
                  </a:lnTo>
                  <a:close/>
                </a:path>
                <a:path w="6655434" h="6988809">
                  <a:moveTo>
                    <a:pt x="3784973" y="1319832"/>
                  </a:moveTo>
                  <a:lnTo>
                    <a:pt x="3799958" y="1345781"/>
                  </a:lnTo>
                  <a:lnTo>
                    <a:pt x="3774009" y="1360760"/>
                  </a:lnTo>
                  <a:lnTo>
                    <a:pt x="3759024" y="1334812"/>
                  </a:lnTo>
                  <a:lnTo>
                    <a:pt x="3784973" y="1319832"/>
                  </a:lnTo>
                  <a:close/>
                </a:path>
                <a:path w="6655434" h="6988809">
                  <a:moveTo>
                    <a:pt x="3859568" y="1450791"/>
                  </a:moveTo>
                  <a:lnTo>
                    <a:pt x="3873671" y="1475217"/>
                  </a:lnTo>
                  <a:lnTo>
                    <a:pt x="3849244" y="1489320"/>
                  </a:lnTo>
                  <a:lnTo>
                    <a:pt x="3835141" y="1464893"/>
                  </a:lnTo>
                  <a:lnTo>
                    <a:pt x="3859568" y="1450791"/>
                  </a:lnTo>
                  <a:close/>
                </a:path>
                <a:path w="6655434" h="6988809">
                  <a:moveTo>
                    <a:pt x="3934056" y="1582158"/>
                  </a:moveTo>
                  <a:lnTo>
                    <a:pt x="3946980" y="1604547"/>
                  </a:lnTo>
                  <a:lnTo>
                    <a:pt x="3924591" y="1617472"/>
                  </a:lnTo>
                  <a:lnTo>
                    <a:pt x="3911667" y="1595088"/>
                  </a:lnTo>
                  <a:lnTo>
                    <a:pt x="3934056" y="1582158"/>
                  </a:lnTo>
                  <a:close/>
                </a:path>
                <a:path w="6655434" h="6988809">
                  <a:moveTo>
                    <a:pt x="4008758" y="1712720"/>
                  </a:moveTo>
                  <a:lnTo>
                    <a:pt x="4021096" y="1734090"/>
                  </a:lnTo>
                  <a:lnTo>
                    <a:pt x="3999725" y="1746434"/>
                  </a:lnTo>
                  <a:lnTo>
                    <a:pt x="3987382" y="1725058"/>
                  </a:lnTo>
                  <a:lnTo>
                    <a:pt x="4008758" y="1712720"/>
                  </a:lnTo>
                  <a:close/>
                </a:path>
                <a:path w="6655434" h="6988809">
                  <a:moveTo>
                    <a:pt x="4083246" y="1844087"/>
                  </a:moveTo>
                  <a:lnTo>
                    <a:pt x="4094405" y="1863420"/>
                  </a:lnTo>
                  <a:lnTo>
                    <a:pt x="4075072" y="1874585"/>
                  </a:lnTo>
                  <a:lnTo>
                    <a:pt x="4063913" y="1855252"/>
                  </a:lnTo>
                  <a:lnTo>
                    <a:pt x="4083246" y="1844087"/>
                  </a:lnTo>
                  <a:close/>
                </a:path>
                <a:path w="6655434" h="6988809">
                  <a:moveTo>
                    <a:pt x="4157835" y="1975052"/>
                  </a:moveTo>
                  <a:lnTo>
                    <a:pt x="4168118" y="1992863"/>
                  </a:lnTo>
                  <a:lnTo>
                    <a:pt x="4150307" y="2003146"/>
                  </a:lnTo>
                  <a:lnTo>
                    <a:pt x="4140025" y="1985335"/>
                  </a:lnTo>
                  <a:lnTo>
                    <a:pt x="4157835" y="1975052"/>
                  </a:lnTo>
                  <a:close/>
                </a:path>
                <a:path w="6655434" h="6988809">
                  <a:moveTo>
                    <a:pt x="4232536" y="2105614"/>
                  </a:moveTo>
                  <a:lnTo>
                    <a:pt x="4242233" y="2122406"/>
                  </a:lnTo>
                  <a:lnTo>
                    <a:pt x="4225447" y="2132102"/>
                  </a:lnTo>
                  <a:lnTo>
                    <a:pt x="4215751" y="2115304"/>
                  </a:lnTo>
                  <a:lnTo>
                    <a:pt x="4232536" y="2105614"/>
                  </a:lnTo>
                  <a:close/>
                </a:path>
                <a:path w="6655434" h="6988809">
                  <a:moveTo>
                    <a:pt x="4307026" y="2236976"/>
                  </a:moveTo>
                  <a:lnTo>
                    <a:pt x="4315549" y="2251736"/>
                  </a:lnTo>
                  <a:lnTo>
                    <a:pt x="4300789" y="2260253"/>
                  </a:lnTo>
                  <a:lnTo>
                    <a:pt x="4292271" y="2245499"/>
                  </a:lnTo>
                  <a:lnTo>
                    <a:pt x="4307026" y="2236976"/>
                  </a:lnTo>
                  <a:close/>
                </a:path>
                <a:path w="6655434" h="6988809">
                  <a:moveTo>
                    <a:pt x="4381733" y="2367538"/>
                  </a:moveTo>
                  <a:lnTo>
                    <a:pt x="4389664" y="2381279"/>
                  </a:lnTo>
                  <a:lnTo>
                    <a:pt x="4375922" y="2389216"/>
                  </a:lnTo>
                  <a:lnTo>
                    <a:pt x="4367991" y="2375475"/>
                  </a:lnTo>
                  <a:lnTo>
                    <a:pt x="4381733" y="2367538"/>
                  </a:lnTo>
                  <a:close/>
                </a:path>
                <a:path w="6655434" h="6988809">
                  <a:moveTo>
                    <a:pt x="4456328" y="2498508"/>
                  </a:moveTo>
                  <a:lnTo>
                    <a:pt x="4463376" y="2510722"/>
                  </a:lnTo>
                  <a:lnTo>
                    <a:pt x="4451163" y="2517771"/>
                  </a:lnTo>
                  <a:lnTo>
                    <a:pt x="4444114" y="2505557"/>
                  </a:lnTo>
                  <a:lnTo>
                    <a:pt x="4456328" y="2498508"/>
                  </a:lnTo>
                  <a:close/>
                </a:path>
                <a:path w="6655434" h="6988809">
                  <a:moveTo>
                    <a:pt x="4530917" y="2629467"/>
                  </a:moveTo>
                  <a:lnTo>
                    <a:pt x="4537089" y="2640158"/>
                  </a:lnTo>
                  <a:lnTo>
                    <a:pt x="4526404" y="2646330"/>
                  </a:lnTo>
                  <a:lnTo>
                    <a:pt x="4520232" y="2635639"/>
                  </a:lnTo>
                  <a:lnTo>
                    <a:pt x="4530917" y="2629467"/>
                  </a:lnTo>
                  <a:close/>
                </a:path>
                <a:path w="6655434" h="6988809">
                  <a:moveTo>
                    <a:pt x="4605512" y="2760438"/>
                  </a:moveTo>
                  <a:lnTo>
                    <a:pt x="4610801" y="2769595"/>
                  </a:lnTo>
                  <a:lnTo>
                    <a:pt x="4601644" y="2774884"/>
                  </a:lnTo>
                  <a:lnTo>
                    <a:pt x="4596355" y="2765721"/>
                  </a:lnTo>
                  <a:lnTo>
                    <a:pt x="4605512" y="2760438"/>
                  </a:lnTo>
                  <a:close/>
                </a:path>
                <a:path w="6655434" h="6988809">
                  <a:moveTo>
                    <a:pt x="4680214" y="2891000"/>
                  </a:moveTo>
                  <a:lnTo>
                    <a:pt x="4684917" y="2899138"/>
                  </a:lnTo>
                  <a:lnTo>
                    <a:pt x="4676772" y="2903841"/>
                  </a:lnTo>
                  <a:lnTo>
                    <a:pt x="4672075" y="2895697"/>
                  </a:lnTo>
                  <a:lnTo>
                    <a:pt x="4680214" y="2891000"/>
                  </a:lnTo>
                  <a:close/>
                </a:path>
                <a:path w="6655434" h="6988809">
                  <a:moveTo>
                    <a:pt x="4754921" y="3021561"/>
                  </a:moveTo>
                  <a:lnTo>
                    <a:pt x="4759032" y="3028687"/>
                  </a:lnTo>
                  <a:lnTo>
                    <a:pt x="4751906" y="3032798"/>
                  </a:lnTo>
                  <a:lnTo>
                    <a:pt x="4747796" y="3025672"/>
                  </a:lnTo>
                  <a:lnTo>
                    <a:pt x="4754921" y="3021561"/>
                  </a:lnTo>
                  <a:close/>
                </a:path>
                <a:path w="6655434" h="6988809">
                  <a:moveTo>
                    <a:pt x="4829623" y="3152123"/>
                  </a:moveTo>
                  <a:lnTo>
                    <a:pt x="4833147" y="3158224"/>
                  </a:lnTo>
                  <a:lnTo>
                    <a:pt x="4827035" y="3161754"/>
                  </a:lnTo>
                  <a:lnTo>
                    <a:pt x="4823510" y="3155647"/>
                  </a:lnTo>
                  <a:lnTo>
                    <a:pt x="4829623" y="3152123"/>
                  </a:lnTo>
                  <a:close/>
                </a:path>
                <a:path w="6655434" h="6988809">
                  <a:moveTo>
                    <a:pt x="4904318" y="3282685"/>
                  </a:moveTo>
                  <a:lnTo>
                    <a:pt x="4907256" y="3287779"/>
                  </a:lnTo>
                  <a:lnTo>
                    <a:pt x="4902168" y="3290716"/>
                  </a:lnTo>
                  <a:lnTo>
                    <a:pt x="4899231" y="3285623"/>
                  </a:lnTo>
                  <a:lnTo>
                    <a:pt x="4904318" y="3282685"/>
                  </a:lnTo>
                  <a:close/>
                </a:path>
                <a:path w="6655434" h="6988809">
                  <a:moveTo>
                    <a:pt x="4979020" y="3413253"/>
                  </a:moveTo>
                  <a:lnTo>
                    <a:pt x="4981372" y="3417322"/>
                  </a:lnTo>
                  <a:lnTo>
                    <a:pt x="4977309" y="3419674"/>
                  </a:lnTo>
                  <a:lnTo>
                    <a:pt x="4974957" y="3415599"/>
                  </a:lnTo>
                  <a:lnTo>
                    <a:pt x="4979020" y="3413253"/>
                  </a:lnTo>
                  <a:close/>
                </a:path>
                <a:path w="6655434" h="6988809">
                  <a:moveTo>
                    <a:pt x="5053728" y="3543815"/>
                  </a:moveTo>
                  <a:lnTo>
                    <a:pt x="5055487" y="3546865"/>
                  </a:lnTo>
                  <a:lnTo>
                    <a:pt x="5052436" y="3548624"/>
                  </a:lnTo>
                  <a:lnTo>
                    <a:pt x="5050671" y="3545574"/>
                  </a:lnTo>
                  <a:lnTo>
                    <a:pt x="5053728" y="3543815"/>
                  </a:lnTo>
                  <a:close/>
                </a:path>
                <a:path w="6655434" h="6988809">
                  <a:moveTo>
                    <a:pt x="5128428" y="3674377"/>
                  </a:moveTo>
                  <a:lnTo>
                    <a:pt x="5129608" y="3676408"/>
                  </a:lnTo>
                  <a:lnTo>
                    <a:pt x="5127571" y="3677587"/>
                  </a:lnTo>
                  <a:lnTo>
                    <a:pt x="5126392" y="3675549"/>
                  </a:lnTo>
                  <a:lnTo>
                    <a:pt x="5128428" y="3674377"/>
                  </a:lnTo>
                  <a:close/>
                </a:path>
                <a:path w="6655434" h="6988809">
                  <a:moveTo>
                    <a:pt x="5203237" y="3804536"/>
                  </a:moveTo>
                  <a:lnTo>
                    <a:pt x="5204120" y="3806064"/>
                  </a:lnTo>
                  <a:lnTo>
                    <a:pt x="5202598" y="3806947"/>
                  </a:lnTo>
                  <a:lnTo>
                    <a:pt x="5201715" y="3805413"/>
                  </a:lnTo>
                  <a:lnTo>
                    <a:pt x="5203237" y="3804536"/>
                  </a:lnTo>
                  <a:close/>
                </a:path>
                <a:path w="6655434" h="6988809">
                  <a:moveTo>
                    <a:pt x="2802463" y="0"/>
                  </a:moveTo>
                  <a:lnTo>
                    <a:pt x="2856901" y="0"/>
                  </a:lnTo>
                  <a:lnTo>
                    <a:pt x="2816073" y="23569"/>
                  </a:lnTo>
                  <a:lnTo>
                    <a:pt x="2802463" y="0"/>
                  </a:lnTo>
                  <a:close/>
                </a:path>
                <a:path w="6655434" h="6988809">
                  <a:moveTo>
                    <a:pt x="2909805" y="83096"/>
                  </a:moveTo>
                  <a:lnTo>
                    <a:pt x="2935073" y="126861"/>
                  </a:lnTo>
                  <a:lnTo>
                    <a:pt x="2891314" y="152129"/>
                  </a:lnTo>
                  <a:lnTo>
                    <a:pt x="2866046" y="108364"/>
                  </a:lnTo>
                  <a:lnTo>
                    <a:pt x="2909805" y="83096"/>
                  </a:lnTo>
                  <a:close/>
                </a:path>
                <a:path w="6655434" h="6988809">
                  <a:moveTo>
                    <a:pt x="2984406" y="214061"/>
                  </a:moveTo>
                  <a:lnTo>
                    <a:pt x="3008786" y="256292"/>
                  </a:lnTo>
                  <a:lnTo>
                    <a:pt x="2966549" y="280677"/>
                  </a:lnTo>
                  <a:lnTo>
                    <a:pt x="2942169" y="238446"/>
                  </a:lnTo>
                  <a:lnTo>
                    <a:pt x="2984406" y="214061"/>
                  </a:lnTo>
                  <a:close/>
                </a:path>
                <a:path w="6655434" h="6988809">
                  <a:moveTo>
                    <a:pt x="3058889" y="345428"/>
                  </a:moveTo>
                  <a:lnTo>
                    <a:pt x="3082095" y="385628"/>
                  </a:lnTo>
                  <a:lnTo>
                    <a:pt x="3041895" y="408835"/>
                  </a:lnTo>
                  <a:lnTo>
                    <a:pt x="3018689" y="368635"/>
                  </a:lnTo>
                  <a:lnTo>
                    <a:pt x="3058889" y="345428"/>
                  </a:lnTo>
                  <a:close/>
                </a:path>
                <a:path w="6655434" h="6988809">
                  <a:moveTo>
                    <a:pt x="3133478" y="476387"/>
                  </a:moveTo>
                  <a:lnTo>
                    <a:pt x="3155808" y="515064"/>
                  </a:lnTo>
                  <a:lnTo>
                    <a:pt x="3117136" y="537394"/>
                  </a:lnTo>
                  <a:lnTo>
                    <a:pt x="3094806" y="498717"/>
                  </a:lnTo>
                  <a:lnTo>
                    <a:pt x="3133478" y="476387"/>
                  </a:lnTo>
                  <a:close/>
                </a:path>
                <a:path w="6655434" h="6988809">
                  <a:moveTo>
                    <a:pt x="3208079" y="607352"/>
                  </a:moveTo>
                  <a:lnTo>
                    <a:pt x="3229526" y="644501"/>
                  </a:lnTo>
                  <a:lnTo>
                    <a:pt x="3192377" y="665948"/>
                  </a:lnTo>
                  <a:lnTo>
                    <a:pt x="3170929" y="628799"/>
                  </a:lnTo>
                  <a:lnTo>
                    <a:pt x="3208079" y="607352"/>
                  </a:lnTo>
                  <a:close/>
                </a:path>
                <a:path w="6655434" h="6988809">
                  <a:moveTo>
                    <a:pt x="3282674" y="738323"/>
                  </a:moveTo>
                  <a:lnTo>
                    <a:pt x="3303239" y="773938"/>
                  </a:lnTo>
                  <a:lnTo>
                    <a:pt x="3267611" y="794509"/>
                  </a:lnTo>
                  <a:lnTo>
                    <a:pt x="3247046" y="758888"/>
                  </a:lnTo>
                  <a:lnTo>
                    <a:pt x="3282674" y="738323"/>
                  </a:lnTo>
                  <a:close/>
                </a:path>
                <a:path w="6655434" h="6988809">
                  <a:moveTo>
                    <a:pt x="3357156" y="869684"/>
                  </a:moveTo>
                  <a:lnTo>
                    <a:pt x="3376549" y="903268"/>
                  </a:lnTo>
                  <a:lnTo>
                    <a:pt x="3342965" y="922660"/>
                  </a:lnTo>
                  <a:lnTo>
                    <a:pt x="3323572" y="889077"/>
                  </a:lnTo>
                  <a:lnTo>
                    <a:pt x="3357156" y="869684"/>
                  </a:lnTo>
                  <a:close/>
                </a:path>
                <a:path w="6655434" h="6988809">
                  <a:moveTo>
                    <a:pt x="3431752" y="1000649"/>
                  </a:moveTo>
                  <a:lnTo>
                    <a:pt x="3450261" y="1032711"/>
                  </a:lnTo>
                  <a:lnTo>
                    <a:pt x="3418205" y="1051214"/>
                  </a:lnTo>
                  <a:lnTo>
                    <a:pt x="3399696" y="1019153"/>
                  </a:lnTo>
                  <a:lnTo>
                    <a:pt x="3431752" y="1000649"/>
                  </a:lnTo>
                  <a:close/>
                </a:path>
                <a:path w="6655434" h="6988809">
                  <a:moveTo>
                    <a:pt x="3506347" y="1131614"/>
                  </a:moveTo>
                  <a:lnTo>
                    <a:pt x="3523974" y="1162142"/>
                  </a:lnTo>
                  <a:lnTo>
                    <a:pt x="3493446" y="1179769"/>
                  </a:lnTo>
                  <a:lnTo>
                    <a:pt x="3475819" y="1149241"/>
                  </a:lnTo>
                  <a:lnTo>
                    <a:pt x="3506347" y="1131614"/>
                  </a:lnTo>
                  <a:close/>
                </a:path>
                <a:path w="6655434" h="6988809">
                  <a:moveTo>
                    <a:pt x="3580835" y="1262982"/>
                  </a:moveTo>
                  <a:lnTo>
                    <a:pt x="3597283" y="1291471"/>
                  </a:lnTo>
                  <a:lnTo>
                    <a:pt x="3568787" y="1307926"/>
                  </a:lnTo>
                  <a:lnTo>
                    <a:pt x="3552339" y="1279430"/>
                  </a:lnTo>
                  <a:lnTo>
                    <a:pt x="3580835" y="1262982"/>
                  </a:lnTo>
                  <a:close/>
                </a:path>
                <a:path w="6655434" h="6988809">
                  <a:moveTo>
                    <a:pt x="3655537" y="1393544"/>
                  </a:moveTo>
                  <a:lnTo>
                    <a:pt x="3671399" y="1421020"/>
                  </a:lnTo>
                  <a:lnTo>
                    <a:pt x="3643922" y="1436882"/>
                  </a:lnTo>
                  <a:lnTo>
                    <a:pt x="3628060" y="1409406"/>
                  </a:lnTo>
                  <a:lnTo>
                    <a:pt x="3655537" y="1393544"/>
                  </a:lnTo>
                  <a:close/>
                </a:path>
                <a:path w="6655434" h="6988809">
                  <a:moveTo>
                    <a:pt x="3730025" y="1524905"/>
                  </a:moveTo>
                  <a:lnTo>
                    <a:pt x="3744714" y="1550351"/>
                  </a:lnTo>
                  <a:lnTo>
                    <a:pt x="3719269" y="1565040"/>
                  </a:lnTo>
                  <a:lnTo>
                    <a:pt x="3704580" y="1539594"/>
                  </a:lnTo>
                  <a:lnTo>
                    <a:pt x="3730025" y="1524905"/>
                  </a:lnTo>
                  <a:close/>
                </a:path>
                <a:path w="6655434" h="6988809">
                  <a:moveTo>
                    <a:pt x="3804507" y="1656273"/>
                  </a:moveTo>
                  <a:lnTo>
                    <a:pt x="3818024" y="1679680"/>
                  </a:lnTo>
                  <a:lnTo>
                    <a:pt x="3794616" y="1693197"/>
                  </a:lnTo>
                  <a:lnTo>
                    <a:pt x="3781100" y="1669783"/>
                  </a:lnTo>
                  <a:lnTo>
                    <a:pt x="3804507" y="1656273"/>
                  </a:lnTo>
                  <a:close/>
                </a:path>
                <a:path w="6655434" h="6988809">
                  <a:moveTo>
                    <a:pt x="3879103" y="1787238"/>
                  </a:moveTo>
                  <a:lnTo>
                    <a:pt x="3891737" y="1809123"/>
                  </a:lnTo>
                  <a:lnTo>
                    <a:pt x="3869857" y="1821752"/>
                  </a:lnTo>
                  <a:lnTo>
                    <a:pt x="3857223" y="1799872"/>
                  </a:lnTo>
                  <a:lnTo>
                    <a:pt x="3879103" y="1787238"/>
                  </a:lnTo>
                  <a:close/>
                </a:path>
                <a:path w="6655434" h="6988809">
                  <a:moveTo>
                    <a:pt x="3953804" y="1917799"/>
                  </a:moveTo>
                  <a:lnTo>
                    <a:pt x="3965852" y="1938660"/>
                  </a:lnTo>
                  <a:lnTo>
                    <a:pt x="3944991" y="1950708"/>
                  </a:lnTo>
                  <a:lnTo>
                    <a:pt x="3932943" y="1929847"/>
                  </a:lnTo>
                  <a:lnTo>
                    <a:pt x="3953804" y="1917799"/>
                  </a:lnTo>
                  <a:close/>
                </a:path>
                <a:path w="6655434" h="6988809">
                  <a:moveTo>
                    <a:pt x="4028293" y="2049167"/>
                  </a:moveTo>
                  <a:lnTo>
                    <a:pt x="4039167" y="2067996"/>
                  </a:lnTo>
                  <a:lnTo>
                    <a:pt x="4020338" y="2078865"/>
                  </a:lnTo>
                  <a:lnTo>
                    <a:pt x="4009463" y="2060036"/>
                  </a:lnTo>
                  <a:lnTo>
                    <a:pt x="4028293" y="2049167"/>
                  </a:lnTo>
                  <a:close/>
                </a:path>
                <a:path w="6655434" h="6988809">
                  <a:moveTo>
                    <a:pt x="4103000" y="2179729"/>
                  </a:moveTo>
                  <a:lnTo>
                    <a:pt x="4113282" y="2197540"/>
                  </a:lnTo>
                  <a:lnTo>
                    <a:pt x="4095472" y="2207822"/>
                  </a:lnTo>
                  <a:lnTo>
                    <a:pt x="4085190" y="2190011"/>
                  </a:lnTo>
                  <a:lnTo>
                    <a:pt x="4103000" y="2179729"/>
                  </a:lnTo>
                  <a:close/>
                </a:path>
                <a:path w="6655434" h="6988809">
                  <a:moveTo>
                    <a:pt x="4177482" y="2311096"/>
                  </a:moveTo>
                  <a:lnTo>
                    <a:pt x="4186586" y="2326869"/>
                  </a:lnTo>
                  <a:lnTo>
                    <a:pt x="4170813" y="2335973"/>
                  </a:lnTo>
                  <a:lnTo>
                    <a:pt x="4161709" y="2320200"/>
                  </a:lnTo>
                  <a:lnTo>
                    <a:pt x="4177482" y="2311096"/>
                  </a:lnTo>
                  <a:close/>
                </a:path>
                <a:path w="6655434" h="6988809">
                  <a:moveTo>
                    <a:pt x="4252077" y="2442061"/>
                  </a:moveTo>
                  <a:lnTo>
                    <a:pt x="4260299" y="2456306"/>
                  </a:lnTo>
                  <a:lnTo>
                    <a:pt x="4246054" y="2464527"/>
                  </a:lnTo>
                  <a:lnTo>
                    <a:pt x="4237833" y="2450282"/>
                  </a:lnTo>
                  <a:lnTo>
                    <a:pt x="4252077" y="2442061"/>
                  </a:lnTo>
                  <a:close/>
                </a:path>
                <a:path w="6655434" h="6988809">
                  <a:moveTo>
                    <a:pt x="4326779" y="2572624"/>
                  </a:moveTo>
                  <a:lnTo>
                    <a:pt x="4334420" y="2585849"/>
                  </a:lnTo>
                  <a:lnTo>
                    <a:pt x="4321188" y="2593490"/>
                  </a:lnTo>
                  <a:lnTo>
                    <a:pt x="4313553" y="2580258"/>
                  </a:lnTo>
                  <a:lnTo>
                    <a:pt x="4326779" y="2572624"/>
                  </a:lnTo>
                  <a:close/>
                </a:path>
                <a:path w="6655434" h="6988809">
                  <a:moveTo>
                    <a:pt x="4401368" y="2703582"/>
                  </a:moveTo>
                  <a:lnTo>
                    <a:pt x="4408127" y="2715291"/>
                  </a:lnTo>
                  <a:lnTo>
                    <a:pt x="4396429" y="2722044"/>
                  </a:lnTo>
                  <a:lnTo>
                    <a:pt x="4389670" y="2710340"/>
                  </a:lnTo>
                  <a:lnTo>
                    <a:pt x="4401368" y="2703582"/>
                  </a:lnTo>
                  <a:close/>
                </a:path>
                <a:path w="6655434" h="6988809">
                  <a:moveTo>
                    <a:pt x="4475969" y="2834547"/>
                  </a:moveTo>
                  <a:lnTo>
                    <a:pt x="4481845" y="2844729"/>
                  </a:lnTo>
                  <a:lnTo>
                    <a:pt x="4471669" y="2850604"/>
                  </a:lnTo>
                  <a:lnTo>
                    <a:pt x="4465793" y="2840422"/>
                  </a:lnTo>
                  <a:lnTo>
                    <a:pt x="4475969" y="2834547"/>
                  </a:lnTo>
                  <a:close/>
                </a:path>
                <a:path w="6655434" h="6988809">
                  <a:moveTo>
                    <a:pt x="4550564" y="2965512"/>
                  </a:moveTo>
                  <a:lnTo>
                    <a:pt x="4555558" y="2974165"/>
                  </a:lnTo>
                  <a:lnTo>
                    <a:pt x="4546904" y="2979158"/>
                  </a:lnTo>
                  <a:lnTo>
                    <a:pt x="4541911" y="2970504"/>
                  </a:lnTo>
                  <a:lnTo>
                    <a:pt x="4550564" y="2965512"/>
                  </a:lnTo>
                  <a:close/>
                </a:path>
                <a:path w="6655434" h="6988809">
                  <a:moveTo>
                    <a:pt x="4625266" y="3096073"/>
                  </a:moveTo>
                  <a:lnTo>
                    <a:pt x="4629673" y="3103708"/>
                  </a:lnTo>
                  <a:lnTo>
                    <a:pt x="4622038" y="3108115"/>
                  </a:lnTo>
                  <a:lnTo>
                    <a:pt x="4617631" y="3100480"/>
                  </a:lnTo>
                  <a:lnTo>
                    <a:pt x="4625266" y="3096073"/>
                  </a:lnTo>
                  <a:close/>
                </a:path>
                <a:path w="6655434" h="6988809">
                  <a:moveTo>
                    <a:pt x="4700074" y="3226238"/>
                  </a:moveTo>
                  <a:lnTo>
                    <a:pt x="4704191" y="3233364"/>
                  </a:lnTo>
                  <a:lnTo>
                    <a:pt x="4697065" y="3237481"/>
                  </a:lnTo>
                  <a:lnTo>
                    <a:pt x="4692949" y="3230355"/>
                  </a:lnTo>
                  <a:lnTo>
                    <a:pt x="4700074" y="3226238"/>
                  </a:lnTo>
                  <a:close/>
                </a:path>
                <a:path w="6655434" h="6988809">
                  <a:moveTo>
                    <a:pt x="4774669" y="3357203"/>
                  </a:moveTo>
                  <a:lnTo>
                    <a:pt x="4777903" y="3362801"/>
                  </a:lnTo>
                  <a:lnTo>
                    <a:pt x="4772306" y="3366035"/>
                  </a:lnTo>
                  <a:lnTo>
                    <a:pt x="4769072" y="3360431"/>
                  </a:lnTo>
                  <a:lnTo>
                    <a:pt x="4774669" y="3357203"/>
                  </a:lnTo>
                  <a:close/>
                </a:path>
                <a:path w="6655434" h="6988809">
                  <a:moveTo>
                    <a:pt x="4849371" y="3487765"/>
                  </a:moveTo>
                  <a:lnTo>
                    <a:pt x="4852012" y="3492344"/>
                  </a:lnTo>
                  <a:lnTo>
                    <a:pt x="4847434" y="3494991"/>
                  </a:lnTo>
                  <a:lnTo>
                    <a:pt x="4844792" y="3490407"/>
                  </a:lnTo>
                  <a:lnTo>
                    <a:pt x="4849371" y="3487765"/>
                  </a:lnTo>
                  <a:close/>
                </a:path>
                <a:path w="6655434" h="6988809">
                  <a:moveTo>
                    <a:pt x="4924072" y="3618327"/>
                  </a:moveTo>
                  <a:lnTo>
                    <a:pt x="4926134" y="3621892"/>
                  </a:lnTo>
                  <a:lnTo>
                    <a:pt x="4922568" y="3623947"/>
                  </a:lnTo>
                  <a:lnTo>
                    <a:pt x="4920507" y="3620382"/>
                  </a:lnTo>
                  <a:lnTo>
                    <a:pt x="4924072" y="3618327"/>
                  </a:lnTo>
                  <a:close/>
                </a:path>
                <a:path w="6655434" h="6988809">
                  <a:moveTo>
                    <a:pt x="4998774" y="3748889"/>
                  </a:moveTo>
                  <a:lnTo>
                    <a:pt x="5000243" y="3751430"/>
                  </a:lnTo>
                  <a:lnTo>
                    <a:pt x="4997702" y="3752899"/>
                  </a:lnTo>
                  <a:lnTo>
                    <a:pt x="4996233" y="3750358"/>
                  </a:lnTo>
                  <a:lnTo>
                    <a:pt x="4998774" y="3748889"/>
                  </a:lnTo>
                  <a:close/>
                </a:path>
                <a:path w="6655434" h="6988809">
                  <a:moveTo>
                    <a:pt x="5073476" y="3879450"/>
                  </a:moveTo>
                  <a:lnTo>
                    <a:pt x="5074358" y="3880984"/>
                  </a:lnTo>
                  <a:lnTo>
                    <a:pt x="5072836" y="3881861"/>
                  </a:lnTo>
                  <a:lnTo>
                    <a:pt x="5071954" y="3880333"/>
                  </a:lnTo>
                  <a:lnTo>
                    <a:pt x="5073476" y="3879450"/>
                  </a:lnTo>
                  <a:close/>
                </a:path>
                <a:path w="6655434" h="6988809">
                  <a:moveTo>
                    <a:pt x="2705988" y="25038"/>
                  </a:moveTo>
                  <a:lnTo>
                    <a:pt x="2733607" y="72878"/>
                  </a:lnTo>
                  <a:lnTo>
                    <a:pt x="2685772" y="100491"/>
                  </a:lnTo>
                  <a:lnTo>
                    <a:pt x="2658153" y="52657"/>
                  </a:lnTo>
                  <a:lnTo>
                    <a:pt x="2705988" y="25038"/>
                  </a:lnTo>
                  <a:close/>
                </a:path>
                <a:path w="6655434" h="6988809">
                  <a:moveTo>
                    <a:pt x="2780476" y="156411"/>
                  </a:moveTo>
                  <a:lnTo>
                    <a:pt x="2806916" y="202208"/>
                  </a:lnTo>
                  <a:lnTo>
                    <a:pt x="2761119" y="228649"/>
                  </a:lnTo>
                  <a:lnTo>
                    <a:pt x="2734679" y="182851"/>
                  </a:lnTo>
                  <a:lnTo>
                    <a:pt x="2780476" y="156411"/>
                  </a:lnTo>
                  <a:close/>
                </a:path>
                <a:path w="6655434" h="6988809">
                  <a:moveTo>
                    <a:pt x="2854964" y="287773"/>
                  </a:moveTo>
                  <a:lnTo>
                    <a:pt x="2880232" y="331532"/>
                  </a:lnTo>
                  <a:lnTo>
                    <a:pt x="2836467" y="356800"/>
                  </a:lnTo>
                  <a:lnTo>
                    <a:pt x="2811199" y="313041"/>
                  </a:lnTo>
                  <a:lnTo>
                    <a:pt x="2854964" y="287773"/>
                  </a:lnTo>
                  <a:close/>
                </a:path>
                <a:path w="6655434" h="6988809">
                  <a:moveTo>
                    <a:pt x="2929560" y="418731"/>
                  </a:moveTo>
                  <a:lnTo>
                    <a:pt x="2953945" y="460968"/>
                  </a:lnTo>
                  <a:lnTo>
                    <a:pt x="2911708" y="485354"/>
                  </a:lnTo>
                  <a:lnTo>
                    <a:pt x="2887322" y="443117"/>
                  </a:lnTo>
                  <a:lnTo>
                    <a:pt x="2929560" y="418731"/>
                  </a:lnTo>
                  <a:close/>
                </a:path>
                <a:path w="6655434" h="6988809">
                  <a:moveTo>
                    <a:pt x="3004042" y="550105"/>
                  </a:moveTo>
                  <a:lnTo>
                    <a:pt x="3027255" y="590305"/>
                  </a:lnTo>
                  <a:lnTo>
                    <a:pt x="2987055" y="613517"/>
                  </a:lnTo>
                  <a:lnTo>
                    <a:pt x="2963842" y="573317"/>
                  </a:lnTo>
                  <a:lnTo>
                    <a:pt x="3004042" y="550105"/>
                  </a:lnTo>
                  <a:close/>
                </a:path>
                <a:path w="6655434" h="6988809">
                  <a:moveTo>
                    <a:pt x="3078643" y="681063"/>
                  </a:moveTo>
                  <a:lnTo>
                    <a:pt x="3100973" y="719741"/>
                  </a:lnTo>
                  <a:lnTo>
                    <a:pt x="3062296" y="742071"/>
                  </a:lnTo>
                  <a:lnTo>
                    <a:pt x="3039966" y="703393"/>
                  </a:lnTo>
                  <a:lnTo>
                    <a:pt x="3078643" y="681063"/>
                  </a:lnTo>
                  <a:close/>
                </a:path>
                <a:path w="6655434" h="6988809">
                  <a:moveTo>
                    <a:pt x="3153238" y="812034"/>
                  </a:moveTo>
                  <a:lnTo>
                    <a:pt x="3174686" y="849177"/>
                  </a:lnTo>
                  <a:lnTo>
                    <a:pt x="3137536" y="870625"/>
                  </a:lnTo>
                  <a:lnTo>
                    <a:pt x="3116089" y="833481"/>
                  </a:lnTo>
                  <a:lnTo>
                    <a:pt x="3153238" y="812034"/>
                  </a:lnTo>
                  <a:close/>
                </a:path>
                <a:path w="6655434" h="6988809">
                  <a:moveTo>
                    <a:pt x="3227828" y="942993"/>
                  </a:moveTo>
                  <a:lnTo>
                    <a:pt x="3248398" y="978620"/>
                  </a:lnTo>
                  <a:lnTo>
                    <a:pt x="3212777" y="999185"/>
                  </a:lnTo>
                  <a:lnTo>
                    <a:pt x="3192212" y="963557"/>
                  </a:lnTo>
                  <a:lnTo>
                    <a:pt x="3227828" y="942993"/>
                  </a:lnTo>
                  <a:close/>
                </a:path>
                <a:path w="6655434" h="6988809">
                  <a:moveTo>
                    <a:pt x="3302315" y="1074354"/>
                  </a:moveTo>
                  <a:lnTo>
                    <a:pt x="3321708" y="1107944"/>
                  </a:lnTo>
                  <a:lnTo>
                    <a:pt x="3288118" y="1127336"/>
                  </a:lnTo>
                  <a:lnTo>
                    <a:pt x="3268726" y="1093746"/>
                  </a:lnTo>
                  <a:lnTo>
                    <a:pt x="3302315" y="1074354"/>
                  </a:lnTo>
                  <a:close/>
                </a:path>
                <a:path w="6655434" h="6988809">
                  <a:moveTo>
                    <a:pt x="3376911" y="1205325"/>
                  </a:moveTo>
                  <a:lnTo>
                    <a:pt x="3395420" y="1237381"/>
                  </a:lnTo>
                  <a:lnTo>
                    <a:pt x="3363365" y="1255890"/>
                  </a:lnTo>
                  <a:lnTo>
                    <a:pt x="3344855" y="1223835"/>
                  </a:lnTo>
                  <a:lnTo>
                    <a:pt x="3376911" y="1205325"/>
                  </a:lnTo>
                  <a:close/>
                </a:path>
                <a:path w="6655434" h="6988809">
                  <a:moveTo>
                    <a:pt x="3451391" y="1336693"/>
                  </a:moveTo>
                  <a:lnTo>
                    <a:pt x="3468730" y="1366710"/>
                  </a:lnTo>
                  <a:lnTo>
                    <a:pt x="3438705" y="1384047"/>
                  </a:lnTo>
                  <a:lnTo>
                    <a:pt x="3421375" y="1354023"/>
                  </a:lnTo>
                  <a:lnTo>
                    <a:pt x="3451391" y="1336693"/>
                  </a:lnTo>
                  <a:close/>
                </a:path>
                <a:path w="6655434" h="6988809">
                  <a:moveTo>
                    <a:pt x="3525881" y="1468054"/>
                  </a:moveTo>
                  <a:lnTo>
                    <a:pt x="3542045" y="1496047"/>
                  </a:lnTo>
                  <a:lnTo>
                    <a:pt x="3514059" y="1512205"/>
                  </a:lnTo>
                  <a:lnTo>
                    <a:pt x="3497895" y="1484213"/>
                  </a:lnTo>
                  <a:lnTo>
                    <a:pt x="3525881" y="1468054"/>
                  </a:lnTo>
                  <a:close/>
                </a:path>
                <a:path w="6655434" h="6988809">
                  <a:moveTo>
                    <a:pt x="3600589" y="1598616"/>
                  </a:moveTo>
                  <a:lnTo>
                    <a:pt x="3616161" y="1625590"/>
                  </a:lnTo>
                  <a:lnTo>
                    <a:pt x="3589187" y="1641161"/>
                  </a:lnTo>
                  <a:lnTo>
                    <a:pt x="3573615" y="1614188"/>
                  </a:lnTo>
                  <a:lnTo>
                    <a:pt x="3600589" y="1598616"/>
                  </a:lnTo>
                  <a:close/>
                </a:path>
                <a:path w="6655434" h="6988809">
                  <a:moveTo>
                    <a:pt x="3675071" y="1729989"/>
                  </a:moveTo>
                  <a:lnTo>
                    <a:pt x="3689464" y="1754919"/>
                  </a:lnTo>
                  <a:lnTo>
                    <a:pt x="3664534" y="1769312"/>
                  </a:lnTo>
                  <a:lnTo>
                    <a:pt x="3650141" y="1744382"/>
                  </a:lnTo>
                  <a:lnTo>
                    <a:pt x="3675071" y="1729989"/>
                  </a:lnTo>
                  <a:close/>
                </a:path>
                <a:path w="6655434" h="6988809">
                  <a:moveTo>
                    <a:pt x="3749560" y="1861351"/>
                  </a:moveTo>
                  <a:lnTo>
                    <a:pt x="3762780" y="1884250"/>
                  </a:lnTo>
                  <a:lnTo>
                    <a:pt x="3739881" y="1897470"/>
                  </a:lnTo>
                  <a:lnTo>
                    <a:pt x="3726661" y="1874572"/>
                  </a:lnTo>
                  <a:lnTo>
                    <a:pt x="3749560" y="1861351"/>
                  </a:lnTo>
                  <a:close/>
                </a:path>
                <a:path w="6655434" h="6988809">
                  <a:moveTo>
                    <a:pt x="3824155" y="1992310"/>
                  </a:moveTo>
                  <a:lnTo>
                    <a:pt x="3836493" y="2013686"/>
                  </a:lnTo>
                  <a:lnTo>
                    <a:pt x="3815122" y="2026024"/>
                  </a:lnTo>
                  <a:lnTo>
                    <a:pt x="3802784" y="2004647"/>
                  </a:lnTo>
                  <a:lnTo>
                    <a:pt x="3824155" y="1992310"/>
                  </a:lnTo>
                  <a:close/>
                </a:path>
                <a:path w="6655434" h="6988809">
                  <a:moveTo>
                    <a:pt x="3898749" y="2123280"/>
                  </a:moveTo>
                  <a:lnTo>
                    <a:pt x="3910205" y="2143128"/>
                  </a:lnTo>
                  <a:lnTo>
                    <a:pt x="3890363" y="2154584"/>
                  </a:lnTo>
                  <a:lnTo>
                    <a:pt x="3878901" y="2134736"/>
                  </a:lnTo>
                  <a:lnTo>
                    <a:pt x="3898749" y="2123280"/>
                  </a:lnTo>
                  <a:close/>
                </a:path>
                <a:path w="6655434" h="6988809">
                  <a:moveTo>
                    <a:pt x="3973339" y="2254239"/>
                  </a:moveTo>
                  <a:lnTo>
                    <a:pt x="3983917" y="2272565"/>
                  </a:lnTo>
                  <a:lnTo>
                    <a:pt x="3965603" y="2283138"/>
                  </a:lnTo>
                  <a:lnTo>
                    <a:pt x="3955025" y="2264818"/>
                  </a:lnTo>
                  <a:lnTo>
                    <a:pt x="3973339" y="2254239"/>
                  </a:lnTo>
                  <a:close/>
                </a:path>
                <a:path w="6655434" h="6988809">
                  <a:moveTo>
                    <a:pt x="4047940" y="2385204"/>
                  </a:moveTo>
                  <a:lnTo>
                    <a:pt x="4057636" y="2402002"/>
                  </a:lnTo>
                  <a:lnTo>
                    <a:pt x="4040844" y="2411698"/>
                  </a:lnTo>
                  <a:lnTo>
                    <a:pt x="4031148" y="2394900"/>
                  </a:lnTo>
                  <a:lnTo>
                    <a:pt x="4047940" y="2385204"/>
                  </a:lnTo>
                  <a:close/>
                </a:path>
                <a:path w="6655434" h="6988809">
                  <a:moveTo>
                    <a:pt x="4122535" y="2516175"/>
                  </a:moveTo>
                  <a:lnTo>
                    <a:pt x="4131348" y="2531438"/>
                  </a:lnTo>
                  <a:lnTo>
                    <a:pt x="4116085" y="2540252"/>
                  </a:lnTo>
                  <a:lnTo>
                    <a:pt x="4107271" y="2524988"/>
                  </a:lnTo>
                  <a:lnTo>
                    <a:pt x="4122535" y="2516175"/>
                  </a:lnTo>
                  <a:close/>
                </a:path>
                <a:path w="6655434" h="6988809">
                  <a:moveTo>
                    <a:pt x="4197124" y="2647133"/>
                  </a:moveTo>
                  <a:lnTo>
                    <a:pt x="4205061" y="2660875"/>
                  </a:lnTo>
                  <a:lnTo>
                    <a:pt x="4191325" y="2668806"/>
                  </a:lnTo>
                  <a:lnTo>
                    <a:pt x="4183388" y="2655064"/>
                  </a:lnTo>
                  <a:lnTo>
                    <a:pt x="4197124" y="2647133"/>
                  </a:lnTo>
                  <a:close/>
                </a:path>
                <a:path w="6655434" h="6988809">
                  <a:moveTo>
                    <a:pt x="4271831" y="2777695"/>
                  </a:moveTo>
                  <a:lnTo>
                    <a:pt x="4279176" y="2790418"/>
                  </a:lnTo>
                  <a:lnTo>
                    <a:pt x="4266453" y="2797763"/>
                  </a:lnTo>
                  <a:lnTo>
                    <a:pt x="4259109" y="2785040"/>
                  </a:lnTo>
                  <a:lnTo>
                    <a:pt x="4271831" y="2777695"/>
                  </a:lnTo>
                  <a:close/>
                </a:path>
                <a:path w="6655434" h="6988809">
                  <a:moveTo>
                    <a:pt x="4346314" y="2909063"/>
                  </a:moveTo>
                  <a:lnTo>
                    <a:pt x="4352486" y="2919754"/>
                  </a:lnTo>
                  <a:lnTo>
                    <a:pt x="4341801" y="2925920"/>
                  </a:lnTo>
                  <a:lnTo>
                    <a:pt x="4335629" y="2915234"/>
                  </a:lnTo>
                  <a:lnTo>
                    <a:pt x="4346314" y="2909063"/>
                  </a:lnTo>
                  <a:close/>
                </a:path>
                <a:path w="6655434" h="6988809">
                  <a:moveTo>
                    <a:pt x="4420915" y="3040028"/>
                  </a:moveTo>
                  <a:lnTo>
                    <a:pt x="4426198" y="3049185"/>
                  </a:lnTo>
                  <a:lnTo>
                    <a:pt x="4417035" y="3054474"/>
                  </a:lnTo>
                  <a:lnTo>
                    <a:pt x="4411752" y="3045317"/>
                  </a:lnTo>
                  <a:lnTo>
                    <a:pt x="4420915" y="3040028"/>
                  </a:lnTo>
                  <a:close/>
                </a:path>
                <a:path w="6655434" h="6988809">
                  <a:moveTo>
                    <a:pt x="4495611" y="3170596"/>
                  </a:moveTo>
                  <a:lnTo>
                    <a:pt x="4500313" y="3178734"/>
                  </a:lnTo>
                  <a:lnTo>
                    <a:pt x="4492169" y="3183431"/>
                  </a:lnTo>
                  <a:lnTo>
                    <a:pt x="4487472" y="3175292"/>
                  </a:lnTo>
                  <a:lnTo>
                    <a:pt x="4495611" y="3170596"/>
                  </a:lnTo>
                  <a:close/>
                </a:path>
                <a:path w="6655434" h="6988809">
                  <a:moveTo>
                    <a:pt x="4570312" y="3301157"/>
                  </a:moveTo>
                  <a:lnTo>
                    <a:pt x="4574429" y="3308283"/>
                  </a:lnTo>
                  <a:lnTo>
                    <a:pt x="4567304" y="3312394"/>
                  </a:lnTo>
                  <a:lnTo>
                    <a:pt x="4563187" y="3305268"/>
                  </a:lnTo>
                  <a:lnTo>
                    <a:pt x="4570312" y="3301157"/>
                  </a:lnTo>
                  <a:close/>
                </a:path>
                <a:path w="6655434" h="6988809">
                  <a:moveTo>
                    <a:pt x="4645020" y="3431719"/>
                  </a:moveTo>
                  <a:lnTo>
                    <a:pt x="4648544" y="3437820"/>
                  </a:lnTo>
                  <a:lnTo>
                    <a:pt x="4642437" y="3441344"/>
                  </a:lnTo>
                  <a:lnTo>
                    <a:pt x="4638913" y="3435244"/>
                  </a:lnTo>
                  <a:lnTo>
                    <a:pt x="4645020" y="3431719"/>
                  </a:lnTo>
                  <a:close/>
                </a:path>
                <a:path w="6655434" h="6988809">
                  <a:moveTo>
                    <a:pt x="4719721" y="3562281"/>
                  </a:moveTo>
                  <a:lnTo>
                    <a:pt x="4722659" y="3567369"/>
                  </a:lnTo>
                  <a:lnTo>
                    <a:pt x="4717571" y="3570307"/>
                  </a:lnTo>
                  <a:lnTo>
                    <a:pt x="4714634" y="3565219"/>
                  </a:lnTo>
                  <a:lnTo>
                    <a:pt x="4719721" y="3562281"/>
                  </a:lnTo>
                  <a:close/>
                </a:path>
                <a:path w="6655434" h="6988809">
                  <a:moveTo>
                    <a:pt x="4794423" y="3692843"/>
                  </a:moveTo>
                  <a:lnTo>
                    <a:pt x="4796775" y="3696912"/>
                  </a:lnTo>
                  <a:lnTo>
                    <a:pt x="4792700" y="3699263"/>
                  </a:lnTo>
                  <a:lnTo>
                    <a:pt x="4790354" y="3695194"/>
                  </a:lnTo>
                  <a:lnTo>
                    <a:pt x="4794423" y="3692843"/>
                  </a:lnTo>
                  <a:close/>
                </a:path>
                <a:path w="6655434" h="6988809">
                  <a:moveTo>
                    <a:pt x="4869124" y="3823405"/>
                  </a:moveTo>
                  <a:lnTo>
                    <a:pt x="4870884" y="3826461"/>
                  </a:lnTo>
                  <a:lnTo>
                    <a:pt x="4867834" y="3828220"/>
                  </a:lnTo>
                  <a:lnTo>
                    <a:pt x="4866069" y="3825169"/>
                  </a:lnTo>
                  <a:lnTo>
                    <a:pt x="4869124" y="3823405"/>
                  </a:lnTo>
                  <a:close/>
                </a:path>
                <a:path w="6655434" h="6988809">
                  <a:moveTo>
                    <a:pt x="4943826" y="3953972"/>
                  </a:moveTo>
                  <a:lnTo>
                    <a:pt x="4944999" y="3955998"/>
                  </a:lnTo>
                  <a:lnTo>
                    <a:pt x="4942962" y="3957177"/>
                  </a:lnTo>
                  <a:lnTo>
                    <a:pt x="4941789" y="3955145"/>
                  </a:lnTo>
                  <a:lnTo>
                    <a:pt x="4943826" y="3953972"/>
                  </a:lnTo>
                  <a:close/>
                </a:path>
                <a:path w="6655434" h="6988809">
                  <a:moveTo>
                    <a:pt x="5017515" y="4085121"/>
                  </a:moveTo>
                  <a:lnTo>
                    <a:pt x="5018868" y="4085121"/>
                  </a:lnTo>
                  <a:lnTo>
                    <a:pt x="5019115" y="4085547"/>
                  </a:lnTo>
                  <a:lnTo>
                    <a:pt x="5017762" y="4085547"/>
                  </a:lnTo>
                  <a:lnTo>
                    <a:pt x="5017515" y="4085121"/>
                  </a:lnTo>
                  <a:close/>
                </a:path>
                <a:path w="6655434" h="6988809">
                  <a:moveTo>
                    <a:pt x="2452366" y="0"/>
                  </a:moveTo>
                  <a:lnTo>
                    <a:pt x="2520896" y="0"/>
                  </a:lnTo>
                  <a:lnTo>
                    <a:pt x="2531738" y="18781"/>
                  </a:lnTo>
                  <a:lnTo>
                    <a:pt x="2480344" y="48455"/>
                  </a:lnTo>
                  <a:lnTo>
                    <a:pt x="2452366" y="0"/>
                  </a:lnTo>
                  <a:close/>
                </a:path>
                <a:path w="6655434" h="6988809">
                  <a:moveTo>
                    <a:pt x="2576658" y="98352"/>
                  </a:moveTo>
                  <a:lnTo>
                    <a:pt x="2605450" y="148218"/>
                  </a:lnTo>
                  <a:lnTo>
                    <a:pt x="2555584" y="177010"/>
                  </a:lnTo>
                  <a:lnTo>
                    <a:pt x="2526792" y="127144"/>
                  </a:lnTo>
                  <a:lnTo>
                    <a:pt x="2576658" y="98352"/>
                  </a:lnTo>
                  <a:close/>
                </a:path>
                <a:path w="6655434" h="6988809">
                  <a:moveTo>
                    <a:pt x="2651146" y="229713"/>
                  </a:moveTo>
                  <a:lnTo>
                    <a:pt x="2678765" y="277548"/>
                  </a:lnTo>
                  <a:lnTo>
                    <a:pt x="2630931" y="305161"/>
                  </a:lnTo>
                  <a:lnTo>
                    <a:pt x="2603318" y="257333"/>
                  </a:lnTo>
                  <a:lnTo>
                    <a:pt x="2651146" y="229713"/>
                  </a:lnTo>
                  <a:close/>
                </a:path>
                <a:path w="6655434" h="6988809">
                  <a:moveTo>
                    <a:pt x="2725629" y="361081"/>
                  </a:moveTo>
                  <a:lnTo>
                    <a:pt x="2752075" y="406884"/>
                  </a:lnTo>
                  <a:lnTo>
                    <a:pt x="2706278" y="433324"/>
                  </a:lnTo>
                  <a:lnTo>
                    <a:pt x="2679838" y="387521"/>
                  </a:lnTo>
                  <a:lnTo>
                    <a:pt x="2725629" y="361081"/>
                  </a:lnTo>
                  <a:close/>
                </a:path>
                <a:path w="6655434" h="6988809">
                  <a:moveTo>
                    <a:pt x="2800123" y="492449"/>
                  </a:moveTo>
                  <a:lnTo>
                    <a:pt x="2825385" y="536208"/>
                  </a:lnTo>
                  <a:lnTo>
                    <a:pt x="2781625" y="561476"/>
                  </a:lnTo>
                  <a:lnTo>
                    <a:pt x="2756357" y="517716"/>
                  </a:lnTo>
                  <a:lnTo>
                    <a:pt x="2800123" y="492449"/>
                  </a:lnTo>
                  <a:close/>
                </a:path>
                <a:path w="6655434" h="6988809">
                  <a:moveTo>
                    <a:pt x="2874605" y="623816"/>
                  </a:moveTo>
                  <a:lnTo>
                    <a:pt x="2898694" y="665538"/>
                  </a:lnTo>
                  <a:lnTo>
                    <a:pt x="2856972" y="689627"/>
                  </a:lnTo>
                  <a:lnTo>
                    <a:pt x="2832883" y="647905"/>
                  </a:lnTo>
                  <a:lnTo>
                    <a:pt x="2874605" y="623816"/>
                  </a:lnTo>
                  <a:close/>
                </a:path>
                <a:path w="6655434" h="6988809">
                  <a:moveTo>
                    <a:pt x="2949200" y="754775"/>
                  </a:moveTo>
                  <a:lnTo>
                    <a:pt x="2972413" y="794975"/>
                  </a:lnTo>
                  <a:lnTo>
                    <a:pt x="2932213" y="818187"/>
                  </a:lnTo>
                  <a:lnTo>
                    <a:pt x="2909001" y="777987"/>
                  </a:lnTo>
                  <a:lnTo>
                    <a:pt x="2949200" y="754775"/>
                  </a:lnTo>
                  <a:close/>
                </a:path>
                <a:path w="6655434" h="6988809">
                  <a:moveTo>
                    <a:pt x="3023796" y="885745"/>
                  </a:moveTo>
                  <a:lnTo>
                    <a:pt x="3046126" y="924411"/>
                  </a:lnTo>
                  <a:lnTo>
                    <a:pt x="3007448" y="946741"/>
                  </a:lnTo>
                  <a:lnTo>
                    <a:pt x="2985124" y="908075"/>
                  </a:lnTo>
                  <a:lnTo>
                    <a:pt x="3023796" y="885745"/>
                  </a:lnTo>
                  <a:close/>
                </a:path>
                <a:path w="6655434" h="6988809">
                  <a:moveTo>
                    <a:pt x="3098285" y="1017107"/>
                  </a:moveTo>
                  <a:lnTo>
                    <a:pt x="3119435" y="1053747"/>
                  </a:lnTo>
                  <a:lnTo>
                    <a:pt x="3082801" y="1074899"/>
                  </a:lnTo>
                  <a:lnTo>
                    <a:pt x="3061644" y="1038258"/>
                  </a:lnTo>
                  <a:lnTo>
                    <a:pt x="3098285" y="1017107"/>
                  </a:lnTo>
                  <a:close/>
                </a:path>
                <a:path w="6655434" h="6988809">
                  <a:moveTo>
                    <a:pt x="3172879" y="1148072"/>
                  </a:moveTo>
                  <a:lnTo>
                    <a:pt x="3193154" y="1183184"/>
                  </a:lnTo>
                  <a:lnTo>
                    <a:pt x="3158042" y="1203459"/>
                  </a:lnTo>
                  <a:lnTo>
                    <a:pt x="3137767" y="1168347"/>
                  </a:lnTo>
                  <a:lnTo>
                    <a:pt x="3172879" y="1148072"/>
                  </a:lnTo>
                  <a:close/>
                </a:path>
                <a:path w="6655434" h="6988809">
                  <a:moveTo>
                    <a:pt x="3247367" y="1279440"/>
                  </a:moveTo>
                  <a:lnTo>
                    <a:pt x="3266464" y="1312514"/>
                  </a:lnTo>
                  <a:lnTo>
                    <a:pt x="3233383" y="1331610"/>
                  </a:lnTo>
                  <a:lnTo>
                    <a:pt x="3214287" y="1298536"/>
                  </a:lnTo>
                  <a:lnTo>
                    <a:pt x="3247367" y="1279440"/>
                  </a:lnTo>
                  <a:close/>
                </a:path>
                <a:path w="6655434" h="6988809">
                  <a:moveTo>
                    <a:pt x="3321956" y="1410405"/>
                  </a:moveTo>
                  <a:lnTo>
                    <a:pt x="3340176" y="1441951"/>
                  </a:lnTo>
                  <a:lnTo>
                    <a:pt x="3308624" y="1460164"/>
                  </a:lnTo>
                  <a:lnTo>
                    <a:pt x="3290410" y="1428618"/>
                  </a:lnTo>
                  <a:lnTo>
                    <a:pt x="3321956" y="1410405"/>
                  </a:lnTo>
                  <a:close/>
                </a:path>
                <a:path w="6655434" h="6988809">
                  <a:moveTo>
                    <a:pt x="3396338" y="1542169"/>
                  </a:moveTo>
                  <a:lnTo>
                    <a:pt x="3413082" y="1571180"/>
                  </a:lnTo>
                  <a:lnTo>
                    <a:pt x="3384083" y="1587924"/>
                  </a:lnTo>
                  <a:lnTo>
                    <a:pt x="3367333" y="1558913"/>
                  </a:lnTo>
                  <a:lnTo>
                    <a:pt x="3396338" y="1542169"/>
                  </a:lnTo>
                  <a:close/>
                </a:path>
                <a:path w="6655434" h="6988809">
                  <a:moveTo>
                    <a:pt x="3470940" y="1673134"/>
                  </a:moveTo>
                  <a:lnTo>
                    <a:pt x="3486801" y="1700611"/>
                  </a:lnTo>
                  <a:lnTo>
                    <a:pt x="3459324" y="1716479"/>
                  </a:lnTo>
                  <a:lnTo>
                    <a:pt x="3443457" y="1689002"/>
                  </a:lnTo>
                  <a:lnTo>
                    <a:pt x="3470940" y="1673134"/>
                  </a:lnTo>
                  <a:close/>
                </a:path>
                <a:path w="6655434" h="6988809">
                  <a:moveTo>
                    <a:pt x="3545635" y="1803702"/>
                  </a:moveTo>
                  <a:lnTo>
                    <a:pt x="3560911" y="1830160"/>
                  </a:lnTo>
                  <a:lnTo>
                    <a:pt x="3534452" y="1845436"/>
                  </a:lnTo>
                  <a:lnTo>
                    <a:pt x="3519177" y="1818978"/>
                  </a:lnTo>
                  <a:lnTo>
                    <a:pt x="3545635" y="1803702"/>
                  </a:lnTo>
                  <a:close/>
                </a:path>
                <a:path w="6655434" h="6988809">
                  <a:moveTo>
                    <a:pt x="3620123" y="1935064"/>
                  </a:moveTo>
                  <a:lnTo>
                    <a:pt x="3634226" y="1959491"/>
                  </a:lnTo>
                  <a:lnTo>
                    <a:pt x="3609799" y="1973593"/>
                  </a:lnTo>
                  <a:lnTo>
                    <a:pt x="3595697" y="1949166"/>
                  </a:lnTo>
                  <a:lnTo>
                    <a:pt x="3620123" y="1935064"/>
                  </a:lnTo>
                  <a:close/>
                </a:path>
                <a:path w="6655434" h="6988809">
                  <a:moveTo>
                    <a:pt x="3694612" y="2066425"/>
                  </a:moveTo>
                  <a:lnTo>
                    <a:pt x="3707542" y="2088815"/>
                  </a:lnTo>
                  <a:lnTo>
                    <a:pt x="3685147" y="2101745"/>
                  </a:lnTo>
                  <a:lnTo>
                    <a:pt x="3672222" y="2079356"/>
                  </a:lnTo>
                  <a:lnTo>
                    <a:pt x="3694612" y="2066425"/>
                  </a:lnTo>
                  <a:close/>
                </a:path>
                <a:path w="6655434" h="6988809">
                  <a:moveTo>
                    <a:pt x="3769207" y="2197396"/>
                  </a:moveTo>
                  <a:lnTo>
                    <a:pt x="3781254" y="2218257"/>
                  </a:lnTo>
                  <a:lnTo>
                    <a:pt x="3760387" y="2230304"/>
                  </a:lnTo>
                  <a:lnTo>
                    <a:pt x="3748340" y="2209444"/>
                  </a:lnTo>
                  <a:lnTo>
                    <a:pt x="3769207" y="2197396"/>
                  </a:lnTo>
                  <a:close/>
                </a:path>
                <a:path w="6655434" h="6988809">
                  <a:moveTo>
                    <a:pt x="3843796" y="2328355"/>
                  </a:moveTo>
                  <a:lnTo>
                    <a:pt x="3854960" y="2347694"/>
                  </a:lnTo>
                  <a:lnTo>
                    <a:pt x="3835628" y="2358859"/>
                  </a:lnTo>
                  <a:lnTo>
                    <a:pt x="3824463" y="2339519"/>
                  </a:lnTo>
                  <a:lnTo>
                    <a:pt x="3843796" y="2328355"/>
                  </a:lnTo>
                  <a:close/>
                </a:path>
                <a:path w="6655434" h="6988809">
                  <a:moveTo>
                    <a:pt x="3918391" y="2459325"/>
                  </a:moveTo>
                  <a:lnTo>
                    <a:pt x="3928673" y="2477130"/>
                  </a:lnTo>
                  <a:lnTo>
                    <a:pt x="3910868" y="2487413"/>
                  </a:lnTo>
                  <a:lnTo>
                    <a:pt x="3900586" y="2469608"/>
                  </a:lnTo>
                  <a:lnTo>
                    <a:pt x="3918391" y="2459325"/>
                  </a:lnTo>
                  <a:close/>
                </a:path>
                <a:path w="6655434" h="6988809">
                  <a:moveTo>
                    <a:pt x="3992986" y="2590284"/>
                  </a:moveTo>
                  <a:lnTo>
                    <a:pt x="4002386" y="2606572"/>
                  </a:lnTo>
                  <a:lnTo>
                    <a:pt x="3986109" y="2615972"/>
                  </a:lnTo>
                  <a:lnTo>
                    <a:pt x="3976703" y="2599684"/>
                  </a:lnTo>
                  <a:lnTo>
                    <a:pt x="3992986" y="2590284"/>
                  </a:lnTo>
                  <a:close/>
                </a:path>
                <a:path w="6655434" h="6988809">
                  <a:moveTo>
                    <a:pt x="4067586" y="2721249"/>
                  </a:moveTo>
                  <a:lnTo>
                    <a:pt x="4076104" y="2736003"/>
                  </a:lnTo>
                  <a:lnTo>
                    <a:pt x="4061350" y="2744527"/>
                  </a:lnTo>
                  <a:lnTo>
                    <a:pt x="4052826" y="2729766"/>
                  </a:lnTo>
                  <a:lnTo>
                    <a:pt x="4067586" y="2721249"/>
                  </a:lnTo>
                  <a:close/>
                </a:path>
                <a:path w="6655434" h="6988809">
                  <a:moveTo>
                    <a:pt x="4142176" y="2852208"/>
                  </a:moveTo>
                  <a:lnTo>
                    <a:pt x="4149816" y="2865445"/>
                  </a:lnTo>
                  <a:lnTo>
                    <a:pt x="4136584" y="2873086"/>
                  </a:lnTo>
                  <a:lnTo>
                    <a:pt x="4128944" y="2859849"/>
                  </a:lnTo>
                  <a:lnTo>
                    <a:pt x="4142176" y="2852208"/>
                  </a:lnTo>
                  <a:close/>
                </a:path>
                <a:path w="6655434" h="6988809">
                  <a:moveTo>
                    <a:pt x="4216771" y="2983178"/>
                  </a:moveTo>
                  <a:lnTo>
                    <a:pt x="4223529" y="2994882"/>
                  </a:lnTo>
                  <a:lnTo>
                    <a:pt x="4211825" y="3001640"/>
                  </a:lnTo>
                  <a:lnTo>
                    <a:pt x="4205067" y="2989937"/>
                  </a:lnTo>
                  <a:lnTo>
                    <a:pt x="4216771" y="2983178"/>
                  </a:lnTo>
                  <a:close/>
                </a:path>
                <a:path w="6655434" h="6988809">
                  <a:moveTo>
                    <a:pt x="4291366" y="3114143"/>
                  </a:moveTo>
                  <a:lnTo>
                    <a:pt x="4297241" y="3124319"/>
                  </a:lnTo>
                  <a:lnTo>
                    <a:pt x="4287065" y="3130195"/>
                  </a:lnTo>
                  <a:lnTo>
                    <a:pt x="4281190" y="3120019"/>
                  </a:lnTo>
                  <a:lnTo>
                    <a:pt x="4291366" y="3114143"/>
                  </a:lnTo>
                  <a:close/>
                </a:path>
                <a:path w="6655434" h="6988809">
                  <a:moveTo>
                    <a:pt x="4365961" y="3245108"/>
                  </a:moveTo>
                  <a:lnTo>
                    <a:pt x="4370954" y="3253762"/>
                  </a:lnTo>
                  <a:lnTo>
                    <a:pt x="4362306" y="3258755"/>
                  </a:lnTo>
                  <a:lnTo>
                    <a:pt x="4357307" y="3250101"/>
                  </a:lnTo>
                  <a:lnTo>
                    <a:pt x="4365961" y="3245108"/>
                  </a:lnTo>
                  <a:close/>
                </a:path>
                <a:path w="6655434" h="6988809">
                  <a:moveTo>
                    <a:pt x="4440662" y="3375670"/>
                  </a:moveTo>
                  <a:lnTo>
                    <a:pt x="4445069" y="3383299"/>
                  </a:lnTo>
                  <a:lnTo>
                    <a:pt x="4437434" y="3387706"/>
                  </a:lnTo>
                  <a:lnTo>
                    <a:pt x="4433027" y="3380077"/>
                  </a:lnTo>
                  <a:lnTo>
                    <a:pt x="4440662" y="3375670"/>
                  </a:lnTo>
                  <a:close/>
                </a:path>
                <a:path w="6655434" h="6988809">
                  <a:moveTo>
                    <a:pt x="4515364" y="3506232"/>
                  </a:moveTo>
                  <a:lnTo>
                    <a:pt x="4519185" y="3512848"/>
                  </a:lnTo>
                  <a:lnTo>
                    <a:pt x="4512569" y="3516668"/>
                  </a:lnTo>
                  <a:lnTo>
                    <a:pt x="4508748" y="3510052"/>
                  </a:lnTo>
                  <a:lnTo>
                    <a:pt x="4515364" y="3506232"/>
                  </a:lnTo>
                  <a:close/>
                </a:path>
                <a:path w="6655434" h="6988809">
                  <a:moveTo>
                    <a:pt x="4590066" y="3636794"/>
                  </a:moveTo>
                  <a:lnTo>
                    <a:pt x="4593300" y="3642391"/>
                  </a:lnTo>
                  <a:lnTo>
                    <a:pt x="4587697" y="3645625"/>
                  </a:lnTo>
                  <a:lnTo>
                    <a:pt x="4584468" y="3640028"/>
                  </a:lnTo>
                  <a:lnTo>
                    <a:pt x="4590066" y="3636794"/>
                  </a:lnTo>
                  <a:close/>
                </a:path>
                <a:path w="6655434" h="6988809">
                  <a:moveTo>
                    <a:pt x="4664767" y="3767362"/>
                  </a:moveTo>
                  <a:lnTo>
                    <a:pt x="4667409" y="3771941"/>
                  </a:lnTo>
                  <a:lnTo>
                    <a:pt x="4662836" y="3774582"/>
                  </a:lnTo>
                  <a:lnTo>
                    <a:pt x="4660189" y="3770003"/>
                  </a:lnTo>
                  <a:lnTo>
                    <a:pt x="4664767" y="3767362"/>
                  </a:lnTo>
                  <a:close/>
                </a:path>
                <a:path w="6655434" h="6988809">
                  <a:moveTo>
                    <a:pt x="4739469" y="3897924"/>
                  </a:moveTo>
                  <a:lnTo>
                    <a:pt x="4741525" y="3901483"/>
                  </a:lnTo>
                  <a:lnTo>
                    <a:pt x="4737965" y="3903538"/>
                  </a:lnTo>
                  <a:lnTo>
                    <a:pt x="4735909" y="3899979"/>
                  </a:lnTo>
                  <a:lnTo>
                    <a:pt x="4739469" y="3897924"/>
                  </a:lnTo>
                  <a:close/>
                </a:path>
                <a:path w="6655434" h="6988809">
                  <a:moveTo>
                    <a:pt x="4814171" y="4028486"/>
                  </a:moveTo>
                  <a:lnTo>
                    <a:pt x="4815640" y="4031027"/>
                  </a:lnTo>
                  <a:lnTo>
                    <a:pt x="4813099" y="4032496"/>
                  </a:lnTo>
                  <a:lnTo>
                    <a:pt x="4811630" y="4029954"/>
                  </a:lnTo>
                  <a:lnTo>
                    <a:pt x="4814171" y="4028486"/>
                  </a:lnTo>
                  <a:close/>
                </a:path>
                <a:path w="6655434" h="6988809">
                  <a:moveTo>
                    <a:pt x="4888878" y="4159048"/>
                  </a:moveTo>
                  <a:lnTo>
                    <a:pt x="4889761" y="4160576"/>
                  </a:lnTo>
                  <a:lnTo>
                    <a:pt x="4888227" y="4161458"/>
                  </a:lnTo>
                  <a:lnTo>
                    <a:pt x="4887344" y="4159930"/>
                  </a:lnTo>
                  <a:lnTo>
                    <a:pt x="4888878" y="4159048"/>
                  </a:lnTo>
                  <a:close/>
                </a:path>
                <a:path w="6655434" h="6988809">
                  <a:moveTo>
                    <a:pt x="2372734" y="40704"/>
                  </a:moveTo>
                  <a:lnTo>
                    <a:pt x="2403581" y="94130"/>
                  </a:lnTo>
                  <a:lnTo>
                    <a:pt x="2350149" y="124978"/>
                  </a:lnTo>
                  <a:lnTo>
                    <a:pt x="2319302" y="71552"/>
                  </a:lnTo>
                  <a:lnTo>
                    <a:pt x="2372734" y="40704"/>
                  </a:lnTo>
                  <a:close/>
                </a:path>
                <a:path w="6655434" h="6988809">
                  <a:moveTo>
                    <a:pt x="2447222" y="172066"/>
                  </a:moveTo>
                  <a:lnTo>
                    <a:pt x="2476896" y="223466"/>
                  </a:lnTo>
                  <a:lnTo>
                    <a:pt x="2425502" y="253135"/>
                  </a:lnTo>
                  <a:lnTo>
                    <a:pt x="2395828" y="201735"/>
                  </a:lnTo>
                  <a:lnTo>
                    <a:pt x="2447222" y="172066"/>
                  </a:lnTo>
                  <a:close/>
                </a:path>
                <a:path w="6655434" h="6988809">
                  <a:moveTo>
                    <a:pt x="2521817" y="303031"/>
                  </a:moveTo>
                  <a:lnTo>
                    <a:pt x="2550609" y="352903"/>
                  </a:lnTo>
                  <a:lnTo>
                    <a:pt x="2500737" y="381695"/>
                  </a:lnTo>
                  <a:lnTo>
                    <a:pt x="2471945" y="331823"/>
                  </a:lnTo>
                  <a:lnTo>
                    <a:pt x="2521817" y="303031"/>
                  </a:lnTo>
                  <a:close/>
                </a:path>
                <a:path w="6655434" h="6988809">
                  <a:moveTo>
                    <a:pt x="2596305" y="434399"/>
                  </a:moveTo>
                  <a:lnTo>
                    <a:pt x="2623919" y="482227"/>
                  </a:lnTo>
                  <a:lnTo>
                    <a:pt x="2576090" y="509846"/>
                  </a:lnTo>
                  <a:lnTo>
                    <a:pt x="2548471" y="462012"/>
                  </a:lnTo>
                  <a:lnTo>
                    <a:pt x="2596305" y="434399"/>
                  </a:lnTo>
                  <a:close/>
                </a:path>
                <a:path w="6655434" h="6988809">
                  <a:moveTo>
                    <a:pt x="2670788" y="565760"/>
                  </a:moveTo>
                  <a:lnTo>
                    <a:pt x="2697228" y="611558"/>
                  </a:lnTo>
                  <a:lnTo>
                    <a:pt x="2651431" y="637998"/>
                  </a:lnTo>
                  <a:lnTo>
                    <a:pt x="2624991" y="592201"/>
                  </a:lnTo>
                  <a:lnTo>
                    <a:pt x="2670788" y="565760"/>
                  </a:lnTo>
                  <a:close/>
                </a:path>
                <a:path w="6655434" h="6988809">
                  <a:moveTo>
                    <a:pt x="2745170" y="697530"/>
                  </a:moveTo>
                  <a:lnTo>
                    <a:pt x="2770141" y="740780"/>
                  </a:lnTo>
                  <a:lnTo>
                    <a:pt x="2726891" y="765752"/>
                  </a:lnTo>
                  <a:lnTo>
                    <a:pt x="2701920" y="722502"/>
                  </a:lnTo>
                  <a:lnTo>
                    <a:pt x="2745170" y="697530"/>
                  </a:lnTo>
                  <a:close/>
                </a:path>
                <a:path w="6655434" h="6988809">
                  <a:moveTo>
                    <a:pt x="2819771" y="828495"/>
                  </a:moveTo>
                  <a:lnTo>
                    <a:pt x="2843860" y="870218"/>
                  </a:lnTo>
                  <a:lnTo>
                    <a:pt x="2802132" y="894312"/>
                  </a:lnTo>
                  <a:lnTo>
                    <a:pt x="2778043" y="852584"/>
                  </a:lnTo>
                  <a:lnTo>
                    <a:pt x="2819771" y="828495"/>
                  </a:lnTo>
                  <a:close/>
                </a:path>
                <a:path w="6655434" h="6988809">
                  <a:moveTo>
                    <a:pt x="2894253" y="959863"/>
                  </a:moveTo>
                  <a:lnTo>
                    <a:pt x="2917170" y="999553"/>
                  </a:lnTo>
                  <a:lnTo>
                    <a:pt x="2877479" y="1022470"/>
                  </a:lnTo>
                  <a:lnTo>
                    <a:pt x="2854563" y="982779"/>
                  </a:lnTo>
                  <a:lnTo>
                    <a:pt x="2894253" y="959863"/>
                  </a:lnTo>
                  <a:close/>
                </a:path>
                <a:path w="6655434" h="6988809">
                  <a:moveTo>
                    <a:pt x="2968842" y="1090821"/>
                  </a:moveTo>
                  <a:lnTo>
                    <a:pt x="2990882" y="1128990"/>
                  </a:lnTo>
                  <a:lnTo>
                    <a:pt x="2952720" y="1151024"/>
                  </a:lnTo>
                  <a:lnTo>
                    <a:pt x="2930680" y="1112855"/>
                  </a:lnTo>
                  <a:lnTo>
                    <a:pt x="2968842" y="1090821"/>
                  </a:lnTo>
                  <a:close/>
                </a:path>
                <a:path w="6655434" h="6988809">
                  <a:moveTo>
                    <a:pt x="3043330" y="1222189"/>
                  </a:moveTo>
                  <a:lnTo>
                    <a:pt x="3064191" y="1258320"/>
                  </a:lnTo>
                  <a:lnTo>
                    <a:pt x="3028066" y="1279175"/>
                  </a:lnTo>
                  <a:lnTo>
                    <a:pt x="3007205" y="1243044"/>
                  </a:lnTo>
                  <a:lnTo>
                    <a:pt x="3043330" y="1222189"/>
                  </a:lnTo>
                  <a:close/>
                </a:path>
                <a:path w="6655434" h="6988809">
                  <a:moveTo>
                    <a:pt x="3117824" y="1353556"/>
                  </a:moveTo>
                  <a:lnTo>
                    <a:pt x="3137507" y="1387644"/>
                  </a:lnTo>
                  <a:lnTo>
                    <a:pt x="3103408" y="1407332"/>
                  </a:lnTo>
                  <a:lnTo>
                    <a:pt x="3083725" y="1373239"/>
                  </a:lnTo>
                  <a:lnTo>
                    <a:pt x="3117824" y="1353556"/>
                  </a:lnTo>
                  <a:close/>
                </a:path>
                <a:path w="6655434" h="6988809">
                  <a:moveTo>
                    <a:pt x="3192413" y="1484515"/>
                  </a:moveTo>
                  <a:lnTo>
                    <a:pt x="3211219" y="1517086"/>
                  </a:lnTo>
                  <a:lnTo>
                    <a:pt x="3178648" y="1535886"/>
                  </a:lnTo>
                  <a:lnTo>
                    <a:pt x="3159848" y="1503321"/>
                  </a:lnTo>
                  <a:lnTo>
                    <a:pt x="3192413" y="1484515"/>
                  </a:lnTo>
                  <a:close/>
                </a:path>
                <a:path w="6655434" h="6988809">
                  <a:moveTo>
                    <a:pt x="3266896" y="1615883"/>
                  </a:moveTo>
                  <a:lnTo>
                    <a:pt x="3284528" y="1646422"/>
                  </a:lnTo>
                  <a:lnTo>
                    <a:pt x="3253995" y="1664048"/>
                  </a:lnTo>
                  <a:lnTo>
                    <a:pt x="3236368" y="1633509"/>
                  </a:lnTo>
                  <a:lnTo>
                    <a:pt x="3266896" y="1615883"/>
                  </a:lnTo>
                  <a:close/>
                </a:path>
                <a:path w="6655434" h="6988809">
                  <a:moveTo>
                    <a:pt x="3341390" y="1747250"/>
                  </a:moveTo>
                  <a:lnTo>
                    <a:pt x="3357838" y="1775746"/>
                  </a:lnTo>
                  <a:lnTo>
                    <a:pt x="3329348" y="1792201"/>
                  </a:lnTo>
                  <a:lnTo>
                    <a:pt x="3312894" y="1763705"/>
                  </a:lnTo>
                  <a:lnTo>
                    <a:pt x="3341390" y="1747250"/>
                  </a:lnTo>
                  <a:close/>
                </a:path>
                <a:path w="6655434" h="6988809">
                  <a:moveTo>
                    <a:pt x="3416091" y="1877812"/>
                  </a:moveTo>
                  <a:lnTo>
                    <a:pt x="3431953" y="1905289"/>
                  </a:lnTo>
                  <a:lnTo>
                    <a:pt x="3404477" y="1921151"/>
                  </a:lnTo>
                  <a:lnTo>
                    <a:pt x="3388614" y="1893680"/>
                  </a:lnTo>
                  <a:lnTo>
                    <a:pt x="3416091" y="1877812"/>
                  </a:lnTo>
                  <a:close/>
                </a:path>
                <a:path w="6655434" h="6988809">
                  <a:moveTo>
                    <a:pt x="3490574" y="2009179"/>
                  </a:moveTo>
                  <a:lnTo>
                    <a:pt x="3505263" y="2034625"/>
                  </a:lnTo>
                  <a:lnTo>
                    <a:pt x="3479823" y="2049314"/>
                  </a:lnTo>
                  <a:lnTo>
                    <a:pt x="3465134" y="2023869"/>
                  </a:lnTo>
                  <a:lnTo>
                    <a:pt x="3490574" y="2009179"/>
                  </a:lnTo>
                  <a:close/>
                </a:path>
                <a:path w="6655434" h="6988809">
                  <a:moveTo>
                    <a:pt x="3565063" y="2140548"/>
                  </a:moveTo>
                  <a:lnTo>
                    <a:pt x="3578579" y="2163949"/>
                  </a:lnTo>
                  <a:lnTo>
                    <a:pt x="3555171" y="2177465"/>
                  </a:lnTo>
                  <a:lnTo>
                    <a:pt x="3541661" y="2154058"/>
                  </a:lnTo>
                  <a:lnTo>
                    <a:pt x="3565063" y="2140548"/>
                  </a:lnTo>
                  <a:close/>
                </a:path>
                <a:path w="6655434" h="6988809">
                  <a:moveTo>
                    <a:pt x="3639657" y="2271506"/>
                  </a:moveTo>
                  <a:lnTo>
                    <a:pt x="3652291" y="2293391"/>
                  </a:lnTo>
                  <a:lnTo>
                    <a:pt x="3630405" y="2306025"/>
                  </a:lnTo>
                  <a:lnTo>
                    <a:pt x="3617771" y="2284139"/>
                  </a:lnTo>
                  <a:lnTo>
                    <a:pt x="3639657" y="2271506"/>
                  </a:lnTo>
                  <a:close/>
                </a:path>
                <a:path w="6655434" h="6988809">
                  <a:moveTo>
                    <a:pt x="3714253" y="2402470"/>
                  </a:moveTo>
                  <a:lnTo>
                    <a:pt x="3726004" y="2422828"/>
                  </a:lnTo>
                  <a:lnTo>
                    <a:pt x="3705646" y="2434579"/>
                  </a:lnTo>
                  <a:lnTo>
                    <a:pt x="3693895" y="2414222"/>
                  </a:lnTo>
                  <a:lnTo>
                    <a:pt x="3714253" y="2402470"/>
                  </a:lnTo>
                  <a:close/>
                </a:path>
                <a:path w="6655434" h="6988809">
                  <a:moveTo>
                    <a:pt x="3788740" y="2533839"/>
                  </a:moveTo>
                  <a:lnTo>
                    <a:pt x="3799313" y="2552152"/>
                  </a:lnTo>
                  <a:lnTo>
                    <a:pt x="3780999" y="2562731"/>
                  </a:lnTo>
                  <a:lnTo>
                    <a:pt x="3770420" y="2544411"/>
                  </a:lnTo>
                  <a:lnTo>
                    <a:pt x="3788740" y="2533839"/>
                  </a:lnTo>
                  <a:close/>
                </a:path>
                <a:path w="6655434" h="6988809">
                  <a:moveTo>
                    <a:pt x="3863337" y="2664803"/>
                  </a:moveTo>
                  <a:lnTo>
                    <a:pt x="3873026" y="2681595"/>
                  </a:lnTo>
                  <a:lnTo>
                    <a:pt x="3856235" y="2691291"/>
                  </a:lnTo>
                  <a:lnTo>
                    <a:pt x="3846539" y="2674499"/>
                  </a:lnTo>
                  <a:lnTo>
                    <a:pt x="3863337" y="2664803"/>
                  </a:lnTo>
                  <a:close/>
                </a:path>
                <a:path w="6655434" h="6988809">
                  <a:moveTo>
                    <a:pt x="3937925" y="2795768"/>
                  </a:moveTo>
                  <a:lnTo>
                    <a:pt x="3946739" y="2811031"/>
                  </a:lnTo>
                  <a:lnTo>
                    <a:pt x="3931475" y="2819845"/>
                  </a:lnTo>
                  <a:lnTo>
                    <a:pt x="3922661" y="2804581"/>
                  </a:lnTo>
                  <a:lnTo>
                    <a:pt x="3937925" y="2795768"/>
                  </a:lnTo>
                  <a:close/>
                </a:path>
                <a:path w="6655434" h="6988809">
                  <a:moveTo>
                    <a:pt x="4012526" y="2926733"/>
                  </a:moveTo>
                  <a:lnTo>
                    <a:pt x="4020457" y="2940469"/>
                  </a:lnTo>
                  <a:lnTo>
                    <a:pt x="4006716" y="2948399"/>
                  </a:lnTo>
                  <a:lnTo>
                    <a:pt x="3998785" y="2934664"/>
                  </a:lnTo>
                  <a:lnTo>
                    <a:pt x="4012526" y="2926733"/>
                  </a:lnTo>
                  <a:close/>
                </a:path>
                <a:path w="6655434" h="6988809">
                  <a:moveTo>
                    <a:pt x="4087228" y="3057295"/>
                  </a:moveTo>
                  <a:lnTo>
                    <a:pt x="4094572" y="3070018"/>
                  </a:lnTo>
                  <a:lnTo>
                    <a:pt x="4081850" y="3077362"/>
                  </a:lnTo>
                  <a:lnTo>
                    <a:pt x="4074505" y="3064639"/>
                  </a:lnTo>
                  <a:lnTo>
                    <a:pt x="4087228" y="3057295"/>
                  </a:lnTo>
                  <a:close/>
                </a:path>
                <a:path w="6655434" h="6988809">
                  <a:moveTo>
                    <a:pt x="4161716" y="3188656"/>
                  </a:moveTo>
                  <a:lnTo>
                    <a:pt x="4167882" y="3199342"/>
                  </a:lnTo>
                  <a:lnTo>
                    <a:pt x="4157197" y="3205513"/>
                  </a:lnTo>
                  <a:lnTo>
                    <a:pt x="4151031" y="3194828"/>
                  </a:lnTo>
                  <a:lnTo>
                    <a:pt x="4161716" y="3188656"/>
                  </a:lnTo>
                  <a:close/>
                </a:path>
                <a:path w="6655434" h="6988809">
                  <a:moveTo>
                    <a:pt x="4236311" y="3319627"/>
                  </a:moveTo>
                  <a:lnTo>
                    <a:pt x="4241594" y="3328784"/>
                  </a:lnTo>
                  <a:lnTo>
                    <a:pt x="4232431" y="3334073"/>
                  </a:lnTo>
                  <a:lnTo>
                    <a:pt x="4227148" y="3324916"/>
                  </a:lnTo>
                  <a:lnTo>
                    <a:pt x="4236311" y="3319627"/>
                  </a:lnTo>
                  <a:close/>
                </a:path>
                <a:path w="6655434" h="6988809">
                  <a:moveTo>
                    <a:pt x="4311013" y="3450189"/>
                  </a:moveTo>
                  <a:lnTo>
                    <a:pt x="4315710" y="3458327"/>
                  </a:lnTo>
                  <a:lnTo>
                    <a:pt x="4307571" y="3463030"/>
                  </a:lnTo>
                  <a:lnTo>
                    <a:pt x="4302869" y="3454886"/>
                  </a:lnTo>
                  <a:lnTo>
                    <a:pt x="4311013" y="3450189"/>
                  </a:lnTo>
                  <a:close/>
                </a:path>
                <a:path w="6655434" h="6988809">
                  <a:moveTo>
                    <a:pt x="4385713" y="3580751"/>
                  </a:moveTo>
                  <a:lnTo>
                    <a:pt x="4389825" y="3587870"/>
                  </a:lnTo>
                  <a:lnTo>
                    <a:pt x="4382700" y="3591987"/>
                  </a:lnTo>
                  <a:lnTo>
                    <a:pt x="4378589" y="3584861"/>
                  </a:lnTo>
                  <a:lnTo>
                    <a:pt x="4385713" y="3580751"/>
                  </a:lnTo>
                  <a:close/>
                </a:path>
                <a:path w="6655434" h="6988809">
                  <a:moveTo>
                    <a:pt x="4460416" y="3711307"/>
                  </a:moveTo>
                  <a:lnTo>
                    <a:pt x="4463940" y="3717419"/>
                  </a:lnTo>
                  <a:lnTo>
                    <a:pt x="4457834" y="3720944"/>
                  </a:lnTo>
                  <a:lnTo>
                    <a:pt x="4454304" y="3714837"/>
                  </a:lnTo>
                  <a:lnTo>
                    <a:pt x="4460416" y="3711307"/>
                  </a:lnTo>
                  <a:close/>
                </a:path>
                <a:path w="6655434" h="6988809">
                  <a:moveTo>
                    <a:pt x="4535011" y="3842277"/>
                  </a:moveTo>
                  <a:lnTo>
                    <a:pt x="4537653" y="3846856"/>
                  </a:lnTo>
                  <a:lnTo>
                    <a:pt x="4533074" y="3849498"/>
                  </a:lnTo>
                  <a:lnTo>
                    <a:pt x="4530427" y="3844919"/>
                  </a:lnTo>
                  <a:lnTo>
                    <a:pt x="4535011" y="3842277"/>
                  </a:lnTo>
                  <a:close/>
                </a:path>
                <a:path w="6655434" h="6988809">
                  <a:moveTo>
                    <a:pt x="4609813" y="3972437"/>
                  </a:moveTo>
                  <a:lnTo>
                    <a:pt x="4612165" y="3976506"/>
                  </a:lnTo>
                  <a:lnTo>
                    <a:pt x="4608096" y="3978857"/>
                  </a:lnTo>
                  <a:lnTo>
                    <a:pt x="4605744" y="3974788"/>
                  </a:lnTo>
                  <a:lnTo>
                    <a:pt x="4609813" y="3972437"/>
                  </a:lnTo>
                  <a:close/>
                </a:path>
                <a:path w="6655434" h="6988809">
                  <a:moveTo>
                    <a:pt x="4684521" y="4102999"/>
                  </a:moveTo>
                  <a:lnTo>
                    <a:pt x="4686286" y="4106055"/>
                  </a:lnTo>
                  <a:lnTo>
                    <a:pt x="4683230" y="4107820"/>
                  </a:lnTo>
                  <a:lnTo>
                    <a:pt x="4681464" y="4104758"/>
                  </a:lnTo>
                  <a:lnTo>
                    <a:pt x="4684521" y="4102999"/>
                  </a:lnTo>
                  <a:close/>
                </a:path>
                <a:path w="6655434" h="6988809">
                  <a:moveTo>
                    <a:pt x="4759222" y="4233561"/>
                  </a:moveTo>
                  <a:lnTo>
                    <a:pt x="4760401" y="4235598"/>
                  </a:lnTo>
                  <a:lnTo>
                    <a:pt x="4758364" y="4236771"/>
                  </a:lnTo>
                  <a:lnTo>
                    <a:pt x="4757185" y="4234739"/>
                  </a:lnTo>
                  <a:lnTo>
                    <a:pt x="4759222" y="4233561"/>
                  </a:lnTo>
                  <a:close/>
                </a:path>
                <a:path w="6655434" h="6988809">
                  <a:moveTo>
                    <a:pt x="4832905" y="4364715"/>
                  </a:moveTo>
                  <a:lnTo>
                    <a:pt x="4834259" y="4364715"/>
                  </a:lnTo>
                  <a:lnTo>
                    <a:pt x="4834510" y="4365147"/>
                  </a:lnTo>
                  <a:lnTo>
                    <a:pt x="4833154" y="4365147"/>
                  </a:lnTo>
                  <a:lnTo>
                    <a:pt x="4832905" y="4364715"/>
                  </a:lnTo>
                  <a:close/>
                </a:path>
                <a:path w="6655434" h="6988809">
                  <a:moveTo>
                    <a:pt x="2139449" y="0"/>
                  </a:moveTo>
                  <a:lnTo>
                    <a:pt x="2178596" y="0"/>
                  </a:lnTo>
                  <a:lnTo>
                    <a:pt x="2201717" y="40041"/>
                  </a:lnTo>
                  <a:lnTo>
                    <a:pt x="2144725" y="72950"/>
                  </a:lnTo>
                  <a:lnTo>
                    <a:pt x="2111817" y="15952"/>
                  </a:lnTo>
                  <a:lnTo>
                    <a:pt x="2139449" y="0"/>
                  </a:lnTo>
                  <a:close/>
                </a:path>
                <a:path w="6655434" h="6988809">
                  <a:moveTo>
                    <a:pt x="2243297" y="114418"/>
                  </a:moveTo>
                  <a:lnTo>
                    <a:pt x="2275027" y="169372"/>
                  </a:lnTo>
                  <a:lnTo>
                    <a:pt x="2220073" y="201102"/>
                  </a:lnTo>
                  <a:lnTo>
                    <a:pt x="2188343" y="146142"/>
                  </a:lnTo>
                  <a:lnTo>
                    <a:pt x="2243297" y="114418"/>
                  </a:lnTo>
                  <a:close/>
                </a:path>
                <a:path w="6655434" h="6988809">
                  <a:moveTo>
                    <a:pt x="2317892" y="245376"/>
                  </a:moveTo>
                  <a:lnTo>
                    <a:pt x="2348740" y="298808"/>
                  </a:lnTo>
                  <a:lnTo>
                    <a:pt x="2295308" y="329655"/>
                  </a:lnTo>
                  <a:lnTo>
                    <a:pt x="2264460" y="276229"/>
                  </a:lnTo>
                  <a:lnTo>
                    <a:pt x="2317892" y="245376"/>
                  </a:lnTo>
                  <a:close/>
                </a:path>
                <a:path w="6655434" h="6988809">
                  <a:moveTo>
                    <a:pt x="2392380" y="376744"/>
                  </a:moveTo>
                  <a:lnTo>
                    <a:pt x="2422055" y="428144"/>
                  </a:lnTo>
                  <a:lnTo>
                    <a:pt x="2370661" y="457813"/>
                  </a:lnTo>
                  <a:lnTo>
                    <a:pt x="2340986" y="406418"/>
                  </a:lnTo>
                  <a:lnTo>
                    <a:pt x="2392380" y="376744"/>
                  </a:lnTo>
                  <a:close/>
                </a:path>
                <a:path w="6655434" h="6988809">
                  <a:moveTo>
                    <a:pt x="2466869" y="508111"/>
                  </a:moveTo>
                  <a:lnTo>
                    <a:pt x="2495365" y="557468"/>
                  </a:lnTo>
                  <a:lnTo>
                    <a:pt x="2446002" y="585970"/>
                  </a:lnTo>
                  <a:lnTo>
                    <a:pt x="2417506" y="536607"/>
                  </a:lnTo>
                  <a:lnTo>
                    <a:pt x="2466869" y="508111"/>
                  </a:lnTo>
                  <a:close/>
                </a:path>
                <a:path w="6655434" h="6988809">
                  <a:moveTo>
                    <a:pt x="2541351" y="639473"/>
                  </a:moveTo>
                  <a:lnTo>
                    <a:pt x="2568674" y="686798"/>
                  </a:lnTo>
                  <a:lnTo>
                    <a:pt x="2521355" y="714121"/>
                  </a:lnTo>
                  <a:lnTo>
                    <a:pt x="2494032" y="666796"/>
                  </a:lnTo>
                  <a:lnTo>
                    <a:pt x="2541351" y="639473"/>
                  </a:lnTo>
                  <a:close/>
                </a:path>
                <a:path w="6655434" h="6988809">
                  <a:moveTo>
                    <a:pt x="2615839" y="770846"/>
                  </a:moveTo>
                  <a:lnTo>
                    <a:pt x="2641990" y="816134"/>
                  </a:lnTo>
                  <a:lnTo>
                    <a:pt x="2596702" y="842278"/>
                  </a:lnTo>
                  <a:lnTo>
                    <a:pt x="2570552" y="796990"/>
                  </a:lnTo>
                  <a:lnTo>
                    <a:pt x="2615839" y="770846"/>
                  </a:lnTo>
                  <a:close/>
                </a:path>
                <a:path w="6655434" h="6988809">
                  <a:moveTo>
                    <a:pt x="2690327" y="902208"/>
                  </a:moveTo>
                  <a:lnTo>
                    <a:pt x="2715299" y="945458"/>
                  </a:lnTo>
                  <a:lnTo>
                    <a:pt x="2672043" y="970435"/>
                  </a:lnTo>
                  <a:lnTo>
                    <a:pt x="2647071" y="927179"/>
                  </a:lnTo>
                  <a:lnTo>
                    <a:pt x="2690327" y="902208"/>
                  </a:lnTo>
                  <a:close/>
                </a:path>
                <a:path w="6655434" h="6988809">
                  <a:moveTo>
                    <a:pt x="2764816" y="1033575"/>
                  </a:moveTo>
                  <a:lnTo>
                    <a:pt x="2788609" y="1074788"/>
                  </a:lnTo>
                  <a:lnTo>
                    <a:pt x="2747390" y="1098587"/>
                  </a:lnTo>
                  <a:lnTo>
                    <a:pt x="2723597" y="1057368"/>
                  </a:lnTo>
                  <a:lnTo>
                    <a:pt x="2764816" y="1033575"/>
                  </a:lnTo>
                  <a:close/>
                </a:path>
                <a:path w="6655434" h="6988809">
                  <a:moveTo>
                    <a:pt x="2839304" y="1164937"/>
                  </a:moveTo>
                  <a:lnTo>
                    <a:pt x="2861924" y="1204124"/>
                  </a:lnTo>
                  <a:lnTo>
                    <a:pt x="2822737" y="1226745"/>
                  </a:lnTo>
                  <a:lnTo>
                    <a:pt x="2800117" y="1187563"/>
                  </a:lnTo>
                  <a:lnTo>
                    <a:pt x="2839304" y="1164937"/>
                  </a:lnTo>
                  <a:close/>
                </a:path>
                <a:path w="6655434" h="6988809">
                  <a:moveTo>
                    <a:pt x="2913899" y="1295902"/>
                  </a:moveTo>
                  <a:lnTo>
                    <a:pt x="2935637" y="1333561"/>
                  </a:lnTo>
                  <a:lnTo>
                    <a:pt x="2897984" y="1355299"/>
                  </a:lnTo>
                  <a:lnTo>
                    <a:pt x="2876240" y="1317646"/>
                  </a:lnTo>
                  <a:lnTo>
                    <a:pt x="2913899" y="1295902"/>
                  </a:lnTo>
                  <a:close/>
                </a:path>
                <a:path w="6655434" h="6988809">
                  <a:moveTo>
                    <a:pt x="2988388" y="1427270"/>
                  </a:moveTo>
                  <a:lnTo>
                    <a:pt x="3008952" y="1462885"/>
                  </a:lnTo>
                  <a:lnTo>
                    <a:pt x="2973325" y="1483456"/>
                  </a:lnTo>
                  <a:lnTo>
                    <a:pt x="2952760" y="1447835"/>
                  </a:lnTo>
                  <a:lnTo>
                    <a:pt x="2988388" y="1427270"/>
                  </a:lnTo>
                  <a:close/>
                </a:path>
                <a:path w="6655434" h="6988809">
                  <a:moveTo>
                    <a:pt x="3062870" y="1558637"/>
                  </a:moveTo>
                  <a:lnTo>
                    <a:pt x="3082256" y="1592215"/>
                  </a:lnTo>
                  <a:lnTo>
                    <a:pt x="3048673" y="1611607"/>
                  </a:lnTo>
                  <a:lnTo>
                    <a:pt x="3029286" y="1578024"/>
                  </a:lnTo>
                  <a:lnTo>
                    <a:pt x="3062870" y="1558637"/>
                  </a:lnTo>
                  <a:close/>
                </a:path>
                <a:path w="6655434" h="6988809">
                  <a:moveTo>
                    <a:pt x="3137465" y="1689602"/>
                  </a:moveTo>
                  <a:lnTo>
                    <a:pt x="3155969" y="1721658"/>
                  </a:lnTo>
                  <a:lnTo>
                    <a:pt x="3123913" y="1740162"/>
                  </a:lnTo>
                  <a:lnTo>
                    <a:pt x="3105410" y="1708106"/>
                  </a:lnTo>
                  <a:lnTo>
                    <a:pt x="3137465" y="1689602"/>
                  </a:lnTo>
                  <a:close/>
                </a:path>
                <a:path w="6655434" h="6988809">
                  <a:moveTo>
                    <a:pt x="3211841" y="1821366"/>
                  </a:moveTo>
                  <a:lnTo>
                    <a:pt x="3228882" y="1850881"/>
                  </a:lnTo>
                  <a:lnTo>
                    <a:pt x="3199373" y="1867916"/>
                  </a:lnTo>
                  <a:lnTo>
                    <a:pt x="3182332" y="1838401"/>
                  </a:lnTo>
                  <a:lnTo>
                    <a:pt x="3211841" y="1821366"/>
                  </a:lnTo>
                  <a:close/>
                </a:path>
                <a:path w="6655434" h="6988809">
                  <a:moveTo>
                    <a:pt x="3286442" y="1952331"/>
                  </a:moveTo>
                  <a:lnTo>
                    <a:pt x="3302601" y="1980318"/>
                  </a:lnTo>
                  <a:lnTo>
                    <a:pt x="3274608" y="1996476"/>
                  </a:lnTo>
                  <a:lnTo>
                    <a:pt x="3258450" y="1968490"/>
                  </a:lnTo>
                  <a:lnTo>
                    <a:pt x="3286442" y="1952331"/>
                  </a:lnTo>
                  <a:close/>
                </a:path>
                <a:path w="6655434" h="6988809">
                  <a:moveTo>
                    <a:pt x="3361031" y="2083290"/>
                  </a:moveTo>
                  <a:lnTo>
                    <a:pt x="3376313" y="2109754"/>
                  </a:lnTo>
                  <a:lnTo>
                    <a:pt x="3349849" y="2125030"/>
                  </a:lnTo>
                  <a:lnTo>
                    <a:pt x="3334567" y="2098571"/>
                  </a:lnTo>
                  <a:lnTo>
                    <a:pt x="3361031" y="2083290"/>
                  </a:lnTo>
                  <a:close/>
                </a:path>
                <a:path w="6655434" h="6988809">
                  <a:moveTo>
                    <a:pt x="3435519" y="2214663"/>
                  </a:moveTo>
                  <a:lnTo>
                    <a:pt x="3449616" y="2239084"/>
                  </a:lnTo>
                  <a:lnTo>
                    <a:pt x="3425195" y="2253181"/>
                  </a:lnTo>
                  <a:lnTo>
                    <a:pt x="3411098" y="2228760"/>
                  </a:lnTo>
                  <a:lnTo>
                    <a:pt x="3435519" y="2214663"/>
                  </a:lnTo>
                  <a:close/>
                </a:path>
                <a:path w="6655434" h="6988809">
                  <a:moveTo>
                    <a:pt x="3510008" y="2346025"/>
                  </a:moveTo>
                  <a:lnTo>
                    <a:pt x="3522932" y="2368414"/>
                  </a:lnTo>
                  <a:lnTo>
                    <a:pt x="3500543" y="2381344"/>
                  </a:lnTo>
                  <a:lnTo>
                    <a:pt x="3487619" y="2358955"/>
                  </a:lnTo>
                  <a:lnTo>
                    <a:pt x="3510008" y="2346025"/>
                  </a:lnTo>
                  <a:close/>
                </a:path>
                <a:path w="6655434" h="6988809">
                  <a:moveTo>
                    <a:pt x="3584597" y="2476990"/>
                  </a:moveTo>
                  <a:lnTo>
                    <a:pt x="3596644" y="2497857"/>
                  </a:lnTo>
                  <a:lnTo>
                    <a:pt x="3575783" y="2509899"/>
                  </a:lnTo>
                  <a:lnTo>
                    <a:pt x="3563736" y="2489032"/>
                  </a:lnTo>
                  <a:lnTo>
                    <a:pt x="3584597" y="2476990"/>
                  </a:lnTo>
                  <a:close/>
                </a:path>
                <a:path w="6655434" h="6988809">
                  <a:moveTo>
                    <a:pt x="3659192" y="2607955"/>
                  </a:moveTo>
                  <a:lnTo>
                    <a:pt x="3670357" y="2627294"/>
                  </a:lnTo>
                  <a:lnTo>
                    <a:pt x="3651024" y="2638453"/>
                  </a:lnTo>
                  <a:lnTo>
                    <a:pt x="3639859" y="2619120"/>
                  </a:lnTo>
                  <a:lnTo>
                    <a:pt x="3659192" y="2607955"/>
                  </a:lnTo>
                  <a:close/>
                </a:path>
                <a:path w="6655434" h="6988809">
                  <a:moveTo>
                    <a:pt x="3733793" y="2738920"/>
                  </a:moveTo>
                  <a:lnTo>
                    <a:pt x="3744075" y="2756731"/>
                  </a:lnTo>
                  <a:lnTo>
                    <a:pt x="3726259" y="2767013"/>
                  </a:lnTo>
                  <a:lnTo>
                    <a:pt x="3715976" y="2749202"/>
                  </a:lnTo>
                  <a:lnTo>
                    <a:pt x="3733793" y="2738920"/>
                  </a:lnTo>
                  <a:close/>
                </a:path>
                <a:path w="6655434" h="6988809">
                  <a:moveTo>
                    <a:pt x="3808388" y="2869878"/>
                  </a:moveTo>
                  <a:lnTo>
                    <a:pt x="3817788" y="2886167"/>
                  </a:lnTo>
                  <a:lnTo>
                    <a:pt x="3801500" y="2895573"/>
                  </a:lnTo>
                  <a:lnTo>
                    <a:pt x="3792100" y="2879284"/>
                  </a:lnTo>
                  <a:lnTo>
                    <a:pt x="3808388" y="2869878"/>
                  </a:lnTo>
                  <a:close/>
                </a:path>
                <a:path w="6655434" h="6988809">
                  <a:moveTo>
                    <a:pt x="3882871" y="3001246"/>
                  </a:moveTo>
                  <a:lnTo>
                    <a:pt x="3891098" y="3015497"/>
                  </a:lnTo>
                  <a:lnTo>
                    <a:pt x="3876853" y="3023723"/>
                  </a:lnTo>
                  <a:lnTo>
                    <a:pt x="3868626" y="3009473"/>
                  </a:lnTo>
                  <a:lnTo>
                    <a:pt x="3882871" y="3001246"/>
                  </a:lnTo>
                  <a:close/>
                </a:path>
                <a:path w="6655434" h="6988809">
                  <a:moveTo>
                    <a:pt x="3957571" y="3131808"/>
                  </a:moveTo>
                  <a:lnTo>
                    <a:pt x="3965213" y="3145046"/>
                  </a:lnTo>
                  <a:lnTo>
                    <a:pt x="3951987" y="3152680"/>
                  </a:lnTo>
                  <a:lnTo>
                    <a:pt x="3944346" y="3139448"/>
                  </a:lnTo>
                  <a:lnTo>
                    <a:pt x="3957571" y="3131808"/>
                  </a:lnTo>
                  <a:close/>
                </a:path>
                <a:path w="6655434" h="6988809">
                  <a:moveTo>
                    <a:pt x="4032167" y="3262778"/>
                  </a:moveTo>
                  <a:lnTo>
                    <a:pt x="4038919" y="3274477"/>
                  </a:lnTo>
                  <a:lnTo>
                    <a:pt x="4027221" y="3281235"/>
                  </a:lnTo>
                  <a:lnTo>
                    <a:pt x="4020469" y="3269531"/>
                  </a:lnTo>
                  <a:lnTo>
                    <a:pt x="4032167" y="3262778"/>
                  </a:lnTo>
                  <a:close/>
                </a:path>
                <a:path w="6655434" h="6988809">
                  <a:moveTo>
                    <a:pt x="4106655" y="3394140"/>
                  </a:moveTo>
                  <a:lnTo>
                    <a:pt x="4112235" y="3403807"/>
                  </a:lnTo>
                  <a:lnTo>
                    <a:pt x="4102569" y="3409392"/>
                  </a:lnTo>
                  <a:lnTo>
                    <a:pt x="4096989" y="3399725"/>
                  </a:lnTo>
                  <a:lnTo>
                    <a:pt x="4106655" y="3394140"/>
                  </a:lnTo>
                  <a:close/>
                </a:path>
                <a:path w="6655434" h="6988809">
                  <a:moveTo>
                    <a:pt x="4181357" y="3524702"/>
                  </a:moveTo>
                  <a:lnTo>
                    <a:pt x="4186350" y="3533349"/>
                  </a:lnTo>
                  <a:lnTo>
                    <a:pt x="4177697" y="3538349"/>
                  </a:lnTo>
                  <a:lnTo>
                    <a:pt x="4172704" y="3529701"/>
                  </a:lnTo>
                  <a:lnTo>
                    <a:pt x="4181357" y="3524702"/>
                  </a:lnTo>
                  <a:close/>
                </a:path>
                <a:path w="6655434" h="6988809">
                  <a:moveTo>
                    <a:pt x="4256065" y="3655264"/>
                  </a:moveTo>
                  <a:lnTo>
                    <a:pt x="4260471" y="3662898"/>
                  </a:lnTo>
                  <a:lnTo>
                    <a:pt x="4252836" y="3667305"/>
                  </a:lnTo>
                  <a:lnTo>
                    <a:pt x="4248430" y="3659671"/>
                  </a:lnTo>
                  <a:lnTo>
                    <a:pt x="4256065" y="3655264"/>
                  </a:lnTo>
                  <a:close/>
                </a:path>
                <a:path w="6655434" h="6988809">
                  <a:moveTo>
                    <a:pt x="4330760" y="3785832"/>
                  </a:moveTo>
                  <a:lnTo>
                    <a:pt x="4334581" y="3792448"/>
                  </a:lnTo>
                  <a:lnTo>
                    <a:pt x="4327970" y="3796263"/>
                  </a:lnTo>
                  <a:lnTo>
                    <a:pt x="4324150" y="3789647"/>
                  </a:lnTo>
                  <a:lnTo>
                    <a:pt x="4330760" y="3785832"/>
                  </a:lnTo>
                  <a:close/>
                </a:path>
                <a:path w="6655434" h="6988809">
                  <a:moveTo>
                    <a:pt x="4405355" y="3916791"/>
                  </a:moveTo>
                  <a:lnTo>
                    <a:pt x="4408293" y="3921878"/>
                  </a:lnTo>
                  <a:lnTo>
                    <a:pt x="4403205" y="3924816"/>
                  </a:lnTo>
                  <a:lnTo>
                    <a:pt x="4400267" y="3919728"/>
                  </a:lnTo>
                  <a:lnTo>
                    <a:pt x="4405355" y="3916791"/>
                  </a:lnTo>
                  <a:close/>
                </a:path>
                <a:path w="6655434" h="6988809">
                  <a:moveTo>
                    <a:pt x="4480056" y="4047353"/>
                  </a:moveTo>
                  <a:lnTo>
                    <a:pt x="4482408" y="4051428"/>
                  </a:lnTo>
                  <a:lnTo>
                    <a:pt x="4478339" y="4053773"/>
                  </a:lnTo>
                  <a:lnTo>
                    <a:pt x="4475988" y="4049704"/>
                  </a:lnTo>
                  <a:lnTo>
                    <a:pt x="4480056" y="4047353"/>
                  </a:lnTo>
                  <a:close/>
                </a:path>
                <a:path w="6655434" h="6988809">
                  <a:moveTo>
                    <a:pt x="4554758" y="4177915"/>
                  </a:moveTo>
                  <a:lnTo>
                    <a:pt x="4556524" y="4180977"/>
                  </a:lnTo>
                  <a:lnTo>
                    <a:pt x="4553473" y="4182736"/>
                  </a:lnTo>
                  <a:lnTo>
                    <a:pt x="4551708" y="4179680"/>
                  </a:lnTo>
                  <a:lnTo>
                    <a:pt x="4554758" y="4177915"/>
                  </a:lnTo>
                  <a:close/>
                </a:path>
                <a:path w="6655434" h="6988809">
                  <a:moveTo>
                    <a:pt x="4629573" y="4308080"/>
                  </a:moveTo>
                  <a:lnTo>
                    <a:pt x="4631042" y="4310626"/>
                  </a:lnTo>
                  <a:lnTo>
                    <a:pt x="4628495" y="4312095"/>
                  </a:lnTo>
                  <a:lnTo>
                    <a:pt x="4627026" y="4309549"/>
                  </a:lnTo>
                  <a:lnTo>
                    <a:pt x="4629573" y="4308080"/>
                  </a:lnTo>
                  <a:close/>
                </a:path>
                <a:path w="6655434" h="6988809">
                  <a:moveTo>
                    <a:pt x="4704268" y="4438648"/>
                  </a:moveTo>
                  <a:lnTo>
                    <a:pt x="4705151" y="4440170"/>
                  </a:lnTo>
                  <a:lnTo>
                    <a:pt x="4703629" y="4441046"/>
                  </a:lnTo>
                  <a:lnTo>
                    <a:pt x="4702746" y="4439524"/>
                  </a:lnTo>
                  <a:lnTo>
                    <a:pt x="4704268" y="4438648"/>
                  </a:lnTo>
                  <a:close/>
                </a:path>
                <a:path w="6655434" h="6988809">
                  <a:moveTo>
                    <a:pt x="1927559" y="0"/>
                  </a:moveTo>
                  <a:lnTo>
                    <a:pt x="1974936" y="0"/>
                  </a:lnTo>
                  <a:lnTo>
                    <a:pt x="1939403" y="20514"/>
                  </a:lnTo>
                  <a:lnTo>
                    <a:pt x="1927559" y="0"/>
                  </a:lnTo>
                  <a:close/>
                </a:path>
                <a:path w="6655434" h="6988809">
                  <a:moveTo>
                    <a:pt x="2039485" y="56360"/>
                  </a:moveTo>
                  <a:lnTo>
                    <a:pt x="2073560" y="115389"/>
                  </a:lnTo>
                  <a:lnTo>
                    <a:pt x="2014531" y="149470"/>
                  </a:lnTo>
                  <a:lnTo>
                    <a:pt x="1980455" y="90441"/>
                  </a:lnTo>
                  <a:lnTo>
                    <a:pt x="2039485" y="56360"/>
                  </a:lnTo>
                  <a:close/>
                </a:path>
                <a:path w="6655434" h="6988809">
                  <a:moveTo>
                    <a:pt x="2113967" y="187728"/>
                  </a:moveTo>
                  <a:lnTo>
                    <a:pt x="2146875" y="244725"/>
                  </a:lnTo>
                  <a:lnTo>
                    <a:pt x="2089878" y="277628"/>
                  </a:lnTo>
                  <a:lnTo>
                    <a:pt x="2056975" y="220636"/>
                  </a:lnTo>
                  <a:lnTo>
                    <a:pt x="2113967" y="187728"/>
                  </a:lnTo>
                  <a:close/>
                </a:path>
                <a:path w="6655434" h="6988809">
                  <a:moveTo>
                    <a:pt x="2188455" y="319089"/>
                  </a:moveTo>
                  <a:lnTo>
                    <a:pt x="2220185" y="374049"/>
                  </a:lnTo>
                  <a:lnTo>
                    <a:pt x="2165231" y="405779"/>
                  </a:lnTo>
                  <a:lnTo>
                    <a:pt x="2133501" y="350819"/>
                  </a:lnTo>
                  <a:lnTo>
                    <a:pt x="2188455" y="319089"/>
                  </a:lnTo>
                  <a:close/>
                </a:path>
                <a:path w="6655434" h="6988809">
                  <a:moveTo>
                    <a:pt x="2263051" y="450060"/>
                  </a:moveTo>
                  <a:lnTo>
                    <a:pt x="2293898" y="503486"/>
                  </a:lnTo>
                  <a:lnTo>
                    <a:pt x="2240472" y="534333"/>
                  </a:lnTo>
                  <a:lnTo>
                    <a:pt x="2209625" y="480907"/>
                  </a:lnTo>
                  <a:lnTo>
                    <a:pt x="2263051" y="450060"/>
                  </a:lnTo>
                  <a:close/>
                </a:path>
                <a:path w="6655434" h="6988809">
                  <a:moveTo>
                    <a:pt x="2337538" y="581422"/>
                  </a:moveTo>
                  <a:lnTo>
                    <a:pt x="2367213" y="632816"/>
                  </a:lnTo>
                  <a:lnTo>
                    <a:pt x="2315813" y="662490"/>
                  </a:lnTo>
                  <a:lnTo>
                    <a:pt x="2286144" y="611096"/>
                  </a:lnTo>
                  <a:lnTo>
                    <a:pt x="2337538" y="581422"/>
                  </a:lnTo>
                  <a:close/>
                </a:path>
                <a:path w="6655434" h="6988809">
                  <a:moveTo>
                    <a:pt x="2412021" y="712789"/>
                  </a:moveTo>
                  <a:lnTo>
                    <a:pt x="2440523" y="762152"/>
                  </a:lnTo>
                  <a:lnTo>
                    <a:pt x="2391161" y="790648"/>
                  </a:lnTo>
                  <a:lnTo>
                    <a:pt x="2362664" y="741285"/>
                  </a:lnTo>
                  <a:lnTo>
                    <a:pt x="2412021" y="712789"/>
                  </a:lnTo>
                  <a:close/>
                </a:path>
                <a:path w="6655434" h="6988809">
                  <a:moveTo>
                    <a:pt x="2486403" y="844559"/>
                  </a:moveTo>
                  <a:lnTo>
                    <a:pt x="2513430" y="891369"/>
                  </a:lnTo>
                  <a:lnTo>
                    <a:pt x="2466614" y="918396"/>
                  </a:lnTo>
                  <a:lnTo>
                    <a:pt x="2439587" y="871586"/>
                  </a:lnTo>
                  <a:lnTo>
                    <a:pt x="2486403" y="844559"/>
                  </a:lnTo>
                  <a:close/>
                </a:path>
                <a:path w="6655434" h="6988809">
                  <a:moveTo>
                    <a:pt x="2560891" y="975921"/>
                  </a:moveTo>
                  <a:lnTo>
                    <a:pt x="2586746" y="1020699"/>
                  </a:lnTo>
                  <a:lnTo>
                    <a:pt x="2541968" y="1046554"/>
                  </a:lnTo>
                  <a:lnTo>
                    <a:pt x="2516113" y="1001775"/>
                  </a:lnTo>
                  <a:lnTo>
                    <a:pt x="2560891" y="975921"/>
                  </a:lnTo>
                  <a:close/>
                </a:path>
                <a:path w="6655434" h="6988809">
                  <a:moveTo>
                    <a:pt x="2635374" y="1107289"/>
                  </a:moveTo>
                  <a:lnTo>
                    <a:pt x="2660055" y="1150029"/>
                  </a:lnTo>
                  <a:lnTo>
                    <a:pt x="2617309" y="1174711"/>
                  </a:lnTo>
                  <a:lnTo>
                    <a:pt x="2592633" y="1131964"/>
                  </a:lnTo>
                  <a:lnTo>
                    <a:pt x="2635374" y="1107289"/>
                  </a:lnTo>
                  <a:close/>
                </a:path>
                <a:path w="6655434" h="6988809">
                  <a:moveTo>
                    <a:pt x="2709756" y="1239053"/>
                  </a:moveTo>
                  <a:lnTo>
                    <a:pt x="2732962" y="1279253"/>
                  </a:lnTo>
                  <a:lnTo>
                    <a:pt x="2692762" y="1302465"/>
                  </a:lnTo>
                  <a:lnTo>
                    <a:pt x="2669556" y="1262266"/>
                  </a:lnTo>
                  <a:lnTo>
                    <a:pt x="2709756" y="1239053"/>
                  </a:lnTo>
                  <a:close/>
                </a:path>
                <a:path w="6655434" h="6988809">
                  <a:moveTo>
                    <a:pt x="2784345" y="1370018"/>
                  </a:moveTo>
                  <a:lnTo>
                    <a:pt x="2806675" y="1408695"/>
                  </a:lnTo>
                  <a:lnTo>
                    <a:pt x="2768003" y="1431020"/>
                  </a:lnTo>
                  <a:lnTo>
                    <a:pt x="2745673" y="1392342"/>
                  </a:lnTo>
                  <a:lnTo>
                    <a:pt x="2784345" y="1370018"/>
                  </a:lnTo>
                  <a:close/>
                </a:path>
                <a:path w="6655434" h="6988809">
                  <a:moveTo>
                    <a:pt x="2858839" y="1501385"/>
                  </a:moveTo>
                  <a:lnTo>
                    <a:pt x="2879990" y="1538019"/>
                  </a:lnTo>
                  <a:lnTo>
                    <a:pt x="2843350" y="1559176"/>
                  </a:lnTo>
                  <a:lnTo>
                    <a:pt x="2822198" y="1522542"/>
                  </a:lnTo>
                  <a:lnTo>
                    <a:pt x="2858839" y="1501385"/>
                  </a:lnTo>
                  <a:close/>
                </a:path>
                <a:path w="6655434" h="6988809">
                  <a:moveTo>
                    <a:pt x="2933427" y="1632350"/>
                  </a:moveTo>
                  <a:lnTo>
                    <a:pt x="2953702" y="1667456"/>
                  </a:lnTo>
                  <a:lnTo>
                    <a:pt x="2918590" y="1687731"/>
                  </a:lnTo>
                  <a:lnTo>
                    <a:pt x="2898315" y="1652619"/>
                  </a:lnTo>
                  <a:lnTo>
                    <a:pt x="2933427" y="1632350"/>
                  </a:lnTo>
                  <a:close/>
                </a:path>
                <a:path w="6655434" h="6988809">
                  <a:moveTo>
                    <a:pt x="3007916" y="1763712"/>
                  </a:moveTo>
                  <a:lnTo>
                    <a:pt x="3027018" y="1796792"/>
                  </a:lnTo>
                  <a:lnTo>
                    <a:pt x="2993943" y="1815888"/>
                  </a:lnTo>
                  <a:lnTo>
                    <a:pt x="2974841" y="1782808"/>
                  </a:lnTo>
                  <a:lnTo>
                    <a:pt x="3007916" y="1763712"/>
                  </a:lnTo>
                  <a:close/>
                </a:path>
                <a:path w="6655434" h="6988809">
                  <a:moveTo>
                    <a:pt x="3082404" y="1895085"/>
                  </a:moveTo>
                  <a:lnTo>
                    <a:pt x="3100327" y="1926122"/>
                  </a:lnTo>
                  <a:lnTo>
                    <a:pt x="3069284" y="1944040"/>
                  </a:lnTo>
                  <a:lnTo>
                    <a:pt x="3051367" y="1913003"/>
                  </a:lnTo>
                  <a:lnTo>
                    <a:pt x="3082404" y="1895085"/>
                  </a:lnTo>
                  <a:close/>
                </a:path>
                <a:path w="6655434" h="6988809">
                  <a:moveTo>
                    <a:pt x="3156892" y="2026448"/>
                  </a:moveTo>
                  <a:lnTo>
                    <a:pt x="3173636" y="2055446"/>
                  </a:lnTo>
                  <a:lnTo>
                    <a:pt x="3144631" y="2072197"/>
                  </a:lnTo>
                  <a:lnTo>
                    <a:pt x="3127887" y="2043192"/>
                  </a:lnTo>
                  <a:lnTo>
                    <a:pt x="3156892" y="2026448"/>
                  </a:lnTo>
                  <a:close/>
                </a:path>
                <a:path w="6655434" h="6988809">
                  <a:moveTo>
                    <a:pt x="3231488" y="2157406"/>
                  </a:moveTo>
                  <a:lnTo>
                    <a:pt x="3247350" y="2184889"/>
                  </a:lnTo>
                  <a:lnTo>
                    <a:pt x="3219873" y="2200751"/>
                  </a:lnTo>
                  <a:lnTo>
                    <a:pt x="3204005" y="2173274"/>
                  </a:lnTo>
                  <a:lnTo>
                    <a:pt x="3231488" y="2157406"/>
                  </a:lnTo>
                  <a:close/>
                </a:path>
                <a:path w="6655434" h="6988809">
                  <a:moveTo>
                    <a:pt x="3305976" y="2288773"/>
                  </a:moveTo>
                  <a:lnTo>
                    <a:pt x="3320665" y="2314219"/>
                  </a:lnTo>
                  <a:lnTo>
                    <a:pt x="3295225" y="2328908"/>
                  </a:lnTo>
                  <a:lnTo>
                    <a:pt x="3280530" y="2303462"/>
                  </a:lnTo>
                  <a:lnTo>
                    <a:pt x="3305976" y="2288773"/>
                  </a:lnTo>
                  <a:close/>
                </a:path>
                <a:path w="6655434" h="6988809">
                  <a:moveTo>
                    <a:pt x="3380459" y="2420141"/>
                  </a:moveTo>
                  <a:lnTo>
                    <a:pt x="3393975" y="2443548"/>
                  </a:lnTo>
                  <a:lnTo>
                    <a:pt x="3370567" y="2457065"/>
                  </a:lnTo>
                  <a:lnTo>
                    <a:pt x="3357057" y="2433657"/>
                  </a:lnTo>
                  <a:lnTo>
                    <a:pt x="3380459" y="2420141"/>
                  </a:lnTo>
                  <a:close/>
                </a:path>
                <a:path w="6655434" h="6988809">
                  <a:moveTo>
                    <a:pt x="3455059" y="2551099"/>
                  </a:moveTo>
                  <a:lnTo>
                    <a:pt x="3467693" y="2572985"/>
                  </a:lnTo>
                  <a:lnTo>
                    <a:pt x="3445807" y="2585619"/>
                  </a:lnTo>
                  <a:lnTo>
                    <a:pt x="3433173" y="2563733"/>
                  </a:lnTo>
                  <a:lnTo>
                    <a:pt x="3455059" y="2551099"/>
                  </a:lnTo>
                  <a:close/>
                </a:path>
                <a:path w="6655434" h="6988809">
                  <a:moveTo>
                    <a:pt x="3529542" y="2682467"/>
                  </a:moveTo>
                  <a:lnTo>
                    <a:pt x="3540997" y="2702315"/>
                  </a:lnTo>
                  <a:lnTo>
                    <a:pt x="3521154" y="2713770"/>
                  </a:lnTo>
                  <a:lnTo>
                    <a:pt x="3509694" y="2693928"/>
                  </a:lnTo>
                  <a:lnTo>
                    <a:pt x="3529542" y="2682467"/>
                  </a:lnTo>
                  <a:close/>
                </a:path>
                <a:path w="6655434" h="6988809">
                  <a:moveTo>
                    <a:pt x="3604136" y="2813438"/>
                  </a:moveTo>
                  <a:lnTo>
                    <a:pt x="3614709" y="2831752"/>
                  </a:lnTo>
                  <a:lnTo>
                    <a:pt x="3596395" y="2842330"/>
                  </a:lnTo>
                  <a:lnTo>
                    <a:pt x="3585816" y="2824011"/>
                  </a:lnTo>
                  <a:lnTo>
                    <a:pt x="3604136" y="2813438"/>
                  </a:lnTo>
                  <a:close/>
                </a:path>
                <a:path w="6655434" h="6988809">
                  <a:moveTo>
                    <a:pt x="3678732" y="2944396"/>
                  </a:moveTo>
                  <a:lnTo>
                    <a:pt x="3688428" y="2961188"/>
                  </a:lnTo>
                  <a:lnTo>
                    <a:pt x="3671637" y="2970884"/>
                  </a:lnTo>
                  <a:lnTo>
                    <a:pt x="3661940" y="2954092"/>
                  </a:lnTo>
                  <a:lnTo>
                    <a:pt x="3678732" y="2944396"/>
                  </a:lnTo>
                  <a:close/>
                </a:path>
                <a:path w="6655434" h="6988809">
                  <a:moveTo>
                    <a:pt x="3753327" y="3075361"/>
                  </a:moveTo>
                  <a:lnTo>
                    <a:pt x="3762141" y="3090625"/>
                  </a:lnTo>
                  <a:lnTo>
                    <a:pt x="3746877" y="3099438"/>
                  </a:lnTo>
                  <a:lnTo>
                    <a:pt x="3738064" y="3084175"/>
                  </a:lnTo>
                  <a:lnTo>
                    <a:pt x="3753327" y="3075361"/>
                  </a:lnTo>
                  <a:close/>
                </a:path>
                <a:path w="6655434" h="6988809">
                  <a:moveTo>
                    <a:pt x="3827923" y="3206326"/>
                  </a:moveTo>
                  <a:lnTo>
                    <a:pt x="3835853" y="3220068"/>
                  </a:lnTo>
                  <a:lnTo>
                    <a:pt x="3822118" y="3227998"/>
                  </a:lnTo>
                  <a:lnTo>
                    <a:pt x="3814187" y="3214257"/>
                  </a:lnTo>
                  <a:lnTo>
                    <a:pt x="3827923" y="3206326"/>
                  </a:lnTo>
                  <a:close/>
                </a:path>
                <a:path w="6655434" h="6988809">
                  <a:moveTo>
                    <a:pt x="3902512" y="3337291"/>
                  </a:moveTo>
                  <a:lnTo>
                    <a:pt x="3909566" y="3349504"/>
                  </a:lnTo>
                  <a:lnTo>
                    <a:pt x="3897353" y="3356553"/>
                  </a:lnTo>
                  <a:lnTo>
                    <a:pt x="3890298" y="3344340"/>
                  </a:lnTo>
                  <a:lnTo>
                    <a:pt x="3902512" y="3337291"/>
                  </a:lnTo>
                  <a:close/>
                </a:path>
                <a:path w="6655434" h="6988809">
                  <a:moveTo>
                    <a:pt x="3977000" y="3468653"/>
                  </a:moveTo>
                  <a:lnTo>
                    <a:pt x="3982876" y="3478828"/>
                  </a:lnTo>
                  <a:lnTo>
                    <a:pt x="3972700" y="3484704"/>
                  </a:lnTo>
                  <a:lnTo>
                    <a:pt x="3966824" y="3474528"/>
                  </a:lnTo>
                  <a:lnTo>
                    <a:pt x="3977000" y="3468653"/>
                  </a:lnTo>
                  <a:close/>
                </a:path>
                <a:path w="6655434" h="6988809">
                  <a:moveTo>
                    <a:pt x="4051707" y="3599215"/>
                  </a:moveTo>
                  <a:lnTo>
                    <a:pt x="4056997" y="3608377"/>
                  </a:lnTo>
                  <a:lnTo>
                    <a:pt x="4047834" y="3613666"/>
                  </a:lnTo>
                  <a:lnTo>
                    <a:pt x="4042544" y="3604504"/>
                  </a:lnTo>
                  <a:lnTo>
                    <a:pt x="4051707" y="3599215"/>
                  </a:lnTo>
                  <a:close/>
                </a:path>
                <a:path w="6655434" h="6988809">
                  <a:moveTo>
                    <a:pt x="4126403" y="3729783"/>
                  </a:moveTo>
                  <a:lnTo>
                    <a:pt x="4131106" y="3737927"/>
                  </a:lnTo>
                  <a:lnTo>
                    <a:pt x="4122968" y="3742630"/>
                  </a:lnTo>
                  <a:lnTo>
                    <a:pt x="4118265" y="3734480"/>
                  </a:lnTo>
                  <a:lnTo>
                    <a:pt x="4126403" y="3729783"/>
                  </a:lnTo>
                  <a:close/>
                </a:path>
                <a:path w="6655434" h="6988809">
                  <a:moveTo>
                    <a:pt x="4201105" y="3860344"/>
                  </a:moveTo>
                  <a:lnTo>
                    <a:pt x="4205221" y="3867470"/>
                  </a:lnTo>
                  <a:lnTo>
                    <a:pt x="4198096" y="3871581"/>
                  </a:lnTo>
                  <a:lnTo>
                    <a:pt x="4193979" y="3864455"/>
                  </a:lnTo>
                  <a:lnTo>
                    <a:pt x="4201105" y="3860344"/>
                  </a:lnTo>
                  <a:close/>
                </a:path>
                <a:path w="6655434" h="6988809">
                  <a:moveTo>
                    <a:pt x="4275700" y="3991309"/>
                  </a:moveTo>
                  <a:lnTo>
                    <a:pt x="4278934" y="3996907"/>
                  </a:lnTo>
                  <a:lnTo>
                    <a:pt x="4273336" y="4000141"/>
                  </a:lnTo>
                  <a:lnTo>
                    <a:pt x="4270102" y="3994543"/>
                  </a:lnTo>
                  <a:lnTo>
                    <a:pt x="4275700" y="3991309"/>
                  </a:lnTo>
                  <a:close/>
                </a:path>
                <a:path w="6655434" h="6988809">
                  <a:moveTo>
                    <a:pt x="4350407" y="4121871"/>
                  </a:moveTo>
                  <a:lnTo>
                    <a:pt x="4353049" y="4126456"/>
                  </a:lnTo>
                  <a:lnTo>
                    <a:pt x="4348470" y="4129097"/>
                  </a:lnTo>
                  <a:lnTo>
                    <a:pt x="4345823" y="4124519"/>
                  </a:lnTo>
                  <a:lnTo>
                    <a:pt x="4350407" y="4121871"/>
                  </a:lnTo>
                  <a:close/>
                </a:path>
                <a:path w="6655434" h="6988809">
                  <a:moveTo>
                    <a:pt x="4425109" y="4252433"/>
                  </a:moveTo>
                  <a:lnTo>
                    <a:pt x="4427164" y="4255999"/>
                  </a:lnTo>
                  <a:lnTo>
                    <a:pt x="4423605" y="4258054"/>
                  </a:lnTo>
                  <a:lnTo>
                    <a:pt x="4421549" y="4254489"/>
                  </a:lnTo>
                  <a:lnTo>
                    <a:pt x="4425109" y="4252433"/>
                  </a:lnTo>
                  <a:close/>
                </a:path>
                <a:path w="6655434" h="6988809">
                  <a:moveTo>
                    <a:pt x="4499811" y="4383001"/>
                  </a:moveTo>
                  <a:lnTo>
                    <a:pt x="4501279" y="4385542"/>
                  </a:lnTo>
                  <a:lnTo>
                    <a:pt x="4498738" y="4387011"/>
                  </a:lnTo>
                  <a:lnTo>
                    <a:pt x="4497270" y="4384470"/>
                  </a:lnTo>
                  <a:lnTo>
                    <a:pt x="4499811" y="4383001"/>
                  </a:lnTo>
                  <a:close/>
                </a:path>
                <a:path w="6655434" h="6988809">
                  <a:moveTo>
                    <a:pt x="4574512" y="4513563"/>
                  </a:moveTo>
                  <a:lnTo>
                    <a:pt x="4575395" y="4515085"/>
                  </a:lnTo>
                  <a:lnTo>
                    <a:pt x="4573867" y="4515968"/>
                  </a:lnTo>
                  <a:lnTo>
                    <a:pt x="4572984" y="4514446"/>
                  </a:lnTo>
                  <a:lnTo>
                    <a:pt x="4574512" y="4513563"/>
                  </a:lnTo>
                  <a:close/>
                </a:path>
                <a:path w="6655434" h="6988809">
                  <a:moveTo>
                    <a:pt x="1832739" y="0"/>
                  </a:moveTo>
                  <a:lnTo>
                    <a:pt x="1836642" y="0"/>
                  </a:lnTo>
                  <a:lnTo>
                    <a:pt x="1872093" y="61408"/>
                  </a:lnTo>
                  <a:lnTo>
                    <a:pt x="1808994" y="97840"/>
                  </a:lnTo>
                  <a:lnTo>
                    <a:pt x="1772562" y="34742"/>
                  </a:lnTo>
                  <a:lnTo>
                    <a:pt x="1832739" y="0"/>
                  </a:lnTo>
                  <a:close/>
                </a:path>
                <a:path w="6655434" h="6988809">
                  <a:moveTo>
                    <a:pt x="1910149" y="129671"/>
                  </a:moveTo>
                  <a:lnTo>
                    <a:pt x="1945409" y="190738"/>
                  </a:lnTo>
                  <a:lnTo>
                    <a:pt x="1884342" y="225991"/>
                  </a:lnTo>
                  <a:lnTo>
                    <a:pt x="1849088" y="164925"/>
                  </a:lnTo>
                  <a:lnTo>
                    <a:pt x="1910149" y="129671"/>
                  </a:lnTo>
                  <a:close/>
                </a:path>
                <a:path w="6655434" h="6988809">
                  <a:moveTo>
                    <a:pt x="1984530" y="261441"/>
                  </a:moveTo>
                  <a:lnTo>
                    <a:pt x="2018316" y="319961"/>
                  </a:lnTo>
                  <a:lnTo>
                    <a:pt x="1959796" y="353746"/>
                  </a:lnTo>
                  <a:lnTo>
                    <a:pt x="1926011" y="295226"/>
                  </a:lnTo>
                  <a:lnTo>
                    <a:pt x="1984530" y="261441"/>
                  </a:lnTo>
                  <a:close/>
                </a:path>
                <a:path w="6655434" h="6988809">
                  <a:moveTo>
                    <a:pt x="2059019" y="392803"/>
                  </a:moveTo>
                  <a:lnTo>
                    <a:pt x="2091631" y="449291"/>
                  </a:lnTo>
                  <a:lnTo>
                    <a:pt x="2035142" y="481903"/>
                  </a:lnTo>
                  <a:lnTo>
                    <a:pt x="2002530" y="425415"/>
                  </a:lnTo>
                  <a:lnTo>
                    <a:pt x="2059019" y="392803"/>
                  </a:lnTo>
                  <a:close/>
                </a:path>
                <a:path w="6655434" h="6988809">
                  <a:moveTo>
                    <a:pt x="2133614" y="523774"/>
                  </a:moveTo>
                  <a:lnTo>
                    <a:pt x="2165344" y="578728"/>
                  </a:lnTo>
                  <a:lnTo>
                    <a:pt x="2110384" y="610458"/>
                  </a:lnTo>
                  <a:lnTo>
                    <a:pt x="2078654" y="555504"/>
                  </a:lnTo>
                  <a:lnTo>
                    <a:pt x="2133614" y="523774"/>
                  </a:lnTo>
                  <a:close/>
                </a:path>
                <a:path w="6655434" h="6988809">
                  <a:moveTo>
                    <a:pt x="2208103" y="655135"/>
                  </a:moveTo>
                  <a:lnTo>
                    <a:pt x="2238653" y="708058"/>
                  </a:lnTo>
                  <a:lnTo>
                    <a:pt x="2185731" y="738615"/>
                  </a:lnTo>
                  <a:lnTo>
                    <a:pt x="2155174" y="685692"/>
                  </a:lnTo>
                  <a:lnTo>
                    <a:pt x="2208103" y="655135"/>
                  </a:lnTo>
                  <a:close/>
                </a:path>
                <a:path w="6655434" h="6988809">
                  <a:moveTo>
                    <a:pt x="2282585" y="786503"/>
                  </a:moveTo>
                  <a:lnTo>
                    <a:pt x="2311963" y="837388"/>
                  </a:lnTo>
                  <a:lnTo>
                    <a:pt x="2261078" y="866766"/>
                  </a:lnTo>
                  <a:lnTo>
                    <a:pt x="2231700" y="815881"/>
                  </a:lnTo>
                  <a:lnTo>
                    <a:pt x="2282585" y="786503"/>
                  </a:lnTo>
                  <a:close/>
                </a:path>
                <a:path w="6655434" h="6988809">
                  <a:moveTo>
                    <a:pt x="2356966" y="918273"/>
                  </a:moveTo>
                  <a:lnTo>
                    <a:pt x="2384876" y="966611"/>
                  </a:lnTo>
                  <a:lnTo>
                    <a:pt x="2336532" y="994521"/>
                  </a:lnTo>
                  <a:lnTo>
                    <a:pt x="2308622" y="946183"/>
                  </a:lnTo>
                  <a:lnTo>
                    <a:pt x="2356966" y="918273"/>
                  </a:lnTo>
                  <a:close/>
                </a:path>
                <a:path w="6655434" h="6988809">
                  <a:moveTo>
                    <a:pt x="2431455" y="1049635"/>
                  </a:moveTo>
                  <a:lnTo>
                    <a:pt x="2458191" y="1095941"/>
                  </a:lnTo>
                  <a:lnTo>
                    <a:pt x="2411878" y="1122678"/>
                  </a:lnTo>
                  <a:lnTo>
                    <a:pt x="2385142" y="1076371"/>
                  </a:lnTo>
                  <a:lnTo>
                    <a:pt x="2431455" y="1049635"/>
                  </a:lnTo>
                  <a:close/>
                </a:path>
                <a:path w="6655434" h="6988809">
                  <a:moveTo>
                    <a:pt x="2505831" y="1181399"/>
                  </a:moveTo>
                  <a:lnTo>
                    <a:pt x="2531099" y="1225164"/>
                  </a:lnTo>
                  <a:lnTo>
                    <a:pt x="2487333" y="1250432"/>
                  </a:lnTo>
                  <a:lnTo>
                    <a:pt x="2462071" y="1206667"/>
                  </a:lnTo>
                  <a:lnTo>
                    <a:pt x="2505831" y="1181399"/>
                  </a:lnTo>
                  <a:close/>
                </a:path>
                <a:path w="6655434" h="6988809">
                  <a:moveTo>
                    <a:pt x="2580319" y="1312767"/>
                  </a:moveTo>
                  <a:lnTo>
                    <a:pt x="2604408" y="1354495"/>
                  </a:lnTo>
                  <a:lnTo>
                    <a:pt x="2562686" y="1378584"/>
                  </a:lnTo>
                  <a:lnTo>
                    <a:pt x="2538591" y="1336856"/>
                  </a:lnTo>
                  <a:lnTo>
                    <a:pt x="2580319" y="1312767"/>
                  </a:lnTo>
                  <a:close/>
                </a:path>
                <a:path w="6655434" h="6988809">
                  <a:moveTo>
                    <a:pt x="2654807" y="1444134"/>
                  </a:moveTo>
                  <a:lnTo>
                    <a:pt x="2677724" y="1483824"/>
                  </a:lnTo>
                  <a:lnTo>
                    <a:pt x="2638028" y="1506741"/>
                  </a:lnTo>
                  <a:lnTo>
                    <a:pt x="2615111" y="1467051"/>
                  </a:lnTo>
                  <a:lnTo>
                    <a:pt x="2654807" y="1444134"/>
                  </a:lnTo>
                  <a:close/>
                </a:path>
                <a:path w="6655434" h="6988809">
                  <a:moveTo>
                    <a:pt x="2729295" y="1575496"/>
                  </a:moveTo>
                  <a:lnTo>
                    <a:pt x="2751033" y="1613149"/>
                  </a:lnTo>
                  <a:lnTo>
                    <a:pt x="2713374" y="1634892"/>
                  </a:lnTo>
                  <a:lnTo>
                    <a:pt x="2691631" y="1597239"/>
                  </a:lnTo>
                  <a:lnTo>
                    <a:pt x="2729295" y="1575496"/>
                  </a:lnTo>
                  <a:close/>
                </a:path>
                <a:path w="6655434" h="6988809">
                  <a:moveTo>
                    <a:pt x="2803891" y="1706461"/>
                  </a:moveTo>
                  <a:lnTo>
                    <a:pt x="2824746" y="1742592"/>
                  </a:lnTo>
                  <a:lnTo>
                    <a:pt x="2788615" y="1763452"/>
                  </a:lnTo>
                  <a:lnTo>
                    <a:pt x="2767754" y="1727322"/>
                  </a:lnTo>
                  <a:lnTo>
                    <a:pt x="2803891" y="1706461"/>
                  </a:lnTo>
                  <a:close/>
                </a:path>
                <a:path w="6655434" h="6988809">
                  <a:moveTo>
                    <a:pt x="2878267" y="1838231"/>
                  </a:moveTo>
                  <a:lnTo>
                    <a:pt x="2897659" y="1871815"/>
                  </a:lnTo>
                  <a:lnTo>
                    <a:pt x="2864069" y="1891207"/>
                  </a:lnTo>
                  <a:lnTo>
                    <a:pt x="2844683" y="1857623"/>
                  </a:lnTo>
                  <a:lnTo>
                    <a:pt x="2878267" y="1838231"/>
                  </a:lnTo>
                  <a:close/>
                </a:path>
                <a:path w="6655434" h="6988809">
                  <a:moveTo>
                    <a:pt x="2952862" y="1969190"/>
                  </a:moveTo>
                  <a:lnTo>
                    <a:pt x="2971371" y="2001251"/>
                  </a:lnTo>
                  <a:lnTo>
                    <a:pt x="2939310" y="2019761"/>
                  </a:lnTo>
                  <a:lnTo>
                    <a:pt x="2920800" y="1987699"/>
                  </a:lnTo>
                  <a:lnTo>
                    <a:pt x="2952862" y="1969190"/>
                  </a:lnTo>
                  <a:close/>
                </a:path>
                <a:path w="6655434" h="6988809">
                  <a:moveTo>
                    <a:pt x="3027344" y="2100557"/>
                  </a:moveTo>
                  <a:lnTo>
                    <a:pt x="3044675" y="2130581"/>
                  </a:lnTo>
                  <a:lnTo>
                    <a:pt x="3014663" y="2147912"/>
                  </a:lnTo>
                  <a:lnTo>
                    <a:pt x="2997327" y="2117888"/>
                  </a:lnTo>
                  <a:lnTo>
                    <a:pt x="3027344" y="2100557"/>
                  </a:lnTo>
                  <a:close/>
                </a:path>
                <a:path w="6655434" h="6988809">
                  <a:moveTo>
                    <a:pt x="3101838" y="2231925"/>
                  </a:moveTo>
                  <a:lnTo>
                    <a:pt x="3117997" y="2259911"/>
                  </a:lnTo>
                  <a:lnTo>
                    <a:pt x="3090004" y="2276069"/>
                  </a:lnTo>
                  <a:lnTo>
                    <a:pt x="3073846" y="2248083"/>
                  </a:lnTo>
                  <a:lnTo>
                    <a:pt x="3101838" y="2231925"/>
                  </a:lnTo>
                  <a:close/>
                </a:path>
                <a:path w="6655434" h="6988809">
                  <a:moveTo>
                    <a:pt x="3176427" y="2362890"/>
                  </a:moveTo>
                  <a:lnTo>
                    <a:pt x="3191703" y="2389354"/>
                  </a:lnTo>
                  <a:lnTo>
                    <a:pt x="3165250" y="2404629"/>
                  </a:lnTo>
                  <a:lnTo>
                    <a:pt x="3149969" y="2378165"/>
                  </a:lnTo>
                  <a:lnTo>
                    <a:pt x="3176427" y="2362890"/>
                  </a:lnTo>
                  <a:close/>
                </a:path>
                <a:path w="6655434" h="6988809">
                  <a:moveTo>
                    <a:pt x="3250915" y="2494251"/>
                  </a:moveTo>
                  <a:lnTo>
                    <a:pt x="3265018" y="2518678"/>
                  </a:lnTo>
                  <a:lnTo>
                    <a:pt x="3240591" y="2532781"/>
                  </a:lnTo>
                  <a:lnTo>
                    <a:pt x="3226489" y="2508354"/>
                  </a:lnTo>
                  <a:lnTo>
                    <a:pt x="3250915" y="2494251"/>
                  </a:lnTo>
                  <a:close/>
                </a:path>
                <a:path w="6655434" h="6988809">
                  <a:moveTo>
                    <a:pt x="3325404" y="2625625"/>
                  </a:moveTo>
                  <a:lnTo>
                    <a:pt x="3338328" y="2648014"/>
                  </a:lnTo>
                  <a:lnTo>
                    <a:pt x="3315945" y="2660938"/>
                  </a:lnTo>
                  <a:lnTo>
                    <a:pt x="3303015" y="2638549"/>
                  </a:lnTo>
                  <a:lnTo>
                    <a:pt x="3325404" y="2625625"/>
                  </a:lnTo>
                  <a:close/>
                </a:path>
                <a:path w="6655434" h="6988809">
                  <a:moveTo>
                    <a:pt x="3400000" y="2756583"/>
                  </a:moveTo>
                  <a:lnTo>
                    <a:pt x="3412041" y="2777444"/>
                  </a:lnTo>
                  <a:lnTo>
                    <a:pt x="3391180" y="2789491"/>
                  </a:lnTo>
                  <a:lnTo>
                    <a:pt x="3379132" y="2768631"/>
                  </a:lnTo>
                  <a:lnTo>
                    <a:pt x="3400000" y="2756583"/>
                  </a:lnTo>
                  <a:close/>
                </a:path>
                <a:path w="6655434" h="6988809">
                  <a:moveTo>
                    <a:pt x="3474482" y="2887951"/>
                  </a:moveTo>
                  <a:lnTo>
                    <a:pt x="3485356" y="2906780"/>
                  </a:lnTo>
                  <a:lnTo>
                    <a:pt x="3466527" y="2917649"/>
                  </a:lnTo>
                  <a:lnTo>
                    <a:pt x="3455658" y="2898819"/>
                  </a:lnTo>
                  <a:lnTo>
                    <a:pt x="3474482" y="2887951"/>
                  </a:lnTo>
                  <a:close/>
                </a:path>
                <a:path w="6655434" h="6988809">
                  <a:moveTo>
                    <a:pt x="3549183" y="3018513"/>
                  </a:moveTo>
                  <a:lnTo>
                    <a:pt x="3559466" y="3036323"/>
                  </a:lnTo>
                  <a:lnTo>
                    <a:pt x="3541661" y="3046606"/>
                  </a:lnTo>
                  <a:lnTo>
                    <a:pt x="3531379" y="3028795"/>
                  </a:lnTo>
                  <a:lnTo>
                    <a:pt x="3549183" y="3018513"/>
                  </a:lnTo>
                  <a:close/>
                </a:path>
                <a:path w="6655434" h="6988809">
                  <a:moveTo>
                    <a:pt x="3623671" y="3149874"/>
                  </a:moveTo>
                  <a:lnTo>
                    <a:pt x="3632781" y="3165653"/>
                  </a:lnTo>
                  <a:lnTo>
                    <a:pt x="3617008" y="3174763"/>
                  </a:lnTo>
                  <a:lnTo>
                    <a:pt x="3607898" y="3158984"/>
                  </a:lnTo>
                  <a:lnTo>
                    <a:pt x="3623671" y="3149874"/>
                  </a:lnTo>
                  <a:close/>
                </a:path>
                <a:path w="6655434" h="6988809">
                  <a:moveTo>
                    <a:pt x="3698267" y="3280845"/>
                  </a:moveTo>
                  <a:lnTo>
                    <a:pt x="3706494" y="3295090"/>
                  </a:lnTo>
                  <a:lnTo>
                    <a:pt x="3692249" y="3303317"/>
                  </a:lnTo>
                  <a:lnTo>
                    <a:pt x="3684022" y="3289072"/>
                  </a:lnTo>
                  <a:lnTo>
                    <a:pt x="3698267" y="3280845"/>
                  </a:lnTo>
                  <a:close/>
                </a:path>
                <a:path w="6655434" h="6988809">
                  <a:moveTo>
                    <a:pt x="3772862" y="3411810"/>
                  </a:moveTo>
                  <a:lnTo>
                    <a:pt x="3780207" y="3424533"/>
                  </a:lnTo>
                  <a:lnTo>
                    <a:pt x="3767490" y="3431878"/>
                  </a:lnTo>
                  <a:lnTo>
                    <a:pt x="3760145" y="3419155"/>
                  </a:lnTo>
                  <a:lnTo>
                    <a:pt x="3772862" y="3411810"/>
                  </a:lnTo>
                  <a:close/>
                </a:path>
                <a:path w="6655434" h="6988809">
                  <a:moveTo>
                    <a:pt x="3847458" y="3542768"/>
                  </a:moveTo>
                  <a:lnTo>
                    <a:pt x="3853919" y="3553969"/>
                  </a:lnTo>
                  <a:lnTo>
                    <a:pt x="3842731" y="3560431"/>
                  </a:lnTo>
                  <a:lnTo>
                    <a:pt x="3836263" y="3549231"/>
                  </a:lnTo>
                  <a:lnTo>
                    <a:pt x="3847458" y="3542768"/>
                  </a:lnTo>
                  <a:close/>
                </a:path>
                <a:path w="6655434" h="6988809">
                  <a:moveTo>
                    <a:pt x="3921945" y="3674136"/>
                  </a:moveTo>
                  <a:lnTo>
                    <a:pt x="3927235" y="3683299"/>
                  </a:lnTo>
                  <a:lnTo>
                    <a:pt x="3918072" y="3688588"/>
                  </a:lnTo>
                  <a:lnTo>
                    <a:pt x="3912782" y="3679425"/>
                  </a:lnTo>
                  <a:lnTo>
                    <a:pt x="3921945" y="3674136"/>
                  </a:lnTo>
                  <a:close/>
                </a:path>
                <a:path w="6655434" h="6988809">
                  <a:moveTo>
                    <a:pt x="3996647" y="3804698"/>
                  </a:moveTo>
                  <a:lnTo>
                    <a:pt x="4001350" y="3812842"/>
                  </a:lnTo>
                  <a:lnTo>
                    <a:pt x="3993206" y="3817545"/>
                  </a:lnTo>
                  <a:lnTo>
                    <a:pt x="3988503" y="3809401"/>
                  </a:lnTo>
                  <a:lnTo>
                    <a:pt x="3996647" y="3804698"/>
                  </a:lnTo>
                  <a:close/>
                </a:path>
                <a:path w="6655434" h="6988809">
                  <a:moveTo>
                    <a:pt x="4071348" y="3935260"/>
                  </a:moveTo>
                  <a:lnTo>
                    <a:pt x="4075459" y="3942385"/>
                  </a:lnTo>
                  <a:lnTo>
                    <a:pt x="4068340" y="3946496"/>
                  </a:lnTo>
                  <a:lnTo>
                    <a:pt x="4064223" y="3939370"/>
                  </a:lnTo>
                  <a:lnTo>
                    <a:pt x="4071348" y="3935260"/>
                  </a:lnTo>
                  <a:close/>
                </a:path>
                <a:path w="6655434" h="6988809">
                  <a:moveTo>
                    <a:pt x="4146051" y="4065828"/>
                  </a:moveTo>
                  <a:lnTo>
                    <a:pt x="4149575" y="4071934"/>
                  </a:lnTo>
                  <a:lnTo>
                    <a:pt x="4143474" y="4075459"/>
                  </a:lnTo>
                  <a:lnTo>
                    <a:pt x="4139944" y="4069352"/>
                  </a:lnTo>
                  <a:lnTo>
                    <a:pt x="4146051" y="4065828"/>
                  </a:lnTo>
                  <a:close/>
                </a:path>
                <a:path w="6655434" h="6988809">
                  <a:moveTo>
                    <a:pt x="4220752" y="4196390"/>
                  </a:moveTo>
                  <a:lnTo>
                    <a:pt x="4223690" y="4201478"/>
                  </a:lnTo>
                  <a:lnTo>
                    <a:pt x="4218602" y="4204415"/>
                  </a:lnTo>
                  <a:lnTo>
                    <a:pt x="4215664" y="4199328"/>
                  </a:lnTo>
                  <a:lnTo>
                    <a:pt x="4220752" y="4196390"/>
                  </a:lnTo>
                  <a:close/>
                </a:path>
                <a:path w="6655434" h="6988809">
                  <a:moveTo>
                    <a:pt x="4295454" y="4326952"/>
                  </a:moveTo>
                  <a:lnTo>
                    <a:pt x="4297805" y="4331021"/>
                  </a:lnTo>
                  <a:lnTo>
                    <a:pt x="4293736" y="4333373"/>
                  </a:lnTo>
                  <a:lnTo>
                    <a:pt x="4291385" y="4329303"/>
                  </a:lnTo>
                  <a:lnTo>
                    <a:pt x="4295454" y="4326952"/>
                  </a:lnTo>
                  <a:close/>
                </a:path>
                <a:path w="6655434" h="6988809">
                  <a:moveTo>
                    <a:pt x="4370161" y="4457514"/>
                  </a:moveTo>
                  <a:lnTo>
                    <a:pt x="4371921" y="4460564"/>
                  </a:lnTo>
                  <a:lnTo>
                    <a:pt x="4368864" y="4462329"/>
                  </a:lnTo>
                  <a:lnTo>
                    <a:pt x="4367099" y="4459279"/>
                  </a:lnTo>
                  <a:lnTo>
                    <a:pt x="4370161" y="4457514"/>
                  </a:lnTo>
                  <a:close/>
                </a:path>
                <a:path w="6655434" h="6988809">
                  <a:moveTo>
                    <a:pt x="4444857" y="4588076"/>
                  </a:moveTo>
                  <a:lnTo>
                    <a:pt x="4446030" y="4590114"/>
                  </a:lnTo>
                  <a:lnTo>
                    <a:pt x="4444004" y="4591286"/>
                  </a:lnTo>
                  <a:lnTo>
                    <a:pt x="4442825" y="4589249"/>
                  </a:lnTo>
                  <a:lnTo>
                    <a:pt x="4444857" y="4588076"/>
                  </a:lnTo>
                  <a:close/>
                </a:path>
                <a:path w="6655434" h="6988809">
                  <a:moveTo>
                    <a:pt x="4518546" y="4719225"/>
                  </a:moveTo>
                  <a:lnTo>
                    <a:pt x="4519896" y="4719225"/>
                  </a:lnTo>
                  <a:lnTo>
                    <a:pt x="4520145" y="4719657"/>
                  </a:lnTo>
                  <a:lnTo>
                    <a:pt x="4518795" y="4719657"/>
                  </a:lnTo>
                  <a:lnTo>
                    <a:pt x="4518546" y="4719225"/>
                  </a:lnTo>
                  <a:close/>
                </a:path>
                <a:path w="6655434" h="6988809">
                  <a:moveTo>
                    <a:pt x="1576438" y="0"/>
                  </a:moveTo>
                  <a:lnTo>
                    <a:pt x="1666680" y="0"/>
                  </a:lnTo>
                  <a:lnTo>
                    <a:pt x="1671029" y="7532"/>
                  </a:lnTo>
                  <a:lnTo>
                    <a:pt x="1603347" y="46607"/>
                  </a:lnTo>
                  <a:lnTo>
                    <a:pt x="1576438" y="0"/>
                  </a:lnTo>
                  <a:close/>
                </a:path>
                <a:path w="6655434" h="6988809">
                  <a:moveTo>
                    <a:pt x="1706337" y="71626"/>
                  </a:moveTo>
                  <a:lnTo>
                    <a:pt x="1743943" y="136756"/>
                  </a:lnTo>
                  <a:lnTo>
                    <a:pt x="1678807" y="174361"/>
                  </a:lnTo>
                  <a:lnTo>
                    <a:pt x="1641201" y="109231"/>
                  </a:lnTo>
                  <a:lnTo>
                    <a:pt x="1706337" y="71626"/>
                  </a:lnTo>
                  <a:close/>
                </a:path>
                <a:path w="6655434" h="6988809">
                  <a:moveTo>
                    <a:pt x="1780825" y="202987"/>
                  </a:moveTo>
                  <a:lnTo>
                    <a:pt x="1817252" y="266086"/>
                  </a:lnTo>
                  <a:lnTo>
                    <a:pt x="1754154" y="302513"/>
                  </a:lnTo>
                  <a:lnTo>
                    <a:pt x="1717727" y="239414"/>
                  </a:lnTo>
                  <a:lnTo>
                    <a:pt x="1780825" y="202987"/>
                  </a:lnTo>
                  <a:close/>
                </a:path>
                <a:path w="6655434" h="6988809">
                  <a:moveTo>
                    <a:pt x="1855202" y="334758"/>
                  </a:moveTo>
                  <a:lnTo>
                    <a:pt x="1890165" y="395309"/>
                  </a:lnTo>
                  <a:lnTo>
                    <a:pt x="1829608" y="430273"/>
                  </a:lnTo>
                  <a:lnTo>
                    <a:pt x="1794650" y="369716"/>
                  </a:lnTo>
                  <a:lnTo>
                    <a:pt x="1855202" y="334758"/>
                  </a:lnTo>
                  <a:close/>
                </a:path>
                <a:path w="6655434" h="6988809">
                  <a:moveTo>
                    <a:pt x="1929684" y="466119"/>
                  </a:moveTo>
                  <a:lnTo>
                    <a:pt x="1963469" y="524639"/>
                  </a:lnTo>
                  <a:lnTo>
                    <a:pt x="1904955" y="558424"/>
                  </a:lnTo>
                  <a:lnTo>
                    <a:pt x="1871170" y="499904"/>
                  </a:lnTo>
                  <a:lnTo>
                    <a:pt x="1929684" y="466119"/>
                  </a:lnTo>
                  <a:close/>
                </a:path>
                <a:path w="6655434" h="6988809">
                  <a:moveTo>
                    <a:pt x="2004172" y="597487"/>
                  </a:moveTo>
                  <a:lnTo>
                    <a:pt x="2036784" y="653969"/>
                  </a:lnTo>
                  <a:lnTo>
                    <a:pt x="1980302" y="686581"/>
                  </a:lnTo>
                  <a:lnTo>
                    <a:pt x="1947689" y="630099"/>
                  </a:lnTo>
                  <a:lnTo>
                    <a:pt x="2004172" y="597487"/>
                  </a:lnTo>
                  <a:close/>
                </a:path>
                <a:path w="6655434" h="6988809">
                  <a:moveTo>
                    <a:pt x="2078666" y="728849"/>
                  </a:moveTo>
                  <a:lnTo>
                    <a:pt x="2110100" y="783299"/>
                  </a:lnTo>
                  <a:lnTo>
                    <a:pt x="2055649" y="814733"/>
                  </a:lnTo>
                  <a:lnTo>
                    <a:pt x="2024216" y="760288"/>
                  </a:lnTo>
                  <a:lnTo>
                    <a:pt x="2078666" y="728849"/>
                  </a:lnTo>
                  <a:close/>
                </a:path>
                <a:path w="6655434" h="6988809">
                  <a:moveTo>
                    <a:pt x="2153148" y="860216"/>
                  </a:moveTo>
                  <a:lnTo>
                    <a:pt x="2183409" y="912629"/>
                  </a:lnTo>
                  <a:lnTo>
                    <a:pt x="2130996" y="942890"/>
                  </a:lnTo>
                  <a:lnTo>
                    <a:pt x="2100735" y="890477"/>
                  </a:lnTo>
                  <a:lnTo>
                    <a:pt x="2153148" y="860216"/>
                  </a:lnTo>
                  <a:close/>
                </a:path>
                <a:path w="6655434" h="6988809">
                  <a:moveTo>
                    <a:pt x="2227524" y="991980"/>
                  </a:moveTo>
                  <a:lnTo>
                    <a:pt x="2256317" y="1041853"/>
                  </a:lnTo>
                  <a:lnTo>
                    <a:pt x="2206450" y="1070645"/>
                  </a:lnTo>
                  <a:lnTo>
                    <a:pt x="2177658" y="1020773"/>
                  </a:lnTo>
                  <a:lnTo>
                    <a:pt x="2227524" y="991980"/>
                  </a:lnTo>
                  <a:close/>
                </a:path>
                <a:path w="6655434" h="6988809">
                  <a:moveTo>
                    <a:pt x="2302013" y="1123348"/>
                  </a:moveTo>
                  <a:lnTo>
                    <a:pt x="2329632" y="1171177"/>
                  </a:lnTo>
                  <a:lnTo>
                    <a:pt x="2281797" y="1198796"/>
                  </a:lnTo>
                  <a:lnTo>
                    <a:pt x="2254184" y="1150961"/>
                  </a:lnTo>
                  <a:lnTo>
                    <a:pt x="2302013" y="1123348"/>
                  </a:lnTo>
                  <a:close/>
                </a:path>
                <a:path w="6655434" h="6988809">
                  <a:moveTo>
                    <a:pt x="2376393" y="1255112"/>
                  </a:moveTo>
                  <a:lnTo>
                    <a:pt x="2402545" y="1300406"/>
                  </a:lnTo>
                  <a:lnTo>
                    <a:pt x="2357257" y="1326550"/>
                  </a:lnTo>
                  <a:lnTo>
                    <a:pt x="2331107" y="1281262"/>
                  </a:lnTo>
                  <a:lnTo>
                    <a:pt x="2376393" y="1255112"/>
                  </a:lnTo>
                  <a:close/>
                </a:path>
                <a:path w="6655434" h="6988809">
                  <a:moveTo>
                    <a:pt x="2450776" y="1386882"/>
                  </a:moveTo>
                  <a:lnTo>
                    <a:pt x="2475452" y="1429629"/>
                  </a:lnTo>
                  <a:lnTo>
                    <a:pt x="2432711" y="1454305"/>
                  </a:lnTo>
                  <a:lnTo>
                    <a:pt x="2408030" y="1411564"/>
                  </a:lnTo>
                  <a:lnTo>
                    <a:pt x="2450776" y="1386882"/>
                  </a:lnTo>
                  <a:close/>
                </a:path>
                <a:path w="6655434" h="6988809">
                  <a:moveTo>
                    <a:pt x="2525259" y="1518250"/>
                  </a:moveTo>
                  <a:lnTo>
                    <a:pt x="2548761" y="1558959"/>
                  </a:lnTo>
                  <a:lnTo>
                    <a:pt x="2508052" y="1582462"/>
                  </a:lnTo>
                  <a:lnTo>
                    <a:pt x="2484549" y="1541752"/>
                  </a:lnTo>
                  <a:lnTo>
                    <a:pt x="2525259" y="1518250"/>
                  </a:lnTo>
                  <a:close/>
                </a:path>
                <a:path w="6655434" h="6988809">
                  <a:moveTo>
                    <a:pt x="2599747" y="1649612"/>
                  </a:moveTo>
                  <a:lnTo>
                    <a:pt x="2622077" y="1688289"/>
                  </a:lnTo>
                  <a:lnTo>
                    <a:pt x="2583405" y="1710619"/>
                  </a:lnTo>
                  <a:lnTo>
                    <a:pt x="2561075" y="1671942"/>
                  </a:lnTo>
                  <a:lnTo>
                    <a:pt x="2599747" y="1649612"/>
                  </a:lnTo>
                  <a:close/>
                </a:path>
                <a:path w="6655434" h="6988809">
                  <a:moveTo>
                    <a:pt x="2674342" y="1780582"/>
                  </a:moveTo>
                  <a:lnTo>
                    <a:pt x="2695790" y="1817726"/>
                  </a:lnTo>
                  <a:lnTo>
                    <a:pt x="2658640" y="1839173"/>
                  </a:lnTo>
                  <a:lnTo>
                    <a:pt x="2637193" y="1802030"/>
                  </a:lnTo>
                  <a:lnTo>
                    <a:pt x="2674342" y="1780582"/>
                  </a:lnTo>
                  <a:close/>
                </a:path>
                <a:path w="6655434" h="6988809">
                  <a:moveTo>
                    <a:pt x="2748830" y="1911944"/>
                  </a:moveTo>
                  <a:lnTo>
                    <a:pt x="2769105" y="1947056"/>
                  </a:lnTo>
                  <a:lnTo>
                    <a:pt x="2733993" y="1967325"/>
                  </a:lnTo>
                  <a:lnTo>
                    <a:pt x="2713718" y="1932213"/>
                  </a:lnTo>
                  <a:lnTo>
                    <a:pt x="2748830" y="1911944"/>
                  </a:lnTo>
                  <a:close/>
                </a:path>
                <a:path w="6655434" h="6988809">
                  <a:moveTo>
                    <a:pt x="2823313" y="2043312"/>
                  </a:moveTo>
                  <a:lnTo>
                    <a:pt x="2842409" y="2076386"/>
                  </a:lnTo>
                  <a:lnTo>
                    <a:pt x="2809335" y="2095482"/>
                  </a:lnTo>
                  <a:lnTo>
                    <a:pt x="2790239" y="2062408"/>
                  </a:lnTo>
                  <a:lnTo>
                    <a:pt x="2823313" y="2043312"/>
                  </a:lnTo>
                  <a:close/>
                </a:path>
                <a:path w="6655434" h="6988809">
                  <a:moveTo>
                    <a:pt x="2897801" y="2174673"/>
                  </a:moveTo>
                  <a:lnTo>
                    <a:pt x="2915724" y="2205716"/>
                  </a:lnTo>
                  <a:lnTo>
                    <a:pt x="2884687" y="2223639"/>
                  </a:lnTo>
                  <a:lnTo>
                    <a:pt x="2866764" y="2192596"/>
                  </a:lnTo>
                  <a:lnTo>
                    <a:pt x="2897801" y="2174673"/>
                  </a:lnTo>
                  <a:close/>
                </a:path>
                <a:path w="6655434" h="6988809">
                  <a:moveTo>
                    <a:pt x="2972183" y="2306443"/>
                  </a:moveTo>
                  <a:lnTo>
                    <a:pt x="2988631" y="2334933"/>
                  </a:lnTo>
                  <a:lnTo>
                    <a:pt x="2960141" y="2351388"/>
                  </a:lnTo>
                  <a:lnTo>
                    <a:pt x="2943687" y="2322892"/>
                  </a:lnTo>
                  <a:lnTo>
                    <a:pt x="2972183" y="2306443"/>
                  </a:lnTo>
                  <a:close/>
                </a:path>
                <a:path w="6655434" h="6988809">
                  <a:moveTo>
                    <a:pt x="3046883" y="2437005"/>
                  </a:moveTo>
                  <a:lnTo>
                    <a:pt x="3062753" y="2464482"/>
                  </a:lnTo>
                  <a:lnTo>
                    <a:pt x="3035269" y="2480350"/>
                  </a:lnTo>
                  <a:lnTo>
                    <a:pt x="3019407" y="2452867"/>
                  </a:lnTo>
                  <a:lnTo>
                    <a:pt x="3046883" y="2437005"/>
                  </a:lnTo>
                  <a:close/>
                </a:path>
                <a:path w="6655434" h="6988809">
                  <a:moveTo>
                    <a:pt x="3121367" y="2568373"/>
                  </a:moveTo>
                  <a:lnTo>
                    <a:pt x="3136056" y="2593812"/>
                  </a:lnTo>
                  <a:lnTo>
                    <a:pt x="3110617" y="2608502"/>
                  </a:lnTo>
                  <a:lnTo>
                    <a:pt x="3095927" y="2583062"/>
                  </a:lnTo>
                  <a:lnTo>
                    <a:pt x="3121367" y="2568373"/>
                  </a:lnTo>
                  <a:close/>
                </a:path>
                <a:path w="6655434" h="6988809">
                  <a:moveTo>
                    <a:pt x="3195749" y="2700137"/>
                  </a:moveTo>
                  <a:lnTo>
                    <a:pt x="3208969" y="2723036"/>
                  </a:lnTo>
                  <a:lnTo>
                    <a:pt x="3186071" y="2736256"/>
                  </a:lnTo>
                  <a:lnTo>
                    <a:pt x="3172850" y="2713358"/>
                  </a:lnTo>
                  <a:lnTo>
                    <a:pt x="3195749" y="2700137"/>
                  </a:lnTo>
                  <a:close/>
                </a:path>
                <a:path w="6655434" h="6988809">
                  <a:moveTo>
                    <a:pt x="3270344" y="2831108"/>
                  </a:moveTo>
                  <a:lnTo>
                    <a:pt x="3282682" y="2852472"/>
                  </a:lnTo>
                  <a:lnTo>
                    <a:pt x="3261312" y="2864810"/>
                  </a:lnTo>
                  <a:lnTo>
                    <a:pt x="3248974" y="2843446"/>
                  </a:lnTo>
                  <a:lnTo>
                    <a:pt x="3270344" y="2831108"/>
                  </a:lnTo>
                  <a:close/>
                </a:path>
                <a:path w="6655434" h="6988809">
                  <a:moveTo>
                    <a:pt x="3344939" y="2962066"/>
                  </a:moveTo>
                  <a:lnTo>
                    <a:pt x="3356400" y="2981909"/>
                  </a:lnTo>
                  <a:lnTo>
                    <a:pt x="3336552" y="2993370"/>
                  </a:lnTo>
                  <a:lnTo>
                    <a:pt x="3325097" y="2973522"/>
                  </a:lnTo>
                  <a:lnTo>
                    <a:pt x="3344939" y="2962066"/>
                  </a:lnTo>
                  <a:close/>
                </a:path>
                <a:path w="6655434" h="6988809">
                  <a:moveTo>
                    <a:pt x="3419535" y="3093031"/>
                  </a:moveTo>
                  <a:lnTo>
                    <a:pt x="3430113" y="3111351"/>
                  </a:lnTo>
                  <a:lnTo>
                    <a:pt x="3411794" y="3121924"/>
                  </a:lnTo>
                  <a:lnTo>
                    <a:pt x="3401221" y="3103604"/>
                  </a:lnTo>
                  <a:lnTo>
                    <a:pt x="3419535" y="3093031"/>
                  </a:lnTo>
                  <a:close/>
                </a:path>
                <a:path w="6655434" h="6988809">
                  <a:moveTo>
                    <a:pt x="3494023" y="3224399"/>
                  </a:moveTo>
                  <a:lnTo>
                    <a:pt x="3503423" y="3240682"/>
                  </a:lnTo>
                  <a:lnTo>
                    <a:pt x="3487140" y="3250082"/>
                  </a:lnTo>
                  <a:lnTo>
                    <a:pt x="3477740" y="3233799"/>
                  </a:lnTo>
                  <a:lnTo>
                    <a:pt x="3494023" y="3224399"/>
                  </a:lnTo>
                  <a:close/>
                </a:path>
                <a:path w="6655434" h="6988809">
                  <a:moveTo>
                    <a:pt x="3568618" y="3355357"/>
                  </a:moveTo>
                  <a:lnTo>
                    <a:pt x="3577135" y="3370112"/>
                  </a:lnTo>
                  <a:lnTo>
                    <a:pt x="3562381" y="3378635"/>
                  </a:lnTo>
                  <a:lnTo>
                    <a:pt x="3553858" y="3363875"/>
                  </a:lnTo>
                  <a:lnTo>
                    <a:pt x="3568618" y="3355357"/>
                  </a:lnTo>
                  <a:close/>
                </a:path>
                <a:path w="6655434" h="6988809">
                  <a:moveTo>
                    <a:pt x="3643212" y="3486322"/>
                  </a:moveTo>
                  <a:lnTo>
                    <a:pt x="3650848" y="3499554"/>
                  </a:lnTo>
                  <a:lnTo>
                    <a:pt x="3637622" y="3507189"/>
                  </a:lnTo>
                  <a:lnTo>
                    <a:pt x="3629981" y="3493963"/>
                  </a:lnTo>
                  <a:lnTo>
                    <a:pt x="3643212" y="3486322"/>
                  </a:lnTo>
                  <a:close/>
                </a:path>
                <a:path w="6655434" h="6988809">
                  <a:moveTo>
                    <a:pt x="3717809" y="3617293"/>
                  </a:moveTo>
                  <a:lnTo>
                    <a:pt x="3724561" y="3628991"/>
                  </a:lnTo>
                  <a:lnTo>
                    <a:pt x="3712857" y="3635750"/>
                  </a:lnTo>
                  <a:lnTo>
                    <a:pt x="3706105" y="3624051"/>
                  </a:lnTo>
                  <a:lnTo>
                    <a:pt x="3717809" y="3617293"/>
                  </a:lnTo>
                  <a:close/>
                </a:path>
                <a:path w="6655434" h="6988809">
                  <a:moveTo>
                    <a:pt x="3792297" y="3748655"/>
                  </a:moveTo>
                  <a:lnTo>
                    <a:pt x="3797876" y="3758322"/>
                  </a:lnTo>
                  <a:lnTo>
                    <a:pt x="3788210" y="3763907"/>
                  </a:lnTo>
                  <a:lnTo>
                    <a:pt x="3782624" y="3754234"/>
                  </a:lnTo>
                  <a:lnTo>
                    <a:pt x="3792297" y="3748655"/>
                  </a:lnTo>
                  <a:close/>
                </a:path>
                <a:path w="6655434" h="6988809">
                  <a:moveTo>
                    <a:pt x="3866993" y="3879217"/>
                  </a:moveTo>
                  <a:lnTo>
                    <a:pt x="3871986" y="3887870"/>
                  </a:lnTo>
                  <a:lnTo>
                    <a:pt x="3863338" y="3892863"/>
                  </a:lnTo>
                  <a:lnTo>
                    <a:pt x="3858345" y="3884210"/>
                  </a:lnTo>
                  <a:lnTo>
                    <a:pt x="3866993" y="3879217"/>
                  </a:lnTo>
                  <a:close/>
                </a:path>
                <a:path w="6655434" h="6988809">
                  <a:moveTo>
                    <a:pt x="3941695" y="4009785"/>
                  </a:moveTo>
                  <a:lnTo>
                    <a:pt x="3946101" y="4017413"/>
                  </a:lnTo>
                  <a:lnTo>
                    <a:pt x="3938472" y="4021820"/>
                  </a:lnTo>
                  <a:lnTo>
                    <a:pt x="3934066" y="4014191"/>
                  </a:lnTo>
                  <a:lnTo>
                    <a:pt x="3941695" y="4009785"/>
                  </a:lnTo>
                  <a:close/>
                </a:path>
                <a:path w="6655434" h="6988809">
                  <a:moveTo>
                    <a:pt x="4016402" y="4140347"/>
                  </a:moveTo>
                  <a:lnTo>
                    <a:pt x="4020216" y="4146957"/>
                  </a:lnTo>
                  <a:lnTo>
                    <a:pt x="4013600" y="4150777"/>
                  </a:lnTo>
                  <a:lnTo>
                    <a:pt x="4009786" y="4144167"/>
                  </a:lnTo>
                  <a:lnTo>
                    <a:pt x="4016402" y="4140347"/>
                  </a:lnTo>
                  <a:close/>
                </a:path>
                <a:path w="6655434" h="6988809">
                  <a:moveTo>
                    <a:pt x="4090991" y="4271306"/>
                  </a:moveTo>
                  <a:lnTo>
                    <a:pt x="4093929" y="4276393"/>
                  </a:lnTo>
                  <a:lnTo>
                    <a:pt x="4088841" y="4279331"/>
                  </a:lnTo>
                  <a:lnTo>
                    <a:pt x="4085903" y="4274243"/>
                  </a:lnTo>
                  <a:lnTo>
                    <a:pt x="4090991" y="4271306"/>
                  </a:lnTo>
                  <a:close/>
                </a:path>
                <a:path w="6655434" h="6988809">
                  <a:moveTo>
                    <a:pt x="4165693" y="4401868"/>
                  </a:moveTo>
                  <a:lnTo>
                    <a:pt x="4168044" y="4405943"/>
                  </a:lnTo>
                  <a:lnTo>
                    <a:pt x="4163975" y="4408294"/>
                  </a:lnTo>
                  <a:lnTo>
                    <a:pt x="4161624" y="4404219"/>
                  </a:lnTo>
                  <a:lnTo>
                    <a:pt x="4165693" y="4401868"/>
                  </a:lnTo>
                  <a:close/>
                </a:path>
                <a:path w="6655434" h="6988809">
                  <a:moveTo>
                    <a:pt x="4240401" y="4532430"/>
                  </a:moveTo>
                  <a:lnTo>
                    <a:pt x="4242160" y="4535486"/>
                  </a:lnTo>
                  <a:lnTo>
                    <a:pt x="4239109" y="4537245"/>
                  </a:lnTo>
                  <a:lnTo>
                    <a:pt x="4237344" y="4534195"/>
                  </a:lnTo>
                  <a:lnTo>
                    <a:pt x="4240401" y="4532430"/>
                  </a:lnTo>
                  <a:close/>
                </a:path>
                <a:path w="6655434" h="6988809">
                  <a:moveTo>
                    <a:pt x="4315102" y="4662992"/>
                  </a:moveTo>
                  <a:lnTo>
                    <a:pt x="4316275" y="4665029"/>
                  </a:lnTo>
                  <a:lnTo>
                    <a:pt x="4314243" y="4666208"/>
                  </a:lnTo>
                  <a:lnTo>
                    <a:pt x="4313064" y="4664171"/>
                  </a:lnTo>
                  <a:lnTo>
                    <a:pt x="4315102" y="4662992"/>
                  </a:lnTo>
                  <a:close/>
                </a:path>
                <a:path w="6655434" h="6988809">
                  <a:moveTo>
                    <a:pt x="4389910" y="4793157"/>
                  </a:moveTo>
                  <a:lnTo>
                    <a:pt x="4390793" y="4794685"/>
                  </a:lnTo>
                  <a:lnTo>
                    <a:pt x="4389265" y="4795568"/>
                  </a:lnTo>
                  <a:lnTo>
                    <a:pt x="4388382" y="4794039"/>
                  </a:lnTo>
                  <a:lnTo>
                    <a:pt x="4389910" y="4793157"/>
                  </a:lnTo>
                  <a:close/>
                </a:path>
                <a:path w="6655434" h="6988809">
                  <a:moveTo>
                    <a:pt x="1502414" y="13971"/>
                  </a:moveTo>
                  <a:lnTo>
                    <a:pt x="1542075" y="82667"/>
                  </a:lnTo>
                  <a:lnTo>
                    <a:pt x="1473373" y="122328"/>
                  </a:lnTo>
                  <a:lnTo>
                    <a:pt x="1433712" y="53632"/>
                  </a:lnTo>
                  <a:lnTo>
                    <a:pt x="1502414" y="13971"/>
                  </a:lnTo>
                  <a:close/>
                </a:path>
                <a:path w="6655434" h="6988809">
                  <a:moveTo>
                    <a:pt x="1577110" y="144533"/>
                  </a:moveTo>
                  <a:lnTo>
                    <a:pt x="1616184" y="212216"/>
                  </a:lnTo>
                  <a:lnTo>
                    <a:pt x="1548507" y="251290"/>
                  </a:lnTo>
                  <a:lnTo>
                    <a:pt x="1509433" y="183607"/>
                  </a:lnTo>
                  <a:lnTo>
                    <a:pt x="1577110" y="144533"/>
                  </a:lnTo>
                  <a:close/>
                </a:path>
                <a:path w="6655434" h="6988809">
                  <a:moveTo>
                    <a:pt x="1651491" y="276303"/>
                  </a:moveTo>
                  <a:lnTo>
                    <a:pt x="1689097" y="341433"/>
                  </a:lnTo>
                  <a:lnTo>
                    <a:pt x="1623961" y="379039"/>
                  </a:lnTo>
                  <a:lnTo>
                    <a:pt x="1586356" y="313909"/>
                  </a:lnTo>
                  <a:lnTo>
                    <a:pt x="1651491" y="276303"/>
                  </a:lnTo>
                  <a:close/>
                </a:path>
                <a:path w="6655434" h="6988809">
                  <a:moveTo>
                    <a:pt x="1725867" y="408068"/>
                  </a:moveTo>
                  <a:lnTo>
                    <a:pt x="1762004" y="470656"/>
                  </a:lnTo>
                  <a:lnTo>
                    <a:pt x="1699415" y="506793"/>
                  </a:lnTo>
                  <a:lnTo>
                    <a:pt x="1663279" y="444204"/>
                  </a:lnTo>
                  <a:lnTo>
                    <a:pt x="1725867" y="408068"/>
                  </a:lnTo>
                  <a:close/>
                </a:path>
                <a:path w="6655434" h="6988809">
                  <a:moveTo>
                    <a:pt x="1800249" y="539832"/>
                  </a:moveTo>
                  <a:lnTo>
                    <a:pt x="1834917" y="599880"/>
                  </a:lnTo>
                  <a:lnTo>
                    <a:pt x="1774869" y="634548"/>
                  </a:lnTo>
                  <a:lnTo>
                    <a:pt x="1740201" y="574500"/>
                  </a:lnTo>
                  <a:lnTo>
                    <a:pt x="1800249" y="539832"/>
                  </a:lnTo>
                  <a:close/>
                </a:path>
                <a:path w="6655434" h="6988809">
                  <a:moveTo>
                    <a:pt x="1874737" y="671199"/>
                  </a:moveTo>
                  <a:lnTo>
                    <a:pt x="1908232" y="729210"/>
                  </a:lnTo>
                  <a:lnTo>
                    <a:pt x="1850222" y="762699"/>
                  </a:lnTo>
                  <a:lnTo>
                    <a:pt x="1816727" y="704688"/>
                  </a:lnTo>
                  <a:lnTo>
                    <a:pt x="1874737" y="671199"/>
                  </a:lnTo>
                  <a:close/>
                </a:path>
                <a:path w="6655434" h="6988809">
                  <a:moveTo>
                    <a:pt x="1949225" y="802561"/>
                  </a:moveTo>
                  <a:lnTo>
                    <a:pt x="1981548" y="858540"/>
                  </a:lnTo>
                  <a:lnTo>
                    <a:pt x="1925569" y="890856"/>
                  </a:lnTo>
                  <a:lnTo>
                    <a:pt x="1893247" y="834883"/>
                  </a:lnTo>
                  <a:lnTo>
                    <a:pt x="1949225" y="802561"/>
                  </a:lnTo>
                  <a:close/>
                </a:path>
                <a:path w="6655434" h="6988809">
                  <a:moveTo>
                    <a:pt x="2023608" y="934331"/>
                  </a:moveTo>
                  <a:lnTo>
                    <a:pt x="2054455" y="987757"/>
                  </a:lnTo>
                  <a:lnTo>
                    <a:pt x="2001023" y="1018610"/>
                  </a:lnTo>
                  <a:lnTo>
                    <a:pt x="1970176" y="965179"/>
                  </a:lnTo>
                  <a:lnTo>
                    <a:pt x="2023608" y="934331"/>
                  </a:lnTo>
                  <a:close/>
                </a:path>
                <a:path w="6655434" h="6988809">
                  <a:moveTo>
                    <a:pt x="2098090" y="1065693"/>
                  </a:moveTo>
                  <a:lnTo>
                    <a:pt x="2127764" y="1117093"/>
                  </a:lnTo>
                  <a:lnTo>
                    <a:pt x="2076370" y="1146768"/>
                  </a:lnTo>
                  <a:lnTo>
                    <a:pt x="2046696" y="1095367"/>
                  </a:lnTo>
                  <a:lnTo>
                    <a:pt x="2098090" y="1065693"/>
                  </a:lnTo>
                  <a:close/>
                </a:path>
                <a:path w="6655434" h="6988809">
                  <a:moveTo>
                    <a:pt x="2172584" y="1197066"/>
                  </a:moveTo>
                  <a:lnTo>
                    <a:pt x="2201080" y="1246423"/>
                  </a:lnTo>
                  <a:lnTo>
                    <a:pt x="2151717" y="1274919"/>
                  </a:lnTo>
                  <a:lnTo>
                    <a:pt x="2123221" y="1225562"/>
                  </a:lnTo>
                  <a:lnTo>
                    <a:pt x="2172584" y="1197066"/>
                  </a:lnTo>
                  <a:close/>
                </a:path>
                <a:path w="6655434" h="6988809">
                  <a:moveTo>
                    <a:pt x="2246960" y="1328825"/>
                  </a:moveTo>
                  <a:lnTo>
                    <a:pt x="2273987" y="1375647"/>
                  </a:lnTo>
                  <a:lnTo>
                    <a:pt x="2227171" y="1402673"/>
                  </a:lnTo>
                  <a:lnTo>
                    <a:pt x="2200144" y="1355857"/>
                  </a:lnTo>
                  <a:lnTo>
                    <a:pt x="2246960" y="1328825"/>
                  </a:lnTo>
                  <a:close/>
                </a:path>
                <a:path w="6655434" h="6988809">
                  <a:moveTo>
                    <a:pt x="2321342" y="1460595"/>
                  </a:moveTo>
                  <a:lnTo>
                    <a:pt x="2346900" y="1504870"/>
                  </a:lnTo>
                  <a:lnTo>
                    <a:pt x="2302625" y="1530428"/>
                  </a:lnTo>
                  <a:lnTo>
                    <a:pt x="2277067" y="1486159"/>
                  </a:lnTo>
                  <a:lnTo>
                    <a:pt x="2321342" y="1460595"/>
                  </a:lnTo>
                  <a:close/>
                </a:path>
                <a:path w="6655434" h="6988809">
                  <a:moveTo>
                    <a:pt x="2395824" y="1591962"/>
                  </a:moveTo>
                  <a:lnTo>
                    <a:pt x="2420209" y="1634200"/>
                  </a:lnTo>
                  <a:lnTo>
                    <a:pt x="2377978" y="1658579"/>
                  </a:lnTo>
                  <a:lnTo>
                    <a:pt x="2353593" y="1616342"/>
                  </a:lnTo>
                  <a:lnTo>
                    <a:pt x="2395824" y="1591962"/>
                  </a:lnTo>
                  <a:close/>
                </a:path>
                <a:path w="6655434" h="6988809">
                  <a:moveTo>
                    <a:pt x="2470199" y="1723727"/>
                  </a:moveTo>
                  <a:lnTo>
                    <a:pt x="2493117" y="1763423"/>
                  </a:lnTo>
                  <a:lnTo>
                    <a:pt x="2453432" y="1786333"/>
                  </a:lnTo>
                  <a:lnTo>
                    <a:pt x="2430516" y="1746643"/>
                  </a:lnTo>
                  <a:lnTo>
                    <a:pt x="2470199" y="1723727"/>
                  </a:lnTo>
                  <a:close/>
                </a:path>
                <a:path w="6655434" h="6988809">
                  <a:moveTo>
                    <a:pt x="2544801" y="1854692"/>
                  </a:moveTo>
                  <a:lnTo>
                    <a:pt x="2566835" y="1892860"/>
                  </a:lnTo>
                  <a:lnTo>
                    <a:pt x="2528667" y="1914894"/>
                  </a:lnTo>
                  <a:lnTo>
                    <a:pt x="2506633" y="1876732"/>
                  </a:lnTo>
                  <a:lnTo>
                    <a:pt x="2544801" y="1854692"/>
                  </a:lnTo>
                  <a:close/>
                </a:path>
                <a:path w="6655434" h="6988809">
                  <a:moveTo>
                    <a:pt x="2619284" y="1986059"/>
                  </a:moveTo>
                  <a:lnTo>
                    <a:pt x="2640145" y="2022190"/>
                  </a:lnTo>
                  <a:lnTo>
                    <a:pt x="2604020" y="2043045"/>
                  </a:lnTo>
                  <a:lnTo>
                    <a:pt x="2583159" y="2006920"/>
                  </a:lnTo>
                  <a:lnTo>
                    <a:pt x="2619284" y="1986059"/>
                  </a:lnTo>
                  <a:close/>
                </a:path>
                <a:path w="6655434" h="6988809">
                  <a:moveTo>
                    <a:pt x="2693666" y="2117829"/>
                  </a:moveTo>
                  <a:lnTo>
                    <a:pt x="2713058" y="2151413"/>
                  </a:lnTo>
                  <a:lnTo>
                    <a:pt x="2679474" y="2170800"/>
                  </a:lnTo>
                  <a:lnTo>
                    <a:pt x="2660082" y="2137216"/>
                  </a:lnTo>
                  <a:lnTo>
                    <a:pt x="2693666" y="2117829"/>
                  </a:lnTo>
                  <a:close/>
                </a:path>
                <a:path w="6655434" h="6988809">
                  <a:moveTo>
                    <a:pt x="2768261" y="2248788"/>
                  </a:moveTo>
                  <a:lnTo>
                    <a:pt x="2786770" y="2280849"/>
                  </a:lnTo>
                  <a:lnTo>
                    <a:pt x="2754715" y="2299353"/>
                  </a:lnTo>
                  <a:lnTo>
                    <a:pt x="2736205" y="2267298"/>
                  </a:lnTo>
                  <a:lnTo>
                    <a:pt x="2768261" y="2248788"/>
                  </a:lnTo>
                  <a:close/>
                </a:path>
                <a:path w="6655434" h="6988809">
                  <a:moveTo>
                    <a:pt x="2842637" y="2380558"/>
                  </a:moveTo>
                  <a:lnTo>
                    <a:pt x="2859677" y="2410073"/>
                  </a:lnTo>
                  <a:lnTo>
                    <a:pt x="2830168" y="2427113"/>
                  </a:lnTo>
                  <a:lnTo>
                    <a:pt x="2813128" y="2397593"/>
                  </a:lnTo>
                  <a:lnTo>
                    <a:pt x="2842637" y="2380558"/>
                  </a:lnTo>
                  <a:close/>
                </a:path>
                <a:path w="6655434" h="6988809">
                  <a:moveTo>
                    <a:pt x="2917238" y="2511517"/>
                  </a:moveTo>
                  <a:lnTo>
                    <a:pt x="2933396" y="2539509"/>
                  </a:lnTo>
                  <a:lnTo>
                    <a:pt x="2905404" y="2555667"/>
                  </a:lnTo>
                  <a:lnTo>
                    <a:pt x="2889246" y="2527675"/>
                  </a:lnTo>
                  <a:lnTo>
                    <a:pt x="2917238" y="2511517"/>
                  </a:lnTo>
                  <a:close/>
                </a:path>
                <a:path w="6655434" h="6988809">
                  <a:moveTo>
                    <a:pt x="2991720" y="2642890"/>
                  </a:moveTo>
                  <a:lnTo>
                    <a:pt x="3006706" y="2668839"/>
                  </a:lnTo>
                  <a:lnTo>
                    <a:pt x="2980757" y="2683818"/>
                  </a:lnTo>
                  <a:lnTo>
                    <a:pt x="2965772" y="2657869"/>
                  </a:lnTo>
                  <a:lnTo>
                    <a:pt x="2991720" y="2642890"/>
                  </a:lnTo>
                  <a:close/>
                </a:path>
                <a:path w="6655434" h="6988809">
                  <a:moveTo>
                    <a:pt x="3066209" y="2774252"/>
                  </a:moveTo>
                  <a:lnTo>
                    <a:pt x="3080015" y="2798163"/>
                  </a:lnTo>
                  <a:lnTo>
                    <a:pt x="3056098" y="2811976"/>
                  </a:lnTo>
                  <a:lnTo>
                    <a:pt x="3042291" y="2788059"/>
                  </a:lnTo>
                  <a:lnTo>
                    <a:pt x="3066209" y="2774252"/>
                  </a:lnTo>
                  <a:close/>
                </a:path>
                <a:path w="6655434" h="6988809">
                  <a:moveTo>
                    <a:pt x="3140697" y="2905619"/>
                  </a:moveTo>
                  <a:lnTo>
                    <a:pt x="3153331" y="2927499"/>
                  </a:lnTo>
                  <a:lnTo>
                    <a:pt x="3131451" y="2940133"/>
                  </a:lnTo>
                  <a:lnTo>
                    <a:pt x="3118817" y="2918247"/>
                  </a:lnTo>
                  <a:lnTo>
                    <a:pt x="3140697" y="2905619"/>
                  </a:lnTo>
                  <a:close/>
                </a:path>
                <a:path w="6655434" h="6988809">
                  <a:moveTo>
                    <a:pt x="3215292" y="3036584"/>
                  </a:moveTo>
                  <a:lnTo>
                    <a:pt x="3227043" y="3056936"/>
                  </a:lnTo>
                  <a:lnTo>
                    <a:pt x="3206686" y="3068693"/>
                  </a:lnTo>
                  <a:lnTo>
                    <a:pt x="3194935" y="3048335"/>
                  </a:lnTo>
                  <a:lnTo>
                    <a:pt x="3215292" y="3036584"/>
                  </a:lnTo>
                  <a:close/>
                </a:path>
                <a:path w="6655434" h="6988809">
                  <a:moveTo>
                    <a:pt x="3289887" y="3167543"/>
                  </a:moveTo>
                  <a:lnTo>
                    <a:pt x="3300756" y="3186372"/>
                  </a:lnTo>
                  <a:lnTo>
                    <a:pt x="3281927" y="3197247"/>
                  </a:lnTo>
                  <a:lnTo>
                    <a:pt x="3271058" y="3178418"/>
                  </a:lnTo>
                  <a:lnTo>
                    <a:pt x="3289887" y="3167543"/>
                  </a:lnTo>
                  <a:close/>
                </a:path>
                <a:path w="6655434" h="6988809">
                  <a:moveTo>
                    <a:pt x="3364483" y="3298513"/>
                  </a:moveTo>
                  <a:lnTo>
                    <a:pt x="3374469" y="3315815"/>
                  </a:lnTo>
                  <a:lnTo>
                    <a:pt x="3357168" y="3325801"/>
                  </a:lnTo>
                  <a:lnTo>
                    <a:pt x="3347181" y="3308500"/>
                  </a:lnTo>
                  <a:lnTo>
                    <a:pt x="3364483" y="3298513"/>
                  </a:lnTo>
                  <a:close/>
                </a:path>
                <a:path w="6655434" h="6988809">
                  <a:moveTo>
                    <a:pt x="3438970" y="3429875"/>
                  </a:moveTo>
                  <a:lnTo>
                    <a:pt x="3447784" y="3445139"/>
                  </a:lnTo>
                  <a:lnTo>
                    <a:pt x="3432514" y="3453958"/>
                  </a:lnTo>
                  <a:lnTo>
                    <a:pt x="3423701" y="3438688"/>
                  </a:lnTo>
                  <a:lnTo>
                    <a:pt x="3438970" y="3429875"/>
                  </a:lnTo>
                  <a:close/>
                </a:path>
                <a:path w="6655434" h="6988809">
                  <a:moveTo>
                    <a:pt x="3513560" y="3560834"/>
                  </a:moveTo>
                  <a:lnTo>
                    <a:pt x="3521497" y="3574575"/>
                  </a:lnTo>
                  <a:lnTo>
                    <a:pt x="3507755" y="3582513"/>
                  </a:lnTo>
                  <a:lnTo>
                    <a:pt x="3499818" y="3568771"/>
                  </a:lnTo>
                  <a:lnTo>
                    <a:pt x="3513560" y="3560834"/>
                  </a:lnTo>
                  <a:close/>
                </a:path>
                <a:path w="6655434" h="6988809">
                  <a:moveTo>
                    <a:pt x="3588155" y="3691805"/>
                  </a:moveTo>
                  <a:lnTo>
                    <a:pt x="3595209" y="3704018"/>
                  </a:lnTo>
                  <a:lnTo>
                    <a:pt x="3582996" y="3711067"/>
                  </a:lnTo>
                  <a:lnTo>
                    <a:pt x="3575942" y="3698853"/>
                  </a:lnTo>
                  <a:lnTo>
                    <a:pt x="3588155" y="3691805"/>
                  </a:lnTo>
                  <a:close/>
                </a:path>
                <a:path w="6655434" h="6988809">
                  <a:moveTo>
                    <a:pt x="3662637" y="3823172"/>
                  </a:moveTo>
                  <a:lnTo>
                    <a:pt x="3668513" y="3833348"/>
                  </a:lnTo>
                  <a:lnTo>
                    <a:pt x="3658337" y="3839223"/>
                  </a:lnTo>
                  <a:lnTo>
                    <a:pt x="3652462" y="3829048"/>
                  </a:lnTo>
                  <a:lnTo>
                    <a:pt x="3662637" y="3823172"/>
                  </a:lnTo>
                  <a:close/>
                </a:path>
                <a:path w="6655434" h="6988809">
                  <a:moveTo>
                    <a:pt x="3737345" y="3953734"/>
                  </a:moveTo>
                  <a:lnTo>
                    <a:pt x="3742634" y="3962891"/>
                  </a:lnTo>
                  <a:lnTo>
                    <a:pt x="3733477" y="3968181"/>
                  </a:lnTo>
                  <a:lnTo>
                    <a:pt x="3728188" y="3959017"/>
                  </a:lnTo>
                  <a:lnTo>
                    <a:pt x="3737345" y="3953734"/>
                  </a:lnTo>
                  <a:close/>
                </a:path>
                <a:path w="6655434" h="6988809">
                  <a:moveTo>
                    <a:pt x="3812047" y="4084296"/>
                  </a:moveTo>
                  <a:lnTo>
                    <a:pt x="3816743" y="4092435"/>
                  </a:lnTo>
                  <a:lnTo>
                    <a:pt x="3808605" y="4097138"/>
                  </a:lnTo>
                  <a:lnTo>
                    <a:pt x="3803908" y="4088993"/>
                  </a:lnTo>
                  <a:lnTo>
                    <a:pt x="3812047" y="4084296"/>
                  </a:lnTo>
                  <a:close/>
                </a:path>
                <a:path w="6655434" h="6988809">
                  <a:moveTo>
                    <a:pt x="3886748" y="4214858"/>
                  </a:moveTo>
                  <a:lnTo>
                    <a:pt x="3890865" y="4221984"/>
                  </a:lnTo>
                  <a:lnTo>
                    <a:pt x="3883739" y="4226094"/>
                  </a:lnTo>
                  <a:lnTo>
                    <a:pt x="3879623" y="4218969"/>
                  </a:lnTo>
                  <a:lnTo>
                    <a:pt x="3886748" y="4214858"/>
                  </a:lnTo>
                  <a:close/>
                </a:path>
                <a:path w="6655434" h="6988809">
                  <a:moveTo>
                    <a:pt x="3961343" y="4345823"/>
                  </a:moveTo>
                  <a:lnTo>
                    <a:pt x="3964577" y="4351420"/>
                  </a:lnTo>
                  <a:lnTo>
                    <a:pt x="3958980" y="4354654"/>
                  </a:lnTo>
                  <a:lnTo>
                    <a:pt x="3955746" y="4349057"/>
                  </a:lnTo>
                  <a:lnTo>
                    <a:pt x="3961343" y="4345823"/>
                  </a:lnTo>
                  <a:close/>
                </a:path>
                <a:path w="6655434" h="6988809">
                  <a:moveTo>
                    <a:pt x="4036044" y="4476385"/>
                  </a:moveTo>
                  <a:lnTo>
                    <a:pt x="4038687" y="4480964"/>
                  </a:lnTo>
                  <a:lnTo>
                    <a:pt x="4034108" y="4483605"/>
                  </a:lnTo>
                  <a:lnTo>
                    <a:pt x="4031466" y="4479032"/>
                  </a:lnTo>
                  <a:lnTo>
                    <a:pt x="4036044" y="4476385"/>
                  </a:lnTo>
                  <a:close/>
                </a:path>
                <a:path w="6655434" h="6988809">
                  <a:moveTo>
                    <a:pt x="4110752" y="4606947"/>
                  </a:moveTo>
                  <a:lnTo>
                    <a:pt x="4112808" y="4610507"/>
                  </a:lnTo>
                  <a:lnTo>
                    <a:pt x="4109242" y="4612568"/>
                  </a:lnTo>
                  <a:lnTo>
                    <a:pt x="4107187" y="4609008"/>
                  </a:lnTo>
                  <a:lnTo>
                    <a:pt x="4110752" y="4606947"/>
                  </a:lnTo>
                  <a:close/>
                </a:path>
                <a:path w="6655434" h="6988809">
                  <a:moveTo>
                    <a:pt x="4185448" y="4737515"/>
                  </a:moveTo>
                  <a:lnTo>
                    <a:pt x="4186917" y="4740056"/>
                  </a:lnTo>
                  <a:lnTo>
                    <a:pt x="4184376" y="4741525"/>
                  </a:lnTo>
                  <a:lnTo>
                    <a:pt x="4182907" y="4738984"/>
                  </a:lnTo>
                  <a:lnTo>
                    <a:pt x="4185448" y="4737515"/>
                  </a:lnTo>
                  <a:close/>
                </a:path>
                <a:path w="6655434" h="6988809">
                  <a:moveTo>
                    <a:pt x="4260150" y="4868071"/>
                  </a:moveTo>
                  <a:lnTo>
                    <a:pt x="4261032" y="4869599"/>
                  </a:lnTo>
                  <a:lnTo>
                    <a:pt x="4259510" y="4870482"/>
                  </a:lnTo>
                  <a:lnTo>
                    <a:pt x="4258628" y="4868954"/>
                  </a:lnTo>
                  <a:lnTo>
                    <a:pt x="4260150" y="4868071"/>
                  </a:lnTo>
                  <a:close/>
                </a:path>
                <a:path w="6655434" h="6988809">
                  <a:moveTo>
                    <a:pt x="1227030" y="0"/>
                  </a:moveTo>
                  <a:lnTo>
                    <a:pt x="1324049" y="0"/>
                  </a:lnTo>
                  <a:lnTo>
                    <a:pt x="1340608" y="28684"/>
                  </a:lnTo>
                  <a:lnTo>
                    <a:pt x="1267844" y="70696"/>
                  </a:lnTo>
                  <a:lnTo>
                    <a:pt x="1227030" y="0"/>
                  </a:lnTo>
                  <a:close/>
                </a:path>
                <a:path w="6655434" h="6988809">
                  <a:moveTo>
                    <a:pt x="1373079" y="87280"/>
                  </a:moveTo>
                  <a:lnTo>
                    <a:pt x="1413918" y="158013"/>
                  </a:lnTo>
                  <a:lnTo>
                    <a:pt x="1343191" y="198853"/>
                  </a:lnTo>
                  <a:lnTo>
                    <a:pt x="1302351" y="128114"/>
                  </a:lnTo>
                  <a:lnTo>
                    <a:pt x="1373079" y="87280"/>
                  </a:lnTo>
                  <a:close/>
                </a:path>
                <a:path w="6655434" h="6988809">
                  <a:moveTo>
                    <a:pt x="1447573" y="218648"/>
                  </a:moveTo>
                  <a:lnTo>
                    <a:pt x="1487234" y="287344"/>
                  </a:lnTo>
                  <a:lnTo>
                    <a:pt x="1418538" y="327004"/>
                  </a:lnTo>
                  <a:lnTo>
                    <a:pt x="1378877" y="258308"/>
                  </a:lnTo>
                  <a:lnTo>
                    <a:pt x="1447573" y="218648"/>
                  </a:lnTo>
                  <a:close/>
                </a:path>
                <a:path w="6655434" h="6988809">
                  <a:moveTo>
                    <a:pt x="1522061" y="350009"/>
                  </a:moveTo>
                  <a:lnTo>
                    <a:pt x="1560543" y="416668"/>
                  </a:lnTo>
                  <a:lnTo>
                    <a:pt x="1493879" y="455156"/>
                  </a:lnTo>
                  <a:lnTo>
                    <a:pt x="1455397" y="388498"/>
                  </a:lnTo>
                  <a:lnTo>
                    <a:pt x="1522061" y="350009"/>
                  </a:lnTo>
                  <a:close/>
                </a:path>
                <a:path w="6655434" h="6988809">
                  <a:moveTo>
                    <a:pt x="1596544" y="481377"/>
                  </a:moveTo>
                  <a:lnTo>
                    <a:pt x="1633853" y="546004"/>
                  </a:lnTo>
                  <a:lnTo>
                    <a:pt x="1569226" y="583319"/>
                  </a:lnTo>
                  <a:lnTo>
                    <a:pt x="1531917" y="518692"/>
                  </a:lnTo>
                  <a:lnTo>
                    <a:pt x="1596544" y="481377"/>
                  </a:lnTo>
                  <a:close/>
                </a:path>
                <a:path w="6655434" h="6988809">
                  <a:moveTo>
                    <a:pt x="1670925" y="613147"/>
                  </a:moveTo>
                  <a:lnTo>
                    <a:pt x="1706766" y="675226"/>
                  </a:lnTo>
                  <a:lnTo>
                    <a:pt x="1644680" y="711067"/>
                  </a:lnTo>
                  <a:lnTo>
                    <a:pt x="1608840" y="648987"/>
                  </a:lnTo>
                  <a:lnTo>
                    <a:pt x="1670925" y="613147"/>
                  </a:lnTo>
                  <a:close/>
                </a:path>
                <a:path w="6655434" h="6988809">
                  <a:moveTo>
                    <a:pt x="1745301" y="744911"/>
                  </a:moveTo>
                  <a:lnTo>
                    <a:pt x="1779673" y="804450"/>
                  </a:lnTo>
                  <a:lnTo>
                    <a:pt x="1720135" y="838821"/>
                  </a:lnTo>
                  <a:lnTo>
                    <a:pt x="1685763" y="779283"/>
                  </a:lnTo>
                  <a:lnTo>
                    <a:pt x="1745301" y="744911"/>
                  </a:lnTo>
                  <a:close/>
                </a:path>
                <a:path w="6655434" h="6988809">
                  <a:moveTo>
                    <a:pt x="1819684" y="876676"/>
                  </a:moveTo>
                  <a:lnTo>
                    <a:pt x="1852586" y="933674"/>
                  </a:lnTo>
                  <a:lnTo>
                    <a:pt x="1795594" y="966576"/>
                  </a:lnTo>
                  <a:lnTo>
                    <a:pt x="1762686" y="909585"/>
                  </a:lnTo>
                  <a:lnTo>
                    <a:pt x="1819684" y="876676"/>
                  </a:lnTo>
                  <a:close/>
                </a:path>
                <a:path w="6655434" h="6988809">
                  <a:moveTo>
                    <a:pt x="1894171" y="1008043"/>
                  </a:moveTo>
                  <a:lnTo>
                    <a:pt x="1925901" y="1062998"/>
                  </a:lnTo>
                  <a:lnTo>
                    <a:pt x="1870941" y="1094728"/>
                  </a:lnTo>
                  <a:lnTo>
                    <a:pt x="1839211" y="1039773"/>
                  </a:lnTo>
                  <a:lnTo>
                    <a:pt x="1894171" y="1008043"/>
                  </a:lnTo>
                  <a:close/>
                </a:path>
                <a:path w="6655434" h="6988809">
                  <a:moveTo>
                    <a:pt x="1968654" y="1139411"/>
                  </a:moveTo>
                  <a:lnTo>
                    <a:pt x="1999211" y="1192333"/>
                  </a:lnTo>
                  <a:lnTo>
                    <a:pt x="1946289" y="1222890"/>
                  </a:lnTo>
                  <a:lnTo>
                    <a:pt x="1915737" y="1169968"/>
                  </a:lnTo>
                  <a:lnTo>
                    <a:pt x="1968654" y="1139411"/>
                  </a:lnTo>
                  <a:close/>
                </a:path>
                <a:path w="6655434" h="6988809">
                  <a:moveTo>
                    <a:pt x="2043035" y="1271175"/>
                  </a:moveTo>
                  <a:lnTo>
                    <a:pt x="2072118" y="1321551"/>
                  </a:lnTo>
                  <a:lnTo>
                    <a:pt x="2021742" y="1350639"/>
                  </a:lnTo>
                  <a:lnTo>
                    <a:pt x="1992654" y="1300263"/>
                  </a:lnTo>
                  <a:lnTo>
                    <a:pt x="2043035" y="1271175"/>
                  </a:lnTo>
                  <a:close/>
                </a:path>
                <a:path w="6655434" h="6988809">
                  <a:moveTo>
                    <a:pt x="2117524" y="1402537"/>
                  </a:moveTo>
                  <a:lnTo>
                    <a:pt x="2145433" y="1450887"/>
                  </a:lnTo>
                  <a:lnTo>
                    <a:pt x="2097095" y="1478796"/>
                  </a:lnTo>
                  <a:lnTo>
                    <a:pt x="2069180" y="1430446"/>
                  </a:lnTo>
                  <a:lnTo>
                    <a:pt x="2117524" y="1402537"/>
                  </a:lnTo>
                  <a:close/>
                </a:path>
                <a:path w="6655434" h="6988809">
                  <a:moveTo>
                    <a:pt x="2191793" y="1534710"/>
                  </a:moveTo>
                  <a:lnTo>
                    <a:pt x="2217937" y="1579998"/>
                  </a:lnTo>
                  <a:lnTo>
                    <a:pt x="2172649" y="1606148"/>
                  </a:lnTo>
                  <a:lnTo>
                    <a:pt x="2146505" y="1560861"/>
                  </a:lnTo>
                  <a:lnTo>
                    <a:pt x="2191793" y="1534710"/>
                  </a:lnTo>
                  <a:close/>
                </a:path>
                <a:path w="6655434" h="6988809">
                  <a:moveTo>
                    <a:pt x="2266281" y="1666078"/>
                  </a:moveTo>
                  <a:lnTo>
                    <a:pt x="2291253" y="1709327"/>
                  </a:lnTo>
                  <a:lnTo>
                    <a:pt x="2248003" y="1734299"/>
                  </a:lnTo>
                  <a:lnTo>
                    <a:pt x="2223031" y="1691049"/>
                  </a:lnTo>
                  <a:lnTo>
                    <a:pt x="2266281" y="1666078"/>
                  </a:lnTo>
                  <a:close/>
                </a:path>
                <a:path w="6655434" h="6988809">
                  <a:moveTo>
                    <a:pt x="2340663" y="1797842"/>
                  </a:moveTo>
                  <a:lnTo>
                    <a:pt x="2364165" y="1838551"/>
                  </a:lnTo>
                  <a:lnTo>
                    <a:pt x="2323456" y="1862054"/>
                  </a:lnTo>
                  <a:lnTo>
                    <a:pt x="2299954" y="1821344"/>
                  </a:lnTo>
                  <a:lnTo>
                    <a:pt x="2340663" y="1797842"/>
                  </a:lnTo>
                  <a:close/>
                </a:path>
                <a:path w="6655434" h="6988809">
                  <a:moveTo>
                    <a:pt x="2415145" y="1929209"/>
                  </a:moveTo>
                  <a:lnTo>
                    <a:pt x="2437470" y="1967881"/>
                  </a:lnTo>
                  <a:lnTo>
                    <a:pt x="2398798" y="1990205"/>
                  </a:lnTo>
                  <a:lnTo>
                    <a:pt x="2376474" y="1951540"/>
                  </a:lnTo>
                  <a:lnTo>
                    <a:pt x="2415145" y="1929209"/>
                  </a:lnTo>
                  <a:close/>
                </a:path>
                <a:path w="6655434" h="6988809">
                  <a:moveTo>
                    <a:pt x="2489746" y="2060174"/>
                  </a:moveTo>
                  <a:lnTo>
                    <a:pt x="2511188" y="2097318"/>
                  </a:lnTo>
                  <a:lnTo>
                    <a:pt x="2474039" y="2118765"/>
                  </a:lnTo>
                  <a:lnTo>
                    <a:pt x="2452597" y="2081622"/>
                  </a:lnTo>
                  <a:lnTo>
                    <a:pt x="2489746" y="2060174"/>
                  </a:lnTo>
                  <a:close/>
                </a:path>
                <a:path w="6655434" h="6988809">
                  <a:moveTo>
                    <a:pt x="2564122" y="2191939"/>
                  </a:moveTo>
                  <a:lnTo>
                    <a:pt x="2584101" y="2226541"/>
                  </a:lnTo>
                  <a:lnTo>
                    <a:pt x="2549499" y="2246520"/>
                  </a:lnTo>
                  <a:lnTo>
                    <a:pt x="2529520" y="2211918"/>
                  </a:lnTo>
                  <a:lnTo>
                    <a:pt x="2564122" y="2191939"/>
                  </a:lnTo>
                  <a:close/>
                </a:path>
                <a:path w="6655434" h="6988809">
                  <a:moveTo>
                    <a:pt x="2638605" y="2323300"/>
                  </a:moveTo>
                  <a:lnTo>
                    <a:pt x="2657411" y="2355872"/>
                  </a:lnTo>
                  <a:lnTo>
                    <a:pt x="2624840" y="2374671"/>
                  </a:lnTo>
                  <a:lnTo>
                    <a:pt x="2606040" y="2342106"/>
                  </a:lnTo>
                  <a:lnTo>
                    <a:pt x="2638605" y="2323300"/>
                  </a:lnTo>
                  <a:close/>
                </a:path>
                <a:path w="6655434" h="6988809">
                  <a:moveTo>
                    <a:pt x="2713099" y="2454674"/>
                  </a:moveTo>
                  <a:lnTo>
                    <a:pt x="2730726" y="2485201"/>
                  </a:lnTo>
                  <a:lnTo>
                    <a:pt x="2700193" y="2502828"/>
                  </a:lnTo>
                  <a:lnTo>
                    <a:pt x="2682566" y="2472301"/>
                  </a:lnTo>
                  <a:lnTo>
                    <a:pt x="2713099" y="2454674"/>
                  </a:lnTo>
                  <a:close/>
                </a:path>
                <a:path w="6655434" h="6988809">
                  <a:moveTo>
                    <a:pt x="2787581" y="2586036"/>
                  </a:moveTo>
                  <a:lnTo>
                    <a:pt x="2804029" y="2614532"/>
                  </a:lnTo>
                  <a:lnTo>
                    <a:pt x="2775540" y="2630986"/>
                  </a:lnTo>
                  <a:lnTo>
                    <a:pt x="2759085" y="2602490"/>
                  </a:lnTo>
                  <a:lnTo>
                    <a:pt x="2787581" y="2586036"/>
                  </a:lnTo>
                  <a:close/>
                </a:path>
                <a:path w="6655434" h="6988809">
                  <a:moveTo>
                    <a:pt x="2862177" y="2716994"/>
                  </a:moveTo>
                  <a:lnTo>
                    <a:pt x="2877748" y="2743968"/>
                  </a:lnTo>
                  <a:lnTo>
                    <a:pt x="2850781" y="2759540"/>
                  </a:lnTo>
                  <a:lnTo>
                    <a:pt x="2835209" y="2732566"/>
                  </a:lnTo>
                  <a:lnTo>
                    <a:pt x="2862177" y="2716994"/>
                  </a:lnTo>
                  <a:close/>
                </a:path>
                <a:path w="6655434" h="6988809">
                  <a:moveTo>
                    <a:pt x="2936665" y="2848367"/>
                  </a:moveTo>
                  <a:lnTo>
                    <a:pt x="2951058" y="2873303"/>
                  </a:lnTo>
                  <a:lnTo>
                    <a:pt x="2926128" y="2887696"/>
                  </a:lnTo>
                  <a:lnTo>
                    <a:pt x="2911729" y="2862766"/>
                  </a:lnTo>
                  <a:lnTo>
                    <a:pt x="2936665" y="2848367"/>
                  </a:lnTo>
                  <a:close/>
                </a:path>
                <a:path w="6655434" h="6988809">
                  <a:moveTo>
                    <a:pt x="3011041" y="2980132"/>
                  </a:moveTo>
                  <a:lnTo>
                    <a:pt x="3023965" y="3002521"/>
                  </a:lnTo>
                  <a:lnTo>
                    <a:pt x="3001576" y="3015451"/>
                  </a:lnTo>
                  <a:lnTo>
                    <a:pt x="2988652" y="2993056"/>
                  </a:lnTo>
                  <a:lnTo>
                    <a:pt x="3011041" y="2980132"/>
                  </a:lnTo>
                  <a:close/>
                </a:path>
                <a:path w="6655434" h="6988809">
                  <a:moveTo>
                    <a:pt x="3085636" y="3111097"/>
                  </a:moveTo>
                  <a:lnTo>
                    <a:pt x="3097678" y="3131958"/>
                  </a:lnTo>
                  <a:lnTo>
                    <a:pt x="3076817" y="3144005"/>
                  </a:lnTo>
                  <a:lnTo>
                    <a:pt x="3064775" y="3123144"/>
                  </a:lnTo>
                  <a:lnTo>
                    <a:pt x="3085636" y="3111097"/>
                  </a:lnTo>
                  <a:close/>
                </a:path>
                <a:path w="6655434" h="6988809">
                  <a:moveTo>
                    <a:pt x="3160231" y="3242055"/>
                  </a:moveTo>
                  <a:lnTo>
                    <a:pt x="3171396" y="3261394"/>
                  </a:lnTo>
                  <a:lnTo>
                    <a:pt x="3152057" y="3272559"/>
                  </a:lnTo>
                  <a:lnTo>
                    <a:pt x="3140892" y="3253220"/>
                  </a:lnTo>
                  <a:lnTo>
                    <a:pt x="3160231" y="3242055"/>
                  </a:lnTo>
                  <a:close/>
                </a:path>
                <a:path w="6655434" h="6988809">
                  <a:moveTo>
                    <a:pt x="3234827" y="3373026"/>
                  </a:moveTo>
                  <a:lnTo>
                    <a:pt x="3245109" y="3390837"/>
                  </a:lnTo>
                  <a:lnTo>
                    <a:pt x="3227298" y="3401119"/>
                  </a:lnTo>
                  <a:lnTo>
                    <a:pt x="3217016" y="3383309"/>
                  </a:lnTo>
                  <a:lnTo>
                    <a:pt x="3234827" y="3373026"/>
                  </a:lnTo>
                  <a:close/>
                </a:path>
                <a:path w="6655434" h="6988809">
                  <a:moveTo>
                    <a:pt x="3309309" y="3504394"/>
                  </a:moveTo>
                  <a:lnTo>
                    <a:pt x="3318419" y="3520167"/>
                  </a:lnTo>
                  <a:lnTo>
                    <a:pt x="3302646" y="3529276"/>
                  </a:lnTo>
                  <a:lnTo>
                    <a:pt x="3293536" y="3513497"/>
                  </a:lnTo>
                  <a:lnTo>
                    <a:pt x="3309309" y="3504394"/>
                  </a:lnTo>
                  <a:close/>
                </a:path>
                <a:path w="6655434" h="6988809">
                  <a:moveTo>
                    <a:pt x="3383910" y="3635352"/>
                  </a:moveTo>
                  <a:lnTo>
                    <a:pt x="3392137" y="3649597"/>
                  </a:lnTo>
                  <a:lnTo>
                    <a:pt x="3377886" y="3657824"/>
                  </a:lnTo>
                  <a:lnTo>
                    <a:pt x="3369660" y="3643579"/>
                  </a:lnTo>
                  <a:lnTo>
                    <a:pt x="3383910" y="3635352"/>
                  </a:lnTo>
                  <a:close/>
                </a:path>
                <a:path w="6655434" h="6988809">
                  <a:moveTo>
                    <a:pt x="3458505" y="3766317"/>
                  </a:moveTo>
                  <a:lnTo>
                    <a:pt x="3465850" y="3779040"/>
                  </a:lnTo>
                  <a:lnTo>
                    <a:pt x="3453127" y="3786385"/>
                  </a:lnTo>
                  <a:lnTo>
                    <a:pt x="3445782" y="3773662"/>
                  </a:lnTo>
                  <a:lnTo>
                    <a:pt x="3458505" y="3766317"/>
                  </a:lnTo>
                  <a:close/>
                </a:path>
                <a:path w="6655434" h="6988809">
                  <a:moveTo>
                    <a:pt x="3533101" y="3897283"/>
                  </a:moveTo>
                  <a:lnTo>
                    <a:pt x="3539563" y="3908477"/>
                  </a:lnTo>
                  <a:lnTo>
                    <a:pt x="3528362" y="3914939"/>
                  </a:lnTo>
                  <a:lnTo>
                    <a:pt x="3521900" y="3903751"/>
                  </a:lnTo>
                  <a:lnTo>
                    <a:pt x="3533101" y="3897283"/>
                  </a:lnTo>
                  <a:close/>
                </a:path>
                <a:path w="6655434" h="6988809">
                  <a:moveTo>
                    <a:pt x="3607589" y="4028650"/>
                  </a:moveTo>
                  <a:lnTo>
                    <a:pt x="3612878" y="4037807"/>
                  </a:lnTo>
                  <a:lnTo>
                    <a:pt x="3603715" y="4043096"/>
                  </a:lnTo>
                  <a:lnTo>
                    <a:pt x="3598426" y="4033939"/>
                  </a:lnTo>
                  <a:lnTo>
                    <a:pt x="3607589" y="4028650"/>
                  </a:lnTo>
                  <a:close/>
                </a:path>
                <a:path w="6655434" h="6988809">
                  <a:moveTo>
                    <a:pt x="3682285" y="4159212"/>
                  </a:moveTo>
                  <a:lnTo>
                    <a:pt x="3686988" y="4167356"/>
                  </a:lnTo>
                  <a:lnTo>
                    <a:pt x="3678844" y="4172053"/>
                  </a:lnTo>
                  <a:lnTo>
                    <a:pt x="3674147" y="4163914"/>
                  </a:lnTo>
                  <a:lnTo>
                    <a:pt x="3682285" y="4159212"/>
                  </a:lnTo>
                  <a:close/>
                </a:path>
                <a:path w="6655434" h="6988809">
                  <a:moveTo>
                    <a:pt x="3756986" y="4289774"/>
                  </a:moveTo>
                  <a:lnTo>
                    <a:pt x="3761103" y="4296899"/>
                  </a:lnTo>
                  <a:lnTo>
                    <a:pt x="3753978" y="4301016"/>
                  </a:lnTo>
                  <a:lnTo>
                    <a:pt x="3749861" y="4293890"/>
                  </a:lnTo>
                  <a:lnTo>
                    <a:pt x="3756986" y="4289774"/>
                  </a:lnTo>
                  <a:close/>
                </a:path>
                <a:path w="6655434" h="6988809">
                  <a:moveTo>
                    <a:pt x="3831694" y="4420336"/>
                  </a:moveTo>
                  <a:lnTo>
                    <a:pt x="3835218" y="4426442"/>
                  </a:lnTo>
                  <a:lnTo>
                    <a:pt x="3829105" y="4429967"/>
                  </a:lnTo>
                  <a:lnTo>
                    <a:pt x="3825581" y="4423866"/>
                  </a:lnTo>
                  <a:lnTo>
                    <a:pt x="3831694" y="4420336"/>
                  </a:lnTo>
                  <a:close/>
                </a:path>
                <a:path w="6655434" h="6988809">
                  <a:moveTo>
                    <a:pt x="3906289" y="4551307"/>
                  </a:moveTo>
                  <a:lnTo>
                    <a:pt x="3908931" y="4555879"/>
                  </a:lnTo>
                  <a:lnTo>
                    <a:pt x="3904346" y="4558527"/>
                  </a:lnTo>
                  <a:lnTo>
                    <a:pt x="3901704" y="4553948"/>
                  </a:lnTo>
                  <a:lnTo>
                    <a:pt x="3906289" y="4551307"/>
                  </a:lnTo>
                  <a:close/>
                </a:path>
                <a:path w="6655434" h="6988809">
                  <a:moveTo>
                    <a:pt x="3980991" y="4681869"/>
                  </a:moveTo>
                  <a:lnTo>
                    <a:pt x="3983046" y="4685428"/>
                  </a:lnTo>
                  <a:lnTo>
                    <a:pt x="3979480" y="4687484"/>
                  </a:lnTo>
                  <a:lnTo>
                    <a:pt x="3977425" y="4683924"/>
                  </a:lnTo>
                  <a:lnTo>
                    <a:pt x="3980991" y="4681869"/>
                  </a:lnTo>
                  <a:close/>
                </a:path>
                <a:path w="6655434" h="6988809">
                  <a:moveTo>
                    <a:pt x="4055692" y="4812431"/>
                  </a:moveTo>
                  <a:lnTo>
                    <a:pt x="4057161" y="4814972"/>
                  </a:lnTo>
                  <a:lnTo>
                    <a:pt x="4054620" y="4816441"/>
                  </a:lnTo>
                  <a:lnTo>
                    <a:pt x="4053151" y="4813900"/>
                  </a:lnTo>
                  <a:lnTo>
                    <a:pt x="4055692" y="4812431"/>
                  </a:lnTo>
                  <a:close/>
                </a:path>
                <a:path w="6655434" h="6988809">
                  <a:moveTo>
                    <a:pt x="4130394" y="4942987"/>
                  </a:moveTo>
                  <a:lnTo>
                    <a:pt x="4131277" y="4944515"/>
                  </a:lnTo>
                  <a:lnTo>
                    <a:pt x="4129748" y="4945397"/>
                  </a:lnTo>
                  <a:lnTo>
                    <a:pt x="4128866" y="4943869"/>
                  </a:lnTo>
                  <a:lnTo>
                    <a:pt x="4130394" y="4942987"/>
                  </a:lnTo>
                  <a:close/>
                </a:path>
                <a:path w="6655434" h="6988809">
                  <a:moveTo>
                    <a:pt x="1053337" y="0"/>
                  </a:moveTo>
                  <a:lnTo>
                    <a:pt x="1091801" y="0"/>
                  </a:lnTo>
                  <a:lnTo>
                    <a:pt x="1062955" y="16655"/>
                  </a:lnTo>
                  <a:lnTo>
                    <a:pt x="1053337" y="0"/>
                  </a:lnTo>
                  <a:close/>
                </a:path>
                <a:path w="6655434" h="6988809">
                  <a:moveTo>
                    <a:pt x="1169374" y="28827"/>
                  </a:moveTo>
                  <a:lnTo>
                    <a:pt x="1212855" y="104139"/>
                  </a:lnTo>
                  <a:lnTo>
                    <a:pt x="1137544" y="147620"/>
                  </a:lnTo>
                  <a:lnTo>
                    <a:pt x="1094062" y="72308"/>
                  </a:lnTo>
                  <a:lnTo>
                    <a:pt x="1169374" y="28827"/>
                  </a:lnTo>
                  <a:close/>
                </a:path>
                <a:path w="6655434" h="6988809">
                  <a:moveTo>
                    <a:pt x="1243756" y="160591"/>
                  </a:moveTo>
                  <a:lnTo>
                    <a:pt x="1285768" y="233362"/>
                  </a:lnTo>
                  <a:lnTo>
                    <a:pt x="1212997" y="275374"/>
                  </a:lnTo>
                  <a:lnTo>
                    <a:pt x="1170985" y="202603"/>
                  </a:lnTo>
                  <a:lnTo>
                    <a:pt x="1243756" y="160591"/>
                  </a:lnTo>
                  <a:close/>
                </a:path>
                <a:path w="6655434" h="6988809">
                  <a:moveTo>
                    <a:pt x="1318132" y="292361"/>
                  </a:moveTo>
                  <a:lnTo>
                    <a:pt x="1358675" y="362585"/>
                  </a:lnTo>
                  <a:lnTo>
                    <a:pt x="1288458" y="403128"/>
                  </a:lnTo>
                  <a:lnTo>
                    <a:pt x="1247914" y="332905"/>
                  </a:lnTo>
                  <a:lnTo>
                    <a:pt x="1318132" y="292361"/>
                  </a:lnTo>
                  <a:close/>
                </a:path>
                <a:path w="6655434" h="6988809">
                  <a:moveTo>
                    <a:pt x="1392620" y="423723"/>
                  </a:moveTo>
                  <a:lnTo>
                    <a:pt x="1431991" y="491915"/>
                  </a:lnTo>
                  <a:lnTo>
                    <a:pt x="1363799" y="531286"/>
                  </a:lnTo>
                  <a:lnTo>
                    <a:pt x="1324434" y="463094"/>
                  </a:lnTo>
                  <a:lnTo>
                    <a:pt x="1392620" y="423723"/>
                  </a:lnTo>
                  <a:close/>
                </a:path>
                <a:path w="6655434" h="6988809">
                  <a:moveTo>
                    <a:pt x="1467108" y="555091"/>
                  </a:moveTo>
                  <a:lnTo>
                    <a:pt x="1505301" y="621246"/>
                  </a:lnTo>
                  <a:lnTo>
                    <a:pt x="1439146" y="659438"/>
                  </a:lnTo>
                  <a:lnTo>
                    <a:pt x="1400954" y="593283"/>
                  </a:lnTo>
                  <a:lnTo>
                    <a:pt x="1467108" y="555091"/>
                  </a:lnTo>
                  <a:close/>
                </a:path>
                <a:path w="6655434" h="6988809">
                  <a:moveTo>
                    <a:pt x="1541485" y="686861"/>
                  </a:moveTo>
                  <a:lnTo>
                    <a:pt x="1578207" y="750468"/>
                  </a:lnTo>
                  <a:lnTo>
                    <a:pt x="1514606" y="787191"/>
                  </a:lnTo>
                  <a:lnTo>
                    <a:pt x="1477883" y="723584"/>
                  </a:lnTo>
                  <a:lnTo>
                    <a:pt x="1541485" y="686861"/>
                  </a:lnTo>
                  <a:close/>
                </a:path>
                <a:path w="6655434" h="6988809">
                  <a:moveTo>
                    <a:pt x="1615866" y="818625"/>
                  </a:moveTo>
                  <a:lnTo>
                    <a:pt x="1651120" y="879692"/>
                  </a:lnTo>
                  <a:lnTo>
                    <a:pt x="1590059" y="914945"/>
                  </a:lnTo>
                  <a:lnTo>
                    <a:pt x="1554806" y="853879"/>
                  </a:lnTo>
                  <a:lnTo>
                    <a:pt x="1615866" y="818625"/>
                  </a:lnTo>
                  <a:close/>
                </a:path>
                <a:path w="6655434" h="6988809">
                  <a:moveTo>
                    <a:pt x="1690242" y="950389"/>
                  </a:moveTo>
                  <a:lnTo>
                    <a:pt x="1724033" y="1008915"/>
                  </a:lnTo>
                  <a:lnTo>
                    <a:pt x="1665514" y="1042700"/>
                  </a:lnTo>
                  <a:lnTo>
                    <a:pt x="1631728" y="984175"/>
                  </a:lnTo>
                  <a:lnTo>
                    <a:pt x="1690242" y="950389"/>
                  </a:lnTo>
                  <a:close/>
                </a:path>
                <a:path w="6655434" h="6988809">
                  <a:moveTo>
                    <a:pt x="1764624" y="1082160"/>
                  </a:moveTo>
                  <a:lnTo>
                    <a:pt x="1796940" y="1138132"/>
                  </a:lnTo>
                  <a:lnTo>
                    <a:pt x="1740967" y="1170448"/>
                  </a:lnTo>
                  <a:lnTo>
                    <a:pt x="1708651" y="1114475"/>
                  </a:lnTo>
                  <a:lnTo>
                    <a:pt x="1764624" y="1082160"/>
                  </a:lnTo>
                  <a:close/>
                </a:path>
                <a:path w="6655434" h="6988809">
                  <a:moveTo>
                    <a:pt x="1839112" y="1213521"/>
                  </a:moveTo>
                  <a:lnTo>
                    <a:pt x="1870256" y="1267463"/>
                  </a:lnTo>
                  <a:lnTo>
                    <a:pt x="1816314" y="1298606"/>
                  </a:lnTo>
                  <a:lnTo>
                    <a:pt x="1785171" y="1244665"/>
                  </a:lnTo>
                  <a:lnTo>
                    <a:pt x="1839112" y="1213521"/>
                  </a:lnTo>
                  <a:close/>
                </a:path>
                <a:path w="6655434" h="6988809">
                  <a:moveTo>
                    <a:pt x="1913494" y="1345291"/>
                  </a:moveTo>
                  <a:lnTo>
                    <a:pt x="1943168" y="1396686"/>
                  </a:lnTo>
                  <a:lnTo>
                    <a:pt x="1891768" y="1426360"/>
                  </a:lnTo>
                  <a:lnTo>
                    <a:pt x="1862094" y="1374966"/>
                  </a:lnTo>
                  <a:lnTo>
                    <a:pt x="1913494" y="1345291"/>
                  </a:lnTo>
                  <a:close/>
                </a:path>
                <a:path w="6655434" h="6988809">
                  <a:moveTo>
                    <a:pt x="1987977" y="1476659"/>
                  </a:moveTo>
                  <a:lnTo>
                    <a:pt x="2016473" y="1526016"/>
                  </a:lnTo>
                  <a:lnTo>
                    <a:pt x="1967122" y="1554512"/>
                  </a:lnTo>
                  <a:lnTo>
                    <a:pt x="1938620" y="1505155"/>
                  </a:lnTo>
                  <a:lnTo>
                    <a:pt x="1987977" y="1476659"/>
                  </a:lnTo>
                  <a:close/>
                </a:path>
                <a:path w="6655434" h="6988809">
                  <a:moveTo>
                    <a:pt x="2062358" y="1608423"/>
                  </a:moveTo>
                  <a:lnTo>
                    <a:pt x="2089385" y="1655239"/>
                  </a:lnTo>
                  <a:lnTo>
                    <a:pt x="2042575" y="1682266"/>
                  </a:lnTo>
                  <a:lnTo>
                    <a:pt x="2015543" y="1635450"/>
                  </a:lnTo>
                  <a:lnTo>
                    <a:pt x="2062358" y="1608423"/>
                  </a:lnTo>
                  <a:close/>
                </a:path>
                <a:path w="6655434" h="6988809">
                  <a:moveTo>
                    <a:pt x="2136734" y="1740193"/>
                  </a:moveTo>
                  <a:lnTo>
                    <a:pt x="2162293" y="1784462"/>
                  </a:lnTo>
                  <a:lnTo>
                    <a:pt x="2118029" y="1810021"/>
                  </a:lnTo>
                  <a:lnTo>
                    <a:pt x="2092471" y="1765752"/>
                  </a:lnTo>
                  <a:lnTo>
                    <a:pt x="2136734" y="1740193"/>
                  </a:lnTo>
                  <a:close/>
                </a:path>
                <a:path w="6655434" h="6988809">
                  <a:moveTo>
                    <a:pt x="2211116" y="1871958"/>
                  </a:moveTo>
                  <a:lnTo>
                    <a:pt x="2235205" y="1913686"/>
                  </a:lnTo>
                  <a:lnTo>
                    <a:pt x="2193483" y="1937775"/>
                  </a:lnTo>
                  <a:lnTo>
                    <a:pt x="2169394" y="1896047"/>
                  </a:lnTo>
                  <a:lnTo>
                    <a:pt x="2211116" y="1871958"/>
                  </a:lnTo>
                  <a:close/>
                </a:path>
                <a:path w="6655434" h="6988809">
                  <a:moveTo>
                    <a:pt x="2285605" y="2003325"/>
                  </a:moveTo>
                  <a:lnTo>
                    <a:pt x="2308521" y="2043015"/>
                  </a:lnTo>
                  <a:lnTo>
                    <a:pt x="2268831" y="2065932"/>
                  </a:lnTo>
                  <a:lnTo>
                    <a:pt x="2245914" y="2026242"/>
                  </a:lnTo>
                  <a:lnTo>
                    <a:pt x="2285605" y="2003325"/>
                  </a:lnTo>
                  <a:close/>
                </a:path>
                <a:path w="6655434" h="6988809">
                  <a:moveTo>
                    <a:pt x="2360087" y="2134693"/>
                  </a:moveTo>
                  <a:lnTo>
                    <a:pt x="2381831" y="2172346"/>
                  </a:lnTo>
                  <a:lnTo>
                    <a:pt x="2344172" y="2194089"/>
                  </a:lnTo>
                  <a:lnTo>
                    <a:pt x="2322434" y="2156430"/>
                  </a:lnTo>
                  <a:lnTo>
                    <a:pt x="2360087" y="2134693"/>
                  </a:lnTo>
                  <a:close/>
                </a:path>
                <a:path w="6655434" h="6988809">
                  <a:moveTo>
                    <a:pt x="2434575" y="2266054"/>
                  </a:moveTo>
                  <a:lnTo>
                    <a:pt x="2455140" y="2301676"/>
                  </a:lnTo>
                  <a:lnTo>
                    <a:pt x="2419525" y="2322240"/>
                  </a:lnTo>
                  <a:lnTo>
                    <a:pt x="2398960" y="2286619"/>
                  </a:lnTo>
                  <a:lnTo>
                    <a:pt x="2434575" y="2266054"/>
                  </a:lnTo>
                  <a:close/>
                </a:path>
                <a:path w="6655434" h="6988809">
                  <a:moveTo>
                    <a:pt x="2509063" y="2397416"/>
                  </a:moveTo>
                  <a:lnTo>
                    <a:pt x="2528456" y="2431006"/>
                  </a:lnTo>
                  <a:lnTo>
                    <a:pt x="2494872" y="2450398"/>
                  </a:lnTo>
                  <a:lnTo>
                    <a:pt x="2475480" y="2416808"/>
                  </a:lnTo>
                  <a:lnTo>
                    <a:pt x="2509063" y="2397416"/>
                  </a:lnTo>
                  <a:close/>
                </a:path>
                <a:path w="6655434" h="6988809">
                  <a:moveTo>
                    <a:pt x="2583552" y="2528784"/>
                  </a:moveTo>
                  <a:lnTo>
                    <a:pt x="2601765" y="2560336"/>
                  </a:lnTo>
                  <a:lnTo>
                    <a:pt x="2570219" y="2578549"/>
                  </a:lnTo>
                  <a:lnTo>
                    <a:pt x="2552000" y="2546997"/>
                  </a:lnTo>
                  <a:lnTo>
                    <a:pt x="2583552" y="2528784"/>
                  </a:lnTo>
                  <a:close/>
                </a:path>
                <a:path w="6655434" h="6988809">
                  <a:moveTo>
                    <a:pt x="2657928" y="2660554"/>
                  </a:moveTo>
                  <a:lnTo>
                    <a:pt x="2674678" y="2689559"/>
                  </a:lnTo>
                  <a:lnTo>
                    <a:pt x="2645673" y="2706303"/>
                  </a:lnTo>
                  <a:lnTo>
                    <a:pt x="2628929" y="2677298"/>
                  </a:lnTo>
                  <a:lnTo>
                    <a:pt x="2657928" y="2660554"/>
                  </a:lnTo>
                  <a:close/>
                </a:path>
                <a:path w="6655434" h="6988809">
                  <a:moveTo>
                    <a:pt x="2732522" y="2791519"/>
                  </a:moveTo>
                  <a:lnTo>
                    <a:pt x="2748391" y="2818996"/>
                  </a:lnTo>
                  <a:lnTo>
                    <a:pt x="2720908" y="2834864"/>
                  </a:lnTo>
                  <a:lnTo>
                    <a:pt x="2705046" y="2807387"/>
                  </a:lnTo>
                  <a:lnTo>
                    <a:pt x="2732522" y="2791519"/>
                  </a:lnTo>
                  <a:close/>
                </a:path>
                <a:path w="6655434" h="6988809">
                  <a:moveTo>
                    <a:pt x="2807011" y="2922881"/>
                  </a:moveTo>
                  <a:lnTo>
                    <a:pt x="2821700" y="2948326"/>
                  </a:lnTo>
                  <a:lnTo>
                    <a:pt x="2796261" y="2963015"/>
                  </a:lnTo>
                  <a:lnTo>
                    <a:pt x="2781572" y="2937570"/>
                  </a:lnTo>
                  <a:lnTo>
                    <a:pt x="2807011" y="2922881"/>
                  </a:lnTo>
                  <a:close/>
                </a:path>
                <a:path w="6655434" h="6988809">
                  <a:moveTo>
                    <a:pt x="2881499" y="3054248"/>
                  </a:moveTo>
                  <a:lnTo>
                    <a:pt x="2895016" y="3077650"/>
                  </a:lnTo>
                  <a:lnTo>
                    <a:pt x="2871602" y="3091167"/>
                  </a:lnTo>
                  <a:lnTo>
                    <a:pt x="2858092" y="3067765"/>
                  </a:lnTo>
                  <a:lnTo>
                    <a:pt x="2881499" y="3054248"/>
                  </a:lnTo>
                  <a:close/>
                </a:path>
                <a:path w="6655434" h="6988809">
                  <a:moveTo>
                    <a:pt x="2955982" y="3185616"/>
                  </a:moveTo>
                  <a:lnTo>
                    <a:pt x="2968325" y="3206986"/>
                  </a:lnTo>
                  <a:lnTo>
                    <a:pt x="2946955" y="3219324"/>
                  </a:lnTo>
                  <a:lnTo>
                    <a:pt x="2934617" y="3197953"/>
                  </a:lnTo>
                  <a:lnTo>
                    <a:pt x="2955982" y="3185616"/>
                  </a:lnTo>
                  <a:close/>
                </a:path>
                <a:path w="6655434" h="6988809">
                  <a:moveTo>
                    <a:pt x="3030577" y="3316581"/>
                  </a:moveTo>
                  <a:lnTo>
                    <a:pt x="3042038" y="3336429"/>
                  </a:lnTo>
                  <a:lnTo>
                    <a:pt x="3022190" y="3347884"/>
                  </a:lnTo>
                  <a:lnTo>
                    <a:pt x="3010735" y="3328036"/>
                  </a:lnTo>
                  <a:lnTo>
                    <a:pt x="3030577" y="3316581"/>
                  </a:lnTo>
                  <a:close/>
                </a:path>
                <a:path w="6655434" h="6988809">
                  <a:moveTo>
                    <a:pt x="3105178" y="3447539"/>
                  </a:moveTo>
                  <a:lnTo>
                    <a:pt x="3115757" y="3465859"/>
                  </a:lnTo>
                  <a:lnTo>
                    <a:pt x="3097431" y="3476438"/>
                  </a:lnTo>
                  <a:lnTo>
                    <a:pt x="3086852" y="3458118"/>
                  </a:lnTo>
                  <a:lnTo>
                    <a:pt x="3105178" y="3447539"/>
                  </a:lnTo>
                  <a:close/>
                </a:path>
                <a:path w="6655434" h="6988809">
                  <a:moveTo>
                    <a:pt x="3179661" y="3578912"/>
                  </a:moveTo>
                  <a:lnTo>
                    <a:pt x="3189061" y="3595189"/>
                  </a:lnTo>
                  <a:lnTo>
                    <a:pt x="3172784" y="3604589"/>
                  </a:lnTo>
                  <a:lnTo>
                    <a:pt x="3163384" y="3588312"/>
                  </a:lnTo>
                  <a:lnTo>
                    <a:pt x="3179661" y="3578912"/>
                  </a:lnTo>
                  <a:close/>
                </a:path>
                <a:path w="6655434" h="6988809">
                  <a:moveTo>
                    <a:pt x="3254256" y="3709871"/>
                  </a:moveTo>
                  <a:lnTo>
                    <a:pt x="3262773" y="3724631"/>
                  </a:lnTo>
                  <a:lnTo>
                    <a:pt x="3248019" y="3733149"/>
                  </a:lnTo>
                  <a:lnTo>
                    <a:pt x="3239496" y="3718394"/>
                  </a:lnTo>
                  <a:lnTo>
                    <a:pt x="3254256" y="3709871"/>
                  </a:lnTo>
                  <a:close/>
                </a:path>
                <a:path w="6655434" h="6988809">
                  <a:moveTo>
                    <a:pt x="3328856" y="3840836"/>
                  </a:moveTo>
                  <a:lnTo>
                    <a:pt x="3336492" y="3854062"/>
                  </a:lnTo>
                  <a:lnTo>
                    <a:pt x="3323260" y="3861703"/>
                  </a:lnTo>
                  <a:lnTo>
                    <a:pt x="3315619" y="3848477"/>
                  </a:lnTo>
                  <a:lnTo>
                    <a:pt x="3328856" y="3840836"/>
                  </a:lnTo>
                  <a:close/>
                </a:path>
                <a:path w="6655434" h="6988809">
                  <a:moveTo>
                    <a:pt x="3403446" y="3971801"/>
                  </a:moveTo>
                  <a:lnTo>
                    <a:pt x="3410204" y="3983504"/>
                  </a:lnTo>
                  <a:lnTo>
                    <a:pt x="3398500" y="3990263"/>
                  </a:lnTo>
                  <a:lnTo>
                    <a:pt x="3391742" y="3978559"/>
                  </a:lnTo>
                  <a:lnTo>
                    <a:pt x="3403446" y="3971801"/>
                  </a:lnTo>
                  <a:close/>
                </a:path>
                <a:path w="6655434" h="6988809">
                  <a:moveTo>
                    <a:pt x="3477934" y="4103168"/>
                  </a:moveTo>
                  <a:lnTo>
                    <a:pt x="3483514" y="4112835"/>
                  </a:lnTo>
                  <a:lnTo>
                    <a:pt x="3473847" y="4118414"/>
                  </a:lnTo>
                  <a:lnTo>
                    <a:pt x="3468267" y="4108748"/>
                  </a:lnTo>
                  <a:lnTo>
                    <a:pt x="3477934" y="4103168"/>
                  </a:lnTo>
                  <a:close/>
                </a:path>
                <a:path w="6655434" h="6988809">
                  <a:moveTo>
                    <a:pt x="3552636" y="4233724"/>
                  </a:moveTo>
                  <a:lnTo>
                    <a:pt x="3557629" y="4242378"/>
                  </a:lnTo>
                  <a:lnTo>
                    <a:pt x="3548981" y="4247371"/>
                  </a:lnTo>
                  <a:lnTo>
                    <a:pt x="3543982" y="4238717"/>
                  </a:lnTo>
                  <a:lnTo>
                    <a:pt x="3552636" y="4233724"/>
                  </a:lnTo>
                  <a:close/>
                </a:path>
                <a:path w="6655434" h="6988809">
                  <a:moveTo>
                    <a:pt x="3627337" y="4364286"/>
                  </a:moveTo>
                  <a:lnTo>
                    <a:pt x="3631744" y="4371921"/>
                  </a:lnTo>
                  <a:lnTo>
                    <a:pt x="3624110" y="4376328"/>
                  </a:lnTo>
                  <a:lnTo>
                    <a:pt x="3619703" y="4368693"/>
                  </a:lnTo>
                  <a:lnTo>
                    <a:pt x="3627337" y="4364286"/>
                  </a:lnTo>
                  <a:close/>
                </a:path>
                <a:path w="6655434" h="6988809">
                  <a:moveTo>
                    <a:pt x="3701933" y="4495257"/>
                  </a:moveTo>
                  <a:lnTo>
                    <a:pt x="3705457" y="4501358"/>
                  </a:lnTo>
                  <a:lnTo>
                    <a:pt x="3699351" y="4504882"/>
                  </a:lnTo>
                  <a:lnTo>
                    <a:pt x="3695826" y="4498781"/>
                  </a:lnTo>
                  <a:lnTo>
                    <a:pt x="3701933" y="4495257"/>
                  </a:lnTo>
                  <a:close/>
                </a:path>
                <a:path w="6655434" h="6988809">
                  <a:moveTo>
                    <a:pt x="3776634" y="4625819"/>
                  </a:moveTo>
                  <a:lnTo>
                    <a:pt x="3779572" y="4630907"/>
                  </a:lnTo>
                  <a:lnTo>
                    <a:pt x="3774484" y="4633845"/>
                  </a:lnTo>
                  <a:lnTo>
                    <a:pt x="3771547" y="4628757"/>
                  </a:lnTo>
                  <a:lnTo>
                    <a:pt x="3776634" y="4625819"/>
                  </a:lnTo>
                  <a:close/>
                </a:path>
                <a:path w="6655434" h="6988809">
                  <a:moveTo>
                    <a:pt x="3851336" y="4756381"/>
                  </a:moveTo>
                  <a:lnTo>
                    <a:pt x="3853687" y="4760456"/>
                  </a:lnTo>
                  <a:lnTo>
                    <a:pt x="3849618" y="4762808"/>
                  </a:lnTo>
                  <a:lnTo>
                    <a:pt x="3847267" y="4758733"/>
                  </a:lnTo>
                  <a:lnTo>
                    <a:pt x="3851336" y="4756381"/>
                  </a:lnTo>
                  <a:close/>
                </a:path>
                <a:path w="6655434" h="6988809">
                  <a:moveTo>
                    <a:pt x="3926043" y="4886943"/>
                  </a:moveTo>
                  <a:lnTo>
                    <a:pt x="3927803" y="4889994"/>
                  </a:lnTo>
                  <a:lnTo>
                    <a:pt x="3924746" y="4891759"/>
                  </a:lnTo>
                  <a:lnTo>
                    <a:pt x="3922981" y="4888708"/>
                  </a:lnTo>
                  <a:lnTo>
                    <a:pt x="3926043" y="4886943"/>
                  </a:lnTo>
                  <a:close/>
                </a:path>
                <a:path w="6655434" h="6988809">
                  <a:moveTo>
                    <a:pt x="4000739" y="5017511"/>
                  </a:moveTo>
                  <a:lnTo>
                    <a:pt x="4001912" y="5019549"/>
                  </a:lnTo>
                  <a:lnTo>
                    <a:pt x="3999886" y="5020721"/>
                  </a:lnTo>
                  <a:lnTo>
                    <a:pt x="3998707" y="5018684"/>
                  </a:lnTo>
                  <a:lnTo>
                    <a:pt x="4000739" y="5017511"/>
                  </a:lnTo>
                  <a:close/>
                </a:path>
                <a:path w="6655434" h="6988809">
                  <a:moveTo>
                    <a:pt x="4074428" y="5148660"/>
                  </a:moveTo>
                  <a:lnTo>
                    <a:pt x="4075780" y="5148660"/>
                  </a:lnTo>
                  <a:lnTo>
                    <a:pt x="4076027" y="5149086"/>
                  </a:lnTo>
                  <a:lnTo>
                    <a:pt x="4074675" y="5149086"/>
                  </a:lnTo>
                  <a:lnTo>
                    <a:pt x="4074428" y="5148660"/>
                  </a:lnTo>
                  <a:close/>
                </a:path>
                <a:path w="6655434" h="6988809">
                  <a:moveTo>
                    <a:pt x="914349" y="0"/>
                  </a:moveTo>
                  <a:lnTo>
                    <a:pt x="982774" y="0"/>
                  </a:lnTo>
                  <a:lnTo>
                    <a:pt x="1011792" y="50263"/>
                  </a:lnTo>
                  <a:lnTo>
                    <a:pt x="931902" y="96391"/>
                  </a:lnTo>
                  <a:lnTo>
                    <a:pt x="885774" y="16496"/>
                  </a:lnTo>
                  <a:lnTo>
                    <a:pt x="914349" y="0"/>
                  </a:lnTo>
                  <a:close/>
                </a:path>
                <a:path w="6655434" h="6988809">
                  <a:moveTo>
                    <a:pt x="1040046" y="102137"/>
                  </a:moveTo>
                  <a:lnTo>
                    <a:pt x="1084706" y="179486"/>
                  </a:lnTo>
                  <a:lnTo>
                    <a:pt x="1007357" y="224146"/>
                  </a:lnTo>
                  <a:lnTo>
                    <a:pt x="962703" y="146797"/>
                  </a:lnTo>
                  <a:lnTo>
                    <a:pt x="1040046" y="102137"/>
                  </a:lnTo>
                  <a:close/>
                </a:path>
                <a:path w="6655434" h="6988809">
                  <a:moveTo>
                    <a:pt x="1114427" y="233907"/>
                  </a:moveTo>
                  <a:lnTo>
                    <a:pt x="1157613" y="308704"/>
                  </a:lnTo>
                  <a:lnTo>
                    <a:pt x="1082810" y="351894"/>
                  </a:lnTo>
                  <a:lnTo>
                    <a:pt x="1039625" y="277098"/>
                  </a:lnTo>
                  <a:lnTo>
                    <a:pt x="1114427" y="233907"/>
                  </a:lnTo>
                  <a:close/>
                </a:path>
                <a:path w="6655434" h="6988809">
                  <a:moveTo>
                    <a:pt x="1188696" y="366074"/>
                  </a:moveTo>
                  <a:lnTo>
                    <a:pt x="1230123" y="437826"/>
                  </a:lnTo>
                  <a:lnTo>
                    <a:pt x="1158371" y="479252"/>
                  </a:lnTo>
                  <a:lnTo>
                    <a:pt x="1116945" y="407500"/>
                  </a:lnTo>
                  <a:lnTo>
                    <a:pt x="1188696" y="366074"/>
                  </a:lnTo>
                  <a:close/>
                </a:path>
                <a:path w="6655434" h="6988809">
                  <a:moveTo>
                    <a:pt x="1263185" y="497436"/>
                  </a:moveTo>
                  <a:lnTo>
                    <a:pt x="1303438" y="567156"/>
                  </a:lnTo>
                  <a:lnTo>
                    <a:pt x="1233723" y="607403"/>
                  </a:lnTo>
                  <a:lnTo>
                    <a:pt x="1193470" y="537689"/>
                  </a:lnTo>
                  <a:lnTo>
                    <a:pt x="1263185" y="497436"/>
                  </a:lnTo>
                  <a:close/>
                </a:path>
                <a:path w="6655434" h="6988809">
                  <a:moveTo>
                    <a:pt x="1337667" y="628803"/>
                  </a:moveTo>
                  <a:lnTo>
                    <a:pt x="1376741" y="696486"/>
                  </a:lnTo>
                  <a:lnTo>
                    <a:pt x="1309065" y="735560"/>
                  </a:lnTo>
                  <a:lnTo>
                    <a:pt x="1269990" y="667877"/>
                  </a:lnTo>
                  <a:lnTo>
                    <a:pt x="1337667" y="628803"/>
                  </a:lnTo>
                  <a:close/>
                </a:path>
                <a:path w="6655434" h="6988809">
                  <a:moveTo>
                    <a:pt x="1412049" y="760573"/>
                  </a:moveTo>
                  <a:lnTo>
                    <a:pt x="1449655" y="825709"/>
                  </a:lnTo>
                  <a:lnTo>
                    <a:pt x="1384519" y="863315"/>
                  </a:lnTo>
                  <a:lnTo>
                    <a:pt x="1346913" y="798179"/>
                  </a:lnTo>
                  <a:lnTo>
                    <a:pt x="1412049" y="760573"/>
                  </a:lnTo>
                  <a:close/>
                </a:path>
                <a:path w="6655434" h="6988809">
                  <a:moveTo>
                    <a:pt x="1486431" y="892338"/>
                  </a:moveTo>
                  <a:lnTo>
                    <a:pt x="1522567" y="954932"/>
                  </a:lnTo>
                  <a:lnTo>
                    <a:pt x="1459978" y="991069"/>
                  </a:lnTo>
                  <a:lnTo>
                    <a:pt x="1423842" y="928474"/>
                  </a:lnTo>
                  <a:lnTo>
                    <a:pt x="1486431" y="892338"/>
                  </a:lnTo>
                  <a:close/>
                </a:path>
                <a:path w="6655434" h="6988809">
                  <a:moveTo>
                    <a:pt x="1560807" y="1024108"/>
                  </a:moveTo>
                  <a:lnTo>
                    <a:pt x="1595475" y="1084156"/>
                  </a:lnTo>
                  <a:lnTo>
                    <a:pt x="1535432" y="1118823"/>
                  </a:lnTo>
                  <a:lnTo>
                    <a:pt x="1500765" y="1058776"/>
                  </a:lnTo>
                  <a:lnTo>
                    <a:pt x="1560807" y="1024108"/>
                  </a:lnTo>
                  <a:close/>
                </a:path>
                <a:path w="6655434" h="6988809">
                  <a:moveTo>
                    <a:pt x="1635189" y="1155872"/>
                  </a:moveTo>
                  <a:lnTo>
                    <a:pt x="1668387" y="1213373"/>
                  </a:lnTo>
                  <a:lnTo>
                    <a:pt x="1610886" y="1246572"/>
                  </a:lnTo>
                  <a:lnTo>
                    <a:pt x="1577687" y="1189071"/>
                  </a:lnTo>
                  <a:lnTo>
                    <a:pt x="1635189" y="1155872"/>
                  </a:lnTo>
                  <a:close/>
                </a:path>
                <a:path w="6655434" h="6988809">
                  <a:moveTo>
                    <a:pt x="1709565" y="1287636"/>
                  </a:moveTo>
                  <a:lnTo>
                    <a:pt x="1741295" y="1342596"/>
                  </a:lnTo>
                  <a:lnTo>
                    <a:pt x="1686340" y="1374326"/>
                  </a:lnTo>
                  <a:lnTo>
                    <a:pt x="1654610" y="1319366"/>
                  </a:lnTo>
                  <a:lnTo>
                    <a:pt x="1709565" y="1287636"/>
                  </a:lnTo>
                  <a:close/>
                </a:path>
                <a:path w="6655434" h="6988809">
                  <a:moveTo>
                    <a:pt x="1784053" y="1419004"/>
                  </a:moveTo>
                  <a:lnTo>
                    <a:pt x="1814610" y="1471926"/>
                  </a:lnTo>
                  <a:lnTo>
                    <a:pt x="1761688" y="1502477"/>
                  </a:lnTo>
                  <a:lnTo>
                    <a:pt x="1731136" y="1449555"/>
                  </a:lnTo>
                  <a:lnTo>
                    <a:pt x="1784053" y="1419004"/>
                  </a:lnTo>
                  <a:close/>
                </a:path>
                <a:path w="6655434" h="6988809">
                  <a:moveTo>
                    <a:pt x="1858434" y="1550768"/>
                  </a:moveTo>
                  <a:lnTo>
                    <a:pt x="1887523" y="1601150"/>
                  </a:lnTo>
                  <a:lnTo>
                    <a:pt x="1837142" y="1630232"/>
                  </a:lnTo>
                  <a:lnTo>
                    <a:pt x="1808060" y="1579856"/>
                  </a:lnTo>
                  <a:lnTo>
                    <a:pt x="1858434" y="1550768"/>
                  </a:lnTo>
                  <a:close/>
                </a:path>
                <a:path w="6655434" h="6988809">
                  <a:moveTo>
                    <a:pt x="1932816" y="1682538"/>
                  </a:moveTo>
                  <a:lnTo>
                    <a:pt x="1960430" y="1730373"/>
                  </a:lnTo>
                  <a:lnTo>
                    <a:pt x="1912601" y="1757986"/>
                  </a:lnTo>
                  <a:lnTo>
                    <a:pt x="1884982" y="1710152"/>
                  </a:lnTo>
                  <a:lnTo>
                    <a:pt x="1932816" y="1682538"/>
                  </a:lnTo>
                  <a:close/>
                </a:path>
                <a:path w="6655434" h="6988809">
                  <a:moveTo>
                    <a:pt x="2007198" y="1814308"/>
                  </a:moveTo>
                  <a:lnTo>
                    <a:pt x="2033342" y="1859596"/>
                  </a:lnTo>
                  <a:lnTo>
                    <a:pt x="1988055" y="1885740"/>
                  </a:lnTo>
                  <a:lnTo>
                    <a:pt x="1961911" y="1840453"/>
                  </a:lnTo>
                  <a:lnTo>
                    <a:pt x="2007198" y="1814308"/>
                  </a:lnTo>
                  <a:close/>
                </a:path>
                <a:path w="6655434" h="6988809">
                  <a:moveTo>
                    <a:pt x="2081574" y="1946067"/>
                  </a:moveTo>
                  <a:lnTo>
                    <a:pt x="2106250" y="1988814"/>
                  </a:lnTo>
                  <a:lnTo>
                    <a:pt x="2063509" y="2013489"/>
                  </a:lnTo>
                  <a:lnTo>
                    <a:pt x="2038828" y="1970748"/>
                  </a:lnTo>
                  <a:lnTo>
                    <a:pt x="2081574" y="1946067"/>
                  </a:lnTo>
                  <a:close/>
                </a:path>
                <a:path w="6655434" h="6988809">
                  <a:moveTo>
                    <a:pt x="2155956" y="2077838"/>
                  </a:moveTo>
                  <a:lnTo>
                    <a:pt x="2179162" y="2118037"/>
                  </a:lnTo>
                  <a:lnTo>
                    <a:pt x="2138963" y="2141250"/>
                  </a:lnTo>
                  <a:lnTo>
                    <a:pt x="2115756" y="2101044"/>
                  </a:lnTo>
                  <a:lnTo>
                    <a:pt x="2155956" y="2077838"/>
                  </a:lnTo>
                  <a:close/>
                </a:path>
                <a:path w="6655434" h="6988809">
                  <a:moveTo>
                    <a:pt x="2230439" y="2209205"/>
                  </a:moveTo>
                  <a:lnTo>
                    <a:pt x="2252472" y="2247373"/>
                  </a:lnTo>
                  <a:lnTo>
                    <a:pt x="2214310" y="2269407"/>
                  </a:lnTo>
                  <a:lnTo>
                    <a:pt x="2192276" y="2231239"/>
                  </a:lnTo>
                  <a:lnTo>
                    <a:pt x="2230439" y="2209205"/>
                  </a:lnTo>
                  <a:close/>
                </a:path>
                <a:path w="6655434" h="6988809">
                  <a:moveTo>
                    <a:pt x="2305034" y="2340170"/>
                  </a:moveTo>
                  <a:lnTo>
                    <a:pt x="2326185" y="2376810"/>
                  </a:lnTo>
                  <a:lnTo>
                    <a:pt x="2289551" y="2397961"/>
                  </a:lnTo>
                  <a:lnTo>
                    <a:pt x="2268400" y="2361321"/>
                  </a:lnTo>
                  <a:lnTo>
                    <a:pt x="2305034" y="2340170"/>
                  </a:lnTo>
                  <a:close/>
                </a:path>
                <a:path w="6655434" h="6988809">
                  <a:moveTo>
                    <a:pt x="2379410" y="2471940"/>
                  </a:moveTo>
                  <a:lnTo>
                    <a:pt x="2399092" y="2506027"/>
                  </a:lnTo>
                  <a:lnTo>
                    <a:pt x="2365005" y="2525709"/>
                  </a:lnTo>
                  <a:lnTo>
                    <a:pt x="2345323" y="2491622"/>
                  </a:lnTo>
                  <a:lnTo>
                    <a:pt x="2379410" y="2471940"/>
                  </a:lnTo>
                  <a:close/>
                </a:path>
                <a:path w="6655434" h="6988809">
                  <a:moveTo>
                    <a:pt x="2453898" y="2603302"/>
                  </a:moveTo>
                  <a:lnTo>
                    <a:pt x="2472408" y="2635363"/>
                  </a:lnTo>
                  <a:lnTo>
                    <a:pt x="2440352" y="2653872"/>
                  </a:lnTo>
                  <a:lnTo>
                    <a:pt x="2421842" y="2621811"/>
                  </a:lnTo>
                  <a:lnTo>
                    <a:pt x="2453898" y="2603302"/>
                  </a:lnTo>
                  <a:close/>
                </a:path>
                <a:path w="6655434" h="6988809">
                  <a:moveTo>
                    <a:pt x="2528280" y="2735072"/>
                  </a:moveTo>
                  <a:lnTo>
                    <a:pt x="2545320" y="2764580"/>
                  </a:lnTo>
                  <a:lnTo>
                    <a:pt x="2515806" y="2781621"/>
                  </a:lnTo>
                  <a:lnTo>
                    <a:pt x="2498765" y="2752112"/>
                  </a:lnTo>
                  <a:lnTo>
                    <a:pt x="2528280" y="2735072"/>
                  </a:lnTo>
                  <a:close/>
                </a:path>
                <a:path w="6655434" h="6988809">
                  <a:moveTo>
                    <a:pt x="2602875" y="2866030"/>
                  </a:moveTo>
                  <a:lnTo>
                    <a:pt x="2619033" y="2894017"/>
                  </a:lnTo>
                  <a:lnTo>
                    <a:pt x="2591047" y="2910175"/>
                  </a:lnTo>
                  <a:lnTo>
                    <a:pt x="2574889" y="2882188"/>
                  </a:lnTo>
                  <a:lnTo>
                    <a:pt x="2602875" y="2866030"/>
                  </a:lnTo>
                  <a:close/>
                </a:path>
                <a:path w="6655434" h="6988809">
                  <a:moveTo>
                    <a:pt x="2677363" y="2997398"/>
                  </a:moveTo>
                  <a:lnTo>
                    <a:pt x="2692349" y="3023353"/>
                  </a:lnTo>
                  <a:lnTo>
                    <a:pt x="2666394" y="3038338"/>
                  </a:lnTo>
                  <a:lnTo>
                    <a:pt x="2651408" y="3012383"/>
                  </a:lnTo>
                  <a:lnTo>
                    <a:pt x="2677363" y="2997398"/>
                  </a:lnTo>
                  <a:close/>
                </a:path>
                <a:path w="6655434" h="6988809">
                  <a:moveTo>
                    <a:pt x="2751846" y="3128765"/>
                  </a:moveTo>
                  <a:lnTo>
                    <a:pt x="2765652" y="3152683"/>
                  </a:lnTo>
                  <a:lnTo>
                    <a:pt x="2741741" y="3166489"/>
                  </a:lnTo>
                  <a:lnTo>
                    <a:pt x="2727934" y="3142572"/>
                  </a:lnTo>
                  <a:lnTo>
                    <a:pt x="2751846" y="3128765"/>
                  </a:lnTo>
                  <a:close/>
                </a:path>
                <a:path w="6655434" h="6988809">
                  <a:moveTo>
                    <a:pt x="2826334" y="3260133"/>
                  </a:moveTo>
                  <a:lnTo>
                    <a:pt x="2838968" y="3282006"/>
                  </a:lnTo>
                  <a:lnTo>
                    <a:pt x="2817082" y="3294640"/>
                  </a:lnTo>
                  <a:lnTo>
                    <a:pt x="2804454" y="3272767"/>
                  </a:lnTo>
                  <a:lnTo>
                    <a:pt x="2826334" y="3260133"/>
                  </a:lnTo>
                  <a:close/>
                </a:path>
                <a:path w="6655434" h="6988809">
                  <a:moveTo>
                    <a:pt x="2900929" y="3391091"/>
                  </a:moveTo>
                  <a:lnTo>
                    <a:pt x="2912681" y="3411443"/>
                  </a:lnTo>
                  <a:lnTo>
                    <a:pt x="2892323" y="3423194"/>
                  </a:lnTo>
                  <a:lnTo>
                    <a:pt x="2880572" y="3402843"/>
                  </a:lnTo>
                  <a:lnTo>
                    <a:pt x="2900929" y="3391091"/>
                  </a:lnTo>
                  <a:close/>
                </a:path>
                <a:path w="6655434" h="6988809">
                  <a:moveTo>
                    <a:pt x="2975418" y="3522453"/>
                  </a:moveTo>
                  <a:lnTo>
                    <a:pt x="2985996" y="3540779"/>
                  </a:lnTo>
                  <a:lnTo>
                    <a:pt x="2967677" y="3551352"/>
                  </a:lnTo>
                  <a:lnTo>
                    <a:pt x="2957098" y="3533032"/>
                  </a:lnTo>
                  <a:lnTo>
                    <a:pt x="2975418" y="3522453"/>
                  </a:lnTo>
                  <a:close/>
                </a:path>
                <a:path w="6655434" h="6988809">
                  <a:moveTo>
                    <a:pt x="3050013" y="3653424"/>
                  </a:moveTo>
                  <a:lnTo>
                    <a:pt x="3059709" y="3670215"/>
                  </a:lnTo>
                  <a:lnTo>
                    <a:pt x="3042911" y="3679912"/>
                  </a:lnTo>
                  <a:lnTo>
                    <a:pt x="3033215" y="3663120"/>
                  </a:lnTo>
                  <a:lnTo>
                    <a:pt x="3050013" y="3653424"/>
                  </a:lnTo>
                  <a:close/>
                </a:path>
                <a:path w="6655434" h="6988809">
                  <a:moveTo>
                    <a:pt x="3124608" y="3784389"/>
                  </a:moveTo>
                  <a:lnTo>
                    <a:pt x="3133422" y="3799652"/>
                  </a:lnTo>
                  <a:lnTo>
                    <a:pt x="3118152" y="3808466"/>
                  </a:lnTo>
                  <a:lnTo>
                    <a:pt x="3109338" y="3793202"/>
                  </a:lnTo>
                  <a:lnTo>
                    <a:pt x="3124608" y="3784389"/>
                  </a:lnTo>
                  <a:close/>
                </a:path>
                <a:path w="6655434" h="6988809">
                  <a:moveTo>
                    <a:pt x="3199197" y="3915354"/>
                  </a:moveTo>
                  <a:lnTo>
                    <a:pt x="3207134" y="3929095"/>
                  </a:lnTo>
                  <a:lnTo>
                    <a:pt x="3193398" y="3937026"/>
                  </a:lnTo>
                  <a:lnTo>
                    <a:pt x="3185461" y="3923285"/>
                  </a:lnTo>
                  <a:lnTo>
                    <a:pt x="3199197" y="3915354"/>
                  </a:lnTo>
                  <a:close/>
                </a:path>
                <a:path w="6655434" h="6988809">
                  <a:moveTo>
                    <a:pt x="3273685" y="4046715"/>
                  </a:moveTo>
                  <a:lnTo>
                    <a:pt x="3280443" y="4058419"/>
                  </a:lnTo>
                  <a:lnTo>
                    <a:pt x="3268740" y="4065177"/>
                  </a:lnTo>
                  <a:lnTo>
                    <a:pt x="3261981" y="4053473"/>
                  </a:lnTo>
                  <a:lnTo>
                    <a:pt x="3273685" y="4046715"/>
                  </a:lnTo>
                  <a:close/>
                </a:path>
                <a:path w="6655434" h="6988809">
                  <a:moveTo>
                    <a:pt x="3348280" y="4177680"/>
                  </a:moveTo>
                  <a:lnTo>
                    <a:pt x="3354156" y="4187862"/>
                  </a:lnTo>
                  <a:lnTo>
                    <a:pt x="3343980" y="4193737"/>
                  </a:lnTo>
                  <a:lnTo>
                    <a:pt x="3338105" y="4183555"/>
                  </a:lnTo>
                  <a:lnTo>
                    <a:pt x="3348280" y="4177680"/>
                  </a:lnTo>
                  <a:close/>
                </a:path>
                <a:path w="6655434" h="6988809">
                  <a:moveTo>
                    <a:pt x="3422876" y="4308644"/>
                  </a:moveTo>
                  <a:lnTo>
                    <a:pt x="3427869" y="4317298"/>
                  </a:lnTo>
                  <a:lnTo>
                    <a:pt x="3419221" y="4322291"/>
                  </a:lnTo>
                  <a:lnTo>
                    <a:pt x="3414228" y="4313638"/>
                  </a:lnTo>
                  <a:lnTo>
                    <a:pt x="3422876" y="4308644"/>
                  </a:lnTo>
                  <a:close/>
                </a:path>
                <a:path w="6655434" h="6988809">
                  <a:moveTo>
                    <a:pt x="3497577" y="4439207"/>
                  </a:moveTo>
                  <a:lnTo>
                    <a:pt x="3501984" y="4446841"/>
                  </a:lnTo>
                  <a:lnTo>
                    <a:pt x="3494350" y="4451248"/>
                  </a:lnTo>
                  <a:lnTo>
                    <a:pt x="3489943" y="4443613"/>
                  </a:lnTo>
                  <a:lnTo>
                    <a:pt x="3497577" y="4439207"/>
                  </a:lnTo>
                  <a:close/>
                </a:path>
                <a:path w="6655434" h="6988809">
                  <a:moveTo>
                    <a:pt x="3572279" y="4569769"/>
                  </a:moveTo>
                  <a:lnTo>
                    <a:pt x="3576099" y="4576385"/>
                  </a:lnTo>
                  <a:lnTo>
                    <a:pt x="3569483" y="4580205"/>
                  </a:lnTo>
                  <a:lnTo>
                    <a:pt x="3565663" y="4573589"/>
                  </a:lnTo>
                  <a:lnTo>
                    <a:pt x="3572279" y="4569769"/>
                  </a:lnTo>
                  <a:close/>
                </a:path>
                <a:path w="6655434" h="6988809">
                  <a:moveTo>
                    <a:pt x="3646874" y="4700733"/>
                  </a:moveTo>
                  <a:lnTo>
                    <a:pt x="3649812" y="4705827"/>
                  </a:lnTo>
                  <a:lnTo>
                    <a:pt x="3644724" y="4708765"/>
                  </a:lnTo>
                  <a:lnTo>
                    <a:pt x="3641786" y="4703671"/>
                  </a:lnTo>
                  <a:lnTo>
                    <a:pt x="3646874" y="4700733"/>
                  </a:lnTo>
                  <a:close/>
                </a:path>
                <a:path w="6655434" h="6988809">
                  <a:moveTo>
                    <a:pt x="3721576" y="4831301"/>
                  </a:moveTo>
                  <a:lnTo>
                    <a:pt x="3723927" y="4835370"/>
                  </a:lnTo>
                  <a:lnTo>
                    <a:pt x="3719858" y="4837722"/>
                  </a:lnTo>
                  <a:lnTo>
                    <a:pt x="3717507" y="4833653"/>
                  </a:lnTo>
                  <a:lnTo>
                    <a:pt x="3721576" y="4831301"/>
                  </a:lnTo>
                  <a:close/>
                </a:path>
                <a:path w="6655434" h="6988809">
                  <a:moveTo>
                    <a:pt x="3796283" y="4961863"/>
                  </a:moveTo>
                  <a:lnTo>
                    <a:pt x="3798042" y="4964914"/>
                  </a:lnTo>
                  <a:lnTo>
                    <a:pt x="3794992" y="4966673"/>
                  </a:lnTo>
                  <a:lnTo>
                    <a:pt x="3793226" y="4963623"/>
                  </a:lnTo>
                  <a:lnTo>
                    <a:pt x="3796283" y="4961863"/>
                  </a:lnTo>
                  <a:close/>
                </a:path>
                <a:path w="6655434" h="6988809">
                  <a:moveTo>
                    <a:pt x="3870986" y="5092425"/>
                  </a:moveTo>
                  <a:lnTo>
                    <a:pt x="3872158" y="5094463"/>
                  </a:lnTo>
                  <a:lnTo>
                    <a:pt x="3870127" y="5095636"/>
                  </a:lnTo>
                  <a:lnTo>
                    <a:pt x="3868948" y="5093598"/>
                  </a:lnTo>
                  <a:lnTo>
                    <a:pt x="3870986" y="5092425"/>
                  </a:lnTo>
                  <a:close/>
                </a:path>
                <a:path w="6655434" h="6988809">
                  <a:moveTo>
                    <a:pt x="3944668" y="5223574"/>
                  </a:moveTo>
                  <a:lnTo>
                    <a:pt x="3946018" y="5223574"/>
                  </a:lnTo>
                  <a:lnTo>
                    <a:pt x="3946267" y="5224006"/>
                  </a:lnTo>
                  <a:lnTo>
                    <a:pt x="3944917" y="5224006"/>
                  </a:lnTo>
                  <a:lnTo>
                    <a:pt x="3944668" y="5223574"/>
                  </a:lnTo>
                  <a:close/>
                </a:path>
                <a:path w="6655434" h="6988809">
                  <a:moveTo>
                    <a:pt x="2213239" y="5529939"/>
                  </a:moveTo>
                  <a:lnTo>
                    <a:pt x="2219855" y="5529939"/>
                  </a:lnTo>
                  <a:lnTo>
                    <a:pt x="2223675" y="5542639"/>
                  </a:lnTo>
                  <a:lnTo>
                    <a:pt x="2217059" y="5542639"/>
                  </a:lnTo>
                  <a:lnTo>
                    <a:pt x="2213239" y="5529939"/>
                  </a:lnTo>
                  <a:close/>
                </a:path>
                <a:path w="6655434" h="6988809">
                  <a:moveTo>
                    <a:pt x="1012732" y="5529939"/>
                  </a:moveTo>
                  <a:lnTo>
                    <a:pt x="1018904" y="5542639"/>
                  </a:lnTo>
                  <a:lnTo>
                    <a:pt x="1002047" y="5542639"/>
                  </a:lnTo>
                  <a:lnTo>
                    <a:pt x="1012732" y="5529939"/>
                  </a:lnTo>
                  <a:close/>
                </a:path>
                <a:path w="6655434" h="6988809">
                  <a:moveTo>
                    <a:pt x="126085" y="5517239"/>
                  </a:moveTo>
                  <a:lnTo>
                    <a:pt x="139833" y="5517239"/>
                  </a:lnTo>
                  <a:lnTo>
                    <a:pt x="147764" y="5529939"/>
                  </a:lnTo>
                  <a:lnTo>
                    <a:pt x="134022" y="5542639"/>
                  </a:lnTo>
                  <a:lnTo>
                    <a:pt x="126085" y="5517239"/>
                  </a:lnTo>
                  <a:close/>
                </a:path>
                <a:path w="6655434" h="6988809">
                  <a:moveTo>
                    <a:pt x="1337278" y="5517239"/>
                  </a:moveTo>
                  <a:lnTo>
                    <a:pt x="1352530" y="5517239"/>
                  </a:lnTo>
                  <a:lnTo>
                    <a:pt x="1342864" y="5529939"/>
                  </a:lnTo>
                  <a:lnTo>
                    <a:pt x="1337278" y="5517239"/>
                  </a:lnTo>
                  <a:close/>
                </a:path>
                <a:path w="6655434" h="6988809">
                  <a:moveTo>
                    <a:pt x="474158" y="5491839"/>
                  </a:moveTo>
                  <a:lnTo>
                    <a:pt x="481799" y="5504539"/>
                  </a:lnTo>
                  <a:lnTo>
                    <a:pt x="468566" y="5517239"/>
                  </a:lnTo>
                  <a:lnTo>
                    <a:pt x="460926" y="5504539"/>
                  </a:lnTo>
                  <a:lnTo>
                    <a:pt x="474158" y="5491839"/>
                  </a:lnTo>
                  <a:close/>
                </a:path>
                <a:path w="6655434" h="6988809">
                  <a:moveTo>
                    <a:pt x="1681175" y="5491839"/>
                  </a:moveTo>
                  <a:lnTo>
                    <a:pt x="1686168" y="5504539"/>
                  </a:lnTo>
                  <a:lnTo>
                    <a:pt x="1672521" y="5504539"/>
                  </a:lnTo>
                  <a:lnTo>
                    <a:pt x="1681175" y="5491839"/>
                  </a:lnTo>
                  <a:close/>
                </a:path>
                <a:path w="6655434" h="6988809">
                  <a:moveTo>
                    <a:pt x="2007757" y="5479139"/>
                  </a:moveTo>
                  <a:lnTo>
                    <a:pt x="2019799" y="5479139"/>
                  </a:lnTo>
                  <a:lnTo>
                    <a:pt x="2012164" y="5491839"/>
                  </a:lnTo>
                  <a:lnTo>
                    <a:pt x="2007757" y="5479139"/>
                  </a:lnTo>
                  <a:close/>
                </a:path>
                <a:path w="6655434" h="6988809">
                  <a:moveTo>
                    <a:pt x="796163" y="5479139"/>
                  </a:moveTo>
                  <a:lnTo>
                    <a:pt x="808377" y="5479139"/>
                  </a:lnTo>
                  <a:lnTo>
                    <a:pt x="815431" y="5491839"/>
                  </a:lnTo>
                  <a:lnTo>
                    <a:pt x="803218" y="5491839"/>
                  </a:lnTo>
                  <a:lnTo>
                    <a:pt x="796163" y="5479139"/>
                  </a:lnTo>
                  <a:close/>
                </a:path>
                <a:path w="6655434" h="6988809">
                  <a:moveTo>
                    <a:pt x="1142601" y="5453739"/>
                  </a:moveTo>
                  <a:lnTo>
                    <a:pt x="1149063" y="5466439"/>
                  </a:lnTo>
                  <a:lnTo>
                    <a:pt x="1137868" y="5479139"/>
                  </a:lnTo>
                  <a:lnTo>
                    <a:pt x="1131406" y="5466439"/>
                  </a:lnTo>
                  <a:lnTo>
                    <a:pt x="1142601" y="5453739"/>
                  </a:lnTo>
                  <a:close/>
                </a:path>
                <a:path w="6655434" h="6988809">
                  <a:moveTo>
                    <a:pt x="2343000" y="5453739"/>
                  </a:moveTo>
                  <a:lnTo>
                    <a:pt x="2349610" y="5453739"/>
                  </a:lnTo>
                  <a:lnTo>
                    <a:pt x="2353431" y="5466439"/>
                  </a:lnTo>
                  <a:lnTo>
                    <a:pt x="2346820" y="5466439"/>
                  </a:lnTo>
                  <a:lnTo>
                    <a:pt x="2343000" y="5453739"/>
                  </a:lnTo>
                  <a:close/>
                </a:path>
                <a:path w="6655434" h="6988809">
                  <a:moveTo>
                    <a:pt x="269695" y="5441039"/>
                  </a:moveTo>
                  <a:lnTo>
                    <a:pt x="277922" y="5453739"/>
                  </a:lnTo>
                  <a:lnTo>
                    <a:pt x="263671" y="5466439"/>
                  </a:lnTo>
                  <a:lnTo>
                    <a:pt x="255444" y="5453739"/>
                  </a:lnTo>
                  <a:lnTo>
                    <a:pt x="269695" y="5441039"/>
                  </a:lnTo>
                  <a:close/>
                </a:path>
                <a:path w="6655434" h="6988809">
                  <a:moveTo>
                    <a:pt x="1467040" y="5441039"/>
                  </a:moveTo>
                  <a:lnTo>
                    <a:pt x="1476713" y="5441039"/>
                  </a:lnTo>
                  <a:lnTo>
                    <a:pt x="1482292" y="5453739"/>
                  </a:lnTo>
                  <a:lnTo>
                    <a:pt x="1472626" y="5453739"/>
                  </a:lnTo>
                  <a:lnTo>
                    <a:pt x="1467040" y="5441039"/>
                  </a:lnTo>
                  <a:close/>
                </a:path>
                <a:path w="6655434" h="6988809">
                  <a:moveTo>
                    <a:pt x="603919" y="5415639"/>
                  </a:moveTo>
                  <a:lnTo>
                    <a:pt x="611559" y="5428339"/>
                  </a:lnTo>
                  <a:lnTo>
                    <a:pt x="598321" y="5441039"/>
                  </a:lnTo>
                  <a:lnTo>
                    <a:pt x="590687" y="5428339"/>
                  </a:lnTo>
                  <a:lnTo>
                    <a:pt x="603919" y="5415639"/>
                  </a:lnTo>
                  <a:close/>
                </a:path>
                <a:path w="6655434" h="6988809">
                  <a:moveTo>
                    <a:pt x="1810930" y="5415639"/>
                  </a:moveTo>
                  <a:lnTo>
                    <a:pt x="1815923" y="5428339"/>
                  </a:lnTo>
                  <a:lnTo>
                    <a:pt x="1802282" y="5428339"/>
                  </a:lnTo>
                  <a:lnTo>
                    <a:pt x="1810930" y="5415639"/>
                  </a:lnTo>
                  <a:close/>
                </a:path>
                <a:path w="6655434" h="6988809">
                  <a:moveTo>
                    <a:pt x="2137518" y="5402939"/>
                  </a:moveTo>
                  <a:lnTo>
                    <a:pt x="2149560" y="5402939"/>
                  </a:lnTo>
                  <a:lnTo>
                    <a:pt x="2141925" y="5415639"/>
                  </a:lnTo>
                  <a:lnTo>
                    <a:pt x="2137518" y="5402939"/>
                  </a:lnTo>
                  <a:close/>
                </a:path>
                <a:path w="6655434" h="6988809">
                  <a:moveTo>
                    <a:pt x="925521" y="5402939"/>
                  </a:moveTo>
                  <a:lnTo>
                    <a:pt x="938244" y="5402939"/>
                  </a:lnTo>
                  <a:lnTo>
                    <a:pt x="945589" y="5415639"/>
                  </a:lnTo>
                  <a:lnTo>
                    <a:pt x="932866" y="5415639"/>
                  </a:lnTo>
                  <a:lnTo>
                    <a:pt x="925521" y="5402939"/>
                  </a:lnTo>
                  <a:close/>
                </a:path>
                <a:path w="6655434" h="6988809">
                  <a:moveTo>
                    <a:pt x="1272356" y="5377539"/>
                  </a:moveTo>
                  <a:lnTo>
                    <a:pt x="1278818" y="5390239"/>
                  </a:lnTo>
                  <a:lnTo>
                    <a:pt x="1267629" y="5402939"/>
                  </a:lnTo>
                  <a:lnTo>
                    <a:pt x="1261167" y="5390239"/>
                  </a:lnTo>
                  <a:lnTo>
                    <a:pt x="1272356" y="5377539"/>
                  </a:lnTo>
                  <a:close/>
                </a:path>
                <a:path w="6655434" h="6988809">
                  <a:moveTo>
                    <a:pt x="49974" y="5390239"/>
                  </a:moveTo>
                  <a:lnTo>
                    <a:pt x="65238" y="5390239"/>
                  </a:lnTo>
                  <a:lnTo>
                    <a:pt x="74051" y="5402939"/>
                  </a:lnTo>
                  <a:lnTo>
                    <a:pt x="58787" y="5402939"/>
                  </a:lnTo>
                  <a:lnTo>
                    <a:pt x="49974" y="5390239"/>
                  </a:lnTo>
                  <a:close/>
                </a:path>
                <a:path w="6655434" h="6988809">
                  <a:moveTo>
                    <a:pt x="2479371" y="5377539"/>
                  </a:moveTo>
                  <a:lnTo>
                    <a:pt x="2483191" y="5390239"/>
                  </a:lnTo>
                  <a:lnTo>
                    <a:pt x="2472755" y="5390239"/>
                  </a:lnTo>
                  <a:lnTo>
                    <a:pt x="2479371" y="5377539"/>
                  </a:lnTo>
                  <a:close/>
                </a:path>
                <a:path w="6655434" h="6988809">
                  <a:moveTo>
                    <a:pt x="399562" y="5364839"/>
                  </a:moveTo>
                  <a:lnTo>
                    <a:pt x="408085" y="5377539"/>
                  </a:lnTo>
                  <a:lnTo>
                    <a:pt x="393325" y="5390239"/>
                  </a:lnTo>
                  <a:lnTo>
                    <a:pt x="384808" y="5377539"/>
                  </a:lnTo>
                  <a:lnTo>
                    <a:pt x="399562" y="5364839"/>
                  </a:lnTo>
                  <a:close/>
                </a:path>
                <a:path w="6655434" h="6988809">
                  <a:moveTo>
                    <a:pt x="1596398" y="5364839"/>
                  </a:moveTo>
                  <a:lnTo>
                    <a:pt x="1606580" y="5364839"/>
                  </a:lnTo>
                  <a:lnTo>
                    <a:pt x="1612455" y="5377539"/>
                  </a:lnTo>
                  <a:lnTo>
                    <a:pt x="1602273" y="5377539"/>
                  </a:lnTo>
                  <a:lnTo>
                    <a:pt x="1596398" y="5364839"/>
                  </a:lnTo>
                  <a:close/>
                </a:path>
                <a:path w="6655434" h="6988809">
                  <a:moveTo>
                    <a:pt x="733787" y="5339439"/>
                  </a:moveTo>
                  <a:lnTo>
                    <a:pt x="741718" y="5364839"/>
                  </a:lnTo>
                  <a:lnTo>
                    <a:pt x="727977" y="5364839"/>
                  </a:lnTo>
                  <a:lnTo>
                    <a:pt x="720040" y="5352139"/>
                  </a:lnTo>
                  <a:lnTo>
                    <a:pt x="733787" y="5339439"/>
                  </a:lnTo>
                  <a:close/>
                </a:path>
                <a:path w="6655434" h="6988809">
                  <a:moveTo>
                    <a:pt x="1940690" y="5339439"/>
                  </a:moveTo>
                  <a:lnTo>
                    <a:pt x="1945683" y="5352139"/>
                  </a:lnTo>
                  <a:lnTo>
                    <a:pt x="1932043" y="5352139"/>
                  </a:lnTo>
                  <a:lnTo>
                    <a:pt x="1940690" y="5339439"/>
                  </a:lnTo>
                  <a:close/>
                </a:path>
                <a:path w="6655434" h="6988809">
                  <a:moveTo>
                    <a:pt x="1068005" y="5326739"/>
                  </a:moveTo>
                  <a:lnTo>
                    <a:pt x="1075350" y="5339439"/>
                  </a:lnTo>
                  <a:lnTo>
                    <a:pt x="1062627" y="5352139"/>
                  </a:lnTo>
                  <a:lnTo>
                    <a:pt x="1055282" y="5339439"/>
                  </a:lnTo>
                  <a:lnTo>
                    <a:pt x="1068005" y="5326739"/>
                  </a:lnTo>
                  <a:close/>
                </a:path>
                <a:path w="6655434" h="6988809">
                  <a:moveTo>
                    <a:pt x="2267273" y="5326739"/>
                  </a:moveTo>
                  <a:lnTo>
                    <a:pt x="2279321" y="5326739"/>
                  </a:lnTo>
                  <a:lnTo>
                    <a:pt x="2271680" y="5339439"/>
                  </a:lnTo>
                  <a:lnTo>
                    <a:pt x="2267273" y="5326739"/>
                  </a:lnTo>
                  <a:close/>
                </a:path>
                <a:path w="6655434" h="6988809">
                  <a:moveTo>
                    <a:pt x="179326" y="5314039"/>
                  </a:moveTo>
                  <a:lnTo>
                    <a:pt x="195099" y="5314039"/>
                  </a:lnTo>
                  <a:lnTo>
                    <a:pt x="204209" y="5326739"/>
                  </a:lnTo>
                  <a:lnTo>
                    <a:pt x="188436" y="5339439"/>
                  </a:lnTo>
                  <a:lnTo>
                    <a:pt x="179326" y="5314039"/>
                  </a:lnTo>
                  <a:close/>
                </a:path>
                <a:path w="6655434" h="6988809">
                  <a:moveTo>
                    <a:pt x="1402230" y="5301339"/>
                  </a:moveTo>
                  <a:lnTo>
                    <a:pt x="1408988" y="5314039"/>
                  </a:lnTo>
                  <a:lnTo>
                    <a:pt x="1397279" y="5326739"/>
                  </a:lnTo>
                  <a:lnTo>
                    <a:pt x="1390521" y="5314039"/>
                  </a:lnTo>
                  <a:lnTo>
                    <a:pt x="1402230" y="5301339"/>
                  </a:lnTo>
                  <a:close/>
                </a:path>
                <a:path w="6655434" h="6988809">
                  <a:moveTo>
                    <a:pt x="2609131" y="5301339"/>
                  </a:moveTo>
                  <a:lnTo>
                    <a:pt x="2612952" y="5314039"/>
                  </a:lnTo>
                  <a:lnTo>
                    <a:pt x="2602515" y="5314039"/>
                  </a:lnTo>
                  <a:lnTo>
                    <a:pt x="2609131" y="5301339"/>
                  </a:lnTo>
                  <a:close/>
                </a:path>
                <a:path w="6655434" h="6988809">
                  <a:moveTo>
                    <a:pt x="529317" y="5288639"/>
                  </a:moveTo>
                  <a:lnTo>
                    <a:pt x="537840" y="5301339"/>
                  </a:lnTo>
                  <a:lnTo>
                    <a:pt x="523080" y="5314039"/>
                  </a:lnTo>
                  <a:lnTo>
                    <a:pt x="514563" y="5301339"/>
                  </a:lnTo>
                  <a:lnTo>
                    <a:pt x="529317" y="5288639"/>
                  </a:lnTo>
                  <a:close/>
                </a:path>
                <a:path w="6655434" h="6988809">
                  <a:moveTo>
                    <a:pt x="1726159" y="5288639"/>
                  </a:moveTo>
                  <a:lnTo>
                    <a:pt x="1736335" y="5288639"/>
                  </a:lnTo>
                  <a:lnTo>
                    <a:pt x="1742210" y="5301339"/>
                  </a:lnTo>
                  <a:lnTo>
                    <a:pt x="1732035" y="5301339"/>
                  </a:lnTo>
                  <a:lnTo>
                    <a:pt x="1726159" y="5288639"/>
                  </a:lnTo>
                  <a:close/>
                </a:path>
                <a:path w="6655434" h="6988809">
                  <a:moveTo>
                    <a:pt x="2070451" y="5263239"/>
                  </a:moveTo>
                  <a:lnTo>
                    <a:pt x="2075444" y="5275939"/>
                  </a:lnTo>
                  <a:lnTo>
                    <a:pt x="2066797" y="5288639"/>
                  </a:lnTo>
                  <a:lnTo>
                    <a:pt x="2061797" y="5275939"/>
                  </a:lnTo>
                  <a:lnTo>
                    <a:pt x="2070451" y="5263239"/>
                  </a:lnTo>
                  <a:close/>
                </a:path>
                <a:path w="6655434" h="6988809">
                  <a:moveTo>
                    <a:pt x="849404" y="5275939"/>
                  </a:moveTo>
                  <a:lnTo>
                    <a:pt x="863649" y="5275939"/>
                  </a:lnTo>
                  <a:lnTo>
                    <a:pt x="871876" y="5288639"/>
                  </a:lnTo>
                  <a:lnTo>
                    <a:pt x="857631" y="5288639"/>
                  </a:lnTo>
                  <a:lnTo>
                    <a:pt x="849404" y="5275939"/>
                  </a:lnTo>
                  <a:close/>
                </a:path>
                <a:path w="6655434" h="6988809">
                  <a:moveTo>
                    <a:pt x="1197874" y="5250539"/>
                  </a:moveTo>
                  <a:lnTo>
                    <a:pt x="1205514" y="5263239"/>
                  </a:lnTo>
                  <a:lnTo>
                    <a:pt x="1192276" y="5275939"/>
                  </a:lnTo>
                  <a:lnTo>
                    <a:pt x="1184642" y="5263239"/>
                  </a:lnTo>
                  <a:lnTo>
                    <a:pt x="1197874" y="5250539"/>
                  </a:lnTo>
                  <a:close/>
                </a:path>
                <a:path w="6655434" h="6988809">
                  <a:moveTo>
                    <a:pt x="3" y="5263239"/>
                  </a:moveTo>
                  <a:lnTo>
                    <a:pt x="333" y="5275939"/>
                  </a:lnTo>
                  <a:lnTo>
                    <a:pt x="3" y="5275939"/>
                  </a:lnTo>
                  <a:lnTo>
                    <a:pt x="3" y="5263239"/>
                  </a:lnTo>
                  <a:close/>
                </a:path>
                <a:path w="6655434" h="6988809">
                  <a:moveTo>
                    <a:pt x="2397034" y="5250539"/>
                  </a:moveTo>
                  <a:lnTo>
                    <a:pt x="2404669" y="5250539"/>
                  </a:lnTo>
                  <a:lnTo>
                    <a:pt x="2409076" y="5263239"/>
                  </a:lnTo>
                  <a:lnTo>
                    <a:pt x="2401441" y="5263239"/>
                  </a:lnTo>
                  <a:lnTo>
                    <a:pt x="2397034" y="5250539"/>
                  </a:lnTo>
                  <a:close/>
                </a:path>
                <a:path w="6655434" h="6988809">
                  <a:moveTo>
                    <a:pt x="308684" y="5237839"/>
                  </a:moveTo>
                  <a:lnTo>
                    <a:pt x="324967" y="5237839"/>
                  </a:lnTo>
                  <a:lnTo>
                    <a:pt x="334367" y="5250539"/>
                  </a:lnTo>
                  <a:lnTo>
                    <a:pt x="318084" y="5263239"/>
                  </a:lnTo>
                  <a:lnTo>
                    <a:pt x="308684" y="5237839"/>
                  </a:lnTo>
                  <a:close/>
                </a:path>
                <a:path w="6655434" h="6988809">
                  <a:moveTo>
                    <a:pt x="1520281" y="5237839"/>
                  </a:moveTo>
                  <a:lnTo>
                    <a:pt x="1538743" y="5237839"/>
                  </a:lnTo>
                  <a:lnTo>
                    <a:pt x="1527039" y="5250539"/>
                  </a:lnTo>
                  <a:lnTo>
                    <a:pt x="1520281" y="5237839"/>
                  </a:lnTo>
                  <a:close/>
                </a:path>
                <a:path w="6655434" h="6988809">
                  <a:moveTo>
                    <a:pt x="2738892" y="5225139"/>
                  </a:moveTo>
                  <a:lnTo>
                    <a:pt x="2742712" y="5237839"/>
                  </a:lnTo>
                  <a:lnTo>
                    <a:pt x="2732270" y="5237839"/>
                  </a:lnTo>
                  <a:lnTo>
                    <a:pt x="2738892" y="5225139"/>
                  </a:lnTo>
                  <a:close/>
                </a:path>
                <a:path w="6655434" h="6988809">
                  <a:moveTo>
                    <a:pt x="659192" y="5212439"/>
                  </a:moveTo>
                  <a:lnTo>
                    <a:pt x="668006" y="5225139"/>
                  </a:lnTo>
                  <a:lnTo>
                    <a:pt x="652742" y="5237839"/>
                  </a:lnTo>
                  <a:lnTo>
                    <a:pt x="643929" y="5225139"/>
                  </a:lnTo>
                  <a:lnTo>
                    <a:pt x="659192" y="5212439"/>
                  </a:lnTo>
                  <a:close/>
                </a:path>
                <a:path w="6655434" h="6988809">
                  <a:moveTo>
                    <a:pt x="1855919" y="5212439"/>
                  </a:moveTo>
                  <a:lnTo>
                    <a:pt x="1866095" y="5212439"/>
                  </a:lnTo>
                  <a:lnTo>
                    <a:pt x="1871970" y="5225139"/>
                  </a:lnTo>
                  <a:lnTo>
                    <a:pt x="1861795" y="5225139"/>
                  </a:lnTo>
                  <a:lnTo>
                    <a:pt x="1855919" y="5212439"/>
                  </a:lnTo>
                  <a:close/>
                </a:path>
                <a:path w="6655434" h="6988809">
                  <a:moveTo>
                    <a:pt x="2191553" y="5199739"/>
                  </a:moveTo>
                  <a:lnTo>
                    <a:pt x="2205206" y="5199739"/>
                  </a:lnTo>
                  <a:lnTo>
                    <a:pt x="2196552" y="5212439"/>
                  </a:lnTo>
                  <a:lnTo>
                    <a:pt x="2191553" y="5199739"/>
                  </a:lnTo>
                  <a:close/>
                </a:path>
                <a:path w="6655434" h="6988809">
                  <a:moveTo>
                    <a:pt x="979160" y="5199739"/>
                  </a:moveTo>
                  <a:lnTo>
                    <a:pt x="993410" y="5199739"/>
                  </a:lnTo>
                  <a:lnTo>
                    <a:pt x="1001637" y="5212439"/>
                  </a:lnTo>
                  <a:lnTo>
                    <a:pt x="987387" y="5212439"/>
                  </a:lnTo>
                  <a:lnTo>
                    <a:pt x="979160" y="5199739"/>
                  </a:lnTo>
                  <a:close/>
                </a:path>
                <a:path w="6655434" h="6988809">
                  <a:moveTo>
                    <a:pt x="1327630" y="5174339"/>
                  </a:moveTo>
                  <a:lnTo>
                    <a:pt x="1335270" y="5187039"/>
                  </a:lnTo>
                  <a:lnTo>
                    <a:pt x="1322038" y="5199739"/>
                  </a:lnTo>
                  <a:lnTo>
                    <a:pt x="1314404" y="5187039"/>
                  </a:lnTo>
                  <a:lnTo>
                    <a:pt x="1327630" y="5174339"/>
                  </a:lnTo>
                  <a:close/>
                </a:path>
                <a:path w="6655434" h="6988809">
                  <a:moveTo>
                    <a:pt x="120611" y="5174339"/>
                  </a:moveTo>
                  <a:lnTo>
                    <a:pt x="130894" y="5199739"/>
                  </a:lnTo>
                  <a:lnTo>
                    <a:pt x="113083" y="5199739"/>
                  </a:lnTo>
                  <a:lnTo>
                    <a:pt x="102800" y="5187039"/>
                  </a:lnTo>
                  <a:lnTo>
                    <a:pt x="120611" y="5174339"/>
                  </a:lnTo>
                  <a:close/>
                </a:path>
                <a:path w="6655434" h="6988809">
                  <a:moveTo>
                    <a:pt x="2526795" y="5174339"/>
                  </a:moveTo>
                  <a:lnTo>
                    <a:pt x="2534424" y="5174339"/>
                  </a:lnTo>
                  <a:lnTo>
                    <a:pt x="2538831" y="5187039"/>
                  </a:lnTo>
                  <a:lnTo>
                    <a:pt x="2531202" y="5187039"/>
                  </a:lnTo>
                  <a:lnTo>
                    <a:pt x="2526795" y="5174339"/>
                  </a:lnTo>
                  <a:close/>
                </a:path>
                <a:path w="6655434" h="6988809">
                  <a:moveTo>
                    <a:pt x="438043" y="5161639"/>
                  </a:moveTo>
                  <a:lnTo>
                    <a:pt x="454835" y="5161639"/>
                  </a:lnTo>
                  <a:lnTo>
                    <a:pt x="464531" y="5174339"/>
                  </a:lnTo>
                  <a:lnTo>
                    <a:pt x="447739" y="5187039"/>
                  </a:lnTo>
                  <a:lnTo>
                    <a:pt x="438043" y="5161639"/>
                  </a:lnTo>
                  <a:close/>
                </a:path>
                <a:path w="6655434" h="6988809">
                  <a:moveTo>
                    <a:pt x="1649639" y="5161639"/>
                  </a:moveTo>
                  <a:lnTo>
                    <a:pt x="1661852" y="5161639"/>
                  </a:lnTo>
                  <a:lnTo>
                    <a:pt x="1668901" y="5174339"/>
                  </a:lnTo>
                  <a:lnTo>
                    <a:pt x="1656687" y="5174339"/>
                  </a:lnTo>
                  <a:lnTo>
                    <a:pt x="1649639" y="5161639"/>
                  </a:lnTo>
                  <a:close/>
                </a:path>
                <a:path w="6655434" h="6988809">
                  <a:moveTo>
                    <a:pt x="789054" y="5136239"/>
                  </a:moveTo>
                  <a:lnTo>
                    <a:pt x="798163" y="5148939"/>
                  </a:lnTo>
                  <a:lnTo>
                    <a:pt x="782390" y="5161639"/>
                  </a:lnTo>
                  <a:lnTo>
                    <a:pt x="773281" y="5148939"/>
                  </a:lnTo>
                  <a:lnTo>
                    <a:pt x="789054" y="5136239"/>
                  </a:lnTo>
                  <a:close/>
                </a:path>
                <a:path w="6655434" h="6988809">
                  <a:moveTo>
                    <a:pt x="1995856" y="5136239"/>
                  </a:moveTo>
                  <a:lnTo>
                    <a:pt x="2001732" y="5148939"/>
                  </a:lnTo>
                  <a:lnTo>
                    <a:pt x="1985680" y="5148939"/>
                  </a:lnTo>
                  <a:lnTo>
                    <a:pt x="1995856" y="5136239"/>
                  </a:lnTo>
                  <a:close/>
                </a:path>
                <a:path w="6655434" h="6988809">
                  <a:moveTo>
                    <a:pt x="1108518" y="5123539"/>
                  </a:moveTo>
                  <a:lnTo>
                    <a:pt x="1123272" y="5123539"/>
                  </a:lnTo>
                  <a:lnTo>
                    <a:pt x="1131795" y="5136239"/>
                  </a:lnTo>
                  <a:lnTo>
                    <a:pt x="1117035" y="5148939"/>
                  </a:lnTo>
                  <a:lnTo>
                    <a:pt x="1108518" y="5123539"/>
                  </a:lnTo>
                  <a:close/>
                </a:path>
                <a:path w="6655434" h="6988809">
                  <a:moveTo>
                    <a:pt x="2321314" y="5123539"/>
                  </a:moveTo>
                  <a:lnTo>
                    <a:pt x="2334967" y="5123539"/>
                  </a:lnTo>
                  <a:lnTo>
                    <a:pt x="2326313" y="5136239"/>
                  </a:lnTo>
                  <a:lnTo>
                    <a:pt x="2321314" y="5123539"/>
                  </a:lnTo>
                  <a:close/>
                </a:path>
                <a:path w="6655434" h="6988809">
                  <a:moveTo>
                    <a:pt x="250372" y="5098139"/>
                  </a:moveTo>
                  <a:lnTo>
                    <a:pt x="260654" y="5123539"/>
                  </a:lnTo>
                  <a:lnTo>
                    <a:pt x="242844" y="5136239"/>
                  </a:lnTo>
                  <a:lnTo>
                    <a:pt x="232561" y="5110839"/>
                  </a:lnTo>
                  <a:lnTo>
                    <a:pt x="250372" y="5098139"/>
                  </a:lnTo>
                  <a:close/>
                </a:path>
                <a:path w="6655434" h="6988809">
                  <a:moveTo>
                    <a:pt x="1457496" y="5098139"/>
                  </a:moveTo>
                  <a:lnTo>
                    <a:pt x="1465427" y="5110839"/>
                  </a:lnTo>
                  <a:lnTo>
                    <a:pt x="1451685" y="5123539"/>
                  </a:lnTo>
                  <a:lnTo>
                    <a:pt x="1443755" y="5110839"/>
                  </a:lnTo>
                  <a:lnTo>
                    <a:pt x="1457496" y="5098139"/>
                  </a:lnTo>
                  <a:close/>
                </a:path>
                <a:path w="6655434" h="6988809">
                  <a:moveTo>
                    <a:pt x="2656556" y="5098139"/>
                  </a:moveTo>
                  <a:lnTo>
                    <a:pt x="2664185" y="5098139"/>
                  </a:lnTo>
                  <a:lnTo>
                    <a:pt x="2668592" y="5110839"/>
                  </a:lnTo>
                  <a:lnTo>
                    <a:pt x="2660963" y="5110839"/>
                  </a:lnTo>
                  <a:lnTo>
                    <a:pt x="2656556" y="5098139"/>
                  </a:lnTo>
                  <a:close/>
                </a:path>
                <a:path w="6655434" h="6988809">
                  <a:moveTo>
                    <a:pt x="584704" y="5085439"/>
                  </a:moveTo>
                  <a:lnTo>
                    <a:pt x="594691" y="5098139"/>
                  </a:lnTo>
                  <a:lnTo>
                    <a:pt x="577389" y="5110839"/>
                  </a:lnTo>
                  <a:lnTo>
                    <a:pt x="567397" y="5098139"/>
                  </a:lnTo>
                  <a:lnTo>
                    <a:pt x="584704" y="5085439"/>
                  </a:lnTo>
                  <a:close/>
                </a:path>
                <a:path w="6655434" h="6988809">
                  <a:moveTo>
                    <a:pt x="1779399" y="5085439"/>
                  </a:moveTo>
                  <a:lnTo>
                    <a:pt x="1791606" y="5085439"/>
                  </a:lnTo>
                  <a:lnTo>
                    <a:pt x="1798655" y="5098139"/>
                  </a:lnTo>
                  <a:lnTo>
                    <a:pt x="1786447" y="5098139"/>
                  </a:lnTo>
                  <a:lnTo>
                    <a:pt x="1779399" y="5085439"/>
                  </a:lnTo>
                  <a:close/>
                </a:path>
                <a:path w="6655434" h="6988809">
                  <a:moveTo>
                    <a:pt x="918922" y="5060039"/>
                  </a:moveTo>
                  <a:lnTo>
                    <a:pt x="928322" y="5085439"/>
                  </a:lnTo>
                  <a:lnTo>
                    <a:pt x="912039" y="5085439"/>
                  </a:lnTo>
                  <a:lnTo>
                    <a:pt x="902639" y="5072739"/>
                  </a:lnTo>
                  <a:lnTo>
                    <a:pt x="918922" y="5060039"/>
                  </a:lnTo>
                  <a:close/>
                </a:path>
                <a:path w="6655434" h="6988809">
                  <a:moveTo>
                    <a:pt x="2125618" y="5060039"/>
                  </a:moveTo>
                  <a:lnTo>
                    <a:pt x="2131493" y="5072739"/>
                  </a:lnTo>
                  <a:lnTo>
                    <a:pt x="2115436" y="5072739"/>
                  </a:lnTo>
                  <a:lnTo>
                    <a:pt x="2125618" y="5060039"/>
                  </a:lnTo>
                  <a:close/>
                </a:path>
                <a:path w="6655434" h="6988809">
                  <a:moveTo>
                    <a:pt x="1238279" y="5047339"/>
                  </a:moveTo>
                  <a:lnTo>
                    <a:pt x="1253034" y="5047339"/>
                  </a:lnTo>
                  <a:lnTo>
                    <a:pt x="1261557" y="5060039"/>
                  </a:lnTo>
                  <a:lnTo>
                    <a:pt x="1246797" y="5072739"/>
                  </a:lnTo>
                  <a:lnTo>
                    <a:pt x="1238279" y="5047339"/>
                  </a:lnTo>
                  <a:close/>
                </a:path>
                <a:path w="6655434" h="6988809">
                  <a:moveTo>
                    <a:pt x="45915" y="5047339"/>
                  </a:moveTo>
                  <a:lnTo>
                    <a:pt x="56784" y="5060039"/>
                  </a:lnTo>
                  <a:lnTo>
                    <a:pt x="37954" y="5072739"/>
                  </a:lnTo>
                  <a:lnTo>
                    <a:pt x="27086" y="5060039"/>
                  </a:lnTo>
                  <a:lnTo>
                    <a:pt x="45915" y="5047339"/>
                  </a:lnTo>
                  <a:close/>
                </a:path>
                <a:path w="6655434" h="6988809">
                  <a:moveTo>
                    <a:pt x="2451075" y="5047339"/>
                  </a:moveTo>
                  <a:lnTo>
                    <a:pt x="2464722" y="5047339"/>
                  </a:lnTo>
                  <a:lnTo>
                    <a:pt x="2456074" y="5060039"/>
                  </a:lnTo>
                  <a:lnTo>
                    <a:pt x="2451075" y="5047339"/>
                  </a:lnTo>
                  <a:close/>
                </a:path>
                <a:path w="6655434" h="6988809">
                  <a:moveTo>
                    <a:pt x="380239" y="5021939"/>
                  </a:moveTo>
                  <a:lnTo>
                    <a:pt x="390818" y="5047339"/>
                  </a:lnTo>
                  <a:lnTo>
                    <a:pt x="372498" y="5060039"/>
                  </a:lnTo>
                  <a:lnTo>
                    <a:pt x="361920" y="5034639"/>
                  </a:lnTo>
                  <a:lnTo>
                    <a:pt x="380239" y="5021939"/>
                  </a:lnTo>
                  <a:close/>
                </a:path>
                <a:path w="6655434" h="6988809">
                  <a:moveTo>
                    <a:pt x="1587251" y="5021939"/>
                  </a:moveTo>
                  <a:lnTo>
                    <a:pt x="1595182" y="5034639"/>
                  </a:lnTo>
                  <a:lnTo>
                    <a:pt x="1581446" y="5047339"/>
                  </a:lnTo>
                  <a:lnTo>
                    <a:pt x="1573515" y="5034639"/>
                  </a:lnTo>
                  <a:lnTo>
                    <a:pt x="1587251" y="5021939"/>
                  </a:lnTo>
                  <a:close/>
                </a:path>
                <a:path w="6655434" h="6988809">
                  <a:moveTo>
                    <a:pt x="2793946" y="5021939"/>
                  </a:moveTo>
                  <a:lnTo>
                    <a:pt x="2798353" y="5034639"/>
                  </a:lnTo>
                  <a:lnTo>
                    <a:pt x="2786311" y="5034639"/>
                  </a:lnTo>
                  <a:lnTo>
                    <a:pt x="2793946" y="5021939"/>
                  </a:lnTo>
                  <a:close/>
                </a:path>
                <a:path w="6655434" h="6988809">
                  <a:moveTo>
                    <a:pt x="714565" y="5009239"/>
                  </a:moveTo>
                  <a:lnTo>
                    <a:pt x="724848" y="5021939"/>
                  </a:lnTo>
                  <a:lnTo>
                    <a:pt x="707037" y="5034639"/>
                  </a:lnTo>
                  <a:lnTo>
                    <a:pt x="696755" y="5021939"/>
                  </a:lnTo>
                  <a:lnTo>
                    <a:pt x="714565" y="5009239"/>
                  </a:lnTo>
                  <a:close/>
                </a:path>
                <a:path w="6655434" h="6988809">
                  <a:moveTo>
                    <a:pt x="1909154" y="5009239"/>
                  </a:moveTo>
                  <a:lnTo>
                    <a:pt x="1921368" y="5009239"/>
                  </a:lnTo>
                  <a:lnTo>
                    <a:pt x="1928416" y="5021939"/>
                  </a:lnTo>
                  <a:lnTo>
                    <a:pt x="1916203" y="5021939"/>
                  </a:lnTo>
                  <a:lnTo>
                    <a:pt x="1909154" y="5009239"/>
                  </a:lnTo>
                  <a:close/>
                </a:path>
                <a:path w="6655434" h="6988809">
                  <a:moveTo>
                    <a:pt x="2255372" y="4983839"/>
                  </a:moveTo>
                  <a:lnTo>
                    <a:pt x="2261248" y="4996539"/>
                  </a:lnTo>
                  <a:lnTo>
                    <a:pt x="2251072" y="5009239"/>
                  </a:lnTo>
                  <a:lnTo>
                    <a:pt x="2245196" y="4996539"/>
                  </a:lnTo>
                  <a:lnTo>
                    <a:pt x="2255372" y="4983839"/>
                  </a:lnTo>
                  <a:close/>
                </a:path>
                <a:path w="6655434" h="6988809">
                  <a:moveTo>
                    <a:pt x="1048677" y="4983839"/>
                  </a:moveTo>
                  <a:lnTo>
                    <a:pt x="1058083" y="5009239"/>
                  </a:lnTo>
                  <a:lnTo>
                    <a:pt x="1041800" y="5009239"/>
                  </a:lnTo>
                  <a:lnTo>
                    <a:pt x="1032400" y="4996539"/>
                  </a:lnTo>
                  <a:lnTo>
                    <a:pt x="1048677" y="4983839"/>
                  </a:lnTo>
                  <a:close/>
                </a:path>
                <a:path w="6655434" h="6988809">
                  <a:moveTo>
                    <a:pt x="1382795" y="4971139"/>
                  </a:moveTo>
                  <a:lnTo>
                    <a:pt x="1391318" y="4983839"/>
                  </a:lnTo>
                  <a:lnTo>
                    <a:pt x="1376557" y="4996539"/>
                  </a:lnTo>
                  <a:lnTo>
                    <a:pt x="1368040" y="4983839"/>
                  </a:lnTo>
                  <a:lnTo>
                    <a:pt x="1382795" y="4971139"/>
                  </a:lnTo>
                  <a:close/>
                </a:path>
                <a:path w="6655434" h="6988809">
                  <a:moveTo>
                    <a:pt x="175889" y="4971139"/>
                  </a:moveTo>
                  <a:lnTo>
                    <a:pt x="187344" y="4996539"/>
                  </a:lnTo>
                  <a:lnTo>
                    <a:pt x="167502" y="4996539"/>
                  </a:lnTo>
                  <a:lnTo>
                    <a:pt x="156041" y="4983839"/>
                  </a:lnTo>
                  <a:lnTo>
                    <a:pt x="175889" y="4971139"/>
                  </a:lnTo>
                  <a:close/>
                </a:path>
                <a:path w="6655434" h="6988809">
                  <a:moveTo>
                    <a:pt x="2580835" y="4971139"/>
                  </a:moveTo>
                  <a:lnTo>
                    <a:pt x="2589483" y="4971139"/>
                  </a:lnTo>
                  <a:lnTo>
                    <a:pt x="2594482" y="4983839"/>
                  </a:lnTo>
                  <a:lnTo>
                    <a:pt x="2585828" y="4983839"/>
                  </a:lnTo>
                  <a:lnTo>
                    <a:pt x="2580835" y="4971139"/>
                  </a:lnTo>
                  <a:close/>
                </a:path>
                <a:path w="6655434" h="6988809">
                  <a:moveTo>
                    <a:pt x="510109" y="4945739"/>
                  </a:moveTo>
                  <a:lnTo>
                    <a:pt x="520977" y="4971139"/>
                  </a:lnTo>
                  <a:lnTo>
                    <a:pt x="502148" y="4983839"/>
                  </a:lnTo>
                  <a:lnTo>
                    <a:pt x="491279" y="4958439"/>
                  </a:lnTo>
                  <a:lnTo>
                    <a:pt x="510109" y="4945739"/>
                  </a:lnTo>
                  <a:close/>
                </a:path>
                <a:path w="6655434" h="6988809">
                  <a:moveTo>
                    <a:pt x="1717011" y="4945739"/>
                  </a:moveTo>
                  <a:lnTo>
                    <a:pt x="1724942" y="4958439"/>
                  </a:lnTo>
                  <a:lnTo>
                    <a:pt x="1711206" y="4971139"/>
                  </a:lnTo>
                  <a:lnTo>
                    <a:pt x="1703275" y="4958439"/>
                  </a:lnTo>
                  <a:lnTo>
                    <a:pt x="1717011" y="4945739"/>
                  </a:lnTo>
                  <a:close/>
                </a:path>
                <a:path w="6655434" h="6988809">
                  <a:moveTo>
                    <a:pt x="844327" y="4933039"/>
                  </a:moveTo>
                  <a:lnTo>
                    <a:pt x="854609" y="4945739"/>
                  </a:lnTo>
                  <a:lnTo>
                    <a:pt x="836799" y="4958439"/>
                  </a:lnTo>
                  <a:lnTo>
                    <a:pt x="826516" y="4945739"/>
                  </a:lnTo>
                  <a:lnTo>
                    <a:pt x="844327" y="4933039"/>
                  </a:lnTo>
                  <a:close/>
                </a:path>
                <a:path w="6655434" h="6988809">
                  <a:moveTo>
                    <a:pt x="2038916" y="4933039"/>
                  </a:moveTo>
                  <a:lnTo>
                    <a:pt x="2051130" y="4933039"/>
                  </a:lnTo>
                  <a:lnTo>
                    <a:pt x="2058178" y="4945739"/>
                  </a:lnTo>
                  <a:lnTo>
                    <a:pt x="2045965" y="4945739"/>
                  </a:lnTo>
                  <a:lnTo>
                    <a:pt x="2038916" y="4933039"/>
                  </a:lnTo>
                  <a:close/>
                </a:path>
                <a:path w="6655434" h="6988809">
                  <a:moveTo>
                    <a:pt x="1178551" y="4907639"/>
                  </a:moveTo>
                  <a:lnTo>
                    <a:pt x="1188248" y="4933039"/>
                  </a:lnTo>
                  <a:lnTo>
                    <a:pt x="1171450" y="4945739"/>
                  </a:lnTo>
                  <a:lnTo>
                    <a:pt x="1161759" y="4920339"/>
                  </a:lnTo>
                  <a:lnTo>
                    <a:pt x="1178551" y="4907639"/>
                  </a:lnTo>
                  <a:close/>
                </a:path>
                <a:path w="6655434" h="6988809">
                  <a:moveTo>
                    <a:pt x="2385133" y="4907639"/>
                  </a:moveTo>
                  <a:lnTo>
                    <a:pt x="2391009" y="4920339"/>
                  </a:lnTo>
                  <a:lnTo>
                    <a:pt x="2380833" y="4933039"/>
                  </a:lnTo>
                  <a:lnTo>
                    <a:pt x="2374958" y="4920339"/>
                  </a:lnTo>
                  <a:lnTo>
                    <a:pt x="2385133" y="4907639"/>
                  </a:lnTo>
                  <a:close/>
                </a:path>
                <a:path w="6655434" h="6988809">
                  <a:moveTo>
                    <a:pt x="305751" y="4894939"/>
                  </a:moveTo>
                  <a:lnTo>
                    <a:pt x="317503" y="4920339"/>
                  </a:lnTo>
                  <a:lnTo>
                    <a:pt x="297151" y="4933039"/>
                  </a:lnTo>
                  <a:lnTo>
                    <a:pt x="285399" y="4907639"/>
                  </a:lnTo>
                  <a:lnTo>
                    <a:pt x="305751" y="4894939"/>
                  </a:lnTo>
                  <a:close/>
                </a:path>
                <a:path w="6655434" h="6988809">
                  <a:moveTo>
                    <a:pt x="1512656" y="4894939"/>
                  </a:moveTo>
                  <a:lnTo>
                    <a:pt x="1521469" y="4907639"/>
                  </a:lnTo>
                  <a:lnTo>
                    <a:pt x="1506206" y="4920339"/>
                  </a:lnTo>
                  <a:lnTo>
                    <a:pt x="1497392" y="4907639"/>
                  </a:lnTo>
                  <a:lnTo>
                    <a:pt x="1512656" y="4894939"/>
                  </a:lnTo>
                  <a:close/>
                </a:path>
                <a:path w="6655434" h="6988809">
                  <a:moveTo>
                    <a:pt x="2710590" y="4894939"/>
                  </a:moveTo>
                  <a:lnTo>
                    <a:pt x="2719244" y="4894939"/>
                  </a:lnTo>
                  <a:lnTo>
                    <a:pt x="2724237" y="4907639"/>
                  </a:lnTo>
                  <a:lnTo>
                    <a:pt x="2715583" y="4907639"/>
                  </a:lnTo>
                  <a:lnTo>
                    <a:pt x="2710590" y="4894939"/>
                  </a:lnTo>
                  <a:close/>
                </a:path>
                <a:path w="6655434" h="6988809">
                  <a:moveTo>
                    <a:pt x="620638" y="4882239"/>
                  </a:moveTo>
                  <a:lnTo>
                    <a:pt x="639970" y="4882239"/>
                  </a:lnTo>
                  <a:lnTo>
                    <a:pt x="651135" y="4894939"/>
                  </a:lnTo>
                  <a:lnTo>
                    <a:pt x="631802" y="4907639"/>
                  </a:lnTo>
                  <a:lnTo>
                    <a:pt x="620638" y="4882239"/>
                  </a:lnTo>
                  <a:close/>
                </a:path>
                <a:path w="6655434" h="6988809">
                  <a:moveTo>
                    <a:pt x="1846772" y="4869539"/>
                  </a:moveTo>
                  <a:lnTo>
                    <a:pt x="1854703" y="4894939"/>
                  </a:lnTo>
                  <a:lnTo>
                    <a:pt x="1840967" y="4894939"/>
                  </a:lnTo>
                  <a:lnTo>
                    <a:pt x="1833037" y="4882239"/>
                  </a:lnTo>
                  <a:lnTo>
                    <a:pt x="1846772" y="4869539"/>
                  </a:lnTo>
                  <a:close/>
                </a:path>
                <a:path w="6655434" h="6988809">
                  <a:moveTo>
                    <a:pt x="2180890" y="4856839"/>
                  </a:moveTo>
                  <a:lnTo>
                    <a:pt x="2187938" y="4869539"/>
                  </a:lnTo>
                  <a:lnTo>
                    <a:pt x="2175725" y="4882239"/>
                  </a:lnTo>
                  <a:lnTo>
                    <a:pt x="2168676" y="4869539"/>
                  </a:lnTo>
                  <a:lnTo>
                    <a:pt x="2180890" y="4856839"/>
                  </a:lnTo>
                  <a:close/>
                </a:path>
                <a:path w="6655434" h="6988809">
                  <a:moveTo>
                    <a:pt x="974194" y="4856839"/>
                  </a:moveTo>
                  <a:lnTo>
                    <a:pt x="984773" y="4869539"/>
                  </a:lnTo>
                  <a:lnTo>
                    <a:pt x="966453" y="4882239"/>
                  </a:lnTo>
                  <a:lnTo>
                    <a:pt x="955875" y="4869539"/>
                  </a:lnTo>
                  <a:lnTo>
                    <a:pt x="974194" y="4856839"/>
                  </a:lnTo>
                  <a:close/>
                </a:path>
                <a:path w="6655434" h="6988809">
                  <a:moveTo>
                    <a:pt x="1291520" y="4844139"/>
                  </a:moveTo>
                  <a:lnTo>
                    <a:pt x="1308306" y="4844139"/>
                  </a:lnTo>
                  <a:lnTo>
                    <a:pt x="1318002" y="4856839"/>
                  </a:lnTo>
                  <a:lnTo>
                    <a:pt x="1301211" y="4869539"/>
                  </a:lnTo>
                  <a:lnTo>
                    <a:pt x="1291520" y="4844139"/>
                  </a:lnTo>
                  <a:close/>
                </a:path>
                <a:path w="6655434" h="6988809">
                  <a:moveTo>
                    <a:pt x="101288" y="4844139"/>
                  </a:moveTo>
                  <a:lnTo>
                    <a:pt x="113632" y="4856839"/>
                  </a:lnTo>
                  <a:lnTo>
                    <a:pt x="92261" y="4869539"/>
                  </a:lnTo>
                  <a:lnTo>
                    <a:pt x="79918" y="4856839"/>
                  </a:lnTo>
                  <a:lnTo>
                    <a:pt x="101288" y="4844139"/>
                  </a:lnTo>
                  <a:close/>
                </a:path>
                <a:path w="6655434" h="6988809">
                  <a:moveTo>
                    <a:pt x="2504712" y="4844139"/>
                  </a:moveTo>
                  <a:lnTo>
                    <a:pt x="2520770" y="4844139"/>
                  </a:lnTo>
                  <a:lnTo>
                    <a:pt x="2510588" y="4856839"/>
                  </a:lnTo>
                  <a:lnTo>
                    <a:pt x="2504712" y="4844139"/>
                  </a:lnTo>
                  <a:close/>
                </a:path>
                <a:path w="6655434" h="6988809">
                  <a:moveTo>
                    <a:pt x="435620" y="4818739"/>
                  </a:moveTo>
                  <a:lnTo>
                    <a:pt x="447668" y="4844139"/>
                  </a:lnTo>
                  <a:lnTo>
                    <a:pt x="426801" y="4856839"/>
                  </a:lnTo>
                  <a:lnTo>
                    <a:pt x="414759" y="4831439"/>
                  </a:lnTo>
                  <a:lnTo>
                    <a:pt x="435620" y="4818739"/>
                  </a:lnTo>
                  <a:close/>
                </a:path>
                <a:path w="6655434" h="6988809">
                  <a:moveTo>
                    <a:pt x="1642416" y="4818739"/>
                  </a:moveTo>
                  <a:lnTo>
                    <a:pt x="1651229" y="4831439"/>
                  </a:lnTo>
                  <a:lnTo>
                    <a:pt x="1635966" y="4844139"/>
                  </a:lnTo>
                  <a:lnTo>
                    <a:pt x="1627153" y="4831439"/>
                  </a:lnTo>
                  <a:lnTo>
                    <a:pt x="1642416" y="4818739"/>
                  </a:lnTo>
                  <a:close/>
                </a:path>
                <a:path w="6655434" h="6988809">
                  <a:moveTo>
                    <a:pt x="769731" y="4806039"/>
                  </a:moveTo>
                  <a:lnTo>
                    <a:pt x="780896" y="4818739"/>
                  </a:lnTo>
                  <a:lnTo>
                    <a:pt x="761557" y="4831439"/>
                  </a:lnTo>
                  <a:lnTo>
                    <a:pt x="750392" y="4818739"/>
                  </a:lnTo>
                  <a:lnTo>
                    <a:pt x="769731" y="4806039"/>
                  </a:lnTo>
                  <a:close/>
                </a:path>
                <a:path w="6655434" h="6988809">
                  <a:moveTo>
                    <a:pt x="1962793" y="4806039"/>
                  </a:moveTo>
                  <a:lnTo>
                    <a:pt x="1976534" y="4806039"/>
                  </a:lnTo>
                  <a:lnTo>
                    <a:pt x="1984465" y="4818739"/>
                  </a:lnTo>
                  <a:lnTo>
                    <a:pt x="1970723" y="4818739"/>
                  </a:lnTo>
                  <a:lnTo>
                    <a:pt x="1962793" y="4806039"/>
                  </a:lnTo>
                  <a:close/>
                </a:path>
                <a:path w="6655434" h="6988809">
                  <a:moveTo>
                    <a:pt x="2310645" y="4780639"/>
                  </a:moveTo>
                  <a:lnTo>
                    <a:pt x="2317694" y="4793339"/>
                  </a:lnTo>
                  <a:lnTo>
                    <a:pt x="2305486" y="4806039"/>
                  </a:lnTo>
                  <a:lnTo>
                    <a:pt x="2298437" y="4793339"/>
                  </a:lnTo>
                  <a:lnTo>
                    <a:pt x="2310645" y="4780639"/>
                  </a:lnTo>
                  <a:close/>
                </a:path>
                <a:path w="6655434" h="6988809">
                  <a:moveTo>
                    <a:pt x="1103950" y="4780639"/>
                  </a:moveTo>
                  <a:lnTo>
                    <a:pt x="1114529" y="4806039"/>
                  </a:lnTo>
                  <a:lnTo>
                    <a:pt x="1096215" y="4806039"/>
                  </a:lnTo>
                  <a:lnTo>
                    <a:pt x="1085636" y="4793339"/>
                  </a:lnTo>
                  <a:lnTo>
                    <a:pt x="1103950" y="4780639"/>
                  </a:lnTo>
                  <a:close/>
                </a:path>
                <a:path w="6655434" h="6988809">
                  <a:moveTo>
                    <a:pt x="1420872" y="4767939"/>
                  </a:moveTo>
                  <a:lnTo>
                    <a:pt x="1438173" y="4767939"/>
                  </a:lnTo>
                  <a:lnTo>
                    <a:pt x="1448166" y="4780639"/>
                  </a:lnTo>
                  <a:lnTo>
                    <a:pt x="1430864" y="4793339"/>
                  </a:lnTo>
                  <a:lnTo>
                    <a:pt x="1420872" y="4767939"/>
                  </a:lnTo>
                  <a:close/>
                </a:path>
                <a:path w="6655434" h="6988809">
                  <a:moveTo>
                    <a:pt x="231162" y="4767939"/>
                  </a:moveTo>
                  <a:lnTo>
                    <a:pt x="243791" y="4780639"/>
                  </a:lnTo>
                  <a:lnTo>
                    <a:pt x="221910" y="4793339"/>
                  </a:lnTo>
                  <a:lnTo>
                    <a:pt x="209277" y="4780639"/>
                  </a:lnTo>
                  <a:lnTo>
                    <a:pt x="231162" y="4767939"/>
                  </a:lnTo>
                  <a:close/>
                </a:path>
                <a:path w="6655434" h="6988809">
                  <a:moveTo>
                    <a:pt x="2634473" y="4767939"/>
                  </a:moveTo>
                  <a:lnTo>
                    <a:pt x="2650525" y="4767939"/>
                  </a:lnTo>
                  <a:lnTo>
                    <a:pt x="2640349" y="4780639"/>
                  </a:lnTo>
                  <a:lnTo>
                    <a:pt x="2634473" y="4767939"/>
                  </a:lnTo>
                  <a:close/>
                </a:path>
                <a:path w="6655434" h="6988809">
                  <a:moveTo>
                    <a:pt x="565488" y="4742539"/>
                  </a:moveTo>
                  <a:lnTo>
                    <a:pt x="577831" y="4767939"/>
                  </a:lnTo>
                  <a:lnTo>
                    <a:pt x="556455" y="4780639"/>
                  </a:lnTo>
                  <a:lnTo>
                    <a:pt x="544112" y="4755239"/>
                  </a:lnTo>
                  <a:lnTo>
                    <a:pt x="565488" y="4742539"/>
                  </a:lnTo>
                  <a:close/>
                </a:path>
                <a:path w="6655434" h="6988809">
                  <a:moveTo>
                    <a:pt x="1772177" y="4742539"/>
                  </a:moveTo>
                  <a:lnTo>
                    <a:pt x="1780991" y="4755239"/>
                  </a:lnTo>
                  <a:lnTo>
                    <a:pt x="1765727" y="4767939"/>
                  </a:lnTo>
                  <a:lnTo>
                    <a:pt x="1756914" y="4755239"/>
                  </a:lnTo>
                  <a:lnTo>
                    <a:pt x="1772177" y="4742539"/>
                  </a:lnTo>
                  <a:close/>
                </a:path>
                <a:path w="6655434" h="6988809">
                  <a:moveTo>
                    <a:pt x="899599" y="4729839"/>
                  </a:moveTo>
                  <a:lnTo>
                    <a:pt x="911054" y="4742539"/>
                  </a:lnTo>
                  <a:lnTo>
                    <a:pt x="891212" y="4755239"/>
                  </a:lnTo>
                  <a:lnTo>
                    <a:pt x="879751" y="4742539"/>
                  </a:lnTo>
                  <a:lnTo>
                    <a:pt x="899599" y="4729839"/>
                  </a:lnTo>
                  <a:close/>
                </a:path>
                <a:path w="6655434" h="6988809">
                  <a:moveTo>
                    <a:pt x="2092553" y="4729839"/>
                  </a:moveTo>
                  <a:lnTo>
                    <a:pt x="2106294" y="4729839"/>
                  </a:lnTo>
                  <a:lnTo>
                    <a:pt x="2114225" y="4742539"/>
                  </a:lnTo>
                  <a:lnTo>
                    <a:pt x="2100484" y="4742539"/>
                  </a:lnTo>
                  <a:lnTo>
                    <a:pt x="2092553" y="4729839"/>
                  </a:lnTo>
                  <a:close/>
                </a:path>
                <a:path w="6655434" h="6988809">
                  <a:moveTo>
                    <a:pt x="1233711" y="4704439"/>
                  </a:moveTo>
                  <a:lnTo>
                    <a:pt x="1244290" y="4729839"/>
                  </a:lnTo>
                  <a:lnTo>
                    <a:pt x="1225976" y="4742539"/>
                  </a:lnTo>
                  <a:lnTo>
                    <a:pt x="1215397" y="4717139"/>
                  </a:lnTo>
                  <a:lnTo>
                    <a:pt x="1233711" y="4704439"/>
                  </a:lnTo>
                  <a:close/>
                </a:path>
                <a:path w="6655434" h="6988809">
                  <a:moveTo>
                    <a:pt x="26699" y="4704439"/>
                  </a:moveTo>
                  <a:lnTo>
                    <a:pt x="39920" y="4729839"/>
                  </a:lnTo>
                  <a:lnTo>
                    <a:pt x="17021" y="4742539"/>
                  </a:lnTo>
                  <a:lnTo>
                    <a:pt x="3801" y="4717139"/>
                  </a:lnTo>
                  <a:lnTo>
                    <a:pt x="26699" y="4704439"/>
                  </a:lnTo>
                  <a:close/>
                </a:path>
                <a:path w="6655434" h="6988809">
                  <a:moveTo>
                    <a:pt x="2440406" y="4704439"/>
                  </a:moveTo>
                  <a:lnTo>
                    <a:pt x="2447454" y="4717139"/>
                  </a:lnTo>
                  <a:lnTo>
                    <a:pt x="2435241" y="4729839"/>
                  </a:lnTo>
                  <a:lnTo>
                    <a:pt x="2428192" y="4717139"/>
                  </a:lnTo>
                  <a:lnTo>
                    <a:pt x="2440406" y="4704439"/>
                  </a:lnTo>
                  <a:close/>
                </a:path>
                <a:path w="6655434" h="6988809">
                  <a:moveTo>
                    <a:pt x="361025" y="4691739"/>
                  </a:moveTo>
                  <a:lnTo>
                    <a:pt x="373955" y="4717139"/>
                  </a:lnTo>
                  <a:lnTo>
                    <a:pt x="351561" y="4729839"/>
                  </a:lnTo>
                  <a:lnTo>
                    <a:pt x="338636" y="4704439"/>
                  </a:lnTo>
                  <a:lnTo>
                    <a:pt x="361025" y="4691739"/>
                  </a:lnTo>
                  <a:close/>
                </a:path>
                <a:path w="6655434" h="6988809">
                  <a:moveTo>
                    <a:pt x="1567928" y="4691739"/>
                  </a:moveTo>
                  <a:lnTo>
                    <a:pt x="1577920" y="4704439"/>
                  </a:lnTo>
                  <a:lnTo>
                    <a:pt x="1560619" y="4717139"/>
                  </a:lnTo>
                  <a:lnTo>
                    <a:pt x="1550632" y="4704439"/>
                  </a:lnTo>
                  <a:lnTo>
                    <a:pt x="1567928" y="4691739"/>
                  </a:lnTo>
                  <a:close/>
                </a:path>
                <a:path w="6655434" h="6988809">
                  <a:moveTo>
                    <a:pt x="2764631" y="4691739"/>
                  </a:moveTo>
                  <a:lnTo>
                    <a:pt x="2774297" y="4691739"/>
                  </a:lnTo>
                  <a:lnTo>
                    <a:pt x="2779883" y="4704439"/>
                  </a:lnTo>
                  <a:lnTo>
                    <a:pt x="2770210" y="4704439"/>
                  </a:lnTo>
                  <a:lnTo>
                    <a:pt x="2764631" y="4691739"/>
                  </a:lnTo>
                  <a:close/>
                </a:path>
                <a:path w="6655434" h="6988809">
                  <a:moveTo>
                    <a:pt x="695243" y="4666339"/>
                  </a:moveTo>
                  <a:lnTo>
                    <a:pt x="707587" y="4691739"/>
                  </a:lnTo>
                  <a:lnTo>
                    <a:pt x="686216" y="4704439"/>
                  </a:lnTo>
                  <a:lnTo>
                    <a:pt x="673873" y="4679039"/>
                  </a:lnTo>
                  <a:lnTo>
                    <a:pt x="695243" y="4666339"/>
                  </a:lnTo>
                  <a:close/>
                </a:path>
                <a:path w="6655434" h="6988809">
                  <a:moveTo>
                    <a:pt x="1901939" y="4666339"/>
                  </a:moveTo>
                  <a:lnTo>
                    <a:pt x="1910752" y="4679039"/>
                  </a:lnTo>
                  <a:lnTo>
                    <a:pt x="1895483" y="4691739"/>
                  </a:lnTo>
                  <a:lnTo>
                    <a:pt x="1886669" y="4679039"/>
                  </a:lnTo>
                  <a:lnTo>
                    <a:pt x="1901939" y="4666339"/>
                  </a:lnTo>
                  <a:close/>
                </a:path>
                <a:path w="6655434" h="6988809">
                  <a:moveTo>
                    <a:pt x="1029468" y="4653639"/>
                  </a:moveTo>
                  <a:lnTo>
                    <a:pt x="1041219" y="4666339"/>
                  </a:lnTo>
                  <a:lnTo>
                    <a:pt x="1020867" y="4679039"/>
                  </a:lnTo>
                  <a:lnTo>
                    <a:pt x="1009116" y="4666339"/>
                  </a:lnTo>
                  <a:lnTo>
                    <a:pt x="1029468" y="4653639"/>
                  </a:lnTo>
                  <a:close/>
                </a:path>
                <a:path w="6655434" h="6988809">
                  <a:moveTo>
                    <a:pt x="2222314" y="4653639"/>
                  </a:moveTo>
                  <a:lnTo>
                    <a:pt x="2236050" y="4653639"/>
                  </a:lnTo>
                  <a:lnTo>
                    <a:pt x="2243981" y="4666339"/>
                  </a:lnTo>
                  <a:lnTo>
                    <a:pt x="2230245" y="4666339"/>
                  </a:lnTo>
                  <a:lnTo>
                    <a:pt x="2222314" y="4653639"/>
                  </a:lnTo>
                  <a:close/>
                </a:path>
                <a:path w="6655434" h="6988809">
                  <a:moveTo>
                    <a:pt x="1363578" y="4628239"/>
                  </a:moveTo>
                  <a:lnTo>
                    <a:pt x="1374447" y="4653639"/>
                  </a:lnTo>
                  <a:lnTo>
                    <a:pt x="1355623" y="4666339"/>
                  </a:lnTo>
                  <a:lnTo>
                    <a:pt x="1344755" y="4640939"/>
                  </a:lnTo>
                  <a:lnTo>
                    <a:pt x="1363578" y="4628239"/>
                  </a:lnTo>
                  <a:close/>
                </a:path>
                <a:path w="6655434" h="6988809">
                  <a:moveTo>
                    <a:pt x="156674" y="4628239"/>
                  </a:moveTo>
                  <a:lnTo>
                    <a:pt x="170481" y="4653639"/>
                  </a:lnTo>
                  <a:lnTo>
                    <a:pt x="146563" y="4666339"/>
                  </a:lnTo>
                  <a:lnTo>
                    <a:pt x="132757" y="4640939"/>
                  </a:lnTo>
                  <a:lnTo>
                    <a:pt x="156674" y="4628239"/>
                  </a:lnTo>
                  <a:close/>
                </a:path>
                <a:path w="6655434" h="6988809">
                  <a:moveTo>
                    <a:pt x="2570054" y="4628239"/>
                  </a:moveTo>
                  <a:lnTo>
                    <a:pt x="2576812" y="4640939"/>
                  </a:lnTo>
                  <a:lnTo>
                    <a:pt x="2565108" y="4653639"/>
                  </a:lnTo>
                  <a:lnTo>
                    <a:pt x="2558350" y="4640939"/>
                  </a:lnTo>
                  <a:lnTo>
                    <a:pt x="2570054" y="4628239"/>
                  </a:lnTo>
                  <a:close/>
                </a:path>
                <a:path w="6655434" h="6988809">
                  <a:moveTo>
                    <a:pt x="490893" y="4615539"/>
                  </a:moveTo>
                  <a:lnTo>
                    <a:pt x="504113" y="4640939"/>
                  </a:lnTo>
                  <a:lnTo>
                    <a:pt x="481214" y="4653639"/>
                  </a:lnTo>
                  <a:lnTo>
                    <a:pt x="467994" y="4628239"/>
                  </a:lnTo>
                  <a:lnTo>
                    <a:pt x="490893" y="4615539"/>
                  </a:lnTo>
                  <a:close/>
                </a:path>
                <a:path w="6655434" h="6988809">
                  <a:moveTo>
                    <a:pt x="1697689" y="4615539"/>
                  </a:moveTo>
                  <a:lnTo>
                    <a:pt x="1707681" y="4628239"/>
                  </a:lnTo>
                  <a:lnTo>
                    <a:pt x="1690374" y="4640939"/>
                  </a:lnTo>
                  <a:lnTo>
                    <a:pt x="1680388" y="4628239"/>
                  </a:lnTo>
                  <a:lnTo>
                    <a:pt x="1697689" y="4615539"/>
                  </a:lnTo>
                  <a:close/>
                </a:path>
                <a:path w="6655434" h="6988809">
                  <a:moveTo>
                    <a:pt x="825111" y="4590139"/>
                  </a:moveTo>
                  <a:lnTo>
                    <a:pt x="837745" y="4615539"/>
                  </a:lnTo>
                  <a:lnTo>
                    <a:pt x="815865" y="4628239"/>
                  </a:lnTo>
                  <a:lnTo>
                    <a:pt x="803231" y="4602839"/>
                  </a:lnTo>
                  <a:lnTo>
                    <a:pt x="825111" y="4590139"/>
                  </a:lnTo>
                  <a:close/>
                </a:path>
                <a:path w="6655434" h="6988809">
                  <a:moveTo>
                    <a:pt x="2031693" y="4590139"/>
                  </a:moveTo>
                  <a:lnTo>
                    <a:pt x="2040507" y="4615539"/>
                  </a:lnTo>
                  <a:lnTo>
                    <a:pt x="2025243" y="4615539"/>
                  </a:lnTo>
                  <a:lnTo>
                    <a:pt x="2016430" y="4602839"/>
                  </a:lnTo>
                  <a:lnTo>
                    <a:pt x="2031693" y="4590139"/>
                  </a:lnTo>
                  <a:close/>
                </a:path>
                <a:path w="6655434" h="6988809">
                  <a:moveTo>
                    <a:pt x="2365811" y="4577439"/>
                  </a:moveTo>
                  <a:lnTo>
                    <a:pt x="2373741" y="4590139"/>
                  </a:lnTo>
                  <a:lnTo>
                    <a:pt x="2360000" y="4602839"/>
                  </a:lnTo>
                  <a:lnTo>
                    <a:pt x="2352069" y="4590139"/>
                  </a:lnTo>
                  <a:lnTo>
                    <a:pt x="2365811" y="4577439"/>
                  </a:lnTo>
                  <a:close/>
                </a:path>
                <a:path w="6655434" h="6988809">
                  <a:moveTo>
                    <a:pt x="1159229" y="4577439"/>
                  </a:moveTo>
                  <a:lnTo>
                    <a:pt x="1170980" y="4590139"/>
                  </a:lnTo>
                  <a:lnTo>
                    <a:pt x="1150622" y="4602839"/>
                  </a:lnTo>
                  <a:lnTo>
                    <a:pt x="1138871" y="4590139"/>
                  </a:lnTo>
                  <a:lnTo>
                    <a:pt x="1159229" y="4577439"/>
                  </a:lnTo>
                  <a:close/>
                </a:path>
                <a:path w="6655434" h="6988809">
                  <a:moveTo>
                    <a:pt x="286543" y="4552039"/>
                  </a:moveTo>
                  <a:lnTo>
                    <a:pt x="300645" y="4577439"/>
                  </a:lnTo>
                  <a:lnTo>
                    <a:pt x="276219" y="4602839"/>
                  </a:lnTo>
                  <a:lnTo>
                    <a:pt x="262116" y="4577439"/>
                  </a:lnTo>
                  <a:lnTo>
                    <a:pt x="286543" y="4552039"/>
                  </a:lnTo>
                  <a:close/>
                </a:path>
                <a:path w="6655434" h="6988809">
                  <a:moveTo>
                    <a:pt x="1493339" y="4552039"/>
                  </a:moveTo>
                  <a:lnTo>
                    <a:pt x="1504207" y="4577439"/>
                  </a:lnTo>
                  <a:lnTo>
                    <a:pt x="1485378" y="4590139"/>
                  </a:lnTo>
                  <a:lnTo>
                    <a:pt x="1474509" y="4564739"/>
                  </a:lnTo>
                  <a:lnTo>
                    <a:pt x="1493339" y="4552039"/>
                  </a:lnTo>
                  <a:close/>
                </a:path>
                <a:path w="6655434" h="6988809">
                  <a:moveTo>
                    <a:pt x="2699809" y="4552039"/>
                  </a:moveTo>
                  <a:lnTo>
                    <a:pt x="2706567" y="4564739"/>
                  </a:lnTo>
                  <a:lnTo>
                    <a:pt x="2694869" y="4577439"/>
                  </a:lnTo>
                  <a:lnTo>
                    <a:pt x="2688111" y="4564739"/>
                  </a:lnTo>
                  <a:lnTo>
                    <a:pt x="2699809" y="4552039"/>
                  </a:lnTo>
                  <a:close/>
                </a:path>
                <a:path w="6655434" h="6988809">
                  <a:moveTo>
                    <a:pt x="620654" y="4539339"/>
                  </a:moveTo>
                  <a:lnTo>
                    <a:pt x="633875" y="4564739"/>
                  </a:lnTo>
                  <a:lnTo>
                    <a:pt x="610976" y="4577439"/>
                  </a:lnTo>
                  <a:lnTo>
                    <a:pt x="597756" y="4552039"/>
                  </a:lnTo>
                  <a:lnTo>
                    <a:pt x="620654" y="4539339"/>
                  </a:lnTo>
                  <a:close/>
                </a:path>
                <a:path w="6655434" h="6988809">
                  <a:moveTo>
                    <a:pt x="1827451" y="4539339"/>
                  </a:moveTo>
                  <a:lnTo>
                    <a:pt x="1837437" y="4552039"/>
                  </a:lnTo>
                  <a:lnTo>
                    <a:pt x="1820136" y="4564739"/>
                  </a:lnTo>
                  <a:lnTo>
                    <a:pt x="1810150" y="4552039"/>
                  </a:lnTo>
                  <a:lnTo>
                    <a:pt x="1827451" y="4539339"/>
                  </a:lnTo>
                  <a:close/>
                </a:path>
                <a:path w="6655434" h="6988809">
                  <a:moveTo>
                    <a:pt x="954873" y="4513939"/>
                  </a:moveTo>
                  <a:lnTo>
                    <a:pt x="967507" y="4539339"/>
                  </a:lnTo>
                  <a:lnTo>
                    <a:pt x="945627" y="4552039"/>
                  </a:lnTo>
                  <a:lnTo>
                    <a:pt x="932993" y="4526639"/>
                  </a:lnTo>
                  <a:lnTo>
                    <a:pt x="954873" y="4513939"/>
                  </a:lnTo>
                  <a:close/>
                </a:path>
                <a:path w="6655434" h="6988809">
                  <a:moveTo>
                    <a:pt x="2161455" y="4513939"/>
                  </a:moveTo>
                  <a:lnTo>
                    <a:pt x="2170268" y="4539339"/>
                  </a:lnTo>
                  <a:lnTo>
                    <a:pt x="2154998" y="4539339"/>
                  </a:lnTo>
                  <a:lnTo>
                    <a:pt x="2146185" y="4526639"/>
                  </a:lnTo>
                  <a:lnTo>
                    <a:pt x="2161455" y="4513939"/>
                  </a:lnTo>
                  <a:close/>
                </a:path>
                <a:path w="6655434" h="6988809">
                  <a:moveTo>
                    <a:pt x="1289090" y="4501239"/>
                  </a:moveTo>
                  <a:lnTo>
                    <a:pt x="1301137" y="4526639"/>
                  </a:lnTo>
                  <a:lnTo>
                    <a:pt x="1280277" y="4539339"/>
                  </a:lnTo>
                  <a:lnTo>
                    <a:pt x="1268229" y="4513939"/>
                  </a:lnTo>
                  <a:lnTo>
                    <a:pt x="1289090" y="4501239"/>
                  </a:lnTo>
                  <a:close/>
                </a:path>
                <a:path w="6655434" h="6988809">
                  <a:moveTo>
                    <a:pt x="82186" y="4501239"/>
                  </a:moveTo>
                  <a:lnTo>
                    <a:pt x="97171" y="4526639"/>
                  </a:lnTo>
                  <a:lnTo>
                    <a:pt x="71216" y="4539339"/>
                  </a:lnTo>
                  <a:lnTo>
                    <a:pt x="56231" y="4513939"/>
                  </a:lnTo>
                  <a:lnTo>
                    <a:pt x="82186" y="4501239"/>
                  </a:lnTo>
                  <a:close/>
                </a:path>
                <a:path w="6655434" h="6988809">
                  <a:moveTo>
                    <a:pt x="2495565" y="4501239"/>
                  </a:moveTo>
                  <a:lnTo>
                    <a:pt x="2503496" y="4513939"/>
                  </a:lnTo>
                  <a:lnTo>
                    <a:pt x="2489755" y="4526639"/>
                  </a:lnTo>
                  <a:lnTo>
                    <a:pt x="2481824" y="4513939"/>
                  </a:lnTo>
                  <a:lnTo>
                    <a:pt x="2495565" y="4501239"/>
                  </a:lnTo>
                  <a:close/>
                </a:path>
                <a:path w="6655434" h="6988809">
                  <a:moveTo>
                    <a:pt x="416404" y="4488539"/>
                  </a:moveTo>
                  <a:lnTo>
                    <a:pt x="430803" y="4513939"/>
                  </a:lnTo>
                  <a:lnTo>
                    <a:pt x="405867" y="4526639"/>
                  </a:lnTo>
                  <a:lnTo>
                    <a:pt x="391468" y="4501239"/>
                  </a:lnTo>
                  <a:lnTo>
                    <a:pt x="416404" y="4488539"/>
                  </a:lnTo>
                  <a:close/>
                </a:path>
                <a:path w="6655434" h="6988809">
                  <a:moveTo>
                    <a:pt x="1604265" y="4488539"/>
                  </a:moveTo>
                  <a:lnTo>
                    <a:pt x="1623100" y="4488539"/>
                  </a:lnTo>
                  <a:lnTo>
                    <a:pt x="1633969" y="4501239"/>
                  </a:lnTo>
                  <a:lnTo>
                    <a:pt x="1615133" y="4513939"/>
                  </a:lnTo>
                  <a:lnTo>
                    <a:pt x="1604265" y="4488539"/>
                  </a:lnTo>
                  <a:close/>
                </a:path>
                <a:path w="6655434" h="6988809">
                  <a:moveTo>
                    <a:pt x="750522" y="4463139"/>
                  </a:moveTo>
                  <a:lnTo>
                    <a:pt x="764032" y="4488539"/>
                  </a:lnTo>
                  <a:lnTo>
                    <a:pt x="740625" y="4501239"/>
                  </a:lnTo>
                  <a:lnTo>
                    <a:pt x="727108" y="4475839"/>
                  </a:lnTo>
                  <a:lnTo>
                    <a:pt x="750522" y="4463139"/>
                  </a:lnTo>
                  <a:close/>
                </a:path>
                <a:path w="6655434" h="6988809">
                  <a:moveTo>
                    <a:pt x="1957211" y="4463139"/>
                  </a:moveTo>
                  <a:lnTo>
                    <a:pt x="1967197" y="4475839"/>
                  </a:lnTo>
                  <a:lnTo>
                    <a:pt x="1949896" y="4488539"/>
                  </a:lnTo>
                  <a:lnTo>
                    <a:pt x="1939910" y="4475839"/>
                  </a:lnTo>
                  <a:lnTo>
                    <a:pt x="1957211" y="4463139"/>
                  </a:lnTo>
                  <a:close/>
                </a:path>
                <a:path w="6655434" h="6988809">
                  <a:moveTo>
                    <a:pt x="1084628" y="4450439"/>
                  </a:moveTo>
                  <a:lnTo>
                    <a:pt x="1097262" y="4463139"/>
                  </a:lnTo>
                  <a:lnTo>
                    <a:pt x="1075388" y="4475839"/>
                  </a:lnTo>
                  <a:lnTo>
                    <a:pt x="1062754" y="4463139"/>
                  </a:lnTo>
                  <a:lnTo>
                    <a:pt x="1084628" y="4450439"/>
                  </a:lnTo>
                  <a:close/>
                </a:path>
                <a:path w="6655434" h="6988809">
                  <a:moveTo>
                    <a:pt x="2275945" y="4450439"/>
                  </a:moveTo>
                  <a:lnTo>
                    <a:pt x="2291215" y="4450439"/>
                  </a:lnTo>
                  <a:lnTo>
                    <a:pt x="2300029" y="4463139"/>
                  </a:lnTo>
                  <a:lnTo>
                    <a:pt x="2284759" y="4463139"/>
                  </a:lnTo>
                  <a:lnTo>
                    <a:pt x="2275945" y="4450439"/>
                  </a:lnTo>
                  <a:close/>
                </a:path>
                <a:path w="6655434" h="6988809">
                  <a:moveTo>
                    <a:pt x="1418851" y="4425039"/>
                  </a:moveTo>
                  <a:lnTo>
                    <a:pt x="1430898" y="4450439"/>
                  </a:lnTo>
                  <a:lnTo>
                    <a:pt x="1410031" y="4463139"/>
                  </a:lnTo>
                  <a:lnTo>
                    <a:pt x="1397983" y="4437739"/>
                  </a:lnTo>
                  <a:lnTo>
                    <a:pt x="1418851" y="4425039"/>
                  </a:lnTo>
                  <a:close/>
                </a:path>
                <a:path w="6655434" h="6988809">
                  <a:moveTo>
                    <a:pt x="212055" y="4425039"/>
                  </a:moveTo>
                  <a:lnTo>
                    <a:pt x="227330" y="4450439"/>
                  </a:lnTo>
                  <a:lnTo>
                    <a:pt x="200866" y="4463139"/>
                  </a:lnTo>
                  <a:lnTo>
                    <a:pt x="185591" y="4437739"/>
                  </a:lnTo>
                  <a:lnTo>
                    <a:pt x="212055" y="4425039"/>
                  </a:lnTo>
                  <a:close/>
                </a:path>
                <a:path w="6655434" h="6988809">
                  <a:moveTo>
                    <a:pt x="2625220" y="4425039"/>
                  </a:moveTo>
                  <a:lnTo>
                    <a:pt x="2632855" y="4437739"/>
                  </a:lnTo>
                  <a:lnTo>
                    <a:pt x="2619629" y="4450439"/>
                  </a:lnTo>
                  <a:lnTo>
                    <a:pt x="2611988" y="4437739"/>
                  </a:lnTo>
                  <a:lnTo>
                    <a:pt x="2625220" y="4425039"/>
                  </a:lnTo>
                  <a:close/>
                </a:path>
                <a:path w="6655434" h="6988809">
                  <a:moveTo>
                    <a:pt x="546273" y="4412339"/>
                  </a:moveTo>
                  <a:lnTo>
                    <a:pt x="560962" y="4437739"/>
                  </a:lnTo>
                  <a:lnTo>
                    <a:pt x="535522" y="4450439"/>
                  </a:lnTo>
                  <a:lnTo>
                    <a:pt x="520833" y="4425039"/>
                  </a:lnTo>
                  <a:lnTo>
                    <a:pt x="546273" y="4412339"/>
                  </a:lnTo>
                  <a:close/>
                </a:path>
                <a:path w="6655434" h="6988809">
                  <a:moveTo>
                    <a:pt x="1734026" y="4412339"/>
                  </a:moveTo>
                  <a:lnTo>
                    <a:pt x="1752856" y="4412339"/>
                  </a:lnTo>
                  <a:lnTo>
                    <a:pt x="1763724" y="4425039"/>
                  </a:lnTo>
                  <a:lnTo>
                    <a:pt x="1744895" y="4437739"/>
                  </a:lnTo>
                  <a:lnTo>
                    <a:pt x="1734026" y="4412339"/>
                  </a:lnTo>
                  <a:close/>
                </a:path>
                <a:path w="6655434" h="6988809">
                  <a:moveTo>
                    <a:pt x="880385" y="4386939"/>
                  </a:moveTo>
                  <a:lnTo>
                    <a:pt x="894197" y="4412339"/>
                  </a:lnTo>
                  <a:lnTo>
                    <a:pt x="870274" y="4425039"/>
                  </a:lnTo>
                  <a:lnTo>
                    <a:pt x="856468" y="4399639"/>
                  </a:lnTo>
                  <a:lnTo>
                    <a:pt x="880385" y="4386939"/>
                  </a:lnTo>
                  <a:close/>
                </a:path>
                <a:path w="6655434" h="6988809">
                  <a:moveTo>
                    <a:pt x="2086972" y="4386939"/>
                  </a:moveTo>
                  <a:lnTo>
                    <a:pt x="2096959" y="4399639"/>
                  </a:lnTo>
                  <a:lnTo>
                    <a:pt x="2079657" y="4412339"/>
                  </a:lnTo>
                  <a:lnTo>
                    <a:pt x="2069665" y="4399639"/>
                  </a:lnTo>
                  <a:lnTo>
                    <a:pt x="2086972" y="4386939"/>
                  </a:lnTo>
                  <a:close/>
                </a:path>
                <a:path w="6655434" h="6988809">
                  <a:moveTo>
                    <a:pt x="3" y="4374239"/>
                  </a:moveTo>
                  <a:lnTo>
                    <a:pt x="7698" y="4374239"/>
                  </a:lnTo>
                  <a:lnTo>
                    <a:pt x="23856" y="4399639"/>
                  </a:lnTo>
                  <a:lnTo>
                    <a:pt x="3" y="4412339"/>
                  </a:lnTo>
                  <a:lnTo>
                    <a:pt x="3" y="4374239"/>
                  </a:lnTo>
                  <a:close/>
                </a:path>
                <a:path w="6655434" h="6988809">
                  <a:moveTo>
                    <a:pt x="2405707" y="4374239"/>
                  </a:moveTo>
                  <a:lnTo>
                    <a:pt x="2420970" y="4374239"/>
                  </a:lnTo>
                  <a:lnTo>
                    <a:pt x="2429784" y="4386939"/>
                  </a:lnTo>
                  <a:lnTo>
                    <a:pt x="2414520" y="4399639"/>
                  </a:lnTo>
                  <a:lnTo>
                    <a:pt x="2405707" y="4374239"/>
                  </a:lnTo>
                  <a:close/>
                </a:path>
                <a:path w="6655434" h="6988809">
                  <a:moveTo>
                    <a:pt x="1214501" y="4374239"/>
                  </a:moveTo>
                  <a:lnTo>
                    <a:pt x="1227425" y="4386939"/>
                  </a:lnTo>
                  <a:lnTo>
                    <a:pt x="1205036" y="4399639"/>
                  </a:lnTo>
                  <a:lnTo>
                    <a:pt x="1192112" y="4386939"/>
                  </a:lnTo>
                  <a:lnTo>
                    <a:pt x="1214501" y="4374239"/>
                  </a:lnTo>
                  <a:close/>
                </a:path>
                <a:path w="6655434" h="6988809">
                  <a:moveTo>
                    <a:pt x="341916" y="4348839"/>
                  </a:moveTo>
                  <a:lnTo>
                    <a:pt x="357488" y="4374239"/>
                  </a:lnTo>
                  <a:lnTo>
                    <a:pt x="330520" y="4399639"/>
                  </a:lnTo>
                  <a:lnTo>
                    <a:pt x="314948" y="4361539"/>
                  </a:lnTo>
                  <a:lnTo>
                    <a:pt x="341916" y="4348839"/>
                  </a:lnTo>
                  <a:close/>
                </a:path>
                <a:path w="6655434" h="6988809">
                  <a:moveTo>
                    <a:pt x="1548606" y="4348839"/>
                  </a:moveTo>
                  <a:lnTo>
                    <a:pt x="1560653" y="4374239"/>
                  </a:lnTo>
                  <a:lnTo>
                    <a:pt x="1539793" y="4386939"/>
                  </a:lnTo>
                  <a:lnTo>
                    <a:pt x="1527745" y="4361539"/>
                  </a:lnTo>
                  <a:lnTo>
                    <a:pt x="1548606" y="4348839"/>
                  </a:lnTo>
                  <a:close/>
                </a:path>
                <a:path w="6655434" h="6988809">
                  <a:moveTo>
                    <a:pt x="2754981" y="4348839"/>
                  </a:moveTo>
                  <a:lnTo>
                    <a:pt x="2762616" y="4361539"/>
                  </a:lnTo>
                  <a:lnTo>
                    <a:pt x="2749384" y="4374239"/>
                  </a:lnTo>
                  <a:lnTo>
                    <a:pt x="2741743" y="4361539"/>
                  </a:lnTo>
                  <a:lnTo>
                    <a:pt x="2754981" y="4348839"/>
                  </a:lnTo>
                  <a:close/>
                </a:path>
                <a:path w="6655434" h="6988809">
                  <a:moveTo>
                    <a:pt x="676140" y="4336139"/>
                  </a:moveTo>
                  <a:lnTo>
                    <a:pt x="691125" y="4361539"/>
                  </a:lnTo>
                  <a:lnTo>
                    <a:pt x="665170" y="4374239"/>
                  </a:lnTo>
                  <a:lnTo>
                    <a:pt x="650185" y="4348839"/>
                  </a:lnTo>
                  <a:lnTo>
                    <a:pt x="676140" y="4336139"/>
                  </a:lnTo>
                  <a:close/>
                </a:path>
                <a:path w="6655434" h="6988809">
                  <a:moveTo>
                    <a:pt x="1882616" y="4336139"/>
                  </a:moveTo>
                  <a:lnTo>
                    <a:pt x="1893484" y="4348839"/>
                  </a:lnTo>
                  <a:lnTo>
                    <a:pt x="1874655" y="4361539"/>
                  </a:lnTo>
                  <a:lnTo>
                    <a:pt x="1863786" y="4348839"/>
                  </a:lnTo>
                  <a:lnTo>
                    <a:pt x="1882616" y="4336139"/>
                  </a:lnTo>
                  <a:close/>
                </a:path>
                <a:path w="6655434" h="6988809">
                  <a:moveTo>
                    <a:pt x="1010252" y="4310739"/>
                  </a:moveTo>
                  <a:lnTo>
                    <a:pt x="1024348" y="4336139"/>
                  </a:lnTo>
                  <a:lnTo>
                    <a:pt x="999927" y="4348839"/>
                  </a:lnTo>
                  <a:lnTo>
                    <a:pt x="985831" y="4323439"/>
                  </a:lnTo>
                  <a:lnTo>
                    <a:pt x="1010252" y="4310739"/>
                  </a:lnTo>
                  <a:close/>
                </a:path>
                <a:path w="6655434" h="6988809">
                  <a:moveTo>
                    <a:pt x="2216727" y="4310739"/>
                  </a:moveTo>
                  <a:lnTo>
                    <a:pt x="2226713" y="4336139"/>
                  </a:lnTo>
                  <a:lnTo>
                    <a:pt x="2209412" y="4336139"/>
                  </a:lnTo>
                  <a:lnTo>
                    <a:pt x="2199420" y="4323439"/>
                  </a:lnTo>
                  <a:lnTo>
                    <a:pt x="2216727" y="4310739"/>
                  </a:lnTo>
                  <a:close/>
                </a:path>
                <a:path w="6655434" h="6988809">
                  <a:moveTo>
                    <a:pt x="1344255" y="4298039"/>
                  </a:moveTo>
                  <a:lnTo>
                    <a:pt x="1357180" y="4323439"/>
                  </a:lnTo>
                  <a:lnTo>
                    <a:pt x="1334796" y="4336139"/>
                  </a:lnTo>
                  <a:lnTo>
                    <a:pt x="1321866" y="4310739"/>
                  </a:lnTo>
                  <a:lnTo>
                    <a:pt x="1344255" y="4298039"/>
                  </a:lnTo>
                  <a:close/>
                </a:path>
                <a:path w="6655434" h="6988809">
                  <a:moveTo>
                    <a:pt x="137459" y="4298039"/>
                  </a:moveTo>
                  <a:lnTo>
                    <a:pt x="153618" y="4323439"/>
                  </a:lnTo>
                  <a:lnTo>
                    <a:pt x="125631" y="4336139"/>
                  </a:lnTo>
                  <a:lnTo>
                    <a:pt x="109473" y="4310739"/>
                  </a:lnTo>
                  <a:lnTo>
                    <a:pt x="137459" y="4298039"/>
                  </a:lnTo>
                  <a:close/>
                </a:path>
                <a:path w="6655434" h="6988809">
                  <a:moveTo>
                    <a:pt x="2535865" y="4298039"/>
                  </a:moveTo>
                  <a:lnTo>
                    <a:pt x="2550625" y="4298039"/>
                  </a:lnTo>
                  <a:lnTo>
                    <a:pt x="2559142" y="4310739"/>
                  </a:lnTo>
                  <a:lnTo>
                    <a:pt x="2544388" y="4323439"/>
                  </a:lnTo>
                  <a:lnTo>
                    <a:pt x="2535865" y="4298039"/>
                  </a:lnTo>
                  <a:close/>
                </a:path>
                <a:path w="6655434" h="6988809">
                  <a:moveTo>
                    <a:pt x="471790" y="4272639"/>
                  </a:moveTo>
                  <a:lnTo>
                    <a:pt x="487652" y="4298039"/>
                  </a:lnTo>
                  <a:lnTo>
                    <a:pt x="460175" y="4323439"/>
                  </a:lnTo>
                  <a:lnTo>
                    <a:pt x="444313" y="4298039"/>
                  </a:lnTo>
                  <a:lnTo>
                    <a:pt x="471790" y="4272639"/>
                  </a:lnTo>
                  <a:close/>
                </a:path>
                <a:path w="6655434" h="6988809">
                  <a:moveTo>
                    <a:pt x="1678367" y="4272639"/>
                  </a:moveTo>
                  <a:lnTo>
                    <a:pt x="1690415" y="4298039"/>
                  </a:lnTo>
                  <a:lnTo>
                    <a:pt x="1669554" y="4310739"/>
                  </a:lnTo>
                  <a:lnTo>
                    <a:pt x="1657506" y="4285339"/>
                  </a:lnTo>
                  <a:lnTo>
                    <a:pt x="1678367" y="4272639"/>
                  </a:lnTo>
                  <a:close/>
                </a:path>
                <a:path w="6655434" h="6988809">
                  <a:moveTo>
                    <a:pt x="806008" y="4259939"/>
                  </a:moveTo>
                  <a:lnTo>
                    <a:pt x="821284" y="4285339"/>
                  </a:lnTo>
                  <a:lnTo>
                    <a:pt x="794820" y="4298039"/>
                  </a:lnTo>
                  <a:lnTo>
                    <a:pt x="779544" y="4272639"/>
                  </a:lnTo>
                  <a:lnTo>
                    <a:pt x="806008" y="4259939"/>
                  </a:lnTo>
                  <a:close/>
                </a:path>
                <a:path w="6655434" h="6988809">
                  <a:moveTo>
                    <a:pt x="2012371" y="4259939"/>
                  </a:moveTo>
                  <a:lnTo>
                    <a:pt x="2023240" y="4272639"/>
                  </a:lnTo>
                  <a:lnTo>
                    <a:pt x="2004416" y="4285339"/>
                  </a:lnTo>
                  <a:lnTo>
                    <a:pt x="1993547" y="4272639"/>
                  </a:lnTo>
                  <a:lnTo>
                    <a:pt x="2012371" y="4259939"/>
                  </a:lnTo>
                  <a:close/>
                </a:path>
                <a:path w="6655434" h="6988809">
                  <a:moveTo>
                    <a:pt x="1140013" y="4234539"/>
                  </a:moveTo>
                  <a:lnTo>
                    <a:pt x="1154110" y="4259939"/>
                  </a:lnTo>
                  <a:lnTo>
                    <a:pt x="1129683" y="4272639"/>
                  </a:lnTo>
                  <a:lnTo>
                    <a:pt x="1115586" y="4247239"/>
                  </a:lnTo>
                  <a:lnTo>
                    <a:pt x="1140013" y="4234539"/>
                  </a:lnTo>
                  <a:close/>
                </a:path>
                <a:path w="6655434" h="6988809">
                  <a:moveTo>
                    <a:pt x="2346375" y="4234539"/>
                  </a:moveTo>
                  <a:lnTo>
                    <a:pt x="2356071" y="4259939"/>
                  </a:lnTo>
                  <a:lnTo>
                    <a:pt x="2339279" y="4259939"/>
                  </a:lnTo>
                  <a:lnTo>
                    <a:pt x="2329589" y="4247239"/>
                  </a:lnTo>
                  <a:lnTo>
                    <a:pt x="2346375" y="4234539"/>
                  </a:lnTo>
                  <a:close/>
                </a:path>
                <a:path w="6655434" h="6988809">
                  <a:moveTo>
                    <a:pt x="1474017" y="4221839"/>
                  </a:moveTo>
                  <a:lnTo>
                    <a:pt x="1486941" y="4247239"/>
                  </a:lnTo>
                  <a:lnTo>
                    <a:pt x="1464552" y="4259939"/>
                  </a:lnTo>
                  <a:lnTo>
                    <a:pt x="1451622" y="4234539"/>
                  </a:lnTo>
                  <a:lnTo>
                    <a:pt x="1474017" y="4221839"/>
                  </a:lnTo>
                  <a:close/>
                </a:path>
                <a:path w="6655434" h="6988809">
                  <a:moveTo>
                    <a:pt x="267327" y="4221839"/>
                  </a:moveTo>
                  <a:lnTo>
                    <a:pt x="283775" y="4247239"/>
                  </a:lnTo>
                  <a:lnTo>
                    <a:pt x="255279" y="4259939"/>
                  </a:lnTo>
                  <a:lnTo>
                    <a:pt x="238831" y="4234539"/>
                  </a:lnTo>
                  <a:lnTo>
                    <a:pt x="267327" y="4221839"/>
                  </a:lnTo>
                  <a:close/>
                </a:path>
                <a:path w="6655434" h="6988809">
                  <a:moveTo>
                    <a:pt x="2680386" y="4221839"/>
                  </a:moveTo>
                  <a:lnTo>
                    <a:pt x="2688904" y="4234539"/>
                  </a:lnTo>
                  <a:lnTo>
                    <a:pt x="2674149" y="4247239"/>
                  </a:lnTo>
                  <a:lnTo>
                    <a:pt x="2665626" y="4234539"/>
                  </a:lnTo>
                  <a:lnTo>
                    <a:pt x="2680386" y="4221839"/>
                  </a:lnTo>
                  <a:close/>
                </a:path>
                <a:path w="6655434" h="6988809">
                  <a:moveTo>
                    <a:pt x="601545" y="4196439"/>
                  </a:moveTo>
                  <a:lnTo>
                    <a:pt x="617407" y="4234539"/>
                  </a:lnTo>
                  <a:lnTo>
                    <a:pt x="589930" y="4247239"/>
                  </a:lnTo>
                  <a:lnTo>
                    <a:pt x="574068" y="4221839"/>
                  </a:lnTo>
                  <a:lnTo>
                    <a:pt x="601545" y="4196439"/>
                  </a:lnTo>
                  <a:close/>
                </a:path>
                <a:path w="6655434" h="6988809">
                  <a:moveTo>
                    <a:pt x="1808127" y="4196439"/>
                  </a:moveTo>
                  <a:lnTo>
                    <a:pt x="1820175" y="4221839"/>
                  </a:lnTo>
                  <a:lnTo>
                    <a:pt x="1799314" y="4234539"/>
                  </a:lnTo>
                  <a:lnTo>
                    <a:pt x="1787267" y="4209139"/>
                  </a:lnTo>
                  <a:lnTo>
                    <a:pt x="1808127" y="4196439"/>
                  </a:lnTo>
                  <a:close/>
                </a:path>
                <a:path w="6655434" h="6988809">
                  <a:moveTo>
                    <a:pt x="935769" y="4183739"/>
                  </a:moveTo>
                  <a:lnTo>
                    <a:pt x="951045" y="4209139"/>
                  </a:lnTo>
                  <a:lnTo>
                    <a:pt x="924581" y="4221839"/>
                  </a:lnTo>
                  <a:lnTo>
                    <a:pt x="909305" y="4196439"/>
                  </a:lnTo>
                  <a:lnTo>
                    <a:pt x="935769" y="4183739"/>
                  </a:lnTo>
                  <a:close/>
                </a:path>
                <a:path w="6655434" h="6988809">
                  <a:moveTo>
                    <a:pt x="2142132" y="4183739"/>
                  </a:moveTo>
                  <a:lnTo>
                    <a:pt x="2153000" y="4196439"/>
                  </a:lnTo>
                  <a:lnTo>
                    <a:pt x="2134177" y="4209139"/>
                  </a:lnTo>
                  <a:lnTo>
                    <a:pt x="2123308" y="4196439"/>
                  </a:lnTo>
                  <a:lnTo>
                    <a:pt x="2142132" y="4183739"/>
                  </a:lnTo>
                  <a:close/>
                </a:path>
                <a:path w="6655434" h="6988809">
                  <a:moveTo>
                    <a:pt x="63078" y="4158339"/>
                  </a:moveTo>
                  <a:lnTo>
                    <a:pt x="80710" y="4196439"/>
                  </a:lnTo>
                  <a:lnTo>
                    <a:pt x="50177" y="4209139"/>
                  </a:lnTo>
                  <a:lnTo>
                    <a:pt x="32550" y="4183739"/>
                  </a:lnTo>
                  <a:lnTo>
                    <a:pt x="63078" y="4158339"/>
                  </a:lnTo>
                  <a:close/>
                </a:path>
                <a:path w="6655434" h="6988809">
                  <a:moveTo>
                    <a:pt x="2476137" y="4158339"/>
                  </a:moveTo>
                  <a:lnTo>
                    <a:pt x="2485827" y="4183739"/>
                  </a:lnTo>
                  <a:lnTo>
                    <a:pt x="2469035" y="4196439"/>
                  </a:lnTo>
                  <a:lnTo>
                    <a:pt x="2459345" y="4171039"/>
                  </a:lnTo>
                  <a:lnTo>
                    <a:pt x="2476137" y="4158339"/>
                  </a:lnTo>
                  <a:close/>
                </a:path>
                <a:path w="6655434" h="6988809">
                  <a:moveTo>
                    <a:pt x="1269874" y="4158339"/>
                  </a:moveTo>
                  <a:lnTo>
                    <a:pt x="1284272" y="4183739"/>
                  </a:lnTo>
                  <a:lnTo>
                    <a:pt x="1259342" y="4196439"/>
                  </a:lnTo>
                  <a:lnTo>
                    <a:pt x="1244943" y="4183739"/>
                  </a:lnTo>
                  <a:lnTo>
                    <a:pt x="1269874" y="4158339"/>
                  </a:lnTo>
                  <a:close/>
                </a:path>
                <a:path w="6655434" h="6988809">
                  <a:moveTo>
                    <a:pt x="397189" y="4145639"/>
                  </a:moveTo>
                  <a:lnTo>
                    <a:pt x="413940" y="4171039"/>
                  </a:lnTo>
                  <a:lnTo>
                    <a:pt x="384935" y="4196439"/>
                  </a:lnTo>
                  <a:lnTo>
                    <a:pt x="368184" y="4158339"/>
                  </a:lnTo>
                  <a:lnTo>
                    <a:pt x="397189" y="4145639"/>
                  </a:lnTo>
                  <a:close/>
                </a:path>
                <a:path w="6655434" h="6988809">
                  <a:moveTo>
                    <a:pt x="1603772" y="4145639"/>
                  </a:moveTo>
                  <a:lnTo>
                    <a:pt x="1616702" y="4171039"/>
                  </a:lnTo>
                  <a:lnTo>
                    <a:pt x="1594313" y="4183739"/>
                  </a:lnTo>
                  <a:lnTo>
                    <a:pt x="1581383" y="4158339"/>
                  </a:lnTo>
                  <a:lnTo>
                    <a:pt x="1603772" y="4145639"/>
                  </a:lnTo>
                  <a:close/>
                </a:path>
                <a:path w="6655434" h="6988809">
                  <a:moveTo>
                    <a:pt x="2810035" y="4145639"/>
                  </a:moveTo>
                  <a:lnTo>
                    <a:pt x="2818262" y="4158339"/>
                  </a:lnTo>
                  <a:lnTo>
                    <a:pt x="2804011" y="4171039"/>
                  </a:lnTo>
                  <a:lnTo>
                    <a:pt x="2795790" y="4158339"/>
                  </a:lnTo>
                  <a:lnTo>
                    <a:pt x="2810035" y="4145639"/>
                  </a:lnTo>
                  <a:close/>
                </a:path>
                <a:path w="6655434" h="6988809">
                  <a:moveTo>
                    <a:pt x="731413" y="4120239"/>
                  </a:moveTo>
                  <a:lnTo>
                    <a:pt x="747571" y="4158339"/>
                  </a:lnTo>
                  <a:lnTo>
                    <a:pt x="719585" y="4171039"/>
                  </a:lnTo>
                  <a:lnTo>
                    <a:pt x="703427" y="4145639"/>
                  </a:lnTo>
                  <a:lnTo>
                    <a:pt x="731413" y="4120239"/>
                  </a:lnTo>
                  <a:close/>
                </a:path>
                <a:path w="6655434" h="6988809">
                  <a:moveTo>
                    <a:pt x="1937889" y="4120239"/>
                  </a:moveTo>
                  <a:lnTo>
                    <a:pt x="1949936" y="4145639"/>
                  </a:lnTo>
                  <a:lnTo>
                    <a:pt x="1929069" y="4158339"/>
                  </a:lnTo>
                  <a:lnTo>
                    <a:pt x="1917021" y="4132939"/>
                  </a:lnTo>
                  <a:lnTo>
                    <a:pt x="1937889" y="4120239"/>
                  </a:lnTo>
                  <a:close/>
                </a:path>
                <a:path w="6655434" h="6988809">
                  <a:moveTo>
                    <a:pt x="1065631" y="4107539"/>
                  </a:moveTo>
                  <a:lnTo>
                    <a:pt x="1081203" y="4132939"/>
                  </a:lnTo>
                  <a:lnTo>
                    <a:pt x="1054229" y="4145639"/>
                  </a:lnTo>
                  <a:lnTo>
                    <a:pt x="1038657" y="4120239"/>
                  </a:lnTo>
                  <a:lnTo>
                    <a:pt x="1065631" y="4107539"/>
                  </a:lnTo>
                  <a:close/>
                </a:path>
                <a:path w="6655434" h="6988809">
                  <a:moveTo>
                    <a:pt x="2271892" y="4107539"/>
                  </a:moveTo>
                  <a:lnTo>
                    <a:pt x="2282761" y="4120239"/>
                  </a:lnTo>
                  <a:lnTo>
                    <a:pt x="2263932" y="4132939"/>
                  </a:lnTo>
                  <a:lnTo>
                    <a:pt x="2253063" y="4120239"/>
                  </a:lnTo>
                  <a:lnTo>
                    <a:pt x="2271892" y="4107539"/>
                  </a:lnTo>
                  <a:close/>
                </a:path>
                <a:path w="6655434" h="6988809">
                  <a:moveTo>
                    <a:pt x="1399635" y="4082139"/>
                  </a:moveTo>
                  <a:lnTo>
                    <a:pt x="1414028" y="4107539"/>
                  </a:lnTo>
                  <a:lnTo>
                    <a:pt x="1389098" y="4132939"/>
                  </a:lnTo>
                  <a:lnTo>
                    <a:pt x="1374700" y="4107539"/>
                  </a:lnTo>
                  <a:lnTo>
                    <a:pt x="1399635" y="4082139"/>
                  </a:lnTo>
                  <a:close/>
                </a:path>
                <a:path w="6655434" h="6988809">
                  <a:moveTo>
                    <a:pt x="192945" y="4094839"/>
                  </a:moveTo>
                  <a:lnTo>
                    <a:pt x="210863" y="4120239"/>
                  </a:lnTo>
                  <a:lnTo>
                    <a:pt x="179826" y="4132939"/>
                  </a:lnTo>
                  <a:lnTo>
                    <a:pt x="161908" y="4107539"/>
                  </a:lnTo>
                  <a:lnTo>
                    <a:pt x="192945" y="4094839"/>
                  </a:lnTo>
                  <a:close/>
                </a:path>
                <a:path w="6655434" h="6988809">
                  <a:moveTo>
                    <a:pt x="2589503" y="4094839"/>
                  </a:moveTo>
                  <a:lnTo>
                    <a:pt x="2605785" y="4094839"/>
                  </a:lnTo>
                  <a:lnTo>
                    <a:pt x="2615191" y="4107539"/>
                  </a:lnTo>
                  <a:lnTo>
                    <a:pt x="2598908" y="4120239"/>
                  </a:lnTo>
                  <a:lnTo>
                    <a:pt x="2589503" y="4094839"/>
                  </a:lnTo>
                  <a:close/>
                </a:path>
                <a:path w="6655434" h="6988809">
                  <a:moveTo>
                    <a:pt x="527057" y="4069439"/>
                  </a:moveTo>
                  <a:lnTo>
                    <a:pt x="544097" y="4094839"/>
                  </a:lnTo>
                  <a:lnTo>
                    <a:pt x="514582" y="4120239"/>
                  </a:lnTo>
                  <a:lnTo>
                    <a:pt x="497542" y="4082139"/>
                  </a:lnTo>
                  <a:lnTo>
                    <a:pt x="527057" y="4069439"/>
                  </a:lnTo>
                  <a:close/>
                </a:path>
                <a:path w="6655434" h="6988809">
                  <a:moveTo>
                    <a:pt x="1733532" y="4069439"/>
                  </a:moveTo>
                  <a:lnTo>
                    <a:pt x="1746462" y="4094839"/>
                  </a:lnTo>
                  <a:lnTo>
                    <a:pt x="1724073" y="4107539"/>
                  </a:lnTo>
                  <a:lnTo>
                    <a:pt x="1711143" y="4082139"/>
                  </a:lnTo>
                  <a:lnTo>
                    <a:pt x="1733532" y="4069439"/>
                  </a:lnTo>
                  <a:close/>
                </a:path>
                <a:path w="6655434" h="6988809">
                  <a:moveTo>
                    <a:pt x="861174" y="4056739"/>
                  </a:moveTo>
                  <a:lnTo>
                    <a:pt x="877332" y="4082139"/>
                  </a:lnTo>
                  <a:lnTo>
                    <a:pt x="849340" y="4094839"/>
                  </a:lnTo>
                  <a:lnTo>
                    <a:pt x="833182" y="4069439"/>
                  </a:lnTo>
                  <a:lnTo>
                    <a:pt x="861174" y="4056739"/>
                  </a:lnTo>
                  <a:close/>
                </a:path>
                <a:path w="6655434" h="6988809">
                  <a:moveTo>
                    <a:pt x="2067644" y="4056739"/>
                  </a:moveTo>
                  <a:lnTo>
                    <a:pt x="2079691" y="4069439"/>
                  </a:lnTo>
                  <a:lnTo>
                    <a:pt x="2058824" y="4082139"/>
                  </a:lnTo>
                  <a:lnTo>
                    <a:pt x="2046776" y="4069439"/>
                  </a:lnTo>
                  <a:lnTo>
                    <a:pt x="2067644" y="4056739"/>
                  </a:lnTo>
                  <a:close/>
                </a:path>
                <a:path w="6655434" h="6988809">
                  <a:moveTo>
                    <a:pt x="1195391" y="4031339"/>
                  </a:moveTo>
                  <a:lnTo>
                    <a:pt x="1210963" y="4056739"/>
                  </a:lnTo>
                  <a:lnTo>
                    <a:pt x="1183989" y="4069439"/>
                  </a:lnTo>
                  <a:lnTo>
                    <a:pt x="1168417" y="4044039"/>
                  </a:lnTo>
                  <a:lnTo>
                    <a:pt x="1195391" y="4031339"/>
                  </a:lnTo>
                  <a:close/>
                </a:path>
                <a:path w="6655434" h="6988809">
                  <a:moveTo>
                    <a:pt x="322807" y="4018639"/>
                  </a:moveTo>
                  <a:lnTo>
                    <a:pt x="341026" y="4044039"/>
                  </a:lnTo>
                  <a:lnTo>
                    <a:pt x="309480" y="4069439"/>
                  </a:lnTo>
                  <a:lnTo>
                    <a:pt x="291261" y="4031339"/>
                  </a:lnTo>
                  <a:lnTo>
                    <a:pt x="322807" y="4018639"/>
                  </a:lnTo>
                  <a:close/>
                </a:path>
                <a:path w="6655434" h="6988809">
                  <a:moveTo>
                    <a:pt x="3" y="4056739"/>
                  </a:moveTo>
                  <a:lnTo>
                    <a:pt x="7395" y="4069439"/>
                  </a:lnTo>
                  <a:lnTo>
                    <a:pt x="3" y="4069439"/>
                  </a:lnTo>
                  <a:lnTo>
                    <a:pt x="3" y="4056739"/>
                  </a:lnTo>
                  <a:close/>
                </a:path>
                <a:path w="6655434" h="6988809">
                  <a:moveTo>
                    <a:pt x="2401541" y="4031339"/>
                  </a:moveTo>
                  <a:lnTo>
                    <a:pt x="2412120" y="4056739"/>
                  </a:lnTo>
                  <a:lnTo>
                    <a:pt x="2393800" y="4056739"/>
                  </a:lnTo>
                  <a:lnTo>
                    <a:pt x="2383222" y="4044039"/>
                  </a:lnTo>
                  <a:lnTo>
                    <a:pt x="2401541" y="4031339"/>
                  </a:lnTo>
                  <a:close/>
                </a:path>
                <a:path w="6655434" h="6988809">
                  <a:moveTo>
                    <a:pt x="1529396" y="4018639"/>
                  </a:moveTo>
                  <a:lnTo>
                    <a:pt x="1543789" y="4044039"/>
                  </a:lnTo>
                  <a:lnTo>
                    <a:pt x="1518853" y="4056739"/>
                  </a:lnTo>
                  <a:lnTo>
                    <a:pt x="1504460" y="4031339"/>
                  </a:lnTo>
                  <a:lnTo>
                    <a:pt x="1529396" y="4018639"/>
                  </a:lnTo>
                  <a:close/>
                </a:path>
                <a:path w="6655434" h="6988809">
                  <a:moveTo>
                    <a:pt x="2719264" y="4018639"/>
                  </a:moveTo>
                  <a:lnTo>
                    <a:pt x="2735546" y="4018639"/>
                  </a:lnTo>
                  <a:lnTo>
                    <a:pt x="2744946" y="4031339"/>
                  </a:lnTo>
                  <a:lnTo>
                    <a:pt x="2728670" y="4044039"/>
                  </a:lnTo>
                  <a:lnTo>
                    <a:pt x="2719264" y="4018639"/>
                  </a:lnTo>
                  <a:close/>
                </a:path>
                <a:path w="6655434" h="6988809">
                  <a:moveTo>
                    <a:pt x="656926" y="3993239"/>
                  </a:moveTo>
                  <a:lnTo>
                    <a:pt x="674256" y="4018639"/>
                  </a:lnTo>
                  <a:lnTo>
                    <a:pt x="644238" y="4044039"/>
                  </a:lnTo>
                  <a:lnTo>
                    <a:pt x="626901" y="4005939"/>
                  </a:lnTo>
                  <a:lnTo>
                    <a:pt x="656926" y="3993239"/>
                  </a:lnTo>
                  <a:close/>
                </a:path>
                <a:path w="6655434" h="6988809">
                  <a:moveTo>
                    <a:pt x="1863293" y="3993239"/>
                  </a:moveTo>
                  <a:lnTo>
                    <a:pt x="1876223" y="4018639"/>
                  </a:lnTo>
                  <a:lnTo>
                    <a:pt x="1853829" y="4031339"/>
                  </a:lnTo>
                  <a:lnTo>
                    <a:pt x="1840904" y="4005939"/>
                  </a:lnTo>
                  <a:lnTo>
                    <a:pt x="1863293" y="3993239"/>
                  </a:lnTo>
                  <a:close/>
                </a:path>
                <a:path w="6655434" h="6988809">
                  <a:moveTo>
                    <a:pt x="991036" y="3980539"/>
                  </a:moveTo>
                  <a:lnTo>
                    <a:pt x="1007490" y="4005939"/>
                  </a:lnTo>
                  <a:lnTo>
                    <a:pt x="978994" y="4018639"/>
                  </a:lnTo>
                  <a:lnTo>
                    <a:pt x="962540" y="3993239"/>
                  </a:lnTo>
                  <a:lnTo>
                    <a:pt x="991036" y="3980539"/>
                  </a:lnTo>
                  <a:close/>
                </a:path>
                <a:path w="6655434" h="6988809">
                  <a:moveTo>
                    <a:pt x="2197297" y="3980539"/>
                  </a:moveTo>
                  <a:lnTo>
                    <a:pt x="2209048" y="3993239"/>
                  </a:lnTo>
                  <a:lnTo>
                    <a:pt x="2188697" y="4005939"/>
                  </a:lnTo>
                  <a:lnTo>
                    <a:pt x="2176945" y="3993239"/>
                  </a:lnTo>
                  <a:lnTo>
                    <a:pt x="2197297" y="3980539"/>
                  </a:lnTo>
                  <a:close/>
                </a:path>
                <a:path w="6655434" h="6988809">
                  <a:moveTo>
                    <a:pt x="118457" y="3955139"/>
                  </a:moveTo>
                  <a:lnTo>
                    <a:pt x="137553" y="3993239"/>
                  </a:lnTo>
                  <a:lnTo>
                    <a:pt x="104479" y="4005939"/>
                  </a:lnTo>
                  <a:lnTo>
                    <a:pt x="85383" y="3980539"/>
                  </a:lnTo>
                  <a:lnTo>
                    <a:pt x="118457" y="3955139"/>
                  </a:lnTo>
                  <a:close/>
                </a:path>
                <a:path w="6655434" h="6988809">
                  <a:moveTo>
                    <a:pt x="2531303" y="3955139"/>
                  </a:moveTo>
                  <a:lnTo>
                    <a:pt x="2541881" y="3980539"/>
                  </a:lnTo>
                  <a:lnTo>
                    <a:pt x="2523555" y="3993239"/>
                  </a:lnTo>
                  <a:lnTo>
                    <a:pt x="2512976" y="3967839"/>
                  </a:lnTo>
                  <a:lnTo>
                    <a:pt x="2531303" y="3955139"/>
                  </a:lnTo>
                  <a:close/>
                </a:path>
                <a:path w="6655434" h="6988809">
                  <a:moveTo>
                    <a:pt x="1325153" y="3955139"/>
                  </a:moveTo>
                  <a:lnTo>
                    <a:pt x="1340725" y="3980539"/>
                  </a:lnTo>
                  <a:lnTo>
                    <a:pt x="1313751" y="3993239"/>
                  </a:lnTo>
                  <a:lnTo>
                    <a:pt x="1298179" y="3967839"/>
                  </a:lnTo>
                  <a:lnTo>
                    <a:pt x="1325153" y="3955139"/>
                  </a:lnTo>
                  <a:close/>
                </a:path>
                <a:path w="6655434" h="6988809">
                  <a:moveTo>
                    <a:pt x="452681" y="3942439"/>
                  </a:moveTo>
                  <a:lnTo>
                    <a:pt x="471184" y="3967839"/>
                  </a:lnTo>
                  <a:lnTo>
                    <a:pt x="439129" y="3993239"/>
                  </a:lnTo>
                  <a:lnTo>
                    <a:pt x="420619" y="3955139"/>
                  </a:lnTo>
                  <a:lnTo>
                    <a:pt x="452681" y="3942439"/>
                  </a:lnTo>
                  <a:close/>
                </a:path>
                <a:path w="6655434" h="6988809">
                  <a:moveTo>
                    <a:pt x="1659156" y="3942439"/>
                  </a:moveTo>
                  <a:lnTo>
                    <a:pt x="1673549" y="3967839"/>
                  </a:lnTo>
                  <a:lnTo>
                    <a:pt x="1648613" y="3980539"/>
                  </a:lnTo>
                  <a:lnTo>
                    <a:pt x="1634220" y="3955139"/>
                  </a:lnTo>
                  <a:lnTo>
                    <a:pt x="1659156" y="3942439"/>
                  </a:lnTo>
                  <a:close/>
                </a:path>
                <a:path w="6655434" h="6988809">
                  <a:moveTo>
                    <a:pt x="786792" y="3917039"/>
                  </a:moveTo>
                  <a:lnTo>
                    <a:pt x="804419" y="3955139"/>
                  </a:lnTo>
                  <a:lnTo>
                    <a:pt x="773886" y="3967839"/>
                  </a:lnTo>
                  <a:lnTo>
                    <a:pt x="756259" y="3942439"/>
                  </a:lnTo>
                  <a:lnTo>
                    <a:pt x="786792" y="3917039"/>
                  </a:lnTo>
                  <a:close/>
                </a:path>
                <a:path w="6655434" h="6988809">
                  <a:moveTo>
                    <a:pt x="1993048" y="3917039"/>
                  </a:moveTo>
                  <a:lnTo>
                    <a:pt x="2005978" y="3942439"/>
                  </a:lnTo>
                  <a:lnTo>
                    <a:pt x="1983584" y="3955139"/>
                  </a:lnTo>
                  <a:lnTo>
                    <a:pt x="1970659" y="3929739"/>
                  </a:lnTo>
                  <a:lnTo>
                    <a:pt x="1993048" y="3917039"/>
                  </a:lnTo>
                  <a:close/>
                </a:path>
                <a:path w="6655434" h="6988809">
                  <a:moveTo>
                    <a:pt x="1120796" y="3904339"/>
                  </a:moveTo>
                  <a:lnTo>
                    <a:pt x="1137250" y="3929739"/>
                  </a:lnTo>
                  <a:lnTo>
                    <a:pt x="1108748" y="3942439"/>
                  </a:lnTo>
                  <a:lnTo>
                    <a:pt x="1092294" y="3917039"/>
                  </a:lnTo>
                  <a:lnTo>
                    <a:pt x="1120796" y="3904339"/>
                  </a:lnTo>
                  <a:close/>
                </a:path>
                <a:path w="6655434" h="6988809">
                  <a:moveTo>
                    <a:pt x="2327053" y="3904339"/>
                  </a:moveTo>
                  <a:lnTo>
                    <a:pt x="2338804" y="3917039"/>
                  </a:lnTo>
                  <a:lnTo>
                    <a:pt x="2318453" y="3929739"/>
                  </a:lnTo>
                  <a:lnTo>
                    <a:pt x="2306701" y="3917039"/>
                  </a:lnTo>
                  <a:lnTo>
                    <a:pt x="2327053" y="3904339"/>
                  </a:lnTo>
                  <a:close/>
                </a:path>
                <a:path w="6655434" h="6988809">
                  <a:moveTo>
                    <a:pt x="1454908" y="3878939"/>
                  </a:moveTo>
                  <a:lnTo>
                    <a:pt x="1470480" y="3904339"/>
                  </a:lnTo>
                  <a:lnTo>
                    <a:pt x="1443512" y="3929739"/>
                  </a:lnTo>
                  <a:lnTo>
                    <a:pt x="1427940" y="3891639"/>
                  </a:lnTo>
                  <a:lnTo>
                    <a:pt x="1454908" y="3878939"/>
                  </a:lnTo>
                  <a:close/>
                </a:path>
                <a:path w="6655434" h="6988809">
                  <a:moveTo>
                    <a:pt x="248325" y="3878939"/>
                  </a:moveTo>
                  <a:lnTo>
                    <a:pt x="267717" y="3917039"/>
                  </a:lnTo>
                  <a:lnTo>
                    <a:pt x="234127" y="3929739"/>
                  </a:lnTo>
                  <a:lnTo>
                    <a:pt x="214735" y="3904339"/>
                  </a:lnTo>
                  <a:lnTo>
                    <a:pt x="248325" y="3878939"/>
                  </a:lnTo>
                  <a:close/>
                </a:path>
                <a:path w="6655434" h="6988809">
                  <a:moveTo>
                    <a:pt x="2660951" y="3878939"/>
                  </a:moveTo>
                  <a:lnTo>
                    <a:pt x="2671234" y="3904339"/>
                  </a:lnTo>
                  <a:lnTo>
                    <a:pt x="2653429" y="3917039"/>
                  </a:lnTo>
                  <a:lnTo>
                    <a:pt x="2643147" y="3891639"/>
                  </a:lnTo>
                  <a:lnTo>
                    <a:pt x="2660951" y="3878939"/>
                  </a:lnTo>
                  <a:close/>
                </a:path>
                <a:path w="6655434" h="6988809">
                  <a:moveTo>
                    <a:pt x="582442" y="3866239"/>
                  </a:moveTo>
                  <a:lnTo>
                    <a:pt x="600946" y="3891639"/>
                  </a:lnTo>
                  <a:lnTo>
                    <a:pt x="568891" y="3917039"/>
                  </a:lnTo>
                  <a:lnTo>
                    <a:pt x="550381" y="3878939"/>
                  </a:lnTo>
                  <a:lnTo>
                    <a:pt x="582442" y="3866239"/>
                  </a:lnTo>
                  <a:close/>
                </a:path>
                <a:path w="6655434" h="6988809">
                  <a:moveTo>
                    <a:pt x="1788912" y="3866239"/>
                  </a:moveTo>
                  <a:lnTo>
                    <a:pt x="1803310" y="3891639"/>
                  </a:lnTo>
                  <a:lnTo>
                    <a:pt x="1778374" y="3904339"/>
                  </a:lnTo>
                  <a:lnTo>
                    <a:pt x="1763982" y="3878939"/>
                  </a:lnTo>
                  <a:lnTo>
                    <a:pt x="1788912" y="3866239"/>
                  </a:lnTo>
                  <a:close/>
                </a:path>
                <a:path w="6655434" h="6988809">
                  <a:moveTo>
                    <a:pt x="916548" y="3840839"/>
                  </a:moveTo>
                  <a:lnTo>
                    <a:pt x="934174" y="3878939"/>
                  </a:lnTo>
                  <a:lnTo>
                    <a:pt x="903641" y="3891639"/>
                  </a:lnTo>
                  <a:lnTo>
                    <a:pt x="886014" y="3866239"/>
                  </a:lnTo>
                  <a:lnTo>
                    <a:pt x="916548" y="3840839"/>
                  </a:lnTo>
                  <a:close/>
                </a:path>
                <a:path w="6655434" h="6988809">
                  <a:moveTo>
                    <a:pt x="2122809" y="3840839"/>
                  </a:moveTo>
                  <a:lnTo>
                    <a:pt x="2135733" y="3866239"/>
                  </a:lnTo>
                  <a:lnTo>
                    <a:pt x="2113344" y="3878939"/>
                  </a:lnTo>
                  <a:lnTo>
                    <a:pt x="2100420" y="3853539"/>
                  </a:lnTo>
                  <a:lnTo>
                    <a:pt x="2122809" y="3840839"/>
                  </a:lnTo>
                  <a:close/>
                </a:path>
                <a:path w="6655434" h="6988809">
                  <a:moveTo>
                    <a:pt x="44081" y="3828139"/>
                  </a:moveTo>
                  <a:lnTo>
                    <a:pt x="64646" y="3866239"/>
                  </a:lnTo>
                  <a:lnTo>
                    <a:pt x="29025" y="3878939"/>
                  </a:lnTo>
                  <a:lnTo>
                    <a:pt x="8460" y="3840839"/>
                  </a:lnTo>
                  <a:lnTo>
                    <a:pt x="44081" y="3828139"/>
                  </a:lnTo>
                  <a:close/>
                </a:path>
                <a:path w="6655434" h="6988809">
                  <a:moveTo>
                    <a:pt x="1250552" y="3828139"/>
                  </a:moveTo>
                  <a:lnTo>
                    <a:pt x="1267006" y="3853539"/>
                  </a:lnTo>
                  <a:lnTo>
                    <a:pt x="1238510" y="3866239"/>
                  </a:lnTo>
                  <a:lnTo>
                    <a:pt x="1222056" y="3840839"/>
                  </a:lnTo>
                  <a:lnTo>
                    <a:pt x="1250552" y="3828139"/>
                  </a:lnTo>
                  <a:close/>
                </a:path>
                <a:path w="6655434" h="6988809">
                  <a:moveTo>
                    <a:pt x="378187" y="3802739"/>
                  </a:moveTo>
                  <a:lnTo>
                    <a:pt x="397875" y="3840839"/>
                  </a:lnTo>
                  <a:lnTo>
                    <a:pt x="363782" y="3866239"/>
                  </a:lnTo>
                  <a:lnTo>
                    <a:pt x="344100" y="3828139"/>
                  </a:lnTo>
                  <a:lnTo>
                    <a:pt x="378187" y="3802739"/>
                  </a:lnTo>
                  <a:close/>
                </a:path>
                <a:path w="6655434" h="6988809">
                  <a:moveTo>
                    <a:pt x="2456707" y="3828139"/>
                  </a:moveTo>
                  <a:lnTo>
                    <a:pt x="2468168" y="3840839"/>
                  </a:lnTo>
                  <a:lnTo>
                    <a:pt x="2448320" y="3853539"/>
                  </a:lnTo>
                  <a:lnTo>
                    <a:pt x="2436865" y="3840839"/>
                  </a:lnTo>
                  <a:lnTo>
                    <a:pt x="2456707" y="3828139"/>
                  </a:lnTo>
                  <a:close/>
                </a:path>
                <a:path w="6655434" h="6988809">
                  <a:moveTo>
                    <a:pt x="1584668" y="3802739"/>
                  </a:moveTo>
                  <a:lnTo>
                    <a:pt x="1600240" y="3828139"/>
                  </a:lnTo>
                  <a:lnTo>
                    <a:pt x="1573266" y="3853539"/>
                  </a:lnTo>
                  <a:lnTo>
                    <a:pt x="1557694" y="3828139"/>
                  </a:lnTo>
                  <a:lnTo>
                    <a:pt x="1584668" y="3802739"/>
                  </a:lnTo>
                  <a:close/>
                </a:path>
                <a:path w="6655434" h="6988809">
                  <a:moveTo>
                    <a:pt x="2790710" y="3802739"/>
                  </a:moveTo>
                  <a:lnTo>
                    <a:pt x="2800993" y="3828139"/>
                  </a:lnTo>
                  <a:lnTo>
                    <a:pt x="2783182" y="3840839"/>
                  </a:lnTo>
                  <a:lnTo>
                    <a:pt x="2772899" y="3815439"/>
                  </a:lnTo>
                  <a:lnTo>
                    <a:pt x="2790710" y="3802739"/>
                  </a:lnTo>
                  <a:close/>
                </a:path>
                <a:path w="6655434" h="6988809">
                  <a:moveTo>
                    <a:pt x="712304" y="3790039"/>
                  </a:moveTo>
                  <a:lnTo>
                    <a:pt x="731110" y="3815439"/>
                  </a:lnTo>
                  <a:lnTo>
                    <a:pt x="698539" y="3840839"/>
                  </a:lnTo>
                  <a:lnTo>
                    <a:pt x="679739" y="3802739"/>
                  </a:lnTo>
                  <a:lnTo>
                    <a:pt x="712304" y="3790039"/>
                  </a:lnTo>
                  <a:close/>
                </a:path>
                <a:path w="6655434" h="6988809">
                  <a:moveTo>
                    <a:pt x="1918566" y="3790039"/>
                  </a:moveTo>
                  <a:lnTo>
                    <a:pt x="1932663" y="3815439"/>
                  </a:lnTo>
                  <a:lnTo>
                    <a:pt x="1908236" y="3828139"/>
                  </a:lnTo>
                  <a:lnTo>
                    <a:pt x="1894139" y="3802739"/>
                  </a:lnTo>
                  <a:lnTo>
                    <a:pt x="1918566" y="3790039"/>
                  </a:lnTo>
                  <a:close/>
                </a:path>
                <a:path w="6655434" h="6988809">
                  <a:moveTo>
                    <a:pt x="1046420" y="3764639"/>
                  </a:moveTo>
                  <a:lnTo>
                    <a:pt x="1064337" y="3802739"/>
                  </a:lnTo>
                  <a:lnTo>
                    <a:pt x="1033294" y="3815439"/>
                  </a:lnTo>
                  <a:lnTo>
                    <a:pt x="1015377" y="3790039"/>
                  </a:lnTo>
                  <a:lnTo>
                    <a:pt x="1046420" y="3764639"/>
                  </a:lnTo>
                  <a:close/>
                </a:path>
                <a:path w="6655434" h="6988809">
                  <a:moveTo>
                    <a:pt x="2252458" y="3764639"/>
                  </a:moveTo>
                  <a:lnTo>
                    <a:pt x="2265092" y="3790039"/>
                  </a:lnTo>
                  <a:lnTo>
                    <a:pt x="2243212" y="3802739"/>
                  </a:lnTo>
                  <a:lnTo>
                    <a:pt x="2230578" y="3777339"/>
                  </a:lnTo>
                  <a:lnTo>
                    <a:pt x="2252458" y="3764639"/>
                  </a:lnTo>
                  <a:close/>
                </a:path>
                <a:path w="6655434" h="6988809">
                  <a:moveTo>
                    <a:pt x="173943" y="3751939"/>
                  </a:moveTo>
                  <a:lnTo>
                    <a:pt x="194804" y="3790039"/>
                  </a:lnTo>
                  <a:lnTo>
                    <a:pt x="158673" y="3802739"/>
                  </a:lnTo>
                  <a:lnTo>
                    <a:pt x="137812" y="3777339"/>
                  </a:lnTo>
                  <a:lnTo>
                    <a:pt x="173943" y="3751939"/>
                  </a:lnTo>
                  <a:close/>
                </a:path>
                <a:path w="6655434" h="6988809">
                  <a:moveTo>
                    <a:pt x="1380313" y="3751939"/>
                  </a:moveTo>
                  <a:lnTo>
                    <a:pt x="1396767" y="3777339"/>
                  </a:lnTo>
                  <a:lnTo>
                    <a:pt x="1368271" y="3790039"/>
                  </a:lnTo>
                  <a:lnTo>
                    <a:pt x="1351817" y="3764639"/>
                  </a:lnTo>
                  <a:lnTo>
                    <a:pt x="1380313" y="3751939"/>
                  </a:lnTo>
                  <a:close/>
                </a:path>
                <a:path w="6655434" h="6988809">
                  <a:moveTo>
                    <a:pt x="508061" y="3726539"/>
                  </a:moveTo>
                  <a:lnTo>
                    <a:pt x="528039" y="3764639"/>
                  </a:lnTo>
                  <a:lnTo>
                    <a:pt x="493437" y="3790039"/>
                  </a:lnTo>
                  <a:lnTo>
                    <a:pt x="473458" y="3751939"/>
                  </a:lnTo>
                  <a:lnTo>
                    <a:pt x="508061" y="3726539"/>
                  </a:lnTo>
                  <a:close/>
                </a:path>
                <a:path w="6655434" h="6988809">
                  <a:moveTo>
                    <a:pt x="2586463" y="3751939"/>
                  </a:moveTo>
                  <a:lnTo>
                    <a:pt x="2597924" y="3777339"/>
                  </a:lnTo>
                  <a:lnTo>
                    <a:pt x="2578076" y="3777339"/>
                  </a:lnTo>
                  <a:lnTo>
                    <a:pt x="2566621" y="3764639"/>
                  </a:lnTo>
                  <a:lnTo>
                    <a:pt x="2586463" y="3751939"/>
                  </a:lnTo>
                  <a:close/>
                </a:path>
                <a:path w="6655434" h="6988809">
                  <a:moveTo>
                    <a:pt x="1714423" y="3726539"/>
                  </a:moveTo>
                  <a:lnTo>
                    <a:pt x="1729995" y="3764639"/>
                  </a:lnTo>
                  <a:lnTo>
                    <a:pt x="1703027" y="3777339"/>
                  </a:lnTo>
                  <a:lnTo>
                    <a:pt x="1687455" y="3751939"/>
                  </a:lnTo>
                  <a:lnTo>
                    <a:pt x="1714423" y="3726539"/>
                  </a:lnTo>
                  <a:close/>
                </a:path>
                <a:path w="6655434" h="6988809">
                  <a:moveTo>
                    <a:pt x="842065" y="3713839"/>
                  </a:moveTo>
                  <a:lnTo>
                    <a:pt x="860865" y="3739239"/>
                  </a:lnTo>
                  <a:lnTo>
                    <a:pt x="828300" y="3764639"/>
                  </a:lnTo>
                  <a:lnTo>
                    <a:pt x="809494" y="3726539"/>
                  </a:lnTo>
                  <a:lnTo>
                    <a:pt x="842065" y="3713839"/>
                  </a:lnTo>
                  <a:close/>
                </a:path>
                <a:path w="6655434" h="6988809">
                  <a:moveTo>
                    <a:pt x="2048321" y="3713839"/>
                  </a:moveTo>
                  <a:lnTo>
                    <a:pt x="2062417" y="3739239"/>
                  </a:lnTo>
                  <a:lnTo>
                    <a:pt x="2037996" y="3751939"/>
                  </a:lnTo>
                  <a:lnTo>
                    <a:pt x="2023900" y="3726539"/>
                  </a:lnTo>
                  <a:lnTo>
                    <a:pt x="2048321" y="3713839"/>
                  </a:lnTo>
                  <a:close/>
                </a:path>
                <a:path w="6655434" h="6988809">
                  <a:moveTo>
                    <a:pt x="1176176" y="3688439"/>
                  </a:moveTo>
                  <a:lnTo>
                    <a:pt x="1194093" y="3726539"/>
                  </a:lnTo>
                  <a:lnTo>
                    <a:pt x="1163056" y="3739239"/>
                  </a:lnTo>
                  <a:lnTo>
                    <a:pt x="1145133" y="3713839"/>
                  </a:lnTo>
                  <a:lnTo>
                    <a:pt x="1176176" y="3688439"/>
                  </a:lnTo>
                  <a:close/>
                </a:path>
                <a:path w="6655434" h="6988809">
                  <a:moveTo>
                    <a:pt x="2382219" y="3701139"/>
                  </a:moveTo>
                  <a:lnTo>
                    <a:pt x="2394853" y="3713839"/>
                  </a:lnTo>
                  <a:lnTo>
                    <a:pt x="2372967" y="3726539"/>
                  </a:lnTo>
                  <a:lnTo>
                    <a:pt x="2360333" y="3713839"/>
                  </a:lnTo>
                  <a:lnTo>
                    <a:pt x="2382219" y="3701139"/>
                  </a:lnTo>
                  <a:close/>
                </a:path>
                <a:path w="6655434" h="6988809">
                  <a:moveTo>
                    <a:pt x="1510073" y="3675739"/>
                  </a:moveTo>
                  <a:lnTo>
                    <a:pt x="1526527" y="3701139"/>
                  </a:lnTo>
                  <a:lnTo>
                    <a:pt x="1498031" y="3726539"/>
                  </a:lnTo>
                  <a:lnTo>
                    <a:pt x="1481577" y="3688439"/>
                  </a:lnTo>
                  <a:lnTo>
                    <a:pt x="1510073" y="3675739"/>
                  </a:lnTo>
                  <a:close/>
                </a:path>
                <a:path w="6655434" h="6988809">
                  <a:moveTo>
                    <a:pt x="303811" y="3675739"/>
                  </a:moveTo>
                  <a:lnTo>
                    <a:pt x="324962" y="3713839"/>
                  </a:lnTo>
                  <a:lnTo>
                    <a:pt x="288328" y="3726539"/>
                  </a:lnTo>
                  <a:lnTo>
                    <a:pt x="267177" y="3701139"/>
                  </a:lnTo>
                  <a:lnTo>
                    <a:pt x="303811" y="3675739"/>
                  </a:lnTo>
                  <a:close/>
                </a:path>
                <a:path w="6655434" h="6988809">
                  <a:moveTo>
                    <a:pt x="2716109" y="3675739"/>
                  </a:moveTo>
                  <a:lnTo>
                    <a:pt x="2727274" y="3701139"/>
                  </a:lnTo>
                  <a:lnTo>
                    <a:pt x="2707941" y="3713839"/>
                  </a:lnTo>
                  <a:lnTo>
                    <a:pt x="2696776" y="3688439"/>
                  </a:lnTo>
                  <a:lnTo>
                    <a:pt x="2716109" y="3675739"/>
                  </a:lnTo>
                  <a:close/>
                </a:path>
                <a:path w="6655434" h="6988809">
                  <a:moveTo>
                    <a:pt x="637922" y="3650339"/>
                  </a:moveTo>
                  <a:lnTo>
                    <a:pt x="658197" y="3688439"/>
                  </a:lnTo>
                  <a:lnTo>
                    <a:pt x="623085" y="3713839"/>
                  </a:lnTo>
                  <a:lnTo>
                    <a:pt x="602810" y="3675739"/>
                  </a:lnTo>
                  <a:lnTo>
                    <a:pt x="637922" y="3650339"/>
                  </a:lnTo>
                  <a:close/>
                </a:path>
                <a:path w="6655434" h="6988809">
                  <a:moveTo>
                    <a:pt x="1844184" y="3663039"/>
                  </a:moveTo>
                  <a:lnTo>
                    <a:pt x="1859756" y="3688439"/>
                  </a:lnTo>
                  <a:lnTo>
                    <a:pt x="1832788" y="3701139"/>
                  </a:lnTo>
                  <a:lnTo>
                    <a:pt x="1817216" y="3675739"/>
                  </a:lnTo>
                  <a:lnTo>
                    <a:pt x="1844184" y="3663039"/>
                  </a:lnTo>
                  <a:close/>
                </a:path>
                <a:path w="6655434" h="6988809">
                  <a:moveTo>
                    <a:pt x="971926" y="3637639"/>
                  </a:moveTo>
                  <a:lnTo>
                    <a:pt x="991028" y="3675739"/>
                  </a:lnTo>
                  <a:lnTo>
                    <a:pt x="957953" y="3688439"/>
                  </a:lnTo>
                  <a:lnTo>
                    <a:pt x="938852" y="3663039"/>
                  </a:lnTo>
                  <a:lnTo>
                    <a:pt x="971926" y="3637639"/>
                  </a:lnTo>
                  <a:close/>
                </a:path>
                <a:path w="6655434" h="6988809">
                  <a:moveTo>
                    <a:pt x="2177976" y="3637639"/>
                  </a:moveTo>
                  <a:lnTo>
                    <a:pt x="2191782" y="3663039"/>
                  </a:lnTo>
                  <a:lnTo>
                    <a:pt x="2167865" y="3675739"/>
                  </a:lnTo>
                  <a:lnTo>
                    <a:pt x="2154058" y="3650339"/>
                  </a:lnTo>
                  <a:lnTo>
                    <a:pt x="2177976" y="3637639"/>
                  </a:lnTo>
                  <a:close/>
                </a:path>
                <a:path w="6655434" h="6988809">
                  <a:moveTo>
                    <a:pt x="99455" y="3624939"/>
                  </a:moveTo>
                  <a:lnTo>
                    <a:pt x="121489" y="3663039"/>
                  </a:lnTo>
                  <a:lnTo>
                    <a:pt x="83327" y="3675739"/>
                  </a:lnTo>
                  <a:lnTo>
                    <a:pt x="61293" y="3637639"/>
                  </a:lnTo>
                  <a:lnTo>
                    <a:pt x="99455" y="3624939"/>
                  </a:lnTo>
                  <a:close/>
                </a:path>
                <a:path w="6655434" h="6988809">
                  <a:moveTo>
                    <a:pt x="1305937" y="3624939"/>
                  </a:moveTo>
                  <a:lnTo>
                    <a:pt x="1323854" y="3650339"/>
                  </a:lnTo>
                  <a:lnTo>
                    <a:pt x="1292817" y="3663039"/>
                  </a:lnTo>
                  <a:lnTo>
                    <a:pt x="1274894" y="3637639"/>
                  </a:lnTo>
                  <a:lnTo>
                    <a:pt x="1305937" y="3624939"/>
                  </a:lnTo>
                  <a:close/>
                </a:path>
                <a:path w="6655434" h="6988809">
                  <a:moveTo>
                    <a:pt x="433572" y="3599539"/>
                  </a:moveTo>
                  <a:lnTo>
                    <a:pt x="454724" y="3637639"/>
                  </a:lnTo>
                  <a:lnTo>
                    <a:pt x="418083" y="3663039"/>
                  </a:lnTo>
                  <a:lnTo>
                    <a:pt x="396932" y="3624939"/>
                  </a:lnTo>
                  <a:lnTo>
                    <a:pt x="433572" y="3599539"/>
                  </a:lnTo>
                  <a:close/>
                </a:path>
                <a:path w="6655434" h="6988809">
                  <a:moveTo>
                    <a:pt x="2511868" y="3624939"/>
                  </a:moveTo>
                  <a:lnTo>
                    <a:pt x="2524211" y="3637639"/>
                  </a:lnTo>
                  <a:lnTo>
                    <a:pt x="2502841" y="3650339"/>
                  </a:lnTo>
                  <a:lnTo>
                    <a:pt x="2490503" y="3637639"/>
                  </a:lnTo>
                  <a:lnTo>
                    <a:pt x="2511868" y="3624939"/>
                  </a:lnTo>
                  <a:close/>
                </a:path>
                <a:path w="6655434" h="6988809">
                  <a:moveTo>
                    <a:pt x="1639828" y="3599539"/>
                  </a:moveTo>
                  <a:lnTo>
                    <a:pt x="1656283" y="3624939"/>
                  </a:lnTo>
                  <a:lnTo>
                    <a:pt x="1627786" y="3650339"/>
                  </a:lnTo>
                  <a:lnTo>
                    <a:pt x="1611332" y="3612239"/>
                  </a:lnTo>
                  <a:lnTo>
                    <a:pt x="1639828" y="3599539"/>
                  </a:lnTo>
                  <a:close/>
                </a:path>
                <a:path w="6655434" h="6988809">
                  <a:moveTo>
                    <a:pt x="767683" y="3586839"/>
                  </a:moveTo>
                  <a:lnTo>
                    <a:pt x="787958" y="3612239"/>
                  </a:lnTo>
                  <a:lnTo>
                    <a:pt x="752846" y="3637639"/>
                  </a:lnTo>
                  <a:lnTo>
                    <a:pt x="732571" y="3599539"/>
                  </a:lnTo>
                  <a:lnTo>
                    <a:pt x="767683" y="3586839"/>
                  </a:lnTo>
                  <a:close/>
                </a:path>
                <a:path w="6655434" h="6988809">
                  <a:moveTo>
                    <a:pt x="1973838" y="3586839"/>
                  </a:moveTo>
                  <a:lnTo>
                    <a:pt x="1989114" y="3612239"/>
                  </a:lnTo>
                  <a:lnTo>
                    <a:pt x="1962650" y="3624939"/>
                  </a:lnTo>
                  <a:lnTo>
                    <a:pt x="1947374" y="3599539"/>
                  </a:lnTo>
                  <a:lnTo>
                    <a:pt x="1973838" y="3586839"/>
                  </a:lnTo>
                  <a:close/>
                </a:path>
                <a:path w="6655434" h="6988809">
                  <a:moveTo>
                    <a:pt x="1101688" y="3561439"/>
                  </a:moveTo>
                  <a:lnTo>
                    <a:pt x="1120789" y="3599539"/>
                  </a:lnTo>
                  <a:lnTo>
                    <a:pt x="1087709" y="3612239"/>
                  </a:lnTo>
                  <a:lnTo>
                    <a:pt x="1068613" y="3586839"/>
                  </a:lnTo>
                  <a:lnTo>
                    <a:pt x="1101688" y="3561439"/>
                  </a:lnTo>
                  <a:close/>
                </a:path>
                <a:path w="6655434" h="6988809">
                  <a:moveTo>
                    <a:pt x="2307624" y="3561439"/>
                  </a:moveTo>
                  <a:lnTo>
                    <a:pt x="2321141" y="3586839"/>
                  </a:lnTo>
                  <a:lnTo>
                    <a:pt x="2297727" y="3599539"/>
                  </a:lnTo>
                  <a:lnTo>
                    <a:pt x="2284216" y="3574139"/>
                  </a:lnTo>
                  <a:lnTo>
                    <a:pt x="2307624" y="3561439"/>
                  </a:lnTo>
                  <a:close/>
                </a:path>
                <a:path w="6655434" h="6988809">
                  <a:moveTo>
                    <a:pt x="229328" y="3548739"/>
                  </a:moveTo>
                  <a:lnTo>
                    <a:pt x="251658" y="3586839"/>
                  </a:lnTo>
                  <a:lnTo>
                    <a:pt x="212981" y="3599539"/>
                  </a:lnTo>
                  <a:lnTo>
                    <a:pt x="190651" y="3561439"/>
                  </a:lnTo>
                  <a:lnTo>
                    <a:pt x="229328" y="3548739"/>
                  </a:lnTo>
                  <a:close/>
                </a:path>
                <a:path w="6655434" h="6988809">
                  <a:moveTo>
                    <a:pt x="1435691" y="3548739"/>
                  </a:moveTo>
                  <a:lnTo>
                    <a:pt x="1453614" y="3574139"/>
                  </a:lnTo>
                  <a:lnTo>
                    <a:pt x="1422577" y="3586839"/>
                  </a:lnTo>
                  <a:lnTo>
                    <a:pt x="1404654" y="3561439"/>
                  </a:lnTo>
                  <a:lnTo>
                    <a:pt x="1435691" y="3548739"/>
                  </a:lnTo>
                  <a:close/>
                </a:path>
                <a:path w="6655434" h="6988809">
                  <a:moveTo>
                    <a:pt x="563434" y="3523339"/>
                  </a:moveTo>
                  <a:lnTo>
                    <a:pt x="584881" y="3561439"/>
                  </a:lnTo>
                  <a:lnTo>
                    <a:pt x="547738" y="3586839"/>
                  </a:lnTo>
                  <a:lnTo>
                    <a:pt x="526290" y="3548739"/>
                  </a:lnTo>
                  <a:lnTo>
                    <a:pt x="563434" y="3523339"/>
                  </a:lnTo>
                  <a:close/>
                </a:path>
                <a:path w="6655434" h="6988809">
                  <a:moveTo>
                    <a:pt x="2641627" y="3548739"/>
                  </a:moveTo>
                  <a:lnTo>
                    <a:pt x="2653970" y="3574139"/>
                  </a:lnTo>
                  <a:lnTo>
                    <a:pt x="2632594" y="3574139"/>
                  </a:lnTo>
                  <a:lnTo>
                    <a:pt x="2620256" y="3561439"/>
                  </a:lnTo>
                  <a:lnTo>
                    <a:pt x="2641627" y="3548739"/>
                  </a:lnTo>
                  <a:close/>
                </a:path>
                <a:path w="6655434" h="6988809">
                  <a:moveTo>
                    <a:pt x="1769583" y="3523339"/>
                  </a:moveTo>
                  <a:lnTo>
                    <a:pt x="1786037" y="3548739"/>
                  </a:lnTo>
                  <a:lnTo>
                    <a:pt x="1757548" y="3574139"/>
                  </a:lnTo>
                  <a:lnTo>
                    <a:pt x="1741093" y="3548739"/>
                  </a:lnTo>
                  <a:lnTo>
                    <a:pt x="1769583" y="3523339"/>
                  </a:lnTo>
                  <a:close/>
                </a:path>
                <a:path w="6655434" h="6988809">
                  <a:moveTo>
                    <a:pt x="897550" y="3510639"/>
                  </a:moveTo>
                  <a:lnTo>
                    <a:pt x="918114" y="3536039"/>
                  </a:lnTo>
                  <a:lnTo>
                    <a:pt x="882493" y="3561439"/>
                  </a:lnTo>
                  <a:lnTo>
                    <a:pt x="861929" y="3523339"/>
                  </a:lnTo>
                  <a:lnTo>
                    <a:pt x="897550" y="3510639"/>
                  </a:lnTo>
                  <a:close/>
                </a:path>
                <a:path w="6655434" h="6988809">
                  <a:moveTo>
                    <a:pt x="2103599" y="3510639"/>
                  </a:moveTo>
                  <a:lnTo>
                    <a:pt x="2118875" y="3536039"/>
                  </a:lnTo>
                  <a:lnTo>
                    <a:pt x="2092411" y="3548739"/>
                  </a:lnTo>
                  <a:lnTo>
                    <a:pt x="2077135" y="3523339"/>
                  </a:lnTo>
                  <a:lnTo>
                    <a:pt x="2103599" y="3510639"/>
                  </a:lnTo>
                  <a:close/>
                </a:path>
                <a:path w="6655434" h="6988809">
                  <a:moveTo>
                    <a:pt x="24972" y="3485239"/>
                  </a:moveTo>
                  <a:lnTo>
                    <a:pt x="48185" y="3523339"/>
                  </a:lnTo>
                  <a:lnTo>
                    <a:pt x="7985" y="3548739"/>
                  </a:lnTo>
                  <a:lnTo>
                    <a:pt x="3" y="3536039"/>
                  </a:lnTo>
                  <a:lnTo>
                    <a:pt x="3" y="3497939"/>
                  </a:lnTo>
                  <a:lnTo>
                    <a:pt x="24972" y="3485239"/>
                  </a:lnTo>
                  <a:close/>
                </a:path>
                <a:path w="6655434" h="6988809">
                  <a:moveTo>
                    <a:pt x="1231448" y="3485239"/>
                  </a:moveTo>
                  <a:lnTo>
                    <a:pt x="1250544" y="3523339"/>
                  </a:lnTo>
                  <a:lnTo>
                    <a:pt x="1217464" y="3536039"/>
                  </a:lnTo>
                  <a:lnTo>
                    <a:pt x="1198368" y="3510639"/>
                  </a:lnTo>
                  <a:lnTo>
                    <a:pt x="1231448" y="3485239"/>
                  </a:lnTo>
                  <a:close/>
                </a:path>
                <a:path w="6655434" h="6988809">
                  <a:moveTo>
                    <a:pt x="2437279" y="3485239"/>
                  </a:moveTo>
                  <a:lnTo>
                    <a:pt x="2450499" y="3510639"/>
                  </a:lnTo>
                  <a:lnTo>
                    <a:pt x="2427601" y="3523339"/>
                  </a:lnTo>
                  <a:lnTo>
                    <a:pt x="2414380" y="3497939"/>
                  </a:lnTo>
                  <a:lnTo>
                    <a:pt x="2437279" y="3485239"/>
                  </a:lnTo>
                  <a:close/>
                </a:path>
                <a:path w="6655434" h="6988809">
                  <a:moveTo>
                    <a:pt x="1565452" y="3472539"/>
                  </a:moveTo>
                  <a:lnTo>
                    <a:pt x="1583375" y="3497939"/>
                  </a:lnTo>
                  <a:lnTo>
                    <a:pt x="1552332" y="3523339"/>
                  </a:lnTo>
                  <a:lnTo>
                    <a:pt x="1534409" y="3485239"/>
                  </a:lnTo>
                  <a:lnTo>
                    <a:pt x="1565452" y="3472539"/>
                  </a:lnTo>
                  <a:close/>
                </a:path>
                <a:path w="6655434" h="6988809">
                  <a:moveTo>
                    <a:pt x="359084" y="3472539"/>
                  </a:moveTo>
                  <a:lnTo>
                    <a:pt x="381408" y="3510639"/>
                  </a:lnTo>
                  <a:lnTo>
                    <a:pt x="342743" y="3523339"/>
                  </a:lnTo>
                  <a:lnTo>
                    <a:pt x="320413" y="3485239"/>
                  </a:lnTo>
                  <a:lnTo>
                    <a:pt x="359084" y="3472539"/>
                  </a:lnTo>
                  <a:close/>
                </a:path>
                <a:path w="6655434" h="6988809">
                  <a:moveTo>
                    <a:pt x="2771281" y="3472539"/>
                  </a:moveTo>
                  <a:lnTo>
                    <a:pt x="2783323" y="3497939"/>
                  </a:lnTo>
                  <a:lnTo>
                    <a:pt x="2762462" y="3510639"/>
                  </a:lnTo>
                  <a:lnTo>
                    <a:pt x="2750421" y="3485239"/>
                  </a:lnTo>
                  <a:lnTo>
                    <a:pt x="2771281" y="3472539"/>
                  </a:lnTo>
                  <a:close/>
                </a:path>
                <a:path w="6655434" h="6988809">
                  <a:moveTo>
                    <a:pt x="693195" y="3447139"/>
                  </a:moveTo>
                  <a:lnTo>
                    <a:pt x="714642" y="3485239"/>
                  </a:lnTo>
                  <a:lnTo>
                    <a:pt x="677493" y="3510639"/>
                  </a:lnTo>
                  <a:lnTo>
                    <a:pt x="656046" y="3472539"/>
                  </a:lnTo>
                  <a:lnTo>
                    <a:pt x="693195" y="3447139"/>
                  </a:lnTo>
                  <a:close/>
                </a:path>
                <a:path w="6655434" h="6988809">
                  <a:moveTo>
                    <a:pt x="1899243" y="3447139"/>
                  </a:moveTo>
                  <a:lnTo>
                    <a:pt x="1915401" y="3485239"/>
                  </a:lnTo>
                  <a:lnTo>
                    <a:pt x="1887409" y="3497939"/>
                  </a:lnTo>
                  <a:lnTo>
                    <a:pt x="1871251" y="3472539"/>
                  </a:lnTo>
                  <a:lnTo>
                    <a:pt x="1899243" y="3447139"/>
                  </a:lnTo>
                  <a:close/>
                </a:path>
                <a:path w="6655434" h="6988809">
                  <a:moveTo>
                    <a:pt x="1027312" y="3434439"/>
                  </a:moveTo>
                  <a:lnTo>
                    <a:pt x="1047876" y="3472539"/>
                  </a:lnTo>
                  <a:lnTo>
                    <a:pt x="1012255" y="3485239"/>
                  </a:lnTo>
                  <a:lnTo>
                    <a:pt x="991691" y="3447139"/>
                  </a:lnTo>
                  <a:lnTo>
                    <a:pt x="1027312" y="3434439"/>
                  </a:lnTo>
                  <a:close/>
                </a:path>
                <a:path w="6655434" h="6988809">
                  <a:moveTo>
                    <a:pt x="2233248" y="3434439"/>
                  </a:moveTo>
                  <a:lnTo>
                    <a:pt x="2248227" y="3459839"/>
                  </a:lnTo>
                  <a:lnTo>
                    <a:pt x="2222272" y="3472539"/>
                  </a:lnTo>
                  <a:lnTo>
                    <a:pt x="2207293" y="3447139"/>
                  </a:lnTo>
                  <a:lnTo>
                    <a:pt x="2233248" y="3434439"/>
                  </a:lnTo>
                  <a:close/>
                </a:path>
                <a:path w="6655434" h="6988809">
                  <a:moveTo>
                    <a:pt x="154834" y="3409039"/>
                  </a:moveTo>
                  <a:lnTo>
                    <a:pt x="178343" y="3447139"/>
                  </a:lnTo>
                  <a:lnTo>
                    <a:pt x="137634" y="3472539"/>
                  </a:lnTo>
                  <a:lnTo>
                    <a:pt x="114131" y="3434439"/>
                  </a:lnTo>
                  <a:lnTo>
                    <a:pt x="154834" y="3409039"/>
                  </a:lnTo>
                  <a:close/>
                </a:path>
                <a:path w="6655434" h="6988809">
                  <a:moveTo>
                    <a:pt x="1361203" y="3409039"/>
                  </a:moveTo>
                  <a:lnTo>
                    <a:pt x="1380299" y="3447139"/>
                  </a:lnTo>
                  <a:lnTo>
                    <a:pt x="1347224" y="3459839"/>
                  </a:lnTo>
                  <a:lnTo>
                    <a:pt x="1328128" y="3434439"/>
                  </a:lnTo>
                  <a:lnTo>
                    <a:pt x="1361203" y="3409039"/>
                  </a:lnTo>
                  <a:close/>
                </a:path>
                <a:path w="6655434" h="6988809">
                  <a:moveTo>
                    <a:pt x="488951" y="3396339"/>
                  </a:moveTo>
                  <a:lnTo>
                    <a:pt x="511578" y="3434439"/>
                  </a:lnTo>
                  <a:lnTo>
                    <a:pt x="472390" y="3459839"/>
                  </a:lnTo>
                  <a:lnTo>
                    <a:pt x="449770" y="3421739"/>
                  </a:lnTo>
                  <a:lnTo>
                    <a:pt x="488951" y="3396339"/>
                  </a:lnTo>
                  <a:close/>
                </a:path>
                <a:path w="6655434" h="6988809">
                  <a:moveTo>
                    <a:pt x="2567038" y="3421739"/>
                  </a:moveTo>
                  <a:lnTo>
                    <a:pt x="2580258" y="3434439"/>
                  </a:lnTo>
                  <a:lnTo>
                    <a:pt x="2557360" y="3447139"/>
                  </a:lnTo>
                  <a:lnTo>
                    <a:pt x="2544139" y="3434439"/>
                  </a:lnTo>
                  <a:lnTo>
                    <a:pt x="2567038" y="3421739"/>
                  </a:lnTo>
                  <a:close/>
                </a:path>
                <a:path w="6655434" h="6988809">
                  <a:moveTo>
                    <a:pt x="1695101" y="3396339"/>
                  </a:moveTo>
                  <a:lnTo>
                    <a:pt x="1712727" y="3421739"/>
                  </a:lnTo>
                  <a:lnTo>
                    <a:pt x="1682200" y="3447139"/>
                  </a:lnTo>
                  <a:lnTo>
                    <a:pt x="1664573" y="3409039"/>
                  </a:lnTo>
                  <a:lnTo>
                    <a:pt x="1695101" y="3396339"/>
                  </a:lnTo>
                  <a:close/>
                </a:path>
                <a:path w="6655434" h="6988809">
                  <a:moveTo>
                    <a:pt x="823056" y="3370939"/>
                  </a:moveTo>
                  <a:lnTo>
                    <a:pt x="844799" y="3409039"/>
                  </a:lnTo>
                  <a:lnTo>
                    <a:pt x="807140" y="3434439"/>
                  </a:lnTo>
                  <a:lnTo>
                    <a:pt x="785403" y="3396339"/>
                  </a:lnTo>
                  <a:lnTo>
                    <a:pt x="823056" y="3370939"/>
                  </a:lnTo>
                  <a:close/>
                </a:path>
                <a:path w="6655434" h="6988809">
                  <a:moveTo>
                    <a:pt x="2028998" y="3370939"/>
                  </a:moveTo>
                  <a:lnTo>
                    <a:pt x="2045157" y="3409039"/>
                  </a:lnTo>
                  <a:lnTo>
                    <a:pt x="2017170" y="3421739"/>
                  </a:lnTo>
                  <a:lnTo>
                    <a:pt x="2001012" y="3396339"/>
                  </a:lnTo>
                  <a:lnTo>
                    <a:pt x="2028998" y="3370939"/>
                  </a:lnTo>
                  <a:close/>
                </a:path>
                <a:path w="6655434" h="6988809">
                  <a:moveTo>
                    <a:pt x="1157072" y="3358239"/>
                  </a:moveTo>
                  <a:lnTo>
                    <a:pt x="1177637" y="3396339"/>
                  </a:lnTo>
                  <a:lnTo>
                    <a:pt x="1142010" y="3409039"/>
                  </a:lnTo>
                  <a:lnTo>
                    <a:pt x="1121445" y="3370939"/>
                  </a:lnTo>
                  <a:lnTo>
                    <a:pt x="1157072" y="3358239"/>
                  </a:lnTo>
                  <a:close/>
                </a:path>
                <a:path w="6655434" h="6988809">
                  <a:moveTo>
                    <a:pt x="2362897" y="3358239"/>
                  </a:moveTo>
                  <a:lnTo>
                    <a:pt x="2377586" y="3383639"/>
                  </a:lnTo>
                  <a:lnTo>
                    <a:pt x="2352146" y="3396339"/>
                  </a:lnTo>
                  <a:lnTo>
                    <a:pt x="2337457" y="3370939"/>
                  </a:lnTo>
                  <a:lnTo>
                    <a:pt x="2362897" y="3358239"/>
                  </a:lnTo>
                  <a:close/>
                </a:path>
                <a:path w="6655434" h="6988809">
                  <a:moveTo>
                    <a:pt x="1490964" y="3332839"/>
                  </a:moveTo>
                  <a:lnTo>
                    <a:pt x="1510060" y="3370939"/>
                  </a:lnTo>
                  <a:lnTo>
                    <a:pt x="1476986" y="3396339"/>
                  </a:lnTo>
                  <a:lnTo>
                    <a:pt x="1457890" y="3358239"/>
                  </a:lnTo>
                  <a:lnTo>
                    <a:pt x="1490964" y="3332839"/>
                  </a:lnTo>
                  <a:close/>
                </a:path>
                <a:path w="6655434" h="6988809">
                  <a:moveTo>
                    <a:pt x="284702" y="3332839"/>
                  </a:moveTo>
                  <a:lnTo>
                    <a:pt x="308501" y="3383639"/>
                  </a:lnTo>
                  <a:lnTo>
                    <a:pt x="267283" y="3396339"/>
                  </a:lnTo>
                  <a:lnTo>
                    <a:pt x="243490" y="3358239"/>
                  </a:lnTo>
                  <a:lnTo>
                    <a:pt x="284702" y="3332839"/>
                  </a:lnTo>
                  <a:close/>
                </a:path>
                <a:path w="6655434" h="6988809">
                  <a:moveTo>
                    <a:pt x="618713" y="3320139"/>
                  </a:moveTo>
                  <a:lnTo>
                    <a:pt x="641333" y="3358239"/>
                  </a:lnTo>
                  <a:lnTo>
                    <a:pt x="602152" y="3383639"/>
                  </a:lnTo>
                  <a:lnTo>
                    <a:pt x="579526" y="3345539"/>
                  </a:lnTo>
                  <a:lnTo>
                    <a:pt x="618713" y="3320139"/>
                  </a:lnTo>
                  <a:close/>
                </a:path>
                <a:path w="6655434" h="6988809">
                  <a:moveTo>
                    <a:pt x="2696686" y="3345539"/>
                  </a:moveTo>
                  <a:lnTo>
                    <a:pt x="2709610" y="3358239"/>
                  </a:lnTo>
                  <a:lnTo>
                    <a:pt x="2687221" y="3370939"/>
                  </a:lnTo>
                  <a:lnTo>
                    <a:pt x="2674297" y="3358239"/>
                  </a:lnTo>
                  <a:lnTo>
                    <a:pt x="2696686" y="3345539"/>
                  </a:lnTo>
                  <a:close/>
                </a:path>
                <a:path w="6655434" h="6988809">
                  <a:moveTo>
                    <a:pt x="1824861" y="3320139"/>
                  </a:moveTo>
                  <a:lnTo>
                    <a:pt x="1842488" y="3345539"/>
                  </a:lnTo>
                  <a:lnTo>
                    <a:pt x="1811955" y="3370939"/>
                  </a:lnTo>
                  <a:lnTo>
                    <a:pt x="1794328" y="3332839"/>
                  </a:lnTo>
                  <a:lnTo>
                    <a:pt x="1824861" y="3320139"/>
                  </a:lnTo>
                  <a:close/>
                </a:path>
                <a:path w="6655434" h="6988809">
                  <a:moveTo>
                    <a:pt x="952818" y="3294739"/>
                  </a:moveTo>
                  <a:lnTo>
                    <a:pt x="974561" y="3332839"/>
                  </a:lnTo>
                  <a:lnTo>
                    <a:pt x="936902" y="3358239"/>
                  </a:lnTo>
                  <a:lnTo>
                    <a:pt x="915165" y="3320139"/>
                  </a:lnTo>
                  <a:lnTo>
                    <a:pt x="952818" y="3294739"/>
                  </a:lnTo>
                  <a:close/>
                </a:path>
                <a:path w="6655434" h="6988809">
                  <a:moveTo>
                    <a:pt x="2158760" y="3307439"/>
                  </a:moveTo>
                  <a:lnTo>
                    <a:pt x="2174918" y="3332839"/>
                  </a:lnTo>
                  <a:lnTo>
                    <a:pt x="2146932" y="3345539"/>
                  </a:lnTo>
                  <a:lnTo>
                    <a:pt x="2130773" y="3320139"/>
                  </a:lnTo>
                  <a:lnTo>
                    <a:pt x="2158760" y="3307439"/>
                  </a:lnTo>
                  <a:close/>
                </a:path>
                <a:path w="6655434" h="6988809">
                  <a:moveTo>
                    <a:pt x="80346" y="3282039"/>
                  </a:moveTo>
                  <a:lnTo>
                    <a:pt x="105027" y="3320139"/>
                  </a:lnTo>
                  <a:lnTo>
                    <a:pt x="62281" y="3345539"/>
                  </a:lnTo>
                  <a:lnTo>
                    <a:pt x="37605" y="3307439"/>
                  </a:lnTo>
                  <a:lnTo>
                    <a:pt x="80346" y="3282039"/>
                  </a:lnTo>
                  <a:close/>
                </a:path>
                <a:path w="6655434" h="6988809">
                  <a:moveTo>
                    <a:pt x="1286827" y="3282039"/>
                  </a:moveTo>
                  <a:lnTo>
                    <a:pt x="1307391" y="3320139"/>
                  </a:lnTo>
                  <a:lnTo>
                    <a:pt x="1271770" y="3332839"/>
                  </a:lnTo>
                  <a:lnTo>
                    <a:pt x="1251205" y="3307439"/>
                  </a:lnTo>
                  <a:lnTo>
                    <a:pt x="1286827" y="3282039"/>
                  </a:lnTo>
                  <a:close/>
                </a:path>
                <a:path w="6655434" h="6988809">
                  <a:moveTo>
                    <a:pt x="414463" y="3256639"/>
                  </a:moveTo>
                  <a:lnTo>
                    <a:pt x="438262" y="3307439"/>
                  </a:lnTo>
                  <a:lnTo>
                    <a:pt x="397043" y="3332839"/>
                  </a:lnTo>
                  <a:lnTo>
                    <a:pt x="373250" y="3282039"/>
                  </a:lnTo>
                  <a:lnTo>
                    <a:pt x="414463" y="3256639"/>
                  </a:lnTo>
                  <a:close/>
                </a:path>
                <a:path w="6655434" h="6988809">
                  <a:moveTo>
                    <a:pt x="2492656" y="3282039"/>
                  </a:moveTo>
                  <a:lnTo>
                    <a:pt x="2507345" y="3307439"/>
                  </a:lnTo>
                  <a:lnTo>
                    <a:pt x="2481905" y="3320139"/>
                  </a:lnTo>
                  <a:lnTo>
                    <a:pt x="2467216" y="3294739"/>
                  </a:lnTo>
                  <a:lnTo>
                    <a:pt x="2492656" y="3282039"/>
                  </a:lnTo>
                  <a:close/>
                </a:path>
                <a:path w="6655434" h="6988809">
                  <a:moveTo>
                    <a:pt x="1620724" y="3269339"/>
                  </a:moveTo>
                  <a:lnTo>
                    <a:pt x="1639821" y="3294739"/>
                  </a:lnTo>
                  <a:lnTo>
                    <a:pt x="1606746" y="3320139"/>
                  </a:lnTo>
                  <a:lnTo>
                    <a:pt x="1587644" y="3282039"/>
                  </a:lnTo>
                  <a:lnTo>
                    <a:pt x="1620724" y="3269339"/>
                  </a:lnTo>
                  <a:close/>
                </a:path>
                <a:path w="6655434" h="6988809">
                  <a:moveTo>
                    <a:pt x="748573" y="3243939"/>
                  </a:moveTo>
                  <a:lnTo>
                    <a:pt x="771490" y="3282039"/>
                  </a:lnTo>
                  <a:lnTo>
                    <a:pt x="731800" y="3307439"/>
                  </a:lnTo>
                  <a:lnTo>
                    <a:pt x="708883" y="3269339"/>
                  </a:lnTo>
                  <a:lnTo>
                    <a:pt x="748573" y="3243939"/>
                  </a:lnTo>
                  <a:close/>
                </a:path>
                <a:path w="6655434" h="6988809">
                  <a:moveTo>
                    <a:pt x="1954516" y="3243939"/>
                  </a:moveTo>
                  <a:lnTo>
                    <a:pt x="1971847" y="3269339"/>
                  </a:lnTo>
                  <a:lnTo>
                    <a:pt x="1941823" y="3294739"/>
                  </a:lnTo>
                  <a:lnTo>
                    <a:pt x="1924492" y="3256639"/>
                  </a:lnTo>
                  <a:lnTo>
                    <a:pt x="1954516" y="3243939"/>
                  </a:lnTo>
                  <a:close/>
                </a:path>
                <a:path w="6655434" h="6988809">
                  <a:moveTo>
                    <a:pt x="1082578" y="3218539"/>
                  </a:moveTo>
                  <a:lnTo>
                    <a:pt x="1104322" y="3256639"/>
                  </a:lnTo>
                  <a:lnTo>
                    <a:pt x="1066663" y="3282039"/>
                  </a:lnTo>
                  <a:lnTo>
                    <a:pt x="1044925" y="3243939"/>
                  </a:lnTo>
                  <a:lnTo>
                    <a:pt x="1082578" y="3218539"/>
                  </a:lnTo>
                  <a:close/>
                </a:path>
                <a:path w="6655434" h="6988809">
                  <a:moveTo>
                    <a:pt x="2288408" y="3231239"/>
                  </a:moveTo>
                  <a:lnTo>
                    <a:pt x="2304277" y="3256639"/>
                  </a:lnTo>
                  <a:lnTo>
                    <a:pt x="2276793" y="3269339"/>
                  </a:lnTo>
                  <a:lnTo>
                    <a:pt x="2260931" y="3243939"/>
                  </a:lnTo>
                  <a:lnTo>
                    <a:pt x="2288408" y="3231239"/>
                  </a:lnTo>
                  <a:close/>
                </a:path>
                <a:path w="6655434" h="6988809">
                  <a:moveTo>
                    <a:pt x="210220" y="3205839"/>
                  </a:moveTo>
                  <a:lnTo>
                    <a:pt x="235192" y="3243939"/>
                  </a:lnTo>
                  <a:lnTo>
                    <a:pt x="191942" y="3269339"/>
                  </a:lnTo>
                  <a:lnTo>
                    <a:pt x="166970" y="3231239"/>
                  </a:lnTo>
                  <a:lnTo>
                    <a:pt x="210220" y="3205839"/>
                  </a:lnTo>
                  <a:close/>
                </a:path>
                <a:path w="6655434" h="6988809">
                  <a:moveTo>
                    <a:pt x="1416582" y="3205839"/>
                  </a:moveTo>
                  <a:lnTo>
                    <a:pt x="1437147" y="3243939"/>
                  </a:lnTo>
                  <a:lnTo>
                    <a:pt x="1401531" y="3256639"/>
                  </a:lnTo>
                  <a:lnTo>
                    <a:pt x="1380967" y="3231239"/>
                  </a:lnTo>
                  <a:lnTo>
                    <a:pt x="1416582" y="3205839"/>
                  </a:lnTo>
                  <a:close/>
                </a:path>
                <a:path w="6655434" h="6988809">
                  <a:moveTo>
                    <a:pt x="544331" y="3180439"/>
                  </a:moveTo>
                  <a:lnTo>
                    <a:pt x="568426" y="3231239"/>
                  </a:lnTo>
                  <a:lnTo>
                    <a:pt x="526698" y="3256639"/>
                  </a:lnTo>
                  <a:lnTo>
                    <a:pt x="502603" y="3205839"/>
                  </a:lnTo>
                  <a:lnTo>
                    <a:pt x="544331" y="3180439"/>
                  </a:lnTo>
                  <a:close/>
                </a:path>
                <a:path w="6655434" h="6988809">
                  <a:moveTo>
                    <a:pt x="2622198" y="3205839"/>
                  </a:moveTo>
                  <a:lnTo>
                    <a:pt x="2636300" y="3231239"/>
                  </a:lnTo>
                  <a:lnTo>
                    <a:pt x="2611879" y="3243939"/>
                  </a:lnTo>
                  <a:lnTo>
                    <a:pt x="2597777" y="3218539"/>
                  </a:lnTo>
                  <a:lnTo>
                    <a:pt x="2622198" y="3205839"/>
                  </a:lnTo>
                  <a:close/>
                </a:path>
                <a:path w="6655434" h="6988809">
                  <a:moveTo>
                    <a:pt x="1750373" y="3193139"/>
                  </a:moveTo>
                  <a:lnTo>
                    <a:pt x="1769179" y="3218539"/>
                  </a:lnTo>
                  <a:lnTo>
                    <a:pt x="1736608" y="3243939"/>
                  </a:lnTo>
                  <a:lnTo>
                    <a:pt x="1717808" y="3205839"/>
                  </a:lnTo>
                  <a:lnTo>
                    <a:pt x="1750373" y="3193139"/>
                  </a:lnTo>
                  <a:close/>
                </a:path>
                <a:path w="6655434" h="6988809">
                  <a:moveTo>
                    <a:pt x="878335" y="3167739"/>
                  </a:moveTo>
                  <a:lnTo>
                    <a:pt x="901252" y="3205839"/>
                  </a:lnTo>
                  <a:lnTo>
                    <a:pt x="861561" y="3231239"/>
                  </a:lnTo>
                  <a:lnTo>
                    <a:pt x="838645" y="3193139"/>
                  </a:lnTo>
                  <a:lnTo>
                    <a:pt x="878335" y="3167739"/>
                  </a:lnTo>
                  <a:close/>
                </a:path>
                <a:path w="6655434" h="6988809">
                  <a:moveTo>
                    <a:pt x="2084164" y="3167739"/>
                  </a:moveTo>
                  <a:lnTo>
                    <a:pt x="2101205" y="3205839"/>
                  </a:lnTo>
                  <a:lnTo>
                    <a:pt x="2071690" y="3218539"/>
                  </a:lnTo>
                  <a:lnTo>
                    <a:pt x="2054650" y="3193139"/>
                  </a:lnTo>
                  <a:lnTo>
                    <a:pt x="2084164" y="3167739"/>
                  </a:lnTo>
                  <a:close/>
                </a:path>
                <a:path w="6655434" h="6988809">
                  <a:moveTo>
                    <a:pt x="6083" y="3142339"/>
                  </a:moveTo>
                  <a:lnTo>
                    <a:pt x="32523" y="3193139"/>
                  </a:lnTo>
                  <a:lnTo>
                    <a:pt x="3" y="3218539"/>
                  </a:lnTo>
                  <a:lnTo>
                    <a:pt x="3" y="3155039"/>
                  </a:lnTo>
                  <a:lnTo>
                    <a:pt x="6083" y="3142339"/>
                  </a:lnTo>
                  <a:close/>
                </a:path>
                <a:path w="6655434" h="6988809">
                  <a:moveTo>
                    <a:pt x="1212338" y="3155039"/>
                  </a:moveTo>
                  <a:lnTo>
                    <a:pt x="1234076" y="3193139"/>
                  </a:lnTo>
                  <a:lnTo>
                    <a:pt x="1196423" y="3205839"/>
                  </a:lnTo>
                  <a:lnTo>
                    <a:pt x="1174679" y="3167739"/>
                  </a:lnTo>
                  <a:lnTo>
                    <a:pt x="1212338" y="3155039"/>
                  </a:lnTo>
                  <a:close/>
                </a:path>
                <a:path w="6655434" h="6988809">
                  <a:moveTo>
                    <a:pt x="2418061" y="3155039"/>
                  </a:moveTo>
                  <a:lnTo>
                    <a:pt x="2433632" y="3180439"/>
                  </a:lnTo>
                  <a:lnTo>
                    <a:pt x="2406665" y="3193139"/>
                  </a:lnTo>
                  <a:lnTo>
                    <a:pt x="2391093" y="3167739"/>
                  </a:lnTo>
                  <a:lnTo>
                    <a:pt x="2418061" y="3155039"/>
                  </a:lnTo>
                  <a:close/>
                </a:path>
                <a:path w="6655434" h="6988809">
                  <a:moveTo>
                    <a:pt x="1546236" y="3129639"/>
                  </a:moveTo>
                  <a:lnTo>
                    <a:pt x="1566505" y="3167739"/>
                  </a:lnTo>
                  <a:lnTo>
                    <a:pt x="1531393" y="3193139"/>
                  </a:lnTo>
                  <a:lnTo>
                    <a:pt x="1511124" y="3155039"/>
                  </a:lnTo>
                  <a:lnTo>
                    <a:pt x="1546236" y="3129639"/>
                  </a:lnTo>
                  <a:close/>
                </a:path>
                <a:path w="6655434" h="6988809">
                  <a:moveTo>
                    <a:pt x="340081" y="3129639"/>
                  </a:moveTo>
                  <a:lnTo>
                    <a:pt x="365349" y="3167739"/>
                  </a:lnTo>
                  <a:lnTo>
                    <a:pt x="321590" y="3193139"/>
                  </a:lnTo>
                  <a:lnTo>
                    <a:pt x="296322" y="3155039"/>
                  </a:lnTo>
                  <a:lnTo>
                    <a:pt x="340081" y="3129639"/>
                  </a:lnTo>
                  <a:close/>
                </a:path>
                <a:path w="6655434" h="6988809">
                  <a:moveTo>
                    <a:pt x="674197" y="3116939"/>
                  </a:moveTo>
                  <a:lnTo>
                    <a:pt x="698582" y="3155039"/>
                  </a:lnTo>
                  <a:lnTo>
                    <a:pt x="656345" y="3180439"/>
                  </a:lnTo>
                  <a:lnTo>
                    <a:pt x="631960" y="3129639"/>
                  </a:lnTo>
                  <a:lnTo>
                    <a:pt x="674197" y="3116939"/>
                  </a:lnTo>
                  <a:close/>
                </a:path>
                <a:path w="6655434" h="6988809">
                  <a:moveTo>
                    <a:pt x="1880134" y="3116939"/>
                  </a:moveTo>
                  <a:lnTo>
                    <a:pt x="1898934" y="3142339"/>
                  </a:lnTo>
                  <a:lnTo>
                    <a:pt x="1866369" y="3167739"/>
                  </a:lnTo>
                  <a:lnTo>
                    <a:pt x="1847569" y="3129639"/>
                  </a:lnTo>
                  <a:lnTo>
                    <a:pt x="1880134" y="3116939"/>
                  </a:lnTo>
                  <a:close/>
                </a:path>
                <a:path w="6655434" h="6988809">
                  <a:moveTo>
                    <a:pt x="1008090" y="3091539"/>
                  </a:moveTo>
                  <a:lnTo>
                    <a:pt x="1031007" y="3129639"/>
                  </a:lnTo>
                  <a:lnTo>
                    <a:pt x="991322" y="3155039"/>
                  </a:lnTo>
                  <a:lnTo>
                    <a:pt x="968406" y="3116939"/>
                  </a:lnTo>
                  <a:lnTo>
                    <a:pt x="1008090" y="3091539"/>
                  </a:lnTo>
                  <a:close/>
                </a:path>
                <a:path w="6655434" h="6988809">
                  <a:moveTo>
                    <a:pt x="2213814" y="3091539"/>
                  </a:moveTo>
                  <a:lnTo>
                    <a:pt x="2230564" y="3129639"/>
                  </a:lnTo>
                  <a:lnTo>
                    <a:pt x="2201559" y="3142339"/>
                  </a:lnTo>
                  <a:lnTo>
                    <a:pt x="2184815" y="3116939"/>
                  </a:lnTo>
                  <a:lnTo>
                    <a:pt x="2213814" y="3091539"/>
                  </a:lnTo>
                  <a:close/>
                </a:path>
                <a:path w="6655434" h="6988809">
                  <a:moveTo>
                    <a:pt x="135945" y="3078839"/>
                  </a:moveTo>
                  <a:lnTo>
                    <a:pt x="162681" y="3116939"/>
                  </a:lnTo>
                  <a:lnTo>
                    <a:pt x="116375" y="3142339"/>
                  </a:lnTo>
                  <a:lnTo>
                    <a:pt x="89638" y="3104239"/>
                  </a:lnTo>
                  <a:lnTo>
                    <a:pt x="135945" y="3078839"/>
                  </a:lnTo>
                  <a:close/>
                </a:path>
                <a:path w="6655434" h="6988809">
                  <a:moveTo>
                    <a:pt x="1342100" y="3078839"/>
                  </a:moveTo>
                  <a:lnTo>
                    <a:pt x="1363837" y="3116939"/>
                  </a:lnTo>
                  <a:lnTo>
                    <a:pt x="1326184" y="3129639"/>
                  </a:lnTo>
                  <a:lnTo>
                    <a:pt x="1304441" y="3091539"/>
                  </a:lnTo>
                  <a:lnTo>
                    <a:pt x="1342100" y="3078839"/>
                  </a:lnTo>
                  <a:close/>
                </a:path>
                <a:path w="6655434" h="6988809">
                  <a:moveTo>
                    <a:pt x="469955" y="3053439"/>
                  </a:moveTo>
                  <a:lnTo>
                    <a:pt x="495513" y="3104239"/>
                  </a:lnTo>
                  <a:lnTo>
                    <a:pt x="451238" y="3129639"/>
                  </a:lnTo>
                  <a:lnTo>
                    <a:pt x="425680" y="3078839"/>
                  </a:lnTo>
                  <a:lnTo>
                    <a:pt x="469955" y="3053439"/>
                  </a:lnTo>
                  <a:close/>
                </a:path>
                <a:path w="6655434" h="6988809">
                  <a:moveTo>
                    <a:pt x="2547816" y="3078839"/>
                  </a:moveTo>
                  <a:lnTo>
                    <a:pt x="2563388" y="3104239"/>
                  </a:lnTo>
                  <a:lnTo>
                    <a:pt x="2536420" y="3116939"/>
                  </a:lnTo>
                  <a:lnTo>
                    <a:pt x="2520848" y="3091539"/>
                  </a:lnTo>
                  <a:lnTo>
                    <a:pt x="2547816" y="3078839"/>
                  </a:lnTo>
                  <a:close/>
                </a:path>
                <a:path w="6655434" h="6988809">
                  <a:moveTo>
                    <a:pt x="1675991" y="3053439"/>
                  </a:moveTo>
                  <a:lnTo>
                    <a:pt x="1696266" y="3091539"/>
                  </a:lnTo>
                  <a:lnTo>
                    <a:pt x="1661154" y="3116939"/>
                  </a:lnTo>
                  <a:lnTo>
                    <a:pt x="1640879" y="3078839"/>
                  </a:lnTo>
                  <a:lnTo>
                    <a:pt x="1675991" y="3053439"/>
                  </a:lnTo>
                  <a:close/>
                </a:path>
                <a:path w="6655434" h="6988809">
                  <a:moveTo>
                    <a:pt x="803959" y="3040739"/>
                  </a:moveTo>
                  <a:lnTo>
                    <a:pt x="828338" y="3078839"/>
                  </a:lnTo>
                  <a:lnTo>
                    <a:pt x="786107" y="3104239"/>
                  </a:lnTo>
                  <a:lnTo>
                    <a:pt x="761722" y="3066139"/>
                  </a:lnTo>
                  <a:lnTo>
                    <a:pt x="803959" y="3040739"/>
                  </a:lnTo>
                  <a:close/>
                </a:path>
                <a:path w="6655434" h="6988809">
                  <a:moveTo>
                    <a:pt x="2009783" y="3040739"/>
                  </a:moveTo>
                  <a:lnTo>
                    <a:pt x="2028292" y="3066139"/>
                  </a:lnTo>
                  <a:lnTo>
                    <a:pt x="1996231" y="3091539"/>
                  </a:lnTo>
                  <a:lnTo>
                    <a:pt x="1977727" y="3053439"/>
                  </a:lnTo>
                  <a:lnTo>
                    <a:pt x="2009783" y="3040739"/>
                  </a:lnTo>
                  <a:close/>
                </a:path>
                <a:path w="6655434" h="6988809">
                  <a:moveTo>
                    <a:pt x="1137850" y="3015339"/>
                  </a:moveTo>
                  <a:lnTo>
                    <a:pt x="1160767" y="3053439"/>
                  </a:lnTo>
                  <a:lnTo>
                    <a:pt x="1121076" y="3078839"/>
                  </a:lnTo>
                  <a:lnTo>
                    <a:pt x="1098160" y="3040739"/>
                  </a:lnTo>
                  <a:lnTo>
                    <a:pt x="1137850" y="3015339"/>
                  </a:lnTo>
                  <a:close/>
                </a:path>
                <a:path w="6655434" h="6988809">
                  <a:moveTo>
                    <a:pt x="2343465" y="3028039"/>
                  </a:moveTo>
                  <a:lnTo>
                    <a:pt x="2359913" y="3053439"/>
                  </a:lnTo>
                  <a:lnTo>
                    <a:pt x="2331424" y="3066139"/>
                  </a:lnTo>
                  <a:lnTo>
                    <a:pt x="2314969" y="3040739"/>
                  </a:lnTo>
                  <a:lnTo>
                    <a:pt x="2343465" y="3028039"/>
                  </a:lnTo>
                  <a:close/>
                </a:path>
                <a:path w="6655434" h="6988809">
                  <a:moveTo>
                    <a:pt x="265812" y="3002639"/>
                  </a:moveTo>
                  <a:lnTo>
                    <a:pt x="292839" y="3040739"/>
                  </a:lnTo>
                  <a:lnTo>
                    <a:pt x="246023" y="3066139"/>
                  </a:lnTo>
                  <a:lnTo>
                    <a:pt x="218996" y="3028039"/>
                  </a:lnTo>
                  <a:lnTo>
                    <a:pt x="265812" y="3002639"/>
                  </a:lnTo>
                  <a:close/>
                </a:path>
                <a:path w="6655434" h="6988809">
                  <a:moveTo>
                    <a:pt x="1471854" y="3002639"/>
                  </a:moveTo>
                  <a:lnTo>
                    <a:pt x="1493592" y="3040739"/>
                  </a:lnTo>
                  <a:lnTo>
                    <a:pt x="1455939" y="3053439"/>
                  </a:lnTo>
                  <a:lnTo>
                    <a:pt x="1434196" y="3015339"/>
                  </a:lnTo>
                  <a:lnTo>
                    <a:pt x="1471854" y="3002639"/>
                  </a:lnTo>
                  <a:close/>
                </a:path>
                <a:path w="6655434" h="6988809">
                  <a:moveTo>
                    <a:pt x="599815" y="2977239"/>
                  </a:moveTo>
                  <a:lnTo>
                    <a:pt x="625670" y="3028039"/>
                  </a:lnTo>
                  <a:lnTo>
                    <a:pt x="580892" y="3053439"/>
                  </a:lnTo>
                  <a:lnTo>
                    <a:pt x="555037" y="3002639"/>
                  </a:lnTo>
                  <a:lnTo>
                    <a:pt x="599815" y="2977239"/>
                  </a:lnTo>
                  <a:close/>
                </a:path>
                <a:path w="6655434" h="6988809">
                  <a:moveTo>
                    <a:pt x="1805646" y="2977239"/>
                  </a:moveTo>
                  <a:lnTo>
                    <a:pt x="1825625" y="3015339"/>
                  </a:lnTo>
                  <a:lnTo>
                    <a:pt x="1791022" y="3040739"/>
                  </a:lnTo>
                  <a:lnTo>
                    <a:pt x="1771044" y="3002639"/>
                  </a:lnTo>
                  <a:lnTo>
                    <a:pt x="1805646" y="2977239"/>
                  </a:lnTo>
                  <a:close/>
                </a:path>
                <a:path w="6655434" h="6988809">
                  <a:moveTo>
                    <a:pt x="933714" y="2964539"/>
                  </a:moveTo>
                  <a:lnTo>
                    <a:pt x="958093" y="3002639"/>
                  </a:lnTo>
                  <a:lnTo>
                    <a:pt x="915862" y="3028039"/>
                  </a:lnTo>
                  <a:lnTo>
                    <a:pt x="891483" y="2989939"/>
                  </a:lnTo>
                  <a:lnTo>
                    <a:pt x="933714" y="2964539"/>
                  </a:lnTo>
                  <a:close/>
                </a:path>
                <a:path w="6655434" h="6988809">
                  <a:moveTo>
                    <a:pt x="2139437" y="2964539"/>
                  </a:moveTo>
                  <a:lnTo>
                    <a:pt x="2157651" y="2989939"/>
                  </a:lnTo>
                  <a:lnTo>
                    <a:pt x="2126105" y="3015339"/>
                  </a:lnTo>
                  <a:lnTo>
                    <a:pt x="2107886" y="2977239"/>
                  </a:lnTo>
                  <a:lnTo>
                    <a:pt x="2139437" y="2964539"/>
                  </a:lnTo>
                  <a:close/>
                </a:path>
                <a:path w="6655434" h="6988809">
                  <a:moveTo>
                    <a:pt x="61563" y="2939139"/>
                  </a:moveTo>
                  <a:lnTo>
                    <a:pt x="89768" y="2989939"/>
                  </a:lnTo>
                  <a:lnTo>
                    <a:pt x="40921" y="3015339"/>
                  </a:lnTo>
                  <a:lnTo>
                    <a:pt x="12715" y="2964539"/>
                  </a:lnTo>
                  <a:lnTo>
                    <a:pt x="61563" y="2939139"/>
                  </a:lnTo>
                  <a:close/>
                </a:path>
                <a:path w="6655434" h="6988809">
                  <a:moveTo>
                    <a:pt x="1267611" y="2939139"/>
                  </a:moveTo>
                  <a:lnTo>
                    <a:pt x="1290528" y="2977239"/>
                  </a:lnTo>
                  <a:lnTo>
                    <a:pt x="1250832" y="3002639"/>
                  </a:lnTo>
                  <a:lnTo>
                    <a:pt x="1227915" y="2964539"/>
                  </a:lnTo>
                  <a:lnTo>
                    <a:pt x="1267611" y="2939139"/>
                  </a:lnTo>
                  <a:close/>
                </a:path>
                <a:path w="6655434" h="6988809">
                  <a:moveTo>
                    <a:pt x="395679" y="2926439"/>
                  </a:moveTo>
                  <a:lnTo>
                    <a:pt x="423002" y="2964539"/>
                  </a:lnTo>
                  <a:lnTo>
                    <a:pt x="375677" y="3002639"/>
                  </a:lnTo>
                  <a:lnTo>
                    <a:pt x="348354" y="2951839"/>
                  </a:lnTo>
                  <a:lnTo>
                    <a:pt x="395679" y="2926439"/>
                  </a:lnTo>
                  <a:close/>
                </a:path>
                <a:path w="6655434" h="6988809">
                  <a:moveTo>
                    <a:pt x="2473227" y="2951839"/>
                  </a:moveTo>
                  <a:lnTo>
                    <a:pt x="2489675" y="2977239"/>
                  </a:lnTo>
                  <a:lnTo>
                    <a:pt x="2461179" y="2989939"/>
                  </a:lnTo>
                  <a:lnTo>
                    <a:pt x="2444731" y="2964539"/>
                  </a:lnTo>
                  <a:lnTo>
                    <a:pt x="2473227" y="2951839"/>
                  </a:lnTo>
                  <a:close/>
                </a:path>
                <a:path w="6655434" h="6988809">
                  <a:moveTo>
                    <a:pt x="1601503" y="2926439"/>
                  </a:moveTo>
                  <a:lnTo>
                    <a:pt x="1622950" y="2964539"/>
                  </a:lnTo>
                  <a:lnTo>
                    <a:pt x="1585807" y="2989939"/>
                  </a:lnTo>
                  <a:lnTo>
                    <a:pt x="1564359" y="2951839"/>
                  </a:lnTo>
                  <a:lnTo>
                    <a:pt x="1601503" y="2926439"/>
                  </a:lnTo>
                  <a:close/>
                </a:path>
                <a:path w="6655434" h="6988809">
                  <a:moveTo>
                    <a:pt x="729577" y="2901039"/>
                  </a:moveTo>
                  <a:lnTo>
                    <a:pt x="755432" y="2951839"/>
                  </a:lnTo>
                  <a:lnTo>
                    <a:pt x="710654" y="2977239"/>
                  </a:lnTo>
                  <a:lnTo>
                    <a:pt x="684799" y="2926439"/>
                  </a:lnTo>
                  <a:lnTo>
                    <a:pt x="729577" y="2901039"/>
                  </a:lnTo>
                  <a:close/>
                </a:path>
                <a:path w="6655434" h="6988809">
                  <a:moveTo>
                    <a:pt x="1935294" y="2913739"/>
                  </a:moveTo>
                  <a:lnTo>
                    <a:pt x="1954977" y="2939139"/>
                  </a:lnTo>
                  <a:lnTo>
                    <a:pt x="1920890" y="2964539"/>
                  </a:lnTo>
                  <a:lnTo>
                    <a:pt x="1901202" y="2926439"/>
                  </a:lnTo>
                  <a:lnTo>
                    <a:pt x="1935294" y="2913739"/>
                  </a:lnTo>
                  <a:close/>
                </a:path>
                <a:path w="6655434" h="6988809">
                  <a:moveTo>
                    <a:pt x="1063474" y="2888339"/>
                  </a:moveTo>
                  <a:lnTo>
                    <a:pt x="1087853" y="2926439"/>
                  </a:lnTo>
                  <a:lnTo>
                    <a:pt x="1045616" y="2951839"/>
                  </a:lnTo>
                  <a:lnTo>
                    <a:pt x="1021237" y="2913739"/>
                  </a:lnTo>
                  <a:lnTo>
                    <a:pt x="1063474" y="2888339"/>
                  </a:lnTo>
                  <a:close/>
                </a:path>
                <a:path w="6655434" h="6988809">
                  <a:moveTo>
                    <a:pt x="2269084" y="2888339"/>
                  </a:moveTo>
                  <a:lnTo>
                    <a:pt x="2287007" y="2926439"/>
                  </a:lnTo>
                  <a:lnTo>
                    <a:pt x="2255964" y="2939139"/>
                  </a:lnTo>
                  <a:lnTo>
                    <a:pt x="2238047" y="2913739"/>
                  </a:lnTo>
                  <a:lnTo>
                    <a:pt x="2269084" y="2888339"/>
                  </a:lnTo>
                  <a:close/>
                </a:path>
                <a:path w="6655434" h="6988809">
                  <a:moveTo>
                    <a:pt x="191436" y="2862939"/>
                  </a:moveTo>
                  <a:lnTo>
                    <a:pt x="219932" y="2913739"/>
                  </a:lnTo>
                  <a:lnTo>
                    <a:pt x="170570" y="2939139"/>
                  </a:lnTo>
                  <a:lnTo>
                    <a:pt x="142074" y="2901039"/>
                  </a:lnTo>
                  <a:lnTo>
                    <a:pt x="191436" y="2862939"/>
                  </a:lnTo>
                  <a:close/>
                </a:path>
                <a:path w="6655434" h="6988809">
                  <a:moveTo>
                    <a:pt x="1397372" y="2862939"/>
                  </a:moveTo>
                  <a:lnTo>
                    <a:pt x="1420289" y="2913739"/>
                  </a:lnTo>
                  <a:lnTo>
                    <a:pt x="1380593" y="2926439"/>
                  </a:lnTo>
                  <a:lnTo>
                    <a:pt x="1357676" y="2888339"/>
                  </a:lnTo>
                  <a:lnTo>
                    <a:pt x="1397372" y="2862939"/>
                  </a:lnTo>
                  <a:close/>
                </a:path>
                <a:path w="6655434" h="6988809">
                  <a:moveTo>
                    <a:pt x="525439" y="2850239"/>
                  </a:moveTo>
                  <a:lnTo>
                    <a:pt x="552762" y="2901039"/>
                  </a:lnTo>
                  <a:lnTo>
                    <a:pt x="505437" y="2926439"/>
                  </a:lnTo>
                  <a:lnTo>
                    <a:pt x="478114" y="2875639"/>
                  </a:lnTo>
                  <a:lnTo>
                    <a:pt x="525439" y="2850239"/>
                  </a:lnTo>
                  <a:close/>
                </a:path>
                <a:path w="6655434" h="6988809">
                  <a:moveTo>
                    <a:pt x="1731264" y="2850239"/>
                  </a:moveTo>
                  <a:lnTo>
                    <a:pt x="1752712" y="2888339"/>
                  </a:lnTo>
                  <a:lnTo>
                    <a:pt x="1715562" y="2913739"/>
                  </a:lnTo>
                  <a:lnTo>
                    <a:pt x="1694115" y="2875639"/>
                  </a:lnTo>
                  <a:lnTo>
                    <a:pt x="1731264" y="2850239"/>
                  </a:lnTo>
                  <a:close/>
                </a:path>
                <a:path w="6655434" h="6988809">
                  <a:moveTo>
                    <a:pt x="859332" y="2824839"/>
                  </a:moveTo>
                  <a:lnTo>
                    <a:pt x="885187" y="2875639"/>
                  </a:lnTo>
                  <a:lnTo>
                    <a:pt x="840414" y="2901039"/>
                  </a:lnTo>
                  <a:lnTo>
                    <a:pt x="814560" y="2850239"/>
                  </a:lnTo>
                  <a:lnTo>
                    <a:pt x="859332" y="2824839"/>
                  </a:lnTo>
                  <a:close/>
                </a:path>
                <a:path w="6655434" h="6988809">
                  <a:moveTo>
                    <a:pt x="2064949" y="2837539"/>
                  </a:moveTo>
                  <a:lnTo>
                    <a:pt x="2084341" y="2862939"/>
                  </a:lnTo>
                  <a:lnTo>
                    <a:pt x="2050752" y="2888339"/>
                  </a:lnTo>
                  <a:lnTo>
                    <a:pt x="2031365" y="2850239"/>
                  </a:lnTo>
                  <a:lnTo>
                    <a:pt x="2064949" y="2837539"/>
                  </a:lnTo>
                  <a:close/>
                </a:path>
                <a:path w="6655434" h="6988809">
                  <a:moveTo>
                    <a:pt x="1193235" y="2812139"/>
                  </a:moveTo>
                  <a:lnTo>
                    <a:pt x="1217615" y="2850239"/>
                  </a:lnTo>
                  <a:lnTo>
                    <a:pt x="1175378" y="2875639"/>
                  </a:lnTo>
                  <a:lnTo>
                    <a:pt x="1150998" y="2837539"/>
                  </a:lnTo>
                  <a:lnTo>
                    <a:pt x="1193235" y="2812139"/>
                  </a:lnTo>
                  <a:close/>
                </a:path>
                <a:path w="6655434" h="6988809">
                  <a:moveTo>
                    <a:pt x="321298" y="2786739"/>
                  </a:moveTo>
                  <a:lnTo>
                    <a:pt x="350090" y="2837539"/>
                  </a:lnTo>
                  <a:lnTo>
                    <a:pt x="300223" y="2875639"/>
                  </a:lnTo>
                  <a:lnTo>
                    <a:pt x="271431" y="2824839"/>
                  </a:lnTo>
                  <a:lnTo>
                    <a:pt x="321298" y="2786739"/>
                  </a:lnTo>
                  <a:close/>
                </a:path>
                <a:path w="6655434" h="6988809">
                  <a:moveTo>
                    <a:pt x="3" y="2837539"/>
                  </a:moveTo>
                  <a:lnTo>
                    <a:pt x="16855" y="2862939"/>
                  </a:lnTo>
                  <a:lnTo>
                    <a:pt x="3" y="2875639"/>
                  </a:lnTo>
                  <a:lnTo>
                    <a:pt x="3" y="2837539"/>
                  </a:lnTo>
                  <a:close/>
                </a:path>
                <a:path w="6655434" h="6988809">
                  <a:moveTo>
                    <a:pt x="2398733" y="2812139"/>
                  </a:moveTo>
                  <a:lnTo>
                    <a:pt x="2416366" y="2850239"/>
                  </a:lnTo>
                  <a:lnTo>
                    <a:pt x="2385833" y="2862939"/>
                  </a:lnTo>
                  <a:lnTo>
                    <a:pt x="2368206" y="2837539"/>
                  </a:lnTo>
                  <a:lnTo>
                    <a:pt x="2398733" y="2812139"/>
                  </a:lnTo>
                  <a:close/>
                </a:path>
                <a:path w="6655434" h="6988809">
                  <a:moveTo>
                    <a:pt x="1527020" y="2799439"/>
                  </a:moveTo>
                  <a:lnTo>
                    <a:pt x="1549647" y="2837539"/>
                  </a:lnTo>
                  <a:lnTo>
                    <a:pt x="1510460" y="2850239"/>
                  </a:lnTo>
                  <a:lnTo>
                    <a:pt x="1487839" y="2812139"/>
                  </a:lnTo>
                  <a:lnTo>
                    <a:pt x="1527020" y="2799439"/>
                  </a:lnTo>
                  <a:close/>
                </a:path>
                <a:path w="6655434" h="6988809">
                  <a:moveTo>
                    <a:pt x="655302" y="2774039"/>
                  </a:moveTo>
                  <a:lnTo>
                    <a:pt x="682915" y="2824839"/>
                  </a:lnTo>
                  <a:lnTo>
                    <a:pt x="635087" y="2850239"/>
                  </a:lnTo>
                  <a:lnTo>
                    <a:pt x="607467" y="2799439"/>
                  </a:lnTo>
                  <a:lnTo>
                    <a:pt x="655302" y="2774039"/>
                  </a:lnTo>
                  <a:close/>
                </a:path>
                <a:path w="6655434" h="6988809">
                  <a:moveTo>
                    <a:pt x="1860918" y="2774039"/>
                  </a:moveTo>
                  <a:lnTo>
                    <a:pt x="1882070" y="2812139"/>
                  </a:lnTo>
                  <a:lnTo>
                    <a:pt x="1845436" y="2837539"/>
                  </a:lnTo>
                  <a:lnTo>
                    <a:pt x="1824285" y="2799439"/>
                  </a:lnTo>
                  <a:lnTo>
                    <a:pt x="1860918" y="2774039"/>
                  </a:lnTo>
                  <a:close/>
                </a:path>
                <a:path w="6655434" h="6988809">
                  <a:moveTo>
                    <a:pt x="989092" y="2748639"/>
                  </a:moveTo>
                  <a:lnTo>
                    <a:pt x="1014947" y="2799439"/>
                  </a:lnTo>
                  <a:lnTo>
                    <a:pt x="970169" y="2824839"/>
                  </a:lnTo>
                  <a:lnTo>
                    <a:pt x="944314" y="2786739"/>
                  </a:lnTo>
                  <a:lnTo>
                    <a:pt x="989092" y="2748639"/>
                  </a:lnTo>
                  <a:close/>
                </a:path>
                <a:path w="6655434" h="6988809">
                  <a:moveTo>
                    <a:pt x="2194601" y="2761339"/>
                  </a:moveTo>
                  <a:lnTo>
                    <a:pt x="2213697" y="2786739"/>
                  </a:lnTo>
                  <a:lnTo>
                    <a:pt x="2180623" y="2812139"/>
                  </a:lnTo>
                  <a:lnTo>
                    <a:pt x="2161527" y="2774039"/>
                  </a:lnTo>
                  <a:lnTo>
                    <a:pt x="2194601" y="2761339"/>
                  </a:lnTo>
                  <a:close/>
                </a:path>
                <a:path w="6655434" h="6988809">
                  <a:moveTo>
                    <a:pt x="117054" y="2735939"/>
                  </a:moveTo>
                  <a:lnTo>
                    <a:pt x="147025" y="2786739"/>
                  </a:lnTo>
                  <a:lnTo>
                    <a:pt x="95115" y="2812139"/>
                  </a:lnTo>
                  <a:lnTo>
                    <a:pt x="65151" y="2761339"/>
                  </a:lnTo>
                  <a:lnTo>
                    <a:pt x="117054" y="2735939"/>
                  </a:lnTo>
                  <a:close/>
                </a:path>
                <a:path w="6655434" h="6988809">
                  <a:moveTo>
                    <a:pt x="1322884" y="2735939"/>
                  </a:moveTo>
                  <a:lnTo>
                    <a:pt x="1346973" y="2774039"/>
                  </a:lnTo>
                  <a:lnTo>
                    <a:pt x="1305245" y="2799439"/>
                  </a:lnTo>
                  <a:lnTo>
                    <a:pt x="1281150" y="2761339"/>
                  </a:lnTo>
                  <a:lnTo>
                    <a:pt x="1322884" y="2735939"/>
                  </a:lnTo>
                  <a:close/>
                </a:path>
                <a:path w="6655434" h="6988809">
                  <a:moveTo>
                    <a:pt x="451170" y="2710539"/>
                  </a:moveTo>
                  <a:lnTo>
                    <a:pt x="480252" y="2761339"/>
                  </a:lnTo>
                  <a:lnTo>
                    <a:pt x="429871" y="2799439"/>
                  </a:lnTo>
                  <a:lnTo>
                    <a:pt x="400789" y="2748639"/>
                  </a:lnTo>
                  <a:lnTo>
                    <a:pt x="451170" y="2710539"/>
                  </a:lnTo>
                  <a:close/>
                </a:path>
                <a:path w="6655434" h="6988809">
                  <a:moveTo>
                    <a:pt x="1656675" y="2723239"/>
                  </a:moveTo>
                  <a:lnTo>
                    <a:pt x="1679000" y="2761339"/>
                  </a:lnTo>
                  <a:lnTo>
                    <a:pt x="1640328" y="2786739"/>
                  </a:lnTo>
                  <a:lnTo>
                    <a:pt x="1618004" y="2735939"/>
                  </a:lnTo>
                  <a:lnTo>
                    <a:pt x="1656675" y="2723239"/>
                  </a:lnTo>
                  <a:close/>
                </a:path>
                <a:path w="6655434" h="6988809">
                  <a:moveTo>
                    <a:pt x="785063" y="2697839"/>
                  </a:moveTo>
                  <a:lnTo>
                    <a:pt x="812676" y="2748639"/>
                  </a:lnTo>
                  <a:lnTo>
                    <a:pt x="764848" y="2774039"/>
                  </a:lnTo>
                  <a:lnTo>
                    <a:pt x="737229" y="2723239"/>
                  </a:lnTo>
                  <a:lnTo>
                    <a:pt x="785063" y="2697839"/>
                  </a:lnTo>
                  <a:close/>
                </a:path>
                <a:path w="6655434" h="6988809">
                  <a:moveTo>
                    <a:pt x="1990573" y="2697839"/>
                  </a:moveTo>
                  <a:lnTo>
                    <a:pt x="2011434" y="2735939"/>
                  </a:lnTo>
                  <a:lnTo>
                    <a:pt x="1975298" y="2761339"/>
                  </a:lnTo>
                  <a:lnTo>
                    <a:pt x="1954437" y="2723239"/>
                  </a:lnTo>
                  <a:lnTo>
                    <a:pt x="1990573" y="2697839"/>
                  </a:lnTo>
                  <a:close/>
                </a:path>
                <a:path w="6655434" h="6988809">
                  <a:moveTo>
                    <a:pt x="1118854" y="2685139"/>
                  </a:moveTo>
                  <a:lnTo>
                    <a:pt x="1144708" y="2723239"/>
                  </a:lnTo>
                  <a:lnTo>
                    <a:pt x="1099923" y="2748639"/>
                  </a:lnTo>
                  <a:lnTo>
                    <a:pt x="1074069" y="2710539"/>
                  </a:lnTo>
                  <a:lnTo>
                    <a:pt x="1118854" y="2685139"/>
                  </a:lnTo>
                  <a:close/>
                </a:path>
                <a:path w="6655434" h="6988809">
                  <a:moveTo>
                    <a:pt x="2324251" y="2685139"/>
                  </a:moveTo>
                  <a:lnTo>
                    <a:pt x="2343051" y="2710539"/>
                  </a:lnTo>
                  <a:lnTo>
                    <a:pt x="2310485" y="2735939"/>
                  </a:lnTo>
                  <a:lnTo>
                    <a:pt x="2291686" y="2697839"/>
                  </a:lnTo>
                  <a:lnTo>
                    <a:pt x="2324251" y="2685139"/>
                  </a:lnTo>
                  <a:close/>
                </a:path>
                <a:path w="6655434" h="6988809">
                  <a:moveTo>
                    <a:pt x="246916" y="2659739"/>
                  </a:moveTo>
                  <a:lnTo>
                    <a:pt x="277177" y="2710539"/>
                  </a:lnTo>
                  <a:lnTo>
                    <a:pt x="224763" y="2735939"/>
                  </a:lnTo>
                  <a:lnTo>
                    <a:pt x="194502" y="2685139"/>
                  </a:lnTo>
                  <a:lnTo>
                    <a:pt x="246916" y="2659739"/>
                  </a:lnTo>
                  <a:close/>
                </a:path>
                <a:path w="6655434" h="6988809">
                  <a:moveTo>
                    <a:pt x="1452639" y="2659739"/>
                  </a:moveTo>
                  <a:lnTo>
                    <a:pt x="1476733" y="2697839"/>
                  </a:lnTo>
                  <a:lnTo>
                    <a:pt x="1435005" y="2723239"/>
                  </a:lnTo>
                  <a:lnTo>
                    <a:pt x="1410911" y="2685139"/>
                  </a:lnTo>
                  <a:lnTo>
                    <a:pt x="1452639" y="2659739"/>
                  </a:lnTo>
                  <a:close/>
                </a:path>
                <a:path w="6655434" h="6988809">
                  <a:moveTo>
                    <a:pt x="580925" y="2647039"/>
                  </a:moveTo>
                  <a:lnTo>
                    <a:pt x="610008" y="2685139"/>
                  </a:lnTo>
                  <a:lnTo>
                    <a:pt x="559632" y="2723239"/>
                  </a:lnTo>
                  <a:lnTo>
                    <a:pt x="530544" y="2672439"/>
                  </a:lnTo>
                  <a:lnTo>
                    <a:pt x="580925" y="2647039"/>
                  </a:lnTo>
                  <a:close/>
                </a:path>
                <a:path w="6655434" h="6988809">
                  <a:moveTo>
                    <a:pt x="1786436" y="2647039"/>
                  </a:moveTo>
                  <a:lnTo>
                    <a:pt x="1808760" y="2685139"/>
                  </a:lnTo>
                  <a:lnTo>
                    <a:pt x="1770083" y="2710539"/>
                  </a:lnTo>
                  <a:lnTo>
                    <a:pt x="1747758" y="2672439"/>
                  </a:lnTo>
                  <a:lnTo>
                    <a:pt x="1786436" y="2647039"/>
                  </a:lnTo>
                  <a:close/>
                </a:path>
                <a:path w="6655434" h="6988809">
                  <a:moveTo>
                    <a:pt x="914823" y="2621639"/>
                  </a:moveTo>
                  <a:lnTo>
                    <a:pt x="942437" y="2672439"/>
                  </a:lnTo>
                  <a:lnTo>
                    <a:pt x="894602" y="2697839"/>
                  </a:lnTo>
                  <a:lnTo>
                    <a:pt x="866989" y="2647039"/>
                  </a:lnTo>
                  <a:lnTo>
                    <a:pt x="914823" y="2621639"/>
                  </a:lnTo>
                  <a:close/>
                </a:path>
                <a:path w="6655434" h="6988809">
                  <a:moveTo>
                    <a:pt x="2120219" y="2621639"/>
                  </a:moveTo>
                  <a:lnTo>
                    <a:pt x="2140784" y="2659739"/>
                  </a:lnTo>
                  <a:lnTo>
                    <a:pt x="2105163" y="2685139"/>
                  </a:lnTo>
                  <a:lnTo>
                    <a:pt x="2084598" y="2647039"/>
                  </a:lnTo>
                  <a:lnTo>
                    <a:pt x="2120219" y="2621639"/>
                  </a:lnTo>
                  <a:close/>
                </a:path>
                <a:path w="6655434" h="6988809">
                  <a:moveTo>
                    <a:pt x="42673" y="2608939"/>
                  </a:moveTo>
                  <a:lnTo>
                    <a:pt x="74112" y="2659739"/>
                  </a:lnTo>
                  <a:lnTo>
                    <a:pt x="19662" y="2685139"/>
                  </a:lnTo>
                  <a:lnTo>
                    <a:pt x="3" y="2659739"/>
                  </a:lnTo>
                  <a:lnTo>
                    <a:pt x="3" y="2621639"/>
                  </a:lnTo>
                  <a:lnTo>
                    <a:pt x="42673" y="2608939"/>
                  </a:lnTo>
                  <a:close/>
                </a:path>
                <a:path w="6655434" h="6988809">
                  <a:moveTo>
                    <a:pt x="1248502" y="2608939"/>
                  </a:moveTo>
                  <a:lnTo>
                    <a:pt x="1274060" y="2647039"/>
                  </a:lnTo>
                  <a:lnTo>
                    <a:pt x="1229791" y="2672439"/>
                  </a:lnTo>
                  <a:lnTo>
                    <a:pt x="1204227" y="2634339"/>
                  </a:lnTo>
                  <a:lnTo>
                    <a:pt x="1248502" y="2608939"/>
                  </a:lnTo>
                  <a:close/>
                </a:path>
                <a:path w="6655434" h="6988809">
                  <a:moveTo>
                    <a:pt x="376676" y="2583539"/>
                  </a:moveTo>
                  <a:lnTo>
                    <a:pt x="406937" y="2634339"/>
                  </a:lnTo>
                  <a:lnTo>
                    <a:pt x="354524" y="2672439"/>
                  </a:lnTo>
                  <a:lnTo>
                    <a:pt x="324263" y="2608939"/>
                  </a:lnTo>
                  <a:lnTo>
                    <a:pt x="376676" y="2583539"/>
                  </a:lnTo>
                  <a:close/>
                </a:path>
                <a:path w="6655434" h="6988809">
                  <a:moveTo>
                    <a:pt x="1582293" y="2583539"/>
                  </a:moveTo>
                  <a:lnTo>
                    <a:pt x="1606086" y="2634339"/>
                  </a:lnTo>
                  <a:lnTo>
                    <a:pt x="1564874" y="2647039"/>
                  </a:lnTo>
                  <a:lnTo>
                    <a:pt x="1541075" y="2608939"/>
                  </a:lnTo>
                  <a:lnTo>
                    <a:pt x="1582293" y="2583539"/>
                  </a:lnTo>
                  <a:close/>
                </a:path>
                <a:path w="6655434" h="6988809">
                  <a:moveTo>
                    <a:pt x="710681" y="2570839"/>
                  </a:moveTo>
                  <a:lnTo>
                    <a:pt x="739770" y="2621639"/>
                  </a:lnTo>
                  <a:lnTo>
                    <a:pt x="689394" y="2647039"/>
                  </a:lnTo>
                  <a:lnTo>
                    <a:pt x="660306" y="2596239"/>
                  </a:lnTo>
                  <a:lnTo>
                    <a:pt x="710681" y="2570839"/>
                  </a:lnTo>
                  <a:close/>
                </a:path>
                <a:path w="6655434" h="6988809">
                  <a:moveTo>
                    <a:pt x="1916085" y="2570839"/>
                  </a:moveTo>
                  <a:lnTo>
                    <a:pt x="1938119" y="2608939"/>
                  </a:lnTo>
                  <a:lnTo>
                    <a:pt x="1899950" y="2634339"/>
                  </a:lnTo>
                  <a:lnTo>
                    <a:pt x="1877917" y="2596239"/>
                  </a:lnTo>
                  <a:lnTo>
                    <a:pt x="1916085" y="2570839"/>
                  </a:lnTo>
                  <a:close/>
                </a:path>
                <a:path w="6655434" h="6988809">
                  <a:moveTo>
                    <a:pt x="1044472" y="2545439"/>
                  </a:moveTo>
                  <a:lnTo>
                    <a:pt x="1071795" y="2596239"/>
                  </a:lnTo>
                  <a:lnTo>
                    <a:pt x="1024469" y="2621639"/>
                  </a:lnTo>
                  <a:lnTo>
                    <a:pt x="997146" y="2570839"/>
                  </a:lnTo>
                  <a:lnTo>
                    <a:pt x="1044472" y="2545439"/>
                  </a:lnTo>
                  <a:close/>
                </a:path>
                <a:path w="6655434" h="6988809">
                  <a:moveTo>
                    <a:pt x="2249763" y="2558139"/>
                  </a:moveTo>
                  <a:lnTo>
                    <a:pt x="2269741" y="2583539"/>
                  </a:lnTo>
                  <a:lnTo>
                    <a:pt x="2235145" y="2608939"/>
                  </a:lnTo>
                  <a:lnTo>
                    <a:pt x="2215166" y="2570839"/>
                  </a:lnTo>
                  <a:lnTo>
                    <a:pt x="2249763" y="2558139"/>
                  </a:lnTo>
                  <a:close/>
                </a:path>
                <a:path w="6655434" h="6988809">
                  <a:moveTo>
                    <a:pt x="172540" y="2532739"/>
                  </a:moveTo>
                  <a:lnTo>
                    <a:pt x="204270" y="2583539"/>
                  </a:lnTo>
                  <a:lnTo>
                    <a:pt x="149310" y="2608939"/>
                  </a:lnTo>
                  <a:lnTo>
                    <a:pt x="117580" y="2558139"/>
                  </a:lnTo>
                  <a:lnTo>
                    <a:pt x="172540" y="2532739"/>
                  </a:lnTo>
                  <a:close/>
                </a:path>
                <a:path w="6655434" h="6988809">
                  <a:moveTo>
                    <a:pt x="1378150" y="2532739"/>
                  </a:moveTo>
                  <a:lnTo>
                    <a:pt x="1403418" y="2570839"/>
                  </a:lnTo>
                  <a:lnTo>
                    <a:pt x="1359659" y="2596239"/>
                  </a:lnTo>
                  <a:lnTo>
                    <a:pt x="1334391" y="2558139"/>
                  </a:lnTo>
                  <a:lnTo>
                    <a:pt x="1378150" y="2532739"/>
                  </a:lnTo>
                  <a:close/>
                </a:path>
                <a:path w="6655434" h="6988809">
                  <a:moveTo>
                    <a:pt x="506544" y="2507339"/>
                  </a:moveTo>
                  <a:lnTo>
                    <a:pt x="537095" y="2558139"/>
                  </a:lnTo>
                  <a:lnTo>
                    <a:pt x="484179" y="2596239"/>
                  </a:lnTo>
                  <a:lnTo>
                    <a:pt x="453622" y="2545439"/>
                  </a:lnTo>
                  <a:lnTo>
                    <a:pt x="506544" y="2507339"/>
                  </a:lnTo>
                  <a:close/>
                </a:path>
                <a:path w="6655434" h="6988809">
                  <a:moveTo>
                    <a:pt x="1711942" y="2507339"/>
                  </a:moveTo>
                  <a:lnTo>
                    <a:pt x="1735451" y="2558139"/>
                  </a:lnTo>
                  <a:lnTo>
                    <a:pt x="1694741" y="2583539"/>
                  </a:lnTo>
                  <a:lnTo>
                    <a:pt x="1671232" y="2532739"/>
                  </a:lnTo>
                  <a:lnTo>
                    <a:pt x="1711942" y="2507339"/>
                  </a:lnTo>
                  <a:close/>
                </a:path>
                <a:path w="6655434" h="6988809">
                  <a:moveTo>
                    <a:pt x="840441" y="2494639"/>
                  </a:moveTo>
                  <a:lnTo>
                    <a:pt x="869530" y="2545439"/>
                  </a:lnTo>
                  <a:lnTo>
                    <a:pt x="819154" y="2570839"/>
                  </a:lnTo>
                  <a:lnTo>
                    <a:pt x="790066" y="2520039"/>
                  </a:lnTo>
                  <a:lnTo>
                    <a:pt x="840441" y="2494639"/>
                  </a:lnTo>
                  <a:close/>
                </a:path>
                <a:path w="6655434" h="6988809">
                  <a:moveTo>
                    <a:pt x="2045731" y="2494639"/>
                  </a:moveTo>
                  <a:lnTo>
                    <a:pt x="2067475" y="2532739"/>
                  </a:lnTo>
                  <a:lnTo>
                    <a:pt x="2029816" y="2558139"/>
                  </a:lnTo>
                  <a:lnTo>
                    <a:pt x="2008078" y="2520039"/>
                  </a:lnTo>
                  <a:lnTo>
                    <a:pt x="2045731" y="2494639"/>
                  </a:lnTo>
                  <a:close/>
                </a:path>
                <a:path w="6655434" h="6988809">
                  <a:moveTo>
                    <a:pt x="1174233" y="2469239"/>
                  </a:moveTo>
                  <a:lnTo>
                    <a:pt x="1201556" y="2520039"/>
                  </a:lnTo>
                  <a:lnTo>
                    <a:pt x="1154230" y="2545439"/>
                  </a:lnTo>
                  <a:lnTo>
                    <a:pt x="1126907" y="2494639"/>
                  </a:lnTo>
                  <a:lnTo>
                    <a:pt x="1174233" y="2469239"/>
                  </a:lnTo>
                  <a:close/>
                </a:path>
                <a:path w="6655434" h="6988809">
                  <a:moveTo>
                    <a:pt x="302300" y="2456539"/>
                  </a:moveTo>
                  <a:lnTo>
                    <a:pt x="334030" y="2507339"/>
                  </a:lnTo>
                  <a:lnTo>
                    <a:pt x="279070" y="2545439"/>
                  </a:lnTo>
                  <a:lnTo>
                    <a:pt x="247340" y="2481939"/>
                  </a:lnTo>
                  <a:lnTo>
                    <a:pt x="302300" y="2456539"/>
                  </a:lnTo>
                  <a:close/>
                </a:path>
                <a:path w="6655434" h="6988809">
                  <a:moveTo>
                    <a:pt x="3" y="2520039"/>
                  </a:moveTo>
                  <a:lnTo>
                    <a:pt x="1199" y="2532739"/>
                  </a:lnTo>
                  <a:lnTo>
                    <a:pt x="3" y="2532739"/>
                  </a:lnTo>
                  <a:lnTo>
                    <a:pt x="3" y="2520039"/>
                  </a:lnTo>
                  <a:close/>
                </a:path>
                <a:path w="6655434" h="6988809">
                  <a:moveTo>
                    <a:pt x="1507912" y="2456539"/>
                  </a:moveTo>
                  <a:lnTo>
                    <a:pt x="1533179" y="2494639"/>
                  </a:lnTo>
                  <a:lnTo>
                    <a:pt x="1489420" y="2520039"/>
                  </a:lnTo>
                  <a:lnTo>
                    <a:pt x="1464152" y="2481939"/>
                  </a:lnTo>
                  <a:lnTo>
                    <a:pt x="1507912" y="2456539"/>
                  </a:lnTo>
                  <a:close/>
                </a:path>
                <a:path w="6655434" h="6988809">
                  <a:moveTo>
                    <a:pt x="636305" y="2431139"/>
                  </a:moveTo>
                  <a:lnTo>
                    <a:pt x="666856" y="2481939"/>
                  </a:lnTo>
                  <a:lnTo>
                    <a:pt x="613934" y="2520039"/>
                  </a:lnTo>
                  <a:lnTo>
                    <a:pt x="583383" y="2469239"/>
                  </a:lnTo>
                  <a:lnTo>
                    <a:pt x="636305" y="2431139"/>
                  </a:lnTo>
                  <a:close/>
                </a:path>
                <a:path w="6655434" h="6988809">
                  <a:moveTo>
                    <a:pt x="1841597" y="2443839"/>
                  </a:moveTo>
                  <a:lnTo>
                    <a:pt x="1864803" y="2481939"/>
                  </a:lnTo>
                  <a:lnTo>
                    <a:pt x="1824603" y="2507339"/>
                  </a:lnTo>
                  <a:lnTo>
                    <a:pt x="1801397" y="2456539"/>
                  </a:lnTo>
                  <a:lnTo>
                    <a:pt x="1841597" y="2443839"/>
                  </a:lnTo>
                  <a:close/>
                </a:path>
                <a:path w="6655434" h="6988809">
                  <a:moveTo>
                    <a:pt x="970203" y="2418439"/>
                  </a:moveTo>
                  <a:lnTo>
                    <a:pt x="999291" y="2469239"/>
                  </a:lnTo>
                  <a:lnTo>
                    <a:pt x="948910" y="2494639"/>
                  </a:lnTo>
                  <a:lnTo>
                    <a:pt x="919828" y="2443839"/>
                  </a:lnTo>
                  <a:lnTo>
                    <a:pt x="970203" y="2418439"/>
                  </a:lnTo>
                  <a:close/>
                </a:path>
                <a:path w="6655434" h="6988809">
                  <a:moveTo>
                    <a:pt x="2175381" y="2418439"/>
                  </a:moveTo>
                  <a:lnTo>
                    <a:pt x="2196828" y="2456539"/>
                  </a:lnTo>
                  <a:lnTo>
                    <a:pt x="2159679" y="2481939"/>
                  </a:lnTo>
                  <a:lnTo>
                    <a:pt x="2138231" y="2443839"/>
                  </a:lnTo>
                  <a:lnTo>
                    <a:pt x="2175381" y="2418439"/>
                  </a:lnTo>
                  <a:close/>
                </a:path>
                <a:path w="6655434" h="6988809">
                  <a:moveTo>
                    <a:pt x="98158" y="2393039"/>
                  </a:moveTo>
                  <a:lnTo>
                    <a:pt x="131357" y="2456539"/>
                  </a:lnTo>
                  <a:lnTo>
                    <a:pt x="73855" y="2481939"/>
                  </a:lnTo>
                  <a:lnTo>
                    <a:pt x="40657" y="2431139"/>
                  </a:lnTo>
                  <a:lnTo>
                    <a:pt x="98158" y="2393039"/>
                  </a:lnTo>
                  <a:close/>
                </a:path>
                <a:path w="6655434" h="6988809">
                  <a:moveTo>
                    <a:pt x="1303881" y="2393039"/>
                  </a:moveTo>
                  <a:lnTo>
                    <a:pt x="1330908" y="2443839"/>
                  </a:lnTo>
                  <a:lnTo>
                    <a:pt x="1284092" y="2469239"/>
                  </a:lnTo>
                  <a:lnTo>
                    <a:pt x="1257066" y="2431139"/>
                  </a:lnTo>
                  <a:lnTo>
                    <a:pt x="1303881" y="2393039"/>
                  </a:lnTo>
                  <a:close/>
                </a:path>
                <a:path w="6655434" h="6988809">
                  <a:moveTo>
                    <a:pt x="432162" y="2380339"/>
                  </a:moveTo>
                  <a:lnTo>
                    <a:pt x="464188" y="2431139"/>
                  </a:lnTo>
                  <a:lnTo>
                    <a:pt x="408719" y="2469239"/>
                  </a:lnTo>
                  <a:lnTo>
                    <a:pt x="376699" y="2405739"/>
                  </a:lnTo>
                  <a:lnTo>
                    <a:pt x="432162" y="2380339"/>
                  </a:lnTo>
                  <a:close/>
                </a:path>
                <a:path w="6655434" h="6988809">
                  <a:moveTo>
                    <a:pt x="1637566" y="2380339"/>
                  </a:moveTo>
                  <a:lnTo>
                    <a:pt x="1662538" y="2418439"/>
                  </a:lnTo>
                  <a:lnTo>
                    <a:pt x="1619281" y="2443839"/>
                  </a:lnTo>
                  <a:lnTo>
                    <a:pt x="1594310" y="2405739"/>
                  </a:lnTo>
                  <a:lnTo>
                    <a:pt x="1637566" y="2380339"/>
                  </a:lnTo>
                  <a:close/>
                </a:path>
                <a:path w="6655434" h="6988809">
                  <a:moveTo>
                    <a:pt x="766065" y="2354939"/>
                  </a:moveTo>
                  <a:lnTo>
                    <a:pt x="796617" y="2405739"/>
                  </a:lnTo>
                  <a:lnTo>
                    <a:pt x="743694" y="2443839"/>
                  </a:lnTo>
                  <a:lnTo>
                    <a:pt x="713143" y="2393039"/>
                  </a:lnTo>
                  <a:lnTo>
                    <a:pt x="766065" y="2354939"/>
                  </a:lnTo>
                  <a:close/>
                </a:path>
                <a:path w="6655434" h="6988809">
                  <a:moveTo>
                    <a:pt x="1971249" y="2367639"/>
                  </a:moveTo>
                  <a:lnTo>
                    <a:pt x="1994159" y="2405739"/>
                  </a:lnTo>
                  <a:lnTo>
                    <a:pt x="1954469" y="2431139"/>
                  </a:lnTo>
                  <a:lnTo>
                    <a:pt x="1931558" y="2393039"/>
                  </a:lnTo>
                  <a:lnTo>
                    <a:pt x="1971249" y="2367639"/>
                  </a:lnTo>
                  <a:close/>
                </a:path>
                <a:path w="6655434" h="6988809">
                  <a:moveTo>
                    <a:pt x="1099851" y="2342239"/>
                  </a:moveTo>
                  <a:lnTo>
                    <a:pt x="1128643" y="2393039"/>
                  </a:lnTo>
                  <a:lnTo>
                    <a:pt x="1078777" y="2418439"/>
                  </a:lnTo>
                  <a:lnTo>
                    <a:pt x="1049985" y="2367639"/>
                  </a:lnTo>
                  <a:lnTo>
                    <a:pt x="1099851" y="2342239"/>
                  </a:lnTo>
                  <a:close/>
                </a:path>
                <a:path w="6655434" h="6988809">
                  <a:moveTo>
                    <a:pt x="227919" y="2316839"/>
                  </a:moveTo>
                  <a:lnTo>
                    <a:pt x="261117" y="2380339"/>
                  </a:lnTo>
                  <a:lnTo>
                    <a:pt x="203616" y="2405739"/>
                  </a:lnTo>
                  <a:lnTo>
                    <a:pt x="170417" y="2354939"/>
                  </a:lnTo>
                  <a:lnTo>
                    <a:pt x="227919" y="2316839"/>
                  </a:lnTo>
                  <a:close/>
                </a:path>
                <a:path w="6655434" h="6988809">
                  <a:moveTo>
                    <a:pt x="1433536" y="2329539"/>
                  </a:moveTo>
                  <a:lnTo>
                    <a:pt x="1460272" y="2367639"/>
                  </a:lnTo>
                  <a:lnTo>
                    <a:pt x="1413966" y="2393039"/>
                  </a:lnTo>
                  <a:lnTo>
                    <a:pt x="1387229" y="2354939"/>
                  </a:lnTo>
                  <a:lnTo>
                    <a:pt x="1433536" y="2329539"/>
                  </a:lnTo>
                  <a:close/>
                </a:path>
                <a:path w="6655434" h="6988809">
                  <a:moveTo>
                    <a:pt x="561924" y="2304139"/>
                  </a:moveTo>
                  <a:lnTo>
                    <a:pt x="593950" y="2354939"/>
                  </a:lnTo>
                  <a:lnTo>
                    <a:pt x="538480" y="2393039"/>
                  </a:lnTo>
                  <a:lnTo>
                    <a:pt x="506460" y="2329539"/>
                  </a:lnTo>
                  <a:lnTo>
                    <a:pt x="561924" y="2304139"/>
                  </a:lnTo>
                  <a:close/>
                </a:path>
                <a:path w="6655434" h="6988809">
                  <a:moveTo>
                    <a:pt x="1767215" y="2304139"/>
                  </a:moveTo>
                  <a:lnTo>
                    <a:pt x="1791890" y="2354939"/>
                  </a:lnTo>
                  <a:lnTo>
                    <a:pt x="1749150" y="2380339"/>
                  </a:lnTo>
                  <a:lnTo>
                    <a:pt x="1724468" y="2329539"/>
                  </a:lnTo>
                  <a:lnTo>
                    <a:pt x="1767215" y="2304139"/>
                  </a:lnTo>
                  <a:close/>
                </a:path>
                <a:path w="6655434" h="6988809">
                  <a:moveTo>
                    <a:pt x="895820" y="2278739"/>
                  </a:moveTo>
                  <a:lnTo>
                    <a:pt x="926378" y="2342239"/>
                  </a:lnTo>
                  <a:lnTo>
                    <a:pt x="873449" y="2367639"/>
                  </a:lnTo>
                  <a:lnTo>
                    <a:pt x="842898" y="2316839"/>
                  </a:lnTo>
                  <a:lnTo>
                    <a:pt x="895820" y="2278739"/>
                  </a:lnTo>
                  <a:close/>
                </a:path>
                <a:path w="6655434" h="6988809">
                  <a:moveTo>
                    <a:pt x="2100898" y="2291439"/>
                  </a:moveTo>
                  <a:lnTo>
                    <a:pt x="2123524" y="2329539"/>
                  </a:lnTo>
                  <a:lnTo>
                    <a:pt x="2084337" y="2354939"/>
                  </a:lnTo>
                  <a:lnTo>
                    <a:pt x="2061711" y="2316839"/>
                  </a:lnTo>
                  <a:lnTo>
                    <a:pt x="2100898" y="2291439"/>
                  </a:lnTo>
                  <a:close/>
                </a:path>
                <a:path w="6655434" h="6988809">
                  <a:moveTo>
                    <a:pt x="23782" y="2266039"/>
                  </a:moveTo>
                  <a:lnTo>
                    <a:pt x="58450" y="2329539"/>
                  </a:lnTo>
                  <a:lnTo>
                    <a:pt x="3" y="2354939"/>
                  </a:lnTo>
                  <a:lnTo>
                    <a:pt x="3" y="2278739"/>
                  </a:lnTo>
                  <a:lnTo>
                    <a:pt x="23782" y="2266039"/>
                  </a:lnTo>
                  <a:close/>
                </a:path>
                <a:path w="6655434" h="6988809">
                  <a:moveTo>
                    <a:pt x="1229505" y="2266039"/>
                  </a:moveTo>
                  <a:lnTo>
                    <a:pt x="1258001" y="2316839"/>
                  </a:lnTo>
                  <a:lnTo>
                    <a:pt x="1208639" y="2342239"/>
                  </a:lnTo>
                  <a:lnTo>
                    <a:pt x="1180143" y="2291439"/>
                  </a:lnTo>
                  <a:lnTo>
                    <a:pt x="1229505" y="2266039"/>
                  </a:lnTo>
                  <a:close/>
                </a:path>
                <a:path w="6655434" h="6988809">
                  <a:moveTo>
                    <a:pt x="357780" y="2240639"/>
                  </a:moveTo>
                  <a:lnTo>
                    <a:pt x="391275" y="2304139"/>
                  </a:lnTo>
                  <a:lnTo>
                    <a:pt x="333265" y="2342239"/>
                  </a:lnTo>
                  <a:lnTo>
                    <a:pt x="299776" y="2278739"/>
                  </a:lnTo>
                  <a:lnTo>
                    <a:pt x="357780" y="2240639"/>
                  </a:lnTo>
                  <a:close/>
                </a:path>
                <a:path w="6655434" h="6988809">
                  <a:moveTo>
                    <a:pt x="1563184" y="2253339"/>
                  </a:moveTo>
                  <a:lnTo>
                    <a:pt x="1589624" y="2291439"/>
                  </a:lnTo>
                  <a:lnTo>
                    <a:pt x="1543827" y="2316839"/>
                  </a:lnTo>
                  <a:lnTo>
                    <a:pt x="1517387" y="2278739"/>
                  </a:lnTo>
                  <a:lnTo>
                    <a:pt x="1563184" y="2253339"/>
                  </a:lnTo>
                  <a:close/>
                </a:path>
                <a:path w="6655434" h="6988809">
                  <a:moveTo>
                    <a:pt x="691684" y="2227939"/>
                  </a:moveTo>
                  <a:lnTo>
                    <a:pt x="723703" y="2278739"/>
                  </a:lnTo>
                  <a:lnTo>
                    <a:pt x="668240" y="2316839"/>
                  </a:lnTo>
                  <a:lnTo>
                    <a:pt x="636220" y="2253339"/>
                  </a:lnTo>
                  <a:lnTo>
                    <a:pt x="691684" y="2227939"/>
                  </a:lnTo>
                  <a:close/>
                </a:path>
                <a:path w="6655434" h="6988809">
                  <a:moveTo>
                    <a:pt x="1896755" y="2227939"/>
                  </a:moveTo>
                  <a:lnTo>
                    <a:pt x="1920849" y="2278739"/>
                  </a:lnTo>
                  <a:lnTo>
                    <a:pt x="1879121" y="2304139"/>
                  </a:lnTo>
                  <a:lnTo>
                    <a:pt x="1855027" y="2253339"/>
                  </a:lnTo>
                  <a:lnTo>
                    <a:pt x="1896755" y="2227939"/>
                  </a:lnTo>
                  <a:close/>
                </a:path>
                <a:path w="6655434" h="6988809">
                  <a:moveTo>
                    <a:pt x="1025469" y="2215239"/>
                  </a:moveTo>
                  <a:lnTo>
                    <a:pt x="1055730" y="2266039"/>
                  </a:lnTo>
                  <a:lnTo>
                    <a:pt x="1003317" y="2291439"/>
                  </a:lnTo>
                  <a:lnTo>
                    <a:pt x="973056" y="2240639"/>
                  </a:lnTo>
                  <a:lnTo>
                    <a:pt x="1025469" y="2215239"/>
                  </a:lnTo>
                  <a:close/>
                </a:path>
                <a:path w="6655434" h="6988809">
                  <a:moveTo>
                    <a:pt x="153650" y="2189839"/>
                  </a:moveTo>
                  <a:lnTo>
                    <a:pt x="188614" y="2253339"/>
                  </a:lnTo>
                  <a:lnTo>
                    <a:pt x="128050" y="2278739"/>
                  </a:lnTo>
                  <a:lnTo>
                    <a:pt x="93093" y="2227939"/>
                  </a:lnTo>
                  <a:lnTo>
                    <a:pt x="153650" y="2189839"/>
                  </a:lnTo>
                  <a:close/>
                </a:path>
                <a:path w="6655434" h="6988809">
                  <a:moveTo>
                    <a:pt x="1359154" y="2189839"/>
                  </a:moveTo>
                  <a:lnTo>
                    <a:pt x="1387359" y="2240639"/>
                  </a:lnTo>
                  <a:lnTo>
                    <a:pt x="1338512" y="2266039"/>
                  </a:lnTo>
                  <a:lnTo>
                    <a:pt x="1310307" y="2215239"/>
                  </a:lnTo>
                  <a:lnTo>
                    <a:pt x="1359154" y="2189839"/>
                  </a:lnTo>
                  <a:close/>
                </a:path>
                <a:path w="6655434" h="6988809">
                  <a:moveTo>
                    <a:pt x="487542" y="2164439"/>
                  </a:moveTo>
                  <a:lnTo>
                    <a:pt x="521036" y="2227939"/>
                  </a:lnTo>
                  <a:lnTo>
                    <a:pt x="463026" y="2266039"/>
                  </a:lnTo>
                  <a:lnTo>
                    <a:pt x="429531" y="2202539"/>
                  </a:lnTo>
                  <a:lnTo>
                    <a:pt x="487542" y="2164439"/>
                  </a:lnTo>
                  <a:close/>
                </a:path>
                <a:path w="6655434" h="6988809">
                  <a:moveTo>
                    <a:pt x="1692834" y="2177139"/>
                  </a:moveTo>
                  <a:lnTo>
                    <a:pt x="1718984" y="2215239"/>
                  </a:lnTo>
                  <a:lnTo>
                    <a:pt x="1673690" y="2240639"/>
                  </a:lnTo>
                  <a:lnTo>
                    <a:pt x="1647546" y="2202539"/>
                  </a:lnTo>
                  <a:lnTo>
                    <a:pt x="1692834" y="2177139"/>
                  </a:lnTo>
                  <a:close/>
                </a:path>
                <a:path w="6655434" h="6988809">
                  <a:moveTo>
                    <a:pt x="821445" y="2151739"/>
                  </a:moveTo>
                  <a:lnTo>
                    <a:pt x="853465" y="2202539"/>
                  </a:lnTo>
                  <a:lnTo>
                    <a:pt x="797995" y="2240639"/>
                  </a:lnTo>
                  <a:lnTo>
                    <a:pt x="765975" y="2189839"/>
                  </a:lnTo>
                  <a:lnTo>
                    <a:pt x="821445" y="2151739"/>
                  </a:lnTo>
                  <a:close/>
                </a:path>
                <a:path w="6655434" h="6988809">
                  <a:moveTo>
                    <a:pt x="2026410" y="2164439"/>
                  </a:moveTo>
                  <a:lnTo>
                    <a:pt x="2050203" y="2202539"/>
                  </a:lnTo>
                  <a:lnTo>
                    <a:pt x="2008990" y="2227939"/>
                  </a:lnTo>
                  <a:lnTo>
                    <a:pt x="1985192" y="2177139"/>
                  </a:lnTo>
                  <a:lnTo>
                    <a:pt x="2026410" y="2164439"/>
                  </a:lnTo>
                  <a:close/>
                </a:path>
                <a:path w="6655434" h="6988809">
                  <a:moveTo>
                    <a:pt x="1155124" y="2139039"/>
                  </a:moveTo>
                  <a:lnTo>
                    <a:pt x="1185094" y="2189839"/>
                  </a:lnTo>
                  <a:lnTo>
                    <a:pt x="1133185" y="2215239"/>
                  </a:lnTo>
                  <a:lnTo>
                    <a:pt x="1103220" y="2164439"/>
                  </a:lnTo>
                  <a:lnTo>
                    <a:pt x="1155124" y="2139039"/>
                  </a:lnTo>
                  <a:close/>
                </a:path>
                <a:path w="6655434" h="6988809">
                  <a:moveTo>
                    <a:pt x="283405" y="2113639"/>
                  </a:moveTo>
                  <a:lnTo>
                    <a:pt x="318368" y="2177139"/>
                  </a:lnTo>
                  <a:lnTo>
                    <a:pt x="257811" y="2215239"/>
                  </a:lnTo>
                  <a:lnTo>
                    <a:pt x="222853" y="2151739"/>
                  </a:lnTo>
                  <a:lnTo>
                    <a:pt x="283405" y="2113639"/>
                  </a:lnTo>
                  <a:close/>
                </a:path>
                <a:path w="6655434" h="6988809">
                  <a:moveTo>
                    <a:pt x="1488802" y="2113639"/>
                  </a:moveTo>
                  <a:lnTo>
                    <a:pt x="1516712" y="2164439"/>
                  </a:lnTo>
                  <a:lnTo>
                    <a:pt x="1468374" y="2189839"/>
                  </a:lnTo>
                  <a:lnTo>
                    <a:pt x="1440464" y="2151739"/>
                  </a:lnTo>
                  <a:lnTo>
                    <a:pt x="1488802" y="2113639"/>
                  </a:lnTo>
                  <a:close/>
                </a:path>
                <a:path w="6655434" h="6988809">
                  <a:moveTo>
                    <a:pt x="617302" y="2100939"/>
                  </a:moveTo>
                  <a:lnTo>
                    <a:pt x="650797" y="2151739"/>
                  </a:lnTo>
                  <a:lnTo>
                    <a:pt x="592786" y="2189839"/>
                  </a:lnTo>
                  <a:lnTo>
                    <a:pt x="559291" y="2126339"/>
                  </a:lnTo>
                  <a:lnTo>
                    <a:pt x="617302" y="2100939"/>
                  </a:lnTo>
                  <a:close/>
                </a:path>
                <a:path w="6655434" h="6988809">
                  <a:moveTo>
                    <a:pt x="1822379" y="2100939"/>
                  </a:moveTo>
                  <a:lnTo>
                    <a:pt x="1847937" y="2139039"/>
                  </a:lnTo>
                  <a:lnTo>
                    <a:pt x="1803668" y="2177139"/>
                  </a:lnTo>
                  <a:lnTo>
                    <a:pt x="1778110" y="2126339"/>
                  </a:lnTo>
                  <a:lnTo>
                    <a:pt x="1822379" y="2100939"/>
                  </a:lnTo>
                  <a:close/>
                </a:path>
                <a:path w="6655434" h="6988809">
                  <a:moveTo>
                    <a:pt x="951093" y="2075539"/>
                  </a:moveTo>
                  <a:lnTo>
                    <a:pt x="982823" y="2139039"/>
                  </a:lnTo>
                  <a:lnTo>
                    <a:pt x="927869" y="2164439"/>
                  </a:lnTo>
                  <a:lnTo>
                    <a:pt x="896139" y="2113639"/>
                  </a:lnTo>
                  <a:lnTo>
                    <a:pt x="951093" y="2075539"/>
                  </a:lnTo>
                  <a:close/>
                </a:path>
                <a:path w="6655434" h="6988809">
                  <a:moveTo>
                    <a:pt x="79374" y="2050139"/>
                  </a:moveTo>
                  <a:lnTo>
                    <a:pt x="116097" y="2126339"/>
                  </a:lnTo>
                  <a:lnTo>
                    <a:pt x="52495" y="2151739"/>
                  </a:lnTo>
                  <a:lnTo>
                    <a:pt x="15767" y="2088239"/>
                  </a:lnTo>
                  <a:lnTo>
                    <a:pt x="79374" y="2050139"/>
                  </a:lnTo>
                  <a:close/>
                </a:path>
                <a:path w="6655434" h="6988809">
                  <a:moveTo>
                    <a:pt x="1284778" y="2062839"/>
                  </a:moveTo>
                  <a:lnTo>
                    <a:pt x="1314446" y="2113639"/>
                  </a:lnTo>
                  <a:lnTo>
                    <a:pt x="1263052" y="2139039"/>
                  </a:lnTo>
                  <a:lnTo>
                    <a:pt x="1233384" y="2088239"/>
                  </a:lnTo>
                  <a:lnTo>
                    <a:pt x="1284778" y="2062839"/>
                  </a:lnTo>
                  <a:close/>
                </a:path>
                <a:path w="6655434" h="6988809">
                  <a:moveTo>
                    <a:pt x="413273" y="2037439"/>
                  </a:moveTo>
                  <a:lnTo>
                    <a:pt x="448526" y="2100939"/>
                  </a:lnTo>
                  <a:lnTo>
                    <a:pt x="387460" y="2139039"/>
                  </a:lnTo>
                  <a:lnTo>
                    <a:pt x="352206" y="2075539"/>
                  </a:lnTo>
                  <a:lnTo>
                    <a:pt x="413273" y="2037439"/>
                  </a:lnTo>
                  <a:close/>
                </a:path>
                <a:path w="6655434" h="6988809">
                  <a:moveTo>
                    <a:pt x="1618457" y="2037439"/>
                  </a:moveTo>
                  <a:lnTo>
                    <a:pt x="1646070" y="2088239"/>
                  </a:lnTo>
                  <a:lnTo>
                    <a:pt x="1598242" y="2113639"/>
                  </a:lnTo>
                  <a:lnTo>
                    <a:pt x="1570623" y="2075539"/>
                  </a:lnTo>
                  <a:lnTo>
                    <a:pt x="1618457" y="2037439"/>
                  </a:lnTo>
                  <a:close/>
                </a:path>
                <a:path w="6655434" h="6988809">
                  <a:moveTo>
                    <a:pt x="747063" y="2024739"/>
                  </a:moveTo>
                  <a:lnTo>
                    <a:pt x="780552" y="2075539"/>
                  </a:lnTo>
                  <a:lnTo>
                    <a:pt x="722541" y="2113639"/>
                  </a:lnTo>
                  <a:lnTo>
                    <a:pt x="689047" y="2050139"/>
                  </a:lnTo>
                  <a:lnTo>
                    <a:pt x="747063" y="2024739"/>
                  </a:lnTo>
                  <a:close/>
                </a:path>
                <a:path w="6655434" h="6988809">
                  <a:moveTo>
                    <a:pt x="1952028" y="2024739"/>
                  </a:moveTo>
                  <a:lnTo>
                    <a:pt x="1977296" y="2075539"/>
                  </a:lnTo>
                  <a:lnTo>
                    <a:pt x="1933537" y="2100939"/>
                  </a:lnTo>
                  <a:lnTo>
                    <a:pt x="1908269" y="2050139"/>
                  </a:lnTo>
                  <a:lnTo>
                    <a:pt x="1952028" y="2024739"/>
                  </a:lnTo>
                  <a:close/>
                </a:path>
                <a:path w="6655434" h="6988809">
                  <a:moveTo>
                    <a:pt x="1080742" y="1999339"/>
                  </a:moveTo>
                  <a:lnTo>
                    <a:pt x="1112181" y="2062839"/>
                  </a:lnTo>
                  <a:lnTo>
                    <a:pt x="1057731" y="2088239"/>
                  </a:lnTo>
                  <a:lnTo>
                    <a:pt x="1026291" y="2037439"/>
                  </a:lnTo>
                  <a:lnTo>
                    <a:pt x="1080742" y="1999339"/>
                  </a:lnTo>
                  <a:close/>
                </a:path>
                <a:path w="6655434" h="6988809">
                  <a:moveTo>
                    <a:pt x="209135" y="1986639"/>
                  </a:moveTo>
                  <a:lnTo>
                    <a:pt x="245858" y="2050139"/>
                  </a:lnTo>
                  <a:lnTo>
                    <a:pt x="182257" y="2075539"/>
                  </a:lnTo>
                  <a:lnTo>
                    <a:pt x="145528" y="2012039"/>
                  </a:lnTo>
                  <a:lnTo>
                    <a:pt x="209135" y="1986639"/>
                  </a:lnTo>
                  <a:close/>
                </a:path>
                <a:path w="6655434" h="6988809">
                  <a:moveTo>
                    <a:pt x="1414426" y="1986639"/>
                  </a:moveTo>
                  <a:lnTo>
                    <a:pt x="1443804" y="2037439"/>
                  </a:lnTo>
                  <a:lnTo>
                    <a:pt x="1392919" y="2062839"/>
                  </a:lnTo>
                  <a:lnTo>
                    <a:pt x="1363541" y="2012039"/>
                  </a:lnTo>
                  <a:lnTo>
                    <a:pt x="1414426" y="1986639"/>
                  </a:lnTo>
                  <a:close/>
                </a:path>
                <a:path w="6655434" h="6988809">
                  <a:moveTo>
                    <a:pt x="543026" y="1961239"/>
                  </a:moveTo>
                  <a:lnTo>
                    <a:pt x="578280" y="2024739"/>
                  </a:lnTo>
                  <a:lnTo>
                    <a:pt x="517219" y="2062839"/>
                  </a:lnTo>
                  <a:lnTo>
                    <a:pt x="481966" y="1999339"/>
                  </a:lnTo>
                  <a:lnTo>
                    <a:pt x="543026" y="1961239"/>
                  </a:lnTo>
                  <a:close/>
                </a:path>
                <a:path w="6655434" h="6988809">
                  <a:moveTo>
                    <a:pt x="1748110" y="1973939"/>
                  </a:moveTo>
                  <a:lnTo>
                    <a:pt x="1775433" y="2012039"/>
                  </a:lnTo>
                  <a:lnTo>
                    <a:pt x="1728107" y="2037439"/>
                  </a:lnTo>
                  <a:lnTo>
                    <a:pt x="1700784" y="1999339"/>
                  </a:lnTo>
                  <a:lnTo>
                    <a:pt x="1748110" y="1973939"/>
                  </a:lnTo>
                  <a:close/>
                </a:path>
                <a:path w="6655434" h="6988809">
                  <a:moveTo>
                    <a:pt x="876717" y="1948539"/>
                  </a:moveTo>
                  <a:lnTo>
                    <a:pt x="909916" y="1999339"/>
                  </a:lnTo>
                  <a:lnTo>
                    <a:pt x="852409" y="2037439"/>
                  </a:lnTo>
                  <a:lnTo>
                    <a:pt x="819210" y="1973939"/>
                  </a:lnTo>
                  <a:lnTo>
                    <a:pt x="876717" y="1948539"/>
                  </a:lnTo>
                  <a:close/>
                </a:path>
                <a:path w="6655434" h="6988809">
                  <a:moveTo>
                    <a:pt x="1210396" y="1923139"/>
                  </a:moveTo>
                  <a:lnTo>
                    <a:pt x="1241534" y="1986639"/>
                  </a:lnTo>
                  <a:lnTo>
                    <a:pt x="1187599" y="2012039"/>
                  </a:lnTo>
                  <a:lnTo>
                    <a:pt x="1156461" y="1961239"/>
                  </a:lnTo>
                  <a:lnTo>
                    <a:pt x="1210396" y="1923139"/>
                  </a:lnTo>
                  <a:close/>
                </a:path>
                <a:path w="6655434" h="6988809">
                  <a:moveTo>
                    <a:pt x="339004" y="1910439"/>
                  </a:moveTo>
                  <a:lnTo>
                    <a:pt x="376017" y="1973939"/>
                  </a:lnTo>
                  <a:lnTo>
                    <a:pt x="311906" y="2012039"/>
                  </a:lnTo>
                  <a:lnTo>
                    <a:pt x="274887" y="1948539"/>
                  </a:lnTo>
                  <a:lnTo>
                    <a:pt x="339004" y="1910439"/>
                  </a:lnTo>
                  <a:close/>
                </a:path>
                <a:path w="6655434" h="6988809">
                  <a:moveTo>
                    <a:pt x="3" y="1923139"/>
                  </a:moveTo>
                  <a:lnTo>
                    <a:pt x="5105" y="1923139"/>
                  </a:lnTo>
                  <a:lnTo>
                    <a:pt x="43593" y="1986639"/>
                  </a:lnTo>
                  <a:lnTo>
                    <a:pt x="3" y="2012039"/>
                  </a:lnTo>
                  <a:lnTo>
                    <a:pt x="3" y="1923139"/>
                  </a:lnTo>
                  <a:close/>
                </a:path>
                <a:path w="6655434" h="6988809">
                  <a:moveTo>
                    <a:pt x="1544076" y="1910439"/>
                  </a:moveTo>
                  <a:lnTo>
                    <a:pt x="1573164" y="1961239"/>
                  </a:lnTo>
                  <a:lnTo>
                    <a:pt x="1522782" y="1986639"/>
                  </a:lnTo>
                  <a:lnTo>
                    <a:pt x="1493700" y="1935839"/>
                  </a:lnTo>
                  <a:lnTo>
                    <a:pt x="1544076" y="1910439"/>
                  </a:lnTo>
                  <a:close/>
                </a:path>
                <a:path w="6655434" h="6988809">
                  <a:moveTo>
                    <a:pt x="672686" y="1885039"/>
                  </a:moveTo>
                  <a:lnTo>
                    <a:pt x="707645" y="1948539"/>
                  </a:lnTo>
                  <a:lnTo>
                    <a:pt x="647087" y="1986639"/>
                  </a:lnTo>
                  <a:lnTo>
                    <a:pt x="612123" y="1923139"/>
                  </a:lnTo>
                  <a:lnTo>
                    <a:pt x="672686" y="1885039"/>
                  </a:lnTo>
                  <a:close/>
                </a:path>
                <a:path w="6655434" h="6988809">
                  <a:moveTo>
                    <a:pt x="1877652" y="1897739"/>
                  </a:moveTo>
                  <a:lnTo>
                    <a:pt x="1904389" y="1935839"/>
                  </a:lnTo>
                  <a:lnTo>
                    <a:pt x="1858082" y="1973939"/>
                  </a:lnTo>
                  <a:lnTo>
                    <a:pt x="1831346" y="1923139"/>
                  </a:lnTo>
                  <a:lnTo>
                    <a:pt x="1877652" y="1897739"/>
                  </a:lnTo>
                  <a:close/>
                </a:path>
                <a:path w="6655434" h="6988809">
                  <a:moveTo>
                    <a:pt x="1006366" y="1872339"/>
                  </a:moveTo>
                  <a:lnTo>
                    <a:pt x="1039268" y="1923139"/>
                  </a:lnTo>
                  <a:lnTo>
                    <a:pt x="982277" y="1961239"/>
                  </a:lnTo>
                  <a:lnTo>
                    <a:pt x="949368" y="1910439"/>
                  </a:lnTo>
                  <a:lnTo>
                    <a:pt x="1006366" y="1872339"/>
                  </a:lnTo>
                  <a:close/>
                </a:path>
                <a:path w="6655434" h="6988809">
                  <a:moveTo>
                    <a:pt x="134866" y="1846939"/>
                  </a:moveTo>
                  <a:lnTo>
                    <a:pt x="173348" y="1910439"/>
                  </a:lnTo>
                  <a:lnTo>
                    <a:pt x="106690" y="1948539"/>
                  </a:lnTo>
                  <a:lnTo>
                    <a:pt x="68202" y="1885039"/>
                  </a:lnTo>
                  <a:lnTo>
                    <a:pt x="134866" y="1846939"/>
                  </a:lnTo>
                  <a:close/>
                </a:path>
                <a:path w="6655434" h="6988809">
                  <a:moveTo>
                    <a:pt x="1340044" y="1859639"/>
                  </a:moveTo>
                  <a:lnTo>
                    <a:pt x="1370892" y="1910439"/>
                  </a:lnTo>
                  <a:lnTo>
                    <a:pt x="1317466" y="1935839"/>
                  </a:lnTo>
                  <a:lnTo>
                    <a:pt x="1286613" y="1885039"/>
                  </a:lnTo>
                  <a:lnTo>
                    <a:pt x="1340044" y="1859639"/>
                  </a:lnTo>
                  <a:close/>
                </a:path>
                <a:path w="6655434" h="6988809">
                  <a:moveTo>
                    <a:pt x="468757" y="1834239"/>
                  </a:moveTo>
                  <a:lnTo>
                    <a:pt x="505776" y="1897739"/>
                  </a:lnTo>
                  <a:lnTo>
                    <a:pt x="441659" y="1935839"/>
                  </a:lnTo>
                  <a:lnTo>
                    <a:pt x="404640" y="1872339"/>
                  </a:lnTo>
                  <a:lnTo>
                    <a:pt x="468757" y="1834239"/>
                  </a:lnTo>
                  <a:close/>
                </a:path>
                <a:path w="6655434" h="6988809">
                  <a:moveTo>
                    <a:pt x="1673728" y="1834239"/>
                  </a:moveTo>
                  <a:lnTo>
                    <a:pt x="1702520" y="1885039"/>
                  </a:lnTo>
                  <a:lnTo>
                    <a:pt x="1652653" y="1910439"/>
                  </a:lnTo>
                  <a:lnTo>
                    <a:pt x="1623861" y="1859639"/>
                  </a:lnTo>
                  <a:lnTo>
                    <a:pt x="1673728" y="1834239"/>
                  </a:lnTo>
                  <a:close/>
                </a:path>
                <a:path w="6655434" h="6988809">
                  <a:moveTo>
                    <a:pt x="802441" y="1808839"/>
                  </a:moveTo>
                  <a:lnTo>
                    <a:pt x="837400" y="1872339"/>
                  </a:lnTo>
                  <a:lnTo>
                    <a:pt x="776848" y="1910439"/>
                  </a:lnTo>
                  <a:lnTo>
                    <a:pt x="741884" y="1846939"/>
                  </a:lnTo>
                  <a:lnTo>
                    <a:pt x="802441" y="1808839"/>
                  </a:lnTo>
                  <a:close/>
                </a:path>
                <a:path w="6655434" h="6988809">
                  <a:moveTo>
                    <a:pt x="1136014" y="1796139"/>
                  </a:moveTo>
                  <a:lnTo>
                    <a:pt x="1168626" y="1859639"/>
                  </a:lnTo>
                  <a:lnTo>
                    <a:pt x="1112144" y="1885039"/>
                  </a:lnTo>
                  <a:lnTo>
                    <a:pt x="1079532" y="1834239"/>
                  </a:lnTo>
                  <a:lnTo>
                    <a:pt x="1136014" y="1796139"/>
                  </a:lnTo>
                  <a:close/>
                </a:path>
                <a:path w="6655434" h="6988809">
                  <a:moveTo>
                    <a:pt x="264729" y="1770739"/>
                  </a:moveTo>
                  <a:lnTo>
                    <a:pt x="303513" y="1846939"/>
                  </a:lnTo>
                  <a:lnTo>
                    <a:pt x="236339" y="1885039"/>
                  </a:lnTo>
                  <a:lnTo>
                    <a:pt x="197561" y="1808839"/>
                  </a:lnTo>
                  <a:lnTo>
                    <a:pt x="264729" y="1770739"/>
                  </a:lnTo>
                  <a:close/>
                </a:path>
                <a:path w="6655434" h="6988809">
                  <a:moveTo>
                    <a:pt x="1469693" y="1783439"/>
                  </a:moveTo>
                  <a:lnTo>
                    <a:pt x="1500250" y="1834239"/>
                  </a:lnTo>
                  <a:lnTo>
                    <a:pt x="1447328" y="1859639"/>
                  </a:lnTo>
                  <a:lnTo>
                    <a:pt x="1416777" y="1808839"/>
                  </a:lnTo>
                  <a:lnTo>
                    <a:pt x="1469693" y="1783439"/>
                  </a:lnTo>
                  <a:close/>
                </a:path>
                <a:path w="6655434" h="6988809">
                  <a:moveTo>
                    <a:pt x="598406" y="1758039"/>
                  </a:moveTo>
                  <a:lnTo>
                    <a:pt x="635135" y="1821539"/>
                  </a:lnTo>
                  <a:lnTo>
                    <a:pt x="571527" y="1859639"/>
                  </a:lnTo>
                  <a:lnTo>
                    <a:pt x="534804" y="1796139"/>
                  </a:lnTo>
                  <a:lnTo>
                    <a:pt x="598406" y="1758039"/>
                  </a:lnTo>
                  <a:close/>
                </a:path>
                <a:path w="6655434" h="6988809">
                  <a:moveTo>
                    <a:pt x="1803270" y="1758039"/>
                  </a:moveTo>
                  <a:lnTo>
                    <a:pt x="1831476" y="1808839"/>
                  </a:lnTo>
                  <a:lnTo>
                    <a:pt x="1782629" y="1834239"/>
                  </a:lnTo>
                  <a:lnTo>
                    <a:pt x="1754423" y="1796139"/>
                  </a:lnTo>
                  <a:lnTo>
                    <a:pt x="1803270" y="1758039"/>
                  </a:lnTo>
                  <a:close/>
                </a:path>
                <a:path w="6655434" h="6988809">
                  <a:moveTo>
                    <a:pt x="932097" y="1745339"/>
                  </a:moveTo>
                  <a:lnTo>
                    <a:pt x="966765" y="1796139"/>
                  </a:lnTo>
                  <a:lnTo>
                    <a:pt x="906717" y="1834239"/>
                  </a:lnTo>
                  <a:lnTo>
                    <a:pt x="872049" y="1770739"/>
                  </a:lnTo>
                  <a:lnTo>
                    <a:pt x="932097" y="1745339"/>
                  </a:lnTo>
                  <a:close/>
                </a:path>
                <a:path w="6655434" h="6988809">
                  <a:moveTo>
                    <a:pt x="60485" y="1719939"/>
                  </a:moveTo>
                  <a:lnTo>
                    <a:pt x="100441" y="1783439"/>
                  </a:lnTo>
                  <a:lnTo>
                    <a:pt x="31237" y="1821539"/>
                  </a:lnTo>
                  <a:lnTo>
                    <a:pt x="3" y="1770739"/>
                  </a:lnTo>
                  <a:lnTo>
                    <a:pt x="3" y="1758039"/>
                  </a:lnTo>
                  <a:lnTo>
                    <a:pt x="60485" y="1719939"/>
                  </a:lnTo>
                  <a:close/>
                </a:path>
                <a:path w="6655434" h="6988809">
                  <a:moveTo>
                    <a:pt x="1265668" y="1719939"/>
                  </a:moveTo>
                  <a:lnTo>
                    <a:pt x="1297984" y="1783439"/>
                  </a:lnTo>
                  <a:lnTo>
                    <a:pt x="1242011" y="1808839"/>
                  </a:lnTo>
                  <a:lnTo>
                    <a:pt x="1209696" y="1758039"/>
                  </a:lnTo>
                  <a:lnTo>
                    <a:pt x="1265668" y="1719939"/>
                  </a:lnTo>
                  <a:close/>
                </a:path>
                <a:path w="6655434" h="6988809">
                  <a:moveTo>
                    <a:pt x="394488" y="1694539"/>
                  </a:moveTo>
                  <a:lnTo>
                    <a:pt x="433273" y="1770739"/>
                  </a:lnTo>
                  <a:lnTo>
                    <a:pt x="366099" y="1808839"/>
                  </a:lnTo>
                  <a:lnTo>
                    <a:pt x="327315" y="1732639"/>
                  </a:lnTo>
                  <a:lnTo>
                    <a:pt x="394488" y="1694539"/>
                  </a:lnTo>
                  <a:close/>
                </a:path>
                <a:path w="6655434" h="6988809">
                  <a:moveTo>
                    <a:pt x="1599240" y="1707239"/>
                  </a:moveTo>
                  <a:lnTo>
                    <a:pt x="1629210" y="1758039"/>
                  </a:lnTo>
                  <a:lnTo>
                    <a:pt x="1577301" y="1783439"/>
                  </a:lnTo>
                  <a:lnTo>
                    <a:pt x="1547336" y="1732639"/>
                  </a:lnTo>
                  <a:lnTo>
                    <a:pt x="1599240" y="1707239"/>
                  </a:lnTo>
                  <a:close/>
                </a:path>
                <a:path w="6655434" h="6988809">
                  <a:moveTo>
                    <a:pt x="728166" y="1681839"/>
                  </a:moveTo>
                  <a:lnTo>
                    <a:pt x="764895" y="1745339"/>
                  </a:lnTo>
                  <a:lnTo>
                    <a:pt x="701288" y="1783439"/>
                  </a:lnTo>
                  <a:lnTo>
                    <a:pt x="664565" y="1719939"/>
                  </a:lnTo>
                  <a:lnTo>
                    <a:pt x="728166" y="1681839"/>
                  </a:lnTo>
                  <a:close/>
                </a:path>
                <a:path w="6655434" h="6988809">
                  <a:moveTo>
                    <a:pt x="1061632" y="1669139"/>
                  </a:moveTo>
                  <a:lnTo>
                    <a:pt x="1095714" y="1719939"/>
                  </a:lnTo>
                  <a:lnTo>
                    <a:pt x="1036690" y="1758039"/>
                  </a:lnTo>
                  <a:lnTo>
                    <a:pt x="1002609" y="1694539"/>
                  </a:lnTo>
                  <a:lnTo>
                    <a:pt x="1061632" y="1669139"/>
                  </a:lnTo>
                  <a:close/>
                </a:path>
                <a:path w="6655434" h="6988809">
                  <a:moveTo>
                    <a:pt x="190240" y="1643739"/>
                  </a:moveTo>
                  <a:lnTo>
                    <a:pt x="230197" y="1707239"/>
                  </a:lnTo>
                  <a:lnTo>
                    <a:pt x="160998" y="1758039"/>
                  </a:lnTo>
                  <a:lnTo>
                    <a:pt x="121041" y="1681839"/>
                  </a:lnTo>
                  <a:lnTo>
                    <a:pt x="190240" y="1643739"/>
                  </a:lnTo>
                  <a:close/>
                </a:path>
                <a:path w="6655434" h="6988809">
                  <a:moveTo>
                    <a:pt x="1395317" y="1643739"/>
                  </a:moveTo>
                  <a:lnTo>
                    <a:pt x="1427337" y="1707239"/>
                  </a:lnTo>
                  <a:lnTo>
                    <a:pt x="1371874" y="1732639"/>
                  </a:lnTo>
                  <a:lnTo>
                    <a:pt x="1339848" y="1681839"/>
                  </a:lnTo>
                  <a:lnTo>
                    <a:pt x="1395317" y="1643739"/>
                  </a:lnTo>
                  <a:close/>
                </a:path>
                <a:path w="6655434" h="6988809">
                  <a:moveTo>
                    <a:pt x="524143" y="1618339"/>
                  </a:moveTo>
                  <a:lnTo>
                    <a:pt x="562625" y="1694539"/>
                  </a:lnTo>
                  <a:lnTo>
                    <a:pt x="495961" y="1732639"/>
                  </a:lnTo>
                  <a:lnTo>
                    <a:pt x="457479" y="1669139"/>
                  </a:lnTo>
                  <a:lnTo>
                    <a:pt x="524143" y="1618339"/>
                  </a:lnTo>
                  <a:close/>
                </a:path>
                <a:path w="6655434" h="6988809">
                  <a:moveTo>
                    <a:pt x="1728894" y="1631039"/>
                  </a:moveTo>
                  <a:lnTo>
                    <a:pt x="1758563" y="1681839"/>
                  </a:lnTo>
                  <a:lnTo>
                    <a:pt x="1707169" y="1707239"/>
                  </a:lnTo>
                  <a:lnTo>
                    <a:pt x="1677500" y="1656439"/>
                  </a:lnTo>
                  <a:lnTo>
                    <a:pt x="1728894" y="1631039"/>
                  </a:lnTo>
                  <a:close/>
                </a:path>
                <a:path w="6655434" h="6988809">
                  <a:moveTo>
                    <a:pt x="857821" y="1605639"/>
                  </a:moveTo>
                  <a:lnTo>
                    <a:pt x="894248" y="1669139"/>
                  </a:lnTo>
                  <a:lnTo>
                    <a:pt x="831150" y="1707239"/>
                  </a:lnTo>
                  <a:lnTo>
                    <a:pt x="794723" y="1643739"/>
                  </a:lnTo>
                  <a:lnTo>
                    <a:pt x="857821" y="1605639"/>
                  </a:lnTo>
                  <a:close/>
                </a:path>
                <a:path w="6655434" h="6988809">
                  <a:moveTo>
                    <a:pt x="1191287" y="1592939"/>
                  </a:moveTo>
                  <a:lnTo>
                    <a:pt x="1225072" y="1643739"/>
                  </a:lnTo>
                  <a:lnTo>
                    <a:pt x="1166552" y="1681839"/>
                  </a:lnTo>
                  <a:lnTo>
                    <a:pt x="1132767" y="1618339"/>
                  </a:lnTo>
                  <a:lnTo>
                    <a:pt x="1191287" y="1592939"/>
                  </a:lnTo>
                  <a:close/>
                </a:path>
                <a:path w="6655434" h="6988809">
                  <a:moveTo>
                    <a:pt x="320000" y="1567539"/>
                  </a:moveTo>
                  <a:lnTo>
                    <a:pt x="359957" y="1631039"/>
                  </a:lnTo>
                  <a:lnTo>
                    <a:pt x="290752" y="1681839"/>
                  </a:lnTo>
                  <a:lnTo>
                    <a:pt x="250795" y="1605639"/>
                  </a:lnTo>
                  <a:lnTo>
                    <a:pt x="320000" y="1567539"/>
                  </a:lnTo>
                  <a:close/>
                </a:path>
                <a:path w="6655434" h="6988809">
                  <a:moveTo>
                    <a:pt x="3" y="1605639"/>
                  </a:moveTo>
                  <a:lnTo>
                    <a:pt x="27529" y="1656439"/>
                  </a:lnTo>
                  <a:lnTo>
                    <a:pt x="3" y="1669139"/>
                  </a:lnTo>
                  <a:lnTo>
                    <a:pt x="3" y="1605639"/>
                  </a:lnTo>
                  <a:close/>
                </a:path>
                <a:path w="6655434" h="6988809">
                  <a:moveTo>
                    <a:pt x="1524864" y="1580239"/>
                  </a:moveTo>
                  <a:lnTo>
                    <a:pt x="1556297" y="1631039"/>
                  </a:lnTo>
                  <a:lnTo>
                    <a:pt x="1501847" y="1656439"/>
                  </a:lnTo>
                  <a:lnTo>
                    <a:pt x="1470413" y="1605639"/>
                  </a:lnTo>
                  <a:lnTo>
                    <a:pt x="1524864" y="1580239"/>
                  </a:lnTo>
                  <a:close/>
                </a:path>
                <a:path w="6655434" h="6988809">
                  <a:moveTo>
                    <a:pt x="653898" y="1554839"/>
                  </a:moveTo>
                  <a:lnTo>
                    <a:pt x="692386" y="1618339"/>
                  </a:lnTo>
                  <a:lnTo>
                    <a:pt x="625722" y="1656439"/>
                  </a:lnTo>
                  <a:lnTo>
                    <a:pt x="587240" y="1592939"/>
                  </a:lnTo>
                  <a:lnTo>
                    <a:pt x="653898" y="1554839"/>
                  </a:lnTo>
                  <a:close/>
                </a:path>
                <a:path w="6655434" h="6988809">
                  <a:moveTo>
                    <a:pt x="987363" y="1529439"/>
                  </a:moveTo>
                  <a:lnTo>
                    <a:pt x="1023209" y="1592939"/>
                  </a:lnTo>
                  <a:lnTo>
                    <a:pt x="961124" y="1631039"/>
                  </a:lnTo>
                  <a:lnTo>
                    <a:pt x="925283" y="1567539"/>
                  </a:lnTo>
                  <a:lnTo>
                    <a:pt x="987363" y="1529439"/>
                  </a:lnTo>
                  <a:close/>
                </a:path>
                <a:path w="6655434" h="6988809">
                  <a:moveTo>
                    <a:pt x="115971" y="1516739"/>
                  </a:moveTo>
                  <a:lnTo>
                    <a:pt x="157687" y="1580239"/>
                  </a:lnTo>
                  <a:lnTo>
                    <a:pt x="85431" y="1618339"/>
                  </a:lnTo>
                  <a:lnTo>
                    <a:pt x="43715" y="1554839"/>
                  </a:lnTo>
                  <a:lnTo>
                    <a:pt x="115971" y="1516739"/>
                  </a:lnTo>
                  <a:close/>
                </a:path>
                <a:path w="6655434" h="6988809">
                  <a:moveTo>
                    <a:pt x="1320935" y="1516739"/>
                  </a:moveTo>
                  <a:lnTo>
                    <a:pt x="1354430" y="1580239"/>
                  </a:lnTo>
                  <a:lnTo>
                    <a:pt x="1296420" y="1605639"/>
                  </a:lnTo>
                  <a:lnTo>
                    <a:pt x="1262931" y="1554839"/>
                  </a:lnTo>
                  <a:lnTo>
                    <a:pt x="1320935" y="1516739"/>
                  </a:lnTo>
                  <a:close/>
                </a:path>
                <a:path w="6655434" h="6988809">
                  <a:moveTo>
                    <a:pt x="449761" y="1491339"/>
                  </a:moveTo>
                  <a:lnTo>
                    <a:pt x="489718" y="1567539"/>
                  </a:lnTo>
                  <a:lnTo>
                    <a:pt x="420507" y="1605639"/>
                  </a:lnTo>
                  <a:lnTo>
                    <a:pt x="380550" y="1529439"/>
                  </a:lnTo>
                  <a:lnTo>
                    <a:pt x="449761" y="1491339"/>
                  </a:lnTo>
                  <a:close/>
                </a:path>
                <a:path w="6655434" h="6988809">
                  <a:moveTo>
                    <a:pt x="1654406" y="1504039"/>
                  </a:moveTo>
                  <a:lnTo>
                    <a:pt x="1685253" y="1554839"/>
                  </a:lnTo>
                  <a:lnTo>
                    <a:pt x="1631822" y="1580239"/>
                  </a:lnTo>
                  <a:lnTo>
                    <a:pt x="1600974" y="1529439"/>
                  </a:lnTo>
                  <a:lnTo>
                    <a:pt x="1654406" y="1504039"/>
                  </a:lnTo>
                  <a:close/>
                </a:path>
                <a:path w="6655434" h="6988809">
                  <a:moveTo>
                    <a:pt x="783546" y="1478639"/>
                  </a:moveTo>
                  <a:lnTo>
                    <a:pt x="821744" y="1542139"/>
                  </a:lnTo>
                  <a:lnTo>
                    <a:pt x="755589" y="1580239"/>
                  </a:lnTo>
                  <a:lnTo>
                    <a:pt x="717391" y="1516739"/>
                  </a:lnTo>
                  <a:lnTo>
                    <a:pt x="783546" y="1478639"/>
                  </a:lnTo>
                  <a:close/>
                </a:path>
                <a:path w="6655434" h="6988809">
                  <a:moveTo>
                    <a:pt x="1117018" y="1453239"/>
                  </a:moveTo>
                  <a:lnTo>
                    <a:pt x="1152568" y="1516739"/>
                  </a:lnTo>
                  <a:lnTo>
                    <a:pt x="1090991" y="1554839"/>
                  </a:lnTo>
                  <a:lnTo>
                    <a:pt x="1055441" y="1491339"/>
                  </a:lnTo>
                  <a:lnTo>
                    <a:pt x="1117018" y="1453239"/>
                  </a:lnTo>
                  <a:close/>
                </a:path>
                <a:path w="6655434" h="6988809">
                  <a:moveTo>
                    <a:pt x="245731" y="1440539"/>
                  </a:moveTo>
                  <a:lnTo>
                    <a:pt x="287447" y="1504039"/>
                  </a:lnTo>
                  <a:lnTo>
                    <a:pt x="215186" y="1554839"/>
                  </a:lnTo>
                  <a:lnTo>
                    <a:pt x="173470" y="1478639"/>
                  </a:lnTo>
                  <a:lnTo>
                    <a:pt x="245731" y="1440539"/>
                  </a:lnTo>
                  <a:close/>
                </a:path>
                <a:path w="6655434" h="6988809">
                  <a:moveTo>
                    <a:pt x="1450482" y="1440539"/>
                  </a:moveTo>
                  <a:lnTo>
                    <a:pt x="1483384" y="1504039"/>
                  </a:lnTo>
                  <a:lnTo>
                    <a:pt x="1426393" y="1529439"/>
                  </a:lnTo>
                  <a:lnTo>
                    <a:pt x="1393490" y="1478639"/>
                  </a:lnTo>
                  <a:lnTo>
                    <a:pt x="1450482" y="1440539"/>
                  </a:lnTo>
                  <a:close/>
                </a:path>
                <a:path w="6655434" h="6988809">
                  <a:moveTo>
                    <a:pt x="579409" y="1415139"/>
                  </a:moveTo>
                  <a:lnTo>
                    <a:pt x="619070" y="1491339"/>
                  </a:lnTo>
                  <a:lnTo>
                    <a:pt x="550381" y="1529439"/>
                  </a:lnTo>
                  <a:lnTo>
                    <a:pt x="510720" y="1453239"/>
                  </a:lnTo>
                  <a:lnTo>
                    <a:pt x="579409" y="1415139"/>
                  </a:lnTo>
                  <a:close/>
                </a:path>
                <a:path w="6655434" h="6988809">
                  <a:moveTo>
                    <a:pt x="913094" y="1402439"/>
                  </a:moveTo>
                  <a:lnTo>
                    <a:pt x="950700" y="1465939"/>
                  </a:lnTo>
                  <a:lnTo>
                    <a:pt x="885564" y="1504039"/>
                  </a:lnTo>
                  <a:lnTo>
                    <a:pt x="847959" y="1440539"/>
                  </a:lnTo>
                  <a:lnTo>
                    <a:pt x="913094" y="1402439"/>
                  </a:lnTo>
                  <a:close/>
                </a:path>
                <a:path w="6655434" h="6988809">
                  <a:moveTo>
                    <a:pt x="41808" y="1377039"/>
                  </a:moveTo>
                  <a:lnTo>
                    <a:pt x="85580" y="1453239"/>
                  </a:lnTo>
                  <a:lnTo>
                    <a:pt x="9765" y="1491339"/>
                  </a:lnTo>
                  <a:lnTo>
                    <a:pt x="3" y="1478639"/>
                  </a:lnTo>
                  <a:lnTo>
                    <a:pt x="3" y="1402439"/>
                  </a:lnTo>
                  <a:lnTo>
                    <a:pt x="41808" y="1377039"/>
                  </a:lnTo>
                  <a:close/>
                </a:path>
                <a:path w="6655434" h="6988809">
                  <a:moveTo>
                    <a:pt x="1246559" y="1389739"/>
                  </a:moveTo>
                  <a:lnTo>
                    <a:pt x="1281517" y="1440539"/>
                  </a:lnTo>
                  <a:lnTo>
                    <a:pt x="1220966" y="1478639"/>
                  </a:lnTo>
                  <a:lnTo>
                    <a:pt x="1186002" y="1415139"/>
                  </a:lnTo>
                  <a:lnTo>
                    <a:pt x="1246559" y="1389739"/>
                  </a:lnTo>
                  <a:close/>
                </a:path>
                <a:path w="6655434" h="6988809">
                  <a:moveTo>
                    <a:pt x="375379" y="1364339"/>
                  </a:moveTo>
                  <a:lnTo>
                    <a:pt x="416805" y="1427839"/>
                  </a:lnTo>
                  <a:lnTo>
                    <a:pt x="345053" y="1478639"/>
                  </a:lnTo>
                  <a:lnTo>
                    <a:pt x="303627" y="1402439"/>
                  </a:lnTo>
                  <a:lnTo>
                    <a:pt x="375379" y="1364339"/>
                  </a:lnTo>
                  <a:close/>
                </a:path>
                <a:path w="6655434" h="6988809">
                  <a:moveTo>
                    <a:pt x="1580030" y="1364339"/>
                  </a:moveTo>
                  <a:lnTo>
                    <a:pt x="1612346" y="1427839"/>
                  </a:lnTo>
                  <a:lnTo>
                    <a:pt x="1556367" y="1453239"/>
                  </a:lnTo>
                  <a:lnTo>
                    <a:pt x="1524051" y="1402439"/>
                  </a:lnTo>
                  <a:lnTo>
                    <a:pt x="1580030" y="1364339"/>
                  </a:lnTo>
                  <a:close/>
                </a:path>
                <a:path w="6655434" h="6988809">
                  <a:moveTo>
                    <a:pt x="709058" y="1338939"/>
                  </a:moveTo>
                  <a:lnTo>
                    <a:pt x="748428" y="1415139"/>
                  </a:lnTo>
                  <a:lnTo>
                    <a:pt x="680242" y="1453239"/>
                  </a:lnTo>
                  <a:lnTo>
                    <a:pt x="640871" y="1377039"/>
                  </a:lnTo>
                  <a:lnTo>
                    <a:pt x="709058" y="1338939"/>
                  </a:lnTo>
                  <a:close/>
                </a:path>
                <a:path w="6655434" h="6988809">
                  <a:moveTo>
                    <a:pt x="1042749" y="1326239"/>
                  </a:moveTo>
                  <a:lnTo>
                    <a:pt x="1080058" y="1389739"/>
                  </a:lnTo>
                  <a:lnTo>
                    <a:pt x="1015431" y="1427839"/>
                  </a:lnTo>
                  <a:lnTo>
                    <a:pt x="978122" y="1364339"/>
                  </a:lnTo>
                  <a:lnTo>
                    <a:pt x="1042749" y="1326239"/>
                  </a:lnTo>
                  <a:close/>
                </a:path>
                <a:path w="6655434" h="6988809">
                  <a:moveTo>
                    <a:pt x="171569" y="1300839"/>
                  </a:moveTo>
                  <a:lnTo>
                    <a:pt x="215340" y="1377039"/>
                  </a:lnTo>
                  <a:lnTo>
                    <a:pt x="139519" y="1427839"/>
                  </a:lnTo>
                  <a:lnTo>
                    <a:pt x="95748" y="1351639"/>
                  </a:lnTo>
                  <a:lnTo>
                    <a:pt x="171569" y="1300839"/>
                  </a:lnTo>
                  <a:close/>
                </a:path>
                <a:path w="6655434" h="6988809">
                  <a:moveTo>
                    <a:pt x="1376100" y="1313539"/>
                  </a:moveTo>
                  <a:lnTo>
                    <a:pt x="1410477" y="1364339"/>
                  </a:lnTo>
                  <a:lnTo>
                    <a:pt x="1350939" y="1402439"/>
                  </a:lnTo>
                  <a:lnTo>
                    <a:pt x="1316562" y="1338939"/>
                  </a:lnTo>
                  <a:lnTo>
                    <a:pt x="1376100" y="1313539"/>
                  </a:lnTo>
                  <a:close/>
                </a:path>
                <a:path w="6655434" h="6988809">
                  <a:moveTo>
                    <a:pt x="505033" y="1288139"/>
                  </a:moveTo>
                  <a:lnTo>
                    <a:pt x="546163" y="1351639"/>
                  </a:lnTo>
                  <a:lnTo>
                    <a:pt x="474921" y="1402439"/>
                  </a:lnTo>
                  <a:lnTo>
                    <a:pt x="433790" y="1326239"/>
                  </a:lnTo>
                  <a:lnTo>
                    <a:pt x="505033" y="1288139"/>
                  </a:lnTo>
                  <a:close/>
                </a:path>
                <a:path w="6655434" h="6988809">
                  <a:moveTo>
                    <a:pt x="838819" y="1262739"/>
                  </a:moveTo>
                  <a:lnTo>
                    <a:pt x="878189" y="1338939"/>
                  </a:lnTo>
                  <a:lnTo>
                    <a:pt x="810003" y="1377039"/>
                  </a:lnTo>
                  <a:lnTo>
                    <a:pt x="770633" y="1313539"/>
                  </a:lnTo>
                  <a:lnTo>
                    <a:pt x="838819" y="1262739"/>
                  </a:lnTo>
                  <a:close/>
                </a:path>
                <a:path w="6655434" h="6988809">
                  <a:moveTo>
                    <a:pt x="1172284" y="1250039"/>
                  </a:moveTo>
                  <a:lnTo>
                    <a:pt x="1209013" y="1313539"/>
                  </a:lnTo>
                  <a:lnTo>
                    <a:pt x="1145405" y="1351639"/>
                  </a:lnTo>
                  <a:lnTo>
                    <a:pt x="1108683" y="1288139"/>
                  </a:lnTo>
                  <a:lnTo>
                    <a:pt x="1172284" y="1250039"/>
                  </a:lnTo>
                  <a:close/>
                </a:path>
                <a:path w="6655434" h="6988809">
                  <a:moveTo>
                    <a:pt x="301216" y="1224639"/>
                  </a:moveTo>
                  <a:lnTo>
                    <a:pt x="344698" y="1300839"/>
                  </a:lnTo>
                  <a:lnTo>
                    <a:pt x="269386" y="1351639"/>
                  </a:lnTo>
                  <a:lnTo>
                    <a:pt x="225904" y="1275439"/>
                  </a:lnTo>
                  <a:lnTo>
                    <a:pt x="301216" y="1224639"/>
                  </a:lnTo>
                  <a:close/>
                </a:path>
                <a:path w="6655434" h="6988809">
                  <a:moveTo>
                    <a:pt x="1505648" y="1237339"/>
                  </a:moveTo>
                  <a:lnTo>
                    <a:pt x="1539433" y="1300839"/>
                  </a:lnTo>
                  <a:lnTo>
                    <a:pt x="1480914" y="1326239"/>
                  </a:lnTo>
                  <a:lnTo>
                    <a:pt x="1447123" y="1275439"/>
                  </a:lnTo>
                  <a:lnTo>
                    <a:pt x="1505648" y="1237339"/>
                  </a:lnTo>
                  <a:close/>
                </a:path>
                <a:path w="6655434" h="6988809">
                  <a:moveTo>
                    <a:pt x="634682" y="1211939"/>
                  </a:moveTo>
                  <a:lnTo>
                    <a:pt x="675521" y="1288139"/>
                  </a:lnTo>
                  <a:lnTo>
                    <a:pt x="604788" y="1326239"/>
                  </a:lnTo>
                  <a:lnTo>
                    <a:pt x="563949" y="1250039"/>
                  </a:lnTo>
                  <a:lnTo>
                    <a:pt x="634682" y="1211939"/>
                  </a:lnTo>
                  <a:close/>
                </a:path>
                <a:path w="6655434" h="6988809">
                  <a:moveTo>
                    <a:pt x="3" y="1300839"/>
                  </a:moveTo>
                  <a:lnTo>
                    <a:pt x="13075" y="1326239"/>
                  </a:lnTo>
                  <a:lnTo>
                    <a:pt x="3" y="1326239"/>
                  </a:lnTo>
                  <a:lnTo>
                    <a:pt x="3" y="1300839"/>
                  </a:lnTo>
                  <a:close/>
                </a:path>
                <a:path w="6655434" h="6988809">
                  <a:moveTo>
                    <a:pt x="968366" y="1199239"/>
                  </a:moveTo>
                  <a:lnTo>
                    <a:pt x="1007145" y="1262739"/>
                  </a:lnTo>
                  <a:lnTo>
                    <a:pt x="939977" y="1300839"/>
                  </a:lnTo>
                  <a:lnTo>
                    <a:pt x="901193" y="1237339"/>
                  </a:lnTo>
                  <a:lnTo>
                    <a:pt x="968366" y="1199239"/>
                  </a:lnTo>
                  <a:close/>
                </a:path>
                <a:path w="6655434" h="6988809">
                  <a:moveTo>
                    <a:pt x="97293" y="1173839"/>
                  </a:moveTo>
                  <a:lnTo>
                    <a:pt x="142835" y="1250039"/>
                  </a:lnTo>
                  <a:lnTo>
                    <a:pt x="63958" y="1300839"/>
                  </a:lnTo>
                  <a:lnTo>
                    <a:pt x="18416" y="1211939"/>
                  </a:lnTo>
                  <a:lnTo>
                    <a:pt x="97293" y="1173839"/>
                  </a:lnTo>
                  <a:close/>
                </a:path>
                <a:path w="6655434" h="6988809">
                  <a:moveTo>
                    <a:pt x="1301724" y="1173839"/>
                  </a:moveTo>
                  <a:lnTo>
                    <a:pt x="1337564" y="1237339"/>
                  </a:lnTo>
                  <a:lnTo>
                    <a:pt x="1275485" y="1275439"/>
                  </a:lnTo>
                  <a:lnTo>
                    <a:pt x="1239639" y="1211939"/>
                  </a:lnTo>
                  <a:lnTo>
                    <a:pt x="1301724" y="1173839"/>
                  </a:lnTo>
                  <a:close/>
                </a:path>
                <a:path w="6655434" h="6988809">
                  <a:moveTo>
                    <a:pt x="430865" y="1148439"/>
                  </a:moveTo>
                  <a:lnTo>
                    <a:pt x="474056" y="1224639"/>
                  </a:lnTo>
                  <a:lnTo>
                    <a:pt x="399248" y="1275439"/>
                  </a:lnTo>
                  <a:lnTo>
                    <a:pt x="356063" y="1199239"/>
                  </a:lnTo>
                  <a:lnTo>
                    <a:pt x="430865" y="1148439"/>
                  </a:lnTo>
                  <a:close/>
                </a:path>
                <a:path w="6655434" h="6988809">
                  <a:moveTo>
                    <a:pt x="764331" y="1135739"/>
                  </a:moveTo>
                  <a:lnTo>
                    <a:pt x="804874" y="1211939"/>
                  </a:lnTo>
                  <a:lnTo>
                    <a:pt x="734651" y="1250039"/>
                  </a:lnTo>
                  <a:lnTo>
                    <a:pt x="694107" y="1173839"/>
                  </a:lnTo>
                  <a:lnTo>
                    <a:pt x="764331" y="1135739"/>
                  </a:lnTo>
                  <a:close/>
                </a:path>
                <a:path w="6655434" h="6988809">
                  <a:moveTo>
                    <a:pt x="1097908" y="1123039"/>
                  </a:moveTo>
                  <a:lnTo>
                    <a:pt x="1136100" y="1186539"/>
                  </a:lnTo>
                  <a:lnTo>
                    <a:pt x="1069952" y="1224639"/>
                  </a:lnTo>
                  <a:lnTo>
                    <a:pt x="1031760" y="1161139"/>
                  </a:lnTo>
                  <a:lnTo>
                    <a:pt x="1097908" y="1123039"/>
                  </a:lnTo>
                  <a:close/>
                </a:path>
                <a:path w="6655434" h="6988809">
                  <a:moveTo>
                    <a:pt x="226947" y="1097639"/>
                  </a:moveTo>
                  <a:lnTo>
                    <a:pt x="272188" y="1173839"/>
                  </a:lnTo>
                  <a:lnTo>
                    <a:pt x="193820" y="1224639"/>
                  </a:lnTo>
                  <a:lnTo>
                    <a:pt x="148580" y="1135739"/>
                  </a:lnTo>
                  <a:lnTo>
                    <a:pt x="226947" y="1097639"/>
                  </a:lnTo>
                  <a:close/>
                </a:path>
                <a:path w="6655434" h="6988809">
                  <a:moveTo>
                    <a:pt x="1431266" y="1110339"/>
                  </a:moveTo>
                  <a:lnTo>
                    <a:pt x="1466527" y="1161139"/>
                  </a:lnTo>
                  <a:lnTo>
                    <a:pt x="1405460" y="1199239"/>
                  </a:lnTo>
                  <a:lnTo>
                    <a:pt x="1370200" y="1135739"/>
                  </a:lnTo>
                  <a:lnTo>
                    <a:pt x="1431266" y="1110339"/>
                  </a:lnTo>
                  <a:close/>
                </a:path>
                <a:path w="6655434" h="6988809">
                  <a:moveTo>
                    <a:pt x="560513" y="1084939"/>
                  </a:moveTo>
                  <a:lnTo>
                    <a:pt x="603408" y="1148439"/>
                  </a:lnTo>
                  <a:lnTo>
                    <a:pt x="529121" y="1199239"/>
                  </a:lnTo>
                  <a:lnTo>
                    <a:pt x="486226" y="1123039"/>
                  </a:lnTo>
                  <a:lnTo>
                    <a:pt x="560513" y="1084939"/>
                  </a:lnTo>
                  <a:close/>
                </a:path>
                <a:path w="6655434" h="6988809">
                  <a:moveTo>
                    <a:pt x="893879" y="1059539"/>
                  </a:moveTo>
                  <a:lnTo>
                    <a:pt x="933835" y="1135739"/>
                  </a:lnTo>
                  <a:lnTo>
                    <a:pt x="864625" y="1173839"/>
                  </a:lnTo>
                  <a:lnTo>
                    <a:pt x="824668" y="1097639"/>
                  </a:lnTo>
                  <a:lnTo>
                    <a:pt x="893879" y="1059539"/>
                  </a:lnTo>
                  <a:close/>
                </a:path>
                <a:path w="6655434" h="6988809">
                  <a:moveTo>
                    <a:pt x="23018" y="1034139"/>
                  </a:moveTo>
                  <a:lnTo>
                    <a:pt x="70320" y="1123039"/>
                  </a:lnTo>
                  <a:lnTo>
                    <a:pt x="3" y="1161139"/>
                  </a:lnTo>
                  <a:lnTo>
                    <a:pt x="3" y="1046839"/>
                  </a:lnTo>
                  <a:lnTo>
                    <a:pt x="23018" y="1034139"/>
                  </a:lnTo>
                  <a:close/>
                </a:path>
                <a:path w="6655434" h="6988809">
                  <a:moveTo>
                    <a:pt x="1227455" y="1046839"/>
                  </a:moveTo>
                  <a:lnTo>
                    <a:pt x="1265060" y="1110339"/>
                  </a:lnTo>
                  <a:lnTo>
                    <a:pt x="1199925" y="1148439"/>
                  </a:lnTo>
                  <a:lnTo>
                    <a:pt x="1162319" y="1084939"/>
                  </a:lnTo>
                  <a:lnTo>
                    <a:pt x="1227455" y="1046839"/>
                  </a:lnTo>
                  <a:close/>
                </a:path>
                <a:path w="6655434" h="6988809">
                  <a:moveTo>
                    <a:pt x="356595" y="1021439"/>
                  </a:moveTo>
                  <a:lnTo>
                    <a:pt x="401546" y="1097639"/>
                  </a:lnTo>
                  <a:lnTo>
                    <a:pt x="323693" y="1148439"/>
                  </a:lnTo>
                  <a:lnTo>
                    <a:pt x="278737" y="1072239"/>
                  </a:lnTo>
                  <a:lnTo>
                    <a:pt x="356595" y="1021439"/>
                  </a:lnTo>
                  <a:close/>
                </a:path>
                <a:path w="6655434" h="6988809">
                  <a:moveTo>
                    <a:pt x="690062" y="1008739"/>
                  </a:moveTo>
                  <a:lnTo>
                    <a:pt x="732370" y="1084939"/>
                  </a:lnTo>
                  <a:lnTo>
                    <a:pt x="659096" y="1123039"/>
                  </a:lnTo>
                  <a:lnTo>
                    <a:pt x="616788" y="1046839"/>
                  </a:lnTo>
                  <a:lnTo>
                    <a:pt x="690062" y="1008739"/>
                  </a:lnTo>
                  <a:close/>
                </a:path>
                <a:path w="6655434" h="6988809">
                  <a:moveTo>
                    <a:pt x="1023526" y="983339"/>
                  </a:moveTo>
                  <a:lnTo>
                    <a:pt x="1063187" y="1059539"/>
                  </a:lnTo>
                  <a:lnTo>
                    <a:pt x="994498" y="1097639"/>
                  </a:lnTo>
                  <a:lnTo>
                    <a:pt x="954837" y="1034139"/>
                  </a:lnTo>
                  <a:lnTo>
                    <a:pt x="1023526" y="983339"/>
                  </a:lnTo>
                  <a:close/>
                </a:path>
                <a:path w="6655434" h="6988809">
                  <a:moveTo>
                    <a:pt x="152672" y="957939"/>
                  </a:moveTo>
                  <a:lnTo>
                    <a:pt x="199678" y="1046839"/>
                  </a:lnTo>
                  <a:lnTo>
                    <a:pt x="118259" y="1097639"/>
                  </a:lnTo>
                  <a:lnTo>
                    <a:pt x="71254" y="1008739"/>
                  </a:lnTo>
                  <a:lnTo>
                    <a:pt x="152672" y="957939"/>
                  </a:lnTo>
                  <a:close/>
                </a:path>
                <a:path w="6655434" h="6988809">
                  <a:moveTo>
                    <a:pt x="1356991" y="970639"/>
                  </a:moveTo>
                  <a:lnTo>
                    <a:pt x="1394010" y="1034139"/>
                  </a:lnTo>
                  <a:lnTo>
                    <a:pt x="1329899" y="1072239"/>
                  </a:lnTo>
                  <a:lnTo>
                    <a:pt x="1292880" y="1008739"/>
                  </a:lnTo>
                  <a:lnTo>
                    <a:pt x="1356991" y="970639"/>
                  </a:lnTo>
                  <a:close/>
                </a:path>
                <a:path w="6655434" h="6988809">
                  <a:moveTo>
                    <a:pt x="486244" y="945239"/>
                  </a:moveTo>
                  <a:lnTo>
                    <a:pt x="530904" y="1021439"/>
                  </a:lnTo>
                  <a:lnTo>
                    <a:pt x="453555" y="1072239"/>
                  </a:lnTo>
                  <a:lnTo>
                    <a:pt x="408895" y="996039"/>
                  </a:lnTo>
                  <a:lnTo>
                    <a:pt x="486244" y="945239"/>
                  </a:lnTo>
                  <a:close/>
                </a:path>
                <a:path w="6655434" h="6988809">
                  <a:moveTo>
                    <a:pt x="819609" y="932539"/>
                  </a:moveTo>
                  <a:lnTo>
                    <a:pt x="861325" y="1008739"/>
                  </a:lnTo>
                  <a:lnTo>
                    <a:pt x="789070" y="1046839"/>
                  </a:lnTo>
                  <a:lnTo>
                    <a:pt x="747348" y="970639"/>
                  </a:lnTo>
                  <a:lnTo>
                    <a:pt x="819609" y="932539"/>
                  </a:lnTo>
                  <a:close/>
                </a:path>
                <a:path w="6655434" h="6988809">
                  <a:moveTo>
                    <a:pt x="1153073" y="919839"/>
                  </a:moveTo>
                  <a:lnTo>
                    <a:pt x="1192147" y="983339"/>
                  </a:lnTo>
                  <a:lnTo>
                    <a:pt x="1124471" y="1021439"/>
                  </a:lnTo>
                  <a:lnTo>
                    <a:pt x="1085396" y="957939"/>
                  </a:lnTo>
                  <a:lnTo>
                    <a:pt x="1153073" y="919839"/>
                  </a:lnTo>
                  <a:close/>
                </a:path>
                <a:path w="6655434" h="6988809">
                  <a:moveTo>
                    <a:pt x="282320" y="894439"/>
                  </a:moveTo>
                  <a:lnTo>
                    <a:pt x="329030" y="970639"/>
                  </a:lnTo>
                  <a:lnTo>
                    <a:pt x="248127" y="1021439"/>
                  </a:lnTo>
                  <a:lnTo>
                    <a:pt x="201412" y="932539"/>
                  </a:lnTo>
                  <a:lnTo>
                    <a:pt x="282320" y="894439"/>
                  </a:lnTo>
                  <a:close/>
                </a:path>
                <a:path w="6655434" h="6988809">
                  <a:moveTo>
                    <a:pt x="615793" y="869039"/>
                  </a:moveTo>
                  <a:lnTo>
                    <a:pt x="659860" y="945239"/>
                  </a:lnTo>
                  <a:lnTo>
                    <a:pt x="583530" y="996039"/>
                  </a:lnTo>
                  <a:lnTo>
                    <a:pt x="539462" y="919839"/>
                  </a:lnTo>
                  <a:lnTo>
                    <a:pt x="615793" y="869039"/>
                  </a:lnTo>
                  <a:close/>
                </a:path>
                <a:path w="6655434" h="6988809">
                  <a:moveTo>
                    <a:pt x="949150" y="856339"/>
                  </a:moveTo>
                  <a:lnTo>
                    <a:pt x="990280" y="932539"/>
                  </a:lnTo>
                  <a:lnTo>
                    <a:pt x="919038" y="970639"/>
                  </a:lnTo>
                  <a:lnTo>
                    <a:pt x="877908" y="894439"/>
                  </a:lnTo>
                  <a:lnTo>
                    <a:pt x="949150" y="856339"/>
                  </a:lnTo>
                  <a:close/>
                </a:path>
                <a:path w="6655434" h="6988809">
                  <a:moveTo>
                    <a:pt x="78290" y="830939"/>
                  </a:moveTo>
                  <a:lnTo>
                    <a:pt x="126764" y="919839"/>
                  </a:lnTo>
                  <a:lnTo>
                    <a:pt x="42805" y="970639"/>
                  </a:lnTo>
                  <a:lnTo>
                    <a:pt x="3" y="894439"/>
                  </a:lnTo>
                  <a:lnTo>
                    <a:pt x="3" y="881739"/>
                  </a:lnTo>
                  <a:lnTo>
                    <a:pt x="78290" y="830939"/>
                  </a:lnTo>
                  <a:close/>
                </a:path>
                <a:path w="6655434" h="6988809">
                  <a:moveTo>
                    <a:pt x="1282615" y="843639"/>
                  </a:moveTo>
                  <a:lnTo>
                    <a:pt x="1321103" y="907139"/>
                  </a:lnTo>
                  <a:lnTo>
                    <a:pt x="1254445" y="945239"/>
                  </a:lnTo>
                  <a:lnTo>
                    <a:pt x="1215957" y="881739"/>
                  </a:lnTo>
                  <a:lnTo>
                    <a:pt x="1282615" y="843639"/>
                  </a:lnTo>
                  <a:close/>
                </a:path>
                <a:path w="6655434" h="6988809">
                  <a:moveTo>
                    <a:pt x="411975" y="818239"/>
                  </a:moveTo>
                  <a:lnTo>
                    <a:pt x="458394" y="894439"/>
                  </a:lnTo>
                  <a:lnTo>
                    <a:pt x="377995" y="945239"/>
                  </a:lnTo>
                  <a:lnTo>
                    <a:pt x="331576" y="856339"/>
                  </a:lnTo>
                  <a:lnTo>
                    <a:pt x="411975" y="818239"/>
                  </a:lnTo>
                  <a:close/>
                </a:path>
                <a:path w="6655434" h="6988809">
                  <a:moveTo>
                    <a:pt x="745334" y="792839"/>
                  </a:moveTo>
                  <a:lnTo>
                    <a:pt x="788815" y="869039"/>
                  </a:lnTo>
                  <a:lnTo>
                    <a:pt x="713503" y="919839"/>
                  </a:lnTo>
                  <a:lnTo>
                    <a:pt x="670022" y="843639"/>
                  </a:lnTo>
                  <a:lnTo>
                    <a:pt x="745334" y="792839"/>
                  </a:lnTo>
                  <a:close/>
                </a:path>
                <a:path w="6655434" h="6988809">
                  <a:moveTo>
                    <a:pt x="1078585" y="780139"/>
                  </a:moveTo>
                  <a:lnTo>
                    <a:pt x="1118832" y="856339"/>
                  </a:lnTo>
                  <a:lnTo>
                    <a:pt x="1049118" y="894439"/>
                  </a:lnTo>
                  <a:lnTo>
                    <a:pt x="1008870" y="818239"/>
                  </a:lnTo>
                  <a:lnTo>
                    <a:pt x="1078585" y="780139"/>
                  </a:lnTo>
                  <a:close/>
                </a:path>
                <a:path w="6655434" h="6988809">
                  <a:moveTo>
                    <a:pt x="207939" y="754739"/>
                  </a:moveTo>
                  <a:lnTo>
                    <a:pt x="256123" y="843639"/>
                  </a:lnTo>
                  <a:lnTo>
                    <a:pt x="172673" y="894439"/>
                  </a:lnTo>
                  <a:lnTo>
                    <a:pt x="124489" y="805539"/>
                  </a:lnTo>
                  <a:lnTo>
                    <a:pt x="207939" y="754739"/>
                  </a:lnTo>
                  <a:close/>
                </a:path>
                <a:path w="6655434" h="6988809">
                  <a:moveTo>
                    <a:pt x="541517" y="742039"/>
                  </a:moveTo>
                  <a:lnTo>
                    <a:pt x="587350" y="818239"/>
                  </a:lnTo>
                  <a:lnTo>
                    <a:pt x="507969" y="869039"/>
                  </a:lnTo>
                  <a:lnTo>
                    <a:pt x="462137" y="792839"/>
                  </a:lnTo>
                  <a:lnTo>
                    <a:pt x="541517" y="742039"/>
                  </a:lnTo>
                  <a:close/>
                </a:path>
                <a:path w="6655434" h="6988809">
                  <a:moveTo>
                    <a:pt x="874882" y="729339"/>
                  </a:moveTo>
                  <a:lnTo>
                    <a:pt x="917770" y="805539"/>
                  </a:lnTo>
                  <a:lnTo>
                    <a:pt x="843478" y="843639"/>
                  </a:lnTo>
                  <a:lnTo>
                    <a:pt x="800583" y="767439"/>
                  </a:lnTo>
                  <a:lnTo>
                    <a:pt x="874882" y="729339"/>
                  </a:lnTo>
                  <a:close/>
                </a:path>
                <a:path w="6655434" h="6988809">
                  <a:moveTo>
                    <a:pt x="1208133" y="703939"/>
                  </a:moveTo>
                  <a:lnTo>
                    <a:pt x="1247793" y="780139"/>
                  </a:lnTo>
                  <a:lnTo>
                    <a:pt x="1179092" y="818239"/>
                  </a:lnTo>
                  <a:lnTo>
                    <a:pt x="1139431" y="754739"/>
                  </a:lnTo>
                  <a:lnTo>
                    <a:pt x="1208133" y="703939"/>
                  </a:lnTo>
                  <a:close/>
                </a:path>
                <a:path w="6655434" h="6988809">
                  <a:moveTo>
                    <a:pt x="337599" y="678539"/>
                  </a:moveTo>
                  <a:lnTo>
                    <a:pt x="385487" y="767439"/>
                  </a:lnTo>
                  <a:lnTo>
                    <a:pt x="302540" y="818239"/>
                  </a:lnTo>
                  <a:lnTo>
                    <a:pt x="254653" y="729339"/>
                  </a:lnTo>
                  <a:lnTo>
                    <a:pt x="337599" y="678539"/>
                  </a:lnTo>
                  <a:close/>
                </a:path>
                <a:path w="6655434" h="6988809">
                  <a:moveTo>
                    <a:pt x="3" y="703939"/>
                  </a:moveTo>
                  <a:lnTo>
                    <a:pt x="4133" y="703939"/>
                  </a:lnTo>
                  <a:lnTo>
                    <a:pt x="54663" y="792839"/>
                  </a:lnTo>
                  <a:lnTo>
                    <a:pt x="3" y="818239"/>
                  </a:lnTo>
                  <a:lnTo>
                    <a:pt x="3" y="703939"/>
                  </a:lnTo>
                  <a:close/>
                </a:path>
                <a:path w="6655434" h="6988809">
                  <a:moveTo>
                    <a:pt x="671065" y="665839"/>
                  </a:moveTo>
                  <a:lnTo>
                    <a:pt x="716305" y="742039"/>
                  </a:lnTo>
                  <a:lnTo>
                    <a:pt x="637938" y="792839"/>
                  </a:lnTo>
                  <a:lnTo>
                    <a:pt x="592697" y="716639"/>
                  </a:lnTo>
                  <a:lnTo>
                    <a:pt x="671065" y="665839"/>
                  </a:lnTo>
                  <a:close/>
                </a:path>
                <a:path w="6655434" h="6988809">
                  <a:moveTo>
                    <a:pt x="1004316" y="653139"/>
                  </a:moveTo>
                  <a:lnTo>
                    <a:pt x="1046328" y="729339"/>
                  </a:lnTo>
                  <a:lnTo>
                    <a:pt x="973563" y="767439"/>
                  </a:lnTo>
                  <a:lnTo>
                    <a:pt x="931545" y="691239"/>
                  </a:lnTo>
                  <a:lnTo>
                    <a:pt x="1004316" y="653139"/>
                  </a:lnTo>
                  <a:close/>
                </a:path>
                <a:path w="6655434" h="6988809">
                  <a:moveTo>
                    <a:pt x="133670" y="627739"/>
                  </a:moveTo>
                  <a:lnTo>
                    <a:pt x="183613" y="716639"/>
                  </a:lnTo>
                  <a:lnTo>
                    <a:pt x="97113" y="767439"/>
                  </a:lnTo>
                  <a:lnTo>
                    <a:pt x="47169" y="678539"/>
                  </a:lnTo>
                  <a:lnTo>
                    <a:pt x="133670" y="627739"/>
                  </a:lnTo>
                  <a:close/>
                </a:path>
                <a:path w="6655434" h="6988809">
                  <a:moveTo>
                    <a:pt x="467248" y="615039"/>
                  </a:moveTo>
                  <a:lnTo>
                    <a:pt x="514840" y="691239"/>
                  </a:lnTo>
                  <a:lnTo>
                    <a:pt x="432403" y="742039"/>
                  </a:lnTo>
                  <a:lnTo>
                    <a:pt x="384811" y="653139"/>
                  </a:lnTo>
                  <a:lnTo>
                    <a:pt x="467248" y="615039"/>
                  </a:lnTo>
                  <a:close/>
                </a:path>
                <a:path w="6655434" h="6988809">
                  <a:moveTo>
                    <a:pt x="800500" y="589639"/>
                  </a:moveTo>
                  <a:lnTo>
                    <a:pt x="844863" y="665839"/>
                  </a:lnTo>
                  <a:lnTo>
                    <a:pt x="768023" y="716639"/>
                  </a:lnTo>
                  <a:lnTo>
                    <a:pt x="723659" y="640439"/>
                  </a:lnTo>
                  <a:lnTo>
                    <a:pt x="800500" y="589639"/>
                  </a:lnTo>
                  <a:close/>
                </a:path>
                <a:path w="6655434" h="6988809">
                  <a:moveTo>
                    <a:pt x="1133751" y="576939"/>
                  </a:moveTo>
                  <a:lnTo>
                    <a:pt x="1174881" y="653139"/>
                  </a:lnTo>
                  <a:lnTo>
                    <a:pt x="1103638" y="691239"/>
                  </a:lnTo>
                  <a:lnTo>
                    <a:pt x="1062508" y="615039"/>
                  </a:lnTo>
                  <a:lnTo>
                    <a:pt x="1133751" y="576939"/>
                  </a:lnTo>
                  <a:close/>
                </a:path>
                <a:path w="6655434" h="6988809">
                  <a:moveTo>
                    <a:pt x="263324" y="551539"/>
                  </a:moveTo>
                  <a:lnTo>
                    <a:pt x="312971" y="640439"/>
                  </a:lnTo>
                  <a:lnTo>
                    <a:pt x="226974" y="691239"/>
                  </a:lnTo>
                  <a:lnTo>
                    <a:pt x="177327" y="602339"/>
                  </a:lnTo>
                  <a:lnTo>
                    <a:pt x="263324" y="551539"/>
                  </a:lnTo>
                  <a:close/>
                </a:path>
                <a:path w="6655434" h="6988809">
                  <a:moveTo>
                    <a:pt x="596683" y="538839"/>
                  </a:moveTo>
                  <a:lnTo>
                    <a:pt x="643399" y="615039"/>
                  </a:lnTo>
                  <a:lnTo>
                    <a:pt x="562483" y="665839"/>
                  </a:lnTo>
                  <a:lnTo>
                    <a:pt x="515768" y="576939"/>
                  </a:lnTo>
                  <a:lnTo>
                    <a:pt x="596683" y="538839"/>
                  </a:lnTo>
                  <a:close/>
                </a:path>
                <a:path w="6655434" h="6988809">
                  <a:moveTo>
                    <a:pt x="930040" y="513439"/>
                  </a:moveTo>
                  <a:lnTo>
                    <a:pt x="973812" y="589639"/>
                  </a:lnTo>
                  <a:lnTo>
                    <a:pt x="897997" y="640439"/>
                  </a:lnTo>
                  <a:lnTo>
                    <a:pt x="854219" y="564239"/>
                  </a:lnTo>
                  <a:lnTo>
                    <a:pt x="930040" y="513439"/>
                  </a:lnTo>
                  <a:close/>
                </a:path>
                <a:path w="6655434" h="6988809">
                  <a:moveTo>
                    <a:pt x="59508" y="488039"/>
                  </a:moveTo>
                  <a:lnTo>
                    <a:pt x="111506" y="576939"/>
                  </a:lnTo>
                  <a:lnTo>
                    <a:pt x="21440" y="640439"/>
                  </a:lnTo>
                  <a:lnTo>
                    <a:pt x="3" y="602339"/>
                  </a:lnTo>
                  <a:lnTo>
                    <a:pt x="3" y="526139"/>
                  </a:lnTo>
                  <a:lnTo>
                    <a:pt x="59508" y="488039"/>
                  </a:lnTo>
                  <a:close/>
                </a:path>
                <a:path w="6655434" h="6988809">
                  <a:moveTo>
                    <a:pt x="392760" y="475339"/>
                  </a:moveTo>
                  <a:lnTo>
                    <a:pt x="441530" y="564239"/>
                  </a:lnTo>
                  <a:lnTo>
                    <a:pt x="357056" y="615039"/>
                  </a:lnTo>
                  <a:lnTo>
                    <a:pt x="308285" y="526139"/>
                  </a:lnTo>
                  <a:lnTo>
                    <a:pt x="392760" y="475339"/>
                  </a:lnTo>
                  <a:close/>
                </a:path>
                <a:path w="6655434" h="6988809">
                  <a:moveTo>
                    <a:pt x="726224" y="462639"/>
                  </a:moveTo>
                  <a:lnTo>
                    <a:pt x="772347" y="538839"/>
                  </a:lnTo>
                  <a:lnTo>
                    <a:pt x="692457" y="589639"/>
                  </a:lnTo>
                  <a:lnTo>
                    <a:pt x="646334" y="513439"/>
                  </a:lnTo>
                  <a:lnTo>
                    <a:pt x="726224" y="462639"/>
                  </a:lnTo>
                  <a:close/>
                </a:path>
                <a:path w="6655434" h="6988809">
                  <a:moveTo>
                    <a:pt x="1059375" y="449939"/>
                  </a:moveTo>
                  <a:lnTo>
                    <a:pt x="1101973" y="513439"/>
                  </a:lnTo>
                  <a:lnTo>
                    <a:pt x="1028184" y="564239"/>
                  </a:lnTo>
                  <a:lnTo>
                    <a:pt x="985585" y="488039"/>
                  </a:lnTo>
                  <a:lnTo>
                    <a:pt x="1059375" y="449939"/>
                  </a:lnTo>
                  <a:close/>
                </a:path>
                <a:path w="6655434" h="6988809">
                  <a:moveTo>
                    <a:pt x="189048" y="424539"/>
                  </a:moveTo>
                  <a:lnTo>
                    <a:pt x="240466" y="513439"/>
                  </a:lnTo>
                  <a:lnTo>
                    <a:pt x="151413" y="564239"/>
                  </a:lnTo>
                  <a:lnTo>
                    <a:pt x="99996" y="475339"/>
                  </a:lnTo>
                  <a:lnTo>
                    <a:pt x="189048" y="424539"/>
                  </a:lnTo>
                  <a:close/>
                </a:path>
                <a:path w="6655434" h="6988809">
                  <a:moveTo>
                    <a:pt x="522307" y="399139"/>
                  </a:moveTo>
                  <a:lnTo>
                    <a:pt x="570485" y="488039"/>
                  </a:lnTo>
                  <a:lnTo>
                    <a:pt x="487029" y="538839"/>
                  </a:lnTo>
                  <a:lnTo>
                    <a:pt x="438851" y="449939"/>
                  </a:lnTo>
                  <a:lnTo>
                    <a:pt x="522307" y="399139"/>
                  </a:lnTo>
                  <a:close/>
                </a:path>
                <a:path w="6655434" h="6988809">
                  <a:moveTo>
                    <a:pt x="855659" y="386439"/>
                  </a:moveTo>
                  <a:lnTo>
                    <a:pt x="900905" y="462639"/>
                  </a:lnTo>
                  <a:lnTo>
                    <a:pt x="822543" y="513439"/>
                  </a:lnTo>
                  <a:lnTo>
                    <a:pt x="777297" y="437239"/>
                  </a:lnTo>
                  <a:lnTo>
                    <a:pt x="855659" y="386439"/>
                  </a:lnTo>
                  <a:close/>
                </a:path>
                <a:path w="6655434" h="6988809">
                  <a:moveTo>
                    <a:pt x="318592" y="348339"/>
                  </a:moveTo>
                  <a:lnTo>
                    <a:pt x="369424" y="437239"/>
                  </a:lnTo>
                  <a:lnTo>
                    <a:pt x="281389" y="488039"/>
                  </a:lnTo>
                  <a:lnTo>
                    <a:pt x="230557" y="399139"/>
                  </a:lnTo>
                  <a:lnTo>
                    <a:pt x="318592" y="348339"/>
                  </a:lnTo>
                  <a:close/>
                </a:path>
                <a:path w="6655434" h="6988809">
                  <a:moveTo>
                    <a:pt x="3" y="386439"/>
                  </a:moveTo>
                  <a:lnTo>
                    <a:pt x="39001" y="449939"/>
                  </a:lnTo>
                  <a:lnTo>
                    <a:pt x="3" y="475339"/>
                  </a:lnTo>
                  <a:lnTo>
                    <a:pt x="3" y="386439"/>
                  </a:lnTo>
                  <a:close/>
                </a:path>
                <a:path w="6655434" h="6988809">
                  <a:moveTo>
                    <a:pt x="651843" y="322939"/>
                  </a:moveTo>
                  <a:lnTo>
                    <a:pt x="699440" y="411839"/>
                  </a:lnTo>
                  <a:lnTo>
                    <a:pt x="617003" y="462639"/>
                  </a:lnTo>
                  <a:lnTo>
                    <a:pt x="569412" y="373739"/>
                  </a:lnTo>
                  <a:lnTo>
                    <a:pt x="651843" y="322939"/>
                  </a:lnTo>
                  <a:close/>
                </a:path>
                <a:path w="6655434" h="6988809">
                  <a:moveTo>
                    <a:pt x="985094" y="310239"/>
                  </a:moveTo>
                  <a:lnTo>
                    <a:pt x="1029458" y="386439"/>
                  </a:lnTo>
                  <a:lnTo>
                    <a:pt x="952624" y="437239"/>
                  </a:lnTo>
                  <a:lnTo>
                    <a:pt x="908260" y="361039"/>
                  </a:lnTo>
                  <a:lnTo>
                    <a:pt x="985094" y="310239"/>
                  </a:lnTo>
                  <a:close/>
                </a:path>
                <a:path w="6655434" h="6988809">
                  <a:moveTo>
                    <a:pt x="114780" y="284839"/>
                  </a:moveTo>
                  <a:lnTo>
                    <a:pt x="167957" y="373739"/>
                  </a:lnTo>
                  <a:lnTo>
                    <a:pt x="75853" y="437239"/>
                  </a:lnTo>
                  <a:lnTo>
                    <a:pt x="22676" y="335639"/>
                  </a:lnTo>
                  <a:lnTo>
                    <a:pt x="114780" y="284839"/>
                  </a:lnTo>
                  <a:close/>
                </a:path>
                <a:path w="6655434" h="6988809">
                  <a:moveTo>
                    <a:pt x="448026" y="272139"/>
                  </a:moveTo>
                  <a:lnTo>
                    <a:pt x="497975" y="361039"/>
                  </a:lnTo>
                  <a:lnTo>
                    <a:pt x="411469" y="411839"/>
                  </a:lnTo>
                  <a:lnTo>
                    <a:pt x="361526" y="322939"/>
                  </a:lnTo>
                  <a:lnTo>
                    <a:pt x="448026" y="272139"/>
                  </a:lnTo>
                  <a:close/>
                </a:path>
                <a:path w="6655434" h="6988809">
                  <a:moveTo>
                    <a:pt x="781283" y="259439"/>
                  </a:moveTo>
                  <a:lnTo>
                    <a:pt x="827992" y="335639"/>
                  </a:lnTo>
                  <a:lnTo>
                    <a:pt x="747083" y="386439"/>
                  </a:lnTo>
                  <a:lnTo>
                    <a:pt x="700374" y="297539"/>
                  </a:lnTo>
                  <a:lnTo>
                    <a:pt x="781283" y="259439"/>
                  </a:lnTo>
                  <a:close/>
                </a:path>
                <a:path w="6655434" h="6988809">
                  <a:moveTo>
                    <a:pt x="244216" y="208639"/>
                  </a:moveTo>
                  <a:lnTo>
                    <a:pt x="296510" y="297539"/>
                  </a:lnTo>
                  <a:lnTo>
                    <a:pt x="205935" y="361039"/>
                  </a:lnTo>
                  <a:lnTo>
                    <a:pt x="153640" y="259439"/>
                  </a:lnTo>
                  <a:lnTo>
                    <a:pt x="244216" y="208639"/>
                  </a:lnTo>
                  <a:close/>
                </a:path>
                <a:path w="6655434" h="6988809">
                  <a:moveTo>
                    <a:pt x="577467" y="195939"/>
                  </a:moveTo>
                  <a:lnTo>
                    <a:pt x="626527" y="284839"/>
                  </a:lnTo>
                  <a:lnTo>
                    <a:pt x="541549" y="335639"/>
                  </a:lnTo>
                  <a:lnTo>
                    <a:pt x="492483" y="246739"/>
                  </a:lnTo>
                  <a:lnTo>
                    <a:pt x="577467" y="195939"/>
                  </a:lnTo>
                  <a:close/>
                </a:path>
                <a:path w="6655434" h="6988809">
                  <a:moveTo>
                    <a:pt x="910718" y="183239"/>
                  </a:moveTo>
                  <a:lnTo>
                    <a:pt x="956550" y="259439"/>
                  </a:lnTo>
                  <a:lnTo>
                    <a:pt x="877170" y="310239"/>
                  </a:lnTo>
                  <a:lnTo>
                    <a:pt x="831337" y="221339"/>
                  </a:lnTo>
                  <a:lnTo>
                    <a:pt x="910718" y="183239"/>
                  </a:lnTo>
                  <a:close/>
                </a:path>
                <a:path w="6655434" h="6988809">
                  <a:moveTo>
                    <a:pt x="40504" y="157839"/>
                  </a:moveTo>
                  <a:lnTo>
                    <a:pt x="95446" y="246739"/>
                  </a:lnTo>
                  <a:lnTo>
                    <a:pt x="286" y="310239"/>
                  </a:lnTo>
                  <a:lnTo>
                    <a:pt x="3" y="310239"/>
                  </a:lnTo>
                  <a:lnTo>
                    <a:pt x="3" y="183239"/>
                  </a:lnTo>
                  <a:lnTo>
                    <a:pt x="40504" y="157839"/>
                  </a:lnTo>
                  <a:close/>
                </a:path>
                <a:path w="6655434" h="6988809">
                  <a:moveTo>
                    <a:pt x="373650" y="145139"/>
                  </a:moveTo>
                  <a:lnTo>
                    <a:pt x="425062" y="234039"/>
                  </a:lnTo>
                  <a:lnTo>
                    <a:pt x="336015" y="284839"/>
                  </a:lnTo>
                  <a:lnTo>
                    <a:pt x="284603" y="195939"/>
                  </a:lnTo>
                  <a:lnTo>
                    <a:pt x="373650" y="145139"/>
                  </a:lnTo>
                  <a:close/>
                </a:path>
                <a:path w="6655434" h="6988809">
                  <a:moveTo>
                    <a:pt x="706900" y="119739"/>
                  </a:moveTo>
                  <a:lnTo>
                    <a:pt x="755085" y="208639"/>
                  </a:lnTo>
                  <a:lnTo>
                    <a:pt x="671628" y="259439"/>
                  </a:lnTo>
                  <a:lnTo>
                    <a:pt x="623450" y="170539"/>
                  </a:lnTo>
                  <a:lnTo>
                    <a:pt x="706900" y="119739"/>
                  </a:lnTo>
                  <a:close/>
                </a:path>
                <a:path w="6655434" h="6988809">
                  <a:moveTo>
                    <a:pt x="169940" y="81639"/>
                  </a:moveTo>
                  <a:lnTo>
                    <a:pt x="224000" y="170539"/>
                  </a:lnTo>
                  <a:lnTo>
                    <a:pt x="130374" y="234039"/>
                  </a:lnTo>
                  <a:lnTo>
                    <a:pt x="76314" y="132439"/>
                  </a:lnTo>
                  <a:lnTo>
                    <a:pt x="169940" y="81639"/>
                  </a:lnTo>
                  <a:close/>
                </a:path>
                <a:path w="6655434" h="6988809">
                  <a:moveTo>
                    <a:pt x="503085" y="68939"/>
                  </a:moveTo>
                  <a:lnTo>
                    <a:pt x="553620" y="157839"/>
                  </a:lnTo>
                  <a:lnTo>
                    <a:pt x="466096" y="208639"/>
                  </a:lnTo>
                  <a:lnTo>
                    <a:pt x="415560" y="119739"/>
                  </a:lnTo>
                  <a:lnTo>
                    <a:pt x="503085" y="68939"/>
                  </a:lnTo>
                  <a:close/>
                </a:path>
                <a:path w="6655434" h="6988809">
                  <a:moveTo>
                    <a:pt x="836336" y="56239"/>
                  </a:moveTo>
                  <a:lnTo>
                    <a:pt x="883638" y="132439"/>
                  </a:lnTo>
                  <a:lnTo>
                    <a:pt x="801716" y="183239"/>
                  </a:lnTo>
                  <a:lnTo>
                    <a:pt x="754414" y="94339"/>
                  </a:lnTo>
                  <a:lnTo>
                    <a:pt x="836336" y="56239"/>
                  </a:lnTo>
                  <a:close/>
                </a:path>
                <a:path w="6655434" h="6988809">
                  <a:moveTo>
                    <a:pt x="299381" y="5439"/>
                  </a:moveTo>
                  <a:lnTo>
                    <a:pt x="352558" y="94339"/>
                  </a:lnTo>
                  <a:lnTo>
                    <a:pt x="260449" y="157839"/>
                  </a:lnTo>
                  <a:lnTo>
                    <a:pt x="207272" y="56239"/>
                  </a:lnTo>
                  <a:lnTo>
                    <a:pt x="299381" y="5439"/>
                  </a:lnTo>
                  <a:close/>
                </a:path>
                <a:path w="6655434" h="6988809">
                  <a:moveTo>
                    <a:pt x="608229" y="5439"/>
                  </a:moveTo>
                  <a:lnTo>
                    <a:pt x="640482" y="5439"/>
                  </a:lnTo>
                  <a:lnTo>
                    <a:pt x="681775" y="81639"/>
                  </a:lnTo>
                  <a:lnTo>
                    <a:pt x="596288" y="132439"/>
                  </a:lnTo>
                  <a:lnTo>
                    <a:pt x="546931" y="43539"/>
                  </a:lnTo>
                  <a:lnTo>
                    <a:pt x="608229" y="5439"/>
                  </a:lnTo>
                  <a:close/>
                </a:path>
                <a:path w="6655434" h="6988809">
                  <a:moveTo>
                    <a:pt x="3" y="81639"/>
                  </a:moveTo>
                  <a:lnTo>
                    <a:pt x="22937" y="119739"/>
                  </a:lnTo>
                  <a:lnTo>
                    <a:pt x="3" y="132439"/>
                  </a:lnTo>
                  <a:lnTo>
                    <a:pt x="3" y="81639"/>
                  </a:lnTo>
                  <a:close/>
                </a:path>
                <a:path w="6655434" h="6988809">
                  <a:moveTo>
                    <a:pt x="0" y="5439"/>
                  </a:moveTo>
                  <a:lnTo>
                    <a:pt x="128913" y="5439"/>
                  </a:lnTo>
                  <a:lnTo>
                    <a:pt x="151496" y="43539"/>
                  </a:lnTo>
                  <a:lnTo>
                    <a:pt x="54808" y="107039"/>
                  </a:lnTo>
                  <a:lnTo>
                    <a:pt x="0" y="5439"/>
                  </a:lnTo>
                  <a:close/>
                </a:path>
                <a:path w="6655434" h="6988809">
                  <a:moveTo>
                    <a:pt x="350426" y="5439"/>
                  </a:moveTo>
                  <a:lnTo>
                    <a:pt x="470519" y="5439"/>
                  </a:lnTo>
                  <a:lnTo>
                    <a:pt x="480707" y="18139"/>
                  </a:lnTo>
                  <a:lnTo>
                    <a:pt x="390635" y="81639"/>
                  </a:lnTo>
                  <a:lnTo>
                    <a:pt x="350426" y="5439"/>
                  </a:lnTo>
                  <a:close/>
                </a:path>
                <a:path w="6655434" h="6988809">
                  <a:moveTo>
                    <a:pt x="700866" y="5439"/>
                  </a:moveTo>
                  <a:lnTo>
                    <a:pt x="803297" y="5439"/>
                  </a:lnTo>
                  <a:lnTo>
                    <a:pt x="726475" y="56239"/>
                  </a:lnTo>
                  <a:lnTo>
                    <a:pt x="700866" y="5439"/>
                  </a:lnTo>
                  <a:close/>
                </a:path>
                <a:path w="6655434" h="6988809">
                  <a:moveTo>
                    <a:pt x="180814" y="5439"/>
                  </a:moveTo>
                  <a:lnTo>
                    <a:pt x="205737" y="5439"/>
                  </a:lnTo>
                  <a:lnTo>
                    <a:pt x="187045" y="18139"/>
                  </a:lnTo>
                  <a:lnTo>
                    <a:pt x="180814" y="5439"/>
                  </a:lnTo>
                  <a:close/>
                </a:path>
                <a:path w="6655434" h="6988809">
                  <a:moveTo>
                    <a:pt x="2845769" y="3596972"/>
                  </a:moveTo>
                  <a:lnTo>
                    <a:pt x="2856638" y="3615801"/>
                  </a:lnTo>
                  <a:lnTo>
                    <a:pt x="2837809" y="3626670"/>
                  </a:lnTo>
                  <a:lnTo>
                    <a:pt x="2826940" y="3607846"/>
                  </a:lnTo>
                  <a:lnTo>
                    <a:pt x="2845769" y="3596972"/>
                  </a:lnTo>
                  <a:close/>
                </a:path>
                <a:path w="6655434" h="6988809">
                  <a:moveTo>
                    <a:pt x="2920359" y="3727937"/>
                  </a:moveTo>
                  <a:lnTo>
                    <a:pt x="2930351" y="3745238"/>
                  </a:lnTo>
                  <a:lnTo>
                    <a:pt x="2913050" y="3755230"/>
                  </a:lnTo>
                  <a:lnTo>
                    <a:pt x="2903057" y="3737923"/>
                  </a:lnTo>
                  <a:lnTo>
                    <a:pt x="2920359" y="3727937"/>
                  </a:lnTo>
                  <a:close/>
                </a:path>
                <a:path w="6655434" h="6988809">
                  <a:moveTo>
                    <a:pt x="2994847" y="3859310"/>
                  </a:moveTo>
                  <a:lnTo>
                    <a:pt x="3003660" y="3874574"/>
                  </a:lnTo>
                  <a:lnTo>
                    <a:pt x="2988397" y="3883387"/>
                  </a:lnTo>
                  <a:lnTo>
                    <a:pt x="2979583" y="3868124"/>
                  </a:lnTo>
                  <a:lnTo>
                    <a:pt x="2994847" y="3859310"/>
                  </a:lnTo>
                  <a:close/>
                </a:path>
                <a:path w="6655434" h="6988809">
                  <a:moveTo>
                    <a:pt x="3069442" y="3990269"/>
                  </a:moveTo>
                  <a:lnTo>
                    <a:pt x="3077379" y="4004011"/>
                  </a:lnTo>
                  <a:lnTo>
                    <a:pt x="3063638" y="4011942"/>
                  </a:lnTo>
                  <a:lnTo>
                    <a:pt x="3055700" y="3998200"/>
                  </a:lnTo>
                  <a:lnTo>
                    <a:pt x="3069442" y="3990269"/>
                  </a:lnTo>
                  <a:close/>
                </a:path>
                <a:path w="6655434" h="6988809">
                  <a:moveTo>
                    <a:pt x="3144037" y="4121234"/>
                  </a:moveTo>
                  <a:lnTo>
                    <a:pt x="3151092" y="4133447"/>
                  </a:lnTo>
                  <a:lnTo>
                    <a:pt x="3138878" y="4140502"/>
                  </a:lnTo>
                  <a:lnTo>
                    <a:pt x="3131824" y="4128288"/>
                  </a:lnTo>
                  <a:lnTo>
                    <a:pt x="3144037" y="4121234"/>
                  </a:lnTo>
                  <a:close/>
                </a:path>
                <a:path w="6655434" h="6988809">
                  <a:moveTo>
                    <a:pt x="3218520" y="4252601"/>
                  </a:moveTo>
                  <a:lnTo>
                    <a:pt x="3224395" y="4262777"/>
                  </a:lnTo>
                  <a:lnTo>
                    <a:pt x="3214220" y="4268653"/>
                  </a:lnTo>
                  <a:lnTo>
                    <a:pt x="3208344" y="4258477"/>
                  </a:lnTo>
                  <a:lnTo>
                    <a:pt x="3218520" y="4252601"/>
                  </a:lnTo>
                  <a:close/>
                </a:path>
                <a:path w="6655434" h="6988809">
                  <a:moveTo>
                    <a:pt x="3293227" y="4383163"/>
                  </a:moveTo>
                  <a:lnTo>
                    <a:pt x="3298516" y="4392326"/>
                  </a:lnTo>
                  <a:lnTo>
                    <a:pt x="3289359" y="4397610"/>
                  </a:lnTo>
                  <a:lnTo>
                    <a:pt x="3284070" y="4388447"/>
                  </a:lnTo>
                  <a:lnTo>
                    <a:pt x="3293227" y="4383163"/>
                  </a:lnTo>
                  <a:close/>
                </a:path>
                <a:path w="6655434" h="6988809">
                  <a:moveTo>
                    <a:pt x="3367929" y="4513725"/>
                  </a:moveTo>
                  <a:lnTo>
                    <a:pt x="3372626" y="4521864"/>
                  </a:lnTo>
                  <a:lnTo>
                    <a:pt x="3364487" y="4526567"/>
                  </a:lnTo>
                  <a:lnTo>
                    <a:pt x="3359790" y="4518428"/>
                  </a:lnTo>
                  <a:lnTo>
                    <a:pt x="3367929" y="4513725"/>
                  </a:lnTo>
                  <a:close/>
                </a:path>
                <a:path w="6655434" h="6988809">
                  <a:moveTo>
                    <a:pt x="3442631" y="4644288"/>
                  </a:moveTo>
                  <a:lnTo>
                    <a:pt x="3446747" y="4651413"/>
                  </a:lnTo>
                  <a:lnTo>
                    <a:pt x="3439622" y="4655529"/>
                  </a:lnTo>
                  <a:lnTo>
                    <a:pt x="3435505" y="4648404"/>
                  </a:lnTo>
                  <a:lnTo>
                    <a:pt x="3442631" y="4644288"/>
                  </a:lnTo>
                  <a:close/>
                </a:path>
                <a:path w="6655434" h="6988809">
                  <a:moveTo>
                    <a:pt x="3517226" y="4775252"/>
                  </a:moveTo>
                  <a:lnTo>
                    <a:pt x="3520460" y="4780850"/>
                  </a:lnTo>
                  <a:lnTo>
                    <a:pt x="3514862" y="4784084"/>
                  </a:lnTo>
                  <a:lnTo>
                    <a:pt x="3511628" y="4778480"/>
                  </a:lnTo>
                  <a:lnTo>
                    <a:pt x="3517226" y="4775252"/>
                  </a:lnTo>
                  <a:close/>
                </a:path>
                <a:path w="6655434" h="6988809">
                  <a:moveTo>
                    <a:pt x="3591927" y="4905814"/>
                  </a:moveTo>
                  <a:lnTo>
                    <a:pt x="3594569" y="4910393"/>
                  </a:lnTo>
                  <a:lnTo>
                    <a:pt x="3589990" y="4913040"/>
                  </a:lnTo>
                  <a:lnTo>
                    <a:pt x="3587349" y="4908456"/>
                  </a:lnTo>
                  <a:lnTo>
                    <a:pt x="3591927" y="4905814"/>
                  </a:lnTo>
                  <a:close/>
                </a:path>
                <a:path w="6655434" h="6988809">
                  <a:moveTo>
                    <a:pt x="3666629" y="5036376"/>
                  </a:moveTo>
                  <a:lnTo>
                    <a:pt x="3668691" y="5039942"/>
                  </a:lnTo>
                  <a:lnTo>
                    <a:pt x="3665125" y="5041997"/>
                  </a:lnTo>
                  <a:lnTo>
                    <a:pt x="3663064" y="5038432"/>
                  </a:lnTo>
                  <a:lnTo>
                    <a:pt x="3666629" y="5036376"/>
                  </a:lnTo>
                  <a:close/>
                </a:path>
                <a:path w="6655434" h="6988809">
                  <a:moveTo>
                    <a:pt x="3741331" y="5166938"/>
                  </a:moveTo>
                  <a:lnTo>
                    <a:pt x="3742800" y="5169485"/>
                  </a:lnTo>
                  <a:lnTo>
                    <a:pt x="3740253" y="5170954"/>
                  </a:lnTo>
                  <a:lnTo>
                    <a:pt x="3738784" y="5168407"/>
                  </a:lnTo>
                  <a:lnTo>
                    <a:pt x="3741331" y="5166938"/>
                  </a:lnTo>
                  <a:close/>
                </a:path>
                <a:path w="6655434" h="6988809">
                  <a:moveTo>
                    <a:pt x="3816032" y="5297500"/>
                  </a:moveTo>
                  <a:lnTo>
                    <a:pt x="3816915" y="5299034"/>
                  </a:lnTo>
                  <a:lnTo>
                    <a:pt x="3815393" y="5299911"/>
                  </a:lnTo>
                  <a:lnTo>
                    <a:pt x="3814510" y="5298383"/>
                  </a:lnTo>
                  <a:lnTo>
                    <a:pt x="3816032" y="5297500"/>
                  </a:lnTo>
                  <a:close/>
                </a:path>
                <a:path w="6655434" h="6988809">
                  <a:moveTo>
                    <a:pt x="2865193" y="3933822"/>
                  </a:moveTo>
                  <a:lnTo>
                    <a:pt x="2874302" y="3949595"/>
                  </a:lnTo>
                  <a:lnTo>
                    <a:pt x="2858529" y="3958699"/>
                  </a:lnTo>
                  <a:lnTo>
                    <a:pt x="2849420" y="3942926"/>
                  </a:lnTo>
                  <a:lnTo>
                    <a:pt x="2865193" y="3933822"/>
                  </a:lnTo>
                  <a:close/>
                </a:path>
                <a:path w="6655434" h="6988809">
                  <a:moveTo>
                    <a:pt x="2939788" y="4064787"/>
                  </a:moveTo>
                  <a:lnTo>
                    <a:pt x="2948015" y="4079032"/>
                  </a:lnTo>
                  <a:lnTo>
                    <a:pt x="2933770" y="4087259"/>
                  </a:lnTo>
                  <a:lnTo>
                    <a:pt x="2925543" y="4073014"/>
                  </a:lnTo>
                  <a:lnTo>
                    <a:pt x="2939788" y="4064787"/>
                  </a:lnTo>
                  <a:close/>
                </a:path>
                <a:path w="6655434" h="6988809">
                  <a:moveTo>
                    <a:pt x="3014389" y="4195746"/>
                  </a:moveTo>
                  <a:lnTo>
                    <a:pt x="3021734" y="4208468"/>
                  </a:lnTo>
                  <a:lnTo>
                    <a:pt x="3009011" y="4215813"/>
                  </a:lnTo>
                  <a:lnTo>
                    <a:pt x="3001666" y="4203090"/>
                  </a:lnTo>
                  <a:lnTo>
                    <a:pt x="3014389" y="4195746"/>
                  </a:lnTo>
                  <a:close/>
                </a:path>
                <a:path w="6655434" h="6988809">
                  <a:moveTo>
                    <a:pt x="3088871" y="4327113"/>
                  </a:moveTo>
                  <a:lnTo>
                    <a:pt x="3095043" y="4337804"/>
                  </a:lnTo>
                  <a:lnTo>
                    <a:pt x="3084358" y="4343970"/>
                  </a:lnTo>
                  <a:lnTo>
                    <a:pt x="3078186" y="4333285"/>
                  </a:lnTo>
                  <a:lnTo>
                    <a:pt x="3088871" y="4327113"/>
                  </a:lnTo>
                  <a:close/>
                </a:path>
                <a:path w="6655434" h="6988809">
                  <a:moveTo>
                    <a:pt x="3163467" y="4458078"/>
                  </a:moveTo>
                  <a:lnTo>
                    <a:pt x="3168756" y="4467241"/>
                  </a:lnTo>
                  <a:lnTo>
                    <a:pt x="3159599" y="4472530"/>
                  </a:lnTo>
                  <a:lnTo>
                    <a:pt x="3154310" y="4463367"/>
                  </a:lnTo>
                  <a:lnTo>
                    <a:pt x="3163467" y="4458078"/>
                  </a:lnTo>
                  <a:close/>
                </a:path>
                <a:path w="6655434" h="6988809">
                  <a:moveTo>
                    <a:pt x="3238169" y="4588646"/>
                  </a:moveTo>
                  <a:lnTo>
                    <a:pt x="3242871" y="4596784"/>
                  </a:lnTo>
                  <a:lnTo>
                    <a:pt x="3234727" y="4601481"/>
                  </a:lnTo>
                  <a:lnTo>
                    <a:pt x="3230030" y="4593343"/>
                  </a:lnTo>
                  <a:lnTo>
                    <a:pt x="3238169" y="4588646"/>
                  </a:lnTo>
                  <a:close/>
                </a:path>
                <a:path w="6655434" h="6988809">
                  <a:moveTo>
                    <a:pt x="3312870" y="4719208"/>
                  </a:moveTo>
                  <a:lnTo>
                    <a:pt x="3316987" y="4726333"/>
                  </a:lnTo>
                  <a:lnTo>
                    <a:pt x="3309861" y="4730444"/>
                  </a:lnTo>
                  <a:lnTo>
                    <a:pt x="3305744" y="4723318"/>
                  </a:lnTo>
                  <a:lnTo>
                    <a:pt x="3312870" y="4719208"/>
                  </a:lnTo>
                  <a:close/>
                </a:path>
                <a:path w="6655434" h="6988809">
                  <a:moveTo>
                    <a:pt x="3387465" y="4850167"/>
                  </a:moveTo>
                  <a:lnTo>
                    <a:pt x="3390699" y="4855770"/>
                  </a:lnTo>
                  <a:lnTo>
                    <a:pt x="3385102" y="4858998"/>
                  </a:lnTo>
                  <a:lnTo>
                    <a:pt x="3381868" y="4853401"/>
                  </a:lnTo>
                  <a:lnTo>
                    <a:pt x="3387465" y="4850167"/>
                  </a:lnTo>
                  <a:close/>
                </a:path>
                <a:path w="6655434" h="6988809">
                  <a:moveTo>
                    <a:pt x="3462167" y="4980729"/>
                  </a:moveTo>
                  <a:lnTo>
                    <a:pt x="3464814" y="4985313"/>
                  </a:lnTo>
                  <a:lnTo>
                    <a:pt x="3460230" y="4987955"/>
                  </a:lnTo>
                  <a:lnTo>
                    <a:pt x="3457588" y="4983376"/>
                  </a:lnTo>
                  <a:lnTo>
                    <a:pt x="3462167" y="4980729"/>
                  </a:lnTo>
                  <a:close/>
                </a:path>
                <a:path w="6655434" h="6988809">
                  <a:moveTo>
                    <a:pt x="3536868" y="5111291"/>
                  </a:moveTo>
                  <a:lnTo>
                    <a:pt x="3538930" y="5114857"/>
                  </a:lnTo>
                  <a:lnTo>
                    <a:pt x="3535365" y="5116918"/>
                  </a:lnTo>
                  <a:lnTo>
                    <a:pt x="3533303" y="5113352"/>
                  </a:lnTo>
                  <a:lnTo>
                    <a:pt x="3536868" y="5111291"/>
                  </a:lnTo>
                  <a:close/>
                </a:path>
                <a:path w="6655434" h="6988809">
                  <a:moveTo>
                    <a:pt x="3611576" y="5241853"/>
                  </a:moveTo>
                  <a:lnTo>
                    <a:pt x="3613045" y="5244400"/>
                  </a:lnTo>
                  <a:lnTo>
                    <a:pt x="3610498" y="5245869"/>
                  </a:lnTo>
                  <a:lnTo>
                    <a:pt x="3609029" y="5243322"/>
                  </a:lnTo>
                  <a:lnTo>
                    <a:pt x="3611576" y="5241853"/>
                  </a:lnTo>
                  <a:close/>
                </a:path>
                <a:path w="6655434" h="6988809">
                  <a:moveTo>
                    <a:pt x="3686272" y="5372421"/>
                  </a:moveTo>
                  <a:lnTo>
                    <a:pt x="3687155" y="5373949"/>
                  </a:lnTo>
                  <a:lnTo>
                    <a:pt x="3685632" y="5374832"/>
                  </a:lnTo>
                  <a:lnTo>
                    <a:pt x="3684749" y="5373298"/>
                  </a:lnTo>
                  <a:lnTo>
                    <a:pt x="3686272" y="5372421"/>
                  </a:lnTo>
                  <a:close/>
                </a:path>
                <a:path w="6655434" h="6988809">
                  <a:moveTo>
                    <a:pt x="2884630" y="4270666"/>
                  </a:moveTo>
                  <a:lnTo>
                    <a:pt x="2891975" y="4283389"/>
                  </a:lnTo>
                  <a:lnTo>
                    <a:pt x="2879252" y="4290733"/>
                  </a:lnTo>
                  <a:lnTo>
                    <a:pt x="2871907" y="4278011"/>
                  </a:lnTo>
                  <a:lnTo>
                    <a:pt x="2884630" y="4270666"/>
                  </a:lnTo>
                  <a:close/>
                </a:path>
                <a:path w="6655434" h="6988809">
                  <a:moveTo>
                    <a:pt x="2959225" y="4401631"/>
                  </a:moveTo>
                  <a:lnTo>
                    <a:pt x="2965687" y="4412825"/>
                  </a:lnTo>
                  <a:lnTo>
                    <a:pt x="2954492" y="4419287"/>
                  </a:lnTo>
                  <a:lnTo>
                    <a:pt x="2948030" y="4408093"/>
                  </a:lnTo>
                  <a:lnTo>
                    <a:pt x="2959225" y="4401631"/>
                  </a:lnTo>
                  <a:close/>
                </a:path>
                <a:path w="6655434" h="6988809">
                  <a:moveTo>
                    <a:pt x="3033713" y="4532992"/>
                  </a:moveTo>
                  <a:lnTo>
                    <a:pt x="3039003" y="4542155"/>
                  </a:lnTo>
                  <a:lnTo>
                    <a:pt x="3029840" y="4547445"/>
                  </a:lnTo>
                  <a:lnTo>
                    <a:pt x="3024551" y="4538282"/>
                  </a:lnTo>
                  <a:lnTo>
                    <a:pt x="3033713" y="4532992"/>
                  </a:lnTo>
                  <a:close/>
                </a:path>
                <a:path w="6655434" h="6988809">
                  <a:moveTo>
                    <a:pt x="3108416" y="4663560"/>
                  </a:moveTo>
                  <a:lnTo>
                    <a:pt x="3113118" y="4671698"/>
                  </a:lnTo>
                  <a:lnTo>
                    <a:pt x="3104968" y="4676401"/>
                  </a:lnTo>
                  <a:lnTo>
                    <a:pt x="3100271" y="4668263"/>
                  </a:lnTo>
                  <a:lnTo>
                    <a:pt x="3108416" y="4663560"/>
                  </a:lnTo>
                  <a:close/>
                </a:path>
                <a:path w="6655434" h="6988809">
                  <a:moveTo>
                    <a:pt x="3183110" y="4794122"/>
                  </a:moveTo>
                  <a:lnTo>
                    <a:pt x="3187228" y="4801247"/>
                  </a:lnTo>
                  <a:lnTo>
                    <a:pt x="3180102" y="4805364"/>
                  </a:lnTo>
                  <a:lnTo>
                    <a:pt x="3175991" y="4798239"/>
                  </a:lnTo>
                  <a:lnTo>
                    <a:pt x="3183110" y="4794122"/>
                  </a:lnTo>
                  <a:close/>
                </a:path>
                <a:path w="6655434" h="6988809">
                  <a:moveTo>
                    <a:pt x="3257818" y="4924684"/>
                  </a:moveTo>
                  <a:lnTo>
                    <a:pt x="3261343" y="4930791"/>
                  </a:lnTo>
                  <a:lnTo>
                    <a:pt x="3255236" y="4934315"/>
                  </a:lnTo>
                  <a:lnTo>
                    <a:pt x="3251712" y="4928208"/>
                  </a:lnTo>
                  <a:lnTo>
                    <a:pt x="3257818" y="4924684"/>
                  </a:lnTo>
                  <a:close/>
                </a:path>
                <a:path w="6655434" h="6988809">
                  <a:moveTo>
                    <a:pt x="3332407" y="5055649"/>
                  </a:moveTo>
                  <a:lnTo>
                    <a:pt x="3335055" y="5060227"/>
                  </a:lnTo>
                  <a:lnTo>
                    <a:pt x="3330470" y="5062875"/>
                  </a:lnTo>
                  <a:lnTo>
                    <a:pt x="3327829" y="5058291"/>
                  </a:lnTo>
                  <a:lnTo>
                    <a:pt x="3332407" y="5055649"/>
                  </a:lnTo>
                  <a:close/>
                </a:path>
                <a:path w="6655434" h="6988809">
                  <a:moveTo>
                    <a:pt x="3407109" y="5186211"/>
                  </a:moveTo>
                  <a:lnTo>
                    <a:pt x="3409170" y="5189777"/>
                  </a:lnTo>
                  <a:lnTo>
                    <a:pt x="3405611" y="5191832"/>
                  </a:lnTo>
                  <a:lnTo>
                    <a:pt x="3403549" y="5188266"/>
                  </a:lnTo>
                  <a:lnTo>
                    <a:pt x="3407109" y="5186211"/>
                  </a:lnTo>
                  <a:close/>
                </a:path>
                <a:path w="6655434" h="6988809">
                  <a:moveTo>
                    <a:pt x="3481816" y="5316773"/>
                  </a:moveTo>
                  <a:lnTo>
                    <a:pt x="3483286" y="5319314"/>
                  </a:lnTo>
                  <a:lnTo>
                    <a:pt x="3480739" y="5320783"/>
                  </a:lnTo>
                  <a:lnTo>
                    <a:pt x="3479270" y="5318242"/>
                  </a:lnTo>
                  <a:lnTo>
                    <a:pt x="3481816" y="5316773"/>
                  </a:lnTo>
                  <a:close/>
                </a:path>
                <a:path w="6655434" h="6988809">
                  <a:moveTo>
                    <a:pt x="3556518" y="5447335"/>
                  </a:moveTo>
                  <a:lnTo>
                    <a:pt x="3557401" y="5448863"/>
                  </a:lnTo>
                  <a:lnTo>
                    <a:pt x="3555873" y="5449746"/>
                  </a:lnTo>
                  <a:lnTo>
                    <a:pt x="3554990" y="5448218"/>
                  </a:lnTo>
                  <a:lnTo>
                    <a:pt x="3556518" y="5447335"/>
                  </a:lnTo>
                  <a:close/>
                </a:path>
                <a:path w="6655434" h="6988809">
                  <a:moveTo>
                    <a:pt x="2829464" y="4476550"/>
                  </a:moveTo>
                  <a:lnTo>
                    <a:pt x="2835926" y="4487739"/>
                  </a:lnTo>
                  <a:lnTo>
                    <a:pt x="2824731" y="4494201"/>
                  </a:lnTo>
                  <a:lnTo>
                    <a:pt x="2818269" y="4483012"/>
                  </a:lnTo>
                  <a:lnTo>
                    <a:pt x="2829464" y="4476550"/>
                  </a:lnTo>
                  <a:close/>
                </a:path>
                <a:path w="6655434" h="6988809">
                  <a:moveTo>
                    <a:pt x="2904059" y="4607509"/>
                  </a:moveTo>
                  <a:lnTo>
                    <a:pt x="2909644" y="4617175"/>
                  </a:lnTo>
                  <a:lnTo>
                    <a:pt x="2899972" y="4622761"/>
                  </a:lnTo>
                  <a:lnTo>
                    <a:pt x="2894393" y="4613089"/>
                  </a:lnTo>
                  <a:lnTo>
                    <a:pt x="2904059" y="4607509"/>
                  </a:lnTo>
                  <a:close/>
                </a:path>
                <a:path w="6655434" h="6988809">
                  <a:moveTo>
                    <a:pt x="2978761" y="4738071"/>
                  </a:moveTo>
                  <a:lnTo>
                    <a:pt x="2983754" y="4746725"/>
                  </a:lnTo>
                  <a:lnTo>
                    <a:pt x="2975106" y="4751718"/>
                  </a:lnTo>
                  <a:lnTo>
                    <a:pt x="2970113" y="4743064"/>
                  </a:lnTo>
                  <a:lnTo>
                    <a:pt x="2978761" y="4738071"/>
                  </a:lnTo>
                  <a:close/>
                </a:path>
                <a:path w="6655434" h="6988809">
                  <a:moveTo>
                    <a:pt x="3053463" y="4868633"/>
                  </a:moveTo>
                  <a:lnTo>
                    <a:pt x="3057870" y="4876268"/>
                  </a:lnTo>
                  <a:lnTo>
                    <a:pt x="3050235" y="4880675"/>
                  </a:lnTo>
                  <a:lnTo>
                    <a:pt x="3045828" y="4873040"/>
                  </a:lnTo>
                  <a:lnTo>
                    <a:pt x="3053463" y="4868633"/>
                  </a:lnTo>
                  <a:close/>
                </a:path>
                <a:path w="6655434" h="6988809">
                  <a:moveTo>
                    <a:pt x="3128058" y="4999604"/>
                  </a:moveTo>
                  <a:lnTo>
                    <a:pt x="3131582" y="5005705"/>
                  </a:lnTo>
                  <a:lnTo>
                    <a:pt x="3125476" y="5009229"/>
                  </a:lnTo>
                  <a:lnTo>
                    <a:pt x="3121951" y="5003128"/>
                  </a:lnTo>
                  <a:lnTo>
                    <a:pt x="3128058" y="4999604"/>
                  </a:lnTo>
                  <a:close/>
                </a:path>
                <a:path w="6655434" h="6988809">
                  <a:moveTo>
                    <a:pt x="3202759" y="5130166"/>
                  </a:moveTo>
                  <a:lnTo>
                    <a:pt x="3205697" y="5135254"/>
                  </a:lnTo>
                  <a:lnTo>
                    <a:pt x="3200609" y="5138192"/>
                  </a:lnTo>
                  <a:lnTo>
                    <a:pt x="3197672" y="5133104"/>
                  </a:lnTo>
                  <a:lnTo>
                    <a:pt x="3202759" y="5130166"/>
                  </a:lnTo>
                  <a:close/>
                </a:path>
                <a:path w="6655434" h="6988809">
                  <a:moveTo>
                    <a:pt x="3277461" y="5260728"/>
                  </a:moveTo>
                  <a:lnTo>
                    <a:pt x="3279812" y="5264797"/>
                  </a:lnTo>
                  <a:lnTo>
                    <a:pt x="3275737" y="5267149"/>
                  </a:lnTo>
                  <a:lnTo>
                    <a:pt x="3273392" y="5263080"/>
                  </a:lnTo>
                  <a:lnTo>
                    <a:pt x="3277461" y="5260728"/>
                  </a:lnTo>
                  <a:close/>
                </a:path>
                <a:path w="6655434" h="6988809">
                  <a:moveTo>
                    <a:pt x="3352168" y="5391290"/>
                  </a:moveTo>
                  <a:lnTo>
                    <a:pt x="3353928" y="5394340"/>
                  </a:lnTo>
                  <a:lnTo>
                    <a:pt x="3350877" y="5396105"/>
                  </a:lnTo>
                  <a:lnTo>
                    <a:pt x="3349112" y="5393049"/>
                  </a:lnTo>
                  <a:lnTo>
                    <a:pt x="3352168" y="5391290"/>
                  </a:lnTo>
                  <a:close/>
                </a:path>
                <a:path w="6655434" h="6988809">
                  <a:moveTo>
                    <a:pt x="3426870" y="5521852"/>
                  </a:moveTo>
                  <a:lnTo>
                    <a:pt x="3428043" y="5523884"/>
                  </a:lnTo>
                  <a:lnTo>
                    <a:pt x="3426006" y="5525057"/>
                  </a:lnTo>
                  <a:lnTo>
                    <a:pt x="3424832" y="5523031"/>
                  </a:lnTo>
                  <a:lnTo>
                    <a:pt x="3426870" y="5521852"/>
                  </a:lnTo>
                  <a:close/>
                </a:path>
                <a:path w="6655434" h="6988809">
                  <a:moveTo>
                    <a:pt x="2849005" y="4812986"/>
                  </a:moveTo>
                  <a:lnTo>
                    <a:pt x="2853998" y="4821639"/>
                  </a:lnTo>
                  <a:lnTo>
                    <a:pt x="2845344" y="4826638"/>
                  </a:lnTo>
                  <a:lnTo>
                    <a:pt x="2840351" y="4817985"/>
                  </a:lnTo>
                  <a:lnTo>
                    <a:pt x="2849005" y="4812986"/>
                  </a:lnTo>
                  <a:close/>
                </a:path>
                <a:path w="6655434" h="6988809">
                  <a:moveTo>
                    <a:pt x="2923701" y="4943554"/>
                  </a:moveTo>
                  <a:lnTo>
                    <a:pt x="2928108" y="4951182"/>
                  </a:lnTo>
                  <a:lnTo>
                    <a:pt x="2920473" y="4955589"/>
                  </a:lnTo>
                  <a:lnTo>
                    <a:pt x="2916066" y="4947960"/>
                  </a:lnTo>
                  <a:lnTo>
                    <a:pt x="2923701" y="4943554"/>
                  </a:lnTo>
                  <a:close/>
                </a:path>
                <a:path w="6655434" h="6988809">
                  <a:moveTo>
                    <a:pt x="2998301" y="5074518"/>
                  </a:moveTo>
                  <a:lnTo>
                    <a:pt x="3001826" y="5080619"/>
                  </a:lnTo>
                  <a:lnTo>
                    <a:pt x="2995720" y="5084149"/>
                  </a:lnTo>
                  <a:lnTo>
                    <a:pt x="2992195" y="5078042"/>
                  </a:lnTo>
                  <a:lnTo>
                    <a:pt x="2998301" y="5074518"/>
                  </a:lnTo>
                  <a:close/>
                </a:path>
                <a:path w="6655434" h="6988809">
                  <a:moveTo>
                    <a:pt x="3072998" y="5205080"/>
                  </a:moveTo>
                  <a:lnTo>
                    <a:pt x="3075935" y="5210168"/>
                  </a:lnTo>
                  <a:lnTo>
                    <a:pt x="3070848" y="5213106"/>
                  </a:lnTo>
                  <a:lnTo>
                    <a:pt x="3067910" y="5208018"/>
                  </a:lnTo>
                  <a:lnTo>
                    <a:pt x="3072998" y="5205080"/>
                  </a:lnTo>
                  <a:close/>
                </a:path>
                <a:path w="6655434" h="6988809">
                  <a:moveTo>
                    <a:pt x="3147705" y="5335642"/>
                  </a:moveTo>
                  <a:lnTo>
                    <a:pt x="3150051" y="5339712"/>
                  </a:lnTo>
                  <a:lnTo>
                    <a:pt x="3145981" y="5342063"/>
                  </a:lnTo>
                  <a:lnTo>
                    <a:pt x="3143636" y="5337994"/>
                  </a:lnTo>
                  <a:lnTo>
                    <a:pt x="3147705" y="5335642"/>
                  </a:lnTo>
                  <a:close/>
                </a:path>
                <a:path w="6655434" h="6988809">
                  <a:moveTo>
                    <a:pt x="3222407" y="5466205"/>
                  </a:moveTo>
                  <a:lnTo>
                    <a:pt x="3224166" y="5469261"/>
                  </a:lnTo>
                  <a:lnTo>
                    <a:pt x="3221115" y="5471020"/>
                  </a:lnTo>
                  <a:lnTo>
                    <a:pt x="3219356" y="5467970"/>
                  </a:lnTo>
                  <a:lnTo>
                    <a:pt x="3222407" y="5466205"/>
                  </a:lnTo>
                  <a:close/>
                </a:path>
                <a:path w="6655434" h="6988809">
                  <a:moveTo>
                    <a:pt x="3297108" y="5596772"/>
                  </a:moveTo>
                  <a:lnTo>
                    <a:pt x="3298281" y="5598798"/>
                  </a:lnTo>
                  <a:lnTo>
                    <a:pt x="3296244" y="5599977"/>
                  </a:lnTo>
                  <a:lnTo>
                    <a:pt x="3295071" y="5597945"/>
                  </a:lnTo>
                  <a:lnTo>
                    <a:pt x="3297108" y="5596772"/>
                  </a:lnTo>
                  <a:close/>
                </a:path>
                <a:path w="6655434" h="6988809">
                  <a:moveTo>
                    <a:pt x="2868647" y="5149029"/>
                  </a:moveTo>
                  <a:lnTo>
                    <a:pt x="2872468" y="5155651"/>
                  </a:lnTo>
                  <a:lnTo>
                    <a:pt x="2865852" y="5159465"/>
                  </a:lnTo>
                  <a:lnTo>
                    <a:pt x="2862031" y="5152849"/>
                  </a:lnTo>
                  <a:lnTo>
                    <a:pt x="2868647" y="5149029"/>
                  </a:lnTo>
                  <a:close/>
                </a:path>
                <a:path w="6655434" h="6988809">
                  <a:moveTo>
                    <a:pt x="2943243" y="5279994"/>
                  </a:moveTo>
                  <a:lnTo>
                    <a:pt x="2946181" y="5285081"/>
                  </a:lnTo>
                  <a:lnTo>
                    <a:pt x="2941093" y="5288019"/>
                  </a:lnTo>
                  <a:lnTo>
                    <a:pt x="2938155" y="5282931"/>
                  </a:lnTo>
                  <a:lnTo>
                    <a:pt x="2943243" y="5279994"/>
                  </a:lnTo>
                  <a:close/>
                </a:path>
                <a:path w="6655434" h="6988809">
                  <a:moveTo>
                    <a:pt x="3017944" y="5410561"/>
                  </a:moveTo>
                  <a:lnTo>
                    <a:pt x="3020290" y="5414631"/>
                  </a:lnTo>
                  <a:lnTo>
                    <a:pt x="3016221" y="5416976"/>
                  </a:lnTo>
                  <a:lnTo>
                    <a:pt x="3013875" y="5412907"/>
                  </a:lnTo>
                  <a:lnTo>
                    <a:pt x="3017944" y="5410561"/>
                  </a:lnTo>
                  <a:close/>
                </a:path>
                <a:path w="6655434" h="6988809">
                  <a:moveTo>
                    <a:pt x="3092646" y="5541124"/>
                  </a:moveTo>
                  <a:lnTo>
                    <a:pt x="3094411" y="5544174"/>
                  </a:lnTo>
                  <a:lnTo>
                    <a:pt x="3091355" y="5545939"/>
                  </a:lnTo>
                  <a:lnTo>
                    <a:pt x="3089596" y="5542883"/>
                  </a:lnTo>
                  <a:lnTo>
                    <a:pt x="3092646" y="5541124"/>
                  </a:lnTo>
                  <a:close/>
                </a:path>
                <a:path w="6655434" h="6988809">
                  <a:moveTo>
                    <a:pt x="3167348" y="5671686"/>
                  </a:moveTo>
                  <a:lnTo>
                    <a:pt x="3168521" y="5673717"/>
                  </a:lnTo>
                  <a:lnTo>
                    <a:pt x="3166483" y="5674890"/>
                  </a:lnTo>
                  <a:lnTo>
                    <a:pt x="3165310" y="5672864"/>
                  </a:lnTo>
                  <a:lnTo>
                    <a:pt x="3167348" y="5671686"/>
                  </a:lnTo>
                  <a:close/>
                </a:path>
                <a:path w="6655434" h="6988809">
                  <a:moveTo>
                    <a:pt x="3241030" y="5802840"/>
                  </a:moveTo>
                  <a:lnTo>
                    <a:pt x="3242396" y="5802840"/>
                  </a:lnTo>
                  <a:lnTo>
                    <a:pt x="3242642" y="5803267"/>
                  </a:lnTo>
                  <a:lnTo>
                    <a:pt x="3241277" y="5803267"/>
                  </a:lnTo>
                  <a:lnTo>
                    <a:pt x="3241030" y="5802840"/>
                  </a:lnTo>
                  <a:close/>
                </a:path>
                <a:path w="6655434" h="6988809">
                  <a:moveTo>
                    <a:pt x="2888189" y="5485476"/>
                  </a:moveTo>
                  <a:lnTo>
                    <a:pt x="2890534" y="5489545"/>
                  </a:lnTo>
                  <a:lnTo>
                    <a:pt x="2886465" y="5491897"/>
                  </a:lnTo>
                  <a:lnTo>
                    <a:pt x="2884114" y="5487828"/>
                  </a:lnTo>
                  <a:lnTo>
                    <a:pt x="2888189" y="5485476"/>
                  </a:lnTo>
                  <a:close/>
                </a:path>
                <a:path w="6655434" h="6988809">
                  <a:moveTo>
                    <a:pt x="2962885" y="5616038"/>
                  </a:moveTo>
                  <a:lnTo>
                    <a:pt x="2964650" y="5619094"/>
                  </a:lnTo>
                  <a:lnTo>
                    <a:pt x="2961594" y="5620854"/>
                  </a:lnTo>
                  <a:lnTo>
                    <a:pt x="2959835" y="5617803"/>
                  </a:lnTo>
                  <a:lnTo>
                    <a:pt x="2962885" y="5616038"/>
                  </a:lnTo>
                  <a:close/>
                </a:path>
                <a:path w="6655434" h="6988809">
                  <a:moveTo>
                    <a:pt x="3037587" y="5746606"/>
                  </a:moveTo>
                  <a:lnTo>
                    <a:pt x="3038760" y="5748632"/>
                  </a:lnTo>
                  <a:lnTo>
                    <a:pt x="3036728" y="5749810"/>
                  </a:lnTo>
                  <a:lnTo>
                    <a:pt x="3035555" y="5747779"/>
                  </a:lnTo>
                  <a:lnTo>
                    <a:pt x="3037587" y="5746606"/>
                  </a:lnTo>
                  <a:close/>
                </a:path>
                <a:path w="6655434" h="6988809">
                  <a:moveTo>
                    <a:pt x="3111275" y="5877755"/>
                  </a:moveTo>
                  <a:lnTo>
                    <a:pt x="3112634" y="5877755"/>
                  </a:lnTo>
                  <a:lnTo>
                    <a:pt x="3112881" y="5878181"/>
                  </a:lnTo>
                  <a:lnTo>
                    <a:pt x="3111522" y="5878181"/>
                  </a:lnTo>
                  <a:lnTo>
                    <a:pt x="3111275" y="5877755"/>
                  </a:lnTo>
                  <a:close/>
                </a:path>
                <a:path w="6655434" h="6988809">
                  <a:moveTo>
                    <a:pt x="2758428" y="5560390"/>
                  </a:moveTo>
                  <a:lnTo>
                    <a:pt x="2760774" y="5564459"/>
                  </a:lnTo>
                  <a:lnTo>
                    <a:pt x="2756705" y="5566811"/>
                  </a:lnTo>
                  <a:lnTo>
                    <a:pt x="2754353" y="5562742"/>
                  </a:lnTo>
                  <a:lnTo>
                    <a:pt x="2758428" y="5560390"/>
                  </a:lnTo>
                  <a:close/>
                </a:path>
                <a:path w="6655434" h="6988809">
                  <a:moveTo>
                    <a:pt x="2833130" y="5690952"/>
                  </a:moveTo>
                  <a:lnTo>
                    <a:pt x="2834895" y="5694008"/>
                  </a:lnTo>
                  <a:lnTo>
                    <a:pt x="2831839" y="5695773"/>
                  </a:lnTo>
                  <a:lnTo>
                    <a:pt x="2830074" y="5692717"/>
                  </a:lnTo>
                  <a:lnTo>
                    <a:pt x="2833130" y="5690952"/>
                  </a:lnTo>
                  <a:close/>
                </a:path>
                <a:path w="6655434" h="6988809">
                  <a:moveTo>
                    <a:pt x="2907832" y="5821520"/>
                  </a:moveTo>
                  <a:lnTo>
                    <a:pt x="2909005" y="5823552"/>
                  </a:lnTo>
                  <a:lnTo>
                    <a:pt x="2906973" y="5824724"/>
                  </a:lnTo>
                  <a:lnTo>
                    <a:pt x="2905800" y="5822693"/>
                  </a:lnTo>
                  <a:lnTo>
                    <a:pt x="2907832" y="5821520"/>
                  </a:lnTo>
                  <a:close/>
                </a:path>
                <a:path w="6655434" h="6988809">
                  <a:moveTo>
                    <a:pt x="2981515" y="5952668"/>
                  </a:moveTo>
                  <a:lnTo>
                    <a:pt x="2982871" y="5952668"/>
                  </a:lnTo>
                  <a:lnTo>
                    <a:pt x="2983120" y="5953101"/>
                  </a:lnTo>
                  <a:lnTo>
                    <a:pt x="2981764" y="5953101"/>
                  </a:lnTo>
                  <a:lnTo>
                    <a:pt x="2981515" y="5952668"/>
                  </a:lnTo>
                  <a:close/>
                </a:path>
                <a:path w="6655434" h="6988809">
                  <a:moveTo>
                    <a:pt x="2628668" y="5635311"/>
                  </a:moveTo>
                  <a:lnTo>
                    <a:pt x="2631019" y="5639380"/>
                  </a:lnTo>
                  <a:lnTo>
                    <a:pt x="2626944" y="5641732"/>
                  </a:lnTo>
                  <a:lnTo>
                    <a:pt x="2624593" y="5637662"/>
                  </a:lnTo>
                  <a:lnTo>
                    <a:pt x="2628668" y="5635311"/>
                  </a:lnTo>
                  <a:close/>
                </a:path>
                <a:path w="6655434" h="6988809">
                  <a:moveTo>
                    <a:pt x="2703369" y="5765873"/>
                  </a:moveTo>
                  <a:lnTo>
                    <a:pt x="2705135" y="5768923"/>
                  </a:lnTo>
                  <a:lnTo>
                    <a:pt x="2702084" y="5770688"/>
                  </a:lnTo>
                  <a:lnTo>
                    <a:pt x="2700319" y="5767632"/>
                  </a:lnTo>
                  <a:lnTo>
                    <a:pt x="2703369" y="5765873"/>
                  </a:lnTo>
                  <a:close/>
                </a:path>
                <a:path w="6655434" h="6988809">
                  <a:moveTo>
                    <a:pt x="2778077" y="5896435"/>
                  </a:moveTo>
                  <a:lnTo>
                    <a:pt x="2779250" y="5898467"/>
                  </a:lnTo>
                  <a:lnTo>
                    <a:pt x="2777212" y="5899639"/>
                  </a:lnTo>
                  <a:lnTo>
                    <a:pt x="2776039" y="5897614"/>
                  </a:lnTo>
                  <a:lnTo>
                    <a:pt x="2778077" y="5896435"/>
                  </a:lnTo>
                  <a:close/>
                </a:path>
                <a:path w="6655434" h="6988809">
                  <a:moveTo>
                    <a:pt x="2851760" y="6027589"/>
                  </a:moveTo>
                  <a:lnTo>
                    <a:pt x="2853112" y="6027589"/>
                  </a:lnTo>
                  <a:lnTo>
                    <a:pt x="2853359" y="6028016"/>
                  </a:lnTo>
                  <a:lnTo>
                    <a:pt x="2852007" y="6028016"/>
                  </a:lnTo>
                  <a:lnTo>
                    <a:pt x="2851760" y="6027589"/>
                  </a:lnTo>
                  <a:close/>
                </a:path>
                <a:path w="6655434" h="6988809">
                  <a:moveTo>
                    <a:pt x="2424211" y="5579664"/>
                  </a:moveTo>
                  <a:lnTo>
                    <a:pt x="2427149" y="5584751"/>
                  </a:lnTo>
                  <a:lnTo>
                    <a:pt x="2422061" y="5587689"/>
                  </a:lnTo>
                  <a:lnTo>
                    <a:pt x="2419123" y="5582601"/>
                  </a:lnTo>
                  <a:lnTo>
                    <a:pt x="2424211" y="5579664"/>
                  </a:lnTo>
                  <a:close/>
                </a:path>
                <a:path w="6655434" h="6988809">
                  <a:moveTo>
                    <a:pt x="2498907" y="5710226"/>
                  </a:moveTo>
                  <a:lnTo>
                    <a:pt x="2501258" y="5714295"/>
                  </a:lnTo>
                  <a:lnTo>
                    <a:pt x="2497189" y="5716646"/>
                  </a:lnTo>
                  <a:lnTo>
                    <a:pt x="2494838" y="5712577"/>
                  </a:lnTo>
                  <a:lnTo>
                    <a:pt x="2498907" y="5710226"/>
                  </a:lnTo>
                  <a:close/>
                </a:path>
                <a:path w="6655434" h="6988809">
                  <a:moveTo>
                    <a:pt x="2573614" y="5840788"/>
                  </a:moveTo>
                  <a:lnTo>
                    <a:pt x="2575373" y="5843844"/>
                  </a:lnTo>
                  <a:lnTo>
                    <a:pt x="2572323" y="5845603"/>
                  </a:lnTo>
                  <a:lnTo>
                    <a:pt x="2570557" y="5842553"/>
                  </a:lnTo>
                  <a:lnTo>
                    <a:pt x="2573614" y="5840788"/>
                  </a:lnTo>
                  <a:close/>
                </a:path>
                <a:path w="6655434" h="6988809">
                  <a:moveTo>
                    <a:pt x="2648316" y="5971356"/>
                  </a:moveTo>
                  <a:lnTo>
                    <a:pt x="2649489" y="5973381"/>
                  </a:lnTo>
                  <a:lnTo>
                    <a:pt x="2647451" y="5974560"/>
                  </a:lnTo>
                  <a:lnTo>
                    <a:pt x="2646278" y="5972528"/>
                  </a:lnTo>
                  <a:lnTo>
                    <a:pt x="2648316" y="5971356"/>
                  </a:lnTo>
                  <a:close/>
                </a:path>
                <a:path w="6655434" h="6988809">
                  <a:moveTo>
                    <a:pt x="2721999" y="6102504"/>
                  </a:moveTo>
                  <a:lnTo>
                    <a:pt x="2723357" y="6102504"/>
                  </a:lnTo>
                  <a:lnTo>
                    <a:pt x="2723604" y="6102931"/>
                  </a:lnTo>
                  <a:lnTo>
                    <a:pt x="2722245" y="6102931"/>
                  </a:lnTo>
                  <a:lnTo>
                    <a:pt x="2721999" y="6102504"/>
                  </a:lnTo>
                  <a:close/>
                </a:path>
                <a:path w="6655434" h="6988809">
                  <a:moveTo>
                    <a:pt x="2294450" y="5654578"/>
                  </a:moveTo>
                  <a:lnTo>
                    <a:pt x="2297388" y="5659666"/>
                  </a:lnTo>
                  <a:lnTo>
                    <a:pt x="2292300" y="5662603"/>
                  </a:lnTo>
                  <a:lnTo>
                    <a:pt x="2289362" y="5657516"/>
                  </a:lnTo>
                  <a:lnTo>
                    <a:pt x="2294450" y="5654578"/>
                  </a:lnTo>
                  <a:close/>
                </a:path>
                <a:path w="6655434" h="6988809">
                  <a:moveTo>
                    <a:pt x="2369151" y="5785140"/>
                  </a:moveTo>
                  <a:lnTo>
                    <a:pt x="2371503" y="5789209"/>
                  </a:lnTo>
                  <a:lnTo>
                    <a:pt x="2367428" y="5791561"/>
                  </a:lnTo>
                  <a:lnTo>
                    <a:pt x="2365082" y="5787492"/>
                  </a:lnTo>
                  <a:lnTo>
                    <a:pt x="2369151" y="5785140"/>
                  </a:lnTo>
                  <a:close/>
                </a:path>
                <a:path w="6655434" h="6988809">
                  <a:moveTo>
                    <a:pt x="2443852" y="5915708"/>
                  </a:moveTo>
                  <a:lnTo>
                    <a:pt x="2445612" y="5918758"/>
                  </a:lnTo>
                  <a:lnTo>
                    <a:pt x="2442562" y="5920523"/>
                  </a:lnTo>
                  <a:lnTo>
                    <a:pt x="2440796" y="5917467"/>
                  </a:lnTo>
                  <a:lnTo>
                    <a:pt x="2443852" y="5915708"/>
                  </a:lnTo>
                  <a:close/>
                </a:path>
                <a:path w="6655434" h="6988809">
                  <a:moveTo>
                    <a:pt x="2518555" y="6046270"/>
                  </a:moveTo>
                  <a:lnTo>
                    <a:pt x="2519728" y="6048302"/>
                  </a:lnTo>
                  <a:lnTo>
                    <a:pt x="2517690" y="6049474"/>
                  </a:lnTo>
                  <a:lnTo>
                    <a:pt x="2516517" y="6047449"/>
                  </a:lnTo>
                  <a:lnTo>
                    <a:pt x="2518555" y="6046270"/>
                  </a:lnTo>
                  <a:close/>
                </a:path>
                <a:path w="6655434" h="6988809">
                  <a:moveTo>
                    <a:pt x="2592244" y="6177418"/>
                  </a:moveTo>
                  <a:lnTo>
                    <a:pt x="2593594" y="6177418"/>
                  </a:lnTo>
                  <a:lnTo>
                    <a:pt x="2593843" y="6177851"/>
                  </a:lnTo>
                  <a:lnTo>
                    <a:pt x="2592493" y="6177851"/>
                  </a:lnTo>
                  <a:lnTo>
                    <a:pt x="2592244" y="6177418"/>
                  </a:lnTo>
                  <a:close/>
                </a:path>
                <a:path w="6655434" h="6988809">
                  <a:moveTo>
                    <a:pt x="2090093" y="5598528"/>
                  </a:moveTo>
                  <a:lnTo>
                    <a:pt x="2093914" y="5605150"/>
                  </a:lnTo>
                  <a:lnTo>
                    <a:pt x="2087298" y="5608971"/>
                  </a:lnTo>
                  <a:lnTo>
                    <a:pt x="2083477" y="5602348"/>
                  </a:lnTo>
                  <a:lnTo>
                    <a:pt x="2090093" y="5598528"/>
                  </a:lnTo>
                  <a:close/>
                </a:path>
                <a:path w="6655434" h="6988809">
                  <a:moveTo>
                    <a:pt x="2164689" y="5729499"/>
                  </a:moveTo>
                  <a:lnTo>
                    <a:pt x="2167626" y="5734587"/>
                  </a:lnTo>
                  <a:lnTo>
                    <a:pt x="2162539" y="5737524"/>
                  </a:lnTo>
                  <a:lnTo>
                    <a:pt x="2159601" y="5732437"/>
                  </a:lnTo>
                  <a:lnTo>
                    <a:pt x="2164689" y="5729499"/>
                  </a:lnTo>
                  <a:close/>
                </a:path>
                <a:path w="6655434" h="6988809">
                  <a:moveTo>
                    <a:pt x="2239390" y="5860061"/>
                  </a:moveTo>
                  <a:lnTo>
                    <a:pt x="2241742" y="5864130"/>
                  </a:lnTo>
                  <a:lnTo>
                    <a:pt x="2237667" y="5866482"/>
                  </a:lnTo>
                  <a:lnTo>
                    <a:pt x="2235321" y="5862412"/>
                  </a:lnTo>
                  <a:lnTo>
                    <a:pt x="2239390" y="5860061"/>
                  </a:lnTo>
                  <a:close/>
                </a:path>
                <a:path w="6655434" h="6988809">
                  <a:moveTo>
                    <a:pt x="2314098" y="5990623"/>
                  </a:moveTo>
                  <a:lnTo>
                    <a:pt x="2315857" y="5993673"/>
                  </a:lnTo>
                  <a:lnTo>
                    <a:pt x="2312800" y="5995438"/>
                  </a:lnTo>
                  <a:lnTo>
                    <a:pt x="2311041" y="5992388"/>
                  </a:lnTo>
                  <a:lnTo>
                    <a:pt x="2314098" y="5990623"/>
                  </a:lnTo>
                  <a:close/>
                </a:path>
                <a:path w="6655434" h="6988809">
                  <a:moveTo>
                    <a:pt x="2388794" y="6121191"/>
                  </a:moveTo>
                  <a:lnTo>
                    <a:pt x="2389967" y="6123216"/>
                  </a:lnTo>
                  <a:lnTo>
                    <a:pt x="2387935" y="6124389"/>
                  </a:lnTo>
                  <a:lnTo>
                    <a:pt x="2386762" y="6122363"/>
                  </a:lnTo>
                  <a:lnTo>
                    <a:pt x="2388794" y="6121191"/>
                  </a:lnTo>
                  <a:close/>
                </a:path>
                <a:path w="6655434" h="6988809">
                  <a:moveTo>
                    <a:pt x="2462482" y="6252339"/>
                  </a:moveTo>
                  <a:lnTo>
                    <a:pt x="2463835" y="6252339"/>
                  </a:lnTo>
                  <a:lnTo>
                    <a:pt x="2464082" y="6252766"/>
                  </a:lnTo>
                  <a:lnTo>
                    <a:pt x="2462729" y="6252766"/>
                  </a:lnTo>
                  <a:lnTo>
                    <a:pt x="2462482" y="6252339"/>
                  </a:lnTo>
                  <a:close/>
                </a:path>
                <a:path w="6655434" h="6988809">
                  <a:moveTo>
                    <a:pt x="1885632" y="5542886"/>
                  </a:moveTo>
                  <a:lnTo>
                    <a:pt x="1890039" y="5550515"/>
                  </a:lnTo>
                  <a:lnTo>
                    <a:pt x="1882404" y="5554922"/>
                  </a:lnTo>
                  <a:lnTo>
                    <a:pt x="1877997" y="5547293"/>
                  </a:lnTo>
                  <a:lnTo>
                    <a:pt x="1885632" y="5542886"/>
                  </a:lnTo>
                  <a:close/>
                </a:path>
                <a:path w="6655434" h="6988809">
                  <a:moveTo>
                    <a:pt x="1960333" y="5673448"/>
                  </a:moveTo>
                  <a:lnTo>
                    <a:pt x="1964154" y="5680064"/>
                  </a:lnTo>
                  <a:lnTo>
                    <a:pt x="1957538" y="5683885"/>
                  </a:lnTo>
                  <a:lnTo>
                    <a:pt x="1953717" y="5677269"/>
                  </a:lnTo>
                  <a:lnTo>
                    <a:pt x="1960333" y="5673448"/>
                  </a:lnTo>
                  <a:close/>
                </a:path>
                <a:path w="6655434" h="6988809">
                  <a:moveTo>
                    <a:pt x="2034928" y="5804413"/>
                  </a:moveTo>
                  <a:lnTo>
                    <a:pt x="2037866" y="5809501"/>
                  </a:lnTo>
                  <a:lnTo>
                    <a:pt x="2032778" y="5812439"/>
                  </a:lnTo>
                  <a:lnTo>
                    <a:pt x="2029841" y="5807351"/>
                  </a:lnTo>
                  <a:lnTo>
                    <a:pt x="2034928" y="5804413"/>
                  </a:lnTo>
                  <a:close/>
                </a:path>
                <a:path w="6655434" h="6988809">
                  <a:moveTo>
                    <a:pt x="2109636" y="5934975"/>
                  </a:moveTo>
                  <a:lnTo>
                    <a:pt x="2111981" y="5939044"/>
                  </a:lnTo>
                  <a:lnTo>
                    <a:pt x="2107906" y="5941396"/>
                  </a:lnTo>
                  <a:lnTo>
                    <a:pt x="2105561" y="5937327"/>
                  </a:lnTo>
                  <a:lnTo>
                    <a:pt x="2109636" y="5934975"/>
                  </a:lnTo>
                  <a:close/>
                </a:path>
                <a:path w="6655434" h="6988809">
                  <a:moveTo>
                    <a:pt x="2184338" y="6065537"/>
                  </a:moveTo>
                  <a:lnTo>
                    <a:pt x="2186097" y="6068594"/>
                  </a:lnTo>
                  <a:lnTo>
                    <a:pt x="2183046" y="6070353"/>
                  </a:lnTo>
                  <a:lnTo>
                    <a:pt x="2181287" y="6067303"/>
                  </a:lnTo>
                  <a:lnTo>
                    <a:pt x="2184338" y="6065537"/>
                  </a:lnTo>
                  <a:close/>
                </a:path>
                <a:path w="6655434" h="6988809">
                  <a:moveTo>
                    <a:pt x="2259039" y="6196105"/>
                  </a:moveTo>
                  <a:lnTo>
                    <a:pt x="2260212" y="6198131"/>
                  </a:lnTo>
                  <a:lnTo>
                    <a:pt x="2258175" y="6199309"/>
                  </a:lnTo>
                  <a:lnTo>
                    <a:pt x="2257002" y="6197278"/>
                  </a:lnTo>
                  <a:lnTo>
                    <a:pt x="2259039" y="6196105"/>
                  </a:lnTo>
                  <a:close/>
                </a:path>
                <a:path w="6655434" h="6988809">
                  <a:moveTo>
                    <a:pt x="2332722" y="6327254"/>
                  </a:moveTo>
                  <a:lnTo>
                    <a:pt x="2334073" y="6327254"/>
                  </a:lnTo>
                  <a:lnTo>
                    <a:pt x="2334322" y="6327686"/>
                  </a:lnTo>
                  <a:lnTo>
                    <a:pt x="2332971" y="6327686"/>
                  </a:lnTo>
                  <a:lnTo>
                    <a:pt x="2332722" y="6327254"/>
                  </a:lnTo>
                  <a:close/>
                </a:path>
                <a:path w="6655434" h="6988809">
                  <a:moveTo>
                    <a:pt x="1755871" y="5617801"/>
                  </a:moveTo>
                  <a:lnTo>
                    <a:pt x="1760278" y="5625436"/>
                  </a:lnTo>
                  <a:lnTo>
                    <a:pt x="1752649" y="5629843"/>
                  </a:lnTo>
                  <a:lnTo>
                    <a:pt x="1748242" y="5622208"/>
                  </a:lnTo>
                  <a:lnTo>
                    <a:pt x="1755871" y="5617801"/>
                  </a:lnTo>
                  <a:close/>
                </a:path>
                <a:path w="6655434" h="6988809">
                  <a:moveTo>
                    <a:pt x="1830578" y="5748363"/>
                  </a:moveTo>
                  <a:lnTo>
                    <a:pt x="1834399" y="5754985"/>
                  </a:lnTo>
                  <a:lnTo>
                    <a:pt x="1827783" y="5758800"/>
                  </a:lnTo>
                  <a:lnTo>
                    <a:pt x="1823962" y="5752184"/>
                  </a:lnTo>
                  <a:lnTo>
                    <a:pt x="1830578" y="5748363"/>
                  </a:lnTo>
                  <a:close/>
                </a:path>
                <a:path w="6655434" h="6988809">
                  <a:moveTo>
                    <a:pt x="1905167" y="5879334"/>
                  </a:moveTo>
                  <a:lnTo>
                    <a:pt x="1908105" y="5884422"/>
                  </a:lnTo>
                  <a:lnTo>
                    <a:pt x="1903017" y="5887360"/>
                  </a:lnTo>
                  <a:lnTo>
                    <a:pt x="1900079" y="5882272"/>
                  </a:lnTo>
                  <a:lnTo>
                    <a:pt x="1905167" y="5879334"/>
                  </a:lnTo>
                  <a:close/>
                </a:path>
                <a:path w="6655434" h="6988809">
                  <a:moveTo>
                    <a:pt x="1979875" y="6009896"/>
                  </a:moveTo>
                  <a:lnTo>
                    <a:pt x="1982220" y="6013965"/>
                  </a:lnTo>
                  <a:lnTo>
                    <a:pt x="1978151" y="6016311"/>
                  </a:lnTo>
                  <a:lnTo>
                    <a:pt x="1975805" y="6012241"/>
                  </a:lnTo>
                  <a:lnTo>
                    <a:pt x="1979875" y="6009896"/>
                  </a:lnTo>
                  <a:close/>
                </a:path>
                <a:path w="6655434" h="6988809">
                  <a:moveTo>
                    <a:pt x="2054576" y="6140458"/>
                  </a:moveTo>
                  <a:lnTo>
                    <a:pt x="2056335" y="6143508"/>
                  </a:lnTo>
                  <a:lnTo>
                    <a:pt x="2053285" y="6145273"/>
                  </a:lnTo>
                  <a:lnTo>
                    <a:pt x="2051526" y="6142217"/>
                  </a:lnTo>
                  <a:lnTo>
                    <a:pt x="2054576" y="6140458"/>
                  </a:lnTo>
                  <a:close/>
                </a:path>
                <a:path w="6655434" h="6988809">
                  <a:moveTo>
                    <a:pt x="2129278" y="6271020"/>
                  </a:moveTo>
                  <a:lnTo>
                    <a:pt x="2130451" y="6273052"/>
                  </a:lnTo>
                  <a:lnTo>
                    <a:pt x="2128413" y="6274225"/>
                  </a:lnTo>
                  <a:lnTo>
                    <a:pt x="2127240" y="6272199"/>
                  </a:lnTo>
                  <a:lnTo>
                    <a:pt x="2129278" y="6271020"/>
                  </a:lnTo>
                  <a:close/>
                </a:path>
                <a:path w="6655434" h="6988809">
                  <a:moveTo>
                    <a:pt x="2202961" y="6402174"/>
                  </a:moveTo>
                  <a:lnTo>
                    <a:pt x="2204327" y="6402174"/>
                  </a:lnTo>
                  <a:lnTo>
                    <a:pt x="2204572" y="6402601"/>
                  </a:lnTo>
                  <a:lnTo>
                    <a:pt x="2203207" y="6402601"/>
                  </a:lnTo>
                  <a:lnTo>
                    <a:pt x="2202961" y="6402174"/>
                  </a:lnTo>
                  <a:close/>
                </a:path>
                <a:path w="6655434" h="6988809">
                  <a:moveTo>
                    <a:pt x="1551414" y="5562154"/>
                  </a:moveTo>
                  <a:lnTo>
                    <a:pt x="1556407" y="5570808"/>
                  </a:lnTo>
                  <a:lnTo>
                    <a:pt x="1547760" y="5575807"/>
                  </a:lnTo>
                  <a:lnTo>
                    <a:pt x="1542761" y="5567153"/>
                  </a:lnTo>
                  <a:lnTo>
                    <a:pt x="1551414" y="5562154"/>
                  </a:lnTo>
                  <a:close/>
                </a:path>
                <a:path w="6655434" h="6988809">
                  <a:moveTo>
                    <a:pt x="1626116" y="5692717"/>
                  </a:moveTo>
                  <a:lnTo>
                    <a:pt x="1630523" y="5700351"/>
                  </a:lnTo>
                  <a:lnTo>
                    <a:pt x="1622894" y="5704758"/>
                  </a:lnTo>
                  <a:lnTo>
                    <a:pt x="1618487" y="5697123"/>
                  </a:lnTo>
                  <a:lnTo>
                    <a:pt x="1626116" y="5692717"/>
                  </a:lnTo>
                  <a:close/>
                </a:path>
                <a:path w="6655434" h="6988809">
                  <a:moveTo>
                    <a:pt x="1700711" y="5823687"/>
                  </a:moveTo>
                  <a:lnTo>
                    <a:pt x="1704236" y="5829788"/>
                  </a:lnTo>
                  <a:lnTo>
                    <a:pt x="1698129" y="5833318"/>
                  </a:lnTo>
                  <a:lnTo>
                    <a:pt x="1694605" y="5827211"/>
                  </a:lnTo>
                  <a:lnTo>
                    <a:pt x="1700711" y="5823687"/>
                  </a:lnTo>
                  <a:close/>
                </a:path>
                <a:path w="6655434" h="6988809">
                  <a:moveTo>
                    <a:pt x="1775413" y="5954249"/>
                  </a:moveTo>
                  <a:lnTo>
                    <a:pt x="1778351" y="5959337"/>
                  </a:lnTo>
                  <a:lnTo>
                    <a:pt x="1773263" y="5962275"/>
                  </a:lnTo>
                  <a:lnTo>
                    <a:pt x="1770325" y="5957187"/>
                  </a:lnTo>
                  <a:lnTo>
                    <a:pt x="1775413" y="5954249"/>
                  </a:lnTo>
                  <a:close/>
                </a:path>
                <a:path w="6655434" h="6988809">
                  <a:moveTo>
                    <a:pt x="1850120" y="6084811"/>
                  </a:moveTo>
                  <a:lnTo>
                    <a:pt x="1852466" y="6088881"/>
                  </a:lnTo>
                  <a:lnTo>
                    <a:pt x="1848397" y="6091232"/>
                  </a:lnTo>
                  <a:lnTo>
                    <a:pt x="1846045" y="6087163"/>
                  </a:lnTo>
                  <a:lnTo>
                    <a:pt x="1850120" y="6084811"/>
                  </a:lnTo>
                  <a:close/>
                </a:path>
                <a:path w="6655434" h="6988809">
                  <a:moveTo>
                    <a:pt x="1924817" y="6215374"/>
                  </a:moveTo>
                  <a:lnTo>
                    <a:pt x="1926582" y="6218430"/>
                  </a:lnTo>
                  <a:lnTo>
                    <a:pt x="1923525" y="6220189"/>
                  </a:lnTo>
                  <a:lnTo>
                    <a:pt x="1921766" y="6217139"/>
                  </a:lnTo>
                  <a:lnTo>
                    <a:pt x="1924817" y="6215374"/>
                  </a:lnTo>
                  <a:close/>
                </a:path>
                <a:path w="6655434" h="6988809">
                  <a:moveTo>
                    <a:pt x="1999518" y="6345941"/>
                  </a:moveTo>
                  <a:lnTo>
                    <a:pt x="2000691" y="6347967"/>
                  </a:lnTo>
                  <a:lnTo>
                    <a:pt x="1998660" y="6349146"/>
                  </a:lnTo>
                  <a:lnTo>
                    <a:pt x="1997487" y="6347114"/>
                  </a:lnTo>
                  <a:lnTo>
                    <a:pt x="1999518" y="6345941"/>
                  </a:lnTo>
                  <a:close/>
                </a:path>
                <a:path w="6655434" h="6988809">
                  <a:moveTo>
                    <a:pt x="1421551" y="5637478"/>
                  </a:moveTo>
                  <a:lnTo>
                    <a:pt x="1426249" y="5645617"/>
                  </a:lnTo>
                  <a:lnTo>
                    <a:pt x="1418104" y="5650320"/>
                  </a:lnTo>
                  <a:lnTo>
                    <a:pt x="1413401" y="5642181"/>
                  </a:lnTo>
                  <a:lnTo>
                    <a:pt x="1421551" y="5637478"/>
                  </a:lnTo>
                  <a:close/>
                </a:path>
                <a:path w="6655434" h="6988809">
                  <a:moveTo>
                    <a:pt x="1496248" y="5768040"/>
                  </a:moveTo>
                  <a:lnTo>
                    <a:pt x="1500364" y="5775166"/>
                  </a:lnTo>
                  <a:lnTo>
                    <a:pt x="1493245" y="5779276"/>
                  </a:lnTo>
                  <a:lnTo>
                    <a:pt x="1489129" y="5772151"/>
                  </a:lnTo>
                  <a:lnTo>
                    <a:pt x="1496248" y="5768040"/>
                  </a:lnTo>
                  <a:close/>
                </a:path>
                <a:path w="6655434" h="6988809">
                  <a:moveTo>
                    <a:pt x="1570949" y="5898602"/>
                  </a:moveTo>
                  <a:lnTo>
                    <a:pt x="1574474" y="5904709"/>
                  </a:lnTo>
                  <a:lnTo>
                    <a:pt x="1568373" y="5908233"/>
                  </a:lnTo>
                  <a:lnTo>
                    <a:pt x="1564849" y="5902127"/>
                  </a:lnTo>
                  <a:lnTo>
                    <a:pt x="1570949" y="5898602"/>
                  </a:lnTo>
                  <a:close/>
                </a:path>
                <a:path w="6655434" h="6988809">
                  <a:moveTo>
                    <a:pt x="1645657" y="6029164"/>
                  </a:moveTo>
                  <a:lnTo>
                    <a:pt x="1648595" y="6034252"/>
                  </a:lnTo>
                  <a:lnTo>
                    <a:pt x="1643507" y="6037190"/>
                  </a:lnTo>
                  <a:lnTo>
                    <a:pt x="1640569" y="6032102"/>
                  </a:lnTo>
                  <a:lnTo>
                    <a:pt x="1645657" y="6029164"/>
                  </a:lnTo>
                  <a:close/>
                </a:path>
                <a:path w="6655434" h="6988809">
                  <a:moveTo>
                    <a:pt x="1720359" y="6159727"/>
                  </a:moveTo>
                  <a:lnTo>
                    <a:pt x="1722704" y="6163796"/>
                  </a:lnTo>
                  <a:lnTo>
                    <a:pt x="1718635" y="6166147"/>
                  </a:lnTo>
                  <a:lnTo>
                    <a:pt x="1716284" y="6162078"/>
                  </a:lnTo>
                  <a:lnTo>
                    <a:pt x="1720359" y="6159727"/>
                  </a:lnTo>
                  <a:close/>
                </a:path>
                <a:path w="6655434" h="6988809">
                  <a:moveTo>
                    <a:pt x="1795060" y="6290289"/>
                  </a:moveTo>
                  <a:lnTo>
                    <a:pt x="1796826" y="6293345"/>
                  </a:lnTo>
                  <a:lnTo>
                    <a:pt x="1793769" y="6295110"/>
                  </a:lnTo>
                  <a:lnTo>
                    <a:pt x="1792004" y="6292054"/>
                  </a:lnTo>
                  <a:lnTo>
                    <a:pt x="1795060" y="6290289"/>
                  </a:lnTo>
                  <a:close/>
                </a:path>
                <a:path w="6655434" h="6988809">
                  <a:moveTo>
                    <a:pt x="1869762" y="6420856"/>
                  </a:moveTo>
                  <a:lnTo>
                    <a:pt x="1870935" y="6422888"/>
                  </a:lnTo>
                  <a:lnTo>
                    <a:pt x="1868904" y="6424061"/>
                  </a:lnTo>
                  <a:lnTo>
                    <a:pt x="1867731" y="6422029"/>
                  </a:lnTo>
                  <a:lnTo>
                    <a:pt x="1869762" y="6420856"/>
                  </a:lnTo>
                  <a:close/>
                </a:path>
                <a:path w="6655434" h="6988809">
                  <a:moveTo>
                    <a:pt x="1217089" y="5581832"/>
                  </a:moveTo>
                  <a:lnTo>
                    <a:pt x="1222378" y="5590995"/>
                  </a:lnTo>
                  <a:lnTo>
                    <a:pt x="1213215" y="5596284"/>
                  </a:lnTo>
                  <a:lnTo>
                    <a:pt x="1207926" y="5587121"/>
                  </a:lnTo>
                  <a:lnTo>
                    <a:pt x="1217089" y="5581832"/>
                  </a:lnTo>
                  <a:close/>
                </a:path>
                <a:path w="6655434" h="6988809">
                  <a:moveTo>
                    <a:pt x="1291790" y="5712394"/>
                  </a:moveTo>
                  <a:lnTo>
                    <a:pt x="1296487" y="5720532"/>
                  </a:lnTo>
                  <a:lnTo>
                    <a:pt x="1288349" y="5725235"/>
                  </a:lnTo>
                  <a:lnTo>
                    <a:pt x="1283646" y="5717096"/>
                  </a:lnTo>
                  <a:lnTo>
                    <a:pt x="1291790" y="5712394"/>
                  </a:lnTo>
                  <a:close/>
                </a:path>
                <a:path w="6655434" h="6988809">
                  <a:moveTo>
                    <a:pt x="1366492" y="5842956"/>
                  </a:moveTo>
                  <a:lnTo>
                    <a:pt x="1370609" y="5850081"/>
                  </a:lnTo>
                  <a:lnTo>
                    <a:pt x="1363483" y="5854198"/>
                  </a:lnTo>
                  <a:lnTo>
                    <a:pt x="1359367" y="5847072"/>
                  </a:lnTo>
                  <a:lnTo>
                    <a:pt x="1366492" y="5842956"/>
                  </a:lnTo>
                  <a:close/>
                </a:path>
                <a:path w="6655434" h="6988809">
                  <a:moveTo>
                    <a:pt x="1441088" y="5973920"/>
                  </a:moveTo>
                  <a:lnTo>
                    <a:pt x="1444321" y="5979518"/>
                  </a:lnTo>
                  <a:lnTo>
                    <a:pt x="1438724" y="5982752"/>
                  </a:lnTo>
                  <a:lnTo>
                    <a:pt x="1435490" y="5977149"/>
                  </a:lnTo>
                  <a:lnTo>
                    <a:pt x="1441088" y="5973920"/>
                  </a:lnTo>
                  <a:close/>
                </a:path>
                <a:path w="6655434" h="6988809">
                  <a:moveTo>
                    <a:pt x="1515789" y="6104482"/>
                  </a:moveTo>
                  <a:lnTo>
                    <a:pt x="1518431" y="6109061"/>
                  </a:lnTo>
                  <a:lnTo>
                    <a:pt x="1513852" y="6111709"/>
                  </a:lnTo>
                  <a:lnTo>
                    <a:pt x="1511210" y="6107124"/>
                  </a:lnTo>
                  <a:lnTo>
                    <a:pt x="1515789" y="6104482"/>
                  </a:lnTo>
                  <a:close/>
                </a:path>
                <a:path w="6655434" h="6988809">
                  <a:moveTo>
                    <a:pt x="1590485" y="6235044"/>
                  </a:moveTo>
                  <a:lnTo>
                    <a:pt x="1592547" y="6238610"/>
                  </a:lnTo>
                  <a:lnTo>
                    <a:pt x="1588987" y="6240666"/>
                  </a:lnTo>
                  <a:lnTo>
                    <a:pt x="1586925" y="6237100"/>
                  </a:lnTo>
                  <a:lnTo>
                    <a:pt x="1590485" y="6235044"/>
                  </a:lnTo>
                  <a:close/>
                </a:path>
                <a:path w="6655434" h="6988809">
                  <a:moveTo>
                    <a:pt x="1665193" y="6365606"/>
                  </a:moveTo>
                  <a:lnTo>
                    <a:pt x="1666662" y="6368153"/>
                  </a:lnTo>
                  <a:lnTo>
                    <a:pt x="1664115" y="6369622"/>
                  </a:lnTo>
                  <a:lnTo>
                    <a:pt x="1662646" y="6367075"/>
                  </a:lnTo>
                  <a:lnTo>
                    <a:pt x="1665193" y="6365606"/>
                  </a:lnTo>
                  <a:close/>
                </a:path>
                <a:path w="6655434" h="6988809">
                  <a:moveTo>
                    <a:pt x="1739894" y="6496168"/>
                  </a:moveTo>
                  <a:lnTo>
                    <a:pt x="1740777" y="6497702"/>
                  </a:lnTo>
                  <a:lnTo>
                    <a:pt x="1739249" y="6498585"/>
                  </a:lnTo>
                  <a:lnTo>
                    <a:pt x="1738366" y="6497051"/>
                  </a:lnTo>
                  <a:lnTo>
                    <a:pt x="1739894" y="6496168"/>
                  </a:lnTo>
                  <a:close/>
                </a:path>
                <a:path w="6655434" h="6988809">
                  <a:moveTo>
                    <a:pt x="1087328" y="5656747"/>
                  </a:moveTo>
                  <a:lnTo>
                    <a:pt x="1092617" y="5665910"/>
                  </a:lnTo>
                  <a:lnTo>
                    <a:pt x="1083460" y="5671199"/>
                  </a:lnTo>
                  <a:lnTo>
                    <a:pt x="1078171" y="5662036"/>
                  </a:lnTo>
                  <a:lnTo>
                    <a:pt x="1087328" y="5656747"/>
                  </a:lnTo>
                  <a:close/>
                </a:path>
                <a:path w="6655434" h="6988809">
                  <a:moveTo>
                    <a:pt x="1162030" y="5787315"/>
                  </a:moveTo>
                  <a:lnTo>
                    <a:pt x="1166733" y="5795453"/>
                  </a:lnTo>
                  <a:lnTo>
                    <a:pt x="1158588" y="5800150"/>
                  </a:lnTo>
                  <a:lnTo>
                    <a:pt x="1153891" y="5792012"/>
                  </a:lnTo>
                  <a:lnTo>
                    <a:pt x="1162030" y="5787315"/>
                  </a:lnTo>
                  <a:close/>
                </a:path>
                <a:path w="6655434" h="6988809">
                  <a:moveTo>
                    <a:pt x="1236731" y="5917877"/>
                  </a:moveTo>
                  <a:lnTo>
                    <a:pt x="1240848" y="5925002"/>
                  </a:lnTo>
                  <a:lnTo>
                    <a:pt x="1233722" y="5929112"/>
                  </a:lnTo>
                  <a:lnTo>
                    <a:pt x="1229605" y="5921987"/>
                  </a:lnTo>
                  <a:lnTo>
                    <a:pt x="1236731" y="5917877"/>
                  </a:lnTo>
                  <a:close/>
                </a:path>
                <a:path w="6655434" h="6988809">
                  <a:moveTo>
                    <a:pt x="1311326" y="6048835"/>
                  </a:moveTo>
                  <a:lnTo>
                    <a:pt x="1314560" y="6054439"/>
                  </a:lnTo>
                  <a:lnTo>
                    <a:pt x="1308963" y="6057667"/>
                  </a:lnTo>
                  <a:lnTo>
                    <a:pt x="1305729" y="6052069"/>
                  </a:lnTo>
                  <a:lnTo>
                    <a:pt x="1311326" y="6048835"/>
                  </a:lnTo>
                  <a:close/>
                </a:path>
                <a:path w="6655434" h="6988809">
                  <a:moveTo>
                    <a:pt x="1386028" y="6179398"/>
                  </a:moveTo>
                  <a:lnTo>
                    <a:pt x="1388675" y="6183982"/>
                  </a:lnTo>
                  <a:lnTo>
                    <a:pt x="1384091" y="6186624"/>
                  </a:lnTo>
                  <a:lnTo>
                    <a:pt x="1381449" y="6182045"/>
                  </a:lnTo>
                  <a:lnTo>
                    <a:pt x="1386028" y="6179398"/>
                  </a:lnTo>
                  <a:close/>
                </a:path>
                <a:path w="6655434" h="6988809">
                  <a:moveTo>
                    <a:pt x="1460730" y="6309960"/>
                  </a:moveTo>
                  <a:lnTo>
                    <a:pt x="1462791" y="6313525"/>
                  </a:lnTo>
                  <a:lnTo>
                    <a:pt x="1459226" y="6315587"/>
                  </a:lnTo>
                  <a:lnTo>
                    <a:pt x="1457164" y="6312021"/>
                  </a:lnTo>
                  <a:lnTo>
                    <a:pt x="1460730" y="6309960"/>
                  </a:lnTo>
                  <a:close/>
                </a:path>
                <a:path w="6655434" h="6988809">
                  <a:moveTo>
                    <a:pt x="1535431" y="6440527"/>
                  </a:moveTo>
                  <a:lnTo>
                    <a:pt x="1536901" y="6443068"/>
                  </a:lnTo>
                  <a:lnTo>
                    <a:pt x="1534354" y="6444537"/>
                  </a:lnTo>
                  <a:lnTo>
                    <a:pt x="1532885" y="6441996"/>
                  </a:lnTo>
                  <a:lnTo>
                    <a:pt x="1535431" y="6440527"/>
                  </a:lnTo>
                  <a:close/>
                </a:path>
                <a:path w="6655434" h="6988809">
                  <a:moveTo>
                    <a:pt x="1610133" y="6571089"/>
                  </a:moveTo>
                  <a:lnTo>
                    <a:pt x="1611016" y="6572618"/>
                  </a:lnTo>
                  <a:lnTo>
                    <a:pt x="1609493" y="6573500"/>
                  </a:lnTo>
                  <a:lnTo>
                    <a:pt x="1608611" y="6571966"/>
                  </a:lnTo>
                  <a:lnTo>
                    <a:pt x="1610133" y="6571089"/>
                  </a:lnTo>
                  <a:close/>
                </a:path>
                <a:path w="6655434" h="6988809">
                  <a:moveTo>
                    <a:pt x="882871" y="5601099"/>
                  </a:moveTo>
                  <a:lnTo>
                    <a:pt x="888746" y="5611281"/>
                  </a:lnTo>
                  <a:lnTo>
                    <a:pt x="878564" y="5617157"/>
                  </a:lnTo>
                  <a:lnTo>
                    <a:pt x="872689" y="5606975"/>
                  </a:lnTo>
                  <a:lnTo>
                    <a:pt x="882871" y="5601099"/>
                  </a:lnTo>
                  <a:close/>
                </a:path>
                <a:path w="6655434" h="6988809">
                  <a:moveTo>
                    <a:pt x="957459" y="5732064"/>
                  </a:moveTo>
                  <a:lnTo>
                    <a:pt x="962452" y="5740718"/>
                  </a:lnTo>
                  <a:lnTo>
                    <a:pt x="953799" y="5745711"/>
                  </a:lnTo>
                  <a:lnTo>
                    <a:pt x="948806" y="5737057"/>
                  </a:lnTo>
                  <a:lnTo>
                    <a:pt x="957459" y="5732064"/>
                  </a:lnTo>
                  <a:close/>
                </a:path>
                <a:path w="6655434" h="6988809">
                  <a:moveTo>
                    <a:pt x="1032161" y="5862626"/>
                  </a:moveTo>
                  <a:lnTo>
                    <a:pt x="1036568" y="5870261"/>
                  </a:lnTo>
                  <a:lnTo>
                    <a:pt x="1028939" y="5874668"/>
                  </a:lnTo>
                  <a:lnTo>
                    <a:pt x="1024532" y="5867033"/>
                  </a:lnTo>
                  <a:lnTo>
                    <a:pt x="1032161" y="5862626"/>
                  </a:lnTo>
                  <a:close/>
                </a:path>
                <a:path w="6655434" h="6988809">
                  <a:moveTo>
                    <a:pt x="1106969" y="5992791"/>
                  </a:moveTo>
                  <a:lnTo>
                    <a:pt x="1111086" y="5999916"/>
                  </a:lnTo>
                  <a:lnTo>
                    <a:pt x="1103960" y="6004033"/>
                  </a:lnTo>
                  <a:lnTo>
                    <a:pt x="1099849" y="5996908"/>
                  </a:lnTo>
                  <a:lnTo>
                    <a:pt x="1106969" y="5992791"/>
                  </a:lnTo>
                  <a:close/>
                </a:path>
                <a:path w="6655434" h="6988809">
                  <a:moveTo>
                    <a:pt x="1181564" y="6123756"/>
                  </a:moveTo>
                  <a:lnTo>
                    <a:pt x="1184798" y="6129353"/>
                  </a:lnTo>
                  <a:lnTo>
                    <a:pt x="1179201" y="6132587"/>
                  </a:lnTo>
                  <a:lnTo>
                    <a:pt x="1175967" y="6126984"/>
                  </a:lnTo>
                  <a:lnTo>
                    <a:pt x="1181564" y="6123756"/>
                  </a:lnTo>
                  <a:close/>
                </a:path>
                <a:path w="6655434" h="6988809">
                  <a:moveTo>
                    <a:pt x="1256266" y="6254318"/>
                  </a:moveTo>
                  <a:lnTo>
                    <a:pt x="1258914" y="6258896"/>
                  </a:lnTo>
                  <a:lnTo>
                    <a:pt x="1254329" y="6261544"/>
                  </a:lnTo>
                  <a:lnTo>
                    <a:pt x="1251687" y="6256960"/>
                  </a:lnTo>
                  <a:lnTo>
                    <a:pt x="1256266" y="6254318"/>
                  </a:lnTo>
                  <a:close/>
                </a:path>
                <a:path w="6655434" h="6988809">
                  <a:moveTo>
                    <a:pt x="1330968" y="6384880"/>
                  </a:moveTo>
                  <a:lnTo>
                    <a:pt x="1333029" y="6388445"/>
                  </a:lnTo>
                  <a:lnTo>
                    <a:pt x="1329464" y="6390501"/>
                  </a:lnTo>
                  <a:lnTo>
                    <a:pt x="1327409" y="6386935"/>
                  </a:lnTo>
                  <a:lnTo>
                    <a:pt x="1330968" y="6384880"/>
                  </a:lnTo>
                  <a:close/>
                </a:path>
                <a:path w="6655434" h="6988809">
                  <a:moveTo>
                    <a:pt x="1405675" y="6515442"/>
                  </a:moveTo>
                  <a:lnTo>
                    <a:pt x="1407144" y="6517983"/>
                  </a:lnTo>
                  <a:lnTo>
                    <a:pt x="1404598" y="6519452"/>
                  </a:lnTo>
                  <a:lnTo>
                    <a:pt x="1403129" y="6516911"/>
                  </a:lnTo>
                  <a:lnTo>
                    <a:pt x="1405675" y="6515442"/>
                  </a:lnTo>
                  <a:close/>
                </a:path>
                <a:path w="6655434" h="6988809">
                  <a:moveTo>
                    <a:pt x="1480371" y="6646004"/>
                  </a:moveTo>
                  <a:lnTo>
                    <a:pt x="1481254" y="6647538"/>
                  </a:lnTo>
                  <a:lnTo>
                    <a:pt x="1479731" y="6648414"/>
                  </a:lnTo>
                  <a:lnTo>
                    <a:pt x="1478849" y="6646886"/>
                  </a:lnTo>
                  <a:lnTo>
                    <a:pt x="1480371" y="6646004"/>
                  </a:lnTo>
                  <a:close/>
                </a:path>
                <a:path w="6655434" h="6988809">
                  <a:moveTo>
                    <a:pt x="678513" y="5545055"/>
                  </a:moveTo>
                  <a:lnTo>
                    <a:pt x="685272" y="5556758"/>
                  </a:lnTo>
                  <a:lnTo>
                    <a:pt x="673562" y="5563517"/>
                  </a:lnTo>
                  <a:lnTo>
                    <a:pt x="666804" y="5551813"/>
                  </a:lnTo>
                  <a:lnTo>
                    <a:pt x="678513" y="5545055"/>
                  </a:lnTo>
                  <a:close/>
                </a:path>
                <a:path w="6655434" h="6988809">
                  <a:moveTo>
                    <a:pt x="753109" y="5676019"/>
                  </a:moveTo>
                  <a:lnTo>
                    <a:pt x="758984" y="5686195"/>
                  </a:lnTo>
                  <a:lnTo>
                    <a:pt x="748802" y="5692071"/>
                  </a:lnTo>
                  <a:lnTo>
                    <a:pt x="742927" y="5681895"/>
                  </a:lnTo>
                  <a:lnTo>
                    <a:pt x="753109" y="5676019"/>
                  </a:lnTo>
                  <a:close/>
                </a:path>
                <a:path w="6655434" h="6988809">
                  <a:moveTo>
                    <a:pt x="827698" y="5806978"/>
                  </a:moveTo>
                  <a:lnTo>
                    <a:pt x="832697" y="5815632"/>
                  </a:lnTo>
                  <a:lnTo>
                    <a:pt x="824049" y="5820625"/>
                  </a:lnTo>
                  <a:lnTo>
                    <a:pt x="819050" y="5811971"/>
                  </a:lnTo>
                  <a:lnTo>
                    <a:pt x="827698" y="5806978"/>
                  </a:lnTo>
                  <a:close/>
                </a:path>
                <a:path w="6655434" h="6988809">
                  <a:moveTo>
                    <a:pt x="902399" y="5937540"/>
                  </a:moveTo>
                  <a:lnTo>
                    <a:pt x="906806" y="5945175"/>
                  </a:lnTo>
                  <a:lnTo>
                    <a:pt x="899177" y="5949582"/>
                  </a:lnTo>
                  <a:lnTo>
                    <a:pt x="894770" y="5941947"/>
                  </a:lnTo>
                  <a:lnTo>
                    <a:pt x="902399" y="5937540"/>
                  </a:lnTo>
                  <a:close/>
                </a:path>
                <a:path w="6655434" h="6988809">
                  <a:moveTo>
                    <a:pt x="977107" y="6068108"/>
                  </a:moveTo>
                  <a:lnTo>
                    <a:pt x="980927" y="6074724"/>
                  </a:lnTo>
                  <a:lnTo>
                    <a:pt x="974305" y="6078544"/>
                  </a:lnTo>
                  <a:lnTo>
                    <a:pt x="970485" y="6071928"/>
                  </a:lnTo>
                  <a:lnTo>
                    <a:pt x="977107" y="6068108"/>
                  </a:lnTo>
                  <a:close/>
                </a:path>
                <a:path w="6655434" h="6988809">
                  <a:moveTo>
                    <a:pt x="1051702" y="6199073"/>
                  </a:moveTo>
                  <a:lnTo>
                    <a:pt x="1054640" y="6204160"/>
                  </a:lnTo>
                  <a:lnTo>
                    <a:pt x="1049552" y="6207098"/>
                  </a:lnTo>
                  <a:lnTo>
                    <a:pt x="1046614" y="6202010"/>
                  </a:lnTo>
                  <a:lnTo>
                    <a:pt x="1051702" y="6199073"/>
                  </a:lnTo>
                  <a:close/>
                </a:path>
                <a:path w="6655434" h="6988809">
                  <a:moveTo>
                    <a:pt x="1126404" y="6329635"/>
                  </a:moveTo>
                  <a:lnTo>
                    <a:pt x="1128755" y="6333710"/>
                  </a:lnTo>
                  <a:lnTo>
                    <a:pt x="1124680" y="6336061"/>
                  </a:lnTo>
                  <a:lnTo>
                    <a:pt x="1122329" y="6331986"/>
                  </a:lnTo>
                  <a:lnTo>
                    <a:pt x="1126404" y="6329635"/>
                  </a:lnTo>
                  <a:close/>
                </a:path>
                <a:path w="6655434" h="6988809">
                  <a:moveTo>
                    <a:pt x="1201100" y="6460203"/>
                  </a:moveTo>
                  <a:lnTo>
                    <a:pt x="1202865" y="6463253"/>
                  </a:lnTo>
                  <a:lnTo>
                    <a:pt x="1199814" y="6465012"/>
                  </a:lnTo>
                  <a:lnTo>
                    <a:pt x="1198049" y="6461962"/>
                  </a:lnTo>
                  <a:lnTo>
                    <a:pt x="1201100" y="6460203"/>
                  </a:lnTo>
                  <a:close/>
                </a:path>
                <a:path w="6655434" h="6988809">
                  <a:moveTo>
                    <a:pt x="1275807" y="6590764"/>
                  </a:moveTo>
                  <a:lnTo>
                    <a:pt x="1276980" y="6592802"/>
                  </a:lnTo>
                  <a:lnTo>
                    <a:pt x="1274942" y="6593975"/>
                  </a:lnTo>
                  <a:lnTo>
                    <a:pt x="1273769" y="6591937"/>
                  </a:lnTo>
                  <a:lnTo>
                    <a:pt x="1275807" y="6590764"/>
                  </a:lnTo>
                  <a:close/>
                </a:path>
                <a:path w="6655434" h="6988809">
                  <a:moveTo>
                    <a:pt x="1349490" y="6721913"/>
                  </a:moveTo>
                  <a:lnTo>
                    <a:pt x="1350848" y="6721913"/>
                  </a:lnTo>
                  <a:lnTo>
                    <a:pt x="1351095" y="6722339"/>
                  </a:lnTo>
                  <a:lnTo>
                    <a:pt x="1349737" y="6722339"/>
                  </a:lnTo>
                  <a:lnTo>
                    <a:pt x="1349490" y="6721913"/>
                  </a:lnTo>
                  <a:close/>
                </a:path>
                <a:path w="6655434" h="6988809">
                  <a:moveTo>
                    <a:pt x="548646" y="5620372"/>
                  </a:moveTo>
                  <a:lnTo>
                    <a:pt x="555108" y="5631566"/>
                  </a:lnTo>
                  <a:lnTo>
                    <a:pt x="543913" y="5638028"/>
                  </a:lnTo>
                  <a:lnTo>
                    <a:pt x="537451" y="5626834"/>
                  </a:lnTo>
                  <a:lnTo>
                    <a:pt x="548646" y="5620372"/>
                  </a:lnTo>
                  <a:close/>
                </a:path>
                <a:path w="6655434" h="6988809">
                  <a:moveTo>
                    <a:pt x="623241" y="5751336"/>
                  </a:moveTo>
                  <a:lnTo>
                    <a:pt x="628821" y="5761003"/>
                  </a:lnTo>
                  <a:lnTo>
                    <a:pt x="619154" y="5766582"/>
                  </a:lnTo>
                  <a:lnTo>
                    <a:pt x="613574" y="5756922"/>
                  </a:lnTo>
                  <a:lnTo>
                    <a:pt x="623241" y="5751336"/>
                  </a:lnTo>
                  <a:close/>
                </a:path>
                <a:path w="6655434" h="6988809">
                  <a:moveTo>
                    <a:pt x="697937" y="5881898"/>
                  </a:moveTo>
                  <a:lnTo>
                    <a:pt x="702936" y="5890552"/>
                  </a:lnTo>
                  <a:lnTo>
                    <a:pt x="694289" y="5895545"/>
                  </a:lnTo>
                  <a:lnTo>
                    <a:pt x="689289" y="5886892"/>
                  </a:lnTo>
                  <a:lnTo>
                    <a:pt x="697937" y="5881898"/>
                  </a:lnTo>
                  <a:close/>
                </a:path>
                <a:path w="6655434" h="6988809">
                  <a:moveTo>
                    <a:pt x="772644" y="6012460"/>
                  </a:moveTo>
                  <a:lnTo>
                    <a:pt x="777051" y="6020095"/>
                  </a:lnTo>
                  <a:lnTo>
                    <a:pt x="769417" y="6024502"/>
                  </a:lnTo>
                  <a:lnTo>
                    <a:pt x="765010" y="6016867"/>
                  </a:lnTo>
                  <a:lnTo>
                    <a:pt x="772644" y="6012460"/>
                  </a:lnTo>
                  <a:close/>
                </a:path>
                <a:path w="6655434" h="6988809">
                  <a:moveTo>
                    <a:pt x="847240" y="6143425"/>
                  </a:moveTo>
                  <a:lnTo>
                    <a:pt x="850764" y="6149532"/>
                  </a:lnTo>
                  <a:lnTo>
                    <a:pt x="844658" y="6153056"/>
                  </a:lnTo>
                  <a:lnTo>
                    <a:pt x="841133" y="6146949"/>
                  </a:lnTo>
                  <a:lnTo>
                    <a:pt x="847240" y="6143425"/>
                  </a:lnTo>
                  <a:close/>
                </a:path>
                <a:path w="6655434" h="6988809">
                  <a:moveTo>
                    <a:pt x="921941" y="6273987"/>
                  </a:moveTo>
                  <a:lnTo>
                    <a:pt x="924879" y="6279081"/>
                  </a:lnTo>
                  <a:lnTo>
                    <a:pt x="919791" y="6282019"/>
                  </a:lnTo>
                  <a:lnTo>
                    <a:pt x="916853" y="6276925"/>
                  </a:lnTo>
                  <a:lnTo>
                    <a:pt x="921941" y="6273987"/>
                  </a:lnTo>
                  <a:close/>
                </a:path>
                <a:path w="6655434" h="6988809">
                  <a:moveTo>
                    <a:pt x="996643" y="6404555"/>
                  </a:moveTo>
                  <a:lnTo>
                    <a:pt x="998994" y="6408624"/>
                  </a:lnTo>
                  <a:lnTo>
                    <a:pt x="994919" y="6410976"/>
                  </a:lnTo>
                  <a:lnTo>
                    <a:pt x="992568" y="6406906"/>
                  </a:lnTo>
                  <a:lnTo>
                    <a:pt x="996643" y="6404555"/>
                  </a:lnTo>
                  <a:close/>
                </a:path>
                <a:path w="6655434" h="6988809">
                  <a:moveTo>
                    <a:pt x="1071345" y="6535117"/>
                  </a:moveTo>
                  <a:lnTo>
                    <a:pt x="1073110" y="6538167"/>
                  </a:lnTo>
                  <a:lnTo>
                    <a:pt x="1070054" y="6539932"/>
                  </a:lnTo>
                  <a:lnTo>
                    <a:pt x="1068288" y="6536882"/>
                  </a:lnTo>
                  <a:lnTo>
                    <a:pt x="1071345" y="6535117"/>
                  </a:lnTo>
                  <a:close/>
                </a:path>
                <a:path w="6655434" h="6988809">
                  <a:moveTo>
                    <a:pt x="1146052" y="6665679"/>
                  </a:moveTo>
                  <a:lnTo>
                    <a:pt x="1147225" y="6667716"/>
                  </a:lnTo>
                  <a:lnTo>
                    <a:pt x="1145187" y="6668889"/>
                  </a:lnTo>
                  <a:lnTo>
                    <a:pt x="1144014" y="6666852"/>
                  </a:lnTo>
                  <a:lnTo>
                    <a:pt x="1146052" y="6665679"/>
                  </a:lnTo>
                  <a:close/>
                </a:path>
                <a:path w="6655434" h="6988809">
                  <a:moveTo>
                    <a:pt x="1219729" y="6796827"/>
                  </a:moveTo>
                  <a:lnTo>
                    <a:pt x="1221086" y="6796827"/>
                  </a:lnTo>
                  <a:lnTo>
                    <a:pt x="1221335" y="6797260"/>
                  </a:lnTo>
                  <a:lnTo>
                    <a:pt x="1219978" y="6797260"/>
                  </a:lnTo>
                  <a:lnTo>
                    <a:pt x="1219729" y="6796827"/>
                  </a:lnTo>
                  <a:close/>
                </a:path>
                <a:path w="6655434" h="6988809">
                  <a:moveTo>
                    <a:pt x="344290" y="5564322"/>
                  </a:moveTo>
                  <a:lnTo>
                    <a:pt x="351635" y="5577044"/>
                  </a:lnTo>
                  <a:lnTo>
                    <a:pt x="338912" y="5584389"/>
                  </a:lnTo>
                  <a:lnTo>
                    <a:pt x="331567" y="5571666"/>
                  </a:lnTo>
                  <a:lnTo>
                    <a:pt x="344290" y="5564322"/>
                  </a:lnTo>
                  <a:close/>
                </a:path>
                <a:path w="6655434" h="6988809">
                  <a:moveTo>
                    <a:pt x="418778" y="5695695"/>
                  </a:moveTo>
                  <a:lnTo>
                    <a:pt x="424950" y="5706380"/>
                  </a:lnTo>
                  <a:lnTo>
                    <a:pt x="414265" y="5712546"/>
                  </a:lnTo>
                  <a:lnTo>
                    <a:pt x="408093" y="5701861"/>
                  </a:lnTo>
                  <a:lnTo>
                    <a:pt x="418778" y="5695695"/>
                  </a:lnTo>
                  <a:close/>
                </a:path>
                <a:path w="6655434" h="6988809">
                  <a:moveTo>
                    <a:pt x="493373" y="5826654"/>
                  </a:moveTo>
                  <a:lnTo>
                    <a:pt x="498662" y="5835817"/>
                  </a:lnTo>
                  <a:lnTo>
                    <a:pt x="489505" y="5841100"/>
                  </a:lnTo>
                  <a:lnTo>
                    <a:pt x="484216" y="5831943"/>
                  </a:lnTo>
                  <a:lnTo>
                    <a:pt x="493373" y="5826654"/>
                  </a:lnTo>
                  <a:close/>
                </a:path>
                <a:path w="6655434" h="6988809">
                  <a:moveTo>
                    <a:pt x="568076" y="5957216"/>
                  </a:moveTo>
                  <a:lnTo>
                    <a:pt x="572778" y="5965360"/>
                  </a:lnTo>
                  <a:lnTo>
                    <a:pt x="564634" y="5970057"/>
                  </a:lnTo>
                  <a:lnTo>
                    <a:pt x="559937" y="5961919"/>
                  </a:lnTo>
                  <a:lnTo>
                    <a:pt x="568076" y="5957216"/>
                  </a:lnTo>
                  <a:close/>
                </a:path>
                <a:path w="6655434" h="6988809">
                  <a:moveTo>
                    <a:pt x="642777" y="6087778"/>
                  </a:moveTo>
                  <a:lnTo>
                    <a:pt x="646893" y="6094903"/>
                  </a:lnTo>
                  <a:lnTo>
                    <a:pt x="639768" y="6099020"/>
                  </a:lnTo>
                  <a:lnTo>
                    <a:pt x="635651" y="6091895"/>
                  </a:lnTo>
                  <a:lnTo>
                    <a:pt x="642777" y="6087778"/>
                  </a:lnTo>
                  <a:close/>
                </a:path>
                <a:path w="6655434" h="6988809">
                  <a:moveTo>
                    <a:pt x="717372" y="6218749"/>
                  </a:moveTo>
                  <a:lnTo>
                    <a:pt x="720606" y="6224346"/>
                  </a:lnTo>
                  <a:lnTo>
                    <a:pt x="715009" y="6227574"/>
                  </a:lnTo>
                  <a:lnTo>
                    <a:pt x="711775" y="6221977"/>
                  </a:lnTo>
                  <a:lnTo>
                    <a:pt x="717372" y="6218749"/>
                  </a:lnTo>
                  <a:close/>
                </a:path>
                <a:path w="6655434" h="6988809">
                  <a:moveTo>
                    <a:pt x="792079" y="6349311"/>
                  </a:moveTo>
                  <a:lnTo>
                    <a:pt x="794721" y="6353883"/>
                  </a:lnTo>
                  <a:lnTo>
                    <a:pt x="790136" y="6356531"/>
                  </a:lnTo>
                  <a:lnTo>
                    <a:pt x="787495" y="6351952"/>
                  </a:lnTo>
                  <a:lnTo>
                    <a:pt x="792079" y="6349311"/>
                  </a:lnTo>
                  <a:close/>
                </a:path>
                <a:path w="6655434" h="6988809">
                  <a:moveTo>
                    <a:pt x="866781" y="6479873"/>
                  </a:moveTo>
                  <a:lnTo>
                    <a:pt x="868836" y="6483432"/>
                  </a:lnTo>
                  <a:lnTo>
                    <a:pt x="865271" y="6485488"/>
                  </a:lnTo>
                  <a:lnTo>
                    <a:pt x="863216" y="6481928"/>
                  </a:lnTo>
                  <a:lnTo>
                    <a:pt x="866781" y="6479873"/>
                  </a:lnTo>
                  <a:close/>
                </a:path>
                <a:path w="6655434" h="6988809">
                  <a:moveTo>
                    <a:pt x="941477" y="6610435"/>
                  </a:moveTo>
                  <a:lnTo>
                    <a:pt x="942946" y="6612982"/>
                  </a:lnTo>
                  <a:lnTo>
                    <a:pt x="940405" y="6614451"/>
                  </a:lnTo>
                  <a:lnTo>
                    <a:pt x="938936" y="6611904"/>
                  </a:lnTo>
                  <a:lnTo>
                    <a:pt x="941477" y="6610435"/>
                  </a:lnTo>
                  <a:close/>
                </a:path>
                <a:path w="6655434" h="6988809">
                  <a:moveTo>
                    <a:pt x="1016179" y="6740997"/>
                  </a:moveTo>
                  <a:lnTo>
                    <a:pt x="1017061" y="6742525"/>
                  </a:lnTo>
                  <a:lnTo>
                    <a:pt x="1015539" y="6743401"/>
                  </a:lnTo>
                  <a:lnTo>
                    <a:pt x="1014656" y="6741873"/>
                  </a:lnTo>
                  <a:lnTo>
                    <a:pt x="1016179" y="6740997"/>
                  </a:lnTo>
                  <a:close/>
                </a:path>
                <a:path w="6655434" h="6988809">
                  <a:moveTo>
                    <a:pt x="214422" y="5639646"/>
                  </a:moveTo>
                  <a:lnTo>
                    <a:pt x="221476" y="5651859"/>
                  </a:lnTo>
                  <a:lnTo>
                    <a:pt x="209263" y="5658907"/>
                  </a:lnTo>
                  <a:lnTo>
                    <a:pt x="202208" y="5646694"/>
                  </a:lnTo>
                  <a:lnTo>
                    <a:pt x="214422" y="5639646"/>
                  </a:lnTo>
                  <a:close/>
                </a:path>
                <a:path w="6655434" h="6988809">
                  <a:moveTo>
                    <a:pt x="288916" y="5771007"/>
                  </a:moveTo>
                  <a:lnTo>
                    <a:pt x="294791" y="5781183"/>
                  </a:lnTo>
                  <a:lnTo>
                    <a:pt x="284609" y="5787059"/>
                  </a:lnTo>
                  <a:lnTo>
                    <a:pt x="278734" y="5776883"/>
                  </a:lnTo>
                  <a:lnTo>
                    <a:pt x="288916" y="5771007"/>
                  </a:lnTo>
                  <a:close/>
                </a:path>
                <a:path w="6655434" h="6988809">
                  <a:moveTo>
                    <a:pt x="363505" y="5901972"/>
                  </a:moveTo>
                  <a:lnTo>
                    <a:pt x="368497" y="5910625"/>
                  </a:lnTo>
                  <a:lnTo>
                    <a:pt x="359844" y="5915618"/>
                  </a:lnTo>
                  <a:lnTo>
                    <a:pt x="354851" y="5906971"/>
                  </a:lnTo>
                  <a:lnTo>
                    <a:pt x="363505" y="5901972"/>
                  </a:lnTo>
                  <a:close/>
                </a:path>
                <a:path w="6655434" h="6988809">
                  <a:moveTo>
                    <a:pt x="438313" y="6032137"/>
                  </a:moveTo>
                  <a:lnTo>
                    <a:pt x="443016" y="6040275"/>
                  </a:lnTo>
                  <a:lnTo>
                    <a:pt x="434872" y="6044978"/>
                  </a:lnTo>
                  <a:lnTo>
                    <a:pt x="430175" y="6036834"/>
                  </a:lnTo>
                  <a:lnTo>
                    <a:pt x="438313" y="6032137"/>
                  </a:lnTo>
                  <a:close/>
                </a:path>
                <a:path w="6655434" h="6988809">
                  <a:moveTo>
                    <a:pt x="513014" y="6162699"/>
                  </a:moveTo>
                  <a:lnTo>
                    <a:pt x="517131" y="6169824"/>
                  </a:lnTo>
                  <a:lnTo>
                    <a:pt x="510005" y="6173935"/>
                  </a:lnTo>
                  <a:lnTo>
                    <a:pt x="505894" y="6166809"/>
                  </a:lnTo>
                  <a:lnTo>
                    <a:pt x="513014" y="6162699"/>
                  </a:lnTo>
                  <a:close/>
                </a:path>
                <a:path w="6655434" h="6988809">
                  <a:moveTo>
                    <a:pt x="587610" y="6293663"/>
                  </a:moveTo>
                  <a:lnTo>
                    <a:pt x="590844" y="6299261"/>
                  </a:lnTo>
                  <a:lnTo>
                    <a:pt x="585246" y="6302495"/>
                  </a:lnTo>
                  <a:lnTo>
                    <a:pt x="582018" y="6296897"/>
                  </a:lnTo>
                  <a:lnTo>
                    <a:pt x="587610" y="6293663"/>
                  </a:lnTo>
                  <a:close/>
                </a:path>
                <a:path w="6655434" h="6988809">
                  <a:moveTo>
                    <a:pt x="662317" y="6424225"/>
                  </a:moveTo>
                  <a:lnTo>
                    <a:pt x="664959" y="6428804"/>
                  </a:lnTo>
                  <a:lnTo>
                    <a:pt x="660374" y="6431445"/>
                  </a:lnTo>
                  <a:lnTo>
                    <a:pt x="657732" y="6426873"/>
                  </a:lnTo>
                  <a:lnTo>
                    <a:pt x="662317" y="6424225"/>
                  </a:lnTo>
                  <a:close/>
                </a:path>
                <a:path w="6655434" h="6988809">
                  <a:moveTo>
                    <a:pt x="737019" y="6554787"/>
                  </a:moveTo>
                  <a:lnTo>
                    <a:pt x="739074" y="6558347"/>
                  </a:lnTo>
                  <a:lnTo>
                    <a:pt x="735508" y="6560408"/>
                  </a:lnTo>
                  <a:lnTo>
                    <a:pt x="733453" y="6556848"/>
                  </a:lnTo>
                  <a:lnTo>
                    <a:pt x="737019" y="6554787"/>
                  </a:lnTo>
                  <a:close/>
                </a:path>
                <a:path w="6655434" h="6988809">
                  <a:moveTo>
                    <a:pt x="811720" y="6685349"/>
                  </a:moveTo>
                  <a:lnTo>
                    <a:pt x="813190" y="6687896"/>
                  </a:lnTo>
                  <a:lnTo>
                    <a:pt x="810649" y="6689365"/>
                  </a:lnTo>
                  <a:lnTo>
                    <a:pt x="809179" y="6686818"/>
                  </a:lnTo>
                  <a:lnTo>
                    <a:pt x="811720" y="6685349"/>
                  </a:lnTo>
                  <a:close/>
                </a:path>
                <a:path w="6655434" h="6988809">
                  <a:moveTo>
                    <a:pt x="886416" y="6815911"/>
                  </a:moveTo>
                  <a:lnTo>
                    <a:pt x="887299" y="6817439"/>
                  </a:lnTo>
                  <a:lnTo>
                    <a:pt x="885777" y="6818322"/>
                  </a:lnTo>
                  <a:lnTo>
                    <a:pt x="884894" y="6816794"/>
                  </a:lnTo>
                  <a:lnTo>
                    <a:pt x="886416" y="6815911"/>
                  </a:lnTo>
                  <a:close/>
                </a:path>
                <a:path w="6655434" h="6988809">
                  <a:moveTo>
                    <a:pt x="9959" y="5583998"/>
                  </a:moveTo>
                  <a:lnTo>
                    <a:pt x="17642" y="5597304"/>
                  </a:lnTo>
                  <a:lnTo>
                    <a:pt x="17471" y="5597304"/>
                  </a:lnTo>
                  <a:lnTo>
                    <a:pt x="4367" y="5604865"/>
                  </a:lnTo>
                  <a:lnTo>
                    <a:pt x="3" y="5597304"/>
                  </a:lnTo>
                  <a:lnTo>
                    <a:pt x="3" y="5589750"/>
                  </a:lnTo>
                  <a:lnTo>
                    <a:pt x="9959" y="5583998"/>
                  </a:lnTo>
                  <a:close/>
                </a:path>
                <a:path w="6655434" h="6988809">
                  <a:moveTo>
                    <a:pt x="84559" y="5714963"/>
                  </a:moveTo>
                  <a:lnTo>
                    <a:pt x="91317" y="5726661"/>
                  </a:lnTo>
                  <a:lnTo>
                    <a:pt x="79608" y="5733419"/>
                  </a:lnTo>
                  <a:lnTo>
                    <a:pt x="72855" y="5721721"/>
                  </a:lnTo>
                  <a:lnTo>
                    <a:pt x="84559" y="5714963"/>
                  </a:lnTo>
                  <a:close/>
                </a:path>
                <a:path w="6655434" h="6988809">
                  <a:moveTo>
                    <a:pt x="159042" y="5846330"/>
                  </a:moveTo>
                  <a:lnTo>
                    <a:pt x="164627" y="5855997"/>
                  </a:lnTo>
                  <a:lnTo>
                    <a:pt x="154954" y="5861582"/>
                  </a:lnTo>
                  <a:lnTo>
                    <a:pt x="149375" y="5851910"/>
                  </a:lnTo>
                  <a:lnTo>
                    <a:pt x="159042" y="5846330"/>
                  </a:lnTo>
                  <a:close/>
                </a:path>
                <a:path w="6655434" h="6988809">
                  <a:moveTo>
                    <a:pt x="233749" y="5976892"/>
                  </a:moveTo>
                  <a:lnTo>
                    <a:pt x="238742" y="5985540"/>
                  </a:lnTo>
                  <a:lnTo>
                    <a:pt x="230095" y="5990533"/>
                  </a:lnTo>
                  <a:lnTo>
                    <a:pt x="225102" y="5981886"/>
                  </a:lnTo>
                  <a:lnTo>
                    <a:pt x="233749" y="5976892"/>
                  </a:lnTo>
                  <a:close/>
                </a:path>
                <a:path w="6655434" h="6988809">
                  <a:moveTo>
                    <a:pt x="308451" y="6107454"/>
                  </a:moveTo>
                  <a:lnTo>
                    <a:pt x="312858" y="6115089"/>
                  </a:lnTo>
                  <a:lnTo>
                    <a:pt x="305223" y="6119496"/>
                  </a:lnTo>
                  <a:lnTo>
                    <a:pt x="300816" y="6111861"/>
                  </a:lnTo>
                  <a:lnTo>
                    <a:pt x="308451" y="6107454"/>
                  </a:lnTo>
                  <a:close/>
                </a:path>
                <a:path w="6655434" h="6988809">
                  <a:moveTo>
                    <a:pt x="383152" y="6238016"/>
                  </a:moveTo>
                  <a:lnTo>
                    <a:pt x="386973" y="6244627"/>
                  </a:lnTo>
                  <a:lnTo>
                    <a:pt x="380351" y="6248447"/>
                  </a:lnTo>
                  <a:lnTo>
                    <a:pt x="376536" y="6241837"/>
                  </a:lnTo>
                  <a:lnTo>
                    <a:pt x="383152" y="6238016"/>
                  </a:lnTo>
                  <a:close/>
                </a:path>
                <a:path w="6655434" h="6988809">
                  <a:moveTo>
                    <a:pt x="457748" y="6368981"/>
                  </a:moveTo>
                  <a:lnTo>
                    <a:pt x="460686" y="6374069"/>
                  </a:lnTo>
                  <a:lnTo>
                    <a:pt x="455598" y="6377007"/>
                  </a:lnTo>
                  <a:lnTo>
                    <a:pt x="452660" y="6371919"/>
                  </a:lnTo>
                  <a:lnTo>
                    <a:pt x="457748" y="6368981"/>
                  </a:lnTo>
                  <a:close/>
                </a:path>
                <a:path w="6655434" h="6988809">
                  <a:moveTo>
                    <a:pt x="532449" y="6499543"/>
                  </a:moveTo>
                  <a:lnTo>
                    <a:pt x="534801" y="6503612"/>
                  </a:lnTo>
                  <a:lnTo>
                    <a:pt x="530726" y="6505964"/>
                  </a:lnTo>
                  <a:lnTo>
                    <a:pt x="528374" y="6501895"/>
                  </a:lnTo>
                  <a:lnTo>
                    <a:pt x="532449" y="6499543"/>
                  </a:lnTo>
                  <a:close/>
                </a:path>
                <a:path w="6655434" h="6988809">
                  <a:moveTo>
                    <a:pt x="607146" y="6630105"/>
                  </a:moveTo>
                  <a:lnTo>
                    <a:pt x="608911" y="6633161"/>
                  </a:lnTo>
                  <a:lnTo>
                    <a:pt x="605854" y="6634920"/>
                  </a:lnTo>
                  <a:lnTo>
                    <a:pt x="604095" y="6631870"/>
                  </a:lnTo>
                  <a:lnTo>
                    <a:pt x="607146" y="6630105"/>
                  </a:lnTo>
                  <a:close/>
                </a:path>
                <a:path w="6655434" h="6988809">
                  <a:moveTo>
                    <a:pt x="681853" y="6760667"/>
                  </a:moveTo>
                  <a:lnTo>
                    <a:pt x="683026" y="6762705"/>
                  </a:lnTo>
                  <a:lnTo>
                    <a:pt x="680988" y="6763883"/>
                  </a:lnTo>
                  <a:lnTo>
                    <a:pt x="679815" y="6761846"/>
                  </a:lnTo>
                  <a:lnTo>
                    <a:pt x="681853" y="6760667"/>
                  </a:lnTo>
                  <a:close/>
                </a:path>
                <a:path w="6655434" h="6988809">
                  <a:moveTo>
                    <a:pt x="755536" y="6891815"/>
                  </a:moveTo>
                  <a:lnTo>
                    <a:pt x="756892" y="6891815"/>
                  </a:lnTo>
                  <a:lnTo>
                    <a:pt x="757141" y="6892248"/>
                  </a:lnTo>
                  <a:lnTo>
                    <a:pt x="755785" y="6892248"/>
                  </a:lnTo>
                  <a:lnTo>
                    <a:pt x="755536" y="6891815"/>
                  </a:lnTo>
                  <a:close/>
                </a:path>
                <a:path w="6655434" h="6988809">
                  <a:moveTo>
                    <a:pt x="29179" y="5921642"/>
                  </a:moveTo>
                  <a:lnTo>
                    <a:pt x="34468" y="5930805"/>
                  </a:lnTo>
                  <a:lnTo>
                    <a:pt x="25305" y="5936095"/>
                  </a:lnTo>
                  <a:lnTo>
                    <a:pt x="20016" y="5926932"/>
                  </a:lnTo>
                  <a:lnTo>
                    <a:pt x="29179" y="5921642"/>
                  </a:lnTo>
                  <a:close/>
                </a:path>
                <a:path w="6655434" h="6988809">
                  <a:moveTo>
                    <a:pt x="103881" y="6052204"/>
                  </a:moveTo>
                  <a:lnTo>
                    <a:pt x="108584" y="6060354"/>
                  </a:lnTo>
                  <a:lnTo>
                    <a:pt x="100440" y="6065057"/>
                  </a:lnTo>
                  <a:lnTo>
                    <a:pt x="95737" y="6056907"/>
                  </a:lnTo>
                  <a:lnTo>
                    <a:pt x="103881" y="6052204"/>
                  </a:lnTo>
                  <a:close/>
                </a:path>
                <a:path w="6655434" h="6988809">
                  <a:moveTo>
                    <a:pt x="178577" y="6182772"/>
                  </a:moveTo>
                  <a:lnTo>
                    <a:pt x="182693" y="6189897"/>
                  </a:lnTo>
                  <a:lnTo>
                    <a:pt x="175574" y="6194008"/>
                  </a:lnTo>
                  <a:lnTo>
                    <a:pt x="171457" y="6186883"/>
                  </a:lnTo>
                  <a:lnTo>
                    <a:pt x="178577" y="6182772"/>
                  </a:lnTo>
                  <a:close/>
                </a:path>
                <a:path w="6655434" h="6988809">
                  <a:moveTo>
                    <a:pt x="253284" y="6313334"/>
                  </a:moveTo>
                  <a:lnTo>
                    <a:pt x="256809" y="6319441"/>
                  </a:lnTo>
                  <a:lnTo>
                    <a:pt x="250702" y="6322965"/>
                  </a:lnTo>
                  <a:lnTo>
                    <a:pt x="247178" y="6316858"/>
                  </a:lnTo>
                  <a:lnTo>
                    <a:pt x="253284" y="6313334"/>
                  </a:lnTo>
                  <a:close/>
                </a:path>
                <a:path w="6655434" h="6988809">
                  <a:moveTo>
                    <a:pt x="327872" y="6444299"/>
                  </a:moveTo>
                  <a:lnTo>
                    <a:pt x="330520" y="6448883"/>
                  </a:lnTo>
                  <a:lnTo>
                    <a:pt x="325942" y="6451525"/>
                  </a:lnTo>
                  <a:lnTo>
                    <a:pt x="323300" y="6446941"/>
                  </a:lnTo>
                  <a:lnTo>
                    <a:pt x="327872" y="6444299"/>
                  </a:lnTo>
                  <a:close/>
                </a:path>
                <a:path w="6655434" h="6988809">
                  <a:moveTo>
                    <a:pt x="402687" y="6574458"/>
                  </a:moveTo>
                  <a:lnTo>
                    <a:pt x="405038" y="6578533"/>
                  </a:lnTo>
                  <a:lnTo>
                    <a:pt x="400963" y="6580885"/>
                  </a:lnTo>
                  <a:lnTo>
                    <a:pt x="398612" y="6576810"/>
                  </a:lnTo>
                  <a:lnTo>
                    <a:pt x="402687" y="6574458"/>
                  </a:lnTo>
                  <a:close/>
                </a:path>
                <a:path w="6655434" h="6988809">
                  <a:moveTo>
                    <a:pt x="477389" y="6705020"/>
                  </a:moveTo>
                  <a:lnTo>
                    <a:pt x="479154" y="6708076"/>
                  </a:lnTo>
                  <a:lnTo>
                    <a:pt x="476098" y="6709841"/>
                  </a:lnTo>
                  <a:lnTo>
                    <a:pt x="474332" y="6706785"/>
                  </a:lnTo>
                  <a:lnTo>
                    <a:pt x="477389" y="6705020"/>
                  </a:lnTo>
                  <a:close/>
                </a:path>
                <a:path w="6655434" h="6988809">
                  <a:moveTo>
                    <a:pt x="552090" y="6835588"/>
                  </a:moveTo>
                  <a:lnTo>
                    <a:pt x="553263" y="6837625"/>
                  </a:lnTo>
                  <a:lnTo>
                    <a:pt x="551232" y="6838798"/>
                  </a:lnTo>
                  <a:lnTo>
                    <a:pt x="550059" y="6836761"/>
                  </a:lnTo>
                  <a:lnTo>
                    <a:pt x="552090" y="6835588"/>
                  </a:lnTo>
                  <a:close/>
                </a:path>
                <a:path w="6655434" h="6988809">
                  <a:moveTo>
                    <a:pt x="48820" y="6257687"/>
                  </a:moveTo>
                  <a:lnTo>
                    <a:pt x="52936" y="6264813"/>
                  </a:lnTo>
                  <a:lnTo>
                    <a:pt x="45811" y="6268923"/>
                  </a:lnTo>
                  <a:lnTo>
                    <a:pt x="41694" y="6261798"/>
                  </a:lnTo>
                  <a:lnTo>
                    <a:pt x="48820" y="6257687"/>
                  </a:lnTo>
                  <a:close/>
                </a:path>
                <a:path w="6655434" h="6988809">
                  <a:moveTo>
                    <a:pt x="123415" y="6388652"/>
                  </a:moveTo>
                  <a:lnTo>
                    <a:pt x="126649" y="6394249"/>
                  </a:lnTo>
                  <a:lnTo>
                    <a:pt x="121051" y="6397483"/>
                  </a:lnTo>
                  <a:lnTo>
                    <a:pt x="117817" y="6391886"/>
                  </a:lnTo>
                  <a:lnTo>
                    <a:pt x="123415" y="6388652"/>
                  </a:lnTo>
                  <a:close/>
                </a:path>
                <a:path w="6655434" h="6988809">
                  <a:moveTo>
                    <a:pt x="198116" y="6519214"/>
                  </a:moveTo>
                  <a:lnTo>
                    <a:pt x="200764" y="6523798"/>
                  </a:lnTo>
                  <a:lnTo>
                    <a:pt x="196185" y="6526440"/>
                  </a:lnTo>
                  <a:lnTo>
                    <a:pt x="193538" y="6521862"/>
                  </a:lnTo>
                  <a:lnTo>
                    <a:pt x="198116" y="6519214"/>
                  </a:lnTo>
                  <a:close/>
                </a:path>
                <a:path w="6655434" h="6988809">
                  <a:moveTo>
                    <a:pt x="272818" y="6649782"/>
                  </a:moveTo>
                  <a:lnTo>
                    <a:pt x="274873" y="6653342"/>
                  </a:lnTo>
                  <a:lnTo>
                    <a:pt x="271314" y="6655397"/>
                  </a:lnTo>
                  <a:lnTo>
                    <a:pt x="269258" y="6651837"/>
                  </a:lnTo>
                  <a:lnTo>
                    <a:pt x="272818" y="6649782"/>
                  </a:lnTo>
                  <a:close/>
                </a:path>
                <a:path w="6655434" h="6988809">
                  <a:moveTo>
                    <a:pt x="347520" y="6780344"/>
                  </a:moveTo>
                  <a:lnTo>
                    <a:pt x="348989" y="6782891"/>
                  </a:lnTo>
                  <a:lnTo>
                    <a:pt x="346448" y="6784360"/>
                  </a:lnTo>
                  <a:lnTo>
                    <a:pt x="344979" y="6781813"/>
                  </a:lnTo>
                  <a:lnTo>
                    <a:pt x="347520" y="6780344"/>
                  </a:lnTo>
                  <a:close/>
                </a:path>
                <a:path w="6655434" h="6988809">
                  <a:moveTo>
                    <a:pt x="422221" y="6910906"/>
                  </a:moveTo>
                  <a:lnTo>
                    <a:pt x="423104" y="6912428"/>
                  </a:lnTo>
                  <a:lnTo>
                    <a:pt x="421576" y="6913310"/>
                  </a:lnTo>
                  <a:lnTo>
                    <a:pt x="420693" y="6911788"/>
                  </a:lnTo>
                  <a:lnTo>
                    <a:pt x="422221" y="6910906"/>
                  </a:lnTo>
                  <a:close/>
                </a:path>
                <a:path w="6655434" h="6988809">
                  <a:moveTo>
                    <a:pt x="68248" y="6594531"/>
                  </a:moveTo>
                  <a:lnTo>
                    <a:pt x="70599" y="6598606"/>
                  </a:lnTo>
                  <a:lnTo>
                    <a:pt x="66530" y="6600952"/>
                  </a:lnTo>
                  <a:lnTo>
                    <a:pt x="64179" y="6596883"/>
                  </a:lnTo>
                  <a:lnTo>
                    <a:pt x="68248" y="6594531"/>
                  </a:lnTo>
                  <a:close/>
                </a:path>
                <a:path w="6655434" h="6988809">
                  <a:moveTo>
                    <a:pt x="142950" y="6725093"/>
                  </a:moveTo>
                  <a:lnTo>
                    <a:pt x="144715" y="6728155"/>
                  </a:lnTo>
                  <a:lnTo>
                    <a:pt x="141665" y="6729915"/>
                  </a:lnTo>
                  <a:lnTo>
                    <a:pt x="139899" y="6726858"/>
                  </a:lnTo>
                  <a:lnTo>
                    <a:pt x="142950" y="6725093"/>
                  </a:lnTo>
                  <a:close/>
                </a:path>
                <a:path w="6655434" h="6988809">
                  <a:moveTo>
                    <a:pt x="217651" y="6855661"/>
                  </a:moveTo>
                  <a:lnTo>
                    <a:pt x="218830" y="6857693"/>
                  </a:lnTo>
                  <a:lnTo>
                    <a:pt x="216793" y="6858871"/>
                  </a:lnTo>
                  <a:lnTo>
                    <a:pt x="215620" y="6856834"/>
                  </a:lnTo>
                  <a:lnTo>
                    <a:pt x="217651" y="6855661"/>
                  </a:lnTo>
                  <a:close/>
                </a:path>
                <a:path w="6655434" h="6988809">
                  <a:moveTo>
                    <a:pt x="292465" y="6985826"/>
                  </a:moveTo>
                  <a:lnTo>
                    <a:pt x="293342" y="6987348"/>
                  </a:lnTo>
                  <a:lnTo>
                    <a:pt x="291820" y="6988225"/>
                  </a:lnTo>
                  <a:lnTo>
                    <a:pt x="290937" y="6986703"/>
                  </a:lnTo>
                  <a:lnTo>
                    <a:pt x="292465" y="6985826"/>
                  </a:lnTo>
                  <a:close/>
                </a:path>
                <a:path w="6655434" h="6988809">
                  <a:moveTo>
                    <a:pt x="13187" y="6800014"/>
                  </a:moveTo>
                  <a:lnTo>
                    <a:pt x="14953" y="6803070"/>
                  </a:lnTo>
                  <a:lnTo>
                    <a:pt x="11902" y="6804835"/>
                  </a:lnTo>
                  <a:lnTo>
                    <a:pt x="10137" y="6801773"/>
                  </a:lnTo>
                  <a:lnTo>
                    <a:pt x="13187" y="6800014"/>
                  </a:lnTo>
                  <a:close/>
                </a:path>
                <a:path w="6655434" h="6988809">
                  <a:moveTo>
                    <a:pt x="87895" y="6930576"/>
                  </a:moveTo>
                  <a:lnTo>
                    <a:pt x="89068" y="6932613"/>
                  </a:lnTo>
                  <a:lnTo>
                    <a:pt x="87030" y="6933786"/>
                  </a:lnTo>
                  <a:lnTo>
                    <a:pt x="85857" y="6931755"/>
                  </a:lnTo>
                  <a:lnTo>
                    <a:pt x="87895" y="6930576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066" y="4551678"/>
              <a:ext cx="2343149" cy="19049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11557787" y="3227728"/>
            <a:ext cx="6730365" cy="7059295"/>
          </a:xfrm>
          <a:custGeom>
            <a:avLst/>
            <a:gdLst/>
            <a:ahLst/>
            <a:cxnLst/>
            <a:rect l="l" t="t" r="r" b="b"/>
            <a:pathLst>
              <a:path w="6730365" h="7059295">
                <a:moveTo>
                  <a:pt x="1605" y="6981946"/>
                </a:moveTo>
                <a:lnTo>
                  <a:pt x="246" y="6981946"/>
                </a:lnTo>
                <a:lnTo>
                  <a:pt x="0" y="6981520"/>
                </a:lnTo>
                <a:lnTo>
                  <a:pt x="1359" y="6981520"/>
                </a:lnTo>
                <a:lnTo>
                  <a:pt x="1605" y="6981946"/>
                </a:lnTo>
                <a:close/>
              </a:path>
              <a:path w="6730365" h="7059295">
                <a:moveTo>
                  <a:pt x="205050" y="7038180"/>
                </a:moveTo>
                <a:lnTo>
                  <a:pt x="203871" y="7036142"/>
                </a:lnTo>
                <a:lnTo>
                  <a:pt x="205909" y="7034963"/>
                </a:lnTo>
                <a:lnTo>
                  <a:pt x="207087" y="7037001"/>
                </a:lnTo>
                <a:lnTo>
                  <a:pt x="205050" y="7038180"/>
                </a:lnTo>
                <a:close/>
              </a:path>
              <a:path w="6730365" h="7059295">
                <a:moveTo>
                  <a:pt x="130129" y="6908418"/>
                </a:moveTo>
                <a:lnTo>
                  <a:pt x="128956" y="6906386"/>
                </a:lnTo>
                <a:lnTo>
                  <a:pt x="130994" y="6905207"/>
                </a:lnTo>
                <a:lnTo>
                  <a:pt x="132167" y="6907239"/>
                </a:lnTo>
                <a:lnTo>
                  <a:pt x="130129" y="6908418"/>
                </a:lnTo>
                <a:close/>
              </a:path>
              <a:path w="6730365" h="7059295">
                <a:moveTo>
                  <a:pt x="56446" y="6777264"/>
                </a:moveTo>
                <a:lnTo>
                  <a:pt x="55086" y="6777264"/>
                </a:lnTo>
                <a:lnTo>
                  <a:pt x="54841" y="6776837"/>
                </a:lnTo>
                <a:lnTo>
                  <a:pt x="56199" y="6776837"/>
                </a:lnTo>
                <a:lnTo>
                  <a:pt x="56446" y="6777264"/>
                </a:lnTo>
                <a:close/>
              </a:path>
              <a:path w="6730365" h="7059295">
                <a:moveTo>
                  <a:pt x="334593" y="6964065"/>
                </a:moveTo>
                <a:lnTo>
                  <a:pt x="332828" y="6961014"/>
                </a:lnTo>
                <a:lnTo>
                  <a:pt x="335884" y="6959249"/>
                </a:lnTo>
                <a:lnTo>
                  <a:pt x="337649" y="6962299"/>
                </a:lnTo>
                <a:lnTo>
                  <a:pt x="334593" y="6964065"/>
                </a:lnTo>
                <a:close/>
              </a:path>
              <a:path w="6730365" h="7059295">
                <a:moveTo>
                  <a:pt x="259785" y="6833906"/>
                </a:moveTo>
                <a:lnTo>
                  <a:pt x="258316" y="6831359"/>
                </a:lnTo>
                <a:lnTo>
                  <a:pt x="260863" y="6829890"/>
                </a:lnTo>
                <a:lnTo>
                  <a:pt x="262332" y="6832436"/>
                </a:lnTo>
                <a:lnTo>
                  <a:pt x="259785" y="6833906"/>
                </a:lnTo>
                <a:close/>
              </a:path>
              <a:path w="6730365" h="7059295">
                <a:moveTo>
                  <a:pt x="184978" y="6703741"/>
                </a:moveTo>
                <a:lnTo>
                  <a:pt x="183804" y="6701709"/>
                </a:lnTo>
                <a:lnTo>
                  <a:pt x="185841" y="6700530"/>
                </a:lnTo>
                <a:lnTo>
                  <a:pt x="187014" y="6702568"/>
                </a:lnTo>
                <a:lnTo>
                  <a:pt x="184978" y="6703741"/>
                </a:lnTo>
                <a:close/>
              </a:path>
              <a:path w="6730365" h="7059295">
                <a:moveTo>
                  <a:pt x="110162" y="6573581"/>
                </a:moveTo>
                <a:lnTo>
                  <a:pt x="109286" y="6572059"/>
                </a:lnTo>
                <a:lnTo>
                  <a:pt x="110814" y="6571176"/>
                </a:lnTo>
                <a:lnTo>
                  <a:pt x="111691" y="6572699"/>
                </a:lnTo>
                <a:lnTo>
                  <a:pt x="110162" y="6573581"/>
                </a:lnTo>
                <a:close/>
              </a:path>
              <a:path w="6730365" h="7059295">
                <a:moveTo>
                  <a:pt x="538944" y="7020115"/>
                </a:moveTo>
                <a:lnTo>
                  <a:pt x="536303" y="7015531"/>
                </a:lnTo>
                <a:lnTo>
                  <a:pt x="540881" y="7012889"/>
                </a:lnTo>
                <a:lnTo>
                  <a:pt x="543529" y="7017468"/>
                </a:lnTo>
                <a:lnTo>
                  <a:pt x="538944" y="7020115"/>
                </a:lnTo>
                <a:close/>
              </a:path>
              <a:path w="6730365" h="7059295">
                <a:moveTo>
                  <a:pt x="464142" y="6889956"/>
                </a:moveTo>
                <a:lnTo>
                  <a:pt x="461791" y="6885881"/>
                </a:lnTo>
                <a:lnTo>
                  <a:pt x="465860" y="6883530"/>
                </a:lnTo>
                <a:lnTo>
                  <a:pt x="468211" y="6887605"/>
                </a:lnTo>
                <a:lnTo>
                  <a:pt x="464142" y="6889956"/>
                </a:lnTo>
                <a:close/>
              </a:path>
              <a:path w="6730365" h="7059295">
                <a:moveTo>
                  <a:pt x="389334" y="6759785"/>
                </a:moveTo>
                <a:lnTo>
                  <a:pt x="387279" y="6756226"/>
                </a:lnTo>
                <a:lnTo>
                  <a:pt x="390838" y="6754171"/>
                </a:lnTo>
                <a:lnTo>
                  <a:pt x="392894" y="6757730"/>
                </a:lnTo>
                <a:lnTo>
                  <a:pt x="389334" y="6759785"/>
                </a:lnTo>
                <a:close/>
              </a:path>
              <a:path w="6730365" h="7059295">
                <a:moveTo>
                  <a:pt x="314521" y="6629632"/>
                </a:moveTo>
                <a:lnTo>
                  <a:pt x="312761" y="6626575"/>
                </a:lnTo>
                <a:lnTo>
                  <a:pt x="315811" y="6624816"/>
                </a:lnTo>
                <a:lnTo>
                  <a:pt x="317570" y="6627867"/>
                </a:lnTo>
                <a:lnTo>
                  <a:pt x="314521" y="6629632"/>
                </a:lnTo>
                <a:close/>
              </a:path>
              <a:path w="6730365" h="7059295">
                <a:moveTo>
                  <a:pt x="239818" y="6499070"/>
                </a:moveTo>
                <a:lnTo>
                  <a:pt x="238639" y="6497032"/>
                </a:lnTo>
                <a:lnTo>
                  <a:pt x="240677" y="6495853"/>
                </a:lnTo>
                <a:lnTo>
                  <a:pt x="241856" y="6497891"/>
                </a:lnTo>
                <a:lnTo>
                  <a:pt x="239818" y="6499070"/>
                </a:lnTo>
                <a:close/>
              </a:path>
              <a:path w="6730365" h="7059295">
                <a:moveTo>
                  <a:pt x="165010" y="6368905"/>
                </a:moveTo>
                <a:lnTo>
                  <a:pt x="164127" y="6367377"/>
                </a:lnTo>
                <a:lnTo>
                  <a:pt x="165656" y="6366494"/>
                </a:lnTo>
                <a:lnTo>
                  <a:pt x="166538" y="6368022"/>
                </a:lnTo>
                <a:lnTo>
                  <a:pt x="165010" y="6368905"/>
                </a:lnTo>
                <a:close/>
              </a:path>
              <a:path w="6730365" h="7059295">
                <a:moveTo>
                  <a:pt x="668493" y="6946000"/>
                </a:moveTo>
                <a:lnTo>
                  <a:pt x="665265" y="6940403"/>
                </a:lnTo>
                <a:lnTo>
                  <a:pt x="670857" y="6937169"/>
                </a:lnTo>
                <a:lnTo>
                  <a:pt x="674091" y="6942766"/>
                </a:lnTo>
                <a:lnTo>
                  <a:pt x="668493" y="6946000"/>
                </a:lnTo>
                <a:close/>
              </a:path>
              <a:path w="6730365" h="7059295">
                <a:moveTo>
                  <a:pt x="593685" y="6815835"/>
                </a:moveTo>
                <a:lnTo>
                  <a:pt x="590747" y="6810747"/>
                </a:lnTo>
                <a:lnTo>
                  <a:pt x="595835" y="6807809"/>
                </a:lnTo>
                <a:lnTo>
                  <a:pt x="598773" y="6812897"/>
                </a:lnTo>
                <a:lnTo>
                  <a:pt x="593685" y="6815835"/>
                </a:lnTo>
                <a:close/>
              </a:path>
              <a:path w="6730365" h="7059295">
                <a:moveTo>
                  <a:pt x="518984" y="6685273"/>
                </a:moveTo>
                <a:lnTo>
                  <a:pt x="516632" y="6681204"/>
                </a:lnTo>
                <a:lnTo>
                  <a:pt x="520701" y="6678853"/>
                </a:lnTo>
                <a:lnTo>
                  <a:pt x="523053" y="6682928"/>
                </a:lnTo>
                <a:lnTo>
                  <a:pt x="518984" y="6685273"/>
                </a:lnTo>
                <a:close/>
              </a:path>
              <a:path w="6730365" h="7059295">
                <a:moveTo>
                  <a:pt x="444169" y="6555114"/>
                </a:moveTo>
                <a:lnTo>
                  <a:pt x="442114" y="6551554"/>
                </a:lnTo>
                <a:lnTo>
                  <a:pt x="445680" y="6549493"/>
                </a:lnTo>
                <a:lnTo>
                  <a:pt x="447735" y="6553053"/>
                </a:lnTo>
                <a:lnTo>
                  <a:pt x="444169" y="6555114"/>
                </a:lnTo>
                <a:close/>
              </a:path>
              <a:path w="6730365" h="7059295">
                <a:moveTo>
                  <a:pt x="369361" y="6424949"/>
                </a:moveTo>
                <a:lnTo>
                  <a:pt x="367602" y="6421899"/>
                </a:lnTo>
                <a:lnTo>
                  <a:pt x="370652" y="6420133"/>
                </a:lnTo>
                <a:lnTo>
                  <a:pt x="372417" y="6423190"/>
                </a:lnTo>
                <a:lnTo>
                  <a:pt x="369361" y="6424949"/>
                </a:lnTo>
                <a:close/>
              </a:path>
              <a:path w="6730365" h="7059295">
                <a:moveTo>
                  <a:pt x="294559" y="6294790"/>
                </a:moveTo>
                <a:lnTo>
                  <a:pt x="293090" y="6292243"/>
                </a:lnTo>
                <a:lnTo>
                  <a:pt x="295631" y="6290774"/>
                </a:lnTo>
                <a:lnTo>
                  <a:pt x="297100" y="6293321"/>
                </a:lnTo>
                <a:lnTo>
                  <a:pt x="294559" y="6294790"/>
                </a:lnTo>
                <a:close/>
              </a:path>
              <a:path w="6730365" h="7059295">
                <a:moveTo>
                  <a:pt x="219852" y="6164228"/>
                </a:moveTo>
                <a:lnTo>
                  <a:pt x="218969" y="6162700"/>
                </a:lnTo>
                <a:lnTo>
                  <a:pt x="220497" y="6161817"/>
                </a:lnTo>
                <a:lnTo>
                  <a:pt x="221380" y="6163345"/>
                </a:lnTo>
                <a:lnTo>
                  <a:pt x="219852" y="6164228"/>
                </a:lnTo>
                <a:close/>
              </a:path>
              <a:path w="6730365" h="7059295">
                <a:moveTo>
                  <a:pt x="146062" y="6033477"/>
                </a:moveTo>
                <a:lnTo>
                  <a:pt x="144698" y="6033477"/>
                </a:lnTo>
                <a:lnTo>
                  <a:pt x="144451" y="6033050"/>
                </a:lnTo>
                <a:lnTo>
                  <a:pt x="145817" y="6033050"/>
                </a:lnTo>
                <a:lnTo>
                  <a:pt x="146062" y="6033477"/>
                </a:lnTo>
                <a:close/>
              </a:path>
              <a:path w="6730365" h="7059295">
                <a:moveTo>
                  <a:pt x="872739" y="7002447"/>
                </a:moveTo>
                <a:lnTo>
                  <a:pt x="868332" y="6994813"/>
                </a:lnTo>
                <a:lnTo>
                  <a:pt x="875967" y="6990406"/>
                </a:lnTo>
                <a:lnTo>
                  <a:pt x="880373" y="6998040"/>
                </a:lnTo>
                <a:lnTo>
                  <a:pt x="872739" y="7002447"/>
                </a:lnTo>
                <a:close/>
              </a:path>
              <a:path w="6730365" h="7059295">
                <a:moveTo>
                  <a:pt x="798043" y="6871879"/>
                </a:moveTo>
                <a:lnTo>
                  <a:pt x="794222" y="6865269"/>
                </a:lnTo>
                <a:lnTo>
                  <a:pt x="800833" y="6861448"/>
                </a:lnTo>
                <a:lnTo>
                  <a:pt x="804653" y="6868064"/>
                </a:lnTo>
                <a:lnTo>
                  <a:pt x="798043" y="6871879"/>
                </a:lnTo>
                <a:close/>
              </a:path>
              <a:path w="6730365" h="7059295">
                <a:moveTo>
                  <a:pt x="723229" y="6741726"/>
                </a:moveTo>
                <a:lnTo>
                  <a:pt x="719704" y="6735619"/>
                </a:lnTo>
                <a:lnTo>
                  <a:pt x="725817" y="6732089"/>
                </a:lnTo>
                <a:lnTo>
                  <a:pt x="729341" y="6738196"/>
                </a:lnTo>
                <a:lnTo>
                  <a:pt x="723229" y="6741726"/>
                </a:lnTo>
                <a:close/>
              </a:path>
              <a:path w="6730365" h="7059295">
                <a:moveTo>
                  <a:pt x="648527" y="6611158"/>
                </a:moveTo>
                <a:lnTo>
                  <a:pt x="645589" y="6606070"/>
                </a:lnTo>
                <a:lnTo>
                  <a:pt x="650677" y="6603132"/>
                </a:lnTo>
                <a:lnTo>
                  <a:pt x="653615" y="6608220"/>
                </a:lnTo>
                <a:lnTo>
                  <a:pt x="648527" y="6611158"/>
                </a:lnTo>
                <a:close/>
              </a:path>
              <a:path w="6730365" h="7059295">
                <a:moveTo>
                  <a:pt x="573719" y="6480998"/>
                </a:moveTo>
                <a:lnTo>
                  <a:pt x="571077" y="6476420"/>
                </a:lnTo>
                <a:lnTo>
                  <a:pt x="575656" y="6473772"/>
                </a:lnTo>
                <a:lnTo>
                  <a:pt x="578304" y="6478357"/>
                </a:lnTo>
                <a:lnTo>
                  <a:pt x="573719" y="6480998"/>
                </a:lnTo>
                <a:close/>
              </a:path>
              <a:path w="6730365" h="7059295">
                <a:moveTo>
                  <a:pt x="499017" y="6350437"/>
                </a:moveTo>
                <a:lnTo>
                  <a:pt x="496956" y="6346871"/>
                </a:lnTo>
                <a:lnTo>
                  <a:pt x="500522" y="6344816"/>
                </a:lnTo>
                <a:lnTo>
                  <a:pt x="502583" y="6348381"/>
                </a:lnTo>
                <a:lnTo>
                  <a:pt x="499017" y="6350437"/>
                </a:lnTo>
                <a:close/>
              </a:path>
              <a:path w="6730365" h="7059295">
                <a:moveTo>
                  <a:pt x="424209" y="6220272"/>
                </a:moveTo>
                <a:lnTo>
                  <a:pt x="422444" y="6217221"/>
                </a:lnTo>
                <a:lnTo>
                  <a:pt x="425494" y="6215456"/>
                </a:lnTo>
                <a:lnTo>
                  <a:pt x="427260" y="6218506"/>
                </a:lnTo>
                <a:lnTo>
                  <a:pt x="424209" y="6220272"/>
                </a:lnTo>
                <a:close/>
              </a:path>
              <a:path w="6730365" h="7059295">
                <a:moveTo>
                  <a:pt x="349395" y="6090112"/>
                </a:moveTo>
                <a:lnTo>
                  <a:pt x="347926" y="6087571"/>
                </a:lnTo>
                <a:lnTo>
                  <a:pt x="350473" y="6086102"/>
                </a:lnTo>
                <a:lnTo>
                  <a:pt x="351942" y="6088643"/>
                </a:lnTo>
                <a:lnTo>
                  <a:pt x="349395" y="6090112"/>
                </a:lnTo>
                <a:close/>
              </a:path>
              <a:path w="6730365" h="7059295">
                <a:moveTo>
                  <a:pt x="274699" y="5959551"/>
                </a:moveTo>
                <a:lnTo>
                  <a:pt x="273817" y="5958017"/>
                </a:lnTo>
                <a:lnTo>
                  <a:pt x="275339" y="5957140"/>
                </a:lnTo>
                <a:lnTo>
                  <a:pt x="276222" y="5958668"/>
                </a:lnTo>
                <a:lnTo>
                  <a:pt x="274699" y="5959551"/>
                </a:lnTo>
                <a:close/>
              </a:path>
              <a:path w="6730365" h="7059295">
                <a:moveTo>
                  <a:pt x="200910" y="5828799"/>
                </a:moveTo>
                <a:lnTo>
                  <a:pt x="199546" y="5828799"/>
                </a:lnTo>
                <a:lnTo>
                  <a:pt x="199299" y="5828366"/>
                </a:lnTo>
                <a:lnTo>
                  <a:pt x="200658" y="5828366"/>
                </a:lnTo>
                <a:lnTo>
                  <a:pt x="200910" y="5828799"/>
                </a:lnTo>
                <a:close/>
              </a:path>
              <a:path w="6730365" h="7059295">
                <a:moveTo>
                  <a:pt x="1077315" y="7057691"/>
                </a:moveTo>
                <a:lnTo>
                  <a:pt x="1072612" y="7049547"/>
                </a:lnTo>
                <a:lnTo>
                  <a:pt x="1080751" y="7044844"/>
                </a:lnTo>
                <a:lnTo>
                  <a:pt x="1085454" y="7052994"/>
                </a:lnTo>
                <a:lnTo>
                  <a:pt x="1077315" y="7057691"/>
                </a:lnTo>
                <a:close/>
              </a:path>
              <a:path w="6730365" h="7059295">
                <a:moveTo>
                  <a:pt x="1002394" y="6927928"/>
                </a:moveTo>
                <a:lnTo>
                  <a:pt x="997697" y="6919791"/>
                </a:lnTo>
                <a:lnTo>
                  <a:pt x="1005836" y="6915087"/>
                </a:lnTo>
                <a:lnTo>
                  <a:pt x="1010538" y="6923232"/>
                </a:lnTo>
                <a:lnTo>
                  <a:pt x="1002394" y="6927928"/>
                </a:lnTo>
                <a:close/>
              </a:path>
              <a:path w="6730365" h="7059295">
                <a:moveTo>
                  <a:pt x="927586" y="6797770"/>
                </a:moveTo>
                <a:lnTo>
                  <a:pt x="923179" y="6790141"/>
                </a:lnTo>
                <a:lnTo>
                  <a:pt x="930814" y="6785734"/>
                </a:lnTo>
                <a:lnTo>
                  <a:pt x="935221" y="6793363"/>
                </a:lnTo>
                <a:lnTo>
                  <a:pt x="927586" y="6797770"/>
                </a:lnTo>
                <a:close/>
              </a:path>
              <a:path w="6730365" h="7059295">
                <a:moveTo>
                  <a:pt x="852778" y="6667605"/>
                </a:moveTo>
                <a:lnTo>
                  <a:pt x="848661" y="6660479"/>
                </a:lnTo>
                <a:lnTo>
                  <a:pt x="855787" y="6656368"/>
                </a:lnTo>
                <a:lnTo>
                  <a:pt x="859903" y="6663494"/>
                </a:lnTo>
                <a:lnTo>
                  <a:pt x="852778" y="6667605"/>
                </a:lnTo>
                <a:close/>
              </a:path>
              <a:path w="6730365" h="7059295">
                <a:moveTo>
                  <a:pt x="778071" y="6537043"/>
                </a:moveTo>
                <a:lnTo>
                  <a:pt x="774546" y="6530942"/>
                </a:lnTo>
                <a:lnTo>
                  <a:pt x="780653" y="6527418"/>
                </a:lnTo>
                <a:lnTo>
                  <a:pt x="784177" y="6533519"/>
                </a:lnTo>
                <a:lnTo>
                  <a:pt x="778071" y="6537043"/>
                </a:lnTo>
                <a:close/>
              </a:path>
              <a:path w="6730365" h="7059295">
                <a:moveTo>
                  <a:pt x="703369" y="6406481"/>
                </a:moveTo>
                <a:lnTo>
                  <a:pt x="700431" y="6401393"/>
                </a:lnTo>
                <a:lnTo>
                  <a:pt x="705519" y="6398456"/>
                </a:lnTo>
                <a:lnTo>
                  <a:pt x="708457" y="6403543"/>
                </a:lnTo>
                <a:lnTo>
                  <a:pt x="703369" y="6406481"/>
                </a:lnTo>
                <a:close/>
              </a:path>
              <a:path w="6730365" h="7059295">
                <a:moveTo>
                  <a:pt x="628567" y="6276322"/>
                </a:moveTo>
                <a:lnTo>
                  <a:pt x="625919" y="6271737"/>
                </a:lnTo>
                <a:lnTo>
                  <a:pt x="630497" y="6269096"/>
                </a:lnTo>
                <a:lnTo>
                  <a:pt x="633145" y="6273675"/>
                </a:lnTo>
                <a:lnTo>
                  <a:pt x="628567" y="6276322"/>
                </a:lnTo>
                <a:close/>
              </a:path>
              <a:path w="6730365" h="7059295">
                <a:moveTo>
                  <a:pt x="553752" y="6146163"/>
                </a:moveTo>
                <a:lnTo>
                  <a:pt x="551401" y="6142088"/>
                </a:lnTo>
                <a:lnTo>
                  <a:pt x="555476" y="6139737"/>
                </a:lnTo>
                <a:lnTo>
                  <a:pt x="557827" y="6143812"/>
                </a:lnTo>
                <a:lnTo>
                  <a:pt x="553752" y="6146163"/>
                </a:lnTo>
                <a:close/>
              </a:path>
              <a:path w="6730365" h="7059295">
                <a:moveTo>
                  <a:pt x="479057" y="6015595"/>
                </a:moveTo>
                <a:lnTo>
                  <a:pt x="477292" y="6012538"/>
                </a:lnTo>
                <a:lnTo>
                  <a:pt x="480342" y="6010779"/>
                </a:lnTo>
                <a:lnTo>
                  <a:pt x="482107" y="6013836"/>
                </a:lnTo>
                <a:lnTo>
                  <a:pt x="479057" y="6015595"/>
                </a:lnTo>
                <a:close/>
              </a:path>
              <a:path w="6730365" h="7059295">
                <a:moveTo>
                  <a:pt x="404237" y="5885435"/>
                </a:moveTo>
                <a:lnTo>
                  <a:pt x="402768" y="5882889"/>
                </a:lnTo>
                <a:lnTo>
                  <a:pt x="405315" y="5881419"/>
                </a:lnTo>
                <a:lnTo>
                  <a:pt x="406784" y="5883966"/>
                </a:lnTo>
                <a:lnTo>
                  <a:pt x="404237" y="5885435"/>
                </a:lnTo>
                <a:close/>
              </a:path>
              <a:path w="6730365" h="7059295">
                <a:moveTo>
                  <a:pt x="329535" y="5754874"/>
                </a:moveTo>
                <a:lnTo>
                  <a:pt x="328659" y="5753351"/>
                </a:lnTo>
                <a:lnTo>
                  <a:pt x="330187" y="5752469"/>
                </a:lnTo>
                <a:lnTo>
                  <a:pt x="331063" y="5753991"/>
                </a:lnTo>
                <a:lnTo>
                  <a:pt x="329535" y="5754874"/>
                </a:lnTo>
                <a:close/>
              </a:path>
              <a:path w="6730365" h="7059295">
                <a:moveTo>
                  <a:pt x="255746" y="5624122"/>
                </a:moveTo>
                <a:lnTo>
                  <a:pt x="254392" y="5624122"/>
                </a:lnTo>
                <a:lnTo>
                  <a:pt x="254141" y="5623690"/>
                </a:lnTo>
                <a:lnTo>
                  <a:pt x="255494" y="5623690"/>
                </a:lnTo>
                <a:lnTo>
                  <a:pt x="255746" y="5624122"/>
                </a:lnTo>
                <a:close/>
              </a:path>
              <a:path w="6730365" h="7059295">
                <a:moveTo>
                  <a:pt x="1206639" y="6984382"/>
                </a:moveTo>
                <a:lnTo>
                  <a:pt x="1200764" y="6974200"/>
                </a:lnTo>
                <a:lnTo>
                  <a:pt x="1210945" y="6968324"/>
                </a:lnTo>
                <a:lnTo>
                  <a:pt x="1216821" y="6978506"/>
                </a:lnTo>
                <a:lnTo>
                  <a:pt x="1206639" y="6984382"/>
                </a:lnTo>
                <a:close/>
              </a:path>
              <a:path w="6730365" h="7059295">
                <a:moveTo>
                  <a:pt x="1131938" y="6853814"/>
                </a:moveTo>
                <a:lnTo>
                  <a:pt x="1126648" y="6844657"/>
                </a:lnTo>
                <a:lnTo>
                  <a:pt x="1135811" y="6839368"/>
                </a:lnTo>
                <a:lnTo>
                  <a:pt x="1141101" y="6848525"/>
                </a:lnTo>
                <a:lnTo>
                  <a:pt x="1131938" y="6853814"/>
                </a:lnTo>
                <a:close/>
              </a:path>
              <a:path w="6730365" h="7059295">
                <a:moveTo>
                  <a:pt x="1057135" y="6723655"/>
                </a:moveTo>
                <a:lnTo>
                  <a:pt x="1052136" y="6715001"/>
                </a:lnTo>
                <a:lnTo>
                  <a:pt x="1060784" y="6710008"/>
                </a:lnTo>
                <a:lnTo>
                  <a:pt x="1065783" y="6718662"/>
                </a:lnTo>
                <a:lnTo>
                  <a:pt x="1057135" y="6723655"/>
                </a:lnTo>
                <a:close/>
              </a:path>
              <a:path w="6730365" h="7059295">
                <a:moveTo>
                  <a:pt x="982428" y="6593093"/>
                </a:moveTo>
                <a:lnTo>
                  <a:pt x="978021" y="6585458"/>
                </a:lnTo>
                <a:lnTo>
                  <a:pt x="985656" y="6581051"/>
                </a:lnTo>
                <a:lnTo>
                  <a:pt x="990063" y="6588686"/>
                </a:lnTo>
                <a:lnTo>
                  <a:pt x="982428" y="6593093"/>
                </a:lnTo>
                <a:close/>
              </a:path>
              <a:path w="6730365" h="7059295">
                <a:moveTo>
                  <a:pt x="907620" y="6462928"/>
                </a:moveTo>
                <a:lnTo>
                  <a:pt x="903509" y="6455809"/>
                </a:lnTo>
                <a:lnTo>
                  <a:pt x="910629" y="6451698"/>
                </a:lnTo>
                <a:lnTo>
                  <a:pt x="914739" y="6458817"/>
                </a:lnTo>
                <a:lnTo>
                  <a:pt x="907620" y="6462928"/>
                </a:lnTo>
                <a:close/>
              </a:path>
              <a:path w="6730365" h="7059295">
                <a:moveTo>
                  <a:pt x="832918" y="6332366"/>
                </a:moveTo>
                <a:lnTo>
                  <a:pt x="829394" y="6326260"/>
                </a:lnTo>
                <a:lnTo>
                  <a:pt x="835494" y="6322735"/>
                </a:lnTo>
                <a:lnTo>
                  <a:pt x="839019" y="6328842"/>
                </a:lnTo>
                <a:lnTo>
                  <a:pt x="832918" y="6332366"/>
                </a:lnTo>
                <a:close/>
              </a:path>
              <a:path w="6730365" h="7059295">
                <a:moveTo>
                  <a:pt x="758216" y="6201804"/>
                </a:moveTo>
                <a:lnTo>
                  <a:pt x="755279" y="6196716"/>
                </a:lnTo>
                <a:lnTo>
                  <a:pt x="760366" y="6193779"/>
                </a:lnTo>
                <a:lnTo>
                  <a:pt x="763304" y="6198866"/>
                </a:lnTo>
                <a:lnTo>
                  <a:pt x="758216" y="6201804"/>
                </a:lnTo>
                <a:close/>
              </a:path>
              <a:path w="6730365" h="7059295">
                <a:moveTo>
                  <a:pt x="683408" y="6071639"/>
                </a:moveTo>
                <a:lnTo>
                  <a:pt x="680761" y="6067060"/>
                </a:lnTo>
                <a:lnTo>
                  <a:pt x="685339" y="6064419"/>
                </a:lnTo>
                <a:lnTo>
                  <a:pt x="687981" y="6068998"/>
                </a:lnTo>
                <a:lnTo>
                  <a:pt x="683408" y="6071639"/>
                </a:lnTo>
                <a:close/>
              </a:path>
              <a:path w="6730365" h="7059295">
                <a:moveTo>
                  <a:pt x="608594" y="5941486"/>
                </a:moveTo>
                <a:lnTo>
                  <a:pt x="606243" y="5937411"/>
                </a:lnTo>
                <a:lnTo>
                  <a:pt x="610318" y="5935060"/>
                </a:lnTo>
                <a:lnTo>
                  <a:pt x="612669" y="5939135"/>
                </a:lnTo>
                <a:lnTo>
                  <a:pt x="608594" y="5941486"/>
                </a:lnTo>
                <a:close/>
              </a:path>
              <a:path w="6730365" h="7059295">
                <a:moveTo>
                  <a:pt x="533892" y="5810924"/>
                </a:moveTo>
                <a:lnTo>
                  <a:pt x="532133" y="5807868"/>
                </a:lnTo>
                <a:lnTo>
                  <a:pt x="535190" y="5806102"/>
                </a:lnTo>
                <a:lnTo>
                  <a:pt x="536949" y="5809159"/>
                </a:lnTo>
                <a:lnTo>
                  <a:pt x="533892" y="5810924"/>
                </a:lnTo>
                <a:close/>
              </a:path>
              <a:path w="6730365" h="7059295">
                <a:moveTo>
                  <a:pt x="459084" y="5680753"/>
                </a:moveTo>
                <a:lnTo>
                  <a:pt x="457615" y="5678212"/>
                </a:lnTo>
                <a:lnTo>
                  <a:pt x="460156" y="5676743"/>
                </a:lnTo>
                <a:lnTo>
                  <a:pt x="461625" y="5679284"/>
                </a:lnTo>
                <a:lnTo>
                  <a:pt x="459084" y="5680753"/>
                </a:lnTo>
                <a:close/>
              </a:path>
              <a:path w="6730365" h="7059295">
                <a:moveTo>
                  <a:pt x="384383" y="5550192"/>
                </a:moveTo>
                <a:lnTo>
                  <a:pt x="383500" y="5548669"/>
                </a:lnTo>
                <a:lnTo>
                  <a:pt x="385028" y="5547786"/>
                </a:lnTo>
                <a:lnTo>
                  <a:pt x="385911" y="5549309"/>
                </a:lnTo>
                <a:lnTo>
                  <a:pt x="384383" y="5550192"/>
                </a:lnTo>
                <a:close/>
              </a:path>
              <a:path w="6730365" h="7059295">
                <a:moveTo>
                  <a:pt x="310587" y="5419446"/>
                </a:moveTo>
                <a:lnTo>
                  <a:pt x="309235" y="5419446"/>
                </a:lnTo>
                <a:lnTo>
                  <a:pt x="308988" y="5419020"/>
                </a:lnTo>
                <a:lnTo>
                  <a:pt x="310340" y="5419020"/>
                </a:lnTo>
                <a:lnTo>
                  <a:pt x="310587" y="5419446"/>
                </a:lnTo>
                <a:close/>
              </a:path>
              <a:path w="6730365" h="7059295">
                <a:moveTo>
                  <a:pt x="1410890" y="7040830"/>
                </a:moveTo>
                <a:lnTo>
                  <a:pt x="1403836" y="7028616"/>
                </a:lnTo>
                <a:lnTo>
                  <a:pt x="1416049" y="7021562"/>
                </a:lnTo>
                <a:lnTo>
                  <a:pt x="1423103" y="7033775"/>
                </a:lnTo>
                <a:lnTo>
                  <a:pt x="1410890" y="7040830"/>
                </a:lnTo>
                <a:close/>
              </a:path>
              <a:path w="6730365" h="7059295">
                <a:moveTo>
                  <a:pt x="1336082" y="6910671"/>
                </a:moveTo>
                <a:lnTo>
                  <a:pt x="1329324" y="6898961"/>
                </a:lnTo>
                <a:lnTo>
                  <a:pt x="1341027" y="6892203"/>
                </a:lnTo>
                <a:lnTo>
                  <a:pt x="1347786" y="6903912"/>
                </a:lnTo>
                <a:lnTo>
                  <a:pt x="1336082" y="6910671"/>
                </a:lnTo>
                <a:close/>
              </a:path>
              <a:path w="6730365" h="7059295">
                <a:moveTo>
                  <a:pt x="1261487" y="6779700"/>
                </a:moveTo>
                <a:lnTo>
                  <a:pt x="1255611" y="6769524"/>
                </a:lnTo>
                <a:lnTo>
                  <a:pt x="1265787" y="6763649"/>
                </a:lnTo>
                <a:lnTo>
                  <a:pt x="1271663" y="6773824"/>
                </a:lnTo>
                <a:lnTo>
                  <a:pt x="1261487" y="6779700"/>
                </a:lnTo>
                <a:close/>
              </a:path>
              <a:path w="6730365" h="7059295">
                <a:moveTo>
                  <a:pt x="1186785" y="6649138"/>
                </a:moveTo>
                <a:lnTo>
                  <a:pt x="1181496" y="6639981"/>
                </a:lnTo>
                <a:lnTo>
                  <a:pt x="1190659" y="6634692"/>
                </a:lnTo>
                <a:lnTo>
                  <a:pt x="1195942" y="6643849"/>
                </a:lnTo>
                <a:lnTo>
                  <a:pt x="1186785" y="6649138"/>
                </a:lnTo>
                <a:close/>
              </a:path>
              <a:path w="6730365" h="7059295">
                <a:moveTo>
                  <a:pt x="1111971" y="6518979"/>
                </a:moveTo>
                <a:lnTo>
                  <a:pt x="1106978" y="6510331"/>
                </a:lnTo>
                <a:lnTo>
                  <a:pt x="1115631" y="6505338"/>
                </a:lnTo>
                <a:lnTo>
                  <a:pt x="1120625" y="6513986"/>
                </a:lnTo>
                <a:lnTo>
                  <a:pt x="1111971" y="6518979"/>
                </a:lnTo>
                <a:close/>
              </a:path>
              <a:path w="6730365" h="7059295">
                <a:moveTo>
                  <a:pt x="1037163" y="6388819"/>
                </a:moveTo>
                <a:lnTo>
                  <a:pt x="1032460" y="6380675"/>
                </a:lnTo>
                <a:lnTo>
                  <a:pt x="1040604" y="6375972"/>
                </a:lnTo>
                <a:lnTo>
                  <a:pt x="1045307" y="6384122"/>
                </a:lnTo>
                <a:lnTo>
                  <a:pt x="1037163" y="6388819"/>
                </a:lnTo>
                <a:close/>
              </a:path>
              <a:path w="6730365" h="7059295">
                <a:moveTo>
                  <a:pt x="962462" y="6258257"/>
                </a:moveTo>
                <a:lnTo>
                  <a:pt x="958351" y="6251132"/>
                </a:lnTo>
                <a:lnTo>
                  <a:pt x="965470" y="6247021"/>
                </a:lnTo>
                <a:lnTo>
                  <a:pt x="969587" y="6254141"/>
                </a:lnTo>
                <a:lnTo>
                  <a:pt x="962462" y="6258257"/>
                </a:lnTo>
                <a:close/>
              </a:path>
              <a:path w="6730365" h="7059295">
                <a:moveTo>
                  <a:pt x="887653" y="6128093"/>
                </a:moveTo>
                <a:lnTo>
                  <a:pt x="883833" y="6121477"/>
                </a:lnTo>
                <a:lnTo>
                  <a:pt x="890455" y="6117656"/>
                </a:lnTo>
                <a:lnTo>
                  <a:pt x="894269" y="6124272"/>
                </a:lnTo>
                <a:lnTo>
                  <a:pt x="887653" y="6128093"/>
                </a:lnTo>
                <a:close/>
              </a:path>
              <a:path w="6730365" h="7059295">
                <a:moveTo>
                  <a:pt x="812952" y="5997531"/>
                </a:moveTo>
                <a:lnTo>
                  <a:pt x="809718" y="5991934"/>
                </a:lnTo>
                <a:lnTo>
                  <a:pt x="815315" y="5988700"/>
                </a:lnTo>
                <a:lnTo>
                  <a:pt x="818543" y="5994297"/>
                </a:lnTo>
                <a:lnTo>
                  <a:pt x="812952" y="5997531"/>
                </a:lnTo>
                <a:close/>
              </a:path>
              <a:path w="6730365" h="7059295">
                <a:moveTo>
                  <a:pt x="738244" y="5866969"/>
                </a:moveTo>
                <a:lnTo>
                  <a:pt x="735602" y="5862390"/>
                </a:lnTo>
                <a:lnTo>
                  <a:pt x="740187" y="5859749"/>
                </a:lnTo>
                <a:lnTo>
                  <a:pt x="742829" y="5864321"/>
                </a:lnTo>
                <a:lnTo>
                  <a:pt x="738244" y="5866969"/>
                </a:lnTo>
                <a:close/>
              </a:path>
              <a:path w="6730365" h="7059295">
                <a:moveTo>
                  <a:pt x="663442" y="5736804"/>
                </a:moveTo>
                <a:lnTo>
                  <a:pt x="661090" y="5732735"/>
                </a:lnTo>
                <a:lnTo>
                  <a:pt x="665159" y="5730384"/>
                </a:lnTo>
                <a:lnTo>
                  <a:pt x="667511" y="5734453"/>
                </a:lnTo>
                <a:lnTo>
                  <a:pt x="663442" y="5736804"/>
                </a:lnTo>
                <a:close/>
              </a:path>
              <a:path w="6730365" h="7059295">
                <a:moveTo>
                  <a:pt x="588734" y="5606242"/>
                </a:moveTo>
                <a:lnTo>
                  <a:pt x="586975" y="5603192"/>
                </a:lnTo>
                <a:lnTo>
                  <a:pt x="590025" y="5601427"/>
                </a:lnTo>
                <a:lnTo>
                  <a:pt x="591790" y="5604483"/>
                </a:lnTo>
                <a:lnTo>
                  <a:pt x="588734" y="5606242"/>
                </a:lnTo>
                <a:close/>
              </a:path>
              <a:path w="6730365" h="7059295">
                <a:moveTo>
                  <a:pt x="513932" y="5476083"/>
                </a:moveTo>
                <a:lnTo>
                  <a:pt x="512463" y="5473537"/>
                </a:lnTo>
                <a:lnTo>
                  <a:pt x="515004" y="5472067"/>
                </a:lnTo>
                <a:lnTo>
                  <a:pt x="516473" y="5474614"/>
                </a:lnTo>
                <a:lnTo>
                  <a:pt x="513932" y="5476083"/>
                </a:lnTo>
                <a:close/>
              </a:path>
              <a:path w="6730365" h="7059295">
                <a:moveTo>
                  <a:pt x="439224" y="5345522"/>
                </a:moveTo>
                <a:lnTo>
                  <a:pt x="438342" y="5343993"/>
                </a:lnTo>
                <a:lnTo>
                  <a:pt x="439870" y="5343111"/>
                </a:lnTo>
                <a:lnTo>
                  <a:pt x="440753" y="5344639"/>
                </a:lnTo>
                <a:lnTo>
                  <a:pt x="439224" y="5345522"/>
                </a:lnTo>
                <a:close/>
              </a:path>
              <a:path w="6730365" h="7059295">
                <a:moveTo>
                  <a:pt x="1540327" y="6967118"/>
                </a:moveTo>
                <a:lnTo>
                  <a:pt x="1532396" y="6953383"/>
                </a:lnTo>
                <a:lnTo>
                  <a:pt x="1546137" y="6945445"/>
                </a:lnTo>
                <a:lnTo>
                  <a:pt x="1554068" y="6959181"/>
                </a:lnTo>
                <a:lnTo>
                  <a:pt x="1540327" y="6967118"/>
                </a:lnTo>
                <a:close/>
              </a:path>
              <a:path w="6730365" h="7059295">
                <a:moveTo>
                  <a:pt x="1465520" y="6836959"/>
                </a:moveTo>
                <a:lnTo>
                  <a:pt x="1457878" y="6823721"/>
                </a:lnTo>
                <a:lnTo>
                  <a:pt x="1471110" y="6816087"/>
                </a:lnTo>
                <a:lnTo>
                  <a:pt x="1478751" y="6829319"/>
                </a:lnTo>
                <a:lnTo>
                  <a:pt x="1465520" y="6836959"/>
                </a:lnTo>
                <a:close/>
              </a:path>
              <a:path w="6730365" h="7059295">
                <a:moveTo>
                  <a:pt x="1390817" y="6706391"/>
                </a:moveTo>
                <a:lnTo>
                  <a:pt x="1383763" y="6694178"/>
                </a:lnTo>
                <a:lnTo>
                  <a:pt x="1395976" y="6687129"/>
                </a:lnTo>
                <a:lnTo>
                  <a:pt x="1403030" y="6699342"/>
                </a:lnTo>
                <a:lnTo>
                  <a:pt x="1390817" y="6706391"/>
                </a:lnTo>
                <a:close/>
              </a:path>
              <a:path w="6730365" h="7059295">
                <a:moveTo>
                  <a:pt x="1316222" y="6575426"/>
                </a:moveTo>
                <a:lnTo>
                  <a:pt x="1310050" y="6564741"/>
                </a:lnTo>
                <a:lnTo>
                  <a:pt x="1320735" y="6558575"/>
                </a:lnTo>
                <a:lnTo>
                  <a:pt x="1326907" y="6569260"/>
                </a:lnTo>
                <a:lnTo>
                  <a:pt x="1316222" y="6575426"/>
                </a:lnTo>
                <a:close/>
              </a:path>
              <a:path w="6730365" h="7059295">
                <a:moveTo>
                  <a:pt x="1241520" y="6444864"/>
                </a:moveTo>
                <a:lnTo>
                  <a:pt x="1235935" y="6435198"/>
                </a:lnTo>
                <a:lnTo>
                  <a:pt x="1245607" y="6429612"/>
                </a:lnTo>
                <a:lnTo>
                  <a:pt x="1251187" y="6439285"/>
                </a:lnTo>
                <a:lnTo>
                  <a:pt x="1241520" y="6444864"/>
                </a:lnTo>
                <a:close/>
              </a:path>
              <a:path w="6730365" h="7059295">
                <a:moveTo>
                  <a:pt x="1166813" y="6314302"/>
                </a:moveTo>
                <a:lnTo>
                  <a:pt x="1161820" y="6305655"/>
                </a:lnTo>
                <a:lnTo>
                  <a:pt x="1170473" y="6300656"/>
                </a:lnTo>
                <a:lnTo>
                  <a:pt x="1175466" y="6309303"/>
                </a:lnTo>
                <a:lnTo>
                  <a:pt x="1166813" y="6314302"/>
                </a:lnTo>
                <a:close/>
              </a:path>
              <a:path w="6730365" h="7059295">
                <a:moveTo>
                  <a:pt x="1092011" y="6184143"/>
                </a:moveTo>
                <a:lnTo>
                  <a:pt x="1087308" y="6175999"/>
                </a:lnTo>
                <a:lnTo>
                  <a:pt x="1095452" y="6171302"/>
                </a:lnTo>
                <a:lnTo>
                  <a:pt x="1100149" y="6179441"/>
                </a:lnTo>
                <a:lnTo>
                  <a:pt x="1092011" y="6184143"/>
                </a:lnTo>
                <a:close/>
              </a:path>
              <a:path w="6730365" h="7059295">
                <a:moveTo>
                  <a:pt x="1017303" y="6053582"/>
                </a:moveTo>
                <a:lnTo>
                  <a:pt x="1013193" y="6046456"/>
                </a:lnTo>
                <a:lnTo>
                  <a:pt x="1020318" y="6042339"/>
                </a:lnTo>
                <a:lnTo>
                  <a:pt x="1024428" y="6049465"/>
                </a:lnTo>
                <a:lnTo>
                  <a:pt x="1017303" y="6053582"/>
                </a:lnTo>
                <a:close/>
              </a:path>
              <a:path w="6730365" h="7059295">
                <a:moveTo>
                  <a:pt x="942501" y="5923416"/>
                </a:moveTo>
                <a:lnTo>
                  <a:pt x="938680" y="5916800"/>
                </a:lnTo>
                <a:lnTo>
                  <a:pt x="945290" y="5912986"/>
                </a:lnTo>
                <a:lnTo>
                  <a:pt x="949111" y="5919602"/>
                </a:lnTo>
                <a:lnTo>
                  <a:pt x="942501" y="5923416"/>
                </a:lnTo>
                <a:close/>
              </a:path>
              <a:path w="6730365" h="7059295">
                <a:moveTo>
                  <a:pt x="867793" y="5792855"/>
                </a:moveTo>
                <a:lnTo>
                  <a:pt x="864559" y="5787257"/>
                </a:lnTo>
                <a:lnTo>
                  <a:pt x="870157" y="5784023"/>
                </a:lnTo>
                <a:lnTo>
                  <a:pt x="873391" y="5789627"/>
                </a:lnTo>
                <a:lnTo>
                  <a:pt x="867793" y="5792855"/>
                </a:lnTo>
                <a:close/>
              </a:path>
              <a:path w="6730365" h="7059295">
                <a:moveTo>
                  <a:pt x="793092" y="5662293"/>
                </a:moveTo>
                <a:lnTo>
                  <a:pt x="790450" y="5657714"/>
                </a:lnTo>
                <a:lnTo>
                  <a:pt x="795028" y="5655067"/>
                </a:lnTo>
                <a:lnTo>
                  <a:pt x="797676" y="5659651"/>
                </a:lnTo>
                <a:lnTo>
                  <a:pt x="793092" y="5662293"/>
                </a:lnTo>
                <a:close/>
              </a:path>
              <a:path w="6730365" h="7059295">
                <a:moveTo>
                  <a:pt x="718284" y="5532128"/>
                </a:moveTo>
                <a:lnTo>
                  <a:pt x="715932" y="5528059"/>
                </a:lnTo>
                <a:lnTo>
                  <a:pt x="720001" y="5525713"/>
                </a:lnTo>
                <a:lnTo>
                  <a:pt x="722353" y="5529782"/>
                </a:lnTo>
                <a:lnTo>
                  <a:pt x="718284" y="5532128"/>
                </a:lnTo>
                <a:close/>
              </a:path>
              <a:path w="6730365" h="7059295">
                <a:moveTo>
                  <a:pt x="643582" y="5401566"/>
                </a:moveTo>
                <a:lnTo>
                  <a:pt x="641817" y="5398516"/>
                </a:lnTo>
                <a:lnTo>
                  <a:pt x="644867" y="5396750"/>
                </a:lnTo>
                <a:lnTo>
                  <a:pt x="646632" y="5399801"/>
                </a:lnTo>
                <a:lnTo>
                  <a:pt x="643582" y="5401566"/>
                </a:lnTo>
                <a:close/>
              </a:path>
              <a:path w="6730365" h="7059295">
                <a:moveTo>
                  <a:pt x="568768" y="5271407"/>
                </a:moveTo>
                <a:lnTo>
                  <a:pt x="567299" y="5268866"/>
                </a:lnTo>
                <a:lnTo>
                  <a:pt x="569846" y="5267397"/>
                </a:lnTo>
                <a:lnTo>
                  <a:pt x="571314" y="5269938"/>
                </a:lnTo>
                <a:lnTo>
                  <a:pt x="568768" y="5271407"/>
                </a:lnTo>
                <a:close/>
              </a:path>
              <a:path w="6730365" h="7059295">
                <a:moveTo>
                  <a:pt x="494072" y="5140845"/>
                </a:moveTo>
                <a:lnTo>
                  <a:pt x="493189" y="5139311"/>
                </a:lnTo>
                <a:lnTo>
                  <a:pt x="494711" y="5138434"/>
                </a:lnTo>
                <a:lnTo>
                  <a:pt x="495594" y="5139962"/>
                </a:lnTo>
                <a:lnTo>
                  <a:pt x="494072" y="5140845"/>
                </a:lnTo>
                <a:close/>
              </a:path>
              <a:path w="6730365" h="7059295">
                <a:moveTo>
                  <a:pt x="1744465" y="7023969"/>
                </a:moveTo>
                <a:lnTo>
                  <a:pt x="1735065" y="7007680"/>
                </a:lnTo>
                <a:lnTo>
                  <a:pt x="1751348" y="6998280"/>
                </a:lnTo>
                <a:lnTo>
                  <a:pt x="1760748" y="7014569"/>
                </a:lnTo>
                <a:lnTo>
                  <a:pt x="1744465" y="7023969"/>
                </a:lnTo>
                <a:close/>
              </a:path>
              <a:path w="6730365" h="7059295">
                <a:moveTo>
                  <a:pt x="1669763" y="6893407"/>
                </a:moveTo>
                <a:lnTo>
                  <a:pt x="1660950" y="6878143"/>
                </a:lnTo>
                <a:lnTo>
                  <a:pt x="1676213" y="6869330"/>
                </a:lnTo>
                <a:lnTo>
                  <a:pt x="1685027" y="6884593"/>
                </a:lnTo>
                <a:lnTo>
                  <a:pt x="1669763" y="6893407"/>
                </a:lnTo>
                <a:close/>
              </a:path>
              <a:path w="6730365" h="7059295">
                <a:moveTo>
                  <a:pt x="1595062" y="6762845"/>
                </a:moveTo>
                <a:lnTo>
                  <a:pt x="1586834" y="6748594"/>
                </a:lnTo>
                <a:lnTo>
                  <a:pt x="1601085" y="6740368"/>
                </a:lnTo>
                <a:lnTo>
                  <a:pt x="1609312" y="6754618"/>
                </a:lnTo>
                <a:lnTo>
                  <a:pt x="1595062" y="6762845"/>
                </a:lnTo>
                <a:close/>
              </a:path>
              <a:path w="6730365" h="7059295">
                <a:moveTo>
                  <a:pt x="1520360" y="6632276"/>
                </a:moveTo>
                <a:lnTo>
                  <a:pt x="1512725" y="6619051"/>
                </a:lnTo>
                <a:lnTo>
                  <a:pt x="1525951" y="6611410"/>
                </a:lnTo>
                <a:lnTo>
                  <a:pt x="1533592" y="6624642"/>
                </a:lnTo>
                <a:lnTo>
                  <a:pt x="1520360" y="6632276"/>
                </a:lnTo>
                <a:close/>
              </a:path>
              <a:path w="6730365" h="7059295">
                <a:moveTo>
                  <a:pt x="1445658" y="6501715"/>
                </a:moveTo>
                <a:lnTo>
                  <a:pt x="1438610" y="6489502"/>
                </a:lnTo>
                <a:lnTo>
                  <a:pt x="1450823" y="6482453"/>
                </a:lnTo>
                <a:lnTo>
                  <a:pt x="1457872" y="6494667"/>
                </a:lnTo>
                <a:lnTo>
                  <a:pt x="1445658" y="6501715"/>
                </a:lnTo>
                <a:close/>
              </a:path>
              <a:path w="6730365" h="7059295">
                <a:moveTo>
                  <a:pt x="1371063" y="6370750"/>
                </a:moveTo>
                <a:lnTo>
                  <a:pt x="1364897" y="6360065"/>
                </a:lnTo>
                <a:lnTo>
                  <a:pt x="1375582" y="6353893"/>
                </a:lnTo>
                <a:lnTo>
                  <a:pt x="1381748" y="6364578"/>
                </a:lnTo>
                <a:lnTo>
                  <a:pt x="1371063" y="6370750"/>
                </a:lnTo>
                <a:close/>
              </a:path>
              <a:path w="6730365" h="7059295">
                <a:moveTo>
                  <a:pt x="1296362" y="6240188"/>
                </a:moveTo>
                <a:lnTo>
                  <a:pt x="1290782" y="6230522"/>
                </a:lnTo>
                <a:lnTo>
                  <a:pt x="1300448" y="6224942"/>
                </a:lnTo>
                <a:lnTo>
                  <a:pt x="1306028" y="6234603"/>
                </a:lnTo>
                <a:lnTo>
                  <a:pt x="1296362" y="6240188"/>
                </a:lnTo>
                <a:close/>
              </a:path>
              <a:path w="6730365" h="7059295">
                <a:moveTo>
                  <a:pt x="1221660" y="6109627"/>
                </a:moveTo>
                <a:lnTo>
                  <a:pt x="1216667" y="6100973"/>
                </a:lnTo>
                <a:lnTo>
                  <a:pt x="1225314" y="6095980"/>
                </a:lnTo>
                <a:lnTo>
                  <a:pt x="1230308" y="6104634"/>
                </a:lnTo>
                <a:lnTo>
                  <a:pt x="1221660" y="6109627"/>
                </a:lnTo>
                <a:close/>
              </a:path>
              <a:path w="6730365" h="7059295">
                <a:moveTo>
                  <a:pt x="1146852" y="5979461"/>
                </a:moveTo>
                <a:lnTo>
                  <a:pt x="1142155" y="5971323"/>
                </a:lnTo>
                <a:lnTo>
                  <a:pt x="1150293" y="5966620"/>
                </a:lnTo>
                <a:lnTo>
                  <a:pt x="1154990" y="5974764"/>
                </a:lnTo>
                <a:lnTo>
                  <a:pt x="1146852" y="5979461"/>
                </a:lnTo>
                <a:close/>
              </a:path>
              <a:path w="6730365" h="7059295">
                <a:moveTo>
                  <a:pt x="1072150" y="5848900"/>
                </a:moveTo>
                <a:lnTo>
                  <a:pt x="1068033" y="5841774"/>
                </a:lnTo>
                <a:lnTo>
                  <a:pt x="1075159" y="5837663"/>
                </a:lnTo>
                <a:lnTo>
                  <a:pt x="1079275" y="5844789"/>
                </a:lnTo>
                <a:lnTo>
                  <a:pt x="1072150" y="5848900"/>
                </a:lnTo>
                <a:close/>
              </a:path>
              <a:path w="6730365" h="7059295">
                <a:moveTo>
                  <a:pt x="997336" y="5718741"/>
                </a:moveTo>
                <a:lnTo>
                  <a:pt x="993515" y="5712125"/>
                </a:lnTo>
                <a:lnTo>
                  <a:pt x="1000131" y="5708304"/>
                </a:lnTo>
                <a:lnTo>
                  <a:pt x="1003952" y="5714920"/>
                </a:lnTo>
                <a:lnTo>
                  <a:pt x="997336" y="5718741"/>
                </a:lnTo>
                <a:close/>
              </a:path>
              <a:path w="6730365" h="7059295">
                <a:moveTo>
                  <a:pt x="922741" y="5587776"/>
                </a:moveTo>
                <a:lnTo>
                  <a:pt x="919803" y="5582688"/>
                </a:lnTo>
                <a:lnTo>
                  <a:pt x="924891" y="5579750"/>
                </a:lnTo>
                <a:lnTo>
                  <a:pt x="927829" y="5584838"/>
                </a:lnTo>
                <a:lnTo>
                  <a:pt x="922741" y="5587776"/>
                </a:lnTo>
                <a:close/>
              </a:path>
              <a:path w="6730365" h="7059295">
                <a:moveTo>
                  <a:pt x="847939" y="5457617"/>
                </a:moveTo>
                <a:lnTo>
                  <a:pt x="845291" y="5453032"/>
                </a:lnTo>
                <a:lnTo>
                  <a:pt x="849869" y="5450390"/>
                </a:lnTo>
                <a:lnTo>
                  <a:pt x="852517" y="5454969"/>
                </a:lnTo>
                <a:lnTo>
                  <a:pt x="847939" y="5457617"/>
                </a:lnTo>
                <a:close/>
              </a:path>
              <a:path w="6730365" h="7059295">
                <a:moveTo>
                  <a:pt x="773119" y="5327452"/>
                </a:moveTo>
                <a:lnTo>
                  <a:pt x="770773" y="5323382"/>
                </a:lnTo>
                <a:lnTo>
                  <a:pt x="774848" y="5321031"/>
                </a:lnTo>
                <a:lnTo>
                  <a:pt x="777194" y="5325100"/>
                </a:lnTo>
                <a:lnTo>
                  <a:pt x="773119" y="5327452"/>
                </a:lnTo>
                <a:close/>
              </a:path>
              <a:path w="6730365" h="7059295">
                <a:moveTo>
                  <a:pt x="698424" y="5196890"/>
                </a:moveTo>
                <a:lnTo>
                  <a:pt x="696664" y="5193833"/>
                </a:lnTo>
                <a:lnTo>
                  <a:pt x="699714" y="5192074"/>
                </a:lnTo>
                <a:lnTo>
                  <a:pt x="701473" y="5195125"/>
                </a:lnTo>
                <a:lnTo>
                  <a:pt x="698424" y="5196890"/>
                </a:lnTo>
                <a:close/>
              </a:path>
              <a:path w="6730365" h="7059295">
                <a:moveTo>
                  <a:pt x="623722" y="5066328"/>
                </a:moveTo>
                <a:lnTo>
                  <a:pt x="622549" y="5064297"/>
                </a:lnTo>
                <a:lnTo>
                  <a:pt x="624586" y="5063118"/>
                </a:lnTo>
                <a:lnTo>
                  <a:pt x="625759" y="5065156"/>
                </a:lnTo>
                <a:lnTo>
                  <a:pt x="623722" y="5066328"/>
                </a:lnTo>
                <a:close/>
              </a:path>
              <a:path w="6730365" h="7059295">
                <a:moveTo>
                  <a:pt x="548907" y="4936169"/>
                </a:moveTo>
                <a:lnTo>
                  <a:pt x="548031" y="4934646"/>
                </a:lnTo>
                <a:lnTo>
                  <a:pt x="549559" y="4933764"/>
                </a:lnTo>
                <a:lnTo>
                  <a:pt x="550435" y="4935286"/>
                </a:lnTo>
                <a:lnTo>
                  <a:pt x="548907" y="4936169"/>
                </a:lnTo>
                <a:close/>
              </a:path>
              <a:path w="6730365" h="7059295">
                <a:moveTo>
                  <a:pt x="1959570" y="7059270"/>
                </a:moveTo>
                <a:lnTo>
                  <a:pt x="1945386" y="7059270"/>
                </a:lnTo>
                <a:lnTo>
                  <a:pt x="1956025" y="7053129"/>
                </a:lnTo>
                <a:lnTo>
                  <a:pt x="1959570" y="7059270"/>
                </a:lnTo>
                <a:close/>
              </a:path>
              <a:path w="6730365" h="7059295">
                <a:moveTo>
                  <a:pt x="1873907" y="6950257"/>
                </a:moveTo>
                <a:lnTo>
                  <a:pt x="1863625" y="6932446"/>
                </a:lnTo>
                <a:lnTo>
                  <a:pt x="1881435" y="6922164"/>
                </a:lnTo>
                <a:lnTo>
                  <a:pt x="1891718" y="6939975"/>
                </a:lnTo>
                <a:lnTo>
                  <a:pt x="1873907" y="6950257"/>
                </a:lnTo>
                <a:close/>
              </a:path>
              <a:path w="6730365" h="7059295">
                <a:moveTo>
                  <a:pt x="1799200" y="6819695"/>
                </a:moveTo>
                <a:lnTo>
                  <a:pt x="1789504" y="6802904"/>
                </a:lnTo>
                <a:lnTo>
                  <a:pt x="1806301" y="6793208"/>
                </a:lnTo>
                <a:lnTo>
                  <a:pt x="1815997" y="6809999"/>
                </a:lnTo>
                <a:lnTo>
                  <a:pt x="1799200" y="6819695"/>
                </a:lnTo>
                <a:close/>
              </a:path>
              <a:path w="6730365" h="7059295">
                <a:moveTo>
                  <a:pt x="1724605" y="6688731"/>
                </a:moveTo>
                <a:lnTo>
                  <a:pt x="1715791" y="6673461"/>
                </a:lnTo>
                <a:lnTo>
                  <a:pt x="1731061" y="6664647"/>
                </a:lnTo>
                <a:lnTo>
                  <a:pt x="1739874" y="6679917"/>
                </a:lnTo>
                <a:lnTo>
                  <a:pt x="1724605" y="6688731"/>
                </a:lnTo>
                <a:close/>
              </a:path>
              <a:path w="6730365" h="7059295">
                <a:moveTo>
                  <a:pt x="1649903" y="6558162"/>
                </a:moveTo>
                <a:lnTo>
                  <a:pt x="1641676" y="6543918"/>
                </a:lnTo>
                <a:lnTo>
                  <a:pt x="1655927" y="6535691"/>
                </a:lnTo>
                <a:lnTo>
                  <a:pt x="1664154" y="6549935"/>
                </a:lnTo>
                <a:lnTo>
                  <a:pt x="1649903" y="6558162"/>
                </a:lnTo>
                <a:close/>
              </a:path>
              <a:path w="6730365" h="7059295">
                <a:moveTo>
                  <a:pt x="1575202" y="6427601"/>
                </a:moveTo>
                <a:lnTo>
                  <a:pt x="1567561" y="6414374"/>
                </a:lnTo>
                <a:lnTo>
                  <a:pt x="1580799" y="6406733"/>
                </a:lnTo>
                <a:lnTo>
                  <a:pt x="1588434" y="6419960"/>
                </a:lnTo>
                <a:lnTo>
                  <a:pt x="1575202" y="6427601"/>
                </a:lnTo>
                <a:close/>
              </a:path>
              <a:path w="6730365" h="7059295">
                <a:moveTo>
                  <a:pt x="1500506" y="6297039"/>
                </a:moveTo>
                <a:lnTo>
                  <a:pt x="1493451" y="6284825"/>
                </a:lnTo>
                <a:lnTo>
                  <a:pt x="1505659" y="6277777"/>
                </a:lnTo>
                <a:lnTo>
                  <a:pt x="1512713" y="6289990"/>
                </a:lnTo>
                <a:lnTo>
                  <a:pt x="1500506" y="6297039"/>
                </a:lnTo>
                <a:close/>
              </a:path>
              <a:path w="6730365" h="7059295">
                <a:moveTo>
                  <a:pt x="1425798" y="6166477"/>
                </a:moveTo>
                <a:lnTo>
                  <a:pt x="1419336" y="6155282"/>
                </a:lnTo>
                <a:lnTo>
                  <a:pt x="1430531" y="6148820"/>
                </a:lnTo>
                <a:lnTo>
                  <a:pt x="1436993" y="6160015"/>
                </a:lnTo>
                <a:lnTo>
                  <a:pt x="1425798" y="6166477"/>
                </a:lnTo>
                <a:close/>
              </a:path>
              <a:path w="6730365" h="7059295">
                <a:moveTo>
                  <a:pt x="1351209" y="6035512"/>
                </a:moveTo>
                <a:lnTo>
                  <a:pt x="1345624" y="6025845"/>
                </a:lnTo>
                <a:lnTo>
                  <a:pt x="1355290" y="6020266"/>
                </a:lnTo>
                <a:lnTo>
                  <a:pt x="1360869" y="6029933"/>
                </a:lnTo>
                <a:lnTo>
                  <a:pt x="1351209" y="6035512"/>
                </a:lnTo>
                <a:close/>
              </a:path>
              <a:path w="6730365" h="7059295">
                <a:moveTo>
                  <a:pt x="1276507" y="5904950"/>
                </a:moveTo>
                <a:lnTo>
                  <a:pt x="1271508" y="5896297"/>
                </a:lnTo>
                <a:lnTo>
                  <a:pt x="1280156" y="5891304"/>
                </a:lnTo>
                <a:lnTo>
                  <a:pt x="1285155" y="5899957"/>
                </a:lnTo>
                <a:lnTo>
                  <a:pt x="1276507" y="5904950"/>
                </a:lnTo>
                <a:close/>
              </a:path>
              <a:path w="6730365" h="7059295">
                <a:moveTo>
                  <a:pt x="1201687" y="5774785"/>
                </a:moveTo>
                <a:lnTo>
                  <a:pt x="1196990" y="5766647"/>
                </a:lnTo>
                <a:lnTo>
                  <a:pt x="1205135" y="5761944"/>
                </a:lnTo>
                <a:lnTo>
                  <a:pt x="1209837" y="5770082"/>
                </a:lnTo>
                <a:lnTo>
                  <a:pt x="1201687" y="5774785"/>
                </a:lnTo>
                <a:close/>
              </a:path>
              <a:path w="6730365" h="7059295">
                <a:moveTo>
                  <a:pt x="1126992" y="5644224"/>
                </a:moveTo>
                <a:lnTo>
                  <a:pt x="1122881" y="5637104"/>
                </a:lnTo>
                <a:lnTo>
                  <a:pt x="1130001" y="5632993"/>
                </a:lnTo>
                <a:lnTo>
                  <a:pt x="1134111" y="5640113"/>
                </a:lnTo>
                <a:lnTo>
                  <a:pt x="1126992" y="5644224"/>
                </a:lnTo>
                <a:close/>
              </a:path>
              <a:path w="6730365" h="7059295">
                <a:moveTo>
                  <a:pt x="1052290" y="5513662"/>
                </a:moveTo>
                <a:lnTo>
                  <a:pt x="1048766" y="5507555"/>
                </a:lnTo>
                <a:lnTo>
                  <a:pt x="1054867" y="5504031"/>
                </a:lnTo>
                <a:lnTo>
                  <a:pt x="1058391" y="5510137"/>
                </a:lnTo>
                <a:lnTo>
                  <a:pt x="1052290" y="5513662"/>
                </a:lnTo>
                <a:close/>
              </a:path>
              <a:path w="6730365" h="7059295">
                <a:moveTo>
                  <a:pt x="977589" y="5383100"/>
                </a:moveTo>
                <a:lnTo>
                  <a:pt x="974651" y="5378012"/>
                </a:lnTo>
                <a:lnTo>
                  <a:pt x="979739" y="5375074"/>
                </a:lnTo>
                <a:lnTo>
                  <a:pt x="982676" y="5380162"/>
                </a:lnTo>
                <a:lnTo>
                  <a:pt x="977589" y="5383100"/>
                </a:lnTo>
                <a:close/>
              </a:path>
              <a:path w="6730365" h="7059295">
                <a:moveTo>
                  <a:pt x="902780" y="5252935"/>
                </a:moveTo>
                <a:lnTo>
                  <a:pt x="900133" y="5248356"/>
                </a:lnTo>
                <a:lnTo>
                  <a:pt x="904711" y="5245715"/>
                </a:lnTo>
                <a:lnTo>
                  <a:pt x="907353" y="5250293"/>
                </a:lnTo>
                <a:lnTo>
                  <a:pt x="902780" y="5252935"/>
                </a:lnTo>
                <a:close/>
              </a:path>
              <a:path w="6730365" h="7059295">
                <a:moveTo>
                  <a:pt x="828079" y="5122373"/>
                </a:moveTo>
                <a:lnTo>
                  <a:pt x="826023" y="5118814"/>
                </a:lnTo>
                <a:lnTo>
                  <a:pt x="829583" y="5116758"/>
                </a:lnTo>
                <a:lnTo>
                  <a:pt x="831638" y="5120318"/>
                </a:lnTo>
                <a:lnTo>
                  <a:pt x="828079" y="5122373"/>
                </a:lnTo>
                <a:close/>
              </a:path>
              <a:path w="6730365" h="7059295">
                <a:moveTo>
                  <a:pt x="753265" y="4992220"/>
                </a:moveTo>
                <a:lnTo>
                  <a:pt x="751505" y="4989163"/>
                </a:lnTo>
                <a:lnTo>
                  <a:pt x="754562" y="4987398"/>
                </a:lnTo>
                <a:lnTo>
                  <a:pt x="756321" y="4990454"/>
                </a:lnTo>
                <a:lnTo>
                  <a:pt x="753265" y="4992220"/>
                </a:lnTo>
                <a:close/>
              </a:path>
              <a:path w="6730365" h="7059295">
                <a:moveTo>
                  <a:pt x="678569" y="4861652"/>
                </a:moveTo>
                <a:lnTo>
                  <a:pt x="677390" y="4859614"/>
                </a:lnTo>
                <a:lnTo>
                  <a:pt x="679422" y="4858441"/>
                </a:lnTo>
                <a:lnTo>
                  <a:pt x="680601" y="4860479"/>
                </a:lnTo>
                <a:lnTo>
                  <a:pt x="678569" y="4861652"/>
                </a:lnTo>
                <a:close/>
              </a:path>
              <a:path w="6730365" h="7059295">
                <a:moveTo>
                  <a:pt x="603755" y="4731487"/>
                </a:moveTo>
                <a:lnTo>
                  <a:pt x="602872" y="4729964"/>
                </a:lnTo>
                <a:lnTo>
                  <a:pt x="604400" y="4729082"/>
                </a:lnTo>
                <a:lnTo>
                  <a:pt x="605283" y="4730604"/>
                </a:lnTo>
                <a:lnTo>
                  <a:pt x="603755" y="4731487"/>
                </a:lnTo>
                <a:close/>
              </a:path>
              <a:path w="6730365" h="7059295">
                <a:moveTo>
                  <a:pt x="2078045" y="7007102"/>
                </a:moveTo>
                <a:lnTo>
                  <a:pt x="2066294" y="6986750"/>
                </a:lnTo>
                <a:lnTo>
                  <a:pt x="2086646" y="6974999"/>
                </a:lnTo>
                <a:lnTo>
                  <a:pt x="2098397" y="6995351"/>
                </a:lnTo>
                <a:lnTo>
                  <a:pt x="2078045" y="7007102"/>
                </a:lnTo>
                <a:close/>
              </a:path>
              <a:path w="6730365" h="7059295">
                <a:moveTo>
                  <a:pt x="2003444" y="6876143"/>
                </a:moveTo>
                <a:lnTo>
                  <a:pt x="1992575" y="6857314"/>
                </a:lnTo>
                <a:lnTo>
                  <a:pt x="2011405" y="6846445"/>
                </a:lnTo>
                <a:lnTo>
                  <a:pt x="2022279" y="6865275"/>
                </a:lnTo>
                <a:lnTo>
                  <a:pt x="2003444" y="6876143"/>
                </a:lnTo>
                <a:close/>
              </a:path>
              <a:path w="6730365" h="7059295">
                <a:moveTo>
                  <a:pt x="1928749" y="6745581"/>
                </a:moveTo>
                <a:lnTo>
                  <a:pt x="1918466" y="6727771"/>
                </a:lnTo>
                <a:lnTo>
                  <a:pt x="1936277" y="6717488"/>
                </a:lnTo>
                <a:lnTo>
                  <a:pt x="1946559" y="6735299"/>
                </a:lnTo>
                <a:lnTo>
                  <a:pt x="1928749" y="6745581"/>
                </a:lnTo>
                <a:close/>
              </a:path>
              <a:path w="6730365" h="7059295">
                <a:moveTo>
                  <a:pt x="1854047" y="6615020"/>
                </a:moveTo>
                <a:lnTo>
                  <a:pt x="1844351" y="6598222"/>
                </a:lnTo>
                <a:lnTo>
                  <a:pt x="1861143" y="6588526"/>
                </a:lnTo>
                <a:lnTo>
                  <a:pt x="1870839" y="6605324"/>
                </a:lnTo>
                <a:lnTo>
                  <a:pt x="1854047" y="6615020"/>
                </a:lnTo>
                <a:close/>
              </a:path>
              <a:path w="6730365" h="7059295">
                <a:moveTo>
                  <a:pt x="1779345" y="6484458"/>
                </a:moveTo>
                <a:lnTo>
                  <a:pt x="1770236" y="6468679"/>
                </a:lnTo>
                <a:lnTo>
                  <a:pt x="1786009" y="6459575"/>
                </a:lnTo>
                <a:lnTo>
                  <a:pt x="1795118" y="6475348"/>
                </a:lnTo>
                <a:lnTo>
                  <a:pt x="1779345" y="6484458"/>
                </a:lnTo>
                <a:close/>
              </a:path>
              <a:path w="6730365" h="7059295">
                <a:moveTo>
                  <a:pt x="1704750" y="6353487"/>
                </a:moveTo>
                <a:lnTo>
                  <a:pt x="1696523" y="6339242"/>
                </a:lnTo>
                <a:lnTo>
                  <a:pt x="1710774" y="6331015"/>
                </a:lnTo>
                <a:lnTo>
                  <a:pt x="1718995" y="6345260"/>
                </a:lnTo>
                <a:lnTo>
                  <a:pt x="1704750" y="6353487"/>
                </a:lnTo>
                <a:close/>
              </a:path>
              <a:path w="6730365" h="7059295">
                <a:moveTo>
                  <a:pt x="1630043" y="6222925"/>
                </a:moveTo>
                <a:lnTo>
                  <a:pt x="1622408" y="6209699"/>
                </a:lnTo>
                <a:lnTo>
                  <a:pt x="1635634" y="6202058"/>
                </a:lnTo>
                <a:lnTo>
                  <a:pt x="1643275" y="6215290"/>
                </a:lnTo>
                <a:lnTo>
                  <a:pt x="1630043" y="6222925"/>
                </a:lnTo>
                <a:close/>
              </a:path>
              <a:path w="6730365" h="7059295">
                <a:moveTo>
                  <a:pt x="1555341" y="6092364"/>
                </a:moveTo>
                <a:lnTo>
                  <a:pt x="1548293" y="6080156"/>
                </a:lnTo>
                <a:lnTo>
                  <a:pt x="1560506" y="6073102"/>
                </a:lnTo>
                <a:lnTo>
                  <a:pt x="1567555" y="6085309"/>
                </a:lnTo>
                <a:lnTo>
                  <a:pt x="1555341" y="6092364"/>
                </a:lnTo>
                <a:close/>
              </a:path>
              <a:path w="6730365" h="7059295">
                <a:moveTo>
                  <a:pt x="1480646" y="5961795"/>
                </a:moveTo>
                <a:lnTo>
                  <a:pt x="1474183" y="5950607"/>
                </a:lnTo>
                <a:lnTo>
                  <a:pt x="1485372" y="5944145"/>
                </a:lnTo>
                <a:lnTo>
                  <a:pt x="1491834" y="5955333"/>
                </a:lnTo>
                <a:lnTo>
                  <a:pt x="1480646" y="5961795"/>
                </a:lnTo>
                <a:close/>
              </a:path>
              <a:path w="6730365" h="7059295">
                <a:moveTo>
                  <a:pt x="1406045" y="5830837"/>
                </a:moveTo>
                <a:lnTo>
                  <a:pt x="1400465" y="5821170"/>
                </a:lnTo>
                <a:lnTo>
                  <a:pt x="1410131" y="5815585"/>
                </a:lnTo>
                <a:lnTo>
                  <a:pt x="1415717" y="5825257"/>
                </a:lnTo>
                <a:lnTo>
                  <a:pt x="1406045" y="5830837"/>
                </a:lnTo>
                <a:close/>
              </a:path>
              <a:path w="6730365" h="7059295">
                <a:moveTo>
                  <a:pt x="1331349" y="5700275"/>
                </a:moveTo>
                <a:lnTo>
                  <a:pt x="1326350" y="5691621"/>
                </a:lnTo>
                <a:lnTo>
                  <a:pt x="1335003" y="5686628"/>
                </a:lnTo>
                <a:lnTo>
                  <a:pt x="1339997" y="5695282"/>
                </a:lnTo>
                <a:lnTo>
                  <a:pt x="1331349" y="5700275"/>
                </a:lnTo>
                <a:close/>
              </a:path>
              <a:path w="6730365" h="7059295">
                <a:moveTo>
                  <a:pt x="1256535" y="5570115"/>
                </a:moveTo>
                <a:lnTo>
                  <a:pt x="1251832" y="5561972"/>
                </a:lnTo>
                <a:lnTo>
                  <a:pt x="1259976" y="5557269"/>
                </a:lnTo>
                <a:lnTo>
                  <a:pt x="1264679" y="5565419"/>
                </a:lnTo>
                <a:lnTo>
                  <a:pt x="1256535" y="5570115"/>
                </a:lnTo>
                <a:close/>
              </a:path>
              <a:path w="6730365" h="7059295">
                <a:moveTo>
                  <a:pt x="1181833" y="5439554"/>
                </a:moveTo>
                <a:lnTo>
                  <a:pt x="1177723" y="5432429"/>
                </a:lnTo>
                <a:lnTo>
                  <a:pt x="1184842" y="5428318"/>
                </a:lnTo>
                <a:lnTo>
                  <a:pt x="1188959" y="5435437"/>
                </a:lnTo>
                <a:lnTo>
                  <a:pt x="1181833" y="5439554"/>
                </a:lnTo>
                <a:close/>
              </a:path>
              <a:path w="6730365" h="7059295">
                <a:moveTo>
                  <a:pt x="1107138" y="5308986"/>
                </a:moveTo>
                <a:lnTo>
                  <a:pt x="1103607" y="5302880"/>
                </a:lnTo>
                <a:lnTo>
                  <a:pt x="1109714" y="5299355"/>
                </a:lnTo>
                <a:lnTo>
                  <a:pt x="1113238" y="5305462"/>
                </a:lnTo>
                <a:lnTo>
                  <a:pt x="1107138" y="5308986"/>
                </a:lnTo>
                <a:close/>
              </a:path>
              <a:path w="6730365" h="7059295">
                <a:moveTo>
                  <a:pt x="1032430" y="5178424"/>
                </a:moveTo>
                <a:lnTo>
                  <a:pt x="1029492" y="5173336"/>
                </a:lnTo>
                <a:lnTo>
                  <a:pt x="1034580" y="5170399"/>
                </a:lnTo>
                <a:lnTo>
                  <a:pt x="1037518" y="5175486"/>
                </a:lnTo>
                <a:lnTo>
                  <a:pt x="1032430" y="5178424"/>
                </a:lnTo>
                <a:close/>
              </a:path>
              <a:path w="6730365" h="7059295">
                <a:moveTo>
                  <a:pt x="957616" y="5048265"/>
                </a:moveTo>
                <a:lnTo>
                  <a:pt x="954974" y="5043680"/>
                </a:lnTo>
                <a:lnTo>
                  <a:pt x="959553" y="5041039"/>
                </a:lnTo>
                <a:lnTo>
                  <a:pt x="962200" y="5045618"/>
                </a:lnTo>
                <a:lnTo>
                  <a:pt x="957616" y="5048265"/>
                </a:lnTo>
                <a:close/>
              </a:path>
              <a:path w="6730365" h="7059295">
                <a:moveTo>
                  <a:pt x="882920" y="4917697"/>
                </a:moveTo>
                <a:lnTo>
                  <a:pt x="880865" y="4914137"/>
                </a:lnTo>
                <a:lnTo>
                  <a:pt x="884424" y="4912082"/>
                </a:lnTo>
                <a:lnTo>
                  <a:pt x="886480" y="4915642"/>
                </a:lnTo>
                <a:lnTo>
                  <a:pt x="882920" y="4917697"/>
                </a:lnTo>
                <a:close/>
              </a:path>
              <a:path w="6730365" h="7059295">
                <a:moveTo>
                  <a:pt x="808219" y="4787135"/>
                </a:moveTo>
                <a:lnTo>
                  <a:pt x="806750" y="4784588"/>
                </a:lnTo>
                <a:lnTo>
                  <a:pt x="809291" y="4783119"/>
                </a:lnTo>
                <a:lnTo>
                  <a:pt x="810760" y="4785666"/>
                </a:lnTo>
                <a:lnTo>
                  <a:pt x="808219" y="4787135"/>
                </a:lnTo>
                <a:close/>
              </a:path>
              <a:path w="6730365" h="7059295">
                <a:moveTo>
                  <a:pt x="733405" y="4656976"/>
                </a:moveTo>
                <a:lnTo>
                  <a:pt x="732232" y="4654938"/>
                </a:lnTo>
                <a:lnTo>
                  <a:pt x="734263" y="4653765"/>
                </a:lnTo>
                <a:lnTo>
                  <a:pt x="735442" y="4655803"/>
                </a:lnTo>
                <a:lnTo>
                  <a:pt x="733405" y="4656976"/>
                </a:lnTo>
                <a:close/>
              </a:path>
              <a:path w="6730365" h="7059295">
                <a:moveTo>
                  <a:pt x="659722" y="4525828"/>
                </a:moveTo>
                <a:lnTo>
                  <a:pt x="658371" y="4525828"/>
                </a:lnTo>
                <a:lnTo>
                  <a:pt x="658122" y="4525396"/>
                </a:lnTo>
                <a:lnTo>
                  <a:pt x="659473" y="4525396"/>
                </a:lnTo>
                <a:lnTo>
                  <a:pt x="659722" y="4525828"/>
                </a:lnTo>
                <a:close/>
              </a:path>
              <a:path w="6730365" h="7059295">
                <a:moveTo>
                  <a:pt x="2288533" y="7059270"/>
                </a:moveTo>
                <a:lnTo>
                  <a:pt x="2280494" y="7059270"/>
                </a:lnTo>
                <a:lnTo>
                  <a:pt x="2270166" y="7041380"/>
                </a:lnTo>
                <a:lnTo>
                  <a:pt x="2291542" y="7029043"/>
                </a:lnTo>
                <a:lnTo>
                  <a:pt x="2303879" y="7050413"/>
                </a:lnTo>
                <a:lnTo>
                  <a:pt x="2288533" y="7059270"/>
                </a:lnTo>
                <a:close/>
              </a:path>
              <a:path w="6730365" h="7059295">
                <a:moveTo>
                  <a:pt x="2207483" y="6933391"/>
                </a:moveTo>
                <a:lnTo>
                  <a:pt x="2194854" y="6911517"/>
                </a:lnTo>
                <a:lnTo>
                  <a:pt x="2216728" y="6898883"/>
                </a:lnTo>
                <a:lnTo>
                  <a:pt x="2229362" y="6920763"/>
                </a:lnTo>
                <a:lnTo>
                  <a:pt x="2207483" y="6933391"/>
                </a:lnTo>
                <a:close/>
              </a:path>
              <a:path w="6730365" h="7059295">
                <a:moveTo>
                  <a:pt x="2132780" y="6802829"/>
                </a:moveTo>
                <a:lnTo>
                  <a:pt x="2120733" y="6781968"/>
                </a:lnTo>
                <a:lnTo>
                  <a:pt x="2141594" y="6769927"/>
                </a:lnTo>
                <a:lnTo>
                  <a:pt x="2153641" y="6790788"/>
                </a:lnTo>
                <a:lnTo>
                  <a:pt x="2132780" y="6802829"/>
                </a:lnTo>
                <a:close/>
              </a:path>
              <a:path w="6730365" h="7059295">
                <a:moveTo>
                  <a:pt x="2058185" y="6671871"/>
                </a:moveTo>
                <a:lnTo>
                  <a:pt x="2047020" y="6652532"/>
                </a:lnTo>
                <a:lnTo>
                  <a:pt x="2066353" y="6641367"/>
                </a:lnTo>
                <a:lnTo>
                  <a:pt x="2077518" y="6660706"/>
                </a:lnTo>
                <a:lnTo>
                  <a:pt x="2058185" y="6671871"/>
                </a:lnTo>
                <a:close/>
              </a:path>
              <a:path w="6730365" h="7059295">
                <a:moveTo>
                  <a:pt x="1983483" y="6541309"/>
                </a:moveTo>
                <a:lnTo>
                  <a:pt x="1972905" y="6522983"/>
                </a:lnTo>
                <a:lnTo>
                  <a:pt x="1991225" y="6512410"/>
                </a:lnTo>
                <a:lnTo>
                  <a:pt x="2001804" y="6530730"/>
                </a:lnTo>
                <a:lnTo>
                  <a:pt x="1983483" y="6541309"/>
                </a:lnTo>
                <a:close/>
              </a:path>
              <a:path w="6730365" h="7059295">
                <a:moveTo>
                  <a:pt x="1908782" y="6410747"/>
                </a:moveTo>
                <a:lnTo>
                  <a:pt x="1898789" y="6393440"/>
                </a:lnTo>
                <a:lnTo>
                  <a:pt x="1916091" y="6383454"/>
                </a:lnTo>
                <a:lnTo>
                  <a:pt x="1926083" y="6400755"/>
                </a:lnTo>
                <a:lnTo>
                  <a:pt x="1908782" y="6410747"/>
                </a:lnTo>
                <a:close/>
              </a:path>
              <a:path w="6730365" h="7059295">
                <a:moveTo>
                  <a:pt x="1834187" y="6279776"/>
                </a:moveTo>
                <a:lnTo>
                  <a:pt x="1825077" y="6264003"/>
                </a:lnTo>
                <a:lnTo>
                  <a:pt x="1840850" y="6254899"/>
                </a:lnTo>
                <a:lnTo>
                  <a:pt x="1849960" y="6270673"/>
                </a:lnTo>
                <a:lnTo>
                  <a:pt x="1834187" y="6279776"/>
                </a:lnTo>
                <a:close/>
              </a:path>
              <a:path w="6730365" h="7059295">
                <a:moveTo>
                  <a:pt x="1759485" y="6149215"/>
                </a:moveTo>
                <a:lnTo>
                  <a:pt x="1750962" y="6134460"/>
                </a:lnTo>
                <a:lnTo>
                  <a:pt x="1765722" y="6125937"/>
                </a:lnTo>
                <a:lnTo>
                  <a:pt x="1774239" y="6140697"/>
                </a:lnTo>
                <a:lnTo>
                  <a:pt x="1759485" y="6149215"/>
                </a:lnTo>
                <a:close/>
              </a:path>
              <a:path w="6730365" h="7059295">
                <a:moveTo>
                  <a:pt x="1684778" y="6018652"/>
                </a:moveTo>
                <a:lnTo>
                  <a:pt x="1676847" y="6004917"/>
                </a:lnTo>
                <a:lnTo>
                  <a:pt x="1690588" y="5996980"/>
                </a:lnTo>
                <a:lnTo>
                  <a:pt x="1698519" y="6010721"/>
                </a:lnTo>
                <a:lnTo>
                  <a:pt x="1684778" y="6018652"/>
                </a:lnTo>
                <a:close/>
              </a:path>
              <a:path w="6730365" h="7059295">
                <a:moveTo>
                  <a:pt x="1610188" y="5887688"/>
                </a:moveTo>
                <a:lnTo>
                  <a:pt x="1603134" y="5875474"/>
                </a:lnTo>
                <a:lnTo>
                  <a:pt x="1615347" y="5868426"/>
                </a:lnTo>
                <a:lnTo>
                  <a:pt x="1622402" y="5880639"/>
                </a:lnTo>
                <a:lnTo>
                  <a:pt x="1610188" y="5887688"/>
                </a:lnTo>
                <a:close/>
              </a:path>
              <a:path w="6730365" h="7059295">
                <a:moveTo>
                  <a:pt x="1535594" y="5756723"/>
                </a:moveTo>
                <a:lnTo>
                  <a:pt x="1529422" y="5746038"/>
                </a:lnTo>
                <a:lnTo>
                  <a:pt x="1540107" y="5739872"/>
                </a:lnTo>
                <a:lnTo>
                  <a:pt x="1546279" y="5750557"/>
                </a:lnTo>
                <a:lnTo>
                  <a:pt x="1535594" y="5756723"/>
                </a:lnTo>
                <a:close/>
              </a:path>
              <a:path w="6730365" h="7059295">
                <a:moveTo>
                  <a:pt x="1460892" y="5626161"/>
                </a:moveTo>
                <a:lnTo>
                  <a:pt x="1455306" y="5616495"/>
                </a:lnTo>
                <a:lnTo>
                  <a:pt x="1464979" y="5610909"/>
                </a:lnTo>
                <a:lnTo>
                  <a:pt x="1470558" y="5620582"/>
                </a:lnTo>
                <a:lnTo>
                  <a:pt x="1460892" y="5626161"/>
                </a:lnTo>
                <a:close/>
              </a:path>
              <a:path w="6730365" h="7059295">
                <a:moveTo>
                  <a:pt x="1386184" y="5495599"/>
                </a:moveTo>
                <a:lnTo>
                  <a:pt x="1381191" y="5486952"/>
                </a:lnTo>
                <a:lnTo>
                  <a:pt x="1389845" y="5481953"/>
                </a:lnTo>
                <a:lnTo>
                  <a:pt x="1394838" y="5490600"/>
                </a:lnTo>
                <a:lnTo>
                  <a:pt x="1386184" y="5495599"/>
                </a:lnTo>
                <a:close/>
              </a:path>
              <a:path w="6730365" h="7059295">
                <a:moveTo>
                  <a:pt x="1311483" y="5365038"/>
                </a:moveTo>
                <a:lnTo>
                  <a:pt x="1307076" y="5357403"/>
                </a:lnTo>
                <a:lnTo>
                  <a:pt x="1314717" y="5352996"/>
                </a:lnTo>
                <a:lnTo>
                  <a:pt x="1319123" y="5360625"/>
                </a:lnTo>
                <a:lnTo>
                  <a:pt x="1311483" y="5365038"/>
                </a:lnTo>
                <a:close/>
              </a:path>
              <a:path w="6730365" h="7059295">
                <a:moveTo>
                  <a:pt x="1236675" y="5234878"/>
                </a:moveTo>
                <a:lnTo>
                  <a:pt x="1232564" y="5227753"/>
                </a:lnTo>
                <a:lnTo>
                  <a:pt x="1239689" y="5223636"/>
                </a:lnTo>
                <a:lnTo>
                  <a:pt x="1243800" y="5230762"/>
                </a:lnTo>
                <a:lnTo>
                  <a:pt x="1236675" y="5234878"/>
                </a:lnTo>
                <a:close/>
              </a:path>
              <a:path w="6730365" h="7059295">
                <a:moveTo>
                  <a:pt x="1161973" y="5104310"/>
                </a:moveTo>
                <a:lnTo>
                  <a:pt x="1158449" y="5098204"/>
                </a:lnTo>
                <a:lnTo>
                  <a:pt x="1164555" y="5094679"/>
                </a:lnTo>
                <a:lnTo>
                  <a:pt x="1168085" y="5100786"/>
                </a:lnTo>
                <a:lnTo>
                  <a:pt x="1161973" y="5104310"/>
                </a:lnTo>
                <a:close/>
              </a:path>
              <a:path w="6730365" h="7059295">
                <a:moveTo>
                  <a:pt x="1087277" y="4973748"/>
                </a:moveTo>
                <a:lnTo>
                  <a:pt x="1084339" y="4968661"/>
                </a:lnTo>
                <a:lnTo>
                  <a:pt x="1089427" y="4965723"/>
                </a:lnTo>
                <a:lnTo>
                  <a:pt x="1092365" y="4970811"/>
                </a:lnTo>
                <a:lnTo>
                  <a:pt x="1087277" y="4973748"/>
                </a:lnTo>
                <a:close/>
              </a:path>
              <a:path w="6730365" h="7059295">
                <a:moveTo>
                  <a:pt x="1012570" y="4843187"/>
                </a:moveTo>
                <a:lnTo>
                  <a:pt x="1010218" y="4839112"/>
                </a:lnTo>
                <a:lnTo>
                  <a:pt x="1014287" y="4836766"/>
                </a:lnTo>
                <a:lnTo>
                  <a:pt x="1016639" y="4840835"/>
                </a:lnTo>
                <a:lnTo>
                  <a:pt x="1012570" y="4843187"/>
                </a:lnTo>
                <a:close/>
              </a:path>
              <a:path w="6730365" h="7059295">
                <a:moveTo>
                  <a:pt x="937762" y="4713027"/>
                </a:moveTo>
                <a:lnTo>
                  <a:pt x="935701" y="4709462"/>
                </a:lnTo>
                <a:lnTo>
                  <a:pt x="939266" y="4707407"/>
                </a:lnTo>
                <a:lnTo>
                  <a:pt x="941327" y="4710972"/>
                </a:lnTo>
                <a:lnTo>
                  <a:pt x="937762" y="4713027"/>
                </a:lnTo>
                <a:close/>
              </a:path>
              <a:path w="6730365" h="7059295">
                <a:moveTo>
                  <a:pt x="863066" y="4582459"/>
                </a:moveTo>
                <a:lnTo>
                  <a:pt x="861597" y="4579918"/>
                </a:lnTo>
                <a:lnTo>
                  <a:pt x="864138" y="4578449"/>
                </a:lnTo>
                <a:lnTo>
                  <a:pt x="865607" y="4580990"/>
                </a:lnTo>
                <a:lnTo>
                  <a:pt x="863066" y="4582459"/>
                </a:lnTo>
                <a:close/>
              </a:path>
              <a:path w="6730365" h="7059295">
                <a:moveTo>
                  <a:pt x="788359" y="4451898"/>
                </a:moveTo>
                <a:lnTo>
                  <a:pt x="787476" y="4450369"/>
                </a:lnTo>
                <a:lnTo>
                  <a:pt x="788998" y="4449492"/>
                </a:lnTo>
                <a:lnTo>
                  <a:pt x="789881" y="4451021"/>
                </a:lnTo>
                <a:lnTo>
                  <a:pt x="788359" y="4451898"/>
                </a:lnTo>
                <a:close/>
              </a:path>
              <a:path w="6730365" h="7059295">
                <a:moveTo>
                  <a:pt x="2411620" y="6990248"/>
                </a:moveTo>
                <a:lnTo>
                  <a:pt x="2397517" y="6965821"/>
                </a:lnTo>
                <a:lnTo>
                  <a:pt x="2421944" y="6951718"/>
                </a:lnTo>
                <a:lnTo>
                  <a:pt x="2436047" y="6976145"/>
                </a:lnTo>
                <a:lnTo>
                  <a:pt x="2411620" y="6990248"/>
                </a:lnTo>
                <a:close/>
              </a:path>
              <a:path w="6730365" h="7059295">
                <a:moveTo>
                  <a:pt x="2337025" y="6859283"/>
                </a:moveTo>
                <a:lnTo>
                  <a:pt x="2323805" y="6836384"/>
                </a:lnTo>
                <a:lnTo>
                  <a:pt x="2346704" y="6823164"/>
                </a:lnTo>
                <a:lnTo>
                  <a:pt x="2359924" y="6846062"/>
                </a:lnTo>
                <a:lnTo>
                  <a:pt x="2337025" y="6859283"/>
                </a:lnTo>
                <a:close/>
              </a:path>
              <a:path w="6730365" h="7059295">
                <a:moveTo>
                  <a:pt x="2262324" y="6728715"/>
                </a:moveTo>
                <a:lnTo>
                  <a:pt x="2249690" y="6706841"/>
                </a:lnTo>
                <a:lnTo>
                  <a:pt x="2271575" y="6694207"/>
                </a:lnTo>
                <a:lnTo>
                  <a:pt x="2284203" y="6716081"/>
                </a:lnTo>
                <a:lnTo>
                  <a:pt x="2262324" y="6728715"/>
                </a:lnTo>
                <a:close/>
              </a:path>
              <a:path w="6730365" h="7059295">
                <a:moveTo>
                  <a:pt x="2187628" y="6598159"/>
                </a:moveTo>
                <a:lnTo>
                  <a:pt x="2175581" y="6577291"/>
                </a:lnTo>
                <a:lnTo>
                  <a:pt x="2196442" y="6565244"/>
                </a:lnTo>
                <a:lnTo>
                  <a:pt x="2208489" y="6586111"/>
                </a:lnTo>
                <a:lnTo>
                  <a:pt x="2187628" y="6598159"/>
                </a:lnTo>
                <a:close/>
              </a:path>
              <a:path w="6730365" h="7059295">
                <a:moveTo>
                  <a:pt x="2113027" y="6467194"/>
                </a:moveTo>
                <a:lnTo>
                  <a:pt x="2101862" y="6447855"/>
                </a:lnTo>
                <a:lnTo>
                  <a:pt x="2121201" y="6436690"/>
                </a:lnTo>
                <a:lnTo>
                  <a:pt x="2132366" y="6456029"/>
                </a:lnTo>
                <a:lnTo>
                  <a:pt x="2113027" y="6467194"/>
                </a:lnTo>
                <a:close/>
              </a:path>
              <a:path w="6730365" h="7059295">
                <a:moveTo>
                  <a:pt x="2038325" y="6336625"/>
                </a:moveTo>
                <a:lnTo>
                  <a:pt x="2027753" y="6318312"/>
                </a:lnTo>
                <a:lnTo>
                  <a:pt x="2046067" y="6307733"/>
                </a:lnTo>
                <a:lnTo>
                  <a:pt x="2056645" y="6326053"/>
                </a:lnTo>
                <a:lnTo>
                  <a:pt x="2038325" y="6336625"/>
                </a:lnTo>
                <a:close/>
              </a:path>
              <a:path w="6730365" h="7059295">
                <a:moveTo>
                  <a:pt x="1963624" y="6206064"/>
                </a:moveTo>
                <a:lnTo>
                  <a:pt x="1953637" y="6188763"/>
                </a:lnTo>
                <a:lnTo>
                  <a:pt x="1970939" y="6178776"/>
                </a:lnTo>
                <a:lnTo>
                  <a:pt x="1980925" y="6196077"/>
                </a:lnTo>
                <a:lnTo>
                  <a:pt x="1963624" y="6206064"/>
                </a:lnTo>
                <a:close/>
              </a:path>
              <a:path w="6730365" h="7059295">
                <a:moveTo>
                  <a:pt x="1889029" y="6075099"/>
                </a:moveTo>
                <a:lnTo>
                  <a:pt x="1879925" y="6059326"/>
                </a:lnTo>
                <a:lnTo>
                  <a:pt x="1895698" y="6050216"/>
                </a:lnTo>
                <a:lnTo>
                  <a:pt x="1904802" y="6065989"/>
                </a:lnTo>
                <a:lnTo>
                  <a:pt x="1889029" y="6075099"/>
                </a:lnTo>
                <a:close/>
              </a:path>
              <a:path w="6730365" h="7059295">
                <a:moveTo>
                  <a:pt x="1814327" y="5944537"/>
                </a:moveTo>
                <a:lnTo>
                  <a:pt x="1805810" y="5929783"/>
                </a:lnTo>
                <a:lnTo>
                  <a:pt x="1820564" y="5921265"/>
                </a:lnTo>
                <a:lnTo>
                  <a:pt x="1829081" y="5936014"/>
                </a:lnTo>
                <a:lnTo>
                  <a:pt x="1814327" y="5944537"/>
                </a:lnTo>
                <a:close/>
              </a:path>
              <a:path w="6730365" h="7059295">
                <a:moveTo>
                  <a:pt x="1739732" y="5813572"/>
                </a:moveTo>
                <a:lnTo>
                  <a:pt x="1732097" y="5800346"/>
                </a:lnTo>
                <a:lnTo>
                  <a:pt x="1745323" y="5792705"/>
                </a:lnTo>
                <a:lnTo>
                  <a:pt x="1752964" y="5805937"/>
                </a:lnTo>
                <a:lnTo>
                  <a:pt x="1739732" y="5813572"/>
                </a:lnTo>
                <a:close/>
              </a:path>
              <a:path w="6730365" h="7059295">
                <a:moveTo>
                  <a:pt x="1665030" y="5683010"/>
                </a:moveTo>
                <a:lnTo>
                  <a:pt x="1657982" y="5670797"/>
                </a:lnTo>
                <a:lnTo>
                  <a:pt x="1670195" y="5663748"/>
                </a:lnTo>
                <a:lnTo>
                  <a:pt x="1677244" y="5675962"/>
                </a:lnTo>
                <a:lnTo>
                  <a:pt x="1665030" y="5683010"/>
                </a:lnTo>
                <a:close/>
              </a:path>
              <a:path w="6730365" h="7059295">
                <a:moveTo>
                  <a:pt x="1590435" y="5552045"/>
                </a:moveTo>
                <a:lnTo>
                  <a:pt x="1584269" y="5541360"/>
                </a:lnTo>
                <a:lnTo>
                  <a:pt x="1594955" y="5535188"/>
                </a:lnTo>
                <a:lnTo>
                  <a:pt x="1601121" y="5545874"/>
                </a:lnTo>
                <a:lnTo>
                  <a:pt x="1590435" y="5552045"/>
                </a:lnTo>
                <a:close/>
              </a:path>
              <a:path w="6730365" h="7059295">
                <a:moveTo>
                  <a:pt x="1515734" y="5421483"/>
                </a:moveTo>
                <a:lnTo>
                  <a:pt x="1510154" y="5411817"/>
                </a:lnTo>
                <a:lnTo>
                  <a:pt x="1519820" y="5406238"/>
                </a:lnTo>
                <a:lnTo>
                  <a:pt x="1525400" y="5415898"/>
                </a:lnTo>
                <a:lnTo>
                  <a:pt x="1515734" y="5421483"/>
                </a:lnTo>
                <a:close/>
              </a:path>
              <a:path w="6730365" h="7059295">
                <a:moveTo>
                  <a:pt x="1441032" y="5290922"/>
                </a:moveTo>
                <a:lnTo>
                  <a:pt x="1436039" y="5282268"/>
                </a:lnTo>
                <a:lnTo>
                  <a:pt x="1444692" y="5277275"/>
                </a:lnTo>
                <a:lnTo>
                  <a:pt x="1449685" y="5285922"/>
                </a:lnTo>
                <a:lnTo>
                  <a:pt x="1441032" y="5290922"/>
                </a:lnTo>
                <a:close/>
              </a:path>
              <a:path w="6730365" h="7059295">
                <a:moveTo>
                  <a:pt x="1366324" y="5160360"/>
                </a:moveTo>
                <a:lnTo>
                  <a:pt x="1361918" y="5152725"/>
                </a:lnTo>
                <a:lnTo>
                  <a:pt x="1369553" y="5148318"/>
                </a:lnTo>
                <a:lnTo>
                  <a:pt x="1373959" y="5155953"/>
                </a:lnTo>
                <a:lnTo>
                  <a:pt x="1366324" y="5160360"/>
                </a:lnTo>
                <a:close/>
              </a:path>
              <a:path w="6730365" h="7059295">
                <a:moveTo>
                  <a:pt x="1291522" y="5030195"/>
                </a:moveTo>
                <a:lnTo>
                  <a:pt x="1287406" y="5023069"/>
                </a:lnTo>
                <a:lnTo>
                  <a:pt x="1294531" y="5018959"/>
                </a:lnTo>
                <a:lnTo>
                  <a:pt x="1298648" y="5026084"/>
                </a:lnTo>
                <a:lnTo>
                  <a:pt x="1291522" y="5030195"/>
                </a:lnTo>
                <a:close/>
              </a:path>
              <a:path w="6730365" h="7059295">
                <a:moveTo>
                  <a:pt x="1216927" y="4899236"/>
                </a:moveTo>
                <a:lnTo>
                  <a:pt x="1213693" y="4893633"/>
                </a:lnTo>
                <a:lnTo>
                  <a:pt x="1219291" y="4890405"/>
                </a:lnTo>
                <a:lnTo>
                  <a:pt x="1222525" y="4896002"/>
                </a:lnTo>
                <a:lnTo>
                  <a:pt x="1216927" y="4899236"/>
                </a:lnTo>
                <a:close/>
              </a:path>
              <a:path w="6730365" h="7059295">
                <a:moveTo>
                  <a:pt x="1142226" y="4768675"/>
                </a:moveTo>
                <a:lnTo>
                  <a:pt x="1139584" y="4764090"/>
                </a:lnTo>
                <a:lnTo>
                  <a:pt x="1144162" y="4761448"/>
                </a:lnTo>
                <a:lnTo>
                  <a:pt x="1146804" y="4766027"/>
                </a:lnTo>
                <a:lnTo>
                  <a:pt x="1142226" y="4768675"/>
                </a:lnTo>
                <a:close/>
              </a:path>
              <a:path w="6730365" h="7059295">
                <a:moveTo>
                  <a:pt x="1067411" y="4638510"/>
                </a:moveTo>
                <a:lnTo>
                  <a:pt x="1065060" y="4634440"/>
                </a:lnTo>
                <a:lnTo>
                  <a:pt x="1069135" y="4632089"/>
                </a:lnTo>
                <a:lnTo>
                  <a:pt x="1071486" y="4636158"/>
                </a:lnTo>
                <a:lnTo>
                  <a:pt x="1067411" y="4638510"/>
                </a:lnTo>
                <a:close/>
              </a:path>
              <a:path w="6730365" h="7059295">
                <a:moveTo>
                  <a:pt x="992716" y="4507942"/>
                </a:moveTo>
                <a:lnTo>
                  <a:pt x="990951" y="4504891"/>
                </a:lnTo>
                <a:lnTo>
                  <a:pt x="994001" y="4503132"/>
                </a:lnTo>
                <a:lnTo>
                  <a:pt x="995766" y="4506183"/>
                </a:lnTo>
                <a:lnTo>
                  <a:pt x="992716" y="4507942"/>
                </a:lnTo>
                <a:close/>
              </a:path>
              <a:path w="6730365" h="7059295">
                <a:moveTo>
                  <a:pt x="918009" y="4377380"/>
                </a:moveTo>
                <a:lnTo>
                  <a:pt x="916836" y="4375348"/>
                </a:lnTo>
                <a:lnTo>
                  <a:pt x="918873" y="4374170"/>
                </a:lnTo>
                <a:lnTo>
                  <a:pt x="920046" y="4376207"/>
                </a:lnTo>
                <a:lnTo>
                  <a:pt x="918009" y="4377380"/>
                </a:lnTo>
                <a:close/>
              </a:path>
              <a:path w="6730365" h="7059295">
                <a:moveTo>
                  <a:pt x="843200" y="4247226"/>
                </a:moveTo>
                <a:lnTo>
                  <a:pt x="842318" y="4245692"/>
                </a:lnTo>
                <a:lnTo>
                  <a:pt x="843846" y="4244810"/>
                </a:lnTo>
                <a:lnTo>
                  <a:pt x="844728" y="4246344"/>
                </a:lnTo>
                <a:lnTo>
                  <a:pt x="843200" y="4247226"/>
                </a:lnTo>
                <a:close/>
              </a:path>
              <a:path w="6730365" h="7059295">
                <a:moveTo>
                  <a:pt x="2615758" y="7047098"/>
                </a:moveTo>
                <a:lnTo>
                  <a:pt x="2600187" y="7020124"/>
                </a:lnTo>
                <a:lnTo>
                  <a:pt x="2627160" y="7004552"/>
                </a:lnTo>
                <a:lnTo>
                  <a:pt x="2642732" y="7031526"/>
                </a:lnTo>
                <a:lnTo>
                  <a:pt x="2615758" y="7047098"/>
                </a:lnTo>
                <a:close/>
              </a:path>
              <a:path w="6730365" h="7059295">
                <a:moveTo>
                  <a:pt x="2540950" y="6916933"/>
                </a:moveTo>
                <a:lnTo>
                  <a:pt x="2525675" y="6890474"/>
                </a:lnTo>
                <a:lnTo>
                  <a:pt x="2552133" y="6875199"/>
                </a:lnTo>
                <a:lnTo>
                  <a:pt x="2567408" y="6901657"/>
                </a:lnTo>
                <a:lnTo>
                  <a:pt x="2540950" y="6916933"/>
                </a:lnTo>
                <a:close/>
              </a:path>
              <a:path w="6730365" h="7059295">
                <a:moveTo>
                  <a:pt x="2466361" y="6785968"/>
                </a:moveTo>
                <a:lnTo>
                  <a:pt x="2451962" y="6761038"/>
                </a:lnTo>
                <a:lnTo>
                  <a:pt x="2476898" y="6746639"/>
                </a:lnTo>
                <a:lnTo>
                  <a:pt x="2491291" y="6771575"/>
                </a:lnTo>
                <a:lnTo>
                  <a:pt x="2466361" y="6785968"/>
                </a:lnTo>
                <a:close/>
              </a:path>
              <a:path w="6730365" h="7059295">
                <a:moveTo>
                  <a:pt x="2391760" y="6655009"/>
                </a:moveTo>
                <a:lnTo>
                  <a:pt x="2378244" y="6631601"/>
                </a:lnTo>
                <a:lnTo>
                  <a:pt x="2401657" y="6618085"/>
                </a:lnTo>
                <a:lnTo>
                  <a:pt x="2415168" y="6641492"/>
                </a:lnTo>
                <a:lnTo>
                  <a:pt x="2391760" y="6655009"/>
                </a:lnTo>
                <a:close/>
              </a:path>
              <a:path w="6730365" h="7059295">
                <a:moveTo>
                  <a:pt x="2317165" y="6524044"/>
                </a:moveTo>
                <a:lnTo>
                  <a:pt x="2304531" y="6502164"/>
                </a:lnTo>
                <a:lnTo>
                  <a:pt x="2326417" y="6489530"/>
                </a:lnTo>
                <a:lnTo>
                  <a:pt x="2339051" y="6511410"/>
                </a:lnTo>
                <a:lnTo>
                  <a:pt x="2317165" y="6524044"/>
                </a:lnTo>
                <a:close/>
              </a:path>
              <a:path w="6730365" h="7059295">
                <a:moveTo>
                  <a:pt x="2242463" y="6393482"/>
                </a:moveTo>
                <a:lnTo>
                  <a:pt x="2230416" y="6372615"/>
                </a:lnTo>
                <a:lnTo>
                  <a:pt x="2251283" y="6360568"/>
                </a:lnTo>
                <a:lnTo>
                  <a:pt x="2263330" y="6381435"/>
                </a:lnTo>
                <a:lnTo>
                  <a:pt x="2242463" y="6393482"/>
                </a:lnTo>
                <a:close/>
              </a:path>
              <a:path w="6730365" h="7059295">
                <a:moveTo>
                  <a:pt x="2167868" y="6262517"/>
                </a:moveTo>
                <a:lnTo>
                  <a:pt x="2156703" y="6243178"/>
                </a:lnTo>
                <a:lnTo>
                  <a:pt x="2176042" y="6232014"/>
                </a:lnTo>
                <a:lnTo>
                  <a:pt x="2187207" y="6251353"/>
                </a:lnTo>
                <a:lnTo>
                  <a:pt x="2167868" y="6262517"/>
                </a:lnTo>
                <a:close/>
              </a:path>
              <a:path w="6730365" h="7059295">
                <a:moveTo>
                  <a:pt x="2093167" y="6131949"/>
                </a:moveTo>
                <a:lnTo>
                  <a:pt x="2082588" y="6113635"/>
                </a:lnTo>
                <a:lnTo>
                  <a:pt x="2100914" y="6103056"/>
                </a:lnTo>
                <a:lnTo>
                  <a:pt x="2111487" y="6121370"/>
                </a:lnTo>
                <a:lnTo>
                  <a:pt x="2093167" y="6131949"/>
                </a:lnTo>
                <a:close/>
              </a:path>
              <a:path w="6730365" h="7059295">
                <a:moveTo>
                  <a:pt x="2018465" y="6001387"/>
                </a:moveTo>
                <a:lnTo>
                  <a:pt x="2008479" y="5984086"/>
                </a:lnTo>
                <a:lnTo>
                  <a:pt x="2025780" y="5974094"/>
                </a:lnTo>
                <a:lnTo>
                  <a:pt x="2035772" y="5991395"/>
                </a:lnTo>
                <a:lnTo>
                  <a:pt x="2018465" y="6001387"/>
                </a:lnTo>
                <a:close/>
              </a:path>
              <a:path w="6730365" h="7059295">
                <a:moveTo>
                  <a:pt x="1943870" y="5870429"/>
                </a:moveTo>
                <a:lnTo>
                  <a:pt x="1934760" y="5854650"/>
                </a:lnTo>
                <a:lnTo>
                  <a:pt x="1950540" y="5845540"/>
                </a:lnTo>
                <a:lnTo>
                  <a:pt x="1959649" y="5861319"/>
                </a:lnTo>
                <a:lnTo>
                  <a:pt x="1943870" y="5870429"/>
                </a:lnTo>
                <a:close/>
              </a:path>
              <a:path w="6730365" h="7059295">
                <a:moveTo>
                  <a:pt x="1869275" y="5739458"/>
                </a:moveTo>
                <a:lnTo>
                  <a:pt x="1861048" y="5725213"/>
                </a:lnTo>
                <a:lnTo>
                  <a:pt x="1875299" y="5716986"/>
                </a:lnTo>
                <a:lnTo>
                  <a:pt x="1883526" y="5731231"/>
                </a:lnTo>
                <a:lnTo>
                  <a:pt x="1869275" y="5739458"/>
                </a:lnTo>
                <a:close/>
              </a:path>
              <a:path w="6730365" h="7059295">
                <a:moveTo>
                  <a:pt x="1794574" y="5608896"/>
                </a:moveTo>
                <a:lnTo>
                  <a:pt x="1786933" y="5595670"/>
                </a:lnTo>
                <a:lnTo>
                  <a:pt x="1800171" y="5588029"/>
                </a:lnTo>
                <a:lnTo>
                  <a:pt x="1807806" y="5601255"/>
                </a:lnTo>
                <a:lnTo>
                  <a:pt x="1794574" y="5608896"/>
                </a:lnTo>
                <a:close/>
              </a:path>
              <a:path w="6730365" h="7059295">
                <a:moveTo>
                  <a:pt x="1719878" y="5478335"/>
                </a:moveTo>
                <a:lnTo>
                  <a:pt x="1712823" y="5466121"/>
                </a:lnTo>
                <a:lnTo>
                  <a:pt x="1725031" y="5459072"/>
                </a:lnTo>
                <a:lnTo>
                  <a:pt x="1732085" y="5471286"/>
                </a:lnTo>
                <a:lnTo>
                  <a:pt x="1719878" y="5478335"/>
                </a:lnTo>
                <a:close/>
              </a:path>
              <a:path w="6730365" h="7059295">
                <a:moveTo>
                  <a:pt x="1645277" y="5347376"/>
                </a:moveTo>
                <a:lnTo>
                  <a:pt x="1639105" y="5336685"/>
                </a:lnTo>
                <a:lnTo>
                  <a:pt x="1649796" y="5330513"/>
                </a:lnTo>
                <a:lnTo>
                  <a:pt x="1655968" y="5341204"/>
                </a:lnTo>
                <a:lnTo>
                  <a:pt x="1645277" y="5347376"/>
                </a:lnTo>
                <a:close/>
              </a:path>
              <a:path w="6730365" h="7059295">
                <a:moveTo>
                  <a:pt x="1570682" y="5216405"/>
                </a:moveTo>
                <a:lnTo>
                  <a:pt x="1565392" y="5207248"/>
                </a:lnTo>
                <a:lnTo>
                  <a:pt x="1574556" y="5201959"/>
                </a:lnTo>
                <a:lnTo>
                  <a:pt x="1579845" y="5211116"/>
                </a:lnTo>
                <a:lnTo>
                  <a:pt x="1570682" y="5216405"/>
                </a:lnTo>
                <a:close/>
              </a:path>
              <a:path w="6730365" h="7059295">
                <a:moveTo>
                  <a:pt x="1495980" y="5085843"/>
                </a:moveTo>
                <a:lnTo>
                  <a:pt x="1491277" y="5077705"/>
                </a:lnTo>
                <a:lnTo>
                  <a:pt x="1499427" y="5073002"/>
                </a:lnTo>
                <a:lnTo>
                  <a:pt x="1504124" y="5081140"/>
                </a:lnTo>
                <a:lnTo>
                  <a:pt x="1495980" y="5085843"/>
                </a:lnTo>
                <a:close/>
              </a:path>
              <a:path w="6730365" h="7059295">
                <a:moveTo>
                  <a:pt x="1421172" y="4955684"/>
                </a:moveTo>
                <a:lnTo>
                  <a:pt x="1416765" y="4948050"/>
                </a:lnTo>
                <a:lnTo>
                  <a:pt x="1424400" y="4943643"/>
                </a:lnTo>
                <a:lnTo>
                  <a:pt x="1428807" y="4951277"/>
                </a:lnTo>
                <a:lnTo>
                  <a:pt x="1421172" y="4955684"/>
                </a:lnTo>
                <a:close/>
              </a:path>
              <a:path w="6730365" h="7059295">
                <a:moveTo>
                  <a:pt x="1346470" y="4825122"/>
                </a:moveTo>
                <a:lnTo>
                  <a:pt x="1342650" y="4818506"/>
                </a:lnTo>
                <a:lnTo>
                  <a:pt x="1349266" y="4814686"/>
                </a:lnTo>
                <a:lnTo>
                  <a:pt x="1353086" y="4821302"/>
                </a:lnTo>
                <a:lnTo>
                  <a:pt x="1346470" y="4825122"/>
                </a:lnTo>
                <a:close/>
              </a:path>
              <a:path w="6730365" h="7059295">
                <a:moveTo>
                  <a:pt x="1271769" y="4694561"/>
                </a:moveTo>
                <a:lnTo>
                  <a:pt x="1268535" y="4688963"/>
                </a:lnTo>
                <a:lnTo>
                  <a:pt x="1274138" y="4685729"/>
                </a:lnTo>
                <a:lnTo>
                  <a:pt x="1277366" y="4691327"/>
                </a:lnTo>
                <a:lnTo>
                  <a:pt x="1271769" y="4694561"/>
                </a:lnTo>
                <a:close/>
              </a:path>
              <a:path w="6730365" h="7059295">
                <a:moveTo>
                  <a:pt x="1197067" y="4563993"/>
                </a:moveTo>
                <a:lnTo>
                  <a:pt x="1194425" y="4559414"/>
                </a:lnTo>
                <a:lnTo>
                  <a:pt x="1198998" y="4556772"/>
                </a:lnTo>
                <a:lnTo>
                  <a:pt x="1201646" y="4561351"/>
                </a:lnTo>
                <a:lnTo>
                  <a:pt x="1197067" y="4563993"/>
                </a:lnTo>
                <a:close/>
              </a:path>
              <a:path w="6730365" h="7059295">
                <a:moveTo>
                  <a:pt x="1122365" y="4433431"/>
                </a:moveTo>
                <a:lnTo>
                  <a:pt x="1120310" y="4429865"/>
                </a:lnTo>
                <a:lnTo>
                  <a:pt x="1123870" y="4427810"/>
                </a:lnTo>
                <a:lnTo>
                  <a:pt x="1125925" y="4431376"/>
                </a:lnTo>
                <a:lnTo>
                  <a:pt x="1122365" y="4433431"/>
                </a:lnTo>
                <a:close/>
              </a:path>
              <a:path w="6730365" h="7059295">
                <a:moveTo>
                  <a:pt x="1047551" y="4303272"/>
                </a:moveTo>
                <a:lnTo>
                  <a:pt x="1045792" y="4300215"/>
                </a:lnTo>
                <a:lnTo>
                  <a:pt x="1048848" y="4298450"/>
                </a:lnTo>
                <a:lnTo>
                  <a:pt x="1050608" y="4301506"/>
                </a:lnTo>
                <a:lnTo>
                  <a:pt x="1047551" y="4303272"/>
                </a:lnTo>
                <a:close/>
              </a:path>
              <a:path w="6730365" h="7059295">
                <a:moveTo>
                  <a:pt x="972856" y="4172703"/>
                </a:moveTo>
                <a:lnTo>
                  <a:pt x="971683" y="4170672"/>
                </a:lnTo>
                <a:lnTo>
                  <a:pt x="973715" y="4169499"/>
                </a:lnTo>
                <a:lnTo>
                  <a:pt x="974887" y="4171530"/>
                </a:lnTo>
                <a:lnTo>
                  <a:pt x="972856" y="4172703"/>
                </a:lnTo>
                <a:close/>
              </a:path>
              <a:path w="6730365" h="7059295">
                <a:moveTo>
                  <a:pt x="899167" y="4041555"/>
                </a:moveTo>
                <a:lnTo>
                  <a:pt x="897810" y="4041555"/>
                </a:lnTo>
                <a:lnTo>
                  <a:pt x="897562" y="4041123"/>
                </a:lnTo>
                <a:lnTo>
                  <a:pt x="898918" y="4041123"/>
                </a:lnTo>
                <a:lnTo>
                  <a:pt x="899167" y="4041555"/>
                </a:lnTo>
                <a:close/>
              </a:path>
              <a:path w="6730365" h="7059295">
                <a:moveTo>
                  <a:pt x="2745201" y="6973386"/>
                </a:moveTo>
                <a:lnTo>
                  <a:pt x="2728746" y="6944884"/>
                </a:lnTo>
                <a:lnTo>
                  <a:pt x="2757236" y="6928436"/>
                </a:lnTo>
                <a:lnTo>
                  <a:pt x="2773691" y="6956938"/>
                </a:lnTo>
                <a:lnTo>
                  <a:pt x="2745201" y="6973386"/>
                </a:lnTo>
                <a:close/>
              </a:path>
              <a:path w="6730365" h="7059295">
                <a:moveTo>
                  <a:pt x="2670494" y="6842824"/>
                </a:moveTo>
                <a:lnTo>
                  <a:pt x="2654631" y="6815347"/>
                </a:lnTo>
                <a:lnTo>
                  <a:pt x="2682108" y="6799480"/>
                </a:lnTo>
                <a:lnTo>
                  <a:pt x="2697976" y="6826963"/>
                </a:lnTo>
                <a:lnTo>
                  <a:pt x="2670494" y="6842824"/>
                </a:lnTo>
                <a:close/>
              </a:path>
              <a:path w="6730365" h="7059295">
                <a:moveTo>
                  <a:pt x="2595797" y="6712256"/>
                </a:moveTo>
                <a:lnTo>
                  <a:pt x="2580516" y="6685798"/>
                </a:lnTo>
                <a:lnTo>
                  <a:pt x="2606974" y="6670522"/>
                </a:lnTo>
                <a:lnTo>
                  <a:pt x="2622255" y="6696981"/>
                </a:lnTo>
                <a:lnTo>
                  <a:pt x="2595797" y="6712256"/>
                </a:lnTo>
                <a:close/>
              </a:path>
              <a:path w="6730365" h="7059295">
                <a:moveTo>
                  <a:pt x="2521095" y="6581694"/>
                </a:moveTo>
                <a:lnTo>
                  <a:pt x="2506406" y="6556255"/>
                </a:lnTo>
                <a:lnTo>
                  <a:pt x="2531846" y="6541566"/>
                </a:lnTo>
                <a:lnTo>
                  <a:pt x="2546535" y="6567005"/>
                </a:lnTo>
                <a:lnTo>
                  <a:pt x="2521095" y="6581694"/>
                </a:lnTo>
                <a:close/>
              </a:path>
              <a:path w="6730365" h="7059295">
                <a:moveTo>
                  <a:pt x="2446607" y="6450333"/>
                </a:moveTo>
                <a:lnTo>
                  <a:pt x="2433091" y="6426919"/>
                </a:lnTo>
                <a:lnTo>
                  <a:pt x="2456493" y="6413408"/>
                </a:lnTo>
                <a:lnTo>
                  <a:pt x="2470009" y="6436822"/>
                </a:lnTo>
                <a:lnTo>
                  <a:pt x="2446607" y="6450333"/>
                </a:lnTo>
                <a:close/>
              </a:path>
              <a:path w="6730365" h="7059295">
                <a:moveTo>
                  <a:pt x="2372012" y="6319368"/>
                </a:moveTo>
                <a:lnTo>
                  <a:pt x="2359378" y="6297482"/>
                </a:lnTo>
                <a:lnTo>
                  <a:pt x="2381258" y="6284848"/>
                </a:lnTo>
                <a:lnTo>
                  <a:pt x="2393892" y="6306734"/>
                </a:lnTo>
                <a:lnTo>
                  <a:pt x="2372012" y="6319368"/>
                </a:lnTo>
                <a:close/>
              </a:path>
              <a:path w="6730365" h="7059295">
                <a:moveTo>
                  <a:pt x="2297305" y="6188805"/>
                </a:moveTo>
                <a:lnTo>
                  <a:pt x="2285263" y="6167939"/>
                </a:lnTo>
                <a:lnTo>
                  <a:pt x="2306124" y="6155897"/>
                </a:lnTo>
                <a:lnTo>
                  <a:pt x="2318172" y="6176758"/>
                </a:lnTo>
                <a:lnTo>
                  <a:pt x="2297305" y="6188805"/>
                </a:lnTo>
                <a:close/>
              </a:path>
              <a:path w="6730365" h="7059295">
                <a:moveTo>
                  <a:pt x="2222715" y="6057835"/>
                </a:moveTo>
                <a:lnTo>
                  <a:pt x="2211551" y="6038503"/>
                </a:lnTo>
                <a:lnTo>
                  <a:pt x="2230889" y="6027338"/>
                </a:lnTo>
                <a:lnTo>
                  <a:pt x="2242048" y="6046670"/>
                </a:lnTo>
                <a:lnTo>
                  <a:pt x="2222715" y="6057835"/>
                </a:lnTo>
                <a:close/>
              </a:path>
              <a:path w="6730365" h="7059295">
                <a:moveTo>
                  <a:pt x="2148008" y="5927273"/>
                </a:moveTo>
                <a:lnTo>
                  <a:pt x="2137436" y="5908959"/>
                </a:lnTo>
                <a:lnTo>
                  <a:pt x="2155750" y="5898381"/>
                </a:lnTo>
                <a:lnTo>
                  <a:pt x="2166328" y="5916700"/>
                </a:lnTo>
                <a:lnTo>
                  <a:pt x="2148008" y="5927273"/>
                </a:lnTo>
                <a:close/>
              </a:path>
              <a:path w="6730365" h="7059295">
                <a:moveTo>
                  <a:pt x="2073419" y="5796315"/>
                </a:moveTo>
                <a:lnTo>
                  <a:pt x="2063723" y="5779517"/>
                </a:lnTo>
                <a:lnTo>
                  <a:pt x="2080515" y="5769821"/>
                </a:lnTo>
                <a:lnTo>
                  <a:pt x="2090211" y="5786619"/>
                </a:lnTo>
                <a:lnTo>
                  <a:pt x="2073419" y="5796315"/>
                </a:lnTo>
                <a:close/>
              </a:path>
              <a:path w="6730365" h="7059295">
                <a:moveTo>
                  <a:pt x="1998824" y="5665344"/>
                </a:moveTo>
                <a:lnTo>
                  <a:pt x="1990011" y="5650081"/>
                </a:lnTo>
                <a:lnTo>
                  <a:pt x="2005274" y="5641267"/>
                </a:lnTo>
                <a:lnTo>
                  <a:pt x="2014088" y="5656531"/>
                </a:lnTo>
                <a:lnTo>
                  <a:pt x="1998824" y="5665344"/>
                </a:lnTo>
                <a:close/>
              </a:path>
              <a:path w="6730365" h="7059295">
                <a:moveTo>
                  <a:pt x="1924122" y="5534782"/>
                </a:moveTo>
                <a:lnTo>
                  <a:pt x="1915895" y="5520537"/>
                </a:lnTo>
                <a:lnTo>
                  <a:pt x="1930146" y="5512311"/>
                </a:lnTo>
                <a:lnTo>
                  <a:pt x="1938367" y="5526555"/>
                </a:lnTo>
                <a:lnTo>
                  <a:pt x="1924122" y="5534782"/>
                </a:lnTo>
                <a:close/>
              </a:path>
              <a:path w="6730365" h="7059295">
                <a:moveTo>
                  <a:pt x="1849415" y="5404220"/>
                </a:moveTo>
                <a:lnTo>
                  <a:pt x="1841780" y="5390994"/>
                </a:lnTo>
                <a:lnTo>
                  <a:pt x="1855006" y="5383353"/>
                </a:lnTo>
                <a:lnTo>
                  <a:pt x="1862647" y="5396585"/>
                </a:lnTo>
                <a:lnTo>
                  <a:pt x="1849415" y="5404220"/>
                </a:lnTo>
                <a:close/>
              </a:path>
              <a:path w="6730365" h="7059295">
                <a:moveTo>
                  <a:pt x="1774826" y="5273262"/>
                </a:moveTo>
                <a:lnTo>
                  <a:pt x="1768067" y="5261552"/>
                </a:lnTo>
                <a:lnTo>
                  <a:pt x="1779771" y="5254794"/>
                </a:lnTo>
                <a:lnTo>
                  <a:pt x="1786530" y="5266504"/>
                </a:lnTo>
                <a:lnTo>
                  <a:pt x="1774826" y="5273262"/>
                </a:lnTo>
                <a:close/>
              </a:path>
              <a:path w="6730365" h="7059295">
                <a:moveTo>
                  <a:pt x="1700231" y="5142291"/>
                </a:moveTo>
                <a:lnTo>
                  <a:pt x="1694355" y="5132116"/>
                </a:lnTo>
                <a:lnTo>
                  <a:pt x="1704531" y="5126240"/>
                </a:lnTo>
                <a:lnTo>
                  <a:pt x="1710407" y="5136416"/>
                </a:lnTo>
                <a:lnTo>
                  <a:pt x="1700231" y="5142291"/>
                </a:lnTo>
                <a:close/>
              </a:path>
              <a:path w="6730365" h="7059295">
                <a:moveTo>
                  <a:pt x="1625529" y="5011729"/>
                </a:moveTo>
                <a:lnTo>
                  <a:pt x="1620240" y="5002572"/>
                </a:lnTo>
                <a:lnTo>
                  <a:pt x="1629403" y="4997283"/>
                </a:lnTo>
                <a:lnTo>
                  <a:pt x="1634686" y="5006440"/>
                </a:lnTo>
                <a:lnTo>
                  <a:pt x="1625529" y="5011729"/>
                </a:lnTo>
                <a:close/>
              </a:path>
              <a:path w="6730365" h="7059295">
                <a:moveTo>
                  <a:pt x="1550822" y="4881168"/>
                </a:moveTo>
                <a:lnTo>
                  <a:pt x="1546125" y="4873029"/>
                </a:lnTo>
                <a:lnTo>
                  <a:pt x="1554263" y="4868326"/>
                </a:lnTo>
                <a:lnTo>
                  <a:pt x="1558966" y="4876465"/>
                </a:lnTo>
                <a:lnTo>
                  <a:pt x="1550822" y="4881168"/>
                </a:lnTo>
                <a:close/>
              </a:path>
              <a:path w="6730365" h="7059295">
                <a:moveTo>
                  <a:pt x="1476120" y="4750606"/>
                </a:moveTo>
                <a:lnTo>
                  <a:pt x="1472009" y="4743480"/>
                </a:lnTo>
                <a:lnTo>
                  <a:pt x="1479129" y="4739364"/>
                </a:lnTo>
                <a:lnTo>
                  <a:pt x="1483246" y="4746489"/>
                </a:lnTo>
                <a:lnTo>
                  <a:pt x="1476120" y="4750606"/>
                </a:lnTo>
                <a:close/>
              </a:path>
              <a:path w="6730365" h="7059295">
                <a:moveTo>
                  <a:pt x="1401424" y="4620038"/>
                </a:moveTo>
                <a:lnTo>
                  <a:pt x="1397900" y="4613937"/>
                </a:lnTo>
                <a:lnTo>
                  <a:pt x="1404001" y="4610413"/>
                </a:lnTo>
                <a:lnTo>
                  <a:pt x="1407525" y="4616513"/>
                </a:lnTo>
                <a:lnTo>
                  <a:pt x="1401424" y="4620038"/>
                </a:lnTo>
                <a:close/>
              </a:path>
              <a:path w="6730365" h="7059295">
                <a:moveTo>
                  <a:pt x="1326717" y="4489476"/>
                </a:moveTo>
                <a:lnTo>
                  <a:pt x="1323779" y="4484388"/>
                </a:lnTo>
                <a:lnTo>
                  <a:pt x="1328873" y="4481450"/>
                </a:lnTo>
                <a:lnTo>
                  <a:pt x="1331811" y="4486538"/>
                </a:lnTo>
                <a:lnTo>
                  <a:pt x="1326717" y="4489476"/>
                </a:lnTo>
                <a:close/>
              </a:path>
              <a:path w="6730365" h="7059295">
                <a:moveTo>
                  <a:pt x="1252016" y="4358914"/>
                </a:moveTo>
                <a:lnTo>
                  <a:pt x="1249670" y="4354845"/>
                </a:lnTo>
                <a:lnTo>
                  <a:pt x="1253739" y="4352494"/>
                </a:lnTo>
                <a:lnTo>
                  <a:pt x="1256091" y="4356563"/>
                </a:lnTo>
                <a:lnTo>
                  <a:pt x="1252016" y="4358914"/>
                </a:lnTo>
                <a:close/>
              </a:path>
              <a:path w="6730365" h="7059295">
                <a:moveTo>
                  <a:pt x="1177207" y="4228755"/>
                </a:moveTo>
                <a:lnTo>
                  <a:pt x="1175152" y="4225195"/>
                </a:lnTo>
                <a:lnTo>
                  <a:pt x="1178711" y="4223140"/>
                </a:lnTo>
                <a:lnTo>
                  <a:pt x="1180767" y="4226700"/>
                </a:lnTo>
                <a:lnTo>
                  <a:pt x="1177207" y="4228755"/>
                </a:lnTo>
                <a:close/>
              </a:path>
              <a:path w="6730365" h="7059295">
                <a:moveTo>
                  <a:pt x="1102505" y="4098193"/>
                </a:moveTo>
                <a:lnTo>
                  <a:pt x="1101037" y="4095646"/>
                </a:lnTo>
                <a:lnTo>
                  <a:pt x="1103583" y="4094177"/>
                </a:lnTo>
                <a:lnTo>
                  <a:pt x="1105052" y="4096724"/>
                </a:lnTo>
                <a:lnTo>
                  <a:pt x="1102505" y="4098193"/>
                </a:lnTo>
                <a:close/>
              </a:path>
              <a:path w="6730365" h="7059295">
                <a:moveTo>
                  <a:pt x="1027804" y="3967631"/>
                </a:moveTo>
                <a:lnTo>
                  <a:pt x="1026921" y="3966103"/>
                </a:lnTo>
                <a:lnTo>
                  <a:pt x="1028449" y="3965221"/>
                </a:lnTo>
                <a:lnTo>
                  <a:pt x="1029332" y="3966749"/>
                </a:lnTo>
                <a:lnTo>
                  <a:pt x="1027804" y="3967631"/>
                </a:lnTo>
                <a:close/>
              </a:path>
              <a:path w="6730365" h="7059295">
                <a:moveTo>
                  <a:pt x="2949125" y="7031037"/>
                </a:moveTo>
                <a:lnTo>
                  <a:pt x="2930616" y="6998981"/>
                </a:lnTo>
                <a:lnTo>
                  <a:pt x="2962671" y="6980472"/>
                </a:lnTo>
                <a:lnTo>
                  <a:pt x="2981181" y="7012533"/>
                </a:lnTo>
                <a:lnTo>
                  <a:pt x="2949125" y="7031037"/>
                </a:lnTo>
                <a:close/>
              </a:path>
              <a:path w="6730365" h="7059295">
                <a:moveTo>
                  <a:pt x="2874524" y="6900078"/>
                </a:moveTo>
                <a:lnTo>
                  <a:pt x="2856897" y="6869545"/>
                </a:lnTo>
                <a:lnTo>
                  <a:pt x="2887436" y="6851913"/>
                </a:lnTo>
                <a:lnTo>
                  <a:pt x="2905063" y="6882446"/>
                </a:lnTo>
                <a:lnTo>
                  <a:pt x="2874524" y="6900078"/>
                </a:lnTo>
                <a:close/>
              </a:path>
              <a:path w="6730365" h="7059295">
                <a:moveTo>
                  <a:pt x="2799929" y="6769107"/>
                </a:moveTo>
                <a:lnTo>
                  <a:pt x="2783185" y="6740108"/>
                </a:lnTo>
                <a:lnTo>
                  <a:pt x="2812196" y="6723358"/>
                </a:lnTo>
                <a:lnTo>
                  <a:pt x="2828940" y="6752363"/>
                </a:lnTo>
                <a:lnTo>
                  <a:pt x="2799929" y="6769107"/>
                </a:lnTo>
                <a:close/>
              </a:path>
              <a:path w="6730365" h="7059295">
                <a:moveTo>
                  <a:pt x="2725227" y="6638546"/>
                </a:moveTo>
                <a:lnTo>
                  <a:pt x="2709069" y="6610559"/>
                </a:lnTo>
                <a:lnTo>
                  <a:pt x="2737062" y="6594401"/>
                </a:lnTo>
                <a:lnTo>
                  <a:pt x="2753220" y="6622388"/>
                </a:lnTo>
                <a:lnTo>
                  <a:pt x="2725227" y="6638546"/>
                </a:lnTo>
                <a:close/>
              </a:path>
              <a:path w="6730365" h="7059295">
                <a:moveTo>
                  <a:pt x="2650531" y="6507984"/>
                </a:moveTo>
                <a:lnTo>
                  <a:pt x="2634960" y="6481016"/>
                </a:lnTo>
                <a:lnTo>
                  <a:pt x="2661928" y="6465445"/>
                </a:lnTo>
                <a:lnTo>
                  <a:pt x="2677493" y="6492412"/>
                </a:lnTo>
                <a:lnTo>
                  <a:pt x="2650531" y="6507984"/>
                </a:lnTo>
                <a:close/>
              </a:path>
              <a:path w="6730365" h="7059295">
                <a:moveTo>
                  <a:pt x="2575937" y="6377019"/>
                </a:moveTo>
                <a:lnTo>
                  <a:pt x="2561248" y="6351580"/>
                </a:lnTo>
                <a:lnTo>
                  <a:pt x="2586693" y="6336890"/>
                </a:lnTo>
                <a:lnTo>
                  <a:pt x="2601382" y="6362330"/>
                </a:lnTo>
                <a:lnTo>
                  <a:pt x="2575937" y="6377019"/>
                </a:lnTo>
                <a:close/>
              </a:path>
              <a:path w="6730365" h="7059295">
                <a:moveTo>
                  <a:pt x="2501448" y="6245657"/>
                </a:moveTo>
                <a:lnTo>
                  <a:pt x="2487932" y="6222243"/>
                </a:lnTo>
                <a:lnTo>
                  <a:pt x="2511340" y="6208733"/>
                </a:lnTo>
                <a:lnTo>
                  <a:pt x="2524856" y="6232141"/>
                </a:lnTo>
                <a:lnTo>
                  <a:pt x="2501448" y="6245657"/>
                </a:lnTo>
                <a:close/>
              </a:path>
              <a:path w="6730365" h="7059295">
                <a:moveTo>
                  <a:pt x="2426854" y="6114687"/>
                </a:moveTo>
                <a:lnTo>
                  <a:pt x="2414220" y="6092807"/>
                </a:lnTo>
                <a:lnTo>
                  <a:pt x="2436099" y="6080173"/>
                </a:lnTo>
                <a:lnTo>
                  <a:pt x="2448733" y="6102059"/>
                </a:lnTo>
                <a:lnTo>
                  <a:pt x="2426854" y="6114687"/>
                </a:lnTo>
                <a:close/>
              </a:path>
              <a:path w="6730365" h="7059295">
                <a:moveTo>
                  <a:pt x="2352152" y="5984125"/>
                </a:moveTo>
                <a:lnTo>
                  <a:pt x="2340104" y="5963264"/>
                </a:lnTo>
                <a:lnTo>
                  <a:pt x="2360966" y="5951222"/>
                </a:lnTo>
                <a:lnTo>
                  <a:pt x="2373013" y="5972083"/>
                </a:lnTo>
                <a:lnTo>
                  <a:pt x="2352152" y="5984125"/>
                </a:lnTo>
                <a:close/>
              </a:path>
              <a:path w="6730365" h="7059295">
                <a:moveTo>
                  <a:pt x="2277557" y="5853166"/>
                </a:moveTo>
                <a:lnTo>
                  <a:pt x="2266392" y="5833827"/>
                </a:lnTo>
                <a:lnTo>
                  <a:pt x="2285725" y="5822663"/>
                </a:lnTo>
                <a:lnTo>
                  <a:pt x="2296890" y="5842002"/>
                </a:lnTo>
                <a:lnTo>
                  <a:pt x="2277557" y="5853166"/>
                </a:lnTo>
                <a:close/>
              </a:path>
              <a:path w="6730365" h="7059295">
                <a:moveTo>
                  <a:pt x="2202855" y="5722605"/>
                </a:moveTo>
                <a:lnTo>
                  <a:pt x="2192277" y="5704278"/>
                </a:lnTo>
                <a:lnTo>
                  <a:pt x="2210597" y="5693706"/>
                </a:lnTo>
                <a:lnTo>
                  <a:pt x="2221175" y="5712026"/>
                </a:lnTo>
                <a:lnTo>
                  <a:pt x="2202855" y="5722605"/>
                </a:lnTo>
                <a:close/>
              </a:path>
              <a:path w="6730365" h="7059295">
                <a:moveTo>
                  <a:pt x="2128261" y="5591634"/>
                </a:moveTo>
                <a:lnTo>
                  <a:pt x="2118564" y="5574842"/>
                </a:lnTo>
                <a:lnTo>
                  <a:pt x="2135356" y="5565146"/>
                </a:lnTo>
                <a:lnTo>
                  <a:pt x="2145052" y="5581944"/>
                </a:lnTo>
                <a:lnTo>
                  <a:pt x="2128261" y="5591634"/>
                </a:lnTo>
                <a:close/>
              </a:path>
              <a:path w="6730365" h="7059295">
                <a:moveTo>
                  <a:pt x="2053671" y="5460675"/>
                </a:moveTo>
                <a:lnTo>
                  <a:pt x="2044852" y="5445405"/>
                </a:lnTo>
                <a:lnTo>
                  <a:pt x="2060115" y="5436592"/>
                </a:lnTo>
                <a:lnTo>
                  <a:pt x="2068935" y="5451862"/>
                </a:lnTo>
                <a:lnTo>
                  <a:pt x="2053671" y="5460675"/>
                </a:lnTo>
                <a:close/>
              </a:path>
              <a:path w="6730365" h="7059295">
                <a:moveTo>
                  <a:pt x="1978964" y="5330113"/>
                </a:moveTo>
                <a:lnTo>
                  <a:pt x="1970736" y="5315863"/>
                </a:lnTo>
                <a:lnTo>
                  <a:pt x="1984981" y="5307636"/>
                </a:lnTo>
                <a:lnTo>
                  <a:pt x="1993208" y="5321887"/>
                </a:lnTo>
                <a:lnTo>
                  <a:pt x="1978964" y="5330113"/>
                </a:lnTo>
                <a:close/>
              </a:path>
              <a:path w="6730365" h="7059295">
                <a:moveTo>
                  <a:pt x="1904369" y="5199143"/>
                </a:moveTo>
                <a:lnTo>
                  <a:pt x="1897024" y="5186426"/>
                </a:lnTo>
                <a:lnTo>
                  <a:pt x="1909747" y="5179081"/>
                </a:lnTo>
                <a:lnTo>
                  <a:pt x="1917091" y="5191798"/>
                </a:lnTo>
                <a:lnTo>
                  <a:pt x="1904369" y="5199143"/>
                </a:lnTo>
                <a:close/>
              </a:path>
              <a:path w="6730365" h="7059295">
                <a:moveTo>
                  <a:pt x="1829775" y="5068178"/>
                </a:moveTo>
                <a:lnTo>
                  <a:pt x="1823312" y="5056989"/>
                </a:lnTo>
                <a:lnTo>
                  <a:pt x="1834506" y="5050521"/>
                </a:lnTo>
                <a:lnTo>
                  <a:pt x="1840968" y="5061716"/>
                </a:lnTo>
                <a:lnTo>
                  <a:pt x="1829775" y="5068178"/>
                </a:lnTo>
                <a:close/>
              </a:path>
              <a:path w="6730365" h="7059295">
                <a:moveTo>
                  <a:pt x="1755179" y="4937219"/>
                </a:moveTo>
                <a:lnTo>
                  <a:pt x="1749599" y="4927547"/>
                </a:lnTo>
                <a:lnTo>
                  <a:pt x="1759266" y="4921967"/>
                </a:lnTo>
                <a:lnTo>
                  <a:pt x="1764851" y="4931634"/>
                </a:lnTo>
                <a:lnTo>
                  <a:pt x="1755179" y="4937219"/>
                </a:lnTo>
                <a:close/>
              </a:path>
              <a:path w="6730365" h="7059295">
                <a:moveTo>
                  <a:pt x="1680477" y="4806657"/>
                </a:moveTo>
                <a:lnTo>
                  <a:pt x="1675478" y="4798004"/>
                </a:lnTo>
                <a:lnTo>
                  <a:pt x="1684132" y="4793004"/>
                </a:lnTo>
                <a:lnTo>
                  <a:pt x="1689131" y="4801658"/>
                </a:lnTo>
                <a:lnTo>
                  <a:pt x="1680477" y="4806657"/>
                </a:lnTo>
                <a:close/>
              </a:path>
              <a:path w="6730365" h="7059295">
                <a:moveTo>
                  <a:pt x="1605775" y="4676089"/>
                </a:moveTo>
                <a:lnTo>
                  <a:pt x="1601369" y="4668460"/>
                </a:lnTo>
                <a:lnTo>
                  <a:pt x="1609004" y="4664053"/>
                </a:lnTo>
                <a:lnTo>
                  <a:pt x="1613410" y="4671682"/>
                </a:lnTo>
                <a:lnTo>
                  <a:pt x="1605775" y="4676089"/>
                </a:lnTo>
                <a:close/>
              </a:path>
              <a:path w="6730365" h="7059295">
                <a:moveTo>
                  <a:pt x="1530968" y="4545930"/>
                </a:moveTo>
                <a:lnTo>
                  <a:pt x="1526851" y="4538811"/>
                </a:lnTo>
                <a:lnTo>
                  <a:pt x="1533976" y="4534694"/>
                </a:lnTo>
                <a:lnTo>
                  <a:pt x="1538093" y="4541820"/>
                </a:lnTo>
                <a:lnTo>
                  <a:pt x="1530968" y="4545930"/>
                </a:lnTo>
                <a:close/>
              </a:path>
              <a:path w="6730365" h="7059295">
                <a:moveTo>
                  <a:pt x="1456372" y="4414965"/>
                </a:moveTo>
                <a:lnTo>
                  <a:pt x="1453138" y="4409368"/>
                </a:lnTo>
                <a:lnTo>
                  <a:pt x="1458736" y="4406140"/>
                </a:lnTo>
                <a:lnTo>
                  <a:pt x="1461970" y="4411737"/>
                </a:lnTo>
                <a:lnTo>
                  <a:pt x="1456372" y="4414965"/>
                </a:lnTo>
                <a:close/>
              </a:path>
              <a:path w="6730365" h="7059295">
                <a:moveTo>
                  <a:pt x="1381671" y="4284403"/>
                </a:moveTo>
                <a:lnTo>
                  <a:pt x="1379023" y="4279825"/>
                </a:lnTo>
                <a:lnTo>
                  <a:pt x="1383608" y="4277177"/>
                </a:lnTo>
                <a:lnTo>
                  <a:pt x="1386249" y="4281756"/>
                </a:lnTo>
                <a:lnTo>
                  <a:pt x="1381671" y="4284403"/>
                </a:lnTo>
                <a:close/>
              </a:path>
              <a:path w="6730365" h="7059295">
                <a:moveTo>
                  <a:pt x="1306863" y="4154244"/>
                </a:moveTo>
                <a:lnTo>
                  <a:pt x="1304511" y="4150169"/>
                </a:lnTo>
                <a:lnTo>
                  <a:pt x="1308580" y="4147824"/>
                </a:lnTo>
                <a:lnTo>
                  <a:pt x="1310932" y="4151893"/>
                </a:lnTo>
                <a:lnTo>
                  <a:pt x="1306863" y="4154244"/>
                </a:lnTo>
                <a:close/>
              </a:path>
              <a:path w="6730365" h="7059295">
                <a:moveTo>
                  <a:pt x="1232162" y="4023682"/>
                </a:moveTo>
                <a:lnTo>
                  <a:pt x="1230396" y="4020620"/>
                </a:lnTo>
                <a:lnTo>
                  <a:pt x="1233446" y="4018861"/>
                </a:lnTo>
                <a:lnTo>
                  <a:pt x="1235211" y="4021918"/>
                </a:lnTo>
                <a:lnTo>
                  <a:pt x="1232162" y="4023682"/>
                </a:lnTo>
                <a:close/>
              </a:path>
              <a:path w="6730365" h="7059295">
                <a:moveTo>
                  <a:pt x="1157453" y="3893121"/>
                </a:moveTo>
                <a:lnTo>
                  <a:pt x="1156281" y="3891083"/>
                </a:lnTo>
                <a:lnTo>
                  <a:pt x="1158318" y="3889904"/>
                </a:lnTo>
                <a:lnTo>
                  <a:pt x="1159491" y="3891942"/>
                </a:lnTo>
                <a:lnTo>
                  <a:pt x="1157453" y="3893121"/>
                </a:lnTo>
                <a:close/>
              </a:path>
              <a:path w="6730365" h="7059295">
                <a:moveTo>
                  <a:pt x="1082645" y="3762950"/>
                </a:moveTo>
                <a:lnTo>
                  <a:pt x="1081769" y="3761427"/>
                </a:lnTo>
                <a:lnTo>
                  <a:pt x="1083291" y="3760551"/>
                </a:lnTo>
                <a:lnTo>
                  <a:pt x="1084167" y="3762073"/>
                </a:lnTo>
                <a:lnTo>
                  <a:pt x="1082645" y="3762950"/>
                </a:lnTo>
                <a:close/>
              </a:path>
              <a:path w="6730365" h="7059295">
                <a:moveTo>
                  <a:pt x="3180844" y="7059270"/>
                </a:moveTo>
                <a:lnTo>
                  <a:pt x="3138773" y="7059270"/>
                </a:lnTo>
                <a:lnTo>
                  <a:pt x="3135690" y="7053932"/>
                </a:lnTo>
                <a:lnTo>
                  <a:pt x="3167242" y="7035718"/>
                </a:lnTo>
                <a:lnTo>
                  <a:pt x="3180844" y="7059270"/>
                </a:lnTo>
                <a:close/>
              </a:path>
              <a:path w="6730365" h="7059295">
                <a:moveTo>
                  <a:pt x="3078562" y="6957326"/>
                </a:moveTo>
                <a:lnTo>
                  <a:pt x="3059170" y="6923742"/>
                </a:lnTo>
                <a:lnTo>
                  <a:pt x="3092754" y="6904350"/>
                </a:lnTo>
                <a:lnTo>
                  <a:pt x="3112146" y="6937934"/>
                </a:lnTo>
                <a:lnTo>
                  <a:pt x="3078562" y="6957326"/>
                </a:lnTo>
                <a:close/>
              </a:path>
              <a:path w="6730365" h="7059295">
                <a:moveTo>
                  <a:pt x="3003860" y="6826764"/>
                </a:moveTo>
                <a:lnTo>
                  <a:pt x="2985055" y="6794193"/>
                </a:lnTo>
                <a:lnTo>
                  <a:pt x="3017620" y="6775393"/>
                </a:lnTo>
                <a:lnTo>
                  <a:pt x="3036426" y="6807959"/>
                </a:lnTo>
                <a:lnTo>
                  <a:pt x="3003860" y="6826764"/>
                </a:lnTo>
                <a:close/>
              </a:path>
              <a:path w="6730365" h="7059295">
                <a:moveTo>
                  <a:pt x="2929265" y="6695799"/>
                </a:moveTo>
                <a:lnTo>
                  <a:pt x="2911342" y="6664757"/>
                </a:lnTo>
                <a:lnTo>
                  <a:pt x="2942379" y="6646834"/>
                </a:lnTo>
                <a:lnTo>
                  <a:pt x="2960302" y="6677882"/>
                </a:lnTo>
                <a:lnTo>
                  <a:pt x="2929265" y="6695799"/>
                </a:lnTo>
                <a:close/>
              </a:path>
              <a:path w="6730365" h="7059295">
                <a:moveTo>
                  <a:pt x="2854777" y="6564438"/>
                </a:moveTo>
                <a:lnTo>
                  <a:pt x="2838033" y="6535426"/>
                </a:lnTo>
                <a:lnTo>
                  <a:pt x="2867038" y="6518682"/>
                </a:lnTo>
                <a:lnTo>
                  <a:pt x="2883782" y="6547687"/>
                </a:lnTo>
                <a:lnTo>
                  <a:pt x="2854777" y="6564438"/>
                </a:lnTo>
                <a:close/>
              </a:path>
              <a:path w="6730365" h="7059295">
                <a:moveTo>
                  <a:pt x="2780075" y="6433876"/>
                </a:moveTo>
                <a:lnTo>
                  <a:pt x="2763917" y="6405889"/>
                </a:lnTo>
                <a:lnTo>
                  <a:pt x="2791903" y="6389731"/>
                </a:lnTo>
                <a:lnTo>
                  <a:pt x="2808062" y="6417718"/>
                </a:lnTo>
                <a:lnTo>
                  <a:pt x="2780075" y="6433876"/>
                </a:lnTo>
                <a:close/>
              </a:path>
              <a:path w="6730365" h="7059295">
                <a:moveTo>
                  <a:pt x="2705374" y="6303314"/>
                </a:moveTo>
                <a:lnTo>
                  <a:pt x="2689802" y="6276341"/>
                </a:lnTo>
                <a:lnTo>
                  <a:pt x="2716769" y="6260769"/>
                </a:lnTo>
                <a:lnTo>
                  <a:pt x="2732341" y="6287742"/>
                </a:lnTo>
                <a:lnTo>
                  <a:pt x="2705374" y="6303314"/>
                </a:lnTo>
                <a:close/>
              </a:path>
              <a:path w="6730365" h="7059295">
                <a:moveTo>
                  <a:pt x="2630779" y="6172343"/>
                </a:moveTo>
                <a:lnTo>
                  <a:pt x="2616089" y="6146904"/>
                </a:lnTo>
                <a:lnTo>
                  <a:pt x="2641529" y="6132215"/>
                </a:lnTo>
                <a:lnTo>
                  <a:pt x="2656218" y="6157654"/>
                </a:lnTo>
                <a:lnTo>
                  <a:pt x="2630779" y="6172343"/>
                </a:lnTo>
                <a:close/>
              </a:path>
              <a:path w="6730365" h="7059295">
                <a:moveTo>
                  <a:pt x="2556290" y="6040975"/>
                </a:moveTo>
                <a:lnTo>
                  <a:pt x="2542780" y="6017574"/>
                </a:lnTo>
                <a:lnTo>
                  <a:pt x="2566188" y="6004057"/>
                </a:lnTo>
                <a:lnTo>
                  <a:pt x="2579698" y="6027465"/>
                </a:lnTo>
                <a:lnTo>
                  <a:pt x="2556290" y="6040975"/>
                </a:lnTo>
                <a:close/>
              </a:path>
              <a:path w="6730365" h="7059295">
                <a:moveTo>
                  <a:pt x="2481695" y="5910011"/>
                </a:moveTo>
                <a:lnTo>
                  <a:pt x="2469061" y="5888137"/>
                </a:lnTo>
                <a:lnTo>
                  <a:pt x="2490947" y="5875503"/>
                </a:lnTo>
                <a:lnTo>
                  <a:pt x="2503575" y="5897377"/>
                </a:lnTo>
                <a:lnTo>
                  <a:pt x="2481695" y="5910011"/>
                </a:lnTo>
                <a:close/>
              </a:path>
              <a:path w="6730365" h="7059295">
                <a:moveTo>
                  <a:pt x="2406994" y="5779449"/>
                </a:moveTo>
                <a:lnTo>
                  <a:pt x="2394952" y="5758588"/>
                </a:lnTo>
                <a:lnTo>
                  <a:pt x="2415813" y="5746541"/>
                </a:lnTo>
                <a:lnTo>
                  <a:pt x="2427855" y="5767402"/>
                </a:lnTo>
                <a:lnTo>
                  <a:pt x="2406994" y="5779449"/>
                </a:lnTo>
                <a:close/>
              </a:path>
              <a:path w="6730365" h="7059295">
                <a:moveTo>
                  <a:pt x="2332399" y="5648491"/>
                </a:moveTo>
                <a:lnTo>
                  <a:pt x="2321234" y="5629152"/>
                </a:lnTo>
                <a:lnTo>
                  <a:pt x="2340572" y="5617987"/>
                </a:lnTo>
                <a:lnTo>
                  <a:pt x="2351737" y="5637326"/>
                </a:lnTo>
                <a:lnTo>
                  <a:pt x="2332399" y="5648491"/>
                </a:lnTo>
                <a:close/>
              </a:path>
              <a:path w="6730365" h="7059295">
                <a:moveTo>
                  <a:pt x="2257804" y="5517520"/>
                </a:moveTo>
                <a:lnTo>
                  <a:pt x="2247521" y="5499715"/>
                </a:lnTo>
                <a:lnTo>
                  <a:pt x="2265332" y="5489433"/>
                </a:lnTo>
                <a:lnTo>
                  <a:pt x="2275614" y="5507237"/>
                </a:lnTo>
                <a:lnTo>
                  <a:pt x="2257804" y="5517520"/>
                </a:lnTo>
                <a:close/>
              </a:path>
              <a:path w="6730365" h="7059295">
                <a:moveTo>
                  <a:pt x="2183209" y="5386561"/>
                </a:moveTo>
                <a:lnTo>
                  <a:pt x="2173809" y="5370273"/>
                </a:lnTo>
                <a:lnTo>
                  <a:pt x="2190097" y="5360873"/>
                </a:lnTo>
                <a:lnTo>
                  <a:pt x="2199497" y="5377156"/>
                </a:lnTo>
                <a:lnTo>
                  <a:pt x="2183209" y="5386561"/>
                </a:lnTo>
                <a:close/>
              </a:path>
              <a:path w="6730365" h="7059295">
                <a:moveTo>
                  <a:pt x="2108614" y="5255596"/>
                </a:moveTo>
                <a:lnTo>
                  <a:pt x="2100096" y="5240836"/>
                </a:lnTo>
                <a:lnTo>
                  <a:pt x="2114851" y="5232319"/>
                </a:lnTo>
                <a:lnTo>
                  <a:pt x="2123374" y="5247073"/>
                </a:lnTo>
                <a:lnTo>
                  <a:pt x="2108614" y="5255596"/>
                </a:lnTo>
                <a:close/>
              </a:path>
              <a:path w="6730365" h="7059295">
                <a:moveTo>
                  <a:pt x="2033912" y="5125028"/>
                </a:moveTo>
                <a:lnTo>
                  <a:pt x="2025981" y="5111292"/>
                </a:lnTo>
                <a:lnTo>
                  <a:pt x="2039723" y="5103362"/>
                </a:lnTo>
                <a:lnTo>
                  <a:pt x="2047654" y="5117097"/>
                </a:lnTo>
                <a:lnTo>
                  <a:pt x="2033912" y="5125028"/>
                </a:lnTo>
                <a:close/>
              </a:path>
              <a:path w="6730365" h="7059295">
                <a:moveTo>
                  <a:pt x="1959210" y="4994466"/>
                </a:moveTo>
                <a:lnTo>
                  <a:pt x="1951866" y="4981750"/>
                </a:lnTo>
                <a:lnTo>
                  <a:pt x="1964589" y="4974405"/>
                </a:lnTo>
                <a:lnTo>
                  <a:pt x="1971933" y="4987122"/>
                </a:lnTo>
                <a:lnTo>
                  <a:pt x="1959210" y="4994466"/>
                </a:lnTo>
                <a:close/>
              </a:path>
              <a:path w="6730365" h="7059295">
                <a:moveTo>
                  <a:pt x="1884728" y="4863105"/>
                </a:moveTo>
                <a:lnTo>
                  <a:pt x="1878556" y="4852419"/>
                </a:lnTo>
                <a:lnTo>
                  <a:pt x="1889241" y="4846248"/>
                </a:lnTo>
                <a:lnTo>
                  <a:pt x="1895413" y="4856933"/>
                </a:lnTo>
                <a:lnTo>
                  <a:pt x="1884728" y="4863105"/>
                </a:lnTo>
                <a:close/>
              </a:path>
              <a:path w="6730365" h="7059295">
                <a:moveTo>
                  <a:pt x="1810021" y="4732543"/>
                </a:moveTo>
                <a:lnTo>
                  <a:pt x="1804441" y="4722870"/>
                </a:lnTo>
                <a:lnTo>
                  <a:pt x="1814107" y="4717291"/>
                </a:lnTo>
                <a:lnTo>
                  <a:pt x="1819693" y="4726958"/>
                </a:lnTo>
                <a:lnTo>
                  <a:pt x="1810021" y="4732543"/>
                </a:lnTo>
                <a:close/>
              </a:path>
              <a:path w="6730365" h="7059295">
                <a:moveTo>
                  <a:pt x="1735319" y="4601975"/>
                </a:moveTo>
                <a:lnTo>
                  <a:pt x="1730326" y="4593327"/>
                </a:lnTo>
                <a:lnTo>
                  <a:pt x="1738979" y="4588334"/>
                </a:lnTo>
                <a:lnTo>
                  <a:pt x="1743972" y="4596982"/>
                </a:lnTo>
                <a:lnTo>
                  <a:pt x="1735319" y="4601975"/>
                </a:lnTo>
                <a:close/>
              </a:path>
              <a:path w="6730365" h="7059295">
                <a:moveTo>
                  <a:pt x="1660617" y="4471413"/>
                </a:moveTo>
                <a:lnTo>
                  <a:pt x="1656210" y="4463784"/>
                </a:lnTo>
                <a:lnTo>
                  <a:pt x="1663845" y="4459377"/>
                </a:lnTo>
                <a:lnTo>
                  <a:pt x="1668252" y="4467006"/>
                </a:lnTo>
                <a:lnTo>
                  <a:pt x="1660617" y="4471413"/>
                </a:lnTo>
                <a:close/>
              </a:path>
              <a:path w="6730365" h="7059295">
                <a:moveTo>
                  <a:pt x="1585922" y="4340851"/>
                </a:moveTo>
                <a:lnTo>
                  <a:pt x="1582101" y="4334235"/>
                </a:lnTo>
                <a:lnTo>
                  <a:pt x="1588711" y="4330420"/>
                </a:lnTo>
                <a:lnTo>
                  <a:pt x="1592532" y="4337031"/>
                </a:lnTo>
                <a:lnTo>
                  <a:pt x="1585922" y="4340851"/>
                </a:lnTo>
                <a:close/>
              </a:path>
              <a:path w="6730365" h="7059295">
                <a:moveTo>
                  <a:pt x="1511321" y="4209893"/>
                </a:moveTo>
                <a:lnTo>
                  <a:pt x="1508383" y="4204805"/>
                </a:lnTo>
                <a:lnTo>
                  <a:pt x="1513471" y="4201867"/>
                </a:lnTo>
                <a:lnTo>
                  <a:pt x="1516408" y="4206955"/>
                </a:lnTo>
                <a:lnTo>
                  <a:pt x="1511321" y="4209893"/>
                </a:lnTo>
                <a:close/>
              </a:path>
              <a:path w="6730365" h="7059295">
                <a:moveTo>
                  <a:pt x="1436512" y="4079728"/>
                </a:moveTo>
                <a:lnTo>
                  <a:pt x="1433871" y="4075143"/>
                </a:lnTo>
                <a:lnTo>
                  <a:pt x="1438449" y="4072501"/>
                </a:lnTo>
                <a:lnTo>
                  <a:pt x="1441091" y="4077080"/>
                </a:lnTo>
                <a:lnTo>
                  <a:pt x="1436512" y="4079728"/>
                </a:lnTo>
                <a:close/>
              </a:path>
              <a:path w="6730365" h="7059295">
                <a:moveTo>
                  <a:pt x="1361811" y="3949166"/>
                </a:moveTo>
                <a:lnTo>
                  <a:pt x="1359755" y="3945606"/>
                </a:lnTo>
                <a:lnTo>
                  <a:pt x="1363321" y="3943545"/>
                </a:lnTo>
                <a:lnTo>
                  <a:pt x="1365376" y="3947104"/>
                </a:lnTo>
                <a:lnTo>
                  <a:pt x="1361811" y="3949166"/>
                </a:lnTo>
                <a:close/>
              </a:path>
              <a:path w="6730365" h="7059295">
                <a:moveTo>
                  <a:pt x="1287109" y="3818598"/>
                </a:moveTo>
                <a:lnTo>
                  <a:pt x="1285640" y="3816057"/>
                </a:lnTo>
                <a:lnTo>
                  <a:pt x="1288181" y="3814587"/>
                </a:lnTo>
                <a:lnTo>
                  <a:pt x="1289650" y="3817128"/>
                </a:lnTo>
                <a:lnTo>
                  <a:pt x="1287109" y="3818598"/>
                </a:lnTo>
                <a:close/>
              </a:path>
              <a:path w="6730365" h="7059295">
                <a:moveTo>
                  <a:pt x="1212301" y="3688438"/>
                </a:moveTo>
                <a:lnTo>
                  <a:pt x="1211122" y="3686401"/>
                </a:lnTo>
                <a:lnTo>
                  <a:pt x="1213160" y="3685228"/>
                </a:lnTo>
                <a:lnTo>
                  <a:pt x="1214338" y="3687265"/>
                </a:lnTo>
                <a:lnTo>
                  <a:pt x="1212301" y="3688438"/>
                </a:lnTo>
                <a:close/>
              </a:path>
              <a:path w="6730365" h="7059295">
                <a:moveTo>
                  <a:pt x="3282481" y="7014976"/>
                </a:moveTo>
                <a:lnTo>
                  <a:pt x="3261039" y="6977838"/>
                </a:lnTo>
                <a:lnTo>
                  <a:pt x="3298188" y="6956391"/>
                </a:lnTo>
                <a:lnTo>
                  <a:pt x="3319630" y="6993529"/>
                </a:lnTo>
                <a:lnTo>
                  <a:pt x="3282481" y="7014976"/>
                </a:lnTo>
                <a:close/>
              </a:path>
              <a:path w="6730365" h="7059295">
                <a:moveTo>
                  <a:pt x="3207892" y="6884017"/>
                </a:moveTo>
                <a:lnTo>
                  <a:pt x="3187327" y="6848396"/>
                </a:lnTo>
                <a:lnTo>
                  <a:pt x="3222942" y="6827832"/>
                </a:lnTo>
                <a:lnTo>
                  <a:pt x="3243507" y="6863453"/>
                </a:lnTo>
                <a:lnTo>
                  <a:pt x="3207892" y="6884017"/>
                </a:lnTo>
                <a:close/>
              </a:path>
              <a:path w="6730365" h="7059295">
                <a:moveTo>
                  <a:pt x="3133297" y="6753052"/>
                </a:moveTo>
                <a:lnTo>
                  <a:pt x="3113614" y="6718960"/>
                </a:lnTo>
                <a:lnTo>
                  <a:pt x="3147701" y="6699277"/>
                </a:lnTo>
                <a:lnTo>
                  <a:pt x="3167384" y="6733370"/>
                </a:lnTo>
                <a:lnTo>
                  <a:pt x="3133297" y="6753052"/>
                </a:lnTo>
                <a:close/>
              </a:path>
              <a:path w="6730365" h="7059295">
                <a:moveTo>
                  <a:pt x="3058701" y="6622087"/>
                </a:moveTo>
                <a:lnTo>
                  <a:pt x="3039901" y="6589522"/>
                </a:lnTo>
                <a:lnTo>
                  <a:pt x="3072467" y="6570717"/>
                </a:lnTo>
                <a:lnTo>
                  <a:pt x="3091272" y="6603288"/>
                </a:lnTo>
                <a:lnTo>
                  <a:pt x="3058701" y="6622087"/>
                </a:lnTo>
                <a:close/>
              </a:path>
              <a:path w="6730365" h="7059295">
                <a:moveTo>
                  <a:pt x="2984106" y="6491123"/>
                </a:moveTo>
                <a:lnTo>
                  <a:pt x="2966183" y="6460085"/>
                </a:lnTo>
                <a:lnTo>
                  <a:pt x="2997226" y="6442162"/>
                </a:lnTo>
                <a:lnTo>
                  <a:pt x="3015149" y="6473199"/>
                </a:lnTo>
                <a:lnTo>
                  <a:pt x="2984106" y="6491123"/>
                </a:lnTo>
                <a:close/>
              </a:path>
              <a:path w="6730365" h="7059295">
                <a:moveTo>
                  <a:pt x="2909618" y="6359755"/>
                </a:moveTo>
                <a:lnTo>
                  <a:pt x="2892874" y="6330750"/>
                </a:lnTo>
                <a:lnTo>
                  <a:pt x="2921873" y="6314006"/>
                </a:lnTo>
                <a:lnTo>
                  <a:pt x="2938623" y="6343011"/>
                </a:lnTo>
                <a:lnTo>
                  <a:pt x="2909618" y="6359755"/>
                </a:lnTo>
                <a:close/>
              </a:path>
              <a:path w="6730365" h="7059295">
                <a:moveTo>
                  <a:pt x="2834916" y="6229193"/>
                </a:moveTo>
                <a:lnTo>
                  <a:pt x="2818758" y="6201207"/>
                </a:lnTo>
                <a:lnTo>
                  <a:pt x="2846744" y="6185049"/>
                </a:lnTo>
                <a:lnTo>
                  <a:pt x="2862903" y="6213035"/>
                </a:lnTo>
                <a:lnTo>
                  <a:pt x="2834916" y="6229193"/>
                </a:lnTo>
                <a:close/>
              </a:path>
              <a:path w="6730365" h="7059295">
                <a:moveTo>
                  <a:pt x="2760321" y="6098228"/>
                </a:moveTo>
                <a:lnTo>
                  <a:pt x="2745046" y="6071770"/>
                </a:lnTo>
                <a:lnTo>
                  <a:pt x="2771504" y="6056494"/>
                </a:lnTo>
                <a:lnTo>
                  <a:pt x="2786780" y="6082953"/>
                </a:lnTo>
                <a:lnTo>
                  <a:pt x="2760321" y="6098228"/>
                </a:lnTo>
                <a:close/>
              </a:path>
              <a:path w="6730365" h="7059295">
                <a:moveTo>
                  <a:pt x="2685732" y="5967263"/>
                </a:moveTo>
                <a:lnTo>
                  <a:pt x="2671333" y="5942333"/>
                </a:lnTo>
                <a:lnTo>
                  <a:pt x="2696269" y="5927935"/>
                </a:lnTo>
                <a:lnTo>
                  <a:pt x="2710662" y="5952870"/>
                </a:lnTo>
                <a:lnTo>
                  <a:pt x="2685732" y="5967263"/>
                </a:lnTo>
                <a:close/>
              </a:path>
              <a:path w="6730365" h="7059295">
                <a:moveTo>
                  <a:pt x="2611244" y="5835902"/>
                </a:moveTo>
                <a:lnTo>
                  <a:pt x="2598017" y="5812997"/>
                </a:lnTo>
                <a:lnTo>
                  <a:pt x="2620916" y="5799777"/>
                </a:lnTo>
                <a:lnTo>
                  <a:pt x="2634142" y="5822681"/>
                </a:lnTo>
                <a:lnTo>
                  <a:pt x="2611244" y="5835902"/>
                </a:lnTo>
                <a:close/>
              </a:path>
              <a:path w="6730365" h="7059295">
                <a:moveTo>
                  <a:pt x="2536536" y="5705340"/>
                </a:moveTo>
                <a:lnTo>
                  <a:pt x="2523902" y="5683460"/>
                </a:lnTo>
                <a:lnTo>
                  <a:pt x="2545788" y="5670826"/>
                </a:lnTo>
                <a:lnTo>
                  <a:pt x="2558422" y="5692706"/>
                </a:lnTo>
                <a:lnTo>
                  <a:pt x="2536536" y="5705340"/>
                </a:lnTo>
                <a:close/>
              </a:path>
              <a:path w="6730365" h="7059295">
                <a:moveTo>
                  <a:pt x="2461941" y="5574375"/>
                </a:moveTo>
                <a:lnTo>
                  <a:pt x="2450190" y="5554017"/>
                </a:lnTo>
                <a:lnTo>
                  <a:pt x="2470548" y="5542266"/>
                </a:lnTo>
                <a:lnTo>
                  <a:pt x="2482299" y="5562624"/>
                </a:lnTo>
                <a:lnTo>
                  <a:pt x="2461941" y="5574375"/>
                </a:lnTo>
                <a:close/>
              </a:path>
              <a:path w="6730365" h="7059295">
                <a:moveTo>
                  <a:pt x="2387352" y="5443410"/>
                </a:moveTo>
                <a:lnTo>
                  <a:pt x="2376477" y="5424580"/>
                </a:lnTo>
                <a:lnTo>
                  <a:pt x="2395307" y="5413712"/>
                </a:lnTo>
                <a:lnTo>
                  <a:pt x="2406176" y="5432541"/>
                </a:lnTo>
                <a:lnTo>
                  <a:pt x="2387352" y="5443410"/>
                </a:lnTo>
                <a:close/>
              </a:path>
              <a:path w="6730365" h="7059295">
                <a:moveTo>
                  <a:pt x="2312650" y="5312848"/>
                </a:moveTo>
                <a:lnTo>
                  <a:pt x="2302362" y="5295032"/>
                </a:lnTo>
                <a:lnTo>
                  <a:pt x="2320173" y="5284749"/>
                </a:lnTo>
                <a:lnTo>
                  <a:pt x="2330461" y="5302565"/>
                </a:lnTo>
                <a:lnTo>
                  <a:pt x="2312650" y="5312848"/>
                </a:lnTo>
                <a:close/>
              </a:path>
              <a:path w="6730365" h="7059295">
                <a:moveTo>
                  <a:pt x="2238156" y="5181481"/>
                </a:moveTo>
                <a:lnTo>
                  <a:pt x="2229052" y="5165708"/>
                </a:lnTo>
                <a:lnTo>
                  <a:pt x="2244831" y="5156598"/>
                </a:lnTo>
                <a:lnTo>
                  <a:pt x="2253935" y="5172371"/>
                </a:lnTo>
                <a:lnTo>
                  <a:pt x="2238156" y="5181481"/>
                </a:lnTo>
                <a:close/>
              </a:path>
              <a:path w="6730365" h="7059295">
                <a:moveTo>
                  <a:pt x="2163461" y="5050912"/>
                </a:moveTo>
                <a:lnTo>
                  <a:pt x="2154943" y="5036164"/>
                </a:lnTo>
                <a:lnTo>
                  <a:pt x="2169698" y="5027641"/>
                </a:lnTo>
                <a:lnTo>
                  <a:pt x="2178215" y="5042395"/>
                </a:lnTo>
                <a:lnTo>
                  <a:pt x="2163461" y="5050912"/>
                </a:lnTo>
                <a:close/>
              </a:path>
              <a:path w="6730365" h="7059295">
                <a:moveTo>
                  <a:pt x="2088859" y="4919954"/>
                </a:moveTo>
                <a:lnTo>
                  <a:pt x="2081225" y="4906728"/>
                </a:lnTo>
                <a:lnTo>
                  <a:pt x="2094457" y="4899087"/>
                </a:lnTo>
                <a:lnTo>
                  <a:pt x="2102097" y="4912313"/>
                </a:lnTo>
                <a:lnTo>
                  <a:pt x="2088859" y="4919954"/>
                </a:lnTo>
                <a:close/>
              </a:path>
              <a:path w="6730365" h="7059295">
                <a:moveTo>
                  <a:pt x="2014164" y="4789392"/>
                </a:moveTo>
                <a:lnTo>
                  <a:pt x="2007116" y="4777179"/>
                </a:lnTo>
                <a:lnTo>
                  <a:pt x="2019329" y="4770124"/>
                </a:lnTo>
                <a:lnTo>
                  <a:pt x="2026377" y="4782338"/>
                </a:lnTo>
                <a:lnTo>
                  <a:pt x="2014164" y="4789392"/>
                </a:lnTo>
                <a:close/>
              </a:path>
              <a:path w="6730365" h="7059295">
                <a:moveTo>
                  <a:pt x="1939676" y="4658025"/>
                </a:moveTo>
                <a:lnTo>
                  <a:pt x="1933800" y="4647849"/>
                </a:lnTo>
                <a:lnTo>
                  <a:pt x="1943976" y="4641973"/>
                </a:lnTo>
                <a:lnTo>
                  <a:pt x="1949852" y="4652149"/>
                </a:lnTo>
                <a:lnTo>
                  <a:pt x="1939676" y="4658025"/>
                </a:lnTo>
                <a:close/>
              </a:path>
              <a:path w="6730365" h="7059295">
                <a:moveTo>
                  <a:pt x="1864974" y="4527463"/>
                </a:moveTo>
                <a:lnTo>
                  <a:pt x="1859685" y="4518306"/>
                </a:lnTo>
                <a:lnTo>
                  <a:pt x="1868842" y="4513017"/>
                </a:lnTo>
                <a:lnTo>
                  <a:pt x="1874131" y="4522174"/>
                </a:lnTo>
                <a:lnTo>
                  <a:pt x="1864974" y="4527463"/>
                </a:lnTo>
                <a:close/>
              </a:path>
              <a:path w="6730365" h="7059295">
                <a:moveTo>
                  <a:pt x="1790272" y="4396901"/>
                </a:moveTo>
                <a:lnTo>
                  <a:pt x="1785569" y="4388757"/>
                </a:lnTo>
                <a:lnTo>
                  <a:pt x="1793714" y="4384054"/>
                </a:lnTo>
                <a:lnTo>
                  <a:pt x="1798416" y="4392198"/>
                </a:lnTo>
                <a:lnTo>
                  <a:pt x="1790272" y="4396901"/>
                </a:lnTo>
                <a:close/>
              </a:path>
              <a:path w="6730365" h="7059295">
                <a:moveTo>
                  <a:pt x="1715571" y="4266339"/>
                </a:moveTo>
                <a:lnTo>
                  <a:pt x="1711460" y="4259214"/>
                </a:lnTo>
                <a:lnTo>
                  <a:pt x="1718585" y="4255097"/>
                </a:lnTo>
                <a:lnTo>
                  <a:pt x="1722696" y="4262223"/>
                </a:lnTo>
                <a:lnTo>
                  <a:pt x="1715571" y="4266339"/>
                </a:lnTo>
                <a:close/>
              </a:path>
              <a:path w="6730365" h="7059295">
                <a:moveTo>
                  <a:pt x="1640869" y="4135771"/>
                </a:moveTo>
                <a:lnTo>
                  <a:pt x="1637339" y="4129665"/>
                </a:lnTo>
                <a:lnTo>
                  <a:pt x="1643446" y="4126140"/>
                </a:lnTo>
                <a:lnTo>
                  <a:pt x="1646970" y="4132247"/>
                </a:lnTo>
                <a:lnTo>
                  <a:pt x="1640869" y="4135771"/>
                </a:lnTo>
                <a:close/>
              </a:path>
              <a:path w="6730365" h="7059295">
                <a:moveTo>
                  <a:pt x="1566167" y="4005209"/>
                </a:moveTo>
                <a:lnTo>
                  <a:pt x="1563229" y="4000121"/>
                </a:lnTo>
                <a:lnTo>
                  <a:pt x="1568317" y="3997184"/>
                </a:lnTo>
                <a:lnTo>
                  <a:pt x="1571255" y="4002271"/>
                </a:lnTo>
                <a:lnTo>
                  <a:pt x="1566167" y="4005209"/>
                </a:lnTo>
                <a:close/>
              </a:path>
              <a:path w="6730365" h="7059295">
                <a:moveTo>
                  <a:pt x="1491460" y="3874647"/>
                </a:moveTo>
                <a:lnTo>
                  <a:pt x="1489108" y="3870578"/>
                </a:lnTo>
                <a:lnTo>
                  <a:pt x="1493183" y="3868227"/>
                </a:lnTo>
                <a:lnTo>
                  <a:pt x="1495535" y="3872296"/>
                </a:lnTo>
                <a:lnTo>
                  <a:pt x="1491460" y="3874647"/>
                </a:lnTo>
                <a:close/>
              </a:path>
              <a:path w="6730365" h="7059295">
                <a:moveTo>
                  <a:pt x="1416766" y="3744086"/>
                </a:moveTo>
                <a:lnTo>
                  <a:pt x="1414999" y="3741029"/>
                </a:lnTo>
                <a:lnTo>
                  <a:pt x="1418056" y="3739270"/>
                </a:lnTo>
                <a:lnTo>
                  <a:pt x="1419815" y="3742321"/>
                </a:lnTo>
                <a:lnTo>
                  <a:pt x="1416766" y="3744086"/>
                </a:lnTo>
                <a:close/>
              </a:path>
              <a:path w="6730365" h="7059295">
                <a:moveTo>
                  <a:pt x="1342062" y="3613524"/>
                </a:moveTo>
                <a:lnTo>
                  <a:pt x="1340884" y="3611486"/>
                </a:lnTo>
                <a:lnTo>
                  <a:pt x="1342921" y="3610307"/>
                </a:lnTo>
                <a:lnTo>
                  <a:pt x="1344094" y="3612345"/>
                </a:lnTo>
                <a:lnTo>
                  <a:pt x="1342062" y="3613524"/>
                </a:lnTo>
                <a:close/>
              </a:path>
              <a:path w="6730365" h="7059295">
                <a:moveTo>
                  <a:pt x="1267248" y="3483365"/>
                </a:moveTo>
                <a:lnTo>
                  <a:pt x="1266366" y="3481837"/>
                </a:lnTo>
                <a:lnTo>
                  <a:pt x="1267894" y="3480954"/>
                </a:lnTo>
                <a:lnTo>
                  <a:pt x="1268777" y="3482482"/>
                </a:lnTo>
                <a:lnTo>
                  <a:pt x="1267248" y="3483365"/>
                </a:lnTo>
                <a:close/>
              </a:path>
              <a:path w="6730365" h="7059295">
                <a:moveTo>
                  <a:pt x="3507199" y="7059270"/>
                </a:moveTo>
                <a:lnTo>
                  <a:pt x="3480049" y="7059270"/>
                </a:lnTo>
                <a:lnTo>
                  <a:pt x="3464507" y="7032355"/>
                </a:lnTo>
                <a:lnTo>
                  <a:pt x="3503185" y="7010025"/>
                </a:lnTo>
                <a:lnTo>
                  <a:pt x="3525515" y="7048696"/>
                </a:lnTo>
                <a:lnTo>
                  <a:pt x="3507199" y="7059270"/>
                </a:lnTo>
                <a:close/>
              </a:path>
              <a:path w="6730365" h="7059295">
                <a:moveTo>
                  <a:pt x="3411922" y="6941270"/>
                </a:moveTo>
                <a:lnTo>
                  <a:pt x="3389592" y="6902598"/>
                </a:lnTo>
                <a:lnTo>
                  <a:pt x="3428269" y="6880268"/>
                </a:lnTo>
                <a:lnTo>
                  <a:pt x="3450594" y="6918940"/>
                </a:lnTo>
                <a:lnTo>
                  <a:pt x="3411922" y="6941270"/>
                </a:lnTo>
                <a:close/>
              </a:path>
              <a:path w="6730365" h="7059295">
                <a:moveTo>
                  <a:pt x="3337327" y="6810305"/>
                </a:moveTo>
                <a:lnTo>
                  <a:pt x="3315879" y="6773156"/>
                </a:lnTo>
                <a:lnTo>
                  <a:pt x="3353029" y="6751708"/>
                </a:lnTo>
                <a:lnTo>
                  <a:pt x="3374476" y="6788857"/>
                </a:lnTo>
                <a:lnTo>
                  <a:pt x="3337327" y="6810305"/>
                </a:lnTo>
                <a:close/>
              </a:path>
              <a:path w="6730365" h="7059295">
                <a:moveTo>
                  <a:pt x="3262625" y="6679743"/>
                </a:moveTo>
                <a:lnTo>
                  <a:pt x="3241764" y="6643612"/>
                </a:lnTo>
                <a:lnTo>
                  <a:pt x="3277895" y="6622751"/>
                </a:lnTo>
                <a:lnTo>
                  <a:pt x="3298756" y="6658882"/>
                </a:lnTo>
                <a:lnTo>
                  <a:pt x="3262625" y="6679743"/>
                </a:lnTo>
                <a:close/>
              </a:path>
              <a:path w="6730365" h="7059295">
                <a:moveTo>
                  <a:pt x="3188137" y="6548370"/>
                </a:moveTo>
                <a:lnTo>
                  <a:pt x="3168454" y="6514283"/>
                </a:lnTo>
                <a:lnTo>
                  <a:pt x="3202547" y="6494600"/>
                </a:lnTo>
                <a:lnTo>
                  <a:pt x="3222230" y="6528687"/>
                </a:lnTo>
                <a:lnTo>
                  <a:pt x="3188137" y="6548370"/>
                </a:lnTo>
                <a:close/>
              </a:path>
              <a:path w="6730365" h="7059295">
                <a:moveTo>
                  <a:pt x="3113542" y="6417411"/>
                </a:moveTo>
                <a:lnTo>
                  <a:pt x="3094736" y="6384846"/>
                </a:lnTo>
                <a:lnTo>
                  <a:pt x="3127307" y="6366040"/>
                </a:lnTo>
                <a:lnTo>
                  <a:pt x="3146107" y="6398611"/>
                </a:lnTo>
                <a:lnTo>
                  <a:pt x="3113542" y="6417411"/>
                </a:lnTo>
                <a:close/>
              </a:path>
              <a:path w="6730365" h="7059295">
                <a:moveTo>
                  <a:pt x="3038946" y="6286446"/>
                </a:moveTo>
                <a:lnTo>
                  <a:pt x="3021023" y="6255409"/>
                </a:lnTo>
                <a:lnTo>
                  <a:pt x="3052072" y="6237486"/>
                </a:lnTo>
                <a:lnTo>
                  <a:pt x="3069989" y="6268523"/>
                </a:lnTo>
                <a:lnTo>
                  <a:pt x="3038946" y="6286446"/>
                </a:lnTo>
                <a:close/>
              </a:path>
              <a:path w="6730365" h="7059295">
                <a:moveTo>
                  <a:pt x="2964464" y="6155079"/>
                </a:moveTo>
                <a:lnTo>
                  <a:pt x="2947720" y="6126074"/>
                </a:lnTo>
                <a:lnTo>
                  <a:pt x="2976719" y="6109329"/>
                </a:lnTo>
                <a:lnTo>
                  <a:pt x="2993463" y="6138334"/>
                </a:lnTo>
                <a:lnTo>
                  <a:pt x="2964464" y="6155079"/>
                </a:lnTo>
                <a:close/>
              </a:path>
              <a:path w="6730365" h="7059295">
                <a:moveTo>
                  <a:pt x="2889756" y="6024517"/>
                </a:moveTo>
                <a:lnTo>
                  <a:pt x="2873598" y="5996530"/>
                </a:lnTo>
                <a:lnTo>
                  <a:pt x="2901585" y="5980372"/>
                </a:lnTo>
                <a:lnTo>
                  <a:pt x="2917743" y="6008359"/>
                </a:lnTo>
                <a:lnTo>
                  <a:pt x="2889756" y="6024517"/>
                </a:lnTo>
                <a:close/>
              </a:path>
              <a:path w="6730365" h="7059295">
                <a:moveTo>
                  <a:pt x="2815168" y="5893552"/>
                </a:moveTo>
                <a:lnTo>
                  <a:pt x="2799886" y="5867094"/>
                </a:lnTo>
                <a:lnTo>
                  <a:pt x="2826344" y="5851818"/>
                </a:lnTo>
                <a:lnTo>
                  <a:pt x="2841626" y="5878276"/>
                </a:lnTo>
                <a:lnTo>
                  <a:pt x="2815168" y="5893552"/>
                </a:lnTo>
                <a:close/>
              </a:path>
              <a:path w="6730365" h="7059295">
                <a:moveTo>
                  <a:pt x="2740567" y="5762593"/>
                </a:moveTo>
                <a:lnTo>
                  <a:pt x="2726174" y="5737657"/>
                </a:lnTo>
                <a:lnTo>
                  <a:pt x="2751104" y="5723259"/>
                </a:lnTo>
                <a:lnTo>
                  <a:pt x="2765503" y="5748195"/>
                </a:lnTo>
                <a:lnTo>
                  <a:pt x="2740567" y="5762593"/>
                </a:lnTo>
                <a:close/>
              </a:path>
              <a:path w="6730365" h="7059295">
                <a:moveTo>
                  <a:pt x="2666084" y="5631226"/>
                </a:moveTo>
                <a:lnTo>
                  <a:pt x="2652864" y="5608327"/>
                </a:lnTo>
                <a:lnTo>
                  <a:pt x="2675763" y="5595107"/>
                </a:lnTo>
                <a:lnTo>
                  <a:pt x="2688983" y="5618005"/>
                </a:lnTo>
                <a:lnTo>
                  <a:pt x="2666084" y="5631226"/>
                </a:lnTo>
                <a:close/>
              </a:path>
              <a:path w="6730365" h="7059295">
                <a:moveTo>
                  <a:pt x="2591489" y="5500255"/>
                </a:moveTo>
                <a:lnTo>
                  <a:pt x="2579151" y="5478885"/>
                </a:lnTo>
                <a:lnTo>
                  <a:pt x="2600522" y="5466547"/>
                </a:lnTo>
                <a:lnTo>
                  <a:pt x="2612860" y="5487917"/>
                </a:lnTo>
                <a:lnTo>
                  <a:pt x="2591489" y="5500255"/>
                </a:lnTo>
                <a:close/>
              </a:path>
              <a:path w="6730365" h="7059295">
                <a:moveTo>
                  <a:pt x="2516894" y="5369296"/>
                </a:moveTo>
                <a:lnTo>
                  <a:pt x="2505433" y="5349454"/>
                </a:lnTo>
                <a:lnTo>
                  <a:pt x="2525281" y="5337993"/>
                </a:lnTo>
                <a:lnTo>
                  <a:pt x="2536736" y="5357841"/>
                </a:lnTo>
                <a:lnTo>
                  <a:pt x="2516894" y="5369296"/>
                </a:lnTo>
                <a:close/>
              </a:path>
              <a:path w="6730365" h="7059295">
                <a:moveTo>
                  <a:pt x="2442299" y="5238332"/>
                </a:moveTo>
                <a:lnTo>
                  <a:pt x="2431721" y="5220012"/>
                </a:lnTo>
                <a:lnTo>
                  <a:pt x="2450047" y="5209433"/>
                </a:lnTo>
                <a:lnTo>
                  <a:pt x="2460619" y="5227753"/>
                </a:lnTo>
                <a:lnTo>
                  <a:pt x="2442299" y="5238332"/>
                </a:lnTo>
                <a:close/>
              </a:path>
              <a:path w="6730365" h="7059295">
                <a:moveTo>
                  <a:pt x="2367592" y="5107770"/>
                </a:moveTo>
                <a:lnTo>
                  <a:pt x="2357606" y="5090469"/>
                </a:lnTo>
                <a:lnTo>
                  <a:pt x="2374907" y="5080476"/>
                </a:lnTo>
                <a:lnTo>
                  <a:pt x="2384899" y="5097778"/>
                </a:lnTo>
                <a:lnTo>
                  <a:pt x="2367592" y="5107770"/>
                </a:lnTo>
                <a:close/>
              </a:path>
              <a:path w="6730365" h="7059295">
                <a:moveTo>
                  <a:pt x="2293109" y="4976402"/>
                </a:moveTo>
                <a:lnTo>
                  <a:pt x="2284296" y="4961139"/>
                </a:lnTo>
                <a:lnTo>
                  <a:pt x="2299565" y="4952325"/>
                </a:lnTo>
                <a:lnTo>
                  <a:pt x="2308379" y="4967589"/>
                </a:lnTo>
                <a:lnTo>
                  <a:pt x="2293109" y="4976402"/>
                </a:lnTo>
                <a:close/>
              </a:path>
              <a:path w="6730365" h="7059295">
                <a:moveTo>
                  <a:pt x="2218408" y="4845840"/>
                </a:moveTo>
                <a:lnTo>
                  <a:pt x="2210180" y="4831590"/>
                </a:lnTo>
                <a:lnTo>
                  <a:pt x="2224431" y="4823363"/>
                </a:lnTo>
                <a:lnTo>
                  <a:pt x="2232659" y="4837614"/>
                </a:lnTo>
                <a:lnTo>
                  <a:pt x="2218408" y="4845840"/>
                </a:lnTo>
                <a:close/>
              </a:path>
              <a:path w="6730365" h="7059295">
                <a:moveTo>
                  <a:pt x="2143813" y="4714875"/>
                </a:moveTo>
                <a:lnTo>
                  <a:pt x="2136468" y="4702152"/>
                </a:lnTo>
                <a:lnTo>
                  <a:pt x="2149191" y="4694808"/>
                </a:lnTo>
                <a:lnTo>
                  <a:pt x="2156535" y="4707531"/>
                </a:lnTo>
                <a:lnTo>
                  <a:pt x="2143813" y="4714875"/>
                </a:lnTo>
                <a:close/>
              </a:path>
              <a:path w="6730365" h="7059295">
                <a:moveTo>
                  <a:pt x="2069223" y="4583911"/>
                </a:moveTo>
                <a:lnTo>
                  <a:pt x="2062756" y="4572716"/>
                </a:lnTo>
                <a:lnTo>
                  <a:pt x="2073950" y="4566254"/>
                </a:lnTo>
                <a:lnTo>
                  <a:pt x="2080412" y="4577448"/>
                </a:lnTo>
                <a:lnTo>
                  <a:pt x="2069223" y="4583911"/>
                </a:lnTo>
                <a:close/>
              </a:path>
              <a:path w="6730365" h="7059295">
                <a:moveTo>
                  <a:pt x="1994622" y="4452946"/>
                </a:moveTo>
                <a:lnTo>
                  <a:pt x="1989037" y="4443279"/>
                </a:lnTo>
                <a:lnTo>
                  <a:pt x="1998709" y="4437694"/>
                </a:lnTo>
                <a:lnTo>
                  <a:pt x="2004289" y="4447366"/>
                </a:lnTo>
                <a:lnTo>
                  <a:pt x="1994622" y="4452946"/>
                </a:lnTo>
                <a:close/>
              </a:path>
              <a:path w="6730365" h="7059295">
                <a:moveTo>
                  <a:pt x="1919921" y="4322384"/>
                </a:moveTo>
                <a:lnTo>
                  <a:pt x="1914927" y="4313730"/>
                </a:lnTo>
                <a:lnTo>
                  <a:pt x="1923581" y="4308737"/>
                </a:lnTo>
                <a:lnTo>
                  <a:pt x="1928574" y="4317391"/>
                </a:lnTo>
                <a:lnTo>
                  <a:pt x="1919921" y="4322384"/>
                </a:lnTo>
                <a:close/>
              </a:path>
              <a:path w="6730365" h="7059295">
                <a:moveTo>
                  <a:pt x="1845219" y="4191822"/>
                </a:moveTo>
                <a:lnTo>
                  <a:pt x="1840812" y="4184187"/>
                </a:lnTo>
                <a:lnTo>
                  <a:pt x="1848447" y="4179780"/>
                </a:lnTo>
                <a:lnTo>
                  <a:pt x="1852854" y="4187415"/>
                </a:lnTo>
                <a:lnTo>
                  <a:pt x="1845219" y="4191822"/>
                </a:lnTo>
                <a:close/>
              </a:path>
              <a:path w="6730365" h="7059295">
                <a:moveTo>
                  <a:pt x="1770517" y="4061254"/>
                </a:moveTo>
                <a:lnTo>
                  <a:pt x="1766697" y="4054644"/>
                </a:lnTo>
                <a:lnTo>
                  <a:pt x="1773319" y="4050823"/>
                </a:lnTo>
                <a:lnTo>
                  <a:pt x="1777133" y="4057433"/>
                </a:lnTo>
                <a:lnTo>
                  <a:pt x="1770517" y="4061254"/>
                </a:lnTo>
                <a:close/>
              </a:path>
              <a:path w="6730365" h="7059295">
                <a:moveTo>
                  <a:pt x="1695816" y="3930692"/>
                </a:moveTo>
                <a:lnTo>
                  <a:pt x="1692582" y="3925100"/>
                </a:lnTo>
                <a:lnTo>
                  <a:pt x="1698179" y="3921867"/>
                </a:lnTo>
                <a:lnTo>
                  <a:pt x="1701407" y="3927464"/>
                </a:lnTo>
                <a:lnTo>
                  <a:pt x="1695816" y="3930692"/>
                </a:lnTo>
                <a:close/>
              </a:path>
              <a:path w="6730365" h="7059295">
                <a:moveTo>
                  <a:pt x="1621109" y="3800130"/>
                </a:moveTo>
                <a:lnTo>
                  <a:pt x="1618467" y="3795558"/>
                </a:lnTo>
                <a:lnTo>
                  <a:pt x="1623051" y="3792910"/>
                </a:lnTo>
                <a:lnTo>
                  <a:pt x="1625693" y="3797489"/>
                </a:lnTo>
                <a:lnTo>
                  <a:pt x="1621109" y="3800130"/>
                </a:lnTo>
                <a:close/>
              </a:path>
              <a:path w="6730365" h="7059295">
                <a:moveTo>
                  <a:pt x="1546413" y="3669574"/>
                </a:moveTo>
                <a:lnTo>
                  <a:pt x="1544357" y="3666009"/>
                </a:lnTo>
                <a:lnTo>
                  <a:pt x="1547917" y="3663954"/>
                </a:lnTo>
                <a:lnTo>
                  <a:pt x="1549972" y="3667519"/>
                </a:lnTo>
                <a:lnTo>
                  <a:pt x="1546413" y="3669574"/>
                </a:lnTo>
                <a:close/>
              </a:path>
              <a:path w="6730365" h="7059295">
                <a:moveTo>
                  <a:pt x="1471711" y="3539006"/>
                </a:moveTo>
                <a:lnTo>
                  <a:pt x="1470242" y="3536465"/>
                </a:lnTo>
                <a:lnTo>
                  <a:pt x="1472789" y="3534996"/>
                </a:lnTo>
                <a:lnTo>
                  <a:pt x="1474258" y="3537537"/>
                </a:lnTo>
                <a:lnTo>
                  <a:pt x="1471711" y="3539006"/>
                </a:lnTo>
                <a:close/>
              </a:path>
              <a:path w="6730365" h="7059295">
                <a:moveTo>
                  <a:pt x="1396897" y="3408846"/>
                </a:moveTo>
                <a:lnTo>
                  <a:pt x="1395724" y="3406809"/>
                </a:lnTo>
                <a:lnTo>
                  <a:pt x="1397756" y="3405636"/>
                </a:lnTo>
                <a:lnTo>
                  <a:pt x="1398935" y="3407668"/>
                </a:lnTo>
                <a:lnTo>
                  <a:pt x="1396897" y="3408846"/>
                </a:lnTo>
                <a:close/>
              </a:path>
              <a:path w="6730365" h="7059295">
                <a:moveTo>
                  <a:pt x="3615952" y="6998522"/>
                </a:moveTo>
                <a:lnTo>
                  <a:pt x="3591857" y="6956794"/>
                </a:lnTo>
                <a:lnTo>
                  <a:pt x="3633586" y="6932699"/>
                </a:lnTo>
                <a:lnTo>
                  <a:pt x="3657680" y="6974427"/>
                </a:lnTo>
                <a:lnTo>
                  <a:pt x="3615952" y="6998522"/>
                </a:lnTo>
                <a:close/>
              </a:path>
              <a:path w="6730365" h="7059295">
                <a:moveTo>
                  <a:pt x="3541357" y="6867557"/>
                </a:moveTo>
                <a:lnTo>
                  <a:pt x="3518144" y="6827357"/>
                </a:lnTo>
                <a:lnTo>
                  <a:pt x="3558344" y="6804145"/>
                </a:lnTo>
                <a:lnTo>
                  <a:pt x="3581557" y="6844344"/>
                </a:lnTo>
                <a:lnTo>
                  <a:pt x="3541357" y="6867557"/>
                </a:lnTo>
                <a:close/>
              </a:path>
              <a:path w="6730365" h="7059295">
                <a:moveTo>
                  <a:pt x="3466762" y="6736586"/>
                </a:moveTo>
                <a:lnTo>
                  <a:pt x="3444432" y="6697915"/>
                </a:lnTo>
                <a:lnTo>
                  <a:pt x="3483103" y="6675590"/>
                </a:lnTo>
                <a:lnTo>
                  <a:pt x="3505433" y="6714262"/>
                </a:lnTo>
                <a:lnTo>
                  <a:pt x="3466762" y="6736586"/>
                </a:lnTo>
                <a:close/>
              </a:path>
              <a:path w="6730365" h="7059295">
                <a:moveTo>
                  <a:pt x="3392167" y="6605628"/>
                </a:moveTo>
                <a:lnTo>
                  <a:pt x="3370719" y="6568479"/>
                </a:lnTo>
                <a:lnTo>
                  <a:pt x="3407868" y="6547031"/>
                </a:lnTo>
                <a:lnTo>
                  <a:pt x="3429316" y="6584180"/>
                </a:lnTo>
                <a:lnTo>
                  <a:pt x="3392167" y="6605628"/>
                </a:lnTo>
                <a:close/>
              </a:path>
              <a:path w="6730365" h="7059295">
                <a:moveTo>
                  <a:pt x="3317465" y="6475066"/>
                </a:moveTo>
                <a:lnTo>
                  <a:pt x="3296604" y="6438930"/>
                </a:lnTo>
                <a:lnTo>
                  <a:pt x="3332735" y="6418075"/>
                </a:lnTo>
                <a:lnTo>
                  <a:pt x="3353596" y="6454205"/>
                </a:lnTo>
                <a:lnTo>
                  <a:pt x="3317465" y="6475066"/>
                </a:lnTo>
                <a:close/>
              </a:path>
              <a:path w="6730365" h="7059295">
                <a:moveTo>
                  <a:pt x="3242977" y="6343699"/>
                </a:moveTo>
                <a:lnTo>
                  <a:pt x="3223294" y="6309606"/>
                </a:lnTo>
                <a:lnTo>
                  <a:pt x="3257387" y="6289917"/>
                </a:lnTo>
                <a:lnTo>
                  <a:pt x="3277075" y="6324016"/>
                </a:lnTo>
                <a:lnTo>
                  <a:pt x="3242977" y="6343699"/>
                </a:lnTo>
                <a:close/>
              </a:path>
              <a:path w="6730365" h="7059295">
                <a:moveTo>
                  <a:pt x="3168381" y="6212734"/>
                </a:moveTo>
                <a:lnTo>
                  <a:pt x="3149581" y="6180163"/>
                </a:lnTo>
                <a:lnTo>
                  <a:pt x="3182147" y="6161363"/>
                </a:lnTo>
                <a:lnTo>
                  <a:pt x="3200952" y="6193928"/>
                </a:lnTo>
                <a:lnTo>
                  <a:pt x="3168381" y="6212734"/>
                </a:lnTo>
                <a:close/>
              </a:path>
              <a:path w="6730365" h="7059295">
                <a:moveTo>
                  <a:pt x="3093899" y="6081366"/>
                </a:moveTo>
                <a:lnTo>
                  <a:pt x="3076272" y="6050833"/>
                </a:lnTo>
                <a:lnTo>
                  <a:pt x="3106805" y="6033206"/>
                </a:lnTo>
                <a:lnTo>
                  <a:pt x="3124432" y="6063739"/>
                </a:lnTo>
                <a:lnTo>
                  <a:pt x="3093899" y="6081366"/>
                </a:lnTo>
                <a:close/>
              </a:path>
              <a:path w="6730365" h="7059295">
                <a:moveTo>
                  <a:pt x="3019298" y="5950401"/>
                </a:moveTo>
                <a:lnTo>
                  <a:pt x="3002554" y="5921402"/>
                </a:lnTo>
                <a:lnTo>
                  <a:pt x="3031565" y="5904651"/>
                </a:lnTo>
                <a:lnTo>
                  <a:pt x="3048309" y="5933656"/>
                </a:lnTo>
                <a:lnTo>
                  <a:pt x="3019298" y="5950401"/>
                </a:lnTo>
                <a:close/>
              </a:path>
              <a:path w="6730365" h="7059295">
                <a:moveTo>
                  <a:pt x="2944710" y="5819442"/>
                </a:moveTo>
                <a:lnTo>
                  <a:pt x="2928841" y="5791959"/>
                </a:lnTo>
                <a:lnTo>
                  <a:pt x="2956324" y="5776097"/>
                </a:lnTo>
                <a:lnTo>
                  <a:pt x="2972186" y="5803574"/>
                </a:lnTo>
                <a:lnTo>
                  <a:pt x="2944710" y="5819442"/>
                </a:lnTo>
                <a:close/>
              </a:path>
              <a:path w="6730365" h="7059295">
                <a:moveTo>
                  <a:pt x="2870114" y="5688472"/>
                </a:moveTo>
                <a:lnTo>
                  <a:pt x="2855128" y="5662523"/>
                </a:lnTo>
                <a:lnTo>
                  <a:pt x="2881077" y="5647544"/>
                </a:lnTo>
                <a:lnTo>
                  <a:pt x="2896062" y="5673492"/>
                </a:lnTo>
                <a:lnTo>
                  <a:pt x="2870114" y="5688472"/>
                </a:lnTo>
                <a:close/>
              </a:path>
              <a:path w="6730365" h="7059295">
                <a:moveTo>
                  <a:pt x="2795518" y="5557513"/>
                </a:moveTo>
                <a:lnTo>
                  <a:pt x="2781416" y="5533086"/>
                </a:lnTo>
                <a:lnTo>
                  <a:pt x="2805843" y="5518984"/>
                </a:lnTo>
                <a:lnTo>
                  <a:pt x="2819945" y="5543411"/>
                </a:lnTo>
                <a:lnTo>
                  <a:pt x="2795518" y="5557513"/>
                </a:lnTo>
                <a:close/>
              </a:path>
              <a:path w="6730365" h="7059295">
                <a:moveTo>
                  <a:pt x="2721030" y="5426146"/>
                </a:moveTo>
                <a:lnTo>
                  <a:pt x="2708106" y="5403757"/>
                </a:lnTo>
                <a:lnTo>
                  <a:pt x="2730495" y="5390832"/>
                </a:lnTo>
                <a:lnTo>
                  <a:pt x="2743419" y="5413216"/>
                </a:lnTo>
                <a:lnTo>
                  <a:pt x="2721030" y="5426146"/>
                </a:lnTo>
                <a:close/>
              </a:path>
              <a:path w="6730365" h="7059295">
                <a:moveTo>
                  <a:pt x="2646329" y="5295584"/>
                </a:moveTo>
                <a:lnTo>
                  <a:pt x="2633991" y="5274213"/>
                </a:lnTo>
                <a:lnTo>
                  <a:pt x="2655361" y="5261870"/>
                </a:lnTo>
                <a:lnTo>
                  <a:pt x="2667705" y="5283246"/>
                </a:lnTo>
                <a:lnTo>
                  <a:pt x="2646329" y="5295584"/>
                </a:lnTo>
                <a:close/>
              </a:path>
              <a:path w="6730365" h="7059295">
                <a:moveTo>
                  <a:pt x="2571840" y="5164216"/>
                </a:moveTo>
                <a:lnTo>
                  <a:pt x="2560681" y="5144884"/>
                </a:lnTo>
                <a:lnTo>
                  <a:pt x="2580014" y="5133719"/>
                </a:lnTo>
                <a:lnTo>
                  <a:pt x="2591173" y="5153052"/>
                </a:lnTo>
                <a:lnTo>
                  <a:pt x="2571840" y="5164216"/>
                </a:lnTo>
                <a:close/>
              </a:path>
              <a:path w="6730365" h="7059295">
                <a:moveTo>
                  <a:pt x="2497251" y="5033251"/>
                </a:moveTo>
                <a:lnTo>
                  <a:pt x="2486969" y="5015441"/>
                </a:lnTo>
                <a:lnTo>
                  <a:pt x="2504779" y="5005158"/>
                </a:lnTo>
                <a:lnTo>
                  <a:pt x="2515062" y="5022969"/>
                </a:lnTo>
                <a:lnTo>
                  <a:pt x="2497251" y="5033251"/>
                </a:lnTo>
                <a:close/>
              </a:path>
              <a:path w="6730365" h="7059295">
                <a:moveTo>
                  <a:pt x="2422550" y="4902690"/>
                </a:moveTo>
                <a:lnTo>
                  <a:pt x="2412853" y="4885898"/>
                </a:lnTo>
                <a:lnTo>
                  <a:pt x="2429639" y="4876202"/>
                </a:lnTo>
                <a:lnTo>
                  <a:pt x="2439335" y="4893000"/>
                </a:lnTo>
                <a:lnTo>
                  <a:pt x="2422550" y="4902690"/>
                </a:lnTo>
                <a:close/>
              </a:path>
              <a:path w="6730365" h="7059295">
                <a:moveTo>
                  <a:pt x="2348061" y="4771328"/>
                </a:moveTo>
                <a:lnTo>
                  <a:pt x="2339538" y="4756568"/>
                </a:lnTo>
                <a:lnTo>
                  <a:pt x="2354298" y="4748050"/>
                </a:lnTo>
                <a:lnTo>
                  <a:pt x="2362815" y="4762805"/>
                </a:lnTo>
                <a:lnTo>
                  <a:pt x="2348061" y="4771328"/>
                </a:lnTo>
                <a:close/>
              </a:path>
              <a:path w="6730365" h="7059295">
                <a:moveTo>
                  <a:pt x="2273354" y="4640766"/>
                </a:moveTo>
                <a:lnTo>
                  <a:pt x="2265423" y="4627025"/>
                </a:lnTo>
                <a:lnTo>
                  <a:pt x="2279164" y="4619087"/>
                </a:lnTo>
                <a:lnTo>
                  <a:pt x="2287095" y="4632829"/>
                </a:lnTo>
                <a:lnTo>
                  <a:pt x="2273354" y="4640766"/>
                </a:lnTo>
                <a:close/>
              </a:path>
              <a:path w="6730365" h="7059295">
                <a:moveTo>
                  <a:pt x="2198759" y="4509795"/>
                </a:moveTo>
                <a:lnTo>
                  <a:pt x="2191710" y="4497582"/>
                </a:lnTo>
                <a:lnTo>
                  <a:pt x="2203924" y="4490533"/>
                </a:lnTo>
                <a:lnTo>
                  <a:pt x="2210972" y="4502747"/>
                </a:lnTo>
                <a:lnTo>
                  <a:pt x="2198759" y="4509795"/>
                </a:lnTo>
                <a:close/>
              </a:path>
              <a:path w="6730365" h="7059295">
                <a:moveTo>
                  <a:pt x="2124170" y="4378837"/>
                </a:moveTo>
                <a:lnTo>
                  <a:pt x="2117998" y="4368146"/>
                </a:lnTo>
                <a:lnTo>
                  <a:pt x="2128683" y="4361974"/>
                </a:lnTo>
                <a:lnTo>
                  <a:pt x="2134855" y="4372665"/>
                </a:lnTo>
                <a:lnTo>
                  <a:pt x="2124170" y="4378837"/>
                </a:lnTo>
                <a:close/>
              </a:path>
              <a:path w="6730365" h="7059295">
                <a:moveTo>
                  <a:pt x="2049575" y="4247866"/>
                </a:moveTo>
                <a:lnTo>
                  <a:pt x="2044285" y="4238709"/>
                </a:lnTo>
                <a:lnTo>
                  <a:pt x="2053442" y="4233420"/>
                </a:lnTo>
                <a:lnTo>
                  <a:pt x="2058732" y="4242583"/>
                </a:lnTo>
                <a:lnTo>
                  <a:pt x="2049575" y="4247866"/>
                </a:lnTo>
                <a:close/>
              </a:path>
              <a:path w="6730365" h="7059295">
                <a:moveTo>
                  <a:pt x="1974873" y="4117304"/>
                </a:moveTo>
                <a:lnTo>
                  <a:pt x="1970170" y="4109166"/>
                </a:lnTo>
                <a:lnTo>
                  <a:pt x="1978314" y="4104463"/>
                </a:lnTo>
                <a:lnTo>
                  <a:pt x="1983011" y="4112607"/>
                </a:lnTo>
                <a:lnTo>
                  <a:pt x="1974873" y="4117304"/>
                </a:lnTo>
                <a:close/>
              </a:path>
              <a:path w="6730365" h="7059295">
                <a:moveTo>
                  <a:pt x="1900166" y="3986743"/>
                </a:moveTo>
                <a:lnTo>
                  <a:pt x="1896055" y="3979617"/>
                </a:lnTo>
                <a:lnTo>
                  <a:pt x="1903180" y="3975506"/>
                </a:lnTo>
                <a:lnTo>
                  <a:pt x="1907291" y="3982632"/>
                </a:lnTo>
                <a:lnTo>
                  <a:pt x="1900166" y="3986743"/>
                </a:lnTo>
                <a:close/>
              </a:path>
              <a:path w="6730365" h="7059295">
                <a:moveTo>
                  <a:pt x="1825464" y="3856181"/>
                </a:moveTo>
                <a:lnTo>
                  <a:pt x="1821940" y="3850080"/>
                </a:lnTo>
                <a:lnTo>
                  <a:pt x="1828052" y="3846550"/>
                </a:lnTo>
                <a:lnTo>
                  <a:pt x="1831576" y="3852656"/>
                </a:lnTo>
                <a:lnTo>
                  <a:pt x="1825464" y="3856181"/>
                </a:lnTo>
                <a:close/>
              </a:path>
              <a:path w="6730365" h="7059295">
                <a:moveTo>
                  <a:pt x="1750768" y="3725619"/>
                </a:moveTo>
                <a:lnTo>
                  <a:pt x="1747830" y="3720525"/>
                </a:lnTo>
                <a:lnTo>
                  <a:pt x="1752918" y="3717588"/>
                </a:lnTo>
                <a:lnTo>
                  <a:pt x="1755856" y="3722681"/>
                </a:lnTo>
                <a:lnTo>
                  <a:pt x="1750768" y="3725619"/>
                </a:lnTo>
                <a:close/>
              </a:path>
              <a:path w="6730365" h="7059295">
                <a:moveTo>
                  <a:pt x="1676067" y="3595051"/>
                </a:moveTo>
                <a:lnTo>
                  <a:pt x="1673715" y="3590982"/>
                </a:lnTo>
                <a:lnTo>
                  <a:pt x="1677778" y="3588630"/>
                </a:lnTo>
                <a:lnTo>
                  <a:pt x="1680130" y="3592705"/>
                </a:lnTo>
                <a:lnTo>
                  <a:pt x="1676067" y="3595051"/>
                </a:lnTo>
                <a:close/>
              </a:path>
              <a:path w="6730365" h="7059295">
                <a:moveTo>
                  <a:pt x="1601359" y="3464489"/>
                </a:moveTo>
                <a:lnTo>
                  <a:pt x="1599600" y="3461438"/>
                </a:lnTo>
                <a:lnTo>
                  <a:pt x="1602650" y="3459679"/>
                </a:lnTo>
                <a:lnTo>
                  <a:pt x="1604415" y="3462730"/>
                </a:lnTo>
                <a:lnTo>
                  <a:pt x="1601359" y="3464489"/>
                </a:lnTo>
                <a:close/>
              </a:path>
              <a:path w="6730365" h="7059295">
                <a:moveTo>
                  <a:pt x="1526658" y="3333927"/>
                </a:moveTo>
                <a:lnTo>
                  <a:pt x="1525479" y="3331896"/>
                </a:lnTo>
                <a:lnTo>
                  <a:pt x="1527516" y="3330717"/>
                </a:lnTo>
                <a:lnTo>
                  <a:pt x="1528695" y="3332755"/>
                </a:lnTo>
                <a:lnTo>
                  <a:pt x="1526658" y="3333927"/>
                </a:lnTo>
                <a:close/>
              </a:path>
              <a:path w="6730365" h="7059295">
                <a:moveTo>
                  <a:pt x="1451849" y="3203768"/>
                </a:moveTo>
                <a:lnTo>
                  <a:pt x="1450967" y="3202240"/>
                </a:lnTo>
                <a:lnTo>
                  <a:pt x="1452489" y="3201357"/>
                </a:lnTo>
                <a:lnTo>
                  <a:pt x="1453371" y="3202891"/>
                </a:lnTo>
                <a:lnTo>
                  <a:pt x="1451849" y="3203768"/>
                </a:lnTo>
                <a:close/>
              </a:path>
              <a:path w="6730365" h="7059295">
                <a:moveTo>
                  <a:pt x="3819877" y="7056167"/>
                </a:moveTo>
                <a:lnTo>
                  <a:pt x="3793726" y="7010879"/>
                </a:lnTo>
                <a:lnTo>
                  <a:pt x="3839014" y="6984735"/>
                </a:lnTo>
                <a:lnTo>
                  <a:pt x="3865164" y="7030022"/>
                </a:lnTo>
                <a:lnTo>
                  <a:pt x="3819877" y="7056167"/>
                </a:lnTo>
                <a:close/>
              </a:path>
              <a:path w="6730365" h="7059295">
                <a:moveTo>
                  <a:pt x="3745281" y="6925208"/>
                </a:moveTo>
                <a:lnTo>
                  <a:pt x="3720014" y="6881443"/>
                </a:lnTo>
                <a:lnTo>
                  <a:pt x="3763773" y="6856175"/>
                </a:lnTo>
                <a:lnTo>
                  <a:pt x="3789041" y="6899940"/>
                </a:lnTo>
                <a:lnTo>
                  <a:pt x="3745281" y="6925208"/>
                </a:lnTo>
                <a:close/>
              </a:path>
              <a:path w="6730365" h="7059295">
                <a:moveTo>
                  <a:pt x="3670680" y="6794243"/>
                </a:moveTo>
                <a:lnTo>
                  <a:pt x="3646301" y="6752012"/>
                </a:lnTo>
                <a:lnTo>
                  <a:pt x="3688538" y="6727627"/>
                </a:lnTo>
                <a:lnTo>
                  <a:pt x="3712917" y="6769858"/>
                </a:lnTo>
                <a:lnTo>
                  <a:pt x="3670680" y="6794243"/>
                </a:lnTo>
                <a:close/>
              </a:path>
              <a:path w="6730365" h="7059295">
                <a:moveTo>
                  <a:pt x="3596198" y="6662876"/>
                </a:moveTo>
                <a:lnTo>
                  <a:pt x="3572992" y="6622676"/>
                </a:lnTo>
                <a:lnTo>
                  <a:pt x="3613191" y="6599469"/>
                </a:lnTo>
                <a:lnTo>
                  <a:pt x="3636398" y="6639669"/>
                </a:lnTo>
                <a:lnTo>
                  <a:pt x="3596198" y="6662876"/>
                </a:lnTo>
                <a:close/>
              </a:path>
              <a:path w="6730365" h="7059295">
                <a:moveTo>
                  <a:pt x="3521609" y="6531917"/>
                </a:moveTo>
                <a:lnTo>
                  <a:pt x="3499279" y="6493240"/>
                </a:lnTo>
                <a:lnTo>
                  <a:pt x="3537951" y="6470910"/>
                </a:lnTo>
                <a:lnTo>
                  <a:pt x="3560281" y="6509587"/>
                </a:lnTo>
                <a:lnTo>
                  <a:pt x="3521609" y="6531917"/>
                </a:lnTo>
                <a:close/>
              </a:path>
              <a:path w="6730365" h="7059295">
                <a:moveTo>
                  <a:pt x="3447008" y="6400952"/>
                </a:moveTo>
                <a:lnTo>
                  <a:pt x="3425561" y="6363803"/>
                </a:lnTo>
                <a:lnTo>
                  <a:pt x="3462710" y="6342355"/>
                </a:lnTo>
                <a:lnTo>
                  <a:pt x="3484157" y="6379505"/>
                </a:lnTo>
                <a:lnTo>
                  <a:pt x="3447008" y="6400952"/>
                </a:lnTo>
                <a:close/>
              </a:path>
              <a:path w="6730365" h="7059295">
                <a:moveTo>
                  <a:pt x="3372413" y="6269981"/>
                </a:moveTo>
                <a:lnTo>
                  <a:pt x="3351848" y="6234366"/>
                </a:lnTo>
                <a:lnTo>
                  <a:pt x="3387476" y="6213795"/>
                </a:lnTo>
                <a:lnTo>
                  <a:pt x="3408040" y="6249416"/>
                </a:lnTo>
                <a:lnTo>
                  <a:pt x="3372413" y="6269981"/>
                </a:lnTo>
                <a:close/>
              </a:path>
              <a:path w="6730365" h="7059295">
                <a:moveTo>
                  <a:pt x="3297930" y="6138620"/>
                </a:moveTo>
                <a:lnTo>
                  <a:pt x="3278538" y="6105036"/>
                </a:lnTo>
                <a:lnTo>
                  <a:pt x="3312122" y="6085643"/>
                </a:lnTo>
                <a:lnTo>
                  <a:pt x="3331514" y="6119227"/>
                </a:lnTo>
                <a:lnTo>
                  <a:pt x="3297930" y="6138620"/>
                </a:lnTo>
                <a:close/>
              </a:path>
              <a:path w="6730365" h="7059295">
                <a:moveTo>
                  <a:pt x="3223335" y="6007655"/>
                </a:moveTo>
                <a:lnTo>
                  <a:pt x="3204826" y="5975593"/>
                </a:lnTo>
                <a:lnTo>
                  <a:pt x="3236881" y="5957089"/>
                </a:lnTo>
                <a:lnTo>
                  <a:pt x="3255391" y="5989151"/>
                </a:lnTo>
                <a:lnTo>
                  <a:pt x="3223335" y="6007655"/>
                </a:lnTo>
                <a:close/>
              </a:path>
              <a:path w="6730365" h="7059295">
                <a:moveTo>
                  <a:pt x="3148740" y="5876690"/>
                </a:moveTo>
                <a:lnTo>
                  <a:pt x="3131113" y="5846162"/>
                </a:lnTo>
                <a:lnTo>
                  <a:pt x="3161640" y="5828535"/>
                </a:lnTo>
                <a:lnTo>
                  <a:pt x="3179267" y="5859063"/>
                </a:lnTo>
                <a:lnTo>
                  <a:pt x="3148740" y="5876690"/>
                </a:lnTo>
                <a:close/>
              </a:path>
              <a:path w="6730365" h="7059295">
                <a:moveTo>
                  <a:pt x="3074252" y="5745322"/>
                </a:moveTo>
                <a:lnTo>
                  <a:pt x="3057804" y="5716832"/>
                </a:lnTo>
                <a:lnTo>
                  <a:pt x="3086300" y="5700378"/>
                </a:lnTo>
                <a:lnTo>
                  <a:pt x="3102748" y="5728874"/>
                </a:lnTo>
                <a:lnTo>
                  <a:pt x="3074252" y="5745322"/>
                </a:lnTo>
                <a:close/>
              </a:path>
              <a:path w="6730365" h="7059295">
                <a:moveTo>
                  <a:pt x="2999550" y="5614760"/>
                </a:moveTo>
                <a:lnTo>
                  <a:pt x="2983688" y="5587284"/>
                </a:lnTo>
                <a:lnTo>
                  <a:pt x="3011165" y="5571421"/>
                </a:lnTo>
                <a:lnTo>
                  <a:pt x="3027027" y="5598898"/>
                </a:lnTo>
                <a:lnTo>
                  <a:pt x="2999550" y="5614760"/>
                </a:lnTo>
                <a:close/>
              </a:path>
              <a:path w="6730365" h="7059295">
                <a:moveTo>
                  <a:pt x="2925062" y="5483399"/>
                </a:moveTo>
                <a:lnTo>
                  <a:pt x="2910373" y="5457953"/>
                </a:lnTo>
                <a:lnTo>
                  <a:pt x="2935818" y="5443264"/>
                </a:lnTo>
                <a:lnTo>
                  <a:pt x="2950507" y="5468710"/>
                </a:lnTo>
                <a:lnTo>
                  <a:pt x="2925062" y="5483399"/>
                </a:lnTo>
                <a:close/>
              </a:path>
              <a:path w="6730365" h="7059295">
                <a:moveTo>
                  <a:pt x="2850579" y="5352031"/>
                </a:moveTo>
                <a:lnTo>
                  <a:pt x="2837063" y="5328623"/>
                </a:lnTo>
                <a:lnTo>
                  <a:pt x="2860470" y="5315107"/>
                </a:lnTo>
                <a:lnTo>
                  <a:pt x="2873987" y="5338521"/>
                </a:lnTo>
                <a:lnTo>
                  <a:pt x="2850579" y="5352031"/>
                </a:lnTo>
                <a:close/>
              </a:path>
              <a:path w="6730365" h="7059295">
                <a:moveTo>
                  <a:pt x="2775984" y="5221066"/>
                </a:moveTo>
                <a:lnTo>
                  <a:pt x="2763350" y="5199180"/>
                </a:lnTo>
                <a:lnTo>
                  <a:pt x="2785230" y="5186552"/>
                </a:lnTo>
                <a:lnTo>
                  <a:pt x="2797864" y="5208432"/>
                </a:lnTo>
                <a:lnTo>
                  <a:pt x="2775984" y="5221066"/>
                </a:lnTo>
                <a:close/>
              </a:path>
              <a:path w="6730365" h="7059295">
                <a:moveTo>
                  <a:pt x="2701282" y="5090504"/>
                </a:moveTo>
                <a:lnTo>
                  <a:pt x="2689235" y="5069644"/>
                </a:lnTo>
                <a:lnTo>
                  <a:pt x="2710096" y="5057596"/>
                </a:lnTo>
                <a:lnTo>
                  <a:pt x="2722143" y="5078457"/>
                </a:lnTo>
                <a:lnTo>
                  <a:pt x="2701282" y="5090504"/>
                </a:lnTo>
                <a:close/>
              </a:path>
              <a:path w="6730365" h="7059295">
                <a:moveTo>
                  <a:pt x="2626794" y="4959137"/>
                </a:moveTo>
                <a:lnTo>
                  <a:pt x="2615919" y="4940307"/>
                </a:lnTo>
                <a:lnTo>
                  <a:pt x="2634749" y="4929439"/>
                </a:lnTo>
                <a:lnTo>
                  <a:pt x="2645623" y="4948268"/>
                </a:lnTo>
                <a:lnTo>
                  <a:pt x="2626794" y="4959137"/>
                </a:lnTo>
                <a:close/>
              </a:path>
              <a:path w="6730365" h="7059295">
                <a:moveTo>
                  <a:pt x="2552087" y="4828575"/>
                </a:moveTo>
                <a:lnTo>
                  <a:pt x="2541804" y="4810764"/>
                </a:lnTo>
                <a:lnTo>
                  <a:pt x="2559615" y="4800482"/>
                </a:lnTo>
                <a:lnTo>
                  <a:pt x="2569897" y="4818292"/>
                </a:lnTo>
                <a:lnTo>
                  <a:pt x="2552087" y="4828575"/>
                </a:lnTo>
                <a:close/>
              </a:path>
              <a:path w="6730365" h="7059295">
                <a:moveTo>
                  <a:pt x="2477604" y="4697208"/>
                </a:moveTo>
                <a:lnTo>
                  <a:pt x="2468500" y="4681434"/>
                </a:lnTo>
                <a:lnTo>
                  <a:pt x="2484273" y="4672331"/>
                </a:lnTo>
                <a:lnTo>
                  <a:pt x="2493377" y="4688104"/>
                </a:lnTo>
                <a:lnTo>
                  <a:pt x="2477604" y="4697208"/>
                </a:lnTo>
                <a:close/>
              </a:path>
              <a:path w="6730365" h="7059295">
                <a:moveTo>
                  <a:pt x="2403009" y="4566243"/>
                </a:moveTo>
                <a:lnTo>
                  <a:pt x="2394788" y="4551998"/>
                </a:lnTo>
                <a:lnTo>
                  <a:pt x="2409033" y="4543777"/>
                </a:lnTo>
                <a:lnTo>
                  <a:pt x="2417254" y="4558021"/>
                </a:lnTo>
                <a:lnTo>
                  <a:pt x="2403009" y="4566243"/>
                </a:lnTo>
                <a:close/>
              </a:path>
              <a:path w="6730365" h="7059295">
                <a:moveTo>
                  <a:pt x="2328307" y="4435680"/>
                </a:moveTo>
                <a:lnTo>
                  <a:pt x="2320667" y="4422455"/>
                </a:lnTo>
                <a:lnTo>
                  <a:pt x="2333899" y="4414814"/>
                </a:lnTo>
                <a:lnTo>
                  <a:pt x="2341534" y="4428046"/>
                </a:lnTo>
                <a:lnTo>
                  <a:pt x="2328307" y="4435680"/>
                </a:lnTo>
                <a:close/>
              </a:path>
              <a:path w="6730365" h="7059295">
                <a:moveTo>
                  <a:pt x="2253718" y="4304722"/>
                </a:moveTo>
                <a:lnTo>
                  <a:pt x="2246960" y="4293013"/>
                </a:lnTo>
                <a:lnTo>
                  <a:pt x="2258658" y="4286260"/>
                </a:lnTo>
                <a:lnTo>
                  <a:pt x="2265416" y="4297964"/>
                </a:lnTo>
                <a:lnTo>
                  <a:pt x="2253718" y="4304722"/>
                </a:lnTo>
                <a:close/>
              </a:path>
              <a:path w="6730365" h="7059295">
                <a:moveTo>
                  <a:pt x="2179117" y="4173757"/>
                </a:moveTo>
                <a:lnTo>
                  <a:pt x="2173242" y="4163575"/>
                </a:lnTo>
                <a:lnTo>
                  <a:pt x="2183418" y="4157700"/>
                </a:lnTo>
                <a:lnTo>
                  <a:pt x="2189293" y="4167882"/>
                </a:lnTo>
                <a:lnTo>
                  <a:pt x="2179117" y="4173757"/>
                </a:lnTo>
                <a:close/>
              </a:path>
              <a:path w="6730365" h="7059295">
                <a:moveTo>
                  <a:pt x="2104522" y="4042792"/>
                </a:moveTo>
                <a:lnTo>
                  <a:pt x="2099529" y="4034139"/>
                </a:lnTo>
                <a:lnTo>
                  <a:pt x="2108183" y="4029146"/>
                </a:lnTo>
                <a:lnTo>
                  <a:pt x="2113176" y="4037799"/>
                </a:lnTo>
                <a:lnTo>
                  <a:pt x="2104522" y="4042792"/>
                </a:lnTo>
                <a:close/>
              </a:path>
              <a:path w="6730365" h="7059295">
                <a:moveTo>
                  <a:pt x="2029821" y="3912231"/>
                </a:moveTo>
                <a:lnTo>
                  <a:pt x="2025414" y="3904596"/>
                </a:lnTo>
                <a:lnTo>
                  <a:pt x="2033049" y="3900189"/>
                </a:lnTo>
                <a:lnTo>
                  <a:pt x="2037456" y="3907824"/>
                </a:lnTo>
                <a:lnTo>
                  <a:pt x="2029821" y="3912231"/>
                </a:lnTo>
                <a:close/>
              </a:path>
              <a:path w="6730365" h="7059295">
                <a:moveTo>
                  <a:pt x="1955013" y="3782066"/>
                </a:moveTo>
                <a:lnTo>
                  <a:pt x="1950896" y="3774940"/>
                </a:lnTo>
                <a:lnTo>
                  <a:pt x="1958021" y="3770823"/>
                </a:lnTo>
                <a:lnTo>
                  <a:pt x="1962138" y="3777949"/>
                </a:lnTo>
                <a:lnTo>
                  <a:pt x="1955013" y="3782066"/>
                </a:lnTo>
                <a:close/>
              </a:path>
              <a:path w="6730365" h="7059295">
                <a:moveTo>
                  <a:pt x="1880418" y="3651101"/>
                </a:moveTo>
                <a:lnTo>
                  <a:pt x="1877184" y="3645503"/>
                </a:lnTo>
                <a:lnTo>
                  <a:pt x="1882781" y="3642269"/>
                </a:lnTo>
                <a:lnTo>
                  <a:pt x="1886015" y="3647872"/>
                </a:lnTo>
                <a:lnTo>
                  <a:pt x="1880418" y="3651101"/>
                </a:lnTo>
                <a:close/>
              </a:path>
              <a:path w="6730365" h="7059295">
                <a:moveTo>
                  <a:pt x="1805716" y="3520539"/>
                </a:moveTo>
                <a:lnTo>
                  <a:pt x="1803074" y="3515960"/>
                </a:lnTo>
                <a:lnTo>
                  <a:pt x="1807653" y="3513313"/>
                </a:lnTo>
                <a:lnTo>
                  <a:pt x="1810294" y="3517897"/>
                </a:lnTo>
                <a:lnTo>
                  <a:pt x="1805716" y="3520539"/>
                </a:lnTo>
                <a:close/>
              </a:path>
              <a:path w="6730365" h="7059295">
                <a:moveTo>
                  <a:pt x="1731014" y="3389977"/>
                </a:moveTo>
                <a:lnTo>
                  <a:pt x="1728953" y="3386412"/>
                </a:lnTo>
                <a:lnTo>
                  <a:pt x="1732519" y="3384357"/>
                </a:lnTo>
                <a:lnTo>
                  <a:pt x="1734580" y="3387922"/>
                </a:lnTo>
                <a:lnTo>
                  <a:pt x="1731014" y="3389977"/>
                </a:lnTo>
                <a:close/>
              </a:path>
              <a:path w="6730365" h="7059295">
                <a:moveTo>
                  <a:pt x="1656313" y="3259415"/>
                </a:moveTo>
                <a:lnTo>
                  <a:pt x="1654844" y="3256874"/>
                </a:lnTo>
                <a:lnTo>
                  <a:pt x="1657385" y="3255405"/>
                </a:lnTo>
                <a:lnTo>
                  <a:pt x="1658854" y="3257946"/>
                </a:lnTo>
                <a:lnTo>
                  <a:pt x="1656313" y="3259415"/>
                </a:lnTo>
                <a:close/>
              </a:path>
              <a:path w="6730365" h="7059295">
                <a:moveTo>
                  <a:pt x="1581611" y="3128853"/>
                </a:moveTo>
                <a:lnTo>
                  <a:pt x="1580728" y="3127320"/>
                </a:lnTo>
                <a:lnTo>
                  <a:pt x="1582250" y="3126443"/>
                </a:lnTo>
                <a:lnTo>
                  <a:pt x="1583133" y="3127971"/>
                </a:lnTo>
                <a:lnTo>
                  <a:pt x="1581611" y="3128853"/>
                </a:lnTo>
                <a:close/>
              </a:path>
              <a:path w="6730365" h="7059295">
                <a:moveTo>
                  <a:pt x="4052348" y="7059270"/>
                </a:moveTo>
                <a:lnTo>
                  <a:pt x="4014283" y="7059270"/>
                </a:lnTo>
                <a:lnTo>
                  <a:pt x="4042831" y="7042787"/>
                </a:lnTo>
                <a:lnTo>
                  <a:pt x="4052348" y="7059270"/>
                </a:lnTo>
                <a:close/>
              </a:path>
              <a:path w="6730365" h="7059295">
                <a:moveTo>
                  <a:pt x="3949099" y="6983266"/>
                </a:moveTo>
                <a:lnTo>
                  <a:pt x="3921480" y="6935426"/>
                </a:lnTo>
                <a:lnTo>
                  <a:pt x="3969314" y="6907813"/>
                </a:lnTo>
                <a:lnTo>
                  <a:pt x="3996933" y="6955647"/>
                </a:lnTo>
                <a:lnTo>
                  <a:pt x="3949099" y="6983266"/>
                </a:lnTo>
                <a:close/>
              </a:path>
              <a:path w="6730365" h="7059295">
                <a:moveTo>
                  <a:pt x="3874611" y="6851893"/>
                </a:moveTo>
                <a:lnTo>
                  <a:pt x="3848170" y="6806096"/>
                </a:lnTo>
                <a:lnTo>
                  <a:pt x="3893968" y="6779655"/>
                </a:lnTo>
                <a:lnTo>
                  <a:pt x="3920408" y="6825453"/>
                </a:lnTo>
                <a:lnTo>
                  <a:pt x="3874611" y="6851893"/>
                </a:lnTo>
                <a:close/>
              </a:path>
              <a:path w="6730365" h="7059295">
                <a:moveTo>
                  <a:pt x="3800122" y="6720531"/>
                </a:moveTo>
                <a:lnTo>
                  <a:pt x="3774854" y="6676772"/>
                </a:lnTo>
                <a:lnTo>
                  <a:pt x="3818620" y="6651504"/>
                </a:lnTo>
                <a:lnTo>
                  <a:pt x="3843888" y="6695263"/>
                </a:lnTo>
                <a:lnTo>
                  <a:pt x="3800122" y="6720531"/>
                </a:lnTo>
                <a:close/>
              </a:path>
              <a:path w="6730365" h="7059295">
                <a:moveTo>
                  <a:pt x="3725527" y="6589573"/>
                </a:moveTo>
                <a:lnTo>
                  <a:pt x="3701142" y="6547335"/>
                </a:lnTo>
                <a:lnTo>
                  <a:pt x="3743379" y="6522950"/>
                </a:lnTo>
                <a:lnTo>
                  <a:pt x="3767764" y="6565187"/>
                </a:lnTo>
                <a:lnTo>
                  <a:pt x="3725527" y="6589573"/>
                </a:lnTo>
                <a:close/>
              </a:path>
              <a:path w="6730365" h="7059295">
                <a:moveTo>
                  <a:pt x="3651045" y="6458199"/>
                </a:moveTo>
                <a:lnTo>
                  <a:pt x="3627832" y="6417999"/>
                </a:lnTo>
                <a:lnTo>
                  <a:pt x="3668032" y="6394787"/>
                </a:lnTo>
                <a:lnTo>
                  <a:pt x="3691245" y="6434987"/>
                </a:lnTo>
                <a:lnTo>
                  <a:pt x="3651045" y="6458199"/>
                </a:lnTo>
                <a:close/>
              </a:path>
              <a:path w="6730365" h="7059295">
                <a:moveTo>
                  <a:pt x="3576444" y="6327241"/>
                </a:moveTo>
                <a:lnTo>
                  <a:pt x="3554114" y="6288563"/>
                </a:lnTo>
                <a:lnTo>
                  <a:pt x="3592791" y="6266233"/>
                </a:lnTo>
                <a:lnTo>
                  <a:pt x="3615121" y="6304911"/>
                </a:lnTo>
                <a:lnTo>
                  <a:pt x="3576444" y="6327241"/>
                </a:lnTo>
                <a:close/>
              </a:path>
              <a:path w="6730365" h="7059295">
                <a:moveTo>
                  <a:pt x="3501848" y="6196270"/>
                </a:moveTo>
                <a:lnTo>
                  <a:pt x="3480401" y="6159126"/>
                </a:lnTo>
                <a:lnTo>
                  <a:pt x="3517550" y="6137679"/>
                </a:lnTo>
                <a:lnTo>
                  <a:pt x="3538998" y="6174823"/>
                </a:lnTo>
                <a:lnTo>
                  <a:pt x="3501848" y="6196270"/>
                </a:lnTo>
                <a:close/>
              </a:path>
              <a:path w="6730365" h="7059295">
                <a:moveTo>
                  <a:pt x="3427259" y="6065311"/>
                </a:moveTo>
                <a:lnTo>
                  <a:pt x="3406688" y="6029684"/>
                </a:lnTo>
                <a:lnTo>
                  <a:pt x="3442309" y="6009119"/>
                </a:lnTo>
                <a:lnTo>
                  <a:pt x="3462874" y="6044747"/>
                </a:lnTo>
                <a:lnTo>
                  <a:pt x="3427259" y="6065311"/>
                </a:lnTo>
                <a:close/>
              </a:path>
              <a:path w="6730365" h="7059295">
                <a:moveTo>
                  <a:pt x="3352771" y="5933950"/>
                </a:moveTo>
                <a:lnTo>
                  <a:pt x="3333379" y="5900360"/>
                </a:lnTo>
                <a:lnTo>
                  <a:pt x="3366969" y="5880968"/>
                </a:lnTo>
                <a:lnTo>
                  <a:pt x="3386361" y="5914557"/>
                </a:lnTo>
                <a:lnTo>
                  <a:pt x="3352771" y="5933950"/>
                </a:lnTo>
                <a:close/>
              </a:path>
              <a:path w="6730365" h="7059295">
                <a:moveTo>
                  <a:pt x="3278176" y="5802979"/>
                </a:moveTo>
                <a:lnTo>
                  <a:pt x="3259666" y="5770923"/>
                </a:lnTo>
                <a:lnTo>
                  <a:pt x="3291722" y="5752414"/>
                </a:lnTo>
                <a:lnTo>
                  <a:pt x="3310232" y="5784469"/>
                </a:lnTo>
                <a:lnTo>
                  <a:pt x="3278176" y="5802979"/>
                </a:lnTo>
                <a:close/>
              </a:path>
              <a:path w="6730365" h="7059295">
                <a:moveTo>
                  <a:pt x="3203695" y="5671611"/>
                </a:moveTo>
                <a:lnTo>
                  <a:pt x="3186357" y="5641593"/>
                </a:lnTo>
                <a:lnTo>
                  <a:pt x="3216381" y="5624257"/>
                </a:lnTo>
                <a:lnTo>
                  <a:pt x="3233712" y="5654281"/>
                </a:lnTo>
                <a:lnTo>
                  <a:pt x="3203695" y="5671611"/>
                </a:lnTo>
                <a:close/>
              </a:path>
              <a:path w="6730365" h="7059295">
                <a:moveTo>
                  <a:pt x="3129205" y="5540250"/>
                </a:moveTo>
                <a:lnTo>
                  <a:pt x="3113041" y="5512257"/>
                </a:lnTo>
                <a:lnTo>
                  <a:pt x="3141028" y="5496099"/>
                </a:lnTo>
                <a:lnTo>
                  <a:pt x="3157192" y="5524091"/>
                </a:lnTo>
                <a:lnTo>
                  <a:pt x="3129205" y="5540250"/>
                </a:lnTo>
                <a:close/>
              </a:path>
              <a:path w="6730365" h="7059295">
                <a:moveTo>
                  <a:pt x="3054498" y="5409688"/>
                </a:moveTo>
                <a:lnTo>
                  <a:pt x="3038926" y="5382714"/>
                </a:lnTo>
                <a:lnTo>
                  <a:pt x="3065900" y="5367142"/>
                </a:lnTo>
                <a:lnTo>
                  <a:pt x="3081471" y="5394116"/>
                </a:lnTo>
                <a:lnTo>
                  <a:pt x="3054498" y="5409688"/>
                </a:lnTo>
                <a:close/>
              </a:path>
              <a:path w="6730365" h="7059295">
                <a:moveTo>
                  <a:pt x="2980015" y="5278315"/>
                </a:moveTo>
                <a:lnTo>
                  <a:pt x="2965622" y="5253384"/>
                </a:lnTo>
                <a:lnTo>
                  <a:pt x="2990553" y="5238991"/>
                </a:lnTo>
                <a:lnTo>
                  <a:pt x="3004945" y="5263922"/>
                </a:lnTo>
                <a:lnTo>
                  <a:pt x="2980015" y="5278315"/>
                </a:lnTo>
                <a:close/>
              </a:path>
              <a:path w="6730365" h="7059295">
                <a:moveTo>
                  <a:pt x="2905527" y="5146953"/>
                </a:moveTo>
                <a:lnTo>
                  <a:pt x="2892307" y="5124054"/>
                </a:lnTo>
                <a:lnTo>
                  <a:pt x="2915205" y="5110834"/>
                </a:lnTo>
                <a:lnTo>
                  <a:pt x="2928426" y="5133732"/>
                </a:lnTo>
                <a:lnTo>
                  <a:pt x="2905527" y="5146953"/>
                </a:lnTo>
                <a:close/>
              </a:path>
              <a:path w="6730365" h="7059295">
                <a:moveTo>
                  <a:pt x="2830932" y="5015994"/>
                </a:moveTo>
                <a:lnTo>
                  <a:pt x="2818594" y="4994618"/>
                </a:lnTo>
                <a:lnTo>
                  <a:pt x="2839965" y="4982280"/>
                </a:lnTo>
                <a:lnTo>
                  <a:pt x="2852302" y="5003656"/>
                </a:lnTo>
                <a:lnTo>
                  <a:pt x="2830932" y="5015994"/>
                </a:lnTo>
                <a:close/>
              </a:path>
              <a:path w="6730365" h="7059295">
                <a:moveTo>
                  <a:pt x="2756337" y="4885023"/>
                </a:moveTo>
                <a:lnTo>
                  <a:pt x="2744882" y="4865175"/>
                </a:lnTo>
                <a:lnTo>
                  <a:pt x="2764724" y="4853720"/>
                </a:lnTo>
                <a:lnTo>
                  <a:pt x="2776185" y="4873568"/>
                </a:lnTo>
                <a:lnTo>
                  <a:pt x="2756337" y="4885023"/>
                </a:lnTo>
                <a:close/>
              </a:path>
              <a:path w="6730365" h="7059295">
                <a:moveTo>
                  <a:pt x="2681748" y="4754065"/>
                </a:moveTo>
                <a:lnTo>
                  <a:pt x="2671169" y="4735739"/>
                </a:lnTo>
                <a:lnTo>
                  <a:pt x="2689483" y="4725166"/>
                </a:lnTo>
                <a:lnTo>
                  <a:pt x="2700062" y="4743486"/>
                </a:lnTo>
                <a:lnTo>
                  <a:pt x="2681748" y="4754065"/>
                </a:lnTo>
                <a:close/>
              </a:path>
              <a:path w="6730365" h="7059295">
                <a:moveTo>
                  <a:pt x="2607147" y="4623100"/>
                </a:moveTo>
                <a:lnTo>
                  <a:pt x="2597451" y="4606302"/>
                </a:lnTo>
                <a:lnTo>
                  <a:pt x="2614243" y="4596606"/>
                </a:lnTo>
                <a:lnTo>
                  <a:pt x="2623939" y="4613404"/>
                </a:lnTo>
                <a:lnTo>
                  <a:pt x="2607147" y="4623100"/>
                </a:lnTo>
                <a:close/>
              </a:path>
              <a:path w="6730365" h="7059295">
                <a:moveTo>
                  <a:pt x="2532552" y="4492129"/>
                </a:moveTo>
                <a:lnTo>
                  <a:pt x="2523738" y="4476866"/>
                </a:lnTo>
                <a:lnTo>
                  <a:pt x="2539002" y="4468052"/>
                </a:lnTo>
                <a:lnTo>
                  <a:pt x="2547816" y="4483316"/>
                </a:lnTo>
                <a:lnTo>
                  <a:pt x="2532552" y="4492129"/>
                </a:lnTo>
                <a:close/>
              </a:path>
              <a:path w="6730365" h="7059295">
                <a:moveTo>
                  <a:pt x="2457963" y="4361171"/>
                </a:moveTo>
                <a:lnTo>
                  <a:pt x="2450026" y="4347429"/>
                </a:lnTo>
                <a:lnTo>
                  <a:pt x="2463761" y="4339498"/>
                </a:lnTo>
                <a:lnTo>
                  <a:pt x="2471698" y="4353240"/>
                </a:lnTo>
                <a:lnTo>
                  <a:pt x="2457963" y="4361171"/>
                </a:lnTo>
                <a:close/>
              </a:path>
              <a:path w="6730365" h="7059295">
                <a:moveTo>
                  <a:pt x="2383255" y="4230609"/>
                </a:moveTo>
                <a:lnTo>
                  <a:pt x="2375911" y="4217886"/>
                </a:lnTo>
                <a:lnTo>
                  <a:pt x="2388633" y="4210541"/>
                </a:lnTo>
                <a:lnTo>
                  <a:pt x="2395978" y="4223264"/>
                </a:lnTo>
                <a:lnTo>
                  <a:pt x="2383255" y="4230609"/>
                </a:lnTo>
                <a:close/>
              </a:path>
              <a:path w="6730365" h="7059295">
                <a:moveTo>
                  <a:pt x="2308773" y="4099241"/>
                </a:moveTo>
                <a:lnTo>
                  <a:pt x="2302601" y="4088550"/>
                </a:lnTo>
                <a:lnTo>
                  <a:pt x="2313286" y="4082384"/>
                </a:lnTo>
                <a:lnTo>
                  <a:pt x="2319458" y="4093069"/>
                </a:lnTo>
                <a:lnTo>
                  <a:pt x="2308773" y="4099241"/>
                </a:lnTo>
                <a:close/>
              </a:path>
              <a:path w="6730365" h="7059295">
                <a:moveTo>
                  <a:pt x="2234172" y="3968276"/>
                </a:moveTo>
                <a:lnTo>
                  <a:pt x="2228888" y="3959119"/>
                </a:lnTo>
                <a:lnTo>
                  <a:pt x="2238051" y="3953830"/>
                </a:lnTo>
                <a:lnTo>
                  <a:pt x="2243335" y="3962987"/>
                </a:lnTo>
                <a:lnTo>
                  <a:pt x="2234172" y="3968276"/>
                </a:lnTo>
                <a:close/>
              </a:path>
              <a:path w="6730365" h="7059295">
                <a:moveTo>
                  <a:pt x="2159476" y="3837708"/>
                </a:moveTo>
                <a:lnTo>
                  <a:pt x="2154773" y="3829570"/>
                </a:lnTo>
                <a:lnTo>
                  <a:pt x="2162917" y="3824873"/>
                </a:lnTo>
                <a:lnTo>
                  <a:pt x="2167614" y="3833011"/>
                </a:lnTo>
                <a:lnTo>
                  <a:pt x="2159476" y="3837708"/>
                </a:lnTo>
                <a:close/>
              </a:path>
              <a:path w="6730365" h="7059295">
                <a:moveTo>
                  <a:pt x="2084774" y="3707146"/>
                </a:moveTo>
                <a:lnTo>
                  <a:pt x="2080658" y="3700021"/>
                </a:lnTo>
                <a:lnTo>
                  <a:pt x="2087783" y="3695910"/>
                </a:lnTo>
                <a:lnTo>
                  <a:pt x="2091900" y="3703036"/>
                </a:lnTo>
                <a:lnTo>
                  <a:pt x="2084774" y="3707146"/>
                </a:lnTo>
                <a:close/>
              </a:path>
              <a:path w="6730365" h="7059295">
                <a:moveTo>
                  <a:pt x="2010067" y="3576585"/>
                </a:moveTo>
                <a:lnTo>
                  <a:pt x="2006543" y="3570484"/>
                </a:lnTo>
                <a:lnTo>
                  <a:pt x="2012649" y="3566960"/>
                </a:lnTo>
                <a:lnTo>
                  <a:pt x="2016174" y="3573060"/>
                </a:lnTo>
                <a:lnTo>
                  <a:pt x="2010067" y="3576585"/>
                </a:lnTo>
                <a:close/>
              </a:path>
              <a:path w="6730365" h="7059295">
                <a:moveTo>
                  <a:pt x="1935365" y="3446023"/>
                </a:moveTo>
                <a:lnTo>
                  <a:pt x="1932427" y="3440935"/>
                </a:lnTo>
                <a:lnTo>
                  <a:pt x="1937515" y="3437997"/>
                </a:lnTo>
                <a:lnTo>
                  <a:pt x="1940453" y="3443085"/>
                </a:lnTo>
                <a:lnTo>
                  <a:pt x="1935365" y="3446023"/>
                </a:lnTo>
                <a:close/>
              </a:path>
              <a:path w="6730365" h="7059295">
                <a:moveTo>
                  <a:pt x="1860663" y="3315461"/>
                </a:moveTo>
                <a:lnTo>
                  <a:pt x="1858312" y="3311392"/>
                </a:lnTo>
                <a:lnTo>
                  <a:pt x="1862387" y="3309041"/>
                </a:lnTo>
                <a:lnTo>
                  <a:pt x="1864732" y="3313110"/>
                </a:lnTo>
                <a:lnTo>
                  <a:pt x="1860663" y="3315461"/>
                </a:lnTo>
                <a:close/>
              </a:path>
              <a:path w="6730365" h="7059295">
                <a:moveTo>
                  <a:pt x="1785963" y="3184899"/>
                </a:moveTo>
                <a:lnTo>
                  <a:pt x="1784203" y="3181843"/>
                </a:lnTo>
                <a:lnTo>
                  <a:pt x="1787253" y="3180084"/>
                </a:lnTo>
                <a:lnTo>
                  <a:pt x="1789018" y="3183135"/>
                </a:lnTo>
                <a:lnTo>
                  <a:pt x="1785963" y="3184899"/>
                </a:lnTo>
                <a:close/>
              </a:path>
              <a:path w="6730365" h="7059295">
                <a:moveTo>
                  <a:pt x="1711260" y="3054331"/>
                </a:moveTo>
                <a:lnTo>
                  <a:pt x="1710087" y="3052306"/>
                </a:lnTo>
                <a:lnTo>
                  <a:pt x="1712125" y="3051127"/>
                </a:lnTo>
                <a:lnTo>
                  <a:pt x="1713298" y="3053159"/>
                </a:lnTo>
                <a:lnTo>
                  <a:pt x="1711260" y="3054331"/>
                </a:lnTo>
                <a:close/>
              </a:path>
              <a:path w="6730365" h="7059295">
                <a:moveTo>
                  <a:pt x="1637571" y="2923183"/>
                </a:moveTo>
                <a:lnTo>
                  <a:pt x="1636219" y="2923183"/>
                </a:lnTo>
                <a:lnTo>
                  <a:pt x="1635972" y="2922757"/>
                </a:lnTo>
                <a:lnTo>
                  <a:pt x="1637325" y="2922757"/>
                </a:lnTo>
                <a:lnTo>
                  <a:pt x="1637571" y="2923183"/>
                </a:lnTo>
                <a:close/>
              </a:path>
              <a:path w="6730365" h="7059295">
                <a:moveTo>
                  <a:pt x="4153017" y="7040917"/>
                </a:moveTo>
                <a:lnTo>
                  <a:pt x="4123349" y="6989523"/>
                </a:lnTo>
                <a:lnTo>
                  <a:pt x="4174743" y="6959849"/>
                </a:lnTo>
                <a:lnTo>
                  <a:pt x="4204417" y="7011243"/>
                </a:lnTo>
                <a:lnTo>
                  <a:pt x="4153017" y="7040917"/>
                </a:lnTo>
                <a:close/>
              </a:path>
              <a:path w="6730365" h="7059295">
                <a:moveTo>
                  <a:pt x="4078429" y="6909952"/>
                </a:moveTo>
                <a:lnTo>
                  <a:pt x="4049636" y="6860086"/>
                </a:lnTo>
                <a:lnTo>
                  <a:pt x="4099503" y="6831293"/>
                </a:lnTo>
                <a:lnTo>
                  <a:pt x="4128295" y="6881160"/>
                </a:lnTo>
                <a:lnTo>
                  <a:pt x="4078429" y="6909952"/>
                </a:lnTo>
                <a:close/>
              </a:path>
              <a:path w="6730365" h="7059295">
                <a:moveTo>
                  <a:pt x="4003940" y="6778590"/>
                </a:moveTo>
                <a:lnTo>
                  <a:pt x="3976321" y="6730756"/>
                </a:lnTo>
                <a:lnTo>
                  <a:pt x="4024156" y="6703143"/>
                </a:lnTo>
                <a:lnTo>
                  <a:pt x="4051769" y="6750971"/>
                </a:lnTo>
                <a:lnTo>
                  <a:pt x="4003940" y="6778590"/>
                </a:lnTo>
                <a:close/>
              </a:path>
              <a:path w="6730365" h="7059295">
                <a:moveTo>
                  <a:pt x="3929458" y="6647223"/>
                </a:moveTo>
                <a:lnTo>
                  <a:pt x="3903011" y="6601420"/>
                </a:lnTo>
                <a:lnTo>
                  <a:pt x="3948808" y="6574979"/>
                </a:lnTo>
                <a:lnTo>
                  <a:pt x="3975249" y="6620783"/>
                </a:lnTo>
                <a:lnTo>
                  <a:pt x="3929458" y="6647223"/>
                </a:lnTo>
                <a:close/>
              </a:path>
              <a:path w="6730365" h="7059295">
                <a:moveTo>
                  <a:pt x="3854964" y="6515855"/>
                </a:moveTo>
                <a:lnTo>
                  <a:pt x="3829702" y="6472096"/>
                </a:lnTo>
                <a:lnTo>
                  <a:pt x="3873461" y="6446828"/>
                </a:lnTo>
                <a:lnTo>
                  <a:pt x="3898729" y="6490588"/>
                </a:lnTo>
                <a:lnTo>
                  <a:pt x="3854964" y="6515855"/>
                </a:lnTo>
                <a:close/>
              </a:path>
              <a:path w="6730365" h="7059295">
                <a:moveTo>
                  <a:pt x="3780481" y="6384488"/>
                </a:moveTo>
                <a:lnTo>
                  <a:pt x="3756392" y="6342766"/>
                </a:lnTo>
                <a:lnTo>
                  <a:pt x="3798115" y="6318676"/>
                </a:lnTo>
                <a:lnTo>
                  <a:pt x="3822204" y="6360399"/>
                </a:lnTo>
                <a:lnTo>
                  <a:pt x="3780481" y="6384488"/>
                </a:lnTo>
                <a:close/>
              </a:path>
              <a:path w="6730365" h="7059295">
                <a:moveTo>
                  <a:pt x="3705886" y="6253529"/>
                </a:moveTo>
                <a:lnTo>
                  <a:pt x="3682673" y="6213329"/>
                </a:lnTo>
                <a:lnTo>
                  <a:pt x="3722873" y="6190117"/>
                </a:lnTo>
                <a:lnTo>
                  <a:pt x="3746086" y="6230316"/>
                </a:lnTo>
                <a:lnTo>
                  <a:pt x="3705886" y="6253529"/>
                </a:lnTo>
                <a:close/>
              </a:path>
              <a:path w="6730365" h="7059295">
                <a:moveTo>
                  <a:pt x="3631291" y="6122558"/>
                </a:moveTo>
                <a:lnTo>
                  <a:pt x="3608961" y="6083893"/>
                </a:lnTo>
                <a:lnTo>
                  <a:pt x="3647638" y="6061563"/>
                </a:lnTo>
                <a:lnTo>
                  <a:pt x="3669963" y="6100228"/>
                </a:lnTo>
                <a:lnTo>
                  <a:pt x="3631291" y="6122558"/>
                </a:lnTo>
                <a:close/>
              </a:path>
              <a:path w="6730365" h="7059295">
                <a:moveTo>
                  <a:pt x="3556802" y="5991197"/>
                </a:moveTo>
                <a:lnTo>
                  <a:pt x="3535651" y="5954556"/>
                </a:lnTo>
                <a:lnTo>
                  <a:pt x="3572285" y="5933405"/>
                </a:lnTo>
                <a:lnTo>
                  <a:pt x="3593442" y="5970046"/>
                </a:lnTo>
                <a:lnTo>
                  <a:pt x="3556802" y="5991197"/>
                </a:lnTo>
                <a:close/>
              </a:path>
              <a:path w="6730365" h="7059295">
                <a:moveTo>
                  <a:pt x="3482207" y="5860232"/>
                </a:moveTo>
                <a:lnTo>
                  <a:pt x="3461933" y="5825120"/>
                </a:lnTo>
                <a:lnTo>
                  <a:pt x="3497045" y="5804845"/>
                </a:lnTo>
                <a:lnTo>
                  <a:pt x="3517319" y="5839957"/>
                </a:lnTo>
                <a:lnTo>
                  <a:pt x="3482207" y="5860232"/>
                </a:lnTo>
                <a:close/>
              </a:path>
              <a:path w="6730365" h="7059295">
                <a:moveTo>
                  <a:pt x="3407719" y="5728864"/>
                </a:moveTo>
                <a:lnTo>
                  <a:pt x="3388623" y="5695790"/>
                </a:lnTo>
                <a:lnTo>
                  <a:pt x="3421703" y="5676694"/>
                </a:lnTo>
                <a:lnTo>
                  <a:pt x="3440799" y="5709768"/>
                </a:lnTo>
                <a:lnTo>
                  <a:pt x="3407719" y="5728864"/>
                </a:lnTo>
                <a:close/>
              </a:path>
              <a:path w="6730365" h="7059295">
                <a:moveTo>
                  <a:pt x="3333130" y="5597899"/>
                </a:moveTo>
                <a:lnTo>
                  <a:pt x="3314911" y="5566353"/>
                </a:lnTo>
                <a:lnTo>
                  <a:pt x="3346463" y="5548140"/>
                </a:lnTo>
                <a:lnTo>
                  <a:pt x="3364676" y="5579686"/>
                </a:lnTo>
                <a:lnTo>
                  <a:pt x="3333130" y="5597899"/>
                </a:lnTo>
                <a:close/>
              </a:path>
              <a:path w="6730365" h="7059295">
                <a:moveTo>
                  <a:pt x="3258749" y="5466135"/>
                </a:moveTo>
                <a:lnTo>
                  <a:pt x="3242004" y="5437124"/>
                </a:lnTo>
                <a:lnTo>
                  <a:pt x="3271004" y="5420379"/>
                </a:lnTo>
                <a:lnTo>
                  <a:pt x="3287754" y="5449391"/>
                </a:lnTo>
                <a:lnTo>
                  <a:pt x="3258749" y="5466135"/>
                </a:lnTo>
                <a:close/>
              </a:path>
              <a:path w="6730365" h="7059295">
                <a:moveTo>
                  <a:pt x="3184147" y="5335170"/>
                </a:moveTo>
                <a:lnTo>
                  <a:pt x="3168285" y="5307693"/>
                </a:lnTo>
                <a:lnTo>
                  <a:pt x="3195762" y="5291825"/>
                </a:lnTo>
                <a:lnTo>
                  <a:pt x="3211630" y="5319302"/>
                </a:lnTo>
                <a:lnTo>
                  <a:pt x="3184147" y="5335170"/>
                </a:lnTo>
                <a:close/>
              </a:path>
              <a:path w="6730365" h="7059295">
                <a:moveTo>
                  <a:pt x="3109452" y="5204602"/>
                </a:moveTo>
                <a:lnTo>
                  <a:pt x="3094176" y="5178144"/>
                </a:lnTo>
                <a:lnTo>
                  <a:pt x="3120634" y="5162868"/>
                </a:lnTo>
                <a:lnTo>
                  <a:pt x="3135910" y="5189326"/>
                </a:lnTo>
                <a:lnTo>
                  <a:pt x="3109452" y="5204602"/>
                </a:lnTo>
                <a:close/>
              </a:path>
              <a:path w="6730365" h="7059295">
                <a:moveTo>
                  <a:pt x="3034963" y="5073240"/>
                </a:moveTo>
                <a:lnTo>
                  <a:pt x="3020861" y="5048813"/>
                </a:lnTo>
                <a:lnTo>
                  <a:pt x="3045288" y="5034711"/>
                </a:lnTo>
                <a:lnTo>
                  <a:pt x="3059390" y="5059138"/>
                </a:lnTo>
                <a:lnTo>
                  <a:pt x="3034963" y="5073240"/>
                </a:lnTo>
                <a:close/>
              </a:path>
              <a:path w="6730365" h="7059295">
                <a:moveTo>
                  <a:pt x="2960475" y="4941878"/>
                </a:moveTo>
                <a:lnTo>
                  <a:pt x="2947545" y="4919489"/>
                </a:lnTo>
                <a:lnTo>
                  <a:pt x="2969940" y="4906559"/>
                </a:lnTo>
                <a:lnTo>
                  <a:pt x="2982864" y="4928948"/>
                </a:lnTo>
                <a:lnTo>
                  <a:pt x="2960475" y="4941878"/>
                </a:lnTo>
                <a:close/>
              </a:path>
              <a:path w="6730365" h="7059295">
                <a:moveTo>
                  <a:pt x="2885880" y="4810908"/>
                </a:moveTo>
                <a:lnTo>
                  <a:pt x="2873832" y="4790047"/>
                </a:lnTo>
                <a:lnTo>
                  <a:pt x="2894700" y="4777999"/>
                </a:lnTo>
                <a:lnTo>
                  <a:pt x="2906747" y="4798860"/>
                </a:lnTo>
                <a:lnTo>
                  <a:pt x="2885880" y="4810908"/>
                </a:lnTo>
                <a:close/>
              </a:path>
              <a:path w="6730365" h="7059295">
                <a:moveTo>
                  <a:pt x="2811291" y="4679949"/>
                </a:moveTo>
                <a:lnTo>
                  <a:pt x="2800126" y="4660610"/>
                </a:lnTo>
                <a:lnTo>
                  <a:pt x="2819459" y="4649445"/>
                </a:lnTo>
                <a:lnTo>
                  <a:pt x="2830624" y="4668784"/>
                </a:lnTo>
                <a:lnTo>
                  <a:pt x="2811291" y="4679949"/>
                </a:lnTo>
                <a:close/>
              </a:path>
              <a:path w="6730365" h="7059295">
                <a:moveTo>
                  <a:pt x="2736696" y="4548978"/>
                </a:moveTo>
                <a:lnTo>
                  <a:pt x="2726414" y="4531174"/>
                </a:lnTo>
                <a:lnTo>
                  <a:pt x="2744218" y="4520891"/>
                </a:lnTo>
                <a:lnTo>
                  <a:pt x="2754501" y="4538696"/>
                </a:lnTo>
                <a:lnTo>
                  <a:pt x="2736696" y="4548978"/>
                </a:lnTo>
                <a:close/>
              </a:path>
              <a:path w="6730365" h="7059295">
                <a:moveTo>
                  <a:pt x="2662101" y="4418020"/>
                </a:moveTo>
                <a:lnTo>
                  <a:pt x="2652701" y="4401731"/>
                </a:lnTo>
                <a:lnTo>
                  <a:pt x="2668978" y="4392331"/>
                </a:lnTo>
                <a:lnTo>
                  <a:pt x="2678383" y="4408620"/>
                </a:lnTo>
                <a:lnTo>
                  <a:pt x="2662101" y="4418020"/>
                </a:lnTo>
                <a:close/>
              </a:path>
              <a:path w="6730365" h="7059295">
                <a:moveTo>
                  <a:pt x="2587500" y="4287055"/>
                </a:moveTo>
                <a:lnTo>
                  <a:pt x="2578983" y="4272300"/>
                </a:lnTo>
                <a:lnTo>
                  <a:pt x="2593737" y="4263777"/>
                </a:lnTo>
                <a:lnTo>
                  <a:pt x="2602261" y="4278538"/>
                </a:lnTo>
                <a:lnTo>
                  <a:pt x="2587500" y="4287055"/>
                </a:lnTo>
                <a:close/>
              </a:path>
              <a:path w="6730365" h="7059295">
                <a:moveTo>
                  <a:pt x="2512911" y="4156096"/>
                </a:moveTo>
                <a:lnTo>
                  <a:pt x="2505270" y="4142858"/>
                </a:lnTo>
                <a:lnTo>
                  <a:pt x="2518502" y="4135217"/>
                </a:lnTo>
                <a:lnTo>
                  <a:pt x="2526143" y="4148455"/>
                </a:lnTo>
                <a:lnTo>
                  <a:pt x="2512911" y="4156096"/>
                </a:lnTo>
                <a:close/>
              </a:path>
              <a:path w="6730365" h="7059295">
                <a:moveTo>
                  <a:pt x="2438316" y="4025126"/>
                </a:moveTo>
                <a:lnTo>
                  <a:pt x="2431558" y="4013422"/>
                </a:lnTo>
                <a:lnTo>
                  <a:pt x="2443261" y="4006663"/>
                </a:lnTo>
                <a:lnTo>
                  <a:pt x="2450020" y="4018367"/>
                </a:lnTo>
                <a:lnTo>
                  <a:pt x="2438316" y="4025126"/>
                </a:lnTo>
                <a:close/>
              </a:path>
              <a:path w="6730365" h="7059295">
                <a:moveTo>
                  <a:pt x="2363721" y="3894161"/>
                </a:moveTo>
                <a:lnTo>
                  <a:pt x="2357845" y="3883985"/>
                </a:lnTo>
                <a:lnTo>
                  <a:pt x="2368021" y="3878109"/>
                </a:lnTo>
                <a:lnTo>
                  <a:pt x="2373897" y="3888285"/>
                </a:lnTo>
                <a:lnTo>
                  <a:pt x="2363721" y="3894161"/>
                </a:lnTo>
                <a:close/>
              </a:path>
              <a:path w="6730365" h="7059295">
                <a:moveTo>
                  <a:pt x="2289126" y="3763196"/>
                </a:moveTo>
                <a:lnTo>
                  <a:pt x="2284133" y="3754542"/>
                </a:lnTo>
                <a:lnTo>
                  <a:pt x="2292780" y="3749549"/>
                </a:lnTo>
                <a:lnTo>
                  <a:pt x="2297779" y="3758203"/>
                </a:lnTo>
                <a:lnTo>
                  <a:pt x="2289126" y="3763196"/>
                </a:lnTo>
                <a:close/>
              </a:path>
              <a:path w="6730365" h="7059295">
                <a:moveTo>
                  <a:pt x="2214424" y="3632634"/>
                </a:moveTo>
                <a:lnTo>
                  <a:pt x="2210018" y="3625005"/>
                </a:lnTo>
                <a:lnTo>
                  <a:pt x="2217652" y="3620598"/>
                </a:lnTo>
                <a:lnTo>
                  <a:pt x="2222059" y="3628227"/>
                </a:lnTo>
                <a:lnTo>
                  <a:pt x="2214424" y="3632634"/>
                </a:lnTo>
                <a:close/>
              </a:path>
              <a:path w="6730365" h="7059295">
                <a:moveTo>
                  <a:pt x="2139723" y="3502072"/>
                </a:moveTo>
                <a:lnTo>
                  <a:pt x="2135902" y="3495456"/>
                </a:lnTo>
                <a:lnTo>
                  <a:pt x="2142518" y="3491636"/>
                </a:lnTo>
                <a:lnTo>
                  <a:pt x="2146339" y="3498252"/>
                </a:lnTo>
                <a:lnTo>
                  <a:pt x="2139723" y="3502072"/>
                </a:lnTo>
                <a:close/>
              </a:path>
              <a:path w="6730365" h="7059295">
                <a:moveTo>
                  <a:pt x="2065021" y="3371510"/>
                </a:moveTo>
                <a:lnTo>
                  <a:pt x="2061787" y="3365913"/>
                </a:lnTo>
                <a:lnTo>
                  <a:pt x="2067390" y="3362679"/>
                </a:lnTo>
                <a:lnTo>
                  <a:pt x="2070618" y="3368276"/>
                </a:lnTo>
                <a:lnTo>
                  <a:pt x="2065021" y="3371510"/>
                </a:lnTo>
                <a:close/>
              </a:path>
              <a:path w="6730365" h="7059295">
                <a:moveTo>
                  <a:pt x="1990320" y="3240942"/>
                </a:moveTo>
                <a:lnTo>
                  <a:pt x="1987678" y="3236363"/>
                </a:lnTo>
                <a:lnTo>
                  <a:pt x="1992250" y="3233722"/>
                </a:lnTo>
                <a:lnTo>
                  <a:pt x="1994898" y="3238301"/>
                </a:lnTo>
                <a:lnTo>
                  <a:pt x="1990320" y="3240942"/>
                </a:lnTo>
                <a:close/>
              </a:path>
              <a:path w="6730365" h="7059295">
                <a:moveTo>
                  <a:pt x="1915618" y="3110380"/>
                </a:moveTo>
                <a:lnTo>
                  <a:pt x="1913562" y="3106821"/>
                </a:lnTo>
                <a:lnTo>
                  <a:pt x="1917122" y="3104766"/>
                </a:lnTo>
                <a:lnTo>
                  <a:pt x="1919177" y="3108325"/>
                </a:lnTo>
                <a:lnTo>
                  <a:pt x="1915618" y="3110380"/>
                </a:lnTo>
                <a:close/>
              </a:path>
              <a:path w="6730365" h="7059295">
                <a:moveTo>
                  <a:pt x="1840916" y="2979818"/>
                </a:moveTo>
                <a:lnTo>
                  <a:pt x="1839447" y="2977277"/>
                </a:lnTo>
                <a:lnTo>
                  <a:pt x="1841988" y="2975808"/>
                </a:lnTo>
                <a:lnTo>
                  <a:pt x="1843457" y="2978349"/>
                </a:lnTo>
                <a:lnTo>
                  <a:pt x="1840916" y="2979818"/>
                </a:lnTo>
                <a:close/>
              </a:path>
              <a:path w="6730365" h="7059295">
                <a:moveTo>
                  <a:pt x="1766208" y="2849256"/>
                </a:moveTo>
                <a:lnTo>
                  <a:pt x="1765326" y="2847728"/>
                </a:lnTo>
                <a:lnTo>
                  <a:pt x="1766860" y="2846845"/>
                </a:lnTo>
                <a:lnTo>
                  <a:pt x="1767742" y="2848374"/>
                </a:lnTo>
                <a:lnTo>
                  <a:pt x="1766208" y="2849256"/>
                </a:lnTo>
                <a:close/>
              </a:path>
              <a:path w="6730365" h="7059295">
                <a:moveTo>
                  <a:pt x="4404820" y="7059270"/>
                </a:moveTo>
                <a:lnTo>
                  <a:pt x="4336974" y="7059270"/>
                </a:lnTo>
                <a:lnTo>
                  <a:pt x="4328428" y="7044469"/>
                </a:lnTo>
                <a:lnTo>
                  <a:pt x="4379314" y="7015091"/>
                </a:lnTo>
                <a:lnTo>
                  <a:pt x="4404820" y="7059270"/>
                </a:lnTo>
                <a:close/>
              </a:path>
              <a:path w="6730365" h="7059295">
                <a:moveTo>
                  <a:pt x="4282353" y="6967600"/>
                </a:moveTo>
                <a:lnTo>
                  <a:pt x="4251506" y="6914173"/>
                </a:lnTo>
                <a:lnTo>
                  <a:pt x="4304938" y="6883326"/>
                </a:lnTo>
                <a:lnTo>
                  <a:pt x="4335785" y="6936752"/>
                </a:lnTo>
                <a:lnTo>
                  <a:pt x="4282353" y="6967600"/>
                </a:lnTo>
                <a:close/>
              </a:path>
              <a:path w="6730365" h="7059295">
                <a:moveTo>
                  <a:pt x="4207865" y="6836238"/>
                </a:moveTo>
                <a:lnTo>
                  <a:pt x="4178190" y="6784837"/>
                </a:lnTo>
                <a:lnTo>
                  <a:pt x="4229585" y="6755169"/>
                </a:lnTo>
                <a:lnTo>
                  <a:pt x="4259259" y="6806569"/>
                </a:lnTo>
                <a:lnTo>
                  <a:pt x="4207865" y="6836238"/>
                </a:lnTo>
                <a:close/>
              </a:path>
              <a:path w="6730365" h="7059295">
                <a:moveTo>
                  <a:pt x="4133270" y="6705273"/>
                </a:moveTo>
                <a:lnTo>
                  <a:pt x="4104477" y="6655401"/>
                </a:lnTo>
                <a:lnTo>
                  <a:pt x="4154350" y="6626608"/>
                </a:lnTo>
                <a:lnTo>
                  <a:pt x="4183142" y="6676481"/>
                </a:lnTo>
                <a:lnTo>
                  <a:pt x="4133270" y="6705273"/>
                </a:lnTo>
                <a:close/>
              </a:path>
              <a:path w="6730365" h="7059295">
                <a:moveTo>
                  <a:pt x="4058781" y="6573905"/>
                </a:moveTo>
                <a:lnTo>
                  <a:pt x="4031168" y="6526077"/>
                </a:lnTo>
                <a:lnTo>
                  <a:pt x="4078997" y="6498458"/>
                </a:lnTo>
                <a:lnTo>
                  <a:pt x="4106616" y="6546292"/>
                </a:lnTo>
                <a:lnTo>
                  <a:pt x="4058781" y="6573905"/>
                </a:lnTo>
                <a:close/>
              </a:path>
              <a:path w="6730365" h="7059295">
                <a:moveTo>
                  <a:pt x="3984299" y="6442544"/>
                </a:moveTo>
                <a:lnTo>
                  <a:pt x="3957859" y="6396746"/>
                </a:lnTo>
                <a:lnTo>
                  <a:pt x="4003656" y="6370306"/>
                </a:lnTo>
                <a:lnTo>
                  <a:pt x="4030096" y="6416103"/>
                </a:lnTo>
                <a:lnTo>
                  <a:pt x="3984299" y="6442544"/>
                </a:lnTo>
                <a:close/>
              </a:path>
              <a:path w="6730365" h="7059295">
                <a:moveTo>
                  <a:pt x="3909917" y="6310773"/>
                </a:moveTo>
                <a:lnTo>
                  <a:pt x="3884945" y="6267524"/>
                </a:lnTo>
                <a:lnTo>
                  <a:pt x="3928195" y="6242552"/>
                </a:lnTo>
                <a:lnTo>
                  <a:pt x="3953167" y="6285802"/>
                </a:lnTo>
                <a:lnTo>
                  <a:pt x="3909917" y="6310773"/>
                </a:lnTo>
                <a:close/>
              </a:path>
              <a:path w="6730365" h="7059295">
                <a:moveTo>
                  <a:pt x="3835316" y="6179809"/>
                </a:moveTo>
                <a:lnTo>
                  <a:pt x="3811227" y="6138086"/>
                </a:lnTo>
                <a:lnTo>
                  <a:pt x="3852955" y="6113991"/>
                </a:lnTo>
                <a:lnTo>
                  <a:pt x="3877044" y="6155720"/>
                </a:lnTo>
                <a:lnTo>
                  <a:pt x="3835316" y="6179809"/>
                </a:lnTo>
                <a:close/>
              </a:path>
              <a:path w="6730365" h="7059295">
                <a:moveTo>
                  <a:pt x="3760833" y="6048441"/>
                </a:moveTo>
                <a:lnTo>
                  <a:pt x="3737917" y="6008751"/>
                </a:lnTo>
                <a:lnTo>
                  <a:pt x="3777607" y="5985834"/>
                </a:lnTo>
                <a:lnTo>
                  <a:pt x="3800524" y="6025524"/>
                </a:lnTo>
                <a:lnTo>
                  <a:pt x="3760833" y="6048441"/>
                </a:lnTo>
                <a:close/>
              </a:path>
              <a:path w="6730365" h="7059295">
                <a:moveTo>
                  <a:pt x="3686245" y="5917482"/>
                </a:moveTo>
                <a:lnTo>
                  <a:pt x="3664205" y="5879314"/>
                </a:lnTo>
                <a:lnTo>
                  <a:pt x="3702367" y="5857280"/>
                </a:lnTo>
                <a:lnTo>
                  <a:pt x="3724407" y="5895449"/>
                </a:lnTo>
                <a:lnTo>
                  <a:pt x="3686245" y="5917482"/>
                </a:lnTo>
                <a:close/>
              </a:path>
              <a:path w="6730365" h="7059295">
                <a:moveTo>
                  <a:pt x="3611756" y="5786115"/>
                </a:moveTo>
                <a:lnTo>
                  <a:pt x="3590896" y="5749984"/>
                </a:lnTo>
                <a:lnTo>
                  <a:pt x="3627020" y="5729129"/>
                </a:lnTo>
                <a:lnTo>
                  <a:pt x="3647881" y="5765260"/>
                </a:lnTo>
                <a:lnTo>
                  <a:pt x="3611756" y="5786115"/>
                </a:lnTo>
                <a:close/>
              </a:path>
              <a:path w="6730365" h="7059295">
                <a:moveTo>
                  <a:pt x="3537262" y="5654747"/>
                </a:moveTo>
                <a:lnTo>
                  <a:pt x="3517580" y="5620660"/>
                </a:lnTo>
                <a:lnTo>
                  <a:pt x="3551679" y="5600972"/>
                </a:lnTo>
                <a:lnTo>
                  <a:pt x="3571362" y="5635065"/>
                </a:lnTo>
                <a:lnTo>
                  <a:pt x="3537262" y="5654747"/>
                </a:lnTo>
                <a:close/>
              </a:path>
              <a:path w="6730365" h="7059295">
                <a:moveTo>
                  <a:pt x="3462673" y="5523789"/>
                </a:moveTo>
                <a:lnTo>
                  <a:pt x="3443868" y="5491218"/>
                </a:lnTo>
                <a:lnTo>
                  <a:pt x="3476439" y="5472418"/>
                </a:lnTo>
                <a:lnTo>
                  <a:pt x="3495239" y="5504983"/>
                </a:lnTo>
                <a:lnTo>
                  <a:pt x="3462673" y="5523789"/>
                </a:lnTo>
                <a:close/>
              </a:path>
              <a:path w="6730365" h="7059295">
                <a:moveTo>
                  <a:pt x="3388191" y="5392421"/>
                </a:moveTo>
                <a:lnTo>
                  <a:pt x="3370558" y="5361882"/>
                </a:lnTo>
                <a:lnTo>
                  <a:pt x="3401092" y="5344255"/>
                </a:lnTo>
                <a:lnTo>
                  <a:pt x="3418718" y="5374794"/>
                </a:lnTo>
                <a:lnTo>
                  <a:pt x="3388191" y="5392421"/>
                </a:lnTo>
                <a:close/>
              </a:path>
              <a:path w="6730365" h="7059295">
                <a:moveTo>
                  <a:pt x="3313697" y="5261054"/>
                </a:moveTo>
                <a:lnTo>
                  <a:pt x="3297249" y="5232558"/>
                </a:lnTo>
                <a:lnTo>
                  <a:pt x="3325739" y="5216103"/>
                </a:lnTo>
                <a:lnTo>
                  <a:pt x="3342193" y="5244599"/>
                </a:lnTo>
                <a:lnTo>
                  <a:pt x="3313697" y="5261054"/>
                </a:lnTo>
                <a:close/>
              </a:path>
              <a:path w="6730365" h="7059295">
                <a:moveTo>
                  <a:pt x="3238995" y="5130492"/>
                </a:moveTo>
                <a:lnTo>
                  <a:pt x="3223133" y="5103015"/>
                </a:lnTo>
                <a:lnTo>
                  <a:pt x="3250610" y="5087153"/>
                </a:lnTo>
                <a:lnTo>
                  <a:pt x="3266472" y="5114624"/>
                </a:lnTo>
                <a:lnTo>
                  <a:pt x="3238995" y="5130492"/>
                </a:lnTo>
                <a:close/>
              </a:path>
              <a:path w="6730365" h="7059295">
                <a:moveTo>
                  <a:pt x="3164513" y="4999124"/>
                </a:moveTo>
                <a:lnTo>
                  <a:pt x="3149824" y="4973679"/>
                </a:lnTo>
                <a:lnTo>
                  <a:pt x="3175263" y="4958990"/>
                </a:lnTo>
                <a:lnTo>
                  <a:pt x="3189953" y="4984435"/>
                </a:lnTo>
                <a:lnTo>
                  <a:pt x="3164513" y="4999124"/>
                </a:lnTo>
                <a:close/>
              </a:path>
              <a:path w="6730365" h="7059295">
                <a:moveTo>
                  <a:pt x="3090024" y="4867756"/>
                </a:moveTo>
                <a:lnTo>
                  <a:pt x="3076508" y="4844355"/>
                </a:lnTo>
                <a:lnTo>
                  <a:pt x="3099916" y="4830838"/>
                </a:lnTo>
                <a:lnTo>
                  <a:pt x="3113426" y="4854246"/>
                </a:lnTo>
                <a:lnTo>
                  <a:pt x="3090024" y="4867756"/>
                </a:lnTo>
                <a:close/>
              </a:path>
              <a:path w="6730365" h="7059295">
                <a:moveTo>
                  <a:pt x="3015429" y="4736798"/>
                </a:moveTo>
                <a:lnTo>
                  <a:pt x="3002795" y="4714913"/>
                </a:lnTo>
                <a:lnTo>
                  <a:pt x="3024681" y="4702279"/>
                </a:lnTo>
                <a:lnTo>
                  <a:pt x="3037315" y="4724164"/>
                </a:lnTo>
                <a:lnTo>
                  <a:pt x="3015429" y="4736798"/>
                </a:lnTo>
                <a:close/>
              </a:path>
              <a:path w="6730365" h="7059295">
                <a:moveTo>
                  <a:pt x="2940834" y="4605833"/>
                </a:moveTo>
                <a:lnTo>
                  <a:pt x="2929083" y="4585476"/>
                </a:lnTo>
                <a:lnTo>
                  <a:pt x="2949441" y="4573725"/>
                </a:lnTo>
                <a:lnTo>
                  <a:pt x="2961192" y="4594082"/>
                </a:lnTo>
                <a:lnTo>
                  <a:pt x="2940834" y="4605833"/>
                </a:lnTo>
                <a:close/>
              </a:path>
              <a:path w="6730365" h="7059295">
                <a:moveTo>
                  <a:pt x="2866346" y="4474465"/>
                </a:moveTo>
                <a:lnTo>
                  <a:pt x="2855773" y="4456152"/>
                </a:lnTo>
                <a:lnTo>
                  <a:pt x="2874087" y="4445573"/>
                </a:lnTo>
                <a:lnTo>
                  <a:pt x="2884666" y="4463893"/>
                </a:lnTo>
                <a:lnTo>
                  <a:pt x="2866346" y="4474465"/>
                </a:lnTo>
                <a:close/>
              </a:path>
              <a:path w="6730365" h="7059295">
                <a:moveTo>
                  <a:pt x="2791750" y="4343501"/>
                </a:moveTo>
                <a:lnTo>
                  <a:pt x="2782060" y="4326709"/>
                </a:lnTo>
                <a:lnTo>
                  <a:pt x="2798852" y="4317013"/>
                </a:lnTo>
                <a:lnTo>
                  <a:pt x="2808548" y="4333805"/>
                </a:lnTo>
                <a:lnTo>
                  <a:pt x="2791750" y="4343501"/>
                </a:lnTo>
                <a:close/>
              </a:path>
              <a:path w="6730365" h="7059295">
                <a:moveTo>
                  <a:pt x="2717161" y="4212536"/>
                </a:moveTo>
                <a:lnTo>
                  <a:pt x="2708348" y="4197273"/>
                </a:lnTo>
                <a:lnTo>
                  <a:pt x="2723612" y="4188459"/>
                </a:lnTo>
                <a:lnTo>
                  <a:pt x="2732425" y="4203723"/>
                </a:lnTo>
                <a:lnTo>
                  <a:pt x="2717161" y="4212536"/>
                </a:lnTo>
                <a:close/>
              </a:path>
              <a:path w="6730365" h="7059295">
                <a:moveTo>
                  <a:pt x="2642560" y="4081571"/>
                </a:moveTo>
                <a:lnTo>
                  <a:pt x="2634629" y="4067835"/>
                </a:lnTo>
                <a:lnTo>
                  <a:pt x="2648371" y="4059904"/>
                </a:lnTo>
                <a:lnTo>
                  <a:pt x="2656302" y="4073640"/>
                </a:lnTo>
                <a:lnTo>
                  <a:pt x="2642560" y="4081571"/>
                </a:lnTo>
                <a:close/>
              </a:path>
              <a:path w="6730365" h="7059295">
                <a:moveTo>
                  <a:pt x="2567859" y="3951009"/>
                </a:moveTo>
                <a:lnTo>
                  <a:pt x="2560514" y="3938286"/>
                </a:lnTo>
                <a:lnTo>
                  <a:pt x="2573237" y="3930941"/>
                </a:lnTo>
                <a:lnTo>
                  <a:pt x="2580581" y="3943664"/>
                </a:lnTo>
                <a:lnTo>
                  <a:pt x="2567859" y="3951009"/>
                </a:lnTo>
                <a:close/>
              </a:path>
              <a:path w="6730365" h="7059295">
                <a:moveTo>
                  <a:pt x="2493370" y="3819647"/>
                </a:moveTo>
                <a:lnTo>
                  <a:pt x="2487205" y="3808962"/>
                </a:lnTo>
                <a:lnTo>
                  <a:pt x="2497890" y="3802790"/>
                </a:lnTo>
                <a:lnTo>
                  <a:pt x="2504056" y="3813476"/>
                </a:lnTo>
                <a:lnTo>
                  <a:pt x="2493370" y="3819647"/>
                </a:lnTo>
                <a:close/>
              </a:path>
              <a:path w="6730365" h="7059295">
                <a:moveTo>
                  <a:pt x="2418776" y="3688677"/>
                </a:moveTo>
                <a:lnTo>
                  <a:pt x="2413492" y="3679520"/>
                </a:lnTo>
                <a:lnTo>
                  <a:pt x="2422655" y="3674231"/>
                </a:lnTo>
                <a:lnTo>
                  <a:pt x="2427939" y="3683388"/>
                </a:lnTo>
                <a:lnTo>
                  <a:pt x="2418776" y="3688677"/>
                </a:lnTo>
                <a:close/>
              </a:path>
              <a:path w="6730365" h="7059295">
                <a:moveTo>
                  <a:pt x="2344074" y="3558114"/>
                </a:moveTo>
                <a:lnTo>
                  <a:pt x="2339377" y="3549977"/>
                </a:lnTo>
                <a:lnTo>
                  <a:pt x="2347515" y="3545273"/>
                </a:lnTo>
                <a:lnTo>
                  <a:pt x="2352218" y="3553418"/>
                </a:lnTo>
                <a:lnTo>
                  <a:pt x="2344074" y="3558114"/>
                </a:lnTo>
                <a:close/>
              </a:path>
              <a:path w="6730365" h="7059295">
                <a:moveTo>
                  <a:pt x="2269373" y="3427553"/>
                </a:moveTo>
                <a:lnTo>
                  <a:pt x="2265262" y="3420434"/>
                </a:lnTo>
                <a:lnTo>
                  <a:pt x="2272387" y="3416317"/>
                </a:lnTo>
                <a:lnTo>
                  <a:pt x="2276497" y="3423443"/>
                </a:lnTo>
                <a:lnTo>
                  <a:pt x="2269373" y="3427553"/>
                </a:lnTo>
                <a:close/>
              </a:path>
              <a:path w="6730365" h="7059295">
                <a:moveTo>
                  <a:pt x="2194670" y="3296997"/>
                </a:moveTo>
                <a:lnTo>
                  <a:pt x="2191146" y="3290884"/>
                </a:lnTo>
                <a:lnTo>
                  <a:pt x="2197253" y="3287360"/>
                </a:lnTo>
                <a:lnTo>
                  <a:pt x="2200783" y="3293466"/>
                </a:lnTo>
                <a:lnTo>
                  <a:pt x="2194670" y="3296997"/>
                </a:lnTo>
                <a:close/>
              </a:path>
              <a:path w="6730365" h="7059295">
                <a:moveTo>
                  <a:pt x="2120076" y="3166026"/>
                </a:moveTo>
                <a:lnTo>
                  <a:pt x="2117434" y="3161448"/>
                </a:lnTo>
                <a:lnTo>
                  <a:pt x="2122012" y="3158806"/>
                </a:lnTo>
                <a:lnTo>
                  <a:pt x="2124660" y="3163385"/>
                </a:lnTo>
                <a:lnTo>
                  <a:pt x="2120076" y="3166026"/>
                </a:lnTo>
                <a:close/>
              </a:path>
              <a:path w="6730365" h="7059295">
                <a:moveTo>
                  <a:pt x="2045273" y="3035867"/>
                </a:moveTo>
                <a:lnTo>
                  <a:pt x="2042922" y="3031798"/>
                </a:lnTo>
                <a:lnTo>
                  <a:pt x="2046991" y="3029446"/>
                </a:lnTo>
                <a:lnTo>
                  <a:pt x="2049342" y="3033516"/>
                </a:lnTo>
                <a:lnTo>
                  <a:pt x="2045273" y="3035867"/>
                </a:lnTo>
                <a:close/>
              </a:path>
              <a:path w="6730365" h="7059295">
                <a:moveTo>
                  <a:pt x="1970566" y="2905305"/>
                </a:moveTo>
                <a:lnTo>
                  <a:pt x="1968801" y="2902249"/>
                </a:lnTo>
                <a:lnTo>
                  <a:pt x="1971857" y="2900484"/>
                </a:lnTo>
                <a:lnTo>
                  <a:pt x="1973622" y="2903546"/>
                </a:lnTo>
                <a:lnTo>
                  <a:pt x="1970566" y="2905305"/>
                </a:lnTo>
                <a:close/>
              </a:path>
              <a:path w="6730365" h="7059295">
                <a:moveTo>
                  <a:pt x="1895865" y="2774743"/>
                </a:moveTo>
                <a:lnTo>
                  <a:pt x="1894685" y="2772706"/>
                </a:lnTo>
                <a:lnTo>
                  <a:pt x="1896723" y="2771533"/>
                </a:lnTo>
                <a:lnTo>
                  <a:pt x="1897902" y="2773565"/>
                </a:lnTo>
                <a:lnTo>
                  <a:pt x="1895865" y="2774743"/>
                </a:lnTo>
                <a:close/>
              </a:path>
              <a:path w="6730365" h="7059295">
                <a:moveTo>
                  <a:pt x="1822182" y="2643589"/>
                </a:moveTo>
                <a:lnTo>
                  <a:pt x="1820828" y="2643589"/>
                </a:lnTo>
                <a:lnTo>
                  <a:pt x="1820576" y="2643156"/>
                </a:lnTo>
                <a:lnTo>
                  <a:pt x="1821933" y="2643156"/>
                </a:lnTo>
                <a:lnTo>
                  <a:pt x="1822182" y="2643589"/>
                </a:lnTo>
                <a:close/>
              </a:path>
              <a:path w="6730365" h="7059295">
                <a:moveTo>
                  <a:pt x="4486279" y="7025254"/>
                </a:moveTo>
                <a:lnTo>
                  <a:pt x="4453370" y="6968262"/>
                </a:lnTo>
                <a:lnTo>
                  <a:pt x="4510361" y="6935354"/>
                </a:lnTo>
                <a:lnTo>
                  <a:pt x="4543269" y="6992352"/>
                </a:lnTo>
                <a:lnTo>
                  <a:pt x="4486279" y="7025254"/>
                </a:lnTo>
                <a:close/>
              </a:path>
              <a:path w="6730365" h="7059295">
                <a:moveTo>
                  <a:pt x="4411790" y="6893886"/>
                </a:moveTo>
                <a:lnTo>
                  <a:pt x="4380060" y="6838932"/>
                </a:lnTo>
                <a:lnTo>
                  <a:pt x="4435014" y="6807202"/>
                </a:lnTo>
                <a:lnTo>
                  <a:pt x="4466744" y="6862162"/>
                </a:lnTo>
                <a:lnTo>
                  <a:pt x="4411790" y="6893886"/>
                </a:lnTo>
                <a:close/>
              </a:path>
              <a:path w="6730365" h="7059295">
                <a:moveTo>
                  <a:pt x="4337194" y="6762928"/>
                </a:moveTo>
                <a:lnTo>
                  <a:pt x="4306347" y="6709496"/>
                </a:lnTo>
                <a:lnTo>
                  <a:pt x="4359779" y="6678649"/>
                </a:lnTo>
                <a:lnTo>
                  <a:pt x="4390626" y="6732075"/>
                </a:lnTo>
                <a:lnTo>
                  <a:pt x="4337194" y="6762928"/>
                </a:lnTo>
                <a:close/>
              </a:path>
              <a:path w="6730365" h="7059295">
                <a:moveTo>
                  <a:pt x="4262706" y="6631560"/>
                </a:moveTo>
                <a:lnTo>
                  <a:pt x="4233032" y="6580160"/>
                </a:lnTo>
                <a:lnTo>
                  <a:pt x="4284426" y="6550491"/>
                </a:lnTo>
                <a:lnTo>
                  <a:pt x="4314100" y="6601885"/>
                </a:lnTo>
                <a:lnTo>
                  <a:pt x="4262706" y="6631560"/>
                </a:lnTo>
                <a:close/>
              </a:path>
              <a:path w="6730365" h="7059295">
                <a:moveTo>
                  <a:pt x="4188218" y="6500193"/>
                </a:moveTo>
                <a:lnTo>
                  <a:pt x="4159722" y="6450836"/>
                </a:lnTo>
                <a:lnTo>
                  <a:pt x="4209085" y="6422334"/>
                </a:lnTo>
                <a:lnTo>
                  <a:pt x="4237581" y="6471697"/>
                </a:lnTo>
                <a:lnTo>
                  <a:pt x="4188218" y="6500193"/>
                </a:lnTo>
                <a:close/>
              </a:path>
              <a:path w="6730365" h="7059295">
                <a:moveTo>
                  <a:pt x="4113736" y="6368831"/>
                </a:moveTo>
                <a:lnTo>
                  <a:pt x="4086413" y="6321506"/>
                </a:lnTo>
                <a:lnTo>
                  <a:pt x="4133732" y="6294183"/>
                </a:lnTo>
                <a:lnTo>
                  <a:pt x="4161055" y="6341508"/>
                </a:lnTo>
                <a:lnTo>
                  <a:pt x="4113736" y="6368831"/>
                </a:lnTo>
                <a:close/>
              </a:path>
              <a:path w="6730365" h="7059295">
                <a:moveTo>
                  <a:pt x="4039247" y="6237458"/>
                </a:moveTo>
                <a:lnTo>
                  <a:pt x="4013097" y="6192170"/>
                </a:lnTo>
                <a:lnTo>
                  <a:pt x="4058384" y="6166026"/>
                </a:lnTo>
                <a:lnTo>
                  <a:pt x="4084535" y="6211314"/>
                </a:lnTo>
                <a:lnTo>
                  <a:pt x="4039247" y="6237458"/>
                </a:lnTo>
                <a:close/>
              </a:path>
              <a:path w="6730365" h="7059295">
                <a:moveTo>
                  <a:pt x="3964760" y="6106096"/>
                </a:moveTo>
                <a:lnTo>
                  <a:pt x="3939787" y="6062846"/>
                </a:lnTo>
                <a:lnTo>
                  <a:pt x="3983044" y="6037869"/>
                </a:lnTo>
                <a:lnTo>
                  <a:pt x="4008015" y="6081125"/>
                </a:lnTo>
                <a:lnTo>
                  <a:pt x="3964760" y="6106096"/>
                </a:lnTo>
                <a:close/>
              </a:path>
              <a:path w="6730365" h="7059295">
                <a:moveTo>
                  <a:pt x="3890271" y="5974728"/>
                </a:moveTo>
                <a:lnTo>
                  <a:pt x="3866478" y="5933516"/>
                </a:lnTo>
                <a:lnTo>
                  <a:pt x="3907696" y="5909717"/>
                </a:lnTo>
                <a:lnTo>
                  <a:pt x="3931489" y="5950936"/>
                </a:lnTo>
                <a:lnTo>
                  <a:pt x="3890271" y="5974728"/>
                </a:lnTo>
                <a:close/>
              </a:path>
              <a:path w="6730365" h="7059295">
                <a:moveTo>
                  <a:pt x="3815783" y="5843367"/>
                </a:moveTo>
                <a:lnTo>
                  <a:pt x="3793162" y="5804180"/>
                </a:lnTo>
                <a:lnTo>
                  <a:pt x="3832349" y="5781559"/>
                </a:lnTo>
                <a:lnTo>
                  <a:pt x="3854970" y="5820741"/>
                </a:lnTo>
                <a:lnTo>
                  <a:pt x="3815783" y="5843367"/>
                </a:lnTo>
                <a:close/>
              </a:path>
              <a:path w="6730365" h="7059295">
                <a:moveTo>
                  <a:pt x="3741187" y="5712402"/>
                </a:moveTo>
                <a:lnTo>
                  <a:pt x="3719450" y="5674743"/>
                </a:lnTo>
                <a:lnTo>
                  <a:pt x="3757103" y="5653005"/>
                </a:lnTo>
                <a:lnTo>
                  <a:pt x="3778846" y="5690658"/>
                </a:lnTo>
                <a:lnTo>
                  <a:pt x="3741187" y="5712402"/>
                </a:lnTo>
                <a:close/>
              </a:path>
              <a:path w="6730365" h="7059295">
                <a:moveTo>
                  <a:pt x="3666699" y="5581034"/>
                </a:moveTo>
                <a:lnTo>
                  <a:pt x="3646134" y="5545419"/>
                </a:lnTo>
                <a:lnTo>
                  <a:pt x="3681762" y="5524848"/>
                </a:lnTo>
                <a:lnTo>
                  <a:pt x="3702327" y="5560469"/>
                </a:lnTo>
                <a:lnTo>
                  <a:pt x="3666699" y="5581034"/>
                </a:lnTo>
                <a:close/>
              </a:path>
              <a:path w="6730365" h="7059295">
                <a:moveTo>
                  <a:pt x="3592217" y="5449667"/>
                </a:moveTo>
                <a:lnTo>
                  <a:pt x="3572830" y="5416089"/>
                </a:lnTo>
                <a:lnTo>
                  <a:pt x="3606414" y="5396696"/>
                </a:lnTo>
                <a:lnTo>
                  <a:pt x="3625800" y="5430280"/>
                </a:lnTo>
                <a:lnTo>
                  <a:pt x="3592217" y="5449667"/>
                </a:lnTo>
                <a:close/>
              </a:path>
              <a:path w="6730365" h="7059295">
                <a:moveTo>
                  <a:pt x="3517621" y="5318702"/>
                </a:moveTo>
                <a:lnTo>
                  <a:pt x="3499118" y="5286646"/>
                </a:lnTo>
                <a:lnTo>
                  <a:pt x="3531173" y="5268142"/>
                </a:lnTo>
                <a:lnTo>
                  <a:pt x="3549677" y="5300198"/>
                </a:lnTo>
                <a:lnTo>
                  <a:pt x="3517621" y="5318702"/>
                </a:lnTo>
                <a:close/>
              </a:path>
              <a:path w="6730365" h="7059295">
                <a:moveTo>
                  <a:pt x="3443245" y="5186937"/>
                </a:moveTo>
                <a:lnTo>
                  <a:pt x="3426205" y="5157423"/>
                </a:lnTo>
                <a:lnTo>
                  <a:pt x="3455714" y="5140388"/>
                </a:lnTo>
                <a:lnTo>
                  <a:pt x="3472754" y="5169903"/>
                </a:lnTo>
                <a:lnTo>
                  <a:pt x="3443245" y="5186937"/>
                </a:lnTo>
                <a:close/>
              </a:path>
              <a:path w="6730365" h="7059295">
                <a:moveTo>
                  <a:pt x="3368644" y="5055973"/>
                </a:moveTo>
                <a:lnTo>
                  <a:pt x="3352486" y="5027986"/>
                </a:lnTo>
                <a:lnTo>
                  <a:pt x="3380478" y="5011828"/>
                </a:lnTo>
                <a:lnTo>
                  <a:pt x="3396637" y="5039814"/>
                </a:lnTo>
                <a:lnTo>
                  <a:pt x="3368644" y="5055973"/>
                </a:lnTo>
                <a:close/>
              </a:path>
              <a:path w="6730365" h="7059295">
                <a:moveTo>
                  <a:pt x="3294055" y="4925014"/>
                </a:moveTo>
                <a:lnTo>
                  <a:pt x="3278774" y="4898550"/>
                </a:lnTo>
                <a:lnTo>
                  <a:pt x="3305238" y="4883274"/>
                </a:lnTo>
                <a:lnTo>
                  <a:pt x="3320520" y="4909733"/>
                </a:lnTo>
                <a:lnTo>
                  <a:pt x="3294055" y="4925014"/>
                </a:lnTo>
                <a:close/>
              </a:path>
              <a:path w="6730365" h="7059295">
                <a:moveTo>
                  <a:pt x="3219567" y="4793641"/>
                </a:moveTo>
                <a:lnTo>
                  <a:pt x="3205470" y="4769220"/>
                </a:lnTo>
                <a:lnTo>
                  <a:pt x="3229892" y="4755123"/>
                </a:lnTo>
                <a:lnTo>
                  <a:pt x="3243988" y="4779544"/>
                </a:lnTo>
                <a:lnTo>
                  <a:pt x="3219567" y="4793641"/>
                </a:lnTo>
                <a:close/>
              </a:path>
              <a:path w="6730365" h="7059295">
                <a:moveTo>
                  <a:pt x="3145079" y="4662279"/>
                </a:moveTo>
                <a:lnTo>
                  <a:pt x="3132155" y="4639890"/>
                </a:lnTo>
                <a:lnTo>
                  <a:pt x="3154544" y="4626960"/>
                </a:lnTo>
                <a:lnTo>
                  <a:pt x="3167468" y="4649349"/>
                </a:lnTo>
                <a:lnTo>
                  <a:pt x="3145079" y="4662279"/>
                </a:lnTo>
                <a:close/>
              </a:path>
              <a:path w="6730365" h="7059295">
                <a:moveTo>
                  <a:pt x="3070490" y="4531314"/>
                </a:moveTo>
                <a:lnTo>
                  <a:pt x="3058443" y="4510447"/>
                </a:lnTo>
                <a:lnTo>
                  <a:pt x="3079304" y="4498405"/>
                </a:lnTo>
                <a:lnTo>
                  <a:pt x="3091351" y="4519272"/>
                </a:lnTo>
                <a:lnTo>
                  <a:pt x="3070490" y="4531314"/>
                </a:lnTo>
                <a:close/>
              </a:path>
              <a:path w="6730365" h="7059295">
                <a:moveTo>
                  <a:pt x="2995895" y="4400348"/>
                </a:moveTo>
                <a:lnTo>
                  <a:pt x="2984730" y="4381010"/>
                </a:lnTo>
                <a:lnTo>
                  <a:pt x="3004063" y="4369851"/>
                </a:lnTo>
                <a:lnTo>
                  <a:pt x="3015228" y="4389184"/>
                </a:lnTo>
                <a:lnTo>
                  <a:pt x="2995895" y="4400348"/>
                </a:lnTo>
                <a:close/>
              </a:path>
              <a:path w="6730365" h="7059295">
                <a:moveTo>
                  <a:pt x="2921294" y="4269384"/>
                </a:moveTo>
                <a:lnTo>
                  <a:pt x="2911011" y="4251573"/>
                </a:lnTo>
                <a:lnTo>
                  <a:pt x="2928828" y="4241291"/>
                </a:lnTo>
                <a:lnTo>
                  <a:pt x="2939110" y="4259101"/>
                </a:lnTo>
                <a:lnTo>
                  <a:pt x="2921294" y="4269384"/>
                </a:lnTo>
                <a:close/>
              </a:path>
              <a:path w="6730365" h="7059295">
                <a:moveTo>
                  <a:pt x="2846699" y="4138425"/>
                </a:moveTo>
                <a:lnTo>
                  <a:pt x="2837299" y="4122137"/>
                </a:lnTo>
                <a:lnTo>
                  <a:pt x="2853587" y="4112731"/>
                </a:lnTo>
                <a:lnTo>
                  <a:pt x="2862987" y="4129020"/>
                </a:lnTo>
                <a:lnTo>
                  <a:pt x="2846699" y="4138425"/>
                </a:lnTo>
                <a:close/>
              </a:path>
              <a:path w="6730365" h="7059295">
                <a:moveTo>
                  <a:pt x="2772216" y="4007058"/>
                </a:moveTo>
                <a:lnTo>
                  <a:pt x="2763989" y="3992807"/>
                </a:lnTo>
                <a:lnTo>
                  <a:pt x="2778234" y="3984580"/>
                </a:lnTo>
                <a:lnTo>
                  <a:pt x="2786461" y="3998831"/>
                </a:lnTo>
                <a:lnTo>
                  <a:pt x="2772216" y="4007058"/>
                </a:lnTo>
                <a:close/>
              </a:path>
              <a:path w="6730365" h="7059295">
                <a:moveTo>
                  <a:pt x="2697515" y="3876496"/>
                </a:moveTo>
                <a:lnTo>
                  <a:pt x="2689874" y="3863258"/>
                </a:lnTo>
                <a:lnTo>
                  <a:pt x="2703100" y="3855624"/>
                </a:lnTo>
                <a:lnTo>
                  <a:pt x="2710741" y="3868856"/>
                </a:lnTo>
                <a:lnTo>
                  <a:pt x="2697515" y="3876496"/>
                </a:lnTo>
                <a:close/>
              </a:path>
              <a:path w="6730365" h="7059295">
                <a:moveTo>
                  <a:pt x="2622920" y="3745525"/>
                </a:moveTo>
                <a:lnTo>
                  <a:pt x="2616167" y="3733827"/>
                </a:lnTo>
                <a:lnTo>
                  <a:pt x="2627865" y="3727069"/>
                </a:lnTo>
                <a:lnTo>
                  <a:pt x="2634618" y="3738773"/>
                </a:lnTo>
                <a:lnTo>
                  <a:pt x="2622920" y="3745525"/>
                </a:lnTo>
                <a:close/>
              </a:path>
              <a:path w="6730365" h="7059295">
                <a:moveTo>
                  <a:pt x="2548431" y="3614164"/>
                </a:moveTo>
                <a:lnTo>
                  <a:pt x="2542852" y="3604497"/>
                </a:lnTo>
                <a:lnTo>
                  <a:pt x="2552518" y="3598912"/>
                </a:lnTo>
                <a:lnTo>
                  <a:pt x="2558098" y="3608578"/>
                </a:lnTo>
                <a:lnTo>
                  <a:pt x="2548431" y="3614164"/>
                </a:lnTo>
                <a:close/>
              </a:path>
              <a:path w="6730365" h="7059295">
                <a:moveTo>
                  <a:pt x="2473730" y="3483602"/>
                </a:moveTo>
                <a:lnTo>
                  <a:pt x="2468736" y="3474954"/>
                </a:lnTo>
                <a:lnTo>
                  <a:pt x="2477390" y="3469955"/>
                </a:lnTo>
                <a:lnTo>
                  <a:pt x="2482383" y="3478603"/>
                </a:lnTo>
                <a:lnTo>
                  <a:pt x="2473730" y="3483602"/>
                </a:lnTo>
                <a:close/>
              </a:path>
              <a:path w="6730365" h="7059295">
                <a:moveTo>
                  <a:pt x="2399022" y="3353040"/>
                </a:moveTo>
                <a:lnTo>
                  <a:pt x="2394615" y="3345405"/>
                </a:lnTo>
                <a:lnTo>
                  <a:pt x="2402250" y="3340998"/>
                </a:lnTo>
                <a:lnTo>
                  <a:pt x="2406657" y="3348633"/>
                </a:lnTo>
                <a:lnTo>
                  <a:pt x="2399022" y="3353040"/>
                </a:lnTo>
                <a:close/>
              </a:path>
              <a:path w="6730365" h="7059295">
                <a:moveTo>
                  <a:pt x="2324326" y="3222472"/>
                </a:moveTo>
                <a:lnTo>
                  <a:pt x="2320506" y="3215856"/>
                </a:lnTo>
                <a:lnTo>
                  <a:pt x="2327116" y="3212041"/>
                </a:lnTo>
                <a:lnTo>
                  <a:pt x="2330937" y="3218657"/>
                </a:lnTo>
                <a:lnTo>
                  <a:pt x="2324326" y="3222472"/>
                </a:lnTo>
                <a:close/>
              </a:path>
              <a:path w="6730365" h="7059295">
                <a:moveTo>
                  <a:pt x="2249732" y="3091513"/>
                </a:moveTo>
                <a:lnTo>
                  <a:pt x="2246794" y="3086426"/>
                </a:lnTo>
                <a:lnTo>
                  <a:pt x="2251882" y="3083488"/>
                </a:lnTo>
                <a:lnTo>
                  <a:pt x="2254819" y="3088576"/>
                </a:lnTo>
                <a:lnTo>
                  <a:pt x="2249732" y="3091513"/>
                </a:lnTo>
                <a:close/>
              </a:path>
              <a:path w="6730365" h="7059295">
                <a:moveTo>
                  <a:pt x="2175030" y="2960951"/>
                </a:moveTo>
                <a:lnTo>
                  <a:pt x="2172678" y="2956876"/>
                </a:lnTo>
                <a:lnTo>
                  <a:pt x="2176748" y="2954531"/>
                </a:lnTo>
                <a:lnTo>
                  <a:pt x="2179099" y="2958600"/>
                </a:lnTo>
                <a:lnTo>
                  <a:pt x="2175030" y="2960951"/>
                </a:lnTo>
                <a:close/>
              </a:path>
              <a:path w="6730365" h="7059295">
                <a:moveTo>
                  <a:pt x="2100328" y="2830389"/>
                </a:moveTo>
                <a:lnTo>
                  <a:pt x="2098563" y="2827327"/>
                </a:lnTo>
                <a:lnTo>
                  <a:pt x="2101613" y="2825568"/>
                </a:lnTo>
                <a:lnTo>
                  <a:pt x="2103379" y="2828624"/>
                </a:lnTo>
                <a:lnTo>
                  <a:pt x="2100328" y="2830389"/>
                </a:lnTo>
                <a:close/>
              </a:path>
              <a:path w="6730365" h="7059295">
                <a:moveTo>
                  <a:pt x="2025514" y="2700224"/>
                </a:moveTo>
                <a:lnTo>
                  <a:pt x="2024045" y="2697677"/>
                </a:lnTo>
                <a:lnTo>
                  <a:pt x="2026592" y="2696209"/>
                </a:lnTo>
                <a:lnTo>
                  <a:pt x="2028061" y="2698755"/>
                </a:lnTo>
                <a:lnTo>
                  <a:pt x="2025514" y="2700224"/>
                </a:lnTo>
                <a:close/>
              </a:path>
              <a:path w="6730365" h="7059295">
                <a:moveTo>
                  <a:pt x="1950818" y="2569656"/>
                </a:moveTo>
                <a:lnTo>
                  <a:pt x="1949936" y="2568134"/>
                </a:lnTo>
                <a:lnTo>
                  <a:pt x="1951458" y="2567258"/>
                </a:lnTo>
                <a:lnTo>
                  <a:pt x="1952341" y="2568780"/>
                </a:lnTo>
                <a:lnTo>
                  <a:pt x="1950818" y="2569656"/>
                </a:lnTo>
                <a:close/>
              </a:path>
              <a:path w="6730365" h="7059295">
                <a:moveTo>
                  <a:pt x="4730549" y="7059270"/>
                </a:moveTo>
                <a:lnTo>
                  <a:pt x="4676889" y="7059270"/>
                </a:lnTo>
                <a:lnTo>
                  <a:pt x="4655636" y="7022458"/>
                </a:lnTo>
                <a:lnTo>
                  <a:pt x="4715684" y="6987790"/>
                </a:lnTo>
                <a:lnTo>
                  <a:pt x="4750352" y="7047838"/>
                </a:lnTo>
                <a:lnTo>
                  <a:pt x="4730549" y="7059270"/>
                </a:lnTo>
                <a:close/>
              </a:path>
              <a:path w="6730365" h="7059295">
                <a:moveTo>
                  <a:pt x="4615602" y="6951944"/>
                </a:moveTo>
                <a:lnTo>
                  <a:pt x="4581526" y="6892915"/>
                </a:lnTo>
                <a:lnTo>
                  <a:pt x="4640556" y="6858833"/>
                </a:lnTo>
                <a:lnTo>
                  <a:pt x="4674631" y="6917863"/>
                </a:lnTo>
                <a:lnTo>
                  <a:pt x="4615602" y="6951944"/>
                </a:lnTo>
                <a:close/>
              </a:path>
              <a:path w="6730365" h="7059295">
                <a:moveTo>
                  <a:pt x="4541120" y="6820576"/>
                </a:moveTo>
                <a:lnTo>
                  <a:pt x="4508211" y="6763579"/>
                </a:lnTo>
                <a:lnTo>
                  <a:pt x="4565209" y="6730676"/>
                </a:lnTo>
                <a:lnTo>
                  <a:pt x="4598112" y="6787668"/>
                </a:lnTo>
                <a:lnTo>
                  <a:pt x="4541120" y="6820576"/>
                </a:lnTo>
                <a:close/>
              </a:path>
              <a:path w="6730365" h="7059295">
                <a:moveTo>
                  <a:pt x="4466631" y="6689215"/>
                </a:moveTo>
                <a:lnTo>
                  <a:pt x="4434901" y="6634255"/>
                </a:lnTo>
                <a:lnTo>
                  <a:pt x="4489855" y="6602525"/>
                </a:lnTo>
                <a:lnTo>
                  <a:pt x="4521586" y="6657485"/>
                </a:lnTo>
                <a:lnTo>
                  <a:pt x="4466631" y="6689215"/>
                </a:lnTo>
                <a:close/>
              </a:path>
              <a:path w="6730365" h="7059295">
                <a:moveTo>
                  <a:pt x="4392036" y="6558244"/>
                </a:moveTo>
                <a:lnTo>
                  <a:pt x="4361189" y="6504818"/>
                </a:lnTo>
                <a:lnTo>
                  <a:pt x="4414615" y="6473971"/>
                </a:lnTo>
                <a:lnTo>
                  <a:pt x="4445462" y="6527397"/>
                </a:lnTo>
                <a:lnTo>
                  <a:pt x="4392036" y="6558244"/>
                </a:lnTo>
                <a:close/>
              </a:path>
              <a:path w="6730365" h="7059295">
                <a:moveTo>
                  <a:pt x="4317548" y="6426882"/>
                </a:moveTo>
                <a:lnTo>
                  <a:pt x="4287873" y="6375488"/>
                </a:lnTo>
                <a:lnTo>
                  <a:pt x="4339274" y="6345814"/>
                </a:lnTo>
                <a:lnTo>
                  <a:pt x="4368942" y="6397208"/>
                </a:lnTo>
                <a:lnTo>
                  <a:pt x="4317548" y="6426882"/>
                </a:lnTo>
                <a:close/>
              </a:path>
              <a:path w="6730365" h="7059295">
                <a:moveTo>
                  <a:pt x="4243065" y="6295515"/>
                </a:moveTo>
                <a:lnTo>
                  <a:pt x="4214563" y="6246152"/>
                </a:lnTo>
                <a:lnTo>
                  <a:pt x="4263926" y="6217656"/>
                </a:lnTo>
                <a:lnTo>
                  <a:pt x="4292422" y="6267019"/>
                </a:lnTo>
                <a:lnTo>
                  <a:pt x="4243065" y="6295515"/>
                </a:lnTo>
                <a:close/>
              </a:path>
              <a:path w="6730365" h="7059295">
                <a:moveTo>
                  <a:pt x="4168683" y="6163745"/>
                </a:moveTo>
                <a:lnTo>
                  <a:pt x="4141657" y="6116934"/>
                </a:lnTo>
                <a:lnTo>
                  <a:pt x="4188473" y="6089908"/>
                </a:lnTo>
                <a:lnTo>
                  <a:pt x="4215499" y="6136718"/>
                </a:lnTo>
                <a:lnTo>
                  <a:pt x="4168683" y="6163745"/>
                </a:lnTo>
                <a:close/>
              </a:path>
              <a:path w="6730365" h="7059295">
                <a:moveTo>
                  <a:pt x="4094195" y="6032383"/>
                </a:moveTo>
                <a:lnTo>
                  <a:pt x="4068341" y="5987605"/>
                </a:lnTo>
                <a:lnTo>
                  <a:pt x="4113119" y="5961750"/>
                </a:lnTo>
                <a:lnTo>
                  <a:pt x="4138973" y="6006528"/>
                </a:lnTo>
                <a:lnTo>
                  <a:pt x="4094195" y="6032383"/>
                </a:lnTo>
                <a:close/>
              </a:path>
              <a:path w="6730365" h="7059295">
                <a:moveTo>
                  <a:pt x="4019713" y="5901015"/>
                </a:moveTo>
                <a:lnTo>
                  <a:pt x="3995031" y="5858274"/>
                </a:lnTo>
                <a:lnTo>
                  <a:pt x="4037778" y="5833593"/>
                </a:lnTo>
                <a:lnTo>
                  <a:pt x="4062454" y="5876340"/>
                </a:lnTo>
                <a:lnTo>
                  <a:pt x="4019713" y="5901015"/>
                </a:lnTo>
                <a:close/>
              </a:path>
              <a:path w="6730365" h="7059295">
                <a:moveTo>
                  <a:pt x="3945331" y="5769251"/>
                </a:moveTo>
                <a:lnTo>
                  <a:pt x="3922125" y="5729051"/>
                </a:lnTo>
                <a:lnTo>
                  <a:pt x="3962324" y="5705838"/>
                </a:lnTo>
                <a:lnTo>
                  <a:pt x="3985531" y="5746038"/>
                </a:lnTo>
                <a:lnTo>
                  <a:pt x="3945331" y="5769251"/>
                </a:lnTo>
                <a:close/>
              </a:path>
              <a:path w="6730365" h="7059295">
                <a:moveTo>
                  <a:pt x="3870742" y="5638286"/>
                </a:moveTo>
                <a:lnTo>
                  <a:pt x="3848412" y="5599609"/>
                </a:lnTo>
                <a:lnTo>
                  <a:pt x="3887084" y="5577284"/>
                </a:lnTo>
                <a:lnTo>
                  <a:pt x="3909414" y="5615962"/>
                </a:lnTo>
                <a:lnTo>
                  <a:pt x="3870742" y="5638286"/>
                </a:lnTo>
                <a:close/>
              </a:path>
              <a:path w="6730365" h="7059295">
                <a:moveTo>
                  <a:pt x="3796248" y="5506918"/>
                </a:moveTo>
                <a:lnTo>
                  <a:pt x="3775097" y="5470285"/>
                </a:lnTo>
                <a:lnTo>
                  <a:pt x="3811737" y="5449128"/>
                </a:lnTo>
                <a:lnTo>
                  <a:pt x="3832888" y="5485761"/>
                </a:lnTo>
                <a:lnTo>
                  <a:pt x="3796248" y="5506918"/>
                </a:lnTo>
                <a:close/>
              </a:path>
              <a:path w="6730365" h="7059295">
                <a:moveTo>
                  <a:pt x="3721659" y="5375954"/>
                </a:moveTo>
                <a:lnTo>
                  <a:pt x="3701384" y="5340848"/>
                </a:lnTo>
                <a:lnTo>
                  <a:pt x="3736496" y="5320573"/>
                </a:lnTo>
                <a:lnTo>
                  <a:pt x="3756771" y="5355685"/>
                </a:lnTo>
                <a:lnTo>
                  <a:pt x="3721659" y="5375954"/>
                </a:lnTo>
                <a:close/>
              </a:path>
              <a:path w="6730365" h="7059295">
                <a:moveTo>
                  <a:pt x="3647171" y="5244592"/>
                </a:moveTo>
                <a:lnTo>
                  <a:pt x="3628069" y="5211512"/>
                </a:lnTo>
                <a:lnTo>
                  <a:pt x="3661143" y="5192416"/>
                </a:lnTo>
                <a:lnTo>
                  <a:pt x="3680245" y="5225496"/>
                </a:lnTo>
                <a:lnTo>
                  <a:pt x="3647171" y="5244592"/>
                </a:lnTo>
                <a:close/>
              </a:path>
              <a:path w="6730365" h="7059295">
                <a:moveTo>
                  <a:pt x="3572683" y="5113219"/>
                </a:moveTo>
                <a:lnTo>
                  <a:pt x="3554760" y="5082181"/>
                </a:lnTo>
                <a:lnTo>
                  <a:pt x="3585803" y="5064264"/>
                </a:lnTo>
                <a:lnTo>
                  <a:pt x="3603720" y="5095301"/>
                </a:lnTo>
                <a:lnTo>
                  <a:pt x="3572683" y="5113219"/>
                </a:lnTo>
                <a:close/>
              </a:path>
              <a:path w="6730365" h="7059295">
                <a:moveTo>
                  <a:pt x="3498194" y="4981856"/>
                </a:moveTo>
                <a:lnTo>
                  <a:pt x="3481450" y="4952858"/>
                </a:lnTo>
                <a:lnTo>
                  <a:pt x="3510455" y="4936107"/>
                </a:lnTo>
                <a:lnTo>
                  <a:pt x="3527200" y="4965112"/>
                </a:lnTo>
                <a:lnTo>
                  <a:pt x="3498194" y="4981856"/>
                </a:lnTo>
                <a:close/>
              </a:path>
              <a:path w="6730365" h="7059295">
                <a:moveTo>
                  <a:pt x="3423599" y="4850898"/>
                </a:moveTo>
                <a:lnTo>
                  <a:pt x="3407737" y="4823415"/>
                </a:lnTo>
                <a:lnTo>
                  <a:pt x="3435214" y="4807553"/>
                </a:lnTo>
                <a:lnTo>
                  <a:pt x="3451082" y="4835030"/>
                </a:lnTo>
                <a:lnTo>
                  <a:pt x="3423599" y="4850898"/>
                </a:lnTo>
                <a:close/>
              </a:path>
              <a:path w="6730365" h="7059295">
                <a:moveTo>
                  <a:pt x="3349111" y="4719531"/>
                </a:moveTo>
                <a:lnTo>
                  <a:pt x="3334422" y="4694085"/>
                </a:lnTo>
                <a:lnTo>
                  <a:pt x="3359862" y="4679396"/>
                </a:lnTo>
                <a:lnTo>
                  <a:pt x="3374556" y="4704842"/>
                </a:lnTo>
                <a:lnTo>
                  <a:pt x="3349111" y="4719531"/>
                </a:lnTo>
                <a:close/>
              </a:path>
              <a:path w="6730365" h="7059295">
                <a:moveTo>
                  <a:pt x="3274628" y="4588163"/>
                </a:moveTo>
                <a:lnTo>
                  <a:pt x="3261112" y="4564755"/>
                </a:lnTo>
                <a:lnTo>
                  <a:pt x="3284520" y="4551239"/>
                </a:lnTo>
                <a:lnTo>
                  <a:pt x="3298030" y="4574647"/>
                </a:lnTo>
                <a:lnTo>
                  <a:pt x="3274628" y="4588163"/>
                </a:lnTo>
                <a:close/>
              </a:path>
              <a:path w="6730365" h="7059295">
                <a:moveTo>
                  <a:pt x="3200028" y="4457205"/>
                </a:moveTo>
                <a:lnTo>
                  <a:pt x="3187394" y="4435319"/>
                </a:lnTo>
                <a:lnTo>
                  <a:pt x="3209279" y="4422685"/>
                </a:lnTo>
                <a:lnTo>
                  <a:pt x="3221913" y="4444571"/>
                </a:lnTo>
                <a:lnTo>
                  <a:pt x="3200028" y="4457205"/>
                </a:lnTo>
                <a:close/>
              </a:path>
              <a:path w="6730365" h="7059295">
                <a:moveTo>
                  <a:pt x="3125545" y="4325837"/>
                </a:moveTo>
                <a:lnTo>
                  <a:pt x="3114090" y="4305989"/>
                </a:lnTo>
                <a:lnTo>
                  <a:pt x="3133932" y="4294534"/>
                </a:lnTo>
                <a:lnTo>
                  <a:pt x="3145393" y="4314376"/>
                </a:lnTo>
                <a:lnTo>
                  <a:pt x="3125545" y="4325837"/>
                </a:lnTo>
                <a:close/>
              </a:path>
              <a:path w="6730365" h="7059295">
                <a:moveTo>
                  <a:pt x="3050950" y="4194866"/>
                </a:moveTo>
                <a:lnTo>
                  <a:pt x="3040377" y="4176552"/>
                </a:lnTo>
                <a:lnTo>
                  <a:pt x="3058691" y="4165973"/>
                </a:lnTo>
                <a:lnTo>
                  <a:pt x="3069270" y="4184293"/>
                </a:lnTo>
                <a:lnTo>
                  <a:pt x="3050950" y="4194866"/>
                </a:lnTo>
                <a:close/>
              </a:path>
              <a:path w="6730365" h="7059295">
                <a:moveTo>
                  <a:pt x="2976355" y="4063908"/>
                </a:moveTo>
                <a:lnTo>
                  <a:pt x="2966658" y="4047116"/>
                </a:lnTo>
                <a:lnTo>
                  <a:pt x="2983450" y="4037420"/>
                </a:lnTo>
                <a:lnTo>
                  <a:pt x="2993146" y="4054212"/>
                </a:lnTo>
                <a:lnTo>
                  <a:pt x="2976355" y="4063908"/>
                </a:lnTo>
                <a:close/>
              </a:path>
              <a:path w="6730365" h="7059295">
                <a:moveTo>
                  <a:pt x="2901759" y="3932943"/>
                </a:moveTo>
                <a:lnTo>
                  <a:pt x="2892946" y="3917679"/>
                </a:lnTo>
                <a:lnTo>
                  <a:pt x="2908209" y="3908866"/>
                </a:lnTo>
                <a:lnTo>
                  <a:pt x="2917023" y="3924129"/>
                </a:lnTo>
                <a:lnTo>
                  <a:pt x="2901759" y="3932943"/>
                </a:lnTo>
                <a:close/>
              </a:path>
              <a:path w="6730365" h="7059295">
                <a:moveTo>
                  <a:pt x="2827164" y="3801978"/>
                </a:moveTo>
                <a:lnTo>
                  <a:pt x="2819233" y="3788236"/>
                </a:lnTo>
                <a:lnTo>
                  <a:pt x="2832969" y="3780305"/>
                </a:lnTo>
                <a:lnTo>
                  <a:pt x="2840900" y="3794047"/>
                </a:lnTo>
                <a:lnTo>
                  <a:pt x="2827164" y="3801978"/>
                </a:lnTo>
                <a:close/>
              </a:path>
              <a:path w="6730365" h="7059295">
                <a:moveTo>
                  <a:pt x="2752575" y="3671013"/>
                </a:moveTo>
                <a:lnTo>
                  <a:pt x="2745520" y="3658799"/>
                </a:lnTo>
                <a:lnTo>
                  <a:pt x="2757734" y="3651751"/>
                </a:lnTo>
                <a:lnTo>
                  <a:pt x="2764788" y="3663964"/>
                </a:lnTo>
                <a:lnTo>
                  <a:pt x="2752575" y="3671013"/>
                </a:lnTo>
                <a:close/>
              </a:path>
              <a:path w="6730365" h="7059295">
                <a:moveTo>
                  <a:pt x="2678087" y="3539651"/>
                </a:moveTo>
                <a:lnTo>
                  <a:pt x="2672211" y="3529476"/>
                </a:lnTo>
                <a:lnTo>
                  <a:pt x="2682387" y="3523600"/>
                </a:lnTo>
                <a:lnTo>
                  <a:pt x="2688263" y="3533775"/>
                </a:lnTo>
                <a:lnTo>
                  <a:pt x="2678087" y="3539651"/>
                </a:lnTo>
                <a:close/>
              </a:path>
              <a:path w="6730365" h="7059295">
                <a:moveTo>
                  <a:pt x="2603379" y="3409089"/>
                </a:moveTo>
                <a:lnTo>
                  <a:pt x="2598090" y="3399927"/>
                </a:lnTo>
                <a:lnTo>
                  <a:pt x="2607253" y="3394637"/>
                </a:lnTo>
                <a:lnTo>
                  <a:pt x="2612542" y="3403800"/>
                </a:lnTo>
                <a:lnTo>
                  <a:pt x="2603379" y="3409089"/>
                </a:lnTo>
                <a:close/>
              </a:path>
              <a:path w="6730365" h="7059295">
                <a:moveTo>
                  <a:pt x="2528684" y="3278521"/>
                </a:moveTo>
                <a:lnTo>
                  <a:pt x="2523981" y="3270377"/>
                </a:lnTo>
                <a:lnTo>
                  <a:pt x="2532119" y="3265674"/>
                </a:lnTo>
                <a:lnTo>
                  <a:pt x="2536822" y="3273824"/>
                </a:lnTo>
                <a:lnTo>
                  <a:pt x="2528684" y="3278521"/>
                </a:lnTo>
                <a:close/>
              </a:path>
              <a:path w="6730365" h="7059295">
                <a:moveTo>
                  <a:pt x="2453982" y="3147959"/>
                </a:moveTo>
                <a:lnTo>
                  <a:pt x="2449865" y="3140834"/>
                </a:lnTo>
                <a:lnTo>
                  <a:pt x="2456991" y="3136723"/>
                </a:lnTo>
                <a:lnTo>
                  <a:pt x="2461107" y="3143849"/>
                </a:lnTo>
                <a:lnTo>
                  <a:pt x="2453982" y="3147959"/>
                </a:lnTo>
                <a:close/>
              </a:path>
              <a:path w="6730365" h="7059295">
                <a:moveTo>
                  <a:pt x="2379387" y="3016995"/>
                </a:moveTo>
                <a:lnTo>
                  <a:pt x="2376153" y="3011397"/>
                </a:lnTo>
                <a:lnTo>
                  <a:pt x="2381750" y="3008163"/>
                </a:lnTo>
                <a:lnTo>
                  <a:pt x="2384984" y="3013761"/>
                </a:lnTo>
                <a:lnTo>
                  <a:pt x="2379387" y="3016995"/>
                </a:lnTo>
                <a:close/>
              </a:path>
              <a:path w="6730365" h="7059295">
                <a:moveTo>
                  <a:pt x="2304679" y="2886433"/>
                </a:moveTo>
                <a:lnTo>
                  <a:pt x="2302038" y="2881848"/>
                </a:lnTo>
                <a:lnTo>
                  <a:pt x="2306616" y="2879206"/>
                </a:lnTo>
                <a:lnTo>
                  <a:pt x="2309264" y="2883785"/>
                </a:lnTo>
                <a:lnTo>
                  <a:pt x="2304679" y="2886433"/>
                </a:lnTo>
                <a:close/>
              </a:path>
              <a:path w="6730365" h="7059295">
                <a:moveTo>
                  <a:pt x="2229978" y="2755871"/>
                </a:moveTo>
                <a:lnTo>
                  <a:pt x="2227922" y="2752305"/>
                </a:lnTo>
                <a:lnTo>
                  <a:pt x="2231482" y="2750249"/>
                </a:lnTo>
                <a:lnTo>
                  <a:pt x="2233537" y="2753815"/>
                </a:lnTo>
                <a:lnTo>
                  <a:pt x="2229978" y="2755871"/>
                </a:lnTo>
                <a:close/>
              </a:path>
              <a:path w="6730365" h="7059295">
                <a:moveTo>
                  <a:pt x="2155276" y="2625303"/>
                </a:moveTo>
                <a:lnTo>
                  <a:pt x="2153807" y="2622762"/>
                </a:lnTo>
                <a:lnTo>
                  <a:pt x="2156348" y="2621293"/>
                </a:lnTo>
                <a:lnTo>
                  <a:pt x="2157817" y="2623834"/>
                </a:lnTo>
                <a:lnTo>
                  <a:pt x="2155276" y="2625303"/>
                </a:lnTo>
                <a:close/>
              </a:path>
              <a:path w="6730365" h="7059295">
                <a:moveTo>
                  <a:pt x="2080574" y="2494741"/>
                </a:moveTo>
                <a:lnTo>
                  <a:pt x="2079692" y="2493219"/>
                </a:lnTo>
                <a:lnTo>
                  <a:pt x="2081220" y="2492336"/>
                </a:lnTo>
                <a:lnTo>
                  <a:pt x="2082103" y="2493858"/>
                </a:lnTo>
                <a:lnTo>
                  <a:pt x="2080574" y="2494741"/>
                </a:lnTo>
                <a:close/>
              </a:path>
              <a:path w="6730365" h="7059295">
                <a:moveTo>
                  <a:pt x="4921831" y="7059270"/>
                </a:moveTo>
                <a:lnTo>
                  <a:pt x="4905644" y="7059270"/>
                </a:lnTo>
                <a:lnTo>
                  <a:pt x="4917784" y="7052262"/>
                </a:lnTo>
                <a:lnTo>
                  <a:pt x="4921831" y="7059270"/>
                </a:lnTo>
                <a:close/>
              </a:path>
              <a:path w="6730365" h="7059295">
                <a:moveTo>
                  <a:pt x="4819420" y="7009995"/>
                </a:moveTo>
                <a:lnTo>
                  <a:pt x="4782994" y="6946896"/>
                </a:lnTo>
                <a:lnTo>
                  <a:pt x="4846092" y="6910463"/>
                </a:lnTo>
                <a:lnTo>
                  <a:pt x="4882525" y="6973562"/>
                </a:lnTo>
                <a:lnTo>
                  <a:pt x="4819420" y="7009995"/>
                </a:lnTo>
                <a:close/>
              </a:path>
              <a:path w="6730365" h="7059295">
                <a:moveTo>
                  <a:pt x="4744937" y="6878633"/>
                </a:moveTo>
                <a:lnTo>
                  <a:pt x="4709678" y="6817566"/>
                </a:lnTo>
                <a:lnTo>
                  <a:pt x="4770744" y="6782313"/>
                </a:lnTo>
                <a:lnTo>
                  <a:pt x="4805998" y="6843379"/>
                </a:lnTo>
                <a:lnTo>
                  <a:pt x="4744937" y="6878633"/>
                </a:lnTo>
                <a:close/>
              </a:path>
              <a:path w="6730365" h="7059295">
                <a:moveTo>
                  <a:pt x="4670556" y="6746863"/>
                </a:moveTo>
                <a:lnTo>
                  <a:pt x="4636771" y="6688343"/>
                </a:lnTo>
                <a:lnTo>
                  <a:pt x="4695291" y="6654558"/>
                </a:lnTo>
                <a:lnTo>
                  <a:pt x="4729076" y="6713078"/>
                </a:lnTo>
                <a:lnTo>
                  <a:pt x="4670556" y="6746863"/>
                </a:lnTo>
                <a:close/>
              </a:path>
              <a:path w="6730365" h="7059295">
                <a:moveTo>
                  <a:pt x="4596068" y="6615501"/>
                </a:moveTo>
                <a:lnTo>
                  <a:pt x="4563456" y="6559013"/>
                </a:lnTo>
                <a:lnTo>
                  <a:pt x="4619944" y="6526401"/>
                </a:lnTo>
                <a:lnTo>
                  <a:pt x="4652556" y="6582889"/>
                </a:lnTo>
                <a:lnTo>
                  <a:pt x="4596068" y="6615501"/>
                </a:lnTo>
                <a:close/>
              </a:path>
              <a:path w="6730365" h="7059295">
                <a:moveTo>
                  <a:pt x="4521473" y="6484530"/>
                </a:moveTo>
                <a:lnTo>
                  <a:pt x="4489743" y="6429576"/>
                </a:lnTo>
                <a:lnTo>
                  <a:pt x="4544703" y="6397846"/>
                </a:lnTo>
                <a:lnTo>
                  <a:pt x="4576433" y="6452800"/>
                </a:lnTo>
                <a:lnTo>
                  <a:pt x="4521473" y="6484530"/>
                </a:lnTo>
                <a:close/>
              </a:path>
              <a:path w="6730365" h="7059295">
                <a:moveTo>
                  <a:pt x="4446984" y="6353168"/>
                </a:moveTo>
                <a:lnTo>
                  <a:pt x="4416433" y="6300246"/>
                </a:lnTo>
                <a:lnTo>
                  <a:pt x="4469356" y="6269689"/>
                </a:lnTo>
                <a:lnTo>
                  <a:pt x="4499913" y="6322612"/>
                </a:lnTo>
                <a:lnTo>
                  <a:pt x="4446984" y="6353168"/>
                </a:lnTo>
                <a:close/>
              </a:path>
              <a:path w="6730365" h="7059295">
                <a:moveTo>
                  <a:pt x="4372502" y="6221801"/>
                </a:moveTo>
                <a:lnTo>
                  <a:pt x="4343124" y="6170916"/>
                </a:lnTo>
                <a:lnTo>
                  <a:pt x="4394009" y="6141538"/>
                </a:lnTo>
                <a:lnTo>
                  <a:pt x="4423387" y="6192423"/>
                </a:lnTo>
                <a:lnTo>
                  <a:pt x="4372502" y="6221801"/>
                </a:lnTo>
                <a:close/>
              </a:path>
              <a:path w="6730365" h="7059295">
                <a:moveTo>
                  <a:pt x="4298120" y="6090031"/>
                </a:moveTo>
                <a:lnTo>
                  <a:pt x="4270211" y="6041693"/>
                </a:lnTo>
                <a:lnTo>
                  <a:pt x="4318555" y="6013783"/>
                </a:lnTo>
                <a:lnTo>
                  <a:pt x="4346464" y="6062121"/>
                </a:lnTo>
                <a:lnTo>
                  <a:pt x="4298120" y="6090031"/>
                </a:lnTo>
                <a:close/>
              </a:path>
              <a:path w="6730365" h="7059295">
                <a:moveTo>
                  <a:pt x="4223632" y="5958669"/>
                </a:moveTo>
                <a:lnTo>
                  <a:pt x="4196896" y="5912363"/>
                </a:lnTo>
                <a:lnTo>
                  <a:pt x="4243208" y="5885626"/>
                </a:lnTo>
                <a:lnTo>
                  <a:pt x="4269945" y="5931933"/>
                </a:lnTo>
                <a:lnTo>
                  <a:pt x="4223632" y="5958669"/>
                </a:lnTo>
                <a:close/>
              </a:path>
              <a:path w="6730365" h="7059295">
                <a:moveTo>
                  <a:pt x="4149256" y="5826905"/>
                </a:moveTo>
                <a:lnTo>
                  <a:pt x="4123988" y="5783140"/>
                </a:lnTo>
                <a:lnTo>
                  <a:pt x="4167753" y="5757872"/>
                </a:lnTo>
                <a:lnTo>
                  <a:pt x="4193015" y="5801637"/>
                </a:lnTo>
                <a:lnTo>
                  <a:pt x="4149256" y="5826905"/>
                </a:lnTo>
                <a:close/>
              </a:path>
              <a:path w="6730365" h="7059295">
                <a:moveTo>
                  <a:pt x="4074768" y="5695537"/>
                </a:moveTo>
                <a:lnTo>
                  <a:pt x="4050679" y="5653809"/>
                </a:lnTo>
                <a:lnTo>
                  <a:pt x="4092401" y="5629720"/>
                </a:lnTo>
                <a:lnTo>
                  <a:pt x="4116496" y="5671448"/>
                </a:lnTo>
                <a:lnTo>
                  <a:pt x="4074768" y="5695537"/>
                </a:lnTo>
                <a:close/>
              </a:path>
              <a:path w="6730365" h="7059295">
                <a:moveTo>
                  <a:pt x="4000280" y="5564170"/>
                </a:moveTo>
                <a:lnTo>
                  <a:pt x="3977363" y="5524479"/>
                </a:lnTo>
                <a:lnTo>
                  <a:pt x="4017059" y="5501563"/>
                </a:lnTo>
                <a:lnTo>
                  <a:pt x="4039976" y="5541253"/>
                </a:lnTo>
                <a:lnTo>
                  <a:pt x="4000280" y="5564170"/>
                </a:lnTo>
                <a:close/>
              </a:path>
              <a:path w="6730365" h="7059295">
                <a:moveTo>
                  <a:pt x="3925791" y="5432808"/>
                </a:moveTo>
                <a:lnTo>
                  <a:pt x="3904054" y="5395155"/>
                </a:lnTo>
                <a:lnTo>
                  <a:pt x="3941712" y="5373411"/>
                </a:lnTo>
                <a:lnTo>
                  <a:pt x="3963456" y="5411064"/>
                </a:lnTo>
                <a:lnTo>
                  <a:pt x="3925791" y="5432808"/>
                </a:lnTo>
                <a:close/>
              </a:path>
              <a:path w="6730365" h="7059295">
                <a:moveTo>
                  <a:pt x="3851196" y="5301843"/>
                </a:moveTo>
                <a:lnTo>
                  <a:pt x="3830341" y="5265712"/>
                </a:lnTo>
                <a:lnTo>
                  <a:pt x="3866472" y="5244852"/>
                </a:lnTo>
                <a:lnTo>
                  <a:pt x="3887332" y="5280982"/>
                </a:lnTo>
                <a:lnTo>
                  <a:pt x="3851196" y="5301843"/>
                </a:lnTo>
                <a:close/>
              </a:path>
              <a:path w="6730365" h="7059295">
                <a:moveTo>
                  <a:pt x="3776820" y="5170073"/>
                </a:moveTo>
                <a:lnTo>
                  <a:pt x="3757428" y="5136489"/>
                </a:lnTo>
                <a:lnTo>
                  <a:pt x="3791017" y="5117097"/>
                </a:lnTo>
                <a:lnTo>
                  <a:pt x="3810404" y="5150681"/>
                </a:lnTo>
                <a:lnTo>
                  <a:pt x="3776820" y="5170073"/>
                </a:lnTo>
                <a:close/>
              </a:path>
              <a:path w="6730365" h="7059295">
                <a:moveTo>
                  <a:pt x="3702225" y="5039114"/>
                </a:moveTo>
                <a:lnTo>
                  <a:pt x="3683715" y="5007053"/>
                </a:lnTo>
                <a:lnTo>
                  <a:pt x="3715777" y="4988543"/>
                </a:lnTo>
                <a:lnTo>
                  <a:pt x="3734286" y="5020605"/>
                </a:lnTo>
                <a:lnTo>
                  <a:pt x="3702225" y="5039114"/>
                </a:lnTo>
                <a:close/>
              </a:path>
              <a:path w="6730365" h="7059295">
                <a:moveTo>
                  <a:pt x="3627742" y="4907747"/>
                </a:moveTo>
                <a:lnTo>
                  <a:pt x="3610412" y="4877723"/>
                </a:lnTo>
                <a:lnTo>
                  <a:pt x="3640424" y="4860392"/>
                </a:lnTo>
                <a:lnTo>
                  <a:pt x="3657760" y="4890416"/>
                </a:lnTo>
                <a:lnTo>
                  <a:pt x="3627742" y="4907747"/>
                </a:lnTo>
                <a:close/>
              </a:path>
              <a:path w="6730365" h="7059295">
                <a:moveTo>
                  <a:pt x="3553248" y="4776379"/>
                </a:moveTo>
                <a:lnTo>
                  <a:pt x="3537090" y="4748393"/>
                </a:lnTo>
                <a:lnTo>
                  <a:pt x="3565082" y="4732235"/>
                </a:lnTo>
                <a:lnTo>
                  <a:pt x="3581241" y="4760221"/>
                </a:lnTo>
                <a:lnTo>
                  <a:pt x="3553248" y="4776379"/>
                </a:lnTo>
                <a:close/>
              </a:path>
              <a:path w="6730365" h="7059295">
                <a:moveTo>
                  <a:pt x="3478659" y="4645414"/>
                </a:moveTo>
                <a:lnTo>
                  <a:pt x="3463384" y="4618950"/>
                </a:lnTo>
                <a:lnTo>
                  <a:pt x="3489836" y="4603675"/>
                </a:lnTo>
                <a:lnTo>
                  <a:pt x="3505118" y="4630139"/>
                </a:lnTo>
                <a:lnTo>
                  <a:pt x="3478659" y="4645414"/>
                </a:lnTo>
                <a:close/>
              </a:path>
              <a:path w="6730365" h="7059295">
                <a:moveTo>
                  <a:pt x="3404171" y="4514053"/>
                </a:moveTo>
                <a:lnTo>
                  <a:pt x="3390069" y="4489626"/>
                </a:lnTo>
                <a:lnTo>
                  <a:pt x="3414495" y="4475523"/>
                </a:lnTo>
                <a:lnTo>
                  <a:pt x="3428598" y="4499950"/>
                </a:lnTo>
                <a:lnTo>
                  <a:pt x="3404171" y="4514053"/>
                </a:lnTo>
                <a:close/>
              </a:path>
              <a:path w="6730365" h="7059295">
                <a:moveTo>
                  <a:pt x="3329683" y="4382679"/>
                </a:moveTo>
                <a:lnTo>
                  <a:pt x="3316759" y="4360290"/>
                </a:lnTo>
                <a:lnTo>
                  <a:pt x="3339142" y="4347366"/>
                </a:lnTo>
                <a:lnTo>
                  <a:pt x="3352072" y="4369755"/>
                </a:lnTo>
                <a:lnTo>
                  <a:pt x="3329683" y="4382679"/>
                </a:lnTo>
                <a:close/>
              </a:path>
              <a:path w="6730365" h="7059295">
                <a:moveTo>
                  <a:pt x="3255087" y="4251721"/>
                </a:moveTo>
                <a:lnTo>
                  <a:pt x="3243046" y="4230860"/>
                </a:lnTo>
                <a:lnTo>
                  <a:pt x="3263907" y="4218812"/>
                </a:lnTo>
                <a:lnTo>
                  <a:pt x="3275954" y="4239673"/>
                </a:lnTo>
                <a:lnTo>
                  <a:pt x="3255087" y="4251721"/>
                </a:lnTo>
                <a:close/>
              </a:path>
              <a:path w="6730365" h="7059295">
                <a:moveTo>
                  <a:pt x="3180605" y="4120353"/>
                </a:moveTo>
                <a:lnTo>
                  <a:pt x="3169730" y="4101524"/>
                </a:lnTo>
                <a:lnTo>
                  <a:pt x="3188560" y="4090655"/>
                </a:lnTo>
                <a:lnTo>
                  <a:pt x="3199428" y="4109485"/>
                </a:lnTo>
                <a:lnTo>
                  <a:pt x="3180605" y="4120353"/>
                </a:lnTo>
                <a:close/>
              </a:path>
              <a:path w="6730365" h="7059295">
                <a:moveTo>
                  <a:pt x="3105903" y="3989791"/>
                </a:moveTo>
                <a:lnTo>
                  <a:pt x="3095621" y="3971981"/>
                </a:lnTo>
                <a:lnTo>
                  <a:pt x="3113425" y="3961698"/>
                </a:lnTo>
                <a:lnTo>
                  <a:pt x="3123708" y="3979509"/>
                </a:lnTo>
                <a:lnTo>
                  <a:pt x="3105903" y="3989791"/>
                </a:lnTo>
                <a:close/>
              </a:path>
              <a:path w="6730365" h="7059295">
                <a:moveTo>
                  <a:pt x="3031415" y="3858430"/>
                </a:moveTo>
                <a:lnTo>
                  <a:pt x="3022306" y="3842651"/>
                </a:lnTo>
                <a:lnTo>
                  <a:pt x="3038079" y="3833541"/>
                </a:lnTo>
                <a:lnTo>
                  <a:pt x="3047188" y="3849320"/>
                </a:lnTo>
                <a:lnTo>
                  <a:pt x="3031415" y="3858430"/>
                </a:lnTo>
                <a:close/>
              </a:path>
              <a:path w="6730365" h="7059295">
                <a:moveTo>
                  <a:pt x="2956820" y="3727459"/>
                </a:moveTo>
                <a:lnTo>
                  <a:pt x="2948593" y="3713214"/>
                </a:lnTo>
                <a:lnTo>
                  <a:pt x="2962838" y="3704987"/>
                </a:lnTo>
                <a:lnTo>
                  <a:pt x="2971065" y="3719232"/>
                </a:lnTo>
                <a:lnTo>
                  <a:pt x="2956820" y="3727459"/>
                </a:lnTo>
                <a:close/>
              </a:path>
              <a:path w="6730365" h="7059295">
                <a:moveTo>
                  <a:pt x="2882225" y="3596494"/>
                </a:moveTo>
                <a:lnTo>
                  <a:pt x="2874880" y="3583771"/>
                </a:lnTo>
                <a:lnTo>
                  <a:pt x="2887597" y="3576426"/>
                </a:lnTo>
                <a:lnTo>
                  <a:pt x="2894941" y="3589149"/>
                </a:lnTo>
                <a:lnTo>
                  <a:pt x="2882225" y="3596494"/>
                </a:lnTo>
                <a:close/>
              </a:path>
              <a:path w="6730365" h="7059295">
                <a:moveTo>
                  <a:pt x="2807629" y="3465535"/>
                </a:moveTo>
                <a:lnTo>
                  <a:pt x="2801167" y="3454335"/>
                </a:lnTo>
                <a:lnTo>
                  <a:pt x="2812356" y="3447873"/>
                </a:lnTo>
                <a:lnTo>
                  <a:pt x="2818824" y="3459073"/>
                </a:lnTo>
                <a:lnTo>
                  <a:pt x="2807629" y="3465535"/>
                </a:lnTo>
                <a:close/>
              </a:path>
              <a:path w="6730365" h="7059295">
                <a:moveTo>
                  <a:pt x="2733141" y="3334168"/>
                </a:moveTo>
                <a:lnTo>
                  <a:pt x="2727852" y="3325005"/>
                </a:lnTo>
                <a:lnTo>
                  <a:pt x="2737015" y="3319716"/>
                </a:lnTo>
                <a:lnTo>
                  <a:pt x="2742304" y="3328879"/>
                </a:lnTo>
                <a:lnTo>
                  <a:pt x="2733141" y="3334168"/>
                </a:lnTo>
                <a:close/>
              </a:path>
              <a:path w="6730365" h="7059295">
                <a:moveTo>
                  <a:pt x="2658440" y="3203606"/>
                </a:moveTo>
                <a:lnTo>
                  <a:pt x="2653737" y="3195462"/>
                </a:lnTo>
                <a:lnTo>
                  <a:pt x="2661881" y="3190759"/>
                </a:lnTo>
                <a:lnTo>
                  <a:pt x="2666584" y="3198903"/>
                </a:lnTo>
                <a:lnTo>
                  <a:pt x="2658440" y="3203606"/>
                </a:lnTo>
                <a:close/>
              </a:path>
              <a:path w="6730365" h="7059295">
                <a:moveTo>
                  <a:pt x="2583738" y="3073044"/>
                </a:moveTo>
                <a:lnTo>
                  <a:pt x="2579627" y="3065919"/>
                </a:lnTo>
                <a:lnTo>
                  <a:pt x="2586747" y="3061808"/>
                </a:lnTo>
                <a:lnTo>
                  <a:pt x="2590864" y="3068933"/>
                </a:lnTo>
                <a:lnTo>
                  <a:pt x="2583738" y="3073044"/>
                </a:lnTo>
                <a:close/>
              </a:path>
              <a:path w="6730365" h="7059295">
                <a:moveTo>
                  <a:pt x="2509036" y="2942476"/>
                </a:moveTo>
                <a:lnTo>
                  <a:pt x="2505512" y="2936369"/>
                </a:lnTo>
                <a:lnTo>
                  <a:pt x="2511613" y="2932845"/>
                </a:lnTo>
                <a:lnTo>
                  <a:pt x="2515143" y="2938952"/>
                </a:lnTo>
                <a:lnTo>
                  <a:pt x="2509036" y="2942476"/>
                </a:lnTo>
                <a:close/>
              </a:path>
              <a:path w="6730365" h="7059295">
                <a:moveTo>
                  <a:pt x="2434335" y="2811914"/>
                </a:moveTo>
                <a:lnTo>
                  <a:pt x="2431397" y="2806826"/>
                </a:lnTo>
                <a:lnTo>
                  <a:pt x="2436485" y="2803888"/>
                </a:lnTo>
                <a:lnTo>
                  <a:pt x="2439422" y="2808976"/>
                </a:lnTo>
                <a:lnTo>
                  <a:pt x="2434335" y="2811914"/>
                </a:lnTo>
                <a:close/>
              </a:path>
              <a:path w="6730365" h="7059295">
                <a:moveTo>
                  <a:pt x="2359633" y="2681352"/>
                </a:moveTo>
                <a:lnTo>
                  <a:pt x="2357281" y="2677283"/>
                </a:lnTo>
                <a:lnTo>
                  <a:pt x="2361351" y="2674931"/>
                </a:lnTo>
                <a:lnTo>
                  <a:pt x="2363702" y="2679000"/>
                </a:lnTo>
                <a:lnTo>
                  <a:pt x="2359633" y="2681352"/>
                </a:lnTo>
                <a:close/>
              </a:path>
              <a:path w="6730365" h="7059295">
                <a:moveTo>
                  <a:pt x="2284925" y="2550790"/>
                </a:moveTo>
                <a:lnTo>
                  <a:pt x="2283166" y="2547740"/>
                </a:lnTo>
                <a:lnTo>
                  <a:pt x="2286223" y="2545975"/>
                </a:lnTo>
                <a:lnTo>
                  <a:pt x="2287988" y="2549025"/>
                </a:lnTo>
                <a:lnTo>
                  <a:pt x="2284925" y="2550790"/>
                </a:lnTo>
                <a:close/>
              </a:path>
              <a:path w="6730365" h="7059295">
                <a:moveTo>
                  <a:pt x="2210230" y="2420228"/>
                </a:moveTo>
                <a:lnTo>
                  <a:pt x="2209057" y="2418190"/>
                </a:lnTo>
                <a:lnTo>
                  <a:pt x="2211083" y="2417018"/>
                </a:lnTo>
                <a:lnTo>
                  <a:pt x="2212262" y="2419055"/>
                </a:lnTo>
                <a:lnTo>
                  <a:pt x="2210230" y="2420228"/>
                </a:lnTo>
                <a:close/>
              </a:path>
              <a:path w="6730365" h="7059295">
                <a:moveTo>
                  <a:pt x="2136541" y="2289079"/>
                </a:moveTo>
                <a:lnTo>
                  <a:pt x="2135191" y="2289079"/>
                </a:lnTo>
                <a:lnTo>
                  <a:pt x="2134942" y="2288647"/>
                </a:lnTo>
                <a:lnTo>
                  <a:pt x="2136292" y="2288647"/>
                </a:lnTo>
                <a:lnTo>
                  <a:pt x="2136541" y="2289079"/>
                </a:lnTo>
                <a:close/>
              </a:path>
              <a:path w="6730365" h="7059295">
                <a:moveTo>
                  <a:pt x="5039029" y="7059270"/>
                </a:moveTo>
                <a:lnTo>
                  <a:pt x="5017832" y="7059270"/>
                </a:lnTo>
                <a:lnTo>
                  <a:pt x="4984057" y="7000772"/>
                </a:lnTo>
                <a:lnTo>
                  <a:pt x="5051740" y="6961697"/>
                </a:lnTo>
                <a:lnTo>
                  <a:pt x="5090814" y="7029374"/>
                </a:lnTo>
                <a:lnTo>
                  <a:pt x="5039029" y="7059270"/>
                </a:lnTo>
                <a:close/>
              </a:path>
              <a:path w="6730365" h="7059295">
                <a:moveTo>
                  <a:pt x="4948750" y="6936678"/>
                </a:moveTo>
                <a:lnTo>
                  <a:pt x="4911144" y="6871548"/>
                </a:lnTo>
                <a:lnTo>
                  <a:pt x="4976280" y="6833943"/>
                </a:lnTo>
                <a:lnTo>
                  <a:pt x="5013885" y="6899073"/>
                </a:lnTo>
                <a:lnTo>
                  <a:pt x="4948750" y="6936678"/>
                </a:lnTo>
                <a:close/>
              </a:path>
              <a:path w="6730365" h="7059295">
                <a:moveTo>
                  <a:pt x="4874261" y="6805316"/>
                </a:moveTo>
                <a:lnTo>
                  <a:pt x="4837835" y="6742218"/>
                </a:lnTo>
                <a:lnTo>
                  <a:pt x="4900933" y="6705791"/>
                </a:lnTo>
                <a:lnTo>
                  <a:pt x="4937360" y="6768890"/>
                </a:lnTo>
                <a:lnTo>
                  <a:pt x="4874261" y="6805316"/>
                </a:lnTo>
                <a:close/>
              </a:path>
              <a:path w="6730365" h="7059295">
                <a:moveTo>
                  <a:pt x="4799885" y="6673546"/>
                </a:moveTo>
                <a:lnTo>
                  <a:pt x="4764921" y="6612995"/>
                </a:lnTo>
                <a:lnTo>
                  <a:pt x="4825479" y="6578031"/>
                </a:lnTo>
                <a:lnTo>
                  <a:pt x="4860437" y="6638588"/>
                </a:lnTo>
                <a:lnTo>
                  <a:pt x="4799885" y="6673546"/>
                </a:lnTo>
                <a:close/>
              </a:path>
              <a:path w="6730365" h="7059295">
                <a:moveTo>
                  <a:pt x="4725403" y="6542185"/>
                </a:moveTo>
                <a:lnTo>
                  <a:pt x="4691618" y="6483665"/>
                </a:lnTo>
                <a:lnTo>
                  <a:pt x="4750132" y="6449880"/>
                </a:lnTo>
                <a:lnTo>
                  <a:pt x="4783917" y="6508399"/>
                </a:lnTo>
                <a:lnTo>
                  <a:pt x="4725403" y="6542185"/>
                </a:lnTo>
                <a:close/>
              </a:path>
              <a:path w="6730365" h="7059295">
                <a:moveTo>
                  <a:pt x="4650915" y="6410817"/>
                </a:moveTo>
                <a:lnTo>
                  <a:pt x="4618303" y="6354335"/>
                </a:lnTo>
                <a:lnTo>
                  <a:pt x="4674785" y="6321722"/>
                </a:lnTo>
                <a:lnTo>
                  <a:pt x="4707397" y="6378205"/>
                </a:lnTo>
                <a:lnTo>
                  <a:pt x="4650915" y="6410817"/>
                </a:lnTo>
                <a:close/>
              </a:path>
              <a:path w="6730365" h="7059295">
                <a:moveTo>
                  <a:pt x="4576421" y="6279455"/>
                </a:moveTo>
                <a:lnTo>
                  <a:pt x="4544987" y="6225005"/>
                </a:lnTo>
                <a:lnTo>
                  <a:pt x="4599437" y="6193571"/>
                </a:lnTo>
                <a:lnTo>
                  <a:pt x="4630871" y="6248016"/>
                </a:lnTo>
                <a:lnTo>
                  <a:pt x="4576421" y="6279455"/>
                </a:lnTo>
                <a:close/>
              </a:path>
              <a:path w="6730365" h="7059295">
                <a:moveTo>
                  <a:pt x="4501938" y="6148088"/>
                </a:moveTo>
                <a:lnTo>
                  <a:pt x="4471677" y="6095675"/>
                </a:lnTo>
                <a:lnTo>
                  <a:pt x="4524091" y="6065414"/>
                </a:lnTo>
                <a:lnTo>
                  <a:pt x="4554351" y="6117827"/>
                </a:lnTo>
                <a:lnTo>
                  <a:pt x="4501938" y="6148088"/>
                </a:lnTo>
                <a:close/>
              </a:path>
              <a:path w="6730365" h="7059295">
                <a:moveTo>
                  <a:pt x="4427562" y="6016323"/>
                </a:moveTo>
                <a:lnTo>
                  <a:pt x="4398770" y="5966451"/>
                </a:lnTo>
                <a:lnTo>
                  <a:pt x="4448636" y="5937659"/>
                </a:lnTo>
                <a:lnTo>
                  <a:pt x="4477429" y="5987531"/>
                </a:lnTo>
                <a:lnTo>
                  <a:pt x="4427562" y="6016323"/>
                </a:lnTo>
                <a:close/>
              </a:path>
              <a:path w="6730365" h="7059295">
                <a:moveTo>
                  <a:pt x="4353074" y="5884956"/>
                </a:moveTo>
                <a:lnTo>
                  <a:pt x="4325455" y="5837127"/>
                </a:lnTo>
                <a:lnTo>
                  <a:pt x="4373289" y="5809508"/>
                </a:lnTo>
                <a:lnTo>
                  <a:pt x="4400903" y="5857343"/>
                </a:lnTo>
                <a:lnTo>
                  <a:pt x="4353074" y="5884956"/>
                </a:lnTo>
                <a:close/>
              </a:path>
              <a:path w="6730365" h="7059295">
                <a:moveTo>
                  <a:pt x="4278693" y="5753192"/>
                </a:moveTo>
                <a:lnTo>
                  <a:pt x="4252542" y="5707898"/>
                </a:lnTo>
                <a:lnTo>
                  <a:pt x="4297829" y="5681754"/>
                </a:lnTo>
                <a:lnTo>
                  <a:pt x="4323980" y="5727042"/>
                </a:lnTo>
                <a:lnTo>
                  <a:pt x="4278693" y="5753192"/>
                </a:lnTo>
                <a:close/>
              </a:path>
              <a:path w="6730365" h="7059295">
                <a:moveTo>
                  <a:pt x="4204310" y="5621422"/>
                </a:moveTo>
                <a:lnTo>
                  <a:pt x="4179635" y="5578675"/>
                </a:lnTo>
                <a:lnTo>
                  <a:pt x="4222376" y="5553999"/>
                </a:lnTo>
                <a:lnTo>
                  <a:pt x="4247057" y="5596740"/>
                </a:lnTo>
                <a:lnTo>
                  <a:pt x="4204310" y="5621422"/>
                </a:lnTo>
                <a:close/>
              </a:path>
              <a:path w="6730365" h="7059295">
                <a:moveTo>
                  <a:pt x="4129828" y="5490054"/>
                </a:moveTo>
                <a:lnTo>
                  <a:pt x="4106325" y="5449345"/>
                </a:lnTo>
                <a:lnTo>
                  <a:pt x="4147035" y="5425842"/>
                </a:lnTo>
                <a:lnTo>
                  <a:pt x="4170537" y="5466551"/>
                </a:lnTo>
                <a:lnTo>
                  <a:pt x="4129828" y="5490054"/>
                </a:lnTo>
                <a:close/>
              </a:path>
              <a:path w="6730365" h="7059295">
                <a:moveTo>
                  <a:pt x="4055340" y="5358692"/>
                </a:moveTo>
                <a:lnTo>
                  <a:pt x="4033010" y="5320015"/>
                </a:lnTo>
                <a:lnTo>
                  <a:pt x="4071681" y="5297685"/>
                </a:lnTo>
                <a:lnTo>
                  <a:pt x="4094011" y="5336362"/>
                </a:lnTo>
                <a:lnTo>
                  <a:pt x="4055340" y="5358692"/>
                </a:lnTo>
                <a:close/>
              </a:path>
              <a:path w="6730365" h="7059295">
                <a:moveTo>
                  <a:pt x="3980744" y="5227722"/>
                </a:moveTo>
                <a:lnTo>
                  <a:pt x="3959297" y="5190578"/>
                </a:lnTo>
                <a:lnTo>
                  <a:pt x="3996446" y="5169131"/>
                </a:lnTo>
                <a:lnTo>
                  <a:pt x="4017894" y="5206274"/>
                </a:lnTo>
                <a:lnTo>
                  <a:pt x="3980744" y="5227722"/>
                </a:lnTo>
                <a:close/>
              </a:path>
              <a:path w="6730365" h="7059295">
                <a:moveTo>
                  <a:pt x="3906256" y="5096360"/>
                </a:moveTo>
                <a:lnTo>
                  <a:pt x="3885981" y="5061248"/>
                </a:lnTo>
                <a:lnTo>
                  <a:pt x="3921093" y="5040979"/>
                </a:lnTo>
                <a:lnTo>
                  <a:pt x="3941368" y="5076091"/>
                </a:lnTo>
                <a:lnTo>
                  <a:pt x="3906256" y="5096360"/>
                </a:lnTo>
                <a:close/>
              </a:path>
              <a:path w="6730365" h="7059295">
                <a:moveTo>
                  <a:pt x="3831774" y="4964992"/>
                </a:moveTo>
                <a:lnTo>
                  <a:pt x="3812678" y="4931918"/>
                </a:lnTo>
                <a:lnTo>
                  <a:pt x="3845752" y="4912822"/>
                </a:lnTo>
                <a:lnTo>
                  <a:pt x="3864848" y="4945896"/>
                </a:lnTo>
                <a:lnTo>
                  <a:pt x="3831774" y="4964992"/>
                </a:lnTo>
                <a:close/>
              </a:path>
              <a:path w="6730365" h="7059295">
                <a:moveTo>
                  <a:pt x="3757285" y="4833630"/>
                </a:moveTo>
                <a:lnTo>
                  <a:pt x="3739362" y="4802588"/>
                </a:lnTo>
                <a:lnTo>
                  <a:pt x="3770399" y="4784665"/>
                </a:lnTo>
                <a:lnTo>
                  <a:pt x="3788323" y="4815707"/>
                </a:lnTo>
                <a:lnTo>
                  <a:pt x="3757285" y="4833630"/>
                </a:lnTo>
                <a:close/>
              </a:path>
              <a:path w="6730365" h="7059295">
                <a:moveTo>
                  <a:pt x="3682904" y="4701860"/>
                </a:moveTo>
                <a:lnTo>
                  <a:pt x="3666456" y="4673371"/>
                </a:lnTo>
                <a:lnTo>
                  <a:pt x="3694945" y="4656916"/>
                </a:lnTo>
                <a:lnTo>
                  <a:pt x="3711400" y="4685412"/>
                </a:lnTo>
                <a:lnTo>
                  <a:pt x="3682904" y="4701860"/>
                </a:lnTo>
                <a:close/>
              </a:path>
              <a:path w="6730365" h="7059295">
                <a:moveTo>
                  <a:pt x="3608204" y="4571299"/>
                </a:moveTo>
                <a:lnTo>
                  <a:pt x="3592334" y="4543822"/>
                </a:lnTo>
                <a:lnTo>
                  <a:pt x="3619817" y="4527954"/>
                </a:lnTo>
                <a:lnTo>
                  <a:pt x="3635679" y="4555437"/>
                </a:lnTo>
                <a:lnTo>
                  <a:pt x="3608204" y="4571299"/>
                </a:lnTo>
                <a:close/>
              </a:path>
              <a:path w="6730365" h="7059295">
                <a:moveTo>
                  <a:pt x="3533720" y="4439931"/>
                </a:moveTo>
                <a:lnTo>
                  <a:pt x="3519030" y="4414491"/>
                </a:lnTo>
                <a:lnTo>
                  <a:pt x="3544470" y="4399802"/>
                </a:lnTo>
                <a:lnTo>
                  <a:pt x="3559159" y="4425242"/>
                </a:lnTo>
                <a:lnTo>
                  <a:pt x="3533720" y="4439931"/>
                </a:lnTo>
                <a:close/>
              </a:path>
              <a:path w="6730365" h="7059295">
                <a:moveTo>
                  <a:pt x="3459338" y="4308167"/>
                </a:moveTo>
                <a:lnTo>
                  <a:pt x="3446117" y="4285268"/>
                </a:lnTo>
                <a:lnTo>
                  <a:pt x="3469016" y="4272048"/>
                </a:lnTo>
                <a:lnTo>
                  <a:pt x="3482236" y="4294946"/>
                </a:lnTo>
                <a:lnTo>
                  <a:pt x="3459338" y="4308167"/>
                </a:lnTo>
                <a:close/>
              </a:path>
              <a:path w="6730365" h="7059295">
                <a:moveTo>
                  <a:pt x="3384742" y="4177196"/>
                </a:moveTo>
                <a:lnTo>
                  <a:pt x="3372405" y="4155831"/>
                </a:lnTo>
                <a:lnTo>
                  <a:pt x="3393775" y="4143494"/>
                </a:lnTo>
                <a:lnTo>
                  <a:pt x="3406113" y="4164858"/>
                </a:lnTo>
                <a:lnTo>
                  <a:pt x="3384742" y="4177196"/>
                </a:lnTo>
                <a:close/>
              </a:path>
              <a:path w="6730365" h="7059295">
                <a:moveTo>
                  <a:pt x="3310147" y="4046237"/>
                </a:moveTo>
                <a:lnTo>
                  <a:pt x="3298686" y="4026395"/>
                </a:lnTo>
                <a:lnTo>
                  <a:pt x="3318534" y="4014934"/>
                </a:lnTo>
                <a:lnTo>
                  <a:pt x="3329989" y="4034782"/>
                </a:lnTo>
                <a:lnTo>
                  <a:pt x="3310147" y="4046237"/>
                </a:lnTo>
                <a:close/>
              </a:path>
              <a:path w="6730365" h="7059295">
                <a:moveTo>
                  <a:pt x="3235551" y="3915272"/>
                </a:moveTo>
                <a:lnTo>
                  <a:pt x="3224973" y="3896953"/>
                </a:lnTo>
                <a:lnTo>
                  <a:pt x="3243293" y="3886380"/>
                </a:lnTo>
                <a:lnTo>
                  <a:pt x="3253865" y="3904700"/>
                </a:lnTo>
                <a:lnTo>
                  <a:pt x="3235551" y="3915272"/>
                </a:lnTo>
                <a:close/>
              </a:path>
              <a:path w="6730365" h="7059295">
                <a:moveTo>
                  <a:pt x="3161064" y="3783905"/>
                </a:moveTo>
                <a:lnTo>
                  <a:pt x="3151664" y="3767622"/>
                </a:lnTo>
                <a:lnTo>
                  <a:pt x="3167946" y="3758222"/>
                </a:lnTo>
                <a:lnTo>
                  <a:pt x="3177346" y="3774505"/>
                </a:lnTo>
                <a:lnTo>
                  <a:pt x="3161064" y="3783905"/>
                </a:lnTo>
                <a:close/>
              </a:path>
              <a:path w="6730365" h="7059295">
                <a:moveTo>
                  <a:pt x="3086468" y="3652946"/>
                </a:moveTo>
                <a:lnTo>
                  <a:pt x="3077951" y="3638192"/>
                </a:lnTo>
                <a:lnTo>
                  <a:pt x="3092706" y="3629669"/>
                </a:lnTo>
                <a:lnTo>
                  <a:pt x="3101229" y="3644429"/>
                </a:lnTo>
                <a:lnTo>
                  <a:pt x="3086468" y="3652946"/>
                </a:lnTo>
                <a:close/>
              </a:path>
              <a:path w="6730365" h="7059295">
                <a:moveTo>
                  <a:pt x="3011875" y="3521981"/>
                </a:moveTo>
                <a:lnTo>
                  <a:pt x="3004239" y="3508749"/>
                </a:lnTo>
                <a:lnTo>
                  <a:pt x="3017465" y="3501115"/>
                </a:lnTo>
                <a:lnTo>
                  <a:pt x="3025106" y="3514341"/>
                </a:lnTo>
                <a:lnTo>
                  <a:pt x="3011875" y="3521981"/>
                </a:lnTo>
                <a:close/>
              </a:path>
              <a:path w="6730365" h="7059295">
                <a:moveTo>
                  <a:pt x="2937278" y="3391011"/>
                </a:moveTo>
                <a:lnTo>
                  <a:pt x="2930525" y="3379313"/>
                </a:lnTo>
                <a:lnTo>
                  <a:pt x="2942229" y="3372554"/>
                </a:lnTo>
                <a:lnTo>
                  <a:pt x="2948982" y="3384252"/>
                </a:lnTo>
                <a:lnTo>
                  <a:pt x="2937278" y="3391011"/>
                </a:lnTo>
                <a:close/>
              </a:path>
              <a:path w="6730365" h="7059295">
                <a:moveTo>
                  <a:pt x="2862790" y="3259649"/>
                </a:moveTo>
                <a:lnTo>
                  <a:pt x="2857210" y="3249982"/>
                </a:lnTo>
                <a:lnTo>
                  <a:pt x="2866877" y="3244397"/>
                </a:lnTo>
                <a:lnTo>
                  <a:pt x="2872462" y="3254069"/>
                </a:lnTo>
                <a:lnTo>
                  <a:pt x="2862790" y="3259649"/>
                </a:lnTo>
                <a:close/>
              </a:path>
              <a:path w="6730365" h="7059295">
                <a:moveTo>
                  <a:pt x="2788094" y="3129087"/>
                </a:moveTo>
                <a:lnTo>
                  <a:pt x="2783101" y="3120433"/>
                </a:lnTo>
                <a:lnTo>
                  <a:pt x="2791748" y="3115440"/>
                </a:lnTo>
                <a:lnTo>
                  <a:pt x="2796741" y="3124094"/>
                </a:lnTo>
                <a:lnTo>
                  <a:pt x="2788094" y="3129087"/>
                </a:lnTo>
                <a:close/>
              </a:path>
              <a:path w="6730365" h="7059295">
                <a:moveTo>
                  <a:pt x="2713392" y="2998519"/>
                </a:moveTo>
                <a:lnTo>
                  <a:pt x="2708985" y="2990890"/>
                </a:lnTo>
                <a:lnTo>
                  <a:pt x="2716614" y="2986484"/>
                </a:lnTo>
                <a:lnTo>
                  <a:pt x="2721021" y="2994113"/>
                </a:lnTo>
                <a:lnTo>
                  <a:pt x="2713392" y="2998519"/>
                </a:lnTo>
                <a:close/>
              </a:path>
              <a:path w="6730365" h="7059295">
                <a:moveTo>
                  <a:pt x="2638685" y="2867957"/>
                </a:moveTo>
                <a:lnTo>
                  <a:pt x="2634870" y="2861347"/>
                </a:lnTo>
                <a:lnTo>
                  <a:pt x="2641486" y="2857527"/>
                </a:lnTo>
                <a:lnTo>
                  <a:pt x="2645301" y="2864137"/>
                </a:lnTo>
                <a:lnTo>
                  <a:pt x="2638685" y="2867957"/>
                </a:lnTo>
                <a:close/>
              </a:path>
              <a:path w="6730365" h="7059295">
                <a:moveTo>
                  <a:pt x="2564096" y="2736998"/>
                </a:moveTo>
                <a:lnTo>
                  <a:pt x="2561158" y="2731911"/>
                </a:lnTo>
                <a:lnTo>
                  <a:pt x="2566246" y="2728973"/>
                </a:lnTo>
                <a:lnTo>
                  <a:pt x="2569183" y="2734061"/>
                </a:lnTo>
                <a:lnTo>
                  <a:pt x="2564096" y="2736998"/>
                </a:lnTo>
                <a:close/>
              </a:path>
              <a:path w="6730365" h="7059295">
                <a:moveTo>
                  <a:pt x="2489394" y="2606436"/>
                </a:moveTo>
                <a:lnTo>
                  <a:pt x="2487042" y="2602361"/>
                </a:lnTo>
                <a:lnTo>
                  <a:pt x="2491111" y="2600010"/>
                </a:lnTo>
                <a:lnTo>
                  <a:pt x="2493463" y="2604085"/>
                </a:lnTo>
                <a:lnTo>
                  <a:pt x="2489394" y="2606436"/>
                </a:lnTo>
                <a:close/>
              </a:path>
              <a:path w="6730365" h="7059295">
                <a:moveTo>
                  <a:pt x="2414686" y="2475874"/>
                </a:moveTo>
                <a:lnTo>
                  <a:pt x="2412927" y="2472818"/>
                </a:lnTo>
                <a:lnTo>
                  <a:pt x="2415977" y="2471059"/>
                </a:lnTo>
                <a:lnTo>
                  <a:pt x="2417743" y="2474109"/>
                </a:lnTo>
                <a:lnTo>
                  <a:pt x="2414686" y="2475874"/>
                </a:lnTo>
                <a:close/>
              </a:path>
              <a:path w="6730365" h="7059295">
                <a:moveTo>
                  <a:pt x="2339985" y="2345312"/>
                </a:moveTo>
                <a:lnTo>
                  <a:pt x="2338812" y="2343275"/>
                </a:lnTo>
                <a:lnTo>
                  <a:pt x="2340844" y="2342096"/>
                </a:lnTo>
                <a:lnTo>
                  <a:pt x="2342023" y="2344133"/>
                </a:lnTo>
                <a:lnTo>
                  <a:pt x="2339985" y="2345312"/>
                </a:lnTo>
                <a:close/>
              </a:path>
              <a:path w="6730365" h="7059295">
                <a:moveTo>
                  <a:pt x="2265177" y="2215147"/>
                </a:moveTo>
                <a:lnTo>
                  <a:pt x="2264294" y="2213619"/>
                </a:lnTo>
                <a:lnTo>
                  <a:pt x="2265822" y="2212736"/>
                </a:lnTo>
                <a:lnTo>
                  <a:pt x="2266705" y="2214265"/>
                </a:lnTo>
                <a:lnTo>
                  <a:pt x="2265177" y="2215147"/>
                </a:lnTo>
                <a:close/>
              </a:path>
              <a:path w="6730365" h="7059295">
                <a:moveTo>
                  <a:pt x="5276676" y="7059270"/>
                </a:moveTo>
                <a:lnTo>
                  <a:pt x="5195252" y="7059270"/>
                </a:lnTo>
                <a:lnTo>
                  <a:pt x="5193951" y="7057016"/>
                </a:lnTo>
                <a:lnTo>
                  <a:pt x="5255017" y="7021756"/>
                </a:lnTo>
                <a:lnTo>
                  <a:pt x="5276676" y="7059270"/>
                </a:lnTo>
                <a:close/>
              </a:path>
              <a:path w="6730365" h="7059295">
                <a:moveTo>
                  <a:pt x="5152673" y="6994333"/>
                </a:moveTo>
                <a:lnTo>
                  <a:pt x="5113012" y="6925637"/>
                </a:lnTo>
                <a:lnTo>
                  <a:pt x="5181714" y="6885976"/>
                </a:lnTo>
                <a:lnTo>
                  <a:pt x="5221375" y="6954672"/>
                </a:lnTo>
                <a:lnTo>
                  <a:pt x="5152673" y="6994333"/>
                </a:lnTo>
                <a:close/>
              </a:path>
              <a:path w="6730365" h="7059295">
                <a:moveTo>
                  <a:pt x="5077977" y="6863771"/>
                </a:moveTo>
                <a:lnTo>
                  <a:pt x="5038903" y="6796088"/>
                </a:lnTo>
                <a:lnTo>
                  <a:pt x="5106579" y="6757014"/>
                </a:lnTo>
                <a:lnTo>
                  <a:pt x="5145654" y="6824697"/>
                </a:lnTo>
                <a:lnTo>
                  <a:pt x="5077977" y="6863771"/>
                </a:lnTo>
                <a:close/>
              </a:path>
              <a:path w="6730365" h="7059295">
                <a:moveTo>
                  <a:pt x="5003595" y="6732001"/>
                </a:moveTo>
                <a:lnTo>
                  <a:pt x="4965990" y="6666871"/>
                </a:lnTo>
                <a:lnTo>
                  <a:pt x="5031125" y="6629265"/>
                </a:lnTo>
                <a:lnTo>
                  <a:pt x="5068731" y="6694395"/>
                </a:lnTo>
                <a:lnTo>
                  <a:pt x="5003595" y="6732001"/>
                </a:lnTo>
                <a:close/>
              </a:path>
              <a:path w="6730365" h="7059295">
                <a:moveTo>
                  <a:pt x="4929219" y="6600236"/>
                </a:moveTo>
                <a:lnTo>
                  <a:pt x="4893083" y="6537647"/>
                </a:lnTo>
                <a:lnTo>
                  <a:pt x="4955672" y="6501511"/>
                </a:lnTo>
                <a:lnTo>
                  <a:pt x="4991808" y="6564100"/>
                </a:lnTo>
                <a:lnTo>
                  <a:pt x="4929219" y="6600236"/>
                </a:lnTo>
                <a:close/>
              </a:path>
              <a:path w="6730365" h="7059295">
                <a:moveTo>
                  <a:pt x="4854837" y="6468472"/>
                </a:moveTo>
                <a:lnTo>
                  <a:pt x="4820170" y="6408424"/>
                </a:lnTo>
                <a:lnTo>
                  <a:pt x="4880217" y="6373756"/>
                </a:lnTo>
                <a:lnTo>
                  <a:pt x="4914885" y="6433804"/>
                </a:lnTo>
                <a:lnTo>
                  <a:pt x="4854837" y="6468472"/>
                </a:lnTo>
                <a:close/>
              </a:path>
              <a:path w="6730365" h="7059295">
                <a:moveTo>
                  <a:pt x="4780349" y="6337104"/>
                </a:moveTo>
                <a:lnTo>
                  <a:pt x="4746854" y="6279094"/>
                </a:lnTo>
                <a:lnTo>
                  <a:pt x="4804865" y="6245605"/>
                </a:lnTo>
                <a:lnTo>
                  <a:pt x="4838360" y="6303616"/>
                </a:lnTo>
                <a:lnTo>
                  <a:pt x="4780349" y="6337104"/>
                </a:lnTo>
                <a:close/>
              </a:path>
              <a:path w="6730365" h="7059295">
                <a:moveTo>
                  <a:pt x="4705862" y="6205743"/>
                </a:moveTo>
                <a:lnTo>
                  <a:pt x="4673539" y="6149764"/>
                </a:lnTo>
                <a:lnTo>
                  <a:pt x="4729517" y="6117448"/>
                </a:lnTo>
                <a:lnTo>
                  <a:pt x="4761840" y="6173421"/>
                </a:lnTo>
                <a:lnTo>
                  <a:pt x="4705862" y="6205743"/>
                </a:lnTo>
                <a:close/>
              </a:path>
              <a:path w="6730365" h="7059295">
                <a:moveTo>
                  <a:pt x="4631479" y="6073973"/>
                </a:moveTo>
                <a:lnTo>
                  <a:pt x="4600632" y="6020547"/>
                </a:lnTo>
                <a:lnTo>
                  <a:pt x="4654064" y="5989693"/>
                </a:lnTo>
                <a:lnTo>
                  <a:pt x="4684911" y="6043125"/>
                </a:lnTo>
                <a:lnTo>
                  <a:pt x="4631479" y="6073973"/>
                </a:lnTo>
                <a:close/>
              </a:path>
              <a:path w="6730365" h="7059295">
                <a:moveTo>
                  <a:pt x="4556997" y="5942611"/>
                </a:moveTo>
                <a:lnTo>
                  <a:pt x="4527322" y="5891210"/>
                </a:lnTo>
                <a:lnTo>
                  <a:pt x="4578716" y="5861536"/>
                </a:lnTo>
                <a:lnTo>
                  <a:pt x="4608391" y="5912937"/>
                </a:lnTo>
                <a:lnTo>
                  <a:pt x="4556997" y="5942611"/>
                </a:lnTo>
                <a:close/>
              </a:path>
              <a:path w="6730365" h="7059295">
                <a:moveTo>
                  <a:pt x="4482503" y="5811238"/>
                </a:moveTo>
                <a:lnTo>
                  <a:pt x="4454007" y="5761881"/>
                </a:lnTo>
                <a:lnTo>
                  <a:pt x="4503369" y="5733385"/>
                </a:lnTo>
                <a:lnTo>
                  <a:pt x="4531865" y="5782742"/>
                </a:lnTo>
                <a:lnTo>
                  <a:pt x="4482503" y="5811238"/>
                </a:lnTo>
                <a:close/>
              </a:path>
              <a:path w="6730365" h="7059295">
                <a:moveTo>
                  <a:pt x="4408127" y="5679479"/>
                </a:moveTo>
                <a:lnTo>
                  <a:pt x="4381100" y="5632657"/>
                </a:lnTo>
                <a:lnTo>
                  <a:pt x="4427916" y="5605631"/>
                </a:lnTo>
                <a:lnTo>
                  <a:pt x="4454942" y="5652446"/>
                </a:lnTo>
                <a:lnTo>
                  <a:pt x="4408127" y="5679479"/>
                </a:lnTo>
                <a:close/>
              </a:path>
              <a:path w="6730365" h="7059295">
                <a:moveTo>
                  <a:pt x="4333745" y="5547709"/>
                </a:moveTo>
                <a:lnTo>
                  <a:pt x="4308187" y="5503434"/>
                </a:lnTo>
                <a:lnTo>
                  <a:pt x="4352461" y="5477876"/>
                </a:lnTo>
                <a:lnTo>
                  <a:pt x="4378020" y="5522145"/>
                </a:lnTo>
                <a:lnTo>
                  <a:pt x="4333745" y="5547709"/>
                </a:lnTo>
                <a:close/>
              </a:path>
              <a:path w="6730365" h="7059295">
                <a:moveTo>
                  <a:pt x="4259262" y="5416341"/>
                </a:moveTo>
                <a:lnTo>
                  <a:pt x="4234877" y="5374104"/>
                </a:lnTo>
                <a:lnTo>
                  <a:pt x="4277108" y="5349725"/>
                </a:lnTo>
                <a:lnTo>
                  <a:pt x="4301494" y="5391962"/>
                </a:lnTo>
                <a:lnTo>
                  <a:pt x="4259262" y="5416341"/>
                </a:lnTo>
                <a:close/>
              </a:path>
              <a:path w="6730365" h="7059295">
                <a:moveTo>
                  <a:pt x="4184887" y="5284577"/>
                </a:moveTo>
                <a:lnTo>
                  <a:pt x="4161970" y="5244881"/>
                </a:lnTo>
                <a:lnTo>
                  <a:pt x="4201654" y="5221971"/>
                </a:lnTo>
                <a:lnTo>
                  <a:pt x="4224571" y="5261661"/>
                </a:lnTo>
                <a:lnTo>
                  <a:pt x="4184887" y="5284577"/>
                </a:lnTo>
                <a:close/>
              </a:path>
              <a:path w="6730365" h="7059295">
                <a:moveTo>
                  <a:pt x="4110285" y="5153612"/>
                </a:moveTo>
                <a:lnTo>
                  <a:pt x="4088251" y="5115444"/>
                </a:lnTo>
                <a:lnTo>
                  <a:pt x="4126420" y="5093410"/>
                </a:lnTo>
                <a:lnTo>
                  <a:pt x="4148454" y="5131572"/>
                </a:lnTo>
                <a:lnTo>
                  <a:pt x="4110285" y="5153612"/>
                </a:lnTo>
                <a:close/>
              </a:path>
              <a:path w="6730365" h="7059295">
                <a:moveTo>
                  <a:pt x="4035803" y="5022245"/>
                </a:moveTo>
                <a:lnTo>
                  <a:pt x="4014942" y="4986114"/>
                </a:lnTo>
                <a:lnTo>
                  <a:pt x="4051067" y="4965259"/>
                </a:lnTo>
                <a:lnTo>
                  <a:pt x="4071928" y="5001384"/>
                </a:lnTo>
                <a:lnTo>
                  <a:pt x="4035803" y="5022245"/>
                </a:lnTo>
                <a:close/>
              </a:path>
              <a:path w="6730365" h="7059295">
                <a:moveTo>
                  <a:pt x="3961421" y="4890474"/>
                </a:moveTo>
                <a:lnTo>
                  <a:pt x="3942029" y="4856891"/>
                </a:lnTo>
                <a:lnTo>
                  <a:pt x="3975613" y="4837504"/>
                </a:lnTo>
                <a:lnTo>
                  <a:pt x="3995005" y="4871088"/>
                </a:lnTo>
                <a:lnTo>
                  <a:pt x="3961421" y="4890474"/>
                </a:lnTo>
                <a:close/>
              </a:path>
              <a:path w="6730365" h="7059295">
                <a:moveTo>
                  <a:pt x="3886826" y="4759516"/>
                </a:moveTo>
                <a:lnTo>
                  <a:pt x="3868316" y="4727454"/>
                </a:lnTo>
                <a:lnTo>
                  <a:pt x="3900372" y="4708951"/>
                </a:lnTo>
                <a:lnTo>
                  <a:pt x="3918881" y="4741006"/>
                </a:lnTo>
                <a:lnTo>
                  <a:pt x="3886826" y="4759516"/>
                </a:lnTo>
                <a:close/>
              </a:path>
              <a:path w="6730365" h="7059295">
                <a:moveTo>
                  <a:pt x="3812450" y="4627746"/>
                </a:moveTo>
                <a:lnTo>
                  <a:pt x="3795409" y="4598231"/>
                </a:lnTo>
                <a:lnTo>
                  <a:pt x="3824918" y="4581191"/>
                </a:lnTo>
                <a:lnTo>
                  <a:pt x="3841959" y="4610711"/>
                </a:lnTo>
                <a:lnTo>
                  <a:pt x="3812450" y="4627746"/>
                </a:lnTo>
                <a:close/>
              </a:path>
              <a:path w="6730365" h="7059295">
                <a:moveTo>
                  <a:pt x="3737849" y="4496787"/>
                </a:moveTo>
                <a:lnTo>
                  <a:pt x="3721690" y="4468795"/>
                </a:lnTo>
                <a:lnTo>
                  <a:pt x="3749683" y="4452637"/>
                </a:lnTo>
                <a:lnTo>
                  <a:pt x="3765841" y="4480629"/>
                </a:lnTo>
                <a:lnTo>
                  <a:pt x="3737849" y="4496787"/>
                </a:lnTo>
                <a:close/>
              </a:path>
              <a:path w="6730365" h="7059295">
                <a:moveTo>
                  <a:pt x="3663366" y="4365414"/>
                </a:moveTo>
                <a:lnTo>
                  <a:pt x="3648381" y="4339465"/>
                </a:lnTo>
                <a:lnTo>
                  <a:pt x="3674330" y="4324486"/>
                </a:lnTo>
                <a:lnTo>
                  <a:pt x="3689315" y="4350434"/>
                </a:lnTo>
                <a:lnTo>
                  <a:pt x="3663366" y="4365414"/>
                </a:lnTo>
                <a:close/>
              </a:path>
              <a:path w="6730365" h="7059295">
                <a:moveTo>
                  <a:pt x="3588878" y="4234052"/>
                </a:moveTo>
                <a:lnTo>
                  <a:pt x="3575072" y="4210141"/>
                </a:lnTo>
                <a:lnTo>
                  <a:pt x="3598989" y="4196328"/>
                </a:lnTo>
                <a:lnTo>
                  <a:pt x="3612795" y="4220245"/>
                </a:lnTo>
                <a:lnTo>
                  <a:pt x="3588878" y="4234052"/>
                </a:lnTo>
                <a:close/>
              </a:path>
              <a:path w="6730365" h="7059295">
                <a:moveTo>
                  <a:pt x="3514390" y="4102685"/>
                </a:moveTo>
                <a:lnTo>
                  <a:pt x="3501756" y="4080805"/>
                </a:lnTo>
                <a:lnTo>
                  <a:pt x="3523636" y="4068171"/>
                </a:lnTo>
                <a:lnTo>
                  <a:pt x="3536270" y="4090056"/>
                </a:lnTo>
                <a:lnTo>
                  <a:pt x="3514390" y="4102685"/>
                </a:lnTo>
                <a:close/>
              </a:path>
              <a:path w="6730365" h="7059295">
                <a:moveTo>
                  <a:pt x="3439794" y="3971720"/>
                </a:moveTo>
                <a:lnTo>
                  <a:pt x="3428043" y="3951368"/>
                </a:lnTo>
                <a:lnTo>
                  <a:pt x="3448401" y="3939611"/>
                </a:lnTo>
                <a:lnTo>
                  <a:pt x="3460152" y="3959968"/>
                </a:lnTo>
                <a:lnTo>
                  <a:pt x="3439794" y="3971720"/>
                </a:lnTo>
                <a:close/>
              </a:path>
              <a:path w="6730365" h="7059295">
                <a:moveTo>
                  <a:pt x="3365199" y="3840761"/>
                </a:moveTo>
                <a:lnTo>
                  <a:pt x="3354331" y="3821932"/>
                </a:lnTo>
                <a:lnTo>
                  <a:pt x="3373160" y="3811057"/>
                </a:lnTo>
                <a:lnTo>
                  <a:pt x="3384029" y="3829886"/>
                </a:lnTo>
                <a:lnTo>
                  <a:pt x="3365199" y="3840761"/>
                </a:lnTo>
                <a:close/>
              </a:path>
              <a:path w="6730365" h="7059295">
                <a:moveTo>
                  <a:pt x="3290604" y="3709790"/>
                </a:moveTo>
                <a:lnTo>
                  <a:pt x="3280618" y="3692489"/>
                </a:lnTo>
                <a:lnTo>
                  <a:pt x="3297919" y="3682503"/>
                </a:lnTo>
                <a:lnTo>
                  <a:pt x="3307905" y="3699804"/>
                </a:lnTo>
                <a:lnTo>
                  <a:pt x="3290604" y="3709790"/>
                </a:lnTo>
                <a:close/>
              </a:path>
              <a:path w="6730365" h="7059295">
                <a:moveTo>
                  <a:pt x="3216117" y="3578429"/>
                </a:moveTo>
                <a:lnTo>
                  <a:pt x="3207302" y="3563165"/>
                </a:lnTo>
                <a:lnTo>
                  <a:pt x="3222572" y="3554346"/>
                </a:lnTo>
                <a:lnTo>
                  <a:pt x="3231386" y="3569616"/>
                </a:lnTo>
                <a:lnTo>
                  <a:pt x="3216117" y="3578429"/>
                </a:lnTo>
                <a:close/>
              </a:path>
              <a:path w="6730365" h="7059295">
                <a:moveTo>
                  <a:pt x="3141527" y="3447470"/>
                </a:moveTo>
                <a:lnTo>
                  <a:pt x="3133590" y="3433728"/>
                </a:lnTo>
                <a:lnTo>
                  <a:pt x="3147331" y="3425791"/>
                </a:lnTo>
                <a:lnTo>
                  <a:pt x="3155269" y="3439533"/>
                </a:lnTo>
                <a:lnTo>
                  <a:pt x="3141527" y="3447470"/>
                </a:lnTo>
                <a:close/>
              </a:path>
              <a:path w="6730365" h="7059295">
                <a:moveTo>
                  <a:pt x="3066932" y="3316499"/>
                </a:moveTo>
                <a:lnTo>
                  <a:pt x="3059877" y="3304286"/>
                </a:lnTo>
                <a:lnTo>
                  <a:pt x="3072091" y="3297237"/>
                </a:lnTo>
                <a:lnTo>
                  <a:pt x="3079145" y="3309451"/>
                </a:lnTo>
                <a:lnTo>
                  <a:pt x="3066932" y="3316499"/>
                </a:lnTo>
                <a:close/>
              </a:path>
              <a:path w="6730365" h="7059295">
                <a:moveTo>
                  <a:pt x="2992449" y="3185132"/>
                </a:moveTo>
                <a:lnTo>
                  <a:pt x="2986574" y="3174956"/>
                </a:lnTo>
                <a:lnTo>
                  <a:pt x="2996749" y="3169081"/>
                </a:lnTo>
                <a:lnTo>
                  <a:pt x="3002625" y="3179256"/>
                </a:lnTo>
                <a:lnTo>
                  <a:pt x="2992449" y="3185132"/>
                </a:lnTo>
                <a:close/>
              </a:path>
              <a:path w="6730365" h="7059295">
                <a:moveTo>
                  <a:pt x="2917742" y="3054570"/>
                </a:moveTo>
                <a:lnTo>
                  <a:pt x="2912453" y="3045413"/>
                </a:lnTo>
                <a:lnTo>
                  <a:pt x="2921610" y="3040123"/>
                </a:lnTo>
                <a:lnTo>
                  <a:pt x="2926899" y="3049286"/>
                </a:lnTo>
                <a:lnTo>
                  <a:pt x="2917742" y="3054570"/>
                </a:lnTo>
                <a:close/>
              </a:path>
              <a:path w="6730365" h="7059295">
                <a:moveTo>
                  <a:pt x="2843040" y="2924008"/>
                </a:moveTo>
                <a:lnTo>
                  <a:pt x="2838343" y="2915869"/>
                </a:lnTo>
                <a:lnTo>
                  <a:pt x="2846482" y="2911166"/>
                </a:lnTo>
                <a:lnTo>
                  <a:pt x="2851178" y="2919311"/>
                </a:lnTo>
                <a:lnTo>
                  <a:pt x="2843040" y="2924008"/>
                </a:lnTo>
                <a:close/>
              </a:path>
              <a:path w="6730365" h="7059295">
                <a:moveTo>
                  <a:pt x="2768339" y="2793446"/>
                </a:moveTo>
                <a:lnTo>
                  <a:pt x="2764222" y="2786320"/>
                </a:lnTo>
                <a:lnTo>
                  <a:pt x="2771347" y="2782210"/>
                </a:lnTo>
                <a:lnTo>
                  <a:pt x="2775464" y="2789335"/>
                </a:lnTo>
                <a:lnTo>
                  <a:pt x="2768339" y="2793446"/>
                </a:lnTo>
                <a:close/>
              </a:path>
              <a:path w="6730365" h="7059295">
                <a:moveTo>
                  <a:pt x="2693743" y="2662481"/>
                </a:moveTo>
                <a:lnTo>
                  <a:pt x="2690509" y="2656884"/>
                </a:lnTo>
                <a:lnTo>
                  <a:pt x="2696107" y="2653650"/>
                </a:lnTo>
                <a:lnTo>
                  <a:pt x="2699341" y="2659247"/>
                </a:lnTo>
                <a:lnTo>
                  <a:pt x="2693743" y="2662481"/>
                </a:lnTo>
                <a:close/>
              </a:path>
              <a:path w="6730365" h="7059295">
                <a:moveTo>
                  <a:pt x="2619042" y="2531919"/>
                </a:moveTo>
                <a:lnTo>
                  <a:pt x="2616400" y="2527340"/>
                </a:lnTo>
                <a:lnTo>
                  <a:pt x="2620979" y="2524699"/>
                </a:lnTo>
                <a:lnTo>
                  <a:pt x="2623620" y="2529271"/>
                </a:lnTo>
                <a:lnTo>
                  <a:pt x="2619042" y="2531919"/>
                </a:lnTo>
                <a:close/>
              </a:path>
              <a:path w="6730365" h="7059295">
                <a:moveTo>
                  <a:pt x="2544334" y="2401357"/>
                </a:moveTo>
                <a:lnTo>
                  <a:pt x="2542279" y="2397797"/>
                </a:lnTo>
                <a:lnTo>
                  <a:pt x="2545845" y="2395736"/>
                </a:lnTo>
                <a:lnTo>
                  <a:pt x="2547900" y="2399296"/>
                </a:lnTo>
                <a:lnTo>
                  <a:pt x="2544334" y="2401357"/>
                </a:lnTo>
                <a:close/>
              </a:path>
              <a:path w="6730365" h="7059295">
                <a:moveTo>
                  <a:pt x="2469639" y="2270789"/>
                </a:moveTo>
                <a:lnTo>
                  <a:pt x="2468170" y="2268248"/>
                </a:lnTo>
                <a:lnTo>
                  <a:pt x="2470711" y="2266779"/>
                </a:lnTo>
                <a:lnTo>
                  <a:pt x="2472180" y="2269320"/>
                </a:lnTo>
                <a:lnTo>
                  <a:pt x="2469639" y="2270789"/>
                </a:lnTo>
                <a:close/>
              </a:path>
              <a:path w="6730365" h="7059295">
                <a:moveTo>
                  <a:pt x="2394937" y="2140233"/>
                </a:moveTo>
                <a:lnTo>
                  <a:pt x="2394054" y="2138705"/>
                </a:lnTo>
                <a:lnTo>
                  <a:pt x="2395576" y="2137822"/>
                </a:lnTo>
                <a:lnTo>
                  <a:pt x="2396459" y="2139350"/>
                </a:lnTo>
                <a:lnTo>
                  <a:pt x="2394937" y="2140233"/>
                </a:lnTo>
                <a:close/>
              </a:path>
              <a:path w="6730365" h="7059295">
                <a:moveTo>
                  <a:pt x="5356490" y="7052391"/>
                </a:moveTo>
                <a:lnTo>
                  <a:pt x="5314478" y="6979620"/>
                </a:lnTo>
                <a:lnTo>
                  <a:pt x="5387243" y="6937608"/>
                </a:lnTo>
                <a:lnTo>
                  <a:pt x="5429255" y="7010379"/>
                </a:lnTo>
                <a:lnTo>
                  <a:pt x="5356490" y="7052391"/>
                </a:lnTo>
                <a:close/>
              </a:path>
              <a:path w="6730365" h="7059295">
                <a:moveTo>
                  <a:pt x="5282008" y="6921024"/>
                </a:moveTo>
                <a:lnTo>
                  <a:pt x="5241168" y="6850291"/>
                </a:lnTo>
                <a:lnTo>
                  <a:pt x="5311896" y="6809451"/>
                </a:lnTo>
                <a:lnTo>
                  <a:pt x="5352735" y="6880190"/>
                </a:lnTo>
                <a:lnTo>
                  <a:pt x="5282008" y="6921024"/>
                </a:lnTo>
                <a:close/>
              </a:path>
              <a:path w="6730365" h="7059295">
                <a:moveTo>
                  <a:pt x="5207514" y="6789656"/>
                </a:moveTo>
                <a:lnTo>
                  <a:pt x="5167853" y="6720960"/>
                </a:lnTo>
                <a:lnTo>
                  <a:pt x="5236549" y="6681300"/>
                </a:lnTo>
                <a:lnTo>
                  <a:pt x="5276210" y="6749995"/>
                </a:lnTo>
                <a:lnTo>
                  <a:pt x="5207514" y="6789656"/>
                </a:lnTo>
                <a:close/>
              </a:path>
              <a:path w="6730365" h="7059295">
                <a:moveTo>
                  <a:pt x="5133026" y="6658294"/>
                </a:moveTo>
                <a:lnTo>
                  <a:pt x="5094544" y="6591636"/>
                </a:lnTo>
                <a:lnTo>
                  <a:pt x="5161208" y="6553148"/>
                </a:lnTo>
                <a:lnTo>
                  <a:pt x="5199690" y="6619806"/>
                </a:lnTo>
                <a:lnTo>
                  <a:pt x="5133026" y="6658294"/>
                </a:lnTo>
                <a:close/>
              </a:path>
              <a:path w="6730365" h="7059295">
                <a:moveTo>
                  <a:pt x="5058543" y="6526927"/>
                </a:moveTo>
                <a:lnTo>
                  <a:pt x="5021234" y="6462300"/>
                </a:lnTo>
                <a:lnTo>
                  <a:pt x="5085860" y="6424985"/>
                </a:lnTo>
                <a:lnTo>
                  <a:pt x="5123170" y="6489612"/>
                </a:lnTo>
                <a:lnTo>
                  <a:pt x="5058543" y="6526927"/>
                </a:lnTo>
                <a:close/>
              </a:path>
              <a:path w="6730365" h="7059295">
                <a:moveTo>
                  <a:pt x="4984161" y="6395157"/>
                </a:moveTo>
                <a:lnTo>
                  <a:pt x="4948321" y="6333078"/>
                </a:lnTo>
                <a:lnTo>
                  <a:pt x="5010407" y="6297237"/>
                </a:lnTo>
                <a:lnTo>
                  <a:pt x="5046247" y="6359317"/>
                </a:lnTo>
                <a:lnTo>
                  <a:pt x="4984161" y="6395157"/>
                </a:lnTo>
                <a:close/>
              </a:path>
              <a:path w="6730365" h="7059295">
                <a:moveTo>
                  <a:pt x="4909785" y="6263393"/>
                </a:moveTo>
                <a:lnTo>
                  <a:pt x="4875414" y="6203854"/>
                </a:lnTo>
                <a:lnTo>
                  <a:pt x="4934952" y="6169483"/>
                </a:lnTo>
                <a:lnTo>
                  <a:pt x="4969324" y="6229021"/>
                </a:lnTo>
                <a:lnTo>
                  <a:pt x="4909785" y="6263393"/>
                </a:lnTo>
                <a:close/>
              </a:path>
              <a:path w="6730365" h="7059295">
                <a:moveTo>
                  <a:pt x="4835403" y="6131628"/>
                </a:moveTo>
                <a:lnTo>
                  <a:pt x="4802501" y="6074630"/>
                </a:lnTo>
                <a:lnTo>
                  <a:pt x="4859493" y="6041728"/>
                </a:lnTo>
                <a:lnTo>
                  <a:pt x="4892401" y="6098719"/>
                </a:lnTo>
                <a:lnTo>
                  <a:pt x="4835403" y="6131628"/>
                </a:lnTo>
                <a:close/>
              </a:path>
              <a:path w="6730365" h="7059295">
                <a:moveTo>
                  <a:pt x="4760915" y="6000261"/>
                </a:moveTo>
                <a:lnTo>
                  <a:pt x="4729185" y="5945306"/>
                </a:lnTo>
                <a:lnTo>
                  <a:pt x="4784145" y="5913576"/>
                </a:lnTo>
                <a:lnTo>
                  <a:pt x="4815875" y="5968531"/>
                </a:lnTo>
                <a:lnTo>
                  <a:pt x="4760915" y="6000261"/>
                </a:lnTo>
                <a:close/>
              </a:path>
              <a:path w="6730365" h="7059295">
                <a:moveTo>
                  <a:pt x="4686433" y="5868893"/>
                </a:moveTo>
                <a:lnTo>
                  <a:pt x="4655876" y="5815971"/>
                </a:lnTo>
                <a:lnTo>
                  <a:pt x="4708798" y="5785414"/>
                </a:lnTo>
                <a:lnTo>
                  <a:pt x="4739349" y="5838336"/>
                </a:lnTo>
                <a:lnTo>
                  <a:pt x="4686433" y="5868893"/>
                </a:lnTo>
                <a:close/>
              </a:path>
              <a:path w="6730365" h="7059295">
                <a:moveTo>
                  <a:pt x="4612052" y="5737129"/>
                </a:moveTo>
                <a:lnTo>
                  <a:pt x="4582969" y="5686753"/>
                </a:lnTo>
                <a:lnTo>
                  <a:pt x="4633344" y="5657665"/>
                </a:lnTo>
                <a:lnTo>
                  <a:pt x="4662433" y="5708040"/>
                </a:lnTo>
                <a:lnTo>
                  <a:pt x="4612052" y="5737129"/>
                </a:lnTo>
                <a:close/>
              </a:path>
              <a:path w="6730365" h="7059295">
                <a:moveTo>
                  <a:pt x="4537563" y="5605767"/>
                </a:moveTo>
                <a:lnTo>
                  <a:pt x="4509653" y="5557417"/>
                </a:lnTo>
                <a:lnTo>
                  <a:pt x="4557992" y="5529508"/>
                </a:lnTo>
                <a:lnTo>
                  <a:pt x="4585907" y="5577858"/>
                </a:lnTo>
                <a:lnTo>
                  <a:pt x="4537563" y="5605767"/>
                </a:lnTo>
                <a:close/>
              </a:path>
              <a:path w="6730365" h="7059295">
                <a:moveTo>
                  <a:pt x="4463294" y="5473594"/>
                </a:moveTo>
                <a:lnTo>
                  <a:pt x="4437150" y="5428306"/>
                </a:lnTo>
                <a:lnTo>
                  <a:pt x="4482437" y="5402156"/>
                </a:lnTo>
                <a:lnTo>
                  <a:pt x="4508581" y="5447443"/>
                </a:lnTo>
                <a:lnTo>
                  <a:pt x="4463294" y="5473594"/>
                </a:lnTo>
                <a:close/>
              </a:path>
              <a:path w="6730365" h="7059295">
                <a:moveTo>
                  <a:pt x="4388806" y="5342226"/>
                </a:moveTo>
                <a:lnTo>
                  <a:pt x="4363834" y="5298976"/>
                </a:lnTo>
                <a:lnTo>
                  <a:pt x="4407084" y="5274005"/>
                </a:lnTo>
                <a:lnTo>
                  <a:pt x="4432055" y="5317255"/>
                </a:lnTo>
                <a:lnTo>
                  <a:pt x="4388806" y="5342226"/>
                </a:lnTo>
                <a:close/>
              </a:path>
              <a:path w="6730365" h="7059295">
                <a:moveTo>
                  <a:pt x="4314424" y="5210462"/>
                </a:moveTo>
                <a:lnTo>
                  <a:pt x="4290921" y="5169752"/>
                </a:lnTo>
                <a:lnTo>
                  <a:pt x="4331631" y="5146250"/>
                </a:lnTo>
                <a:lnTo>
                  <a:pt x="4355133" y="5186959"/>
                </a:lnTo>
                <a:lnTo>
                  <a:pt x="4314424" y="5210462"/>
                </a:lnTo>
                <a:close/>
              </a:path>
              <a:path w="6730365" h="7059295">
                <a:moveTo>
                  <a:pt x="4239941" y="5079094"/>
                </a:moveTo>
                <a:lnTo>
                  <a:pt x="4217617" y="5040423"/>
                </a:lnTo>
                <a:lnTo>
                  <a:pt x="4256289" y="5018098"/>
                </a:lnTo>
                <a:lnTo>
                  <a:pt x="4278613" y="5056764"/>
                </a:lnTo>
                <a:lnTo>
                  <a:pt x="4239941" y="5079094"/>
                </a:lnTo>
                <a:close/>
              </a:path>
              <a:path w="6730365" h="7059295">
                <a:moveTo>
                  <a:pt x="4165340" y="4948129"/>
                </a:moveTo>
                <a:lnTo>
                  <a:pt x="4143899" y="4910986"/>
                </a:lnTo>
                <a:lnTo>
                  <a:pt x="4181048" y="4889539"/>
                </a:lnTo>
                <a:lnTo>
                  <a:pt x="4202489" y="4926682"/>
                </a:lnTo>
                <a:lnTo>
                  <a:pt x="4165340" y="4948129"/>
                </a:lnTo>
                <a:close/>
              </a:path>
              <a:path w="6730365" h="7059295">
                <a:moveTo>
                  <a:pt x="4090964" y="4816365"/>
                </a:moveTo>
                <a:lnTo>
                  <a:pt x="4070985" y="4781763"/>
                </a:lnTo>
                <a:lnTo>
                  <a:pt x="4105588" y="4761784"/>
                </a:lnTo>
                <a:lnTo>
                  <a:pt x="4125567" y="4796386"/>
                </a:lnTo>
                <a:lnTo>
                  <a:pt x="4090964" y="4816365"/>
                </a:lnTo>
                <a:close/>
              </a:path>
              <a:path w="6730365" h="7059295">
                <a:moveTo>
                  <a:pt x="4016482" y="4685003"/>
                </a:moveTo>
                <a:lnTo>
                  <a:pt x="3997676" y="4652432"/>
                </a:lnTo>
                <a:lnTo>
                  <a:pt x="4030247" y="4633632"/>
                </a:lnTo>
                <a:lnTo>
                  <a:pt x="4049047" y="4666198"/>
                </a:lnTo>
                <a:lnTo>
                  <a:pt x="4016482" y="4685003"/>
                </a:lnTo>
                <a:close/>
              </a:path>
              <a:path w="6730365" h="7059295">
                <a:moveTo>
                  <a:pt x="3941988" y="4553630"/>
                </a:moveTo>
                <a:lnTo>
                  <a:pt x="3924361" y="4523103"/>
                </a:lnTo>
                <a:lnTo>
                  <a:pt x="3954894" y="4505476"/>
                </a:lnTo>
                <a:lnTo>
                  <a:pt x="3972521" y="4536003"/>
                </a:lnTo>
                <a:lnTo>
                  <a:pt x="3941988" y="4553630"/>
                </a:lnTo>
                <a:close/>
              </a:path>
              <a:path w="6730365" h="7059295">
                <a:moveTo>
                  <a:pt x="3867505" y="4422268"/>
                </a:moveTo>
                <a:lnTo>
                  <a:pt x="3851057" y="4393772"/>
                </a:lnTo>
                <a:lnTo>
                  <a:pt x="3879547" y="4377318"/>
                </a:lnTo>
                <a:lnTo>
                  <a:pt x="3896001" y="4405814"/>
                </a:lnTo>
                <a:lnTo>
                  <a:pt x="3867505" y="4422268"/>
                </a:lnTo>
                <a:close/>
              </a:path>
              <a:path w="6730365" h="7059295">
                <a:moveTo>
                  <a:pt x="3792910" y="4291310"/>
                </a:moveTo>
                <a:lnTo>
                  <a:pt x="3777338" y="4264336"/>
                </a:lnTo>
                <a:lnTo>
                  <a:pt x="3804306" y="4248764"/>
                </a:lnTo>
                <a:lnTo>
                  <a:pt x="3819878" y="4275738"/>
                </a:lnTo>
                <a:lnTo>
                  <a:pt x="3792910" y="4291310"/>
                </a:lnTo>
                <a:close/>
              </a:path>
              <a:path w="6730365" h="7059295">
                <a:moveTo>
                  <a:pt x="3718422" y="4159936"/>
                </a:moveTo>
                <a:lnTo>
                  <a:pt x="3704029" y="4135001"/>
                </a:lnTo>
                <a:lnTo>
                  <a:pt x="3728959" y="4120608"/>
                </a:lnTo>
                <a:lnTo>
                  <a:pt x="3743358" y="4145538"/>
                </a:lnTo>
                <a:lnTo>
                  <a:pt x="3718422" y="4159936"/>
                </a:lnTo>
                <a:close/>
              </a:path>
              <a:path w="6730365" h="7059295">
                <a:moveTo>
                  <a:pt x="3644046" y="4028172"/>
                </a:moveTo>
                <a:lnTo>
                  <a:pt x="3631121" y="4005783"/>
                </a:lnTo>
                <a:lnTo>
                  <a:pt x="3653510" y="3992853"/>
                </a:lnTo>
                <a:lnTo>
                  <a:pt x="3666435" y="4015248"/>
                </a:lnTo>
                <a:lnTo>
                  <a:pt x="3644046" y="4028172"/>
                </a:lnTo>
                <a:close/>
              </a:path>
              <a:path w="6730365" h="7059295">
                <a:moveTo>
                  <a:pt x="3569450" y="3897207"/>
                </a:moveTo>
                <a:lnTo>
                  <a:pt x="3557409" y="3876346"/>
                </a:lnTo>
                <a:lnTo>
                  <a:pt x="3578270" y="3864299"/>
                </a:lnTo>
                <a:lnTo>
                  <a:pt x="3590311" y="3885160"/>
                </a:lnTo>
                <a:lnTo>
                  <a:pt x="3569450" y="3897207"/>
                </a:lnTo>
                <a:close/>
              </a:path>
              <a:path w="6730365" h="7059295">
                <a:moveTo>
                  <a:pt x="3494855" y="3766249"/>
                </a:moveTo>
                <a:lnTo>
                  <a:pt x="3483691" y="3746910"/>
                </a:lnTo>
                <a:lnTo>
                  <a:pt x="3503030" y="3735745"/>
                </a:lnTo>
                <a:lnTo>
                  <a:pt x="3514194" y="3755084"/>
                </a:lnTo>
                <a:lnTo>
                  <a:pt x="3494855" y="3766249"/>
                </a:lnTo>
                <a:close/>
              </a:path>
              <a:path w="6730365" h="7059295">
                <a:moveTo>
                  <a:pt x="3420260" y="3635278"/>
                </a:moveTo>
                <a:lnTo>
                  <a:pt x="3409977" y="3617467"/>
                </a:lnTo>
                <a:lnTo>
                  <a:pt x="3427788" y="3607184"/>
                </a:lnTo>
                <a:lnTo>
                  <a:pt x="3438071" y="3624995"/>
                </a:lnTo>
                <a:lnTo>
                  <a:pt x="3420260" y="3635278"/>
                </a:lnTo>
                <a:close/>
              </a:path>
              <a:path w="6730365" h="7059295">
                <a:moveTo>
                  <a:pt x="3345778" y="3503910"/>
                </a:moveTo>
                <a:lnTo>
                  <a:pt x="3336668" y="3488137"/>
                </a:lnTo>
                <a:lnTo>
                  <a:pt x="3352441" y="3479028"/>
                </a:lnTo>
                <a:lnTo>
                  <a:pt x="3361551" y="3494807"/>
                </a:lnTo>
                <a:lnTo>
                  <a:pt x="3345778" y="3503910"/>
                </a:lnTo>
                <a:close/>
              </a:path>
              <a:path w="6730365" h="7059295">
                <a:moveTo>
                  <a:pt x="3271176" y="3372952"/>
                </a:moveTo>
                <a:lnTo>
                  <a:pt x="3262950" y="3358707"/>
                </a:lnTo>
                <a:lnTo>
                  <a:pt x="3277200" y="3350480"/>
                </a:lnTo>
                <a:lnTo>
                  <a:pt x="3285427" y="3364725"/>
                </a:lnTo>
                <a:lnTo>
                  <a:pt x="3271176" y="3372952"/>
                </a:lnTo>
                <a:close/>
              </a:path>
              <a:path w="6730365" h="7059295">
                <a:moveTo>
                  <a:pt x="3196581" y="3241987"/>
                </a:moveTo>
                <a:lnTo>
                  <a:pt x="3189236" y="3229264"/>
                </a:lnTo>
                <a:lnTo>
                  <a:pt x="3201959" y="3221919"/>
                </a:lnTo>
                <a:lnTo>
                  <a:pt x="3209304" y="3234642"/>
                </a:lnTo>
                <a:lnTo>
                  <a:pt x="3196581" y="3241987"/>
                </a:lnTo>
                <a:close/>
              </a:path>
              <a:path w="6730365" h="7059295">
                <a:moveTo>
                  <a:pt x="3121986" y="3111021"/>
                </a:moveTo>
                <a:lnTo>
                  <a:pt x="3115524" y="3099827"/>
                </a:lnTo>
                <a:lnTo>
                  <a:pt x="3126724" y="3093365"/>
                </a:lnTo>
                <a:lnTo>
                  <a:pt x="3133187" y="3104553"/>
                </a:lnTo>
                <a:lnTo>
                  <a:pt x="3121986" y="3111021"/>
                </a:lnTo>
                <a:close/>
              </a:path>
              <a:path w="6730365" h="7059295">
                <a:moveTo>
                  <a:pt x="3047498" y="2979654"/>
                </a:moveTo>
                <a:lnTo>
                  <a:pt x="3042209" y="2970497"/>
                </a:lnTo>
                <a:lnTo>
                  <a:pt x="3051371" y="2965208"/>
                </a:lnTo>
                <a:lnTo>
                  <a:pt x="3056661" y="2974365"/>
                </a:lnTo>
                <a:lnTo>
                  <a:pt x="3047498" y="2979654"/>
                </a:lnTo>
                <a:close/>
              </a:path>
              <a:path w="6730365" h="7059295">
                <a:moveTo>
                  <a:pt x="2972801" y="2849092"/>
                </a:moveTo>
                <a:lnTo>
                  <a:pt x="2968099" y="2840948"/>
                </a:lnTo>
                <a:lnTo>
                  <a:pt x="2976243" y="2836251"/>
                </a:lnTo>
                <a:lnTo>
                  <a:pt x="2980940" y="2844389"/>
                </a:lnTo>
                <a:lnTo>
                  <a:pt x="2972801" y="2849092"/>
                </a:lnTo>
                <a:close/>
              </a:path>
              <a:path w="6730365" h="7059295">
                <a:moveTo>
                  <a:pt x="2898100" y="2718530"/>
                </a:moveTo>
                <a:lnTo>
                  <a:pt x="2893984" y="2711405"/>
                </a:lnTo>
                <a:lnTo>
                  <a:pt x="2901109" y="2707288"/>
                </a:lnTo>
                <a:lnTo>
                  <a:pt x="2905226" y="2714414"/>
                </a:lnTo>
                <a:lnTo>
                  <a:pt x="2898100" y="2718530"/>
                </a:lnTo>
                <a:close/>
              </a:path>
              <a:path w="6730365" h="7059295">
                <a:moveTo>
                  <a:pt x="2823393" y="2587968"/>
                </a:moveTo>
                <a:lnTo>
                  <a:pt x="2819868" y="2581861"/>
                </a:lnTo>
                <a:lnTo>
                  <a:pt x="2825981" y="2578337"/>
                </a:lnTo>
                <a:lnTo>
                  <a:pt x="2829506" y="2584438"/>
                </a:lnTo>
                <a:lnTo>
                  <a:pt x="2823393" y="2587968"/>
                </a:lnTo>
                <a:close/>
              </a:path>
              <a:path w="6730365" h="7059295">
                <a:moveTo>
                  <a:pt x="2748798" y="2456997"/>
                </a:moveTo>
                <a:lnTo>
                  <a:pt x="2746156" y="2452425"/>
                </a:lnTo>
                <a:lnTo>
                  <a:pt x="2750741" y="2449777"/>
                </a:lnTo>
                <a:lnTo>
                  <a:pt x="2753382" y="2454355"/>
                </a:lnTo>
                <a:lnTo>
                  <a:pt x="2748798" y="2456997"/>
                </a:lnTo>
                <a:close/>
              </a:path>
              <a:path w="6730365" h="7059295">
                <a:moveTo>
                  <a:pt x="2674096" y="2326435"/>
                </a:moveTo>
                <a:lnTo>
                  <a:pt x="2672041" y="2322876"/>
                </a:lnTo>
                <a:lnTo>
                  <a:pt x="2675606" y="2320820"/>
                </a:lnTo>
                <a:lnTo>
                  <a:pt x="2677662" y="2324380"/>
                </a:lnTo>
                <a:lnTo>
                  <a:pt x="2674096" y="2326435"/>
                </a:lnTo>
                <a:close/>
              </a:path>
              <a:path w="6730365" h="7059295">
                <a:moveTo>
                  <a:pt x="2599394" y="2195873"/>
                </a:moveTo>
                <a:lnTo>
                  <a:pt x="2597925" y="2193332"/>
                </a:lnTo>
                <a:lnTo>
                  <a:pt x="2600467" y="2191863"/>
                </a:lnTo>
                <a:lnTo>
                  <a:pt x="2601935" y="2194404"/>
                </a:lnTo>
                <a:lnTo>
                  <a:pt x="2599394" y="2195873"/>
                </a:lnTo>
                <a:close/>
              </a:path>
              <a:path w="6730365" h="7059295">
                <a:moveTo>
                  <a:pt x="2524693" y="2065317"/>
                </a:moveTo>
                <a:lnTo>
                  <a:pt x="2523810" y="2063789"/>
                </a:lnTo>
                <a:lnTo>
                  <a:pt x="2525338" y="2062906"/>
                </a:lnTo>
                <a:lnTo>
                  <a:pt x="2526221" y="2064435"/>
                </a:lnTo>
                <a:lnTo>
                  <a:pt x="2524693" y="2065317"/>
                </a:lnTo>
                <a:close/>
              </a:path>
              <a:path w="6730365" h="7059295">
                <a:moveTo>
                  <a:pt x="5631178" y="7059270"/>
                </a:moveTo>
                <a:lnTo>
                  <a:pt x="5532802" y="7059270"/>
                </a:lnTo>
                <a:lnTo>
                  <a:pt x="5518355" y="7034247"/>
                </a:lnTo>
                <a:lnTo>
                  <a:pt x="5592132" y="6991649"/>
                </a:lnTo>
                <a:lnTo>
                  <a:pt x="5631178" y="7059270"/>
                </a:lnTo>
                <a:close/>
              </a:path>
              <a:path w="6730365" h="7059295">
                <a:moveTo>
                  <a:pt x="5485712" y="6979477"/>
                </a:moveTo>
                <a:lnTo>
                  <a:pt x="5442231" y="6904165"/>
                </a:lnTo>
                <a:lnTo>
                  <a:pt x="5517543" y="6860684"/>
                </a:lnTo>
                <a:lnTo>
                  <a:pt x="5561024" y="6935996"/>
                </a:lnTo>
                <a:lnTo>
                  <a:pt x="5485712" y="6979477"/>
                </a:lnTo>
                <a:close/>
              </a:path>
              <a:path w="6730365" h="7059295">
                <a:moveTo>
                  <a:pt x="5411331" y="6847713"/>
                </a:moveTo>
                <a:lnTo>
                  <a:pt x="5369319" y="6774942"/>
                </a:lnTo>
                <a:lnTo>
                  <a:pt x="5442089" y="6732930"/>
                </a:lnTo>
                <a:lnTo>
                  <a:pt x="5484102" y="6805701"/>
                </a:lnTo>
                <a:lnTo>
                  <a:pt x="5411331" y="6847713"/>
                </a:lnTo>
                <a:close/>
              </a:path>
              <a:path w="6730365" h="7059295">
                <a:moveTo>
                  <a:pt x="5336955" y="6715943"/>
                </a:moveTo>
                <a:lnTo>
                  <a:pt x="5296411" y="6645719"/>
                </a:lnTo>
                <a:lnTo>
                  <a:pt x="5366629" y="6605176"/>
                </a:lnTo>
                <a:lnTo>
                  <a:pt x="5407172" y="6675399"/>
                </a:lnTo>
                <a:lnTo>
                  <a:pt x="5336955" y="6715943"/>
                </a:lnTo>
                <a:close/>
              </a:path>
              <a:path w="6730365" h="7059295">
                <a:moveTo>
                  <a:pt x="5262466" y="6584581"/>
                </a:moveTo>
                <a:lnTo>
                  <a:pt x="5223096" y="6516389"/>
                </a:lnTo>
                <a:lnTo>
                  <a:pt x="5291288" y="6477018"/>
                </a:lnTo>
                <a:lnTo>
                  <a:pt x="5330653" y="6545210"/>
                </a:lnTo>
                <a:lnTo>
                  <a:pt x="5262466" y="6584581"/>
                </a:lnTo>
                <a:close/>
              </a:path>
              <a:path w="6730365" h="7059295">
                <a:moveTo>
                  <a:pt x="5187978" y="6453213"/>
                </a:moveTo>
                <a:lnTo>
                  <a:pt x="5149786" y="6387058"/>
                </a:lnTo>
                <a:lnTo>
                  <a:pt x="5215941" y="6348866"/>
                </a:lnTo>
                <a:lnTo>
                  <a:pt x="5254133" y="6415021"/>
                </a:lnTo>
                <a:lnTo>
                  <a:pt x="5187978" y="6453213"/>
                </a:lnTo>
                <a:close/>
              </a:path>
              <a:path w="6730365" h="7059295">
                <a:moveTo>
                  <a:pt x="5113602" y="6321443"/>
                </a:moveTo>
                <a:lnTo>
                  <a:pt x="5076879" y="6257836"/>
                </a:lnTo>
                <a:lnTo>
                  <a:pt x="5140481" y="6221113"/>
                </a:lnTo>
                <a:lnTo>
                  <a:pt x="5177204" y="6284720"/>
                </a:lnTo>
                <a:lnTo>
                  <a:pt x="5113602" y="6321443"/>
                </a:lnTo>
                <a:close/>
              </a:path>
              <a:path w="6730365" h="7059295">
                <a:moveTo>
                  <a:pt x="5039220" y="6189679"/>
                </a:moveTo>
                <a:lnTo>
                  <a:pt x="5003967" y="6128612"/>
                </a:lnTo>
                <a:lnTo>
                  <a:pt x="5065027" y="6093359"/>
                </a:lnTo>
                <a:lnTo>
                  <a:pt x="5100281" y="6154425"/>
                </a:lnTo>
                <a:lnTo>
                  <a:pt x="5039220" y="6189679"/>
                </a:lnTo>
                <a:close/>
              </a:path>
              <a:path w="6730365" h="7059295">
                <a:moveTo>
                  <a:pt x="4964844" y="6057914"/>
                </a:moveTo>
                <a:lnTo>
                  <a:pt x="4931053" y="5999389"/>
                </a:lnTo>
                <a:lnTo>
                  <a:pt x="4989573" y="5965604"/>
                </a:lnTo>
                <a:lnTo>
                  <a:pt x="5023358" y="6024129"/>
                </a:lnTo>
                <a:lnTo>
                  <a:pt x="4964844" y="6057914"/>
                </a:lnTo>
                <a:close/>
              </a:path>
              <a:path w="6730365" h="7059295">
                <a:moveTo>
                  <a:pt x="4890462" y="5926144"/>
                </a:moveTo>
                <a:lnTo>
                  <a:pt x="4858147" y="5870171"/>
                </a:lnTo>
                <a:lnTo>
                  <a:pt x="4914119" y="5837855"/>
                </a:lnTo>
                <a:lnTo>
                  <a:pt x="4946435" y="5893828"/>
                </a:lnTo>
                <a:lnTo>
                  <a:pt x="4890462" y="5926144"/>
                </a:lnTo>
                <a:close/>
              </a:path>
              <a:path w="6730365" h="7059295">
                <a:moveTo>
                  <a:pt x="4815974" y="5794783"/>
                </a:moveTo>
                <a:lnTo>
                  <a:pt x="4784831" y="5740841"/>
                </a:lnTo>
                <a:lnTo>
                  <a:pt x="4838772" y="5709698"/>
                </a:lnTo>
                <a:lnTo>
                  <a:pt x="4869916" y="5763639"/>
                </a:lnTo>
                <a:lnTo>
                  <a:pt x="4815974" y="5794783"/>
                </a:lnTo>
                <a:close/>
              </a:path>
              <a:path w="6730365" h="7059295">
                <a:moveTo>
                  <a:pt x="4741592" y="5663013"/>
                </a:moveTo>
                <a:lnTo>
                  <a:pt x="4711918" y="5611618"/>
                </a:lnTo>
                <a:lnTo>
                  <a:pt x="4763319" y="5581944"/>
                </a:lnTo>
                <a:lnTo>
                  <a:pt x="4792993" y="5633338"/>
                </a:lnTo>
                <a:lnTo>
                  <a:pt x="4741592" y="5663013"/>
                </a:lnTo>
                <a:close/>
              </a:path>
              <a:path w="6730365" h="7059295">
                <a:moveTo>
                  <a:pt x="4667110" y="5531645"/>
                </a:moveTo>
                <a:lnTo>
                  <a:pt x="4638614" y="5482288"/>
                </a:lnTo>
                <a:lnTo>
                  <a:pt x="4687965" y="5453792"/>
                </a:lnTo>
                <a:lnTo>
                  <a:pt x="4716467" y="5503149"/>
                </a:lnTo>
                <a:lnTo>
                  <a:pt x="4667110" y="5531645"/>
                </a:lnTo>
                <a:close/>
              </a:path>
              <a:path w="6730365" h="7059295">
                <a:moveTo>
                  <a:pt x="4592728" y="5399881"/>
                </a:moveTo>
                <a:lnTo>
                  <a:pt x="4565701" y="5353065"/>
                </a:lnTo>
                <a:lnTo>
                  <a:pt x="4612511" y="5326038"/>
                </a:lnTo>
                <a:lnTo>
                  <a:pt x="4639544" y="5372854"/>
                </a:lnTo>
                <a:lnTo>
                  <a:pt x="4592728" y="5399881"/>
                </a:lnTo>
                <a:close/>
              </a:path>
              <a:path w="6730365" h="7059295">
                <a:moveTo>
                  <a:pt x="4518352" y="5268110"/>
                </a:moveTo>
                <a:lnTo>
                  <a:pt x="4492794" y="5223841"/>
                </a:lnTo>
                <a:lnTo>
                  <a:pt x="4537057" y="5198283"/>
                </a:lnTo>
                <a:lnTo>
                  <a:pt x="4562615" y="5242552"/>
                </a:lnTo>
                <a:lnTo>
                  <a:pt x="4518352" y="5268110"/>
                </a:lnTo>
                <a:close/>
              </a:path>
              <a:path w="6730365" h="7059295">
                <a:moveTo>
                  <a:pt x="4443970" y="5136346"/>
                </a:moveTo>
                <a:lnTo>
                  <a:pt x="4419881" y="5094618"/>
                </a:lnTo>
                <a:lnTo>
                  <a:pt x="4461604" y="5070529"/>
                </a:lnTo>
                <a:lnTo>
                  <a:pt x="4485693" y="5112257"/>
                </a:lnTo>
                <a:lnTo>
                  <a:pt x="4443970" y="5136346"/>
                </a:lnTo>
                <a:close/>
              </a:path>
              <a:path w="6730365" h="7059295">
                <a:moveTo>
                  <a:pt x="4369482" y="5004979"/>
                </a:moveTo>
                <a:lnTo>
                  <a:pt x="4346566" y="4965288"/>
                </a:lnTo>
                <a:lnTo>
                  <a:pt x="4386256" y="4942372"/>
                </a:lnTo>
                <a:lnTo>
                  <a:pt x="4409172" y="4982062"/>
                </a:lnTo>
                <a:lnTo>
                  <a:pt x="4369482" y="5004979"/>
                </a:lnTo>
                <a:close/>
              </a:path>
              <a:path w="6730365" h="7059295">
                <a:moveTo>
                  <a:pt x="4295000" y="4873611"/>
                </a:moveTo>
                <a:lnTo>
                  <a:pt x="4273256" y="4835958"/>
                </a:lnTo>
                <a:lnTo>
                  <a:pt x="4310915" y="4814215"/>
                </a:lnTo>
                <a:lnTo>
                  <a:pt x="4332653" y="4851873"/>
                </a:lnTo>
                <a:lnTo>
                  <a:pt x="4295000" y="4873611"/>
                </a:lnTo>
                <a:close/>
              </a:path>
              <a:path w="6730365" h="7059295">
                <a:moveTo>
                  <a:pt x="4220511" y="4742249"/>
                </a:moveTo>
                <a:lnTo>
                  <a:pt x="4199947" y="4706628"/>
                </a:lnTo>
                <a:lnTo>
                  <a:pt x="4235562" y="4686064"/>
                </a:lnTo>
                <a:lnTo>
                  <a:pt x="4256127" y="4721685"/>
                </a:lnTo>
                <a:lnTo>
                  <a:pt x="4220511" y="4742249"/>
                </a:lnTo>
                <a:close/>
              </a:path>
              <a:path w="6730365" h="7059295">
                <a:moveTo>
                  <a:pt x="4146023" y="4610888"/>
                </a:moveTo>
                <a:lnTo>
                  <a:pt x="4126631" y="4577298"/>
                </a:lnTo>
                <a:lnTo>
                  <a:pt x="4160215" y="4557906"/>
                </a:lnTo>
                <a:lnTo>
                  <a:pt x="4179607" y="4591495"/>
                </a:lnTo>
                <a:lnTo>
                  <a:pt x="4146023" y="4610888"/>
                </a:lnTo>
                <a:close/>
              </a:path>
              <a:path w="6730365" h="7059295">
                <a:moveTo>
                  <a:pt x="4071535" y="4479520"/>
                </a:moveTo>
                <a:lnTo>
                  <a:pt x="4053321" y="4447968"/>
                </a:lnTo>
                <a:lnTo>
                  <a:pt x="4084868" y="4429755"/>
                </a:lnTo>
                <a:lnTo>
                  <a:pt x="4103087" y="4461307"/>
                </a:lnTo>
                <a:lnTo>
                  <a:pt x="4071535" y="4479520"/>
                </a:lnTo>
                <a:close/>
              </a:path>
              <a:path w="6730365" h="7059295">
                <a:moveTo>
                  <a:pt x="3997158" y="4347750"/>
                </a:moveTo>
                <a:lnTo>
                  <a:pt x="3980408" y="4318745"/>
                </a:lnTo>
                <a:lnTo>
                  <a:pt x="4009413" y="4302001"/>
                </a:lnTo>
                <a:lnTo>
                  <a:pt x="4026158" y="4331006"/>
                </a:lnTo>
                <a:lnTo>
                  <a:pt x="3997158" y="4347750"/>
                </a:lnTo>
                <a:close/>
              </a:path>
              <a:path w="6730365" h="7059295">
                <a:moveTo>
                  <a:pt x="3922564" y="4216785"/>
                </a:moveTo>
                <a:lnTo>
                  <a:pt x="3906696" y="4189308"/>
                </a:lnTo>
                <a:lnTo>
                  <a:pt x="3934179" y="4173440"/>
                </a:lnTo>
                <a:lnTo>
                  <a:pt x="3950041" y="4200917"/>
                </a:lnTo>
                <a:lnTo>
                  <a:pt x="3922564" y="4216785"/>
                </a:lnTo>
                <a:close/>
              </a:path>
              <a:path w="6730365" h="7059295">
                <a:moveTo>
                  <a:pt x="3848075" y="4085423"/>
                </a:moveTo>
                <a:lnTo>
                  <a:pt x="3833386" y="4059978"/>
                </a:lnTo>
                <a:lnTo>
                  <a:pt x="3858826" y="4045289"/>
                </a:lnTo>
                <a:lnTo>
                  <a:pt x="3873515" y="4070734"/>
                </a:lnTo>
                <a:lnTo>
                  <a:pt x="3848075" y="4085423"/>
                </a:lnTo>
                <a:close/>
              </a:path>
              <a:path w="6730365" h="7059295">
                <a:moveTo>
                  <a:pt x="3773587" y="3954056"/>
                </a:moveTo>
                <a:lnTo>
                  <a:pt x="3760071" y="3930654"/>
                </a:lnTo>
                <a:lnTo>
                  <a:pt x="3783485" y="3917137"/>
                </a:lnTo>
                <a:lnTo>
                  <a:pt x="3796995" y="3940539"/>
                </a:lnTo>
                <a:lnTo>
                  <a:pt x="3773587" y="3954056"/>
                </a:lnTo>
                <a:close/>
              </a:path>
              <a:path w="6730365" h="7059295">
                <a:moveTo>
                  <a:pt x="3699105" y="3822688"/>
                </a:moveTo>
                <a:lnTo>
                  <a:pt x="3686761" y="3801318"/>
                </a:lnTo>
                <a:lnTo>
                  <a:pt x="3708132" y="3788980"/>
                </a:lnTo>
                <a:lnTo>
                  <a:pt x="3720469" y="3810350"/>
                </a:lnTo>
                <a:lnTo>
                  <a:pt x="3699105" y="3822688"/>
                </a:lnTo>
                <a:close/>
              </a:path>
              <a:path w="6730365" h="7059295">
                <a:moveTo>
                  <a:pt x="3624509" y="3691723"/>
                </a:moveTo>
                <a:lnTo>
                  <a:pt x="3613049" y="3671875"/>
                </a:lnTo>
                <a:lnTo>
                  <a:pt x="3632897" y="3660420"/>
                </a:lnTo>
                <a:lnTo>
                  <a:pt x="3644352" y="3680268"/>
                </a:lnTo>
                <a:lnTo>
                  <a:pt x="3624509" y="3691723"/>
                </a:lnTo>
                <a:close/>
              </a:path>
              <a:path w="6730365" h="7059295">
                <a:moveTo>
                  <a:pt x="3549908" y="3560765"/>
                </a:moveTo>
                <a:lnTo>
                  <a:pt x="3539330" y="3542445"/>
                </a:lnTo>
                <a:lnTo>
                  <a:pt x="3557656" y="3531866"/>
                </a:lnTo>
                <a:lnTo>
                  <a:pt x="3568235" y="3550186"/>
                </a:lnTo>
                <a:lnTo>
                  <a:pt x="3549908" y="3560765"/>
                </a:lnTo>
                <a:close/>
              </a:path>
              <a:path w="6730365" h="7059295">
                <a:moveTo>
                  <a:pt x="3475426" y="3429391"/>
                </a:moveTo>
                <a:lnTo>
                  <a:pt x="3466026" y="3413115"/>
                </a:lnTo>
                <a:lnTo>
                  <a:pt x="3482303" y="3403715"/>
                </a:lnTo>
                <a:lnTo>
                  <a:pt x="3491703" y="3419991"/>
                </a:lnTo>
                <a:lnTo>
                  <a:pt x="3475426" y="3429391"/>
                </a:lnTo>
                <a:close/>
              </a:path>
              <a:path w="6730365" h="7059295">
                <a:moveTo>
                  <a:pt x="3400831" y="3298433"/>
                </a:moveTo>
                <a:lnTo>
                  <a:pt x="3392313" y="3283673"/>
                </a:lnTo>
                <a:lnTo>
                  <a:pt x="3407068" y="3275155"/>
                </a:lnTo>
                <a:lnTo>
                  <a:pt x="3415591" y="3289910"/>
                </a:lnTo>
                <a:lnTo>
                  <a:pt x="3400831" y="3298433"/>
                </a:lnTo>
                <a:close/>
              </a:path>
              <a:path w="6730365" h="7059295">
                <a:moveTo>
                  <a:pt x="3326230" y="3167468"/>
                </a:moveTo>
                <a:lnTo>
                  <a:pt x="3318595" y="3154242"/>
                </a:lnTo>
                <a:lnTo>
                  <a:pt x="3331827" y="3146601"/>
                </a:lnTo>
                <a:lnTo>
                  <a:pt x="3339468" y="3159827"/>
                </a:lnTo>
                <a:lnTo>
                  <a:pt x="3326230" y="3167468"/>
                </a:lnTo>
                <a:close/>
              </a:path>
              <a:path w="6730365" h="7059295">
                <a:moveTo>
                  <a:pt x="3251641" y="3036503"/>
                </a:moveTo>
                <a:lnTo>
                  <a:pt x="3244883" y="3024799"/>
                </a:lnTo>
                <a:lnTo>
                  <a:pt x="3256586" y="3018041"/>
                </a:lnTo>
                <a:lnTo>
                  <a:pt x="3263345" y="3029745"/>
                </a:lnTo>
                <a:lnTo>
                  <a:pt x="3251641" y="3036503"/>
                </a:lnTo>
                <a:close/>
              </a:path>
              <a:path w="6730365" h="7059295">
                <a:moveTo>
                  <a:pt x="3177153" y="2905136"/>
                </a:moveTo>
                <a:lnTo>
                  <a:pt x="3171573" y="2895469"/>
                </a:lnTo>
                <a:lnTo>
                  <a:pt x="3181240" y="2889890"/>
                </a:lnTo>
                <a:lnTo>
                  <a:pt x="3186819" y="2899556"/>
                </a:lnTo>
                <a:lnTo>
                  <a:pt x="3177153" y="2905136"/>
                </a:lnTo>
                <a:close/>
              </a:path>
              <a:path w="6730365" h="7059295">
                <a:moveTo>
                  <a:pt x="3102451" y="2774580"/>
                </a:moveTo>
                <a:lnTo>
                  <a:pt x="3097458" y="2765926"/>
                </a:lnTo>
                <a:lnTo>
                  <a:pt x="3106105" y="2760933"/>
                </a:lnTo>
                <a:lnTo>
                  <a:pt x="3111105" y="2769587"/>
                </a:lnTo>
                <a:lnTo>
                  <a:pt x="3102451" y="2774580"/>
                </a:lnTo>
                <a:close/>
              </a:path>
              <a:path w="6730365" h="7059295">
                <a:moveTo>
                  <a:pt x="3027749" y="2644018"/>
                </a:moveTo>
                <a:lnTo>
                  <a:pt x="3023342" y="2636383"/>
                </a:lnTo>
                <a:lnTo>
                  <a:pt x="3030977" y="2631976"/>
                </a:lnTo>
                <a:lnTo>
                  <a:pt x="3035384" y="2639611"/>
                </a:lnTo>
                <a:lnTo>
                  <a:pt x="3027749" y="2644018"/>
                </a:lnTo>
                <a:close/>
              </a:path>
              <a:path w="6730365" h="7059295">
                <a:moveTo>
                  <a:pt x="2953154" y="2513047"/>
                </a:moveTo>
                <a:lnTo>
                  <a:pt x="2949630" y="2506946"/>
                </a:lnTo>
                <a:lnTo>
                  <a:pt x="2955736" y="2503422"/>
                </a:lnTo>
                <a:lnTo>
                  <a:pt x="2959260" y="2509523"/>
                </a:lnTo>
                <a:lnTo>
                  <a:pt x="2953154" y="2513047"/>
                </a:lnTo>
                <a:close/>
              </a:path>
              <a:path w="6730365" h="7059295">
                <a:moveTo>
                  <a:pt x="2878452" y="2382485"/>
                </a:moveTo>
                <a:lnTo>
                  <a:pt x="2875514" y="2377397"/>
                </a:lnTo>
                <a:lnTo>
                  <a:pt x="2880602" y="2374459"/>
                </a:lnTo>
                <a:lnTo>
                  <a:pt x="2883540" y="2379547"/>
                </a:lnTo>
                <a:lnTo>
                  <a:pt x="2878452" y="2382485"/>
                </a:lnTo>
                <a:close/>
              </a:path>
              <a:path w="6730365" h="7059295">
                <a:moveTo>
                  <a:pt x="2803751" y="2251923"/>
                </a:moveTo>
                <a:lnTo>
                  <a:pt x="2801399" y="2247848"/>
                </a:lnTo>
                <a:lnTo>
                  <a:pt x="2805469" y="2245496"/>
                </a:lnTo>
                <a:lnTo>
                  <a:pt x="2807820" y="2249571"/>
                </a:lnTo>
                <a:lnTo>
                  <a:pt x="2803751" y="2251923"/>
                </a:lnTo>
                <a:close/>
              </a:path>
              <a:path w="6730365" h="7059295">
                <a:moveTo>
                  <a:pt x="2729043" y="2121361"/>
                </a:moveTo>
                <a:lnTo>
                  <a:pt x="2727284" y="2118310"/>
                </a:lnTo>
                <a:lnTo>
                  <a:pt x="2730340" y="2116545"/>
                </a:lnTo>
                <a:lnTo>
                  <a:pt x="2732105" y="2119596"/>
                </a:lnTo>
                <a:lnTo>
                  <a:pt x="2729043" y="2121361"/>
                </a:lnTo>
                <a:close/>
              </a:path>
              <a:path w="6730365" h="7059295">
                <a:moveTo>
                  <a:pt x="2654348" y="1990793"/>
                </a:moveTo>
                <a:lnTo>
                  <a:pt x="2653175" y="1988755"/>
                </a:lnTo>
                <a:lnTo>
                  <a:pt x="2655200" y="1987583"/>
                </a:lnTo>
                <a:lnTo>
                  <a:pt x="2656379" y="1989620"/>
                </a:lnTo>
                <a:lnTo>
                  <a:pt x="2654348" y="1990793"/>
                </a:lnTo>
                <a:close/>
              </a:path>
              <a:path w="6730365" h="7059295">
                <a:moveTo>
                  <a:pt x="2580659" y="1859644"/>
                </a:moveTo>
                <a:lnTo>
                  <a:pt x="2579306" y="1859644"/>
                </a:lnTo>
                <a:lnTo>
                  <a:pt x="2579059" y="1859218"/>
                </a:lnTo>
                <a:lnTo>
                  <a:pt x="2580412" y="1859218"/>
                </a:lnTo>
                <a:lnTo>
                  <a:pt x="2580659" y="1859644"/>
                </a:lnTo>
                <a:close/>
              </a:path>
              <a:path w="6730365" h="7059295">
                <a:moveTo>
                  <a:pt x="5689417" y="7037931"/>
                </a:moveTo>
                <a:lnTo>
                  <a:pt x="5643294" y="6958041"/>
                </a:lnTo>
                <a:lnTo>
                  <a:pt x="5723184" y="6911912"/>
                </a:lnTo>
                <a:lnTo>
                  <a:pt x="5769313" y="6991808"/>
                </a:lnTo>
                <a:lnTo>
                  <a:pt x="5689417" y="7037931"/>
                </a:lnTo>
                <a:close/>
              </a:path>
              <a:path w="6730365" h="7059295">
                <a:moveTo>
                  <a:pt x="5615040" y="6906167"/>
                </a:moveTo>
                <a:lnTo>
                  <a:pt x="5570381" y="6828818"/>
                </a:lnTo>
                <a:lnTo>
                  <a:pt x="5647730" y="6784158"/>
                </a:lnTo>
                <a:lnTo>
                  <a:pt x="5692384" y="6861507"/>
                </a:lnTo>
                <a:lnTo>
                  <a:pt x="5615040" y="6906167"/>
                </a:lnTo>
                <a:close/>
              </a:path>
              <a:path w="6730365" h="7059295">
                <a:moveTo>
                  <a:pt x="5540659" y="6774397"/>
                </a:moveTo>
                <a:lnTo>
                  <a:pt x="5497474" y="6699600"/>
                </a:lnTo>
                <a:lnTo>
                  <a:pt x="5572276" y="6656409"/>
                </a:lnTo>
                <a:lnTo>
                  <a:pt x="5615462" y="6731206"/>
                </a:lnTo>
                <a:lnTo>
                  <a:pt x="5540659" y="6774397"/>
                </a:lnTo>
                <a:close/>
              </a:path>
              <a:path w="6730365" h="7059295">
                <a:moveTo>
                  <a:pt x="5466390" y="6642230"/>
                </a:moveTo>
                <a:lnTo>
                  <a:pt x="5424964" y="6570478"/>
                </a:lnTo>
                <a:lnTo>
                  <a:pt x="5496716" y="6529052"/>
                </a:lnTo>
                <a:lnTo>
                  <a:pt x="5538142" y="6600804"/>
                </a:lnTo>
                <a:lnTo>
                  <a:pt x="5466390" y="6642230"/>
                </a:lnTo>
                <a:close/>
              </a:path>
              <a:path w="6730365" h="7059295">
                <a:moveTo>
                  <a:pt x="5391902" y="6510868"/>
                </a:moveTo>
                <a:lnTo>
                  <a:pt x="5351649" y="6441148"/>
                </a:lnTo>
                <a:lnTo>
                  <a:pt x="5421363" y="6400901"/>
                </a:lnTo>
                <a:lnTo>
                  <a:pt x="5461617" y="6470615"/>
                </a:lnTo>
                <a:lnTo>
                  <a:pt x="5391902" y="6510868"/>
                </a:lnTo>
                <a:close/>
              </a:path>
              <a:path w="6730365" h="7059295">
                <a:moveTo>
                  <a:pt x="5317420" y="6379501"/>
                </a:moveTo>
                <a:lnTo>
                  <a:pt x="5278345" y="6311818"/>
                </a:lnTo>
                <a:lnTo>
                  <a:pt x="5346022" y="6272744"/>
                </a:lnTo>
                <a:lnTo>
                  <a:pt x="5385096" y="6340426"/>
                </a:lnTo>
                <a:lnTo>
                  <a:pt x="5317420" y="6379501"/>
                </a:lnTo>
                <a:close/>
              </a:path>
              <a:path w="6730365" h="7059295">
                <a:moveTo>
                  <a:pt x="5243038" y="6247731"/>
                </a:moveTo>
                <a:lnTo>
                  <a:pt x="5205432" y="6182595"/>
                </a:lnTo>
                <a:lnTo>
                  <a:pt x="5270568" y="6144989"/>
                </a:lnTo>
                <a:lnTo>
                  <a:pt x="5308173" y="6210125"/>
                </a:lnTo>
                <a:lnTo>
                  <a:pt x="5243038" y="6247731"/>
                </a:lnTo>
                <a:close/>
              </a:path>
              <a:path w="6730365" h="7059295">
                <a:moveTo>
                  <a:pt x="5168656" y="6115966"/>
                </a:moveTo>
                <a:lnTo>
                  <a:pt x="5132519" y="6053372"/>
                </a:lnTo>
                <a:lnTo>
                  <a:pt x="5195108" y="6017235"/>
                </a:lnTo>
                <a:lnTo>
                  <a:pt x="5231245" y="6079830"/>
                </a:lnTo>
                <a:lnTo>
                  <a:pt x="5168656" y="6115966"/>
                </a:lnTo>
                <a:close/>
              </a:path>
              <a:path w="6730365" h="7059295">
                <a:moveTo>
                  <a:pt x="5094280" y="5984196"/>
                </a:moveTo>
                <a:lnTo>
                  <a:pt x="5059612" y="5924148"/>
                </a:lnTo>
                <a:lnTo>
                  <a:pt x="5119654" y="5889480"/>
                </a:lnTo>
                <a:lnTo>
                  <a:pt x="5154322" y="5949528"/>
                </a:lnTo>
                <a:lnTo>
                  <a:pt x="5094280" y="5984196"/>
                </a:lnTo>
                <a:close/>
              </a:path>
              <a:path w="6730365" h="7059295">
                <a:moveTo>
                  <a:pt x="5019898" y="5852432"/>
                </a:moveTo>
                <a:lnTo>
                  <a:pt x="4986699" y="5794931"/>
                </a:lnTo>
                <a:lnTo>
                  <a:pt x="5044201" y="5761732"/>
                </a:lnTo>
                <a:lnTo>
                  <a:pt x="5077399" y="5819233"/>
                </a:lnTo>
                <a:lnTo>
                  <a:pt x="5019898" y="5852432"/>
                </a:lnTo>
                <a:close/>
              </a:path>
              <a:path w="6730365" h="7059295">
                <a:moveTo>
                  <a:pt x="4945522" y="5720667"/>
                </a:moveTo>
                <a:lnTo>
                  <a:pt x="4913792" y="5665707"/>
                </a:lnTo>
                <a:lnTo>
                  <a:pt x="4968746" y="5633977"/>
                </a:lnTo>
                <a:lnTo>
                  <a:pt x="5000476" y="5688937"/>
                </a:lnTo>
                <a:lnTo>
                  <a:pt x="4945522" y="5720667"/>
                </a:lnTo>
                <a:close/>
              </a:path>
              <a:path w="6730365" h="7059295">
                <a:moveTo>
                  <a:pt x="4871034" y="5589300"/>
                </a:moveTo>
                <a:lnTo>
                  <a:pt x="4840477" y="5536378"/>
                </a:lnTo>
                <a:lnTo>
                  <a:pt x="4893399" y="5505826"/>
                </a:lnTo>
                <a:lnTo>
                  <a:pt x="4923950" y="5558749"/>
                </a:lnTo>
                <a:lnTo>
                  <a:pt x="4871034" y="5589300"/>
                </a:lnTo>
                <a:close/>
              </a:path>
              <a:path w="6730365" h="7059295">
                <a:moveTo>
                  <a:pt x="4796652" y="5457536"/>
                </a:moveTo>
                <a:lnTo>
                  <a:pt x="4767564" y="5407154"/>
                </a:lnTo>
                <a:lnTo>
                  <a:pt x="4817945" y="5378072"/>
                </a:lnTo>
                <a:lnTo>
                  <a:pt x="4847027" y="5428448"/>
                </a:lnTo>
                <a:lnTo>
                  <a:pt x="4796652" y="5457536"/>
                </a:lnTo>
                <a:close/>
              </a:path>
              <a:path w="6730365" h="7059295">
                <a:moveTo>
                  <a:pt x="4722270" y="5325765"/>
                </a:moveTo>
                <a:lnTo>
                  <a:pt x="4694657" y="5277931"/>
                </a:lnTo>
                <a:lnTo>
                  <a:pt x="4742486" y="5250318"/>
                </a:lnTo>
                <a:lnTo>
                  <a:pt x="4770105" y="5298152"/>
                </a:lnTo>
                <a:lnTo>
                  <a:pt x="4722270" y="5325765"/>
                </a:lnTo>
                <a:close/>
              </a:path>
              <a:path w="6730365" h="7059295">
                <a:moveTo>
                  <a:pt x="4647888" y="5193995"/>
                </a:moveTo>
                <a:lnTo>
                  <a:pt x="4621744" y="5148708"/>
                </a:lnTo>
                <a:lnTo>
                  <a:pt x="4667032" y="5122563"/>
                </a:lnTo>
                <a:lnTo>
                  <a:pt x="4693176" y="5167851"/>
                </a:lnTo>
                <a:lnTo>
                  <a:pt x="4647888" y="5193995"/>
                </a:lnTo>
                <a:close/>
              </a:path>
              <a:path w="6730365" h="7059295">
                <a:moveTo>
                  <a:pt x="4573512" y="5062237"/>
                </a:moveTo>
                <a:lnTo>
                  <a:pt x="4548837" y="5019490"/>
                </a:lnTo>
                <a:lnTo>
                  <a:pt x="4591578" y="4994815"/>
                </a:lnTo>
                <a:lnTo>
                  <a:pt x="4616259" y="5037555"/>
                </a:lnTo>
                <a:lnTo>
                  <a:pt x="4573512" y="5062237"/>
                </a:lnTo>
                <a:close/>
              </a:path>
              <a:path w="6730365" h="7059295">
                <a:moveTo>
                  <a:pt x="4499131" y="4930466"/>
                </a:moveTo>
                <a:lnTo>
                  <a:pt x="4475924" y="4890267"/>
                </a:lnTo>
                <a:lnTo>
                  <a:pt x="4516124" y="4867054"/>
                </a:lnTo>
                <a:lnTo>
                  <a:pt x="4539330" y="4907260"/>
                </a:lnTo>
                <a:lnTo>
                  <a:pt x="4499131" y="4930466"/>
                </a:lnTo>
                <a:close/>
              </a:path>
              <a:path w="6730365" h="7059295">
                <a:moveTo>
                  <a:pt x="4424648" y="4799099"/>
                </a:moveTo>
                <a:lnTo>
                  <a:pt x="4402614" y="4760931"/>
                </a:lnTo>
                <a:lnTo>
                  <a:pt x="4440776" y="4738897"/>
                </a:lnTo>
                <a:lnTo>
                  <a:pt x="4462810" y="4777065"/>
                </a:lnTo>
                <a:lnTo>
                  <a:pt x="4424648" y="4799099"/>
                </a:lnTo>
                <a:close/>
              </a:path>
              <a:path w="6730365" h="7059295">
                <a:moveTo>
                  <a:pt x="4350053" y="4668134"/>
                </a:moveTo>
                <a:lnTo>
                  <a:pt x="4328902" y="4631494"/>
                </a:lnTo>
                <a:lnTo>
                  <a:pt x="4365535" y="4610343"/>
                </a:lnTo>
                <a:lnTo>
                  <a:pt x="4386687" y="4646983"/>
                </a:lnTo>
                <a:lnTo>
                  <a:pt x="4350053" y="4668134"/>
                </a:lnTo>
                <a:close/>
              </a:path>
              <a:path w="6730365" h="7059295">
                <a:moveTo>
                  <a:pt x="4275677" y="4536364"/>
                </a:moveTo>
                <a:lnTo>
                  <a:pt x="4255994" y="4502277"/>
                </a:lnTo>
                <a:lnTo>
                  <a:pt x="4290081" y="4482594"/>
                </a:lnTo>
                <a:lnTo>
                  <a:pt x="4309764" y="4516682"/>
                </a:lnTo>
                <a:lnTo>
                  <a:pt x="4275677" y="4536364"/>
                </a:lnTo>
                <a:close/>
              </a:path>
              <a:path w="6730365" h="7059295">
                <a:moveTo>
                  <a:pt x="4201189" y="4405002"/>
                </a:moveTo>
                <a:lnTo>
                  <a:pt x="4182679" y="4372941"/>
                </a:lnTo>
                <a:lnTo>
                  <a:pt x="4214735" y="4354431"/>
                </a:lnTo>
                <a:lnTo>
                  <a:pt x="4233244" y="4386493"/>
                </a:lnTo>
                <a:lnTo>
                  <a:pt x="4201189" y="4405002"/>
                </a:lnTo>
                <a:close/>
              </a:path>
              <a:path w="6730365" h="7059295">
                <a:moveTo>
                  <a:pt x="4126807" y="4273232"/>
                </a:moveTo>
                <a:lnTo>
                  <a:pt x="4109766" y="4243723"/>
                </a:lnTo>
                <a:lnTo>
                  <a:pt x="4139281" y="4226683"/>
                </a:lnTo>
                <a:lnTo>
                  <a:pt x="4156321" y="4256192"/>
                </a:lnTo>
                <a:lnTo>
                  <a:pt x="4126807" y="4273232"/>
                </a:lnTo>
                <a:close/>
              </a:path>
              <a:path w="6730365" h="7059295">
                <a:moveTo>
                  <a:pt x="4052212" y="4142274"/>
                </a:moveTo>
                <a:lnTo>
                  <a:pt x="4036053" y="4114287"/>
                </a:lnTo>
                <a:lnTo>
                  <a:pt x="4064040" y="4098129"/>
                </a:lnTo>
                <a:lnTo>
                  <a:pt x="4080198" y="4126115"/>
                </a:lnTo>
                <a:lnTo>
                  <a:pt x="4052212" y="4142274"/>
                </a:lnTo>
                <a:close/>
              </a:path>
              <a:path w="6730365" h="7059295">
                <a:moveTo>
                  <a:pt x="3977723" y="4010906"/>
                </a:moveTo>
                <a:lnTo>
                  <a:pt x="3962738" y="3984951"/>
                </a:lnTo>
                <a:lnTo>
                  <a:pt x="3988693" y="3969966"/>
                </a:lnTo>
                <a:lnTo>
                  <a:pt x="4003678" y="3995921"/>
                </a:lnTo>
                <a:lnTo>
                  <a:pt x="3977723" y="4010906"/>
                </a:lnTo>
                <a:close/>
              </a:path>
              <a:path w="6730365" h="7059295">
                <a:moveTo>
                  <a:pt x="3903241" y="3879539"/>
                </a:moveTo>
                <a:lnTo>
                  <a:pt x="3889434" y="3855621"/>
                </a:lnTo>
                <a:lnTo>
                  <a:pt x="3913346" y="3841815"/>
                </a:lnTo>
                <a:lnTo>
                  <a:pt x="3927152" y="3865732"/>
                </a:lnTo>
                <a:lnTo>
                  <a:pt x="3903241" y="3879539"/>
                </a:lnTo>
                <a:close/>
              </a:path>
              <a:path w="6730365" h="7059295">
                <a:moveTo>
                  <a:pt x="3828753" y="3748171"/>
                </a:moveTo>
                <a:lnTo>
                  <a:pt x="3816119" y="3726297"/>
                </a:lnTo>
                <a:lnTo>
                  <a:pt x="3838004" y="3713663"/>
                </a:lnTo>
                <a:lnTo>
                  <a:pt x="3850633" y="3735537"/>
                </a:lnTo>
                <a:lnTo>
                  <a:pt x="3828753" y="3748171"/>
                </a:lnTo>
                <a:close/>
              </a:path>
              <a:path w="6730365" h="7059295">
                <a:moveTo>
                  <a:pt x="3754157" y="3617213"/>
                </a:moveTo>
                <a:lnTo>
                  <a:pt x="3742406" y="3596861"/>
                </a:lnTo>
                <a:lnTo>
                  <a:pt x="3762764" y="3585109"/>
                </a:lnTo>
                <a:lnTo>
                  <a:pt x="3774515" y="3605461"/>
                </a:lnTo>
                <a:lnTo>
                  <a:pt x="3754157" y="3617213"/>
                </a:lnTo>
                <a:close/>
              </a:path>
              <a:path w="6730365" h="7059295">
                <a:moveTo>
                  <a:pt x="3679669" y="3485851"/>
                </a:moveTo>
                <a:lnTo>
                  <a:pt x="3669090" y="3467525"/>
                </a:lnTo>
                <a:lnTo>
                  <a:pt x="3687410" y="3456952"/>
                </a:lnTo>
                <a:lnTo>
                  <a:pt x="3697989" y="3475272"/>
                </a:lnTo>
                <a:lnTo>
                  <a:pt x="3679669" y="3485851"/>
                </a:lnTo>
                <a:close/>
              </a:path>
              <a:path w="6730365" h="7059295">
                <a:moveTo>
                  <a:pt x="3605074" y="3354880"/>
                </a:moveTo>
                <a:lnTo>
                  <a:pt x="3595378" y="3338088"/>
                </a:lnTo>
                <a:lnTo>
                  <a:pt x="3612176" y="3328392"/>
                </a:lnTo>
                <a:lnTo>
                  <a:pt x="3621872" y="3345184"/>
                </a:lnTo>
                <a:lnTo>
                  <a:pt x="3605074" y="3354880"/>
                </a:lnTo>
                <a:close/>
              </a:path>
              <a:path w="6730365" h="7059295">
                <a:moveTo>
                  <a:pt x="3530479" y="3223915"/>
                </a:moveTo>
                <a:lnTo>
                  <a:pt x="3521665" y="3208652"/>
                </a:lnTo>
                <a:lnTo>
                  <a:pt x="3536935" y="3199838"/>
                </a:lnTo>
                <a:lnTo>
                  <a:pt x="3545748" y="3215102"/>
                </a:lnTo>
                <a:lnTo>
                  <a:pt x="3530479" y="3223915"/>
                </a:lnTo>
                <a:close/>
              </a:path>
              <a:path w="6730365" h="7059295">
                <a:moveTo>
                  <a:pt x="3455890" y="3092950"/>
                </a:moveTo>
                <a:lnTo>
                  <a:pt x="3447953" y="3079209"/>
                </a:lnTo>
                <a:lnTo>
                  <a:pt x="3461688" y="3071278"/>
                </a:lnTo>
                <a:lnTo>
                  <a:pt x="3469626" y="3085019"/>
                </a:lnTo>
                <a:lnTo>
                  <a:pt x="3455890" y="3092950"/>
                </a:lnTo>
                <a:close/>
              </a:path>
              <a:path w="6730365" h="7059295">
                <a:moveTo>
                  <a:pt x="3381401" y="2961589"/>
                </a:moveTo>
                <a:lnTo>
                  <a:pt x="3374643" y="2949885"/>
                </a:lnTo>
                <a:lnTo>
                  <a:pt x="3386347" y="2943127"/>
                </a:lnTo>
                <a:lnTo>
                  <a:pt x="3393105" y="2954830"/>
                </a:lnTo>
                <a:lnTo>
                  <a:pt x="3381401" y="2961589"/>
                </a:lnTo>
                <a:close/>
              </a:path>
              <a:path w="6730365" h="7059295">
                <a:moveTo>
                  <a:pt x="3306806" y="2830624"/>
                </a:moveTo>
                <a:lnTo>
                  <a:pt x="3300931" y="2820442"/>
                </a:lnTo>
                <a:lnTo>
                  <a:pt x="3311106" y="2814567"/>
                </a:lnTo>
                <a:lnTo>
                  <a:pt x="3316982" y="2824748"/>
                </a:lnTo>
                <a:lnTo>
                  <a:pt x="3306806" y="2830624"/>
                </a:lnTo>
                <a:close/>
              </a:path>
              <a:path w="6730365" h="7059295">
                <a:moveTo>
                  <a:pt x="3232211" y="2699659"/>
                </a:moveTo>
                <a:lnTo>
                  <a:pt x="3227218" y="2691006"/>
                </a:lnTo>
                <a:lnTo>
                  <a:pt x="3235865" y="2686013"/>
                </a:lnTo>
                <a:lnTo>
                  <a:pt x="3240858" y="2694666"/>
                </a:lnTo>
                <a:lnTo>
                  <a:pt x="3232211" y="2699659"/>
                </a:lnTo>
                <a:close/>
              </a:path>
              <a:path w="6730365" h="7059295">
                <a:moveTo>
                  <a:pt x="3157509" y="2569097"/>
                </a:moveTo>
                <a:lnTo>
                  <a:pt x="3153102" y="2561462"/>
                </a:lnTo>
                <a:lnTo>
                  <a:pt x="3160737" y="2557056"/>
                </a:lnTo>
                <a:lnTo>
                  <a:pt x="3165144" y="2564691"/>
                </a:lnTo>
                <a:lnTo>
                  <a:pt x="3157509" y="2569097"/>
                </a:lnTo>
                <a:close/>
              </a:path>
              <a:path w="6730365" h="7059295">
                <a:moveTo>
                  <a:pt x="3082808" y="2438535"/>
                </a:moveTo>
                <a:lnTo>
                  <a:pt x="3078987" y="2431919"/>
                </a:lnTo>
                <a:lnTo>
                  <a:pt x="3085603" y="2428099"/>
                </a:lnTo>
                <a:lnTo>
                  <a:pt x="3089424" y="2434715"/>
                </a:lnTo>
                <a:lnTo>
                  <a:pt x="3082808" y="2438535"/>
                </a:lnTo>
                <a:close/>
              </a:path>
              <a:path w="6730365" h="7059295">
                <a:moveTo>
                  <a:pt x="3008212" y="2307571"/>
                </a:moveTo>
                <a:lnTo>
                  <a:pt x="3005275" y="2302477"/>
                </a:lnTo>
                <a:lnTo>
                  <a:pt x="3010362" y="2299539"/>
                </a:lnTo>
                <a:lnTo>
                  <a:pt x="3013300" y="2304633"/>
                </a:lnTo>
                <a:lnTo>
                  <a:pt x="3008212" y="2307571"/>
                </a:lnTo>
                <a:close/>
              </a:path>
              <a:path w="6730365" h="7059295">
                <a:moveTo>
                  <a:pt x="2933511" y="2177003"/>
                </a:moveTo>
                <a:lnTo>
                  <a:pt x="2931159" y="2172934"/>
                </a:lnTo>
                <a:lnTo>
                  <a:pt x="2935229" y="2170582"/>
                </a:lnTo>
                <a:lnTo>
                  <a:pt x="2937580" y="2174651"/>
                </a:lnTo>
                <a:lnTo>
                  <a:pt x="2933511" y="2177003"/>
                </a:lnTo>
                <a:close/>
              </a:path>
              <a:path w="6730365" h="7059295">
                <a:moveTo>
                  <a:pt x="2858804" y="2046441"/>
                </a:moveTo>
                <a:lnTo>
                  <a:pt x="2857044" y="2043390"/>
                </a:lnTo>
                <a:lnTo>
                  <a:pt x="2860095" y="2041631"/>
                </a:lnTo>
                <a:lnTo>
                  <a:pt x="2861860" y="2044681"/>
                </a:lnTo>
                <a:lnTo>
                  <a:pt x="2858804" y="2046441"/>
                </a:lnTo>
                <a:close/>
              </a:path>
              <a:path w="6730365" h="7059295">
                <a:moveTo>
                  <a:pt x="2784101" y="1915879"/>
                </a:moveTo>
                <a:lnTo>
                  <a:pt x="2782929" y="1913841"/>
                </a:lnTo>
                <a:lnTo>
                  <a:pt x="2784960" y="1912668"/>
                </a:lnTo>
                <a:lnTo>
                  <a:pt x="2786139" y="1914706"/>
                </a:lnTo>
                <a:lnTo>
                  <a:pt x="2784101" y="1915879"/>
                </a:lnTo>
                <a:close/>
              </a:path>
              <a:path w="6730365" h="7059295">
                <a:moveTo>
                  <a:pt x="2710419" y="1784730"/>
                </a:moveTo>
                <a:lnTo>
                  <a:pt x="2709068" y="1784730"/>
                </a:lnTo>
                <a:lnTo>
                  <a:pt x="2708819" y="1784298"/>
                </a:lnTo>
                <a:lnTo>
                  <a:pt x="2710170" y="1784298"/>
                </a:lnTo>
                <a:lnTo>
                  <a:pt x="2710419" y="1784730"/>
                </a:lnTo>
                <a:close/>
              </a:path>
              <a:path w="6730365" h="7059295">
                <a:moveTo>
                  <a:pt x="4441848" y="1478365"/>
                </a:moveTo>
                <a:lnTo>
                  <a:pt x="4435232" y="1478365"/>
                </a:lnTo>
                <a:lnTo>
                  <a:pt x="4431412" y="1465665"/>
                </a:lnTo>
                <a:lnTo>
                  <a:pt x="4438028" y="1465665"/>
                </a:lnTo>
                <a:lnTo>
                  <a:pt x="4441848" y="1478365"/>
                </a:lnTo>
                <a:close/>
              </a:path>
              <a:path w="6730365" h="7059295">
                <a:moveTo>
                  <a:pt x="5642354" y="1478365"/>
                </a:moveTo>
                <a:lnTo>
                  <a:pt x="5636182" y="1465665"/>
                </a:lnTo>
                <a:lnTo>
                  <a:pt x="5653039" y="1465665"/>
                </a:lnTo>
                <a:lnTo>
                  <a:pt x="5642354" y="1478365"/>
                </a:lnTo>
                <a:close/>
              </a:path>
              <a:path w="6730365" h="7059295">
                <a:moveTo>
                  <a:pt x="6529002" y="1491065"/>
                </a:moveTo>
                <a:lnTo>
                  <a:pt x="6515254" y="1491065"/>
                </a:lnTo>
                <a:lnTo>
                  <a:pt x="6507323" y="1478365"/>
                </a:lnTo>
                <a:lnTo>
                  <a:pt x="6521065" y="1465665"/>
                </a:lnTo>
                <a:lnTo>
                  <a:pt x="6529002" y="1491065"/>
                </a:lnTo>
                <a:close/>
              </a:path>
              <a:path w="6730365" h="7059295">
                <a:moveTo>
                  <a:pt x="5317808" y="1491065"/>
                </a:moveTo>
                <a:lnTo>
                  <a:pt x="5302556" y="1491065"/>
                </a:lnTo>
                <a:lnTo>
                  <a:pt x="5312223" y="1478365"/>
                </a:lnTo>
                <a:lnTo>
                  <a:pt x="5317808" y="1491065"/>
                </a:lnTo>
                <a:close/>
              </a:path>
              <a:path w="6730365" h="7059295">
                <a:moveTo>
                  <a:pt x="6180929" y="1516465"/>
                </a:moveTo>
                <a:lnTo>
                  <a:pt x="6173288" y="1503765"/>
                </a:lnTo>
                <a:lnTo>
                  <a:pt x="6186520" y="1491065"/>
                </a:lnTo>
                <a:lnTo>
                  <a:pt x="6194161" y="1503765"/>
                </a:lnTo>
                <a:lnTo>
                  <a:pt x="6180929" y="1516465"/>
                </a:lnTo>
                <a:close/>
              </a:path>
              <a:path w="6730365" h="7059295">
                <a:moveTo>
                  <a:pt x="4973912" y="1516465"/>
                </a:moveTo>
                <a:lnTo>
                  <a:pt x="4968919" y="1503765"/>
                </a:lnTo>
                <a:lnTo>
                  <a:pt x="4982565" y="1503765"/>
                </a:lnTo>
                <a:lnTo>
                  <a:pt x="4973912" y="1516465"/>
                </a:lnTo>
                <a:close/>
              </a:path>
              <a:path w="6730365" h="7059295">
                <a:moveTo>
                  <a:pt x="4647330" y="1529165"/>
                </a:moveTo>
                <a:lnTo>
                  <a:pt x="4635288" y="1529165"/>
                </a:lnTo>
                <a:lnTo>
                  <a:pt x="4642923" y="1516465"/>
                </a:lnTo>
                <a:lnTo>
                  <a:pt x="4647330" y="1529165"/>
                </a:lnTo>
                <a:close/>
              </a:path>
              <a:path w="6730365" h="7059295">
                <a:moveTo>
                  <a:pt x="5858924" y="1529165"/>
                </a:moveTo>
                <a:lnTo>
                  <a:pt x="5846710" y="1529165"/>
                </a:lnTo>
                <a:lnTo>
                  <a:pt x="5839656" y="1516465"/>
                </a:lnTo>
                <a:lnTo>
                  <a:pt x="5851869" y="1516465"/>
                </a:lnTo>
                <a:lnTo>
                  <a:pt x="5858924" y="1529165"/>
                </a:lnTo>
                <a:close/>
              </a:path>
              <a:path w="6730365" h="7059295">
                <a:moveTo>
                  <a:pt x="5512486" y="1554565"/>
                </a:moveTo>
                <a:lnTo>
                  <a:pt x="5506024" y="1541865"/>
                </a:lnTo>
                <a:lnTo>
                  <a:pt x="5517219" y="1529165"/>
                </a:lnTo>
                <a:lnTo>
                  <a:pt x="5523681" y="1541865"/>
                </a:lnTo>
                <a:lnTo>
                  <a:pt x="5512486" y="1554565"/>
                </a:lnTo>
                <a:close/>
              </a:path>
              <a:path w="6730365" h="7059295">
                <a:moveTo>
                  <a:pt x="6719824" y="1554565"/>
                </a:moveTo>
                <a:lnTo>
                  <a:pt x="6711597" y="1529165"/>
                </a:lnTo>
                <a:lnTo>
                  <a:pt x="6730211" y="1529165"/>
                </a:lnTo>
                <a:lnTo>
                  <a:pt x="6730211" y="1541865"/>
                </a:lnTo>
                <a:lnTo>
                  <a:pt x="6719824" y="1554565"/>
                </a:lnTo>
                <a:close/>
              </a:path>
              <a:path w="6730365" h="7059295">
                <a:moveTo>
                  <a:pt x="4312087" y="1554565"/>
                </a:moveTo>
                <a:lnTo>
                  <a:pt x="4305477" y="1554565"/>
                </a:lnTo>
                <a:lnTo>
                  <a:pt x="4301656" y="1541865"/>
                </a:lnTo>
                <a:lnTo>
                  <a:pt x="4308266" y="1541865"/>
                </a:lnTo>
                <a:lnTo>
                  <a:pt x="4312087" y="1554565"/>
                </a:lnTo>
                <a:close/>
              </a:path>
              <a:path w="6730365" h="7059295">
                <a:moveTo>
                  <a:pt x="6385392" y="1567265"/>
                </a:moveTo>
                <a:lnTo>
                  <a:pt x="6377165" y="1554565"/>
                </a:lnTo>
                <a:lnTo>
                  <a:pt x="6391416" y="1541865"/>
                </a:lnTo>
                <a:lnTo>
                  <a:pt x="6399643" y="1554565"/>
                </a:lnTo>
                <a:lnTo>
                  <a:pt x="6385392" y="1567265"/>
                </a:lnTo>
                <a:close/>
              </a:path>
              <a:path w="6730365" h="7059295">
                <a:moveTo>
                  <a:pt x="5188046" y="1567265"/>
                </a:moveTo>
                <a:lnTo>
                  <a:pt x="5178374" y="1567265"/>
                </a:lnTo>
                <a:lnTo>
                  <a:pt x="5172795" y="1554565"/>
                </a:lnTo>
                <a:lnTo>
                  <a:pt x="5182461" y="1554565"/>
                </a:lnTo>
                <a:lnTo>
                  <a:pt x="5188046" y="1567265"/>
                </a:lnTo>
                <a:close/>
              </a:path>
              <a:path w="6730365" h="7059295">
                <a:moveTo>
                  <a:pt x="6051168" y="1592665"/>
                </a:moveTo>
                <a:lnTo>
                  <a:pt x="6043527" y="1579965"/>
                </a:lnTo>
                <a:lnTo>
                  <a:pt x="6056765" y="1567265"/>
                </a:lnTo>
                <a:lnTo>
                  <a:pt x="6064400" y="1579965"/>
                </a:lnTo>
                <a:lnTo>
                  <a:pt x="6051168" y="1592665"/>
                </a:lnTo>
                <a:close/>
              </a:path>
              <a:path w="6730365" h="7059295">
                <a:moveTo>
                  <a:pt x="4844157" y="1592665"/>
                </a:moveTo>
                <a:lnTo>
                  <a:pt x="4839164" y="1579965"/>
                </a:lnTo>
                <a:lnTo>
                  <a:pt x="4852804" y="1579965"/>
                </a:lnTo>
                <a:lnTo>
                  <a:pt x="4844157" y="1592665"/>
                </a:lnTo>
                <a:close/>
              </a:path>
              <a:path w="6730365" h="7059295">
                <a:moveTo>
                  <a:pt x="4517568" y="1605365"/>
                </a:moveTo>
                <a:lnTo>
                  <a:pt x="4505527" y="1605365"/>
                </a:lnTo>
                <a:lnTo>
                  <a:pt x="4513161" y="1592665"/>
                </a:lnTo>
                <a:lnTo>
                  <a:pt x="4517568" y="1605365"/>
                </a:lnTo>
                <a:close/>
              </a:path>
              <a:path w="6730365" h="7059295">
                <a:moveTo>
                  <a:pt x="5729565" y="1605365"/>
                </a:moveTo>
                <a:lnTo>
                  <a:pt x="5716842" y="1605365"/>
                </a:lnTo>
                <a:lnTo>
                  <a:pt x="5709498" y="1592665"/>
                </a:lnTo>
                <a:lnTo>
                  <a:pt x="5722221" y="1592665"/>
                </a:lnTo>
                <a:lnTo>
                  <a:pt x="5729565" y="1605365"/>
                </a:lnTo>
                <a:close/>
              </a:path>
              <a:path w="6730365" h="7059295">
                <a:moveTo>
                  <a:pt x="5382731" y="1630765"/>
                </a:moveTo>
                <a:lnTo>
                  <a:pt x="5376269" y="1618065"/>
                </a:lnTo>
                <a:lnTo>
                  <a:pt x="5387457" y="1605365"/>
                </a:lnTo>
                <a:lnTo>
                  <a:pt x="5393920" y="1618065"/>
                </a:lnTo>
                <a:lnTo>
                  <a:pt x="5382731" y="1630765"/>
                </a:lnTo>
                <a:close/>
              </a:path>
              <a:path w="6730365" h="7059295">
                <a:moveTo>
                  <a:pt x="6605113" y="1618065"/>
                </a:moveTo>
                <a:lnTo>
                  <a:pt x="6589849" y="1618065"/>
                </a:lnTo>
                <a:lnTo>
                  <a:pt x="6581036" y="1605365"/>
                </a:lnTo>
                <a:lnTo>
                  <a:pt x="6596299" y="1605365"/>
                </a:lnTo>
                <a:lnTo>
                  <a:pt x="6605113" y="1618065"/>
                </a:lnTo>
                <a:close/>
              </a:path>
              <a:path w="6730365" h="7059295">
                <a:moveTo>
                  <a:pt x="4175716" y="1630765"/>
                </a:moveTo>
                <a:lnTo>
                  <a:pt x="4171895" y="1618065"/>
                </a:lnTo>
                <a:lnTo>
                  <a:pt x="4182332" y="1618065"/>
                </a:lnTo>
                <a:lnTo>
                  <a:pt x="4175716" y="1630765"/>
                </a:lnTo>
                <a:close/>
              </a:path>
              <a:path w="6730365" h="7059295">
                <a:moveTo>
                  <a:pt x="6255524" y="1643465"/>
                </a:moveTo>
                <a:lnTo>
                  <a:pt x="6247001" y="1630765"/>
                </a:lnTo>
                <a:lnTo>
                  <a:pt x="6261761" y="1618065"/>
                </a:lnTo>
                <a:lnTo>
                  <a:pt x="6270279" y="1630765"/>
                </a:lnTo>
                <a:lnTo>
                  <a:pt x="6255524" y="1643465"/>
                </a:lnTo>
                <a:close/>
              </a:path>
              <a:path w="6730365" h="7059295">
                <a:moveTo>
                  <a:pt x="5058689" y="1643465"/>
                </a:moveTo>
                <a:lnTo>
                  <a:pt x="5048507" y="1643465"/>
                </a:lnTo>
                <a:lnTo>
                  <a:pt x="5042631" y="1630765"/>
                </a:lnTo>
                <a:lnTo>
                  <a:pt x="5052813" y="1630765"/>
                </a:lnTo>
                <a:lnTo>
                  <a:pt x="5058689" y="1643465"/>
                </a:lnTo>
                <a:close/>
              </a:path>
              <a:path w="6730365" h="7059295">
                <a:moveTo>
                  <a:pt x="5921300" y="1668865"/>
                </a:moveTo>
                <a:lnTo>
                  <a:pt x="5913368" y="1643465"/>
                </a:lnTo>
                <a:lnTo>
                  <a:pt x="5927110" y="1643465"/>
                </a:lnTo>
                <a:lnTo>
                  <a:pt x="5935047" y="1656165"/>
                </a:lnTo>
                <a:lnTo>
                  <a:pt x="5921300" y="1668865"/>
                </a:lnTo>
                <a:close/>
              </a:path>
              <a:path w="6730365" h="7059295">
                <a:moveTo>
                  <a:pt x="4714397" y="1668865"/>
                </a:moveTo>
                <a:lnTo>
                  <a:pt x="4709404" y="1656165"/>
                </a:lnTo>
                <a:lnTo>
                  <a:pt x="4723044" y="1656165"/>
                </a:lnTo>
                <a:lnTo>
                  <a:pt x="4714397" y="1668865"/>
                </a:lnTo>
                <a:close/>
              </a:path>
              <a:path w="6730365" h="7059295">
                <a:moveTo>
                  <a:pt x="5587081" y="1681565"/>
                </a:moveTo>
                <a:lnTo>
                  <a:pt x="5579736" y="1668865"/>
                </a:lnTo>
                <a:lnTo>
                  <a:pt x="5592459" y="1656165"/>
                </a:lnTo>
                <a:lnTo>
                  <a:pt x="5599804" y="1668865"/>
                </a:lnTo>
                <a:lnTo>
                  <a:pt x="5587081" y="1681565"/>
                </a:lnTo>
                <a:close/>
              </a:path>
              <a:path w="6730365" h="7059295">
                <a:moveTo>
                  <a:pt x="4387814" y="1681565"/>
                </a:moveTo>
                <a:lnTo>
                  <a:pt x="4375765" y="1681565"/>
                </a:lnTo>
                <a:lnTo>
                  <a:pt x="4383406" y="1668865"/>
                </a:lnTo>
                <a:lnTo>
                  <a:pt x="4387814" y="1681565"/>
                </a:lnTo>
                <a:close/>
              </a:path>
              <a:path w="6730365" h="7059295">
                <a:moveTo>
                  <a:pt x="6475760" y="1694265"/>
                </a:moveTo>
                <a:lnTo>
                  <a:pt x="6459987" y="1694265"/>
                </a:lnTo>
                <a:lnTo>
                  <a:pt x="6450878" y="1681565"/>
                </a:lnTo>
                <a:lnTo>
                  <a:pt x="6466651" y="1668865"/>
                </a:lnTo>
                <a:lnTo>
                  <a:pt x="6475760" y="1694265"/>
                </a:lnTo>
                <a:close/>
              </a:path>
              <a:path w="6730365" h="7059295">
                <a:moveTo>
                  <a:pt x="5252856" y="1706965"/>
                </a:moveTo>
                <a:lnTo>
                  <a:pt x="5246098" y="1694265"/>
                </a:lnTo>
                <a:lnTo>
                  <a:pt x="5257808" y="1681565"/>
                </a:lnTo>
                <a:lnTo>
                  <a:pt x="5264566" y="1694265"/>
                </a:lnTo>
                <a:lnTo>
                  <a:pt x="5252856" y="1706965"/>
                </a:lnTo>
                <a:close/>
              </a:path>
              <a:path w="6730365" h="7059295">
                <a:moveTo>
                  <a:pt x="4045955" y="1706965"/>
                </a:moveTo>
                <a:lnTo>
                  <a:pt x="4042135" y="1694265"/>
                </a:lnTo>
                <a:lnTo>
                  <a:pt x="4052571" y="1694265"/>
                </a:lnTo>
                <a:lnTo>
                  <a:pt x="4045955" y="1706965"/>
                </a:lnTo>
                <a:close/>
              </a:path>
              <a:path w="6730365" h="7059295">
                <a:moveTo>
                  <a:pt x="6125769" y="1719665"/>
                </a:moveTo>
                <a:lnTo>
                  <a:pt x="6117246" y="1706965"/>
                </a:lnTo>
                <a:lnTo>
                  <a:pt x="6132007" y="1694265"/>
                </a:lnTo>
                <a:lnTo>
                  <a:pt x="6140524" y="1706965"/>
                </a:lnTo>
                <a:lnTo>
                  <a:pt x="6125769" y="1719665"/>
                </a:lnTo>
                <a:close/>
              </a:path>
              <a:path w="6730365" h="7059295">
                <a:moveTo>
                  <a:pt x="4928928" y="1719665"/>
                </a:moveTo>
                <a:lnTo>
                  <a:pt x="4918752" y="1719665"/>
                </a:lnTo>
                <a:lnTo>
                  <a:pt x="4912876" y="1706965"/>
                </a:lnTo>
                <a:lnTo>
                  <a:pt x="4923052" y="1706965"/>
                </a:lnTo>
                <a:lnTo>
                  <a:pt x="4928928" y="1719665"/>
                </a:lnTo>
                <a:close/>
              </a:path>
              <a:path w="6730365" h="7059295">
                <a:moveTo>
                  <a:pt x="4584635" y="1745065"/>
                </a:moveTo>
                <a:lnTo>
                  <a:pt x="4579642" y="1732365"/>
                </a:lnTo>
                <a:lnTo>
                  <a:pt x="4588290" y="1719665"/>
                </a:lnTo>
                <a:lnTo>
                  <a:pt x="4593289" y="1732365"/>
                </a:lnTo>
                <a:lnTo>
                  <a:pt x="4584635" y="1745065"/>
                </a:lnTo>
                <a:close/>
              </a:path>
              <a:path w="6730365" h="7059295">
                <a:moveTo>
                  <a:pt x="5805683" y="1732365"/>
                </a:moveTo>
                <a:lnTo>
                  <a:pt x="5791438" y="1732365"/>
                </a:lnTo>
                <a:lnTo>
                  <a:pt x="5783211" y="1719665"/>
                </a:lnTo>
                <a:lnTo>
                  <a:pt x="5797456" y="1719665"/>
                </a:lnTo>
                <a:lnTo>
                  <a:pt x="5805683" y="1732365"/>
                </a:lnTo>
                <a:close/>
              </a:path>
              <a:path w="6730365" h="7059295">
                <a:moveTo>
                  <a:pt x="5457213" y="1757765"/>
                </a:moveTo>
                <a:lnTo>
                  <a:pt x="5449573" y="1745065"/>
                </a:lnTo>
                <a:lnTo>
                  <a:pt x="5462810" y="1732365"/>
                </a:lnTo>
                <a:lnTo>
                  <a:pt x="5470445" y="1745065"/>
                </a:lnTo>
                <a:lnTo>
                  <a:pt x="5457213" y="1757765"/>
                </a:lnTo>
                <a:close/>
              </a:path>
              <a:path w="6730365" h="7059295">
                <a:moveTo>
                  <a:pt x="6664450" y="1757765"/>
                </a:moveTo>
                <a:lnTo>
                  <a:pt x="6654754" y="1732365"/>
                </a:lnTo>
                <a:lnTo>
                  <a:pt x="6671540" y="1732365"/>
                </a:lnTo>
                <a:lnTo>
                  <a:pt x="6681236" y="1745065"/>
                </a:lnTo>
                <a:lnTo>
                  <a:pt x="6664450" y="1757765"/>
                </a:lnTo>
                <a:close/>
              </a:path>
              <a:path w="6730365" h="7059295">
                <a:moveTo>
                  <a:pt x="4258052" y="1757765"/>
                </a:moveTo>
                <a:lnTo>
                  <a:pt x="4250418" y="1757765"/>
                </a:lnTo>
                <a:lnTo>
                  <a:pt x="4246011" y="1745065"/>
                </a:lnTo>
                <a:lnTo>
                  <a:pt x="4253645" y="1745065"/>
                </a:lnTo>
                <a:lnTo>
                  <a:pt x="4258052" y="1757765"/>
                </a:lnTo>
                <a:close/>
              </a:path>
              <a:path w="6730365" h="7059295">
                <a:moveTo>
                  <a:pt x="6346402" y="1770465"/>
                </a:moveTo>
                <a:lnTo>
                  <a:pt x="6330120" y="1770465"/>
                </a:lnTo>
                <a:lnTo>
                  <a:pt x="6320720" y="1757765"/>
                </a:lnTo>
                <a:lnTo>
                  <a:pt x="6337002" y="1745065"/>
                </a:lnTo>
                <a:lnTo>
                  <a:pt x="6346402" y="1770465"/>
                </a:lnTo>
                <a:close/>
              </a:path>
              <a:path w="6730365" h="7059295">
                <a:moveTo>
                  <a:pt x="5134806" y="1770465"/>
                </a:moveTo>
                <a:lnTo>
                  <a:pt x="5116344" y="1770465"/>
                </a:lnTo>
                <a:lnTo>
                  <a:pt x="5128048" y="1757765"/>
                </a:lnTo>
                <a:lnTo>
                  <a:pt x="5134806" y="1770465"/>
                </a:lnTo>
                <a:close/>
              </a:path>
              <a:path w="6730365" h="7059295">
                <a:moveTo>
                  <a:pt x="3916195" y="1783165"/>
                </a:moveTo>
                <a:lnTo>
                  <a:pt x="3912374" y="1770465"/>
                </a:lnTo>
                <a:lnTo>
                  <a:pt x="3922816" y="1770465"/>
                </a:lnTo>
                <a:lnTo>
                  <a:pt x="3916195" y="1783165"/>
                </a:lnTo>
                <a:close/>
              </a:path>
              <a:path w="6730365" h="7059295">
                <a:moveTo>
                  <a:pt x="5995894" y="1795865"/>
                </a:moveTo>
                <a:lnTo>
                  <a:pt x="5987081" y="1783165"/>
                </a:lnTo>
                <a:lnTo>
                  <a:pt x="6002344" y="1770465"/>
                </a:lnTo>
                <a:lnTo>
                  <a:pt x="6011158" y="1783165"/>
                </a:lnTo>
                <a:lnTo>
                  <a:pt x="5995894" y="1795865"/>
                </a:lnTo>
                <a:close/>
              </a:path>
              <a:path w="6730365" h="7059295">
                <a:moveTo>
                  <a:pt x="4799168" y="1795865"/>
                </a:moveTo>
                <a:lnTo>
                  <a:pt x="4788992" y="1795865"/>
                </a:lnTo>
                <a:lnTo>
                  <a:pt x="4783116" y="1783165"/>
                </a:lnTo>
                <a:lnTo>
                  <a:pt x="4793292" y="1783165"/>
                </a:lnTo>
                <a:lnTo>
                  <a:pt x="4799168" y="1795865"/>
                </a:lnTo>
                <a:close/>
              </a:path>
              <a:path w="6730365" h="7059295">
                <a:moveTo>
                  <a:pt x="4463534" y="1808565"/>
                </a:moveTo>
                <a:lnTo>
                  <a:pt x="4449881" y="1808565"/>
                </a:lnTo>
                <a:lnTo>
                  <a:pt x="4458534" y="1795865"/>
                </a:lnTo>
                <a:lnTo>
                  <a:pt x="4463534" y="1808565"/>
                </a:lnTo>
                <a:close/>
              </a:path>
              <a:path w="6730365" h="7059295">
                <a:moveTo>
                  <a:pt x="5675927" y="1808565"/>
                </a:moveTo>
                <a:lnTo>
                  <a:pt x="5661676" y="1808565"/>
                </a:lnTo>
                <a:lnTo>
                  <a:pt x="5653450" y="1795865"/>
                </a:lnTo>
                <a:lnTo>
                  <a:pt x="5667700" y="1795865"/>
                </a:lnTo>
                <a:lnTo>
                  <a:pt x="5675927" y="1808565"/>
                </a:lnTo>
                <a:close/>
              </a:path>
              <a:path w="6730365" h="7059295">
                <a:moveTo>
                  <a:pt x="5327457" y="1833965"/>
                </a:moveTo>
                <a:lnTo>
                  <a:pt x="5319817" y="1821265"/>
                </a:lnTo>
                <a:lnTo>
                  <a:pt x="5333049" y="1808565"/>
                </a:lnTo>
                <a:lnTo>
                  <a:pt x="5340683" y="1821265"/>
                </a:lnTo>
                <a:lnTo>
                  <a:pt x="5327457" y="1833965"/>
                </a:lnTo>
                <a:close/>
              </a:path>
              <a:path w="6730365" h="7059295">
                <a:moveTo>
                  <a:pt x="6534475" y="1833965"/>
                </a:moveTo>
                <a:lnTo>
                  <a:pt x="6524193" y="1808565"/>
                </a:lnTo>
                <a:lnTo>
                  <a:pt x="6542004" y="1808565"/>
                </a:lnTo>
                <a:lnTo>
                  <a:pt x="6552286" y="1821265"/>
                </a:lnTo>
                <a:lnTo>
                  <a:pt x="6534475" y="1833965"/>
                </a:lnTo>
                <a:close/>
              </a:path>
              <a:path w="6730365" h="7059295">
                <a:moveTo>
                  <a:pt x="4128292" y="1833965"/>
                </a:moveTo>
                <a:lnTo>
                  <a:pt x="4120663" y="1833965"/>
                </a:lnTo>
                <a:lnTo>
                  <a:pt x="4116256" y="1821265"/>
                </a:lnTo>
                <a:lnTo>
                  <a:pt x="4123885" y="1821265"/>
                </a:lnTo>
                <a:lnTo>
                  <a:pt x="4128292" y="1833965"/>
                </a:lnTo>
                <a:close/>
              </a:path>
              <a:path w="6730365" h="7059295">
                <a:moveTo>
                  <a:pt x="6217044" y="1846665"/>
                </a:moveTo>
                <a:lnTo>
                  <a:pt x="6200252" y="1846665"/>
                </a:lnTo>
                <a:lnTo>
                  <a:pt x="6190556" y="1833965"/>
                </a:lnTo>
                <a:lnTo>
                  <a:pt x="6207347" y="1821265"/>
                </a:lnTo>
                <a:lnTo>
                  <a:pt x="6217044" y="1846665"/>
                </a:lnTo>
                <a:close/>
              </a:path>
              <a:path w="6730365" h="7059295">
                <a:moveTo>
                  <a:pt x="5005448" y="1846665"/>
                </a:moveTo>
                <a:lnTo>
                  <a:pt x="4993234" y="1846665"/>
                </a:lnTo>
                <a:lnTo>
                  <a:pt x="4986186" y="1833965"/>
                </a:lnTo>
                <a:lnTo>
                  <a:pt x="4998399" y="1833965"/>
                </a:lnTo>
                <a:lnTo>
                  <a:pt x="5005448" y="1846665"/>
                </a:lnTo>
                <a:close/>
              </a:path>
              <a:path w="6730365" h="7059295">
                <a:moveTo>
                  <a:pt x="5866033" y="1872065"/>
                </a:moveTo>
                <a:lnTo>
                  <a:pt x="5856923" y="1859365"/>
                </a:lnTo>
                <a:lnTo>
                  <a:pt x="5872696" y="1846665"/>
                </a:lnTo>
                <a:lnTo>
                  <a:pt x="5881806" y="1859365"/>
                </a:lnTo>
                <a:lnTo>
                  <a:pt x="5866033" y="1872065"/>
                </a:lnTo>
                <a:close/>
              </a:path>
              <a:path w="6730365" h="7059295">
                <a:moveTo>
                  <a:pt x="4659231" y="1872065"/>
                </a:moveTo>
                <a:lnTo>
                  <a:pt x="4653355" y="1859365"/>
                </a:lnTo>
                <a:lnTo>
                  <a:pt x="4669406" y="1859365"/>
                </a:lnTo>
                <a:lnTo>
                  <a:pt x="4659231" y="1872065"/>
                </a:lnTo>
                <a:close/>
              </a:path>
              <a:path w="6730365" h="7059295">
                <a:moveTo>
                  <a:pt x="5546569" y="1884765"/>
                </a:moveTo>
                <a:lnTo>
                  <a:pt x="5531815" y="1884765"/>
                </a:lnTo>
                <a:lnTo>
                  <a:pt x="5523291" y="1872065"/>
                </a:lnTo>
                <a:lnTo>
                  <a:pt x="5538052" y="1859365"/>
                </a:lnTo>
                <a:lnTo>
                  <a:pt x="5546569" y="1884765"/>
                </a:lnTo>
                <a:close/>
              </a:path>
              <a:path w="6730365" h="7059295">
                <a:moveTo>
                  <a:pt x="4333773" y="1884765"/>
                </a:moveTo>
                <a:lnTo>
                  <a:pt x="4320120" y="1884765"/>
                </a:lnTo>
                <a:lnTo>
                  <a:pt x="4328774" y="1872065"/>
                </a:lnTo>
                <a:lnTo>
                  <a:pt x="4333773" y="1884765"/>
                </a:lnTo>
                <a:close/>
              </a:path>
              <a:path w="6730365" h="7059295">
                <a:moveTo>
                  <a:pt x="6404715" y="1910165"/>
                </a:moveTo>
                <a:lnTo>
                  <a:pt x="6394432" y="1884765"/>
                </a:lnTo>
                <a:lnTo>
                  <a:pt x="6412243" y="1872065"/>
                </a:lnTo>
                <a:lnTo>
                  <a:pt x="6422526" y="1897465"/>
                </a:lnTo>
                <a:lnTo>
                  <a:pt x="6404715" y="1910165"/>
                </a:lnTo>
                <a:close/>
              </a:path>
              <a:path w="6730365" h="7059295">
                <a:moveTo>
                  <a:pt x="5197590" y="1910165"/>
                </a:moveTo>
                <a:lnTo>
                  <a:pt x="5189660" y="1897465"/>
                </a:lnTo>
                <a:lnTo>
                  <a:pt x="5203401" y="1884765"/>
                </a:lnTo>
                <a:lnTo>
                  <a:pt x="5211332" y="1897465"/>
                </a:lnTo>
                <a:lnTo>
                  <a:pt x="5197590" y="1910165"/>
                </a:lnTo>
                <a:close/>
              </a:path>
              <a:path w="6730365" h="7059295">
                <a:moveTo>
                  <a:pt x="3998531" y="1910165"/>
                </a:moveTo>
                <a:lnTo>
                  <a:pt x="3990902" y="1910165"/>
                </a:lnTo>
                <a:lnTo>
                  <a:pt x="3986495" y="1897465"/>
                </a:lnTo>
                <a:lnTo>
                  <a:pt x="3994124" y="1897465"/>
                </a:lnTo>
                <a:lnTo>
                  <a:pt x="3998531" y="1910165"/>
                </a:lnTo>
                <a:close/>
              </a:path>
              <a:path w="6730365" h="7059295">
                <a:moveTo>
                  <a:pt x="6070382" y="1922865"/>
                </a:moveTo>
                <a:lnTo>
                  <a:pt x="6060396" y="1910165"/>
                </a:lnTo>
                <a:lnTo>
                  <a:pt x="6077697" y="1897465"/>
                </a:lnTo>
                <a:lnTo>
                  <a:pt x="6087689" y="1910165"/>
                </a:lnTo>
                <a:lnTo>
                  <a:pt x="6070382" y="1922865"/>
                </a:lnTo>
                <a:close/>
              </a:path>
              <a:path w="6730365" h="7059295">
                <a:moveTo>
                  <a:pt x="4875688" y="1922865"/>
                </a:moveTo>
                <a:lnTo>
                  <a:pt x="4863480" y="1922865"/>
                </a:lnTo>
                <a:lnTo>
                  <a:pt x="4856431" y="1910165"/>
                </a:lnTo>
                <a:lnTo>
                  <a:pt x="4868639" y="1910165"/>
                </a:lnTo>
                <a:lnTo>
                  <a:pt x="4875688" y="1922865"/>
                </a:lnTo>
                <a:close/>
              </a:path>
              <a:path w="6730365" h="7059295">
                <a:moveTo>
                  <a:pt x="5736165" y="1948265"/>
                </a:moveTo>
                <a:lnTo>
                  <a:pt x="5726765" y="1922865"/>
                </a:lnTo>
                <a:lnTo>
                  <a:pt x="5743047" y="1922865"/>
                </a:lnTo>
                <a:lnTo>
                  <a:pt x="5752447" y="1935565"/>
                </a:lnTo>
                <a:lnTo>
                  <a:pt x="5736165" y="1948265"/>
                </a:lnTo>
                <a:close/>
              </a:path>
              <a:path w="6730365" h="7059295">
                <a:moveTo>
                  <a:pt x="4529469" y="1948265"/>
                </a:moveTo>
                <a:lnTo>
                  <a:pt x="4523593" y="1935565"/>
                </a:lnTo>
                <a:lnTo>
                  <a:pt x="4539651" y="1935565"/>
                </a:lnTo>
                <a:lnTo>
                  <a:pt x="4529469" y="1948265"/>
                </a:lnTo>
                <a:close/>
              </a:path>
              <a:path w="6730365" h="7059295">
                <a:moveTo>
                  <a:pt x="5416807" y="1960965"/>
                </a:moveTo>
                <a:lnTo>
                  <a:pt x="5402053" y="1960965"/>
                </a:lnTo>
                <a:lnTo>
                  <a:pt x="5393530" y="1948265"/>
                </a:lnTo>
                <a:lnTo>
                  <a:pt x="5408290" y="1935565"/>
                </a:lnTo>
                <a:lnTo>
                  <a:pt x="5416807" y="1960965"/>
                </a:lnTo>
                <a:close/>
              </a:path>
              <a:path w="6730365" h="7059295">
                <a:moveTo>
                  <a:pt x="6609171" y="1960965"/>
                </a:moveTo>
                <a:lnTo>
                  <a:pt x="6598303" y="1948265"/>
                </a:lnTo>
                <a:lnTo>
                  <a:pt x="6617132" y="1935565"/>
                </a:lnTo>
                <a:lnTo>
                  <a:pt x="6628001" y="1948265"/>
                </a:lnTo>
                <a:lnTo>
                  <a:pt x="6609171" y="1960965"/>
                </a:lnTo>
                <a:close/>
              </a:path>
              <a:path w="6730365" h="7059295">
                <a:moveTo>
                  <a:pt x="4204012" y="1960965"/>
                </a:moveTo>
                <a:lnTo>
                  <a:pt x="4190365" y="1960965"/>
                </a:lnTo>
                <a:lnTo>
                  <a:pt x="4199013" y="1948265"/>
                </a:lnTo>
                <a:lnTo>
                  <a:pt x="4204012" y="1960965"/>
                </a:lnTo>
                <a:close/>
              </a:path>
              <a:path w="6730365" h="7059295">
                <a:moveTo>
                  <a:pt x="6274847" y="1986365"/>
                </a:moveTo>
                <a:lnTo>
                  <a:pt x="6264268" y="1960965"/>
                </a:lnTo>
                <a:lnTo>
                  <a:pt x="6282588" y="1948265"/>
                </a:lnTo>
                <a:lnTo>
                  <a:pt x="6293167" y="1973665"/>
                </a:lnTo>
                <a:lnTo>
                  <a:pt x="6274847" y="1986365"/>
                </a:lnTo>
                <a:close/>
              </a:path>
              <a:path w="6730365" h="7059295">
                <a:moveTo>
                  <a:pt x="5067835" y="1986365"/>
                </a:moveTo>
                <a:lnTo>
                  <a:pt x="5059905" y="1973665"/>
                </a:lnTo>
                <a:lnTo>
                  <a:pt x="5073641" y="1960965"/>
                </a:lnTo>
                <a:lnTo>
                  <a:pt x="5081571" y="1973665"/>
                </a:lnTo>
                <a:lnTo>
                  <a:pt x="5067835" y="1986365"/>
                </a:lnTo>
                <a:close/>
              </a:path>
              <a:path w="6730365" h="7059295">
                <a:moveTo>
                  <a:pt x="3861141" y="1986365"/>
                </a:moveTo>
                <a:lnTo>
                  <a:pt x="3856734" y="1973665"/>
                </a:lnTo>
                <a:lnTo>
                  <a:pt x="3868775" y="1973665"/>
                </a:lnTo>
                <a:lnTo>
                  <a:pt x="3861141" y="1986365"/>
                </a:lnTo>
                <a:close/>
              </a:path>
              <a:path w="6730365" h="7059295">
                <a:moveTo>
                  <a:pt x="5940521" y="1999065"/>
                </a:moveTo>
                <a:lnTo>
                  <a:pt x="5930239" y="1986365"/>
                </a:lnTo>
                <a:lnTo>
                  <a:pt x="5948049" y="1973665"/>
                </a:lnTo>
                <a:lnTo>
                  <a:pt x="5958332" y="1986365"/>
                </a:lnTo>
                <a:lnTo>
                  <a:pt x="5940521" y="1999065"/>
                </a:lnTo>
                <a:close/>
              </a:path>
              <a:path w="6730365" h="7059295">
                <a:moveTo>
                  <a:pt x="4745932" y="1999065"/>
                </a:moveTo>
                <a:lnTo>
                  <a:pt x="4733719" y="1999065"/>
                </a:lnTo>
                <a:lnTo>
                  <a:pt x="4726670" y="1986365"/>
                </a:lnTo>
                <a:lnTo>
                  <a:pt x="4738884" y="1986365"/>
                </a:lnTo>
                <a:lnTo>
                  <a:pt x="4745932" y="1999065"/>
                </a:lnTo>
                <a:close/>
              </a:path>
              <a:path w="6730365" h="7059295">
                <a:moveTo>
                  <a:pt x="4399715" y="2024465"/>
                </a:moveTo>
                <a:lnTo>
                  <a:pt x="4393839" y="2011765"/>
                </a:lnTo>
                <a:lnTo>
                  <a:pt x="4404015" y="1999065"/>
                </a:lnTo>
                <a:lnTo>
                  <a:pt x="4409890" y="2011765"/>
                </a:lnTo>
                <a:lnTo>
                  <a:pt x="4399715" y="2024465"/>
                </a:lnTo>
                <a:close/>
              </a:path>
              <a:path w="6730365" h="7059295">
                <a:moveTo>
                  <a:pt x="5606410" y="2024465"/>
                </a:moveTo>
                <a:lnTo>
                  <a:pt x="5597004" y="1999065"/>
                </a:lnTo>
                <a:lnTo>
                  <a:pt x="5613287" y="1999065"/>
                </a:lnTo>
                <a:lnTo>
                  <a:pt x="5622687" y="2011765"/>
                </a:lnTo>
                <a:lnTo>
                  <a:pt x="5606410" y="2024465"/>
                </a:lnTo>
                <a:close/>
              </a:path>
              <a:path w="6730365" h="7059295">
                <a:moveTo>
                  <a:pt x="5272292" y="2037165"/>
                </a:moveTo>
                <a:lnTo>
                  <a:pt x="5263769" y="2024465"/>
                </a:lnTo>
                <a:lnTo>
                  <a:pt x="5278529" y="2011765"/>
                </a:lnTo>
                <a:lnTo>
                  <a:pt x="5287047" y="2024465"/>
                </a:lnTo>
                <a:lnTo>
                  <a:pt x="5272292" y="2037165"/>
                </a:lnTo>
                <a:close/>
              </a:path>
              <a:path w="6730365" h="7059295">
                <a:moveTo>
                  <a:pt x="6479197" y="2037165"/>
                </a:moveTo>
                <a:lnTo>
                  <a:pt x="6467742" y="2011765"/>
                </a:lnTo>
                <a:lnTo>
                  <a:pt x="6487584" y="2011765"/>
                </a:lnTo>
                <a:lnTo>
                  <a:pt x="6499045" y="2024465"/>
                </a:lnTo>
                <a:lnTo>
                  <a:pt x="6479197" y="2037165"/>
                </a:lnTo>
                <a:close/>
              </a:path>
              <a:path w="6730365" h="7059295">
                <a:moveTo>
                  <a:pt x="4074251" y="2037165"/>
                </a:moveTo>
                <a:lnTo>
                  <a:pt x="4065604" y="2037165"/>
                </a:lnTo>
                <a:lnTo>
                  <a:pt x="4060604" y="2024465"/>
                </a:lnTo>
                <a:lnTo>
                  <a:pt x="4069258" y="2024465"/>
                </a:lnTo>
                <a:lnTo>
                  <a:pt x="4074251" y="2037165"/>
                </a:lnTo>
                <a:close/>
              </a:path>
              <a:path w="6730365" h="7059295">
                <a:moveTo>
                  <a:pt x="6144978" y="2062565"/>
                </a:moveTo>
                <a:lnTo>
                  <a:pt x="6134109" y="2037165"/>
                </a:lnTo>
                <a:lnTo>
                  <a:pt x="6152939" y="2024465"/>
                </a:lnTo>
                <a:lnTo>
                  <a:pt x="6163807" y="2049865"/>
                </a:lnTo>
                <a:lnTo>
                  <a:pt x="6144978" y="2062565"/>
                </a:lnTo>
                <a:close/>
              </a:path>
              <a:path w="6730365" h="7059295">
                <a:moveTo>
                  <a:pt x="4938075" y="2062565"/>
                </a:moveTo>
                <a:lnTo>
                  <a:pt x="4930145" y="2049865"/>
                </a:lnTo>
                <a:lnTo>
                  <a:pt x="4943880" y="2037165"/>
                </a:lnTo>
                <a:lnTo>
                  <a:pt x="4951811" y="2049865"/>
                </a:lnTo>
                <a:lnTo>
                  <a:pt x="4938075" y="2062565"/>
                </a:lnTo>
                <a:close/>
              </a:path>
              <a:path w="6730365" h="7059295">
                <a:moveTo>
                  <a:pt x="5810760" y="2075265"/>
                </a:moveTo>
                <a:lnTo>
                  <a:pt x="5800477" y="2062565"/>
                </a:lnTo>
                <a:lnTo>
                  <a:pt x="5818288" y="2049865"/>
                </a:lnTo>
                <a:lnTo>
                  <a:pt x="5828571" y="2062565"/>
                </a:lnTo>
                <a:lnTo>
                  <a:pt x="5810760" y="2075265"/>
                </a:lnTo>
                <a:close/>
              </a:path>
              <a:path w="6730365" h="7059295">
                <a:moveTo>
                  <a:pt x="4616171" y="2075265"/>
                </a:moveTo>
                <a:lnTo>
                  <a:pt x="4603957" y="2075265"/>
                </a:lnTo>
                <a:lnTo>
                  <a:pt x="4596908" y="2062565"/>
                </a:lnTo>
                <a:lnTo>
                  <a:pt x="4609122" y="2062565"/>
                </a:lnTo>
                <a:lnTo>
                  <a:pt x="4616171" y="2075265"/>
                </a:lnTo>
                <a:close/>
              </a:path>
              <a:path w="6730365" h="7059295">
                <a:moveTo>
                  <a:pt x="5476536" y="2100665"/>
                </a:moveTo>
                <a:lnTo>
                  <a:pt x="5466839" y="2075265"/>
                </a:lnTo>
                <a:lnTo>
                  <a:pt x="5483637" y="2062565"/>
                </a:lnTo>
                <a:lnTo>
                  <a:pt x="5493327" y="2087965"/>
                </a:lnTo>
                <a:lnTo>
                  <a:pt x="5476536" y="2100665"/>
                </a:lnTo>
                <a:close/>
              </a:path>
              <a:path w="6730365" h="7059295">
                <a:moveTo>
                  <a:pt x="6683660" y="2087965"/>
                </a:moveTo>
                <a:lnTo>
                  <a:pt x="6671618" y="2075265"/>
                </a:lnTo>
                <a:lnTo>
                  <a:pt x="6692479" y="2062565"/>
                </a:lnTo>
                <a:lnTo>
                  <a:pt x="6704520" y="2075265"/>
                </a:lnTo>
                <a:lnTo>
                  <a:pt x="6683660" y="2087965"/>
                </a:lnTo>
                <a:close/>
              </a:path>
              <a:path w="6730365" h="7059295">
                <a:moveTo>
                  <a:pt x="4269953" y="2100665"/>
                </a:moveTo>
                <a:lnTo>
                  <a:pt x="4264078" y="2087965"/>
                </a:lnTo>
                <a:lnTo>
                  <a:pt x="4274253" y="2075265"/>
                </a:lnTo>
                <a:lnTo>
                  <a:pt x="4280129" y="2087965"/>
                </a:lnTo>
                <a:lnTo>
                  <a:pt x="4269953" y="2100665"/>
                </a:lnTo>
                <a:close/>
              </a:path>
              <a:path w="6730365" h="7059295">
                <a:moveTo>
                  <a:pt x="6349335" y="2113365"/>
                </a:moveTo>
                <a:lnTo>
                  <a:pt x="6337584" y="2087965"/>
                </a:lnTo>
                <a:lnTo>
                  <a:pt x="6357936" y="2075265"/>
                </a:lnTo>
                <a:lnTo>
                  <a:pt x="6369687" y="2100665"/>
                </a:lnTo>
                <a:lnTo>
                  <a:pt x="6349335" y="2113365"/>
                </a:lnTo>
                <a:close/>
              </a:path>
              <a:path w="6730365" h="7059295">
                <a:moveTo>
                  <a:pt x="5142431" y="2113365"/>
                </a:moveTo>
                <a:lnTo>
                  <a:pt x="5133617" y="2100665"/>
                </a:lnTo>
                <a:lnTo>
                  <a:pt x="5148881" y="2087965"/>
                </a:lnTo>
                <a:lnTo>
                  <a:pt x="5157694" y="2100665"/>
                </a:lnTo>
                <a:lnTo>
                  <a:pt x="5142431" y="2113365"/>
                </a:lnTo>
                <a:close/>
              </a:path>
              <a:path w="6730365" h="7059295">
                <a:moveTo>
                  <a:pt x="3944496" y="2113365"/>
                </a:moveTo>
                <a:lnTo>
                  <a:pt x="3935842" y="2113365"/>
                </a:lnTo>
                <a:lnTo>
                  <a:pt x="3930850" y="2100665"/>
                </a:lnTo>
                <a:lnTo>
                  <a:pt x="3939503" y="2100665"/>
                </a:lnTo>
                <a:lnTo>
                  <a:pt x="3944496" y="2113365"/>
                </a:lnTo>
                <a:close/>
              </a:path>
              <a:path w="6730365" h="7059295">
                <a:moveTo>
                  <a:pt x="6034449" y="2126065"/>
                </a:moveTo>
                <a:lnTo>
                  <a:pt x="6015116" y="2126065"/>
                </a:lnTo>
                <a:lnTo>
                  <a:pt x="6003952" y="2113365"/>
                </a:lnTo>
                <a:lnTo>
                  <a:pt x="6023284" y="2100665"/>
                </a:lnTo>
                <a:lnTo>
                  <a:pt x="6034449" y="2126065"/>
                </a:lnTo>
                <a:close/>
              </a:path>
              <a:path w="6730365" h="7059295">
                <a:moveTo>
                  <a:pt x="4808314" y="2138765"/>
                </a:moveTo>
                <a:lnTo>
                  <a:pt x="4800383" y="2113365"/>
                </a:lnTo>
                <a:lnTo>
                  <a:pt x="4814119" y="2113365"/>
                </a:lnTo>
                <a:lnTo>
                  <a:pt x="4822050" y="2126065"/>
                </a:lnTo>
                <a:lnTo>
                  <a:pt x="4808314" y="2138765"/>
                </a:lnTo>
                <a:close/>
              </a:path>
              <a:path w="6730365" h="7059295">
                <a:moveTo>
                  <a:pt x="4474197" y="2151465"/>
                </a:moveTo>
                <a:lnTo>
                  <a:pt x="4467148" y="2138765"/>
                </a:lnTo>
                <a:lnTo>
                  <a:pt x="4479362" y="2126065"/>
                </a:lnTo>
                <a:lnTo>
                  <a:pt x="4486410" y="2138765"/>
                </a:lnTo>
                <a:lnTo>
                  <a:pt x="4474197" y="2151465"/>
                </a:lnTo>
                <a:close/>
              </a:path>
              <a:path w="6730365" h="7059295">
                <a:moveTo>
                  <a:pt x="5680892" y="2151465"/>
                </a:moveTo>
                <a:lnTo>
                  <a:pt x="5670314" y="2138765"/>
                </a:lnTo>
                <a:lnTo>
                  <a:pt x="5688633" y="2126065"/>
                </a:lnTo>
                <a:lnTo>
                  <a:pt x="5699212" y="2138765"/>
                </a:lnTo>
                <a:lnTo>
                  <a:pt x="5680892" y="2151465"/>
                </a:lnTo>
                <a:close/>
              </a:path>
              <a:path w="6730365" h="7059295">
                <a:moveTo>
                  <a:pt x="5363566" y="2164165"/>
                </a:moveTo>
                <a:lnTo>
                  <a:pt x="5346780" y="2164165"/>
                </a:lnTo>
                <a:lnTo>
                  <a:pt x="5337084" y="2151465"/>
                </a:lnTo>
                <a:lnTo>
                  <a:pt x="5353876" y="2138765"/>
                </a:lnTo>
                <a:lnTo>
                  <a:pt x="5363566" y="2164165"/>
                </a:lnTo>
                <a:close/>
              </a:path>
              <a:path w="6730365" h="7059295">
                <a:moveTo>
                  <a:pt x="6553798" y="2164165"/>
                </a:moveTo>
                <a:lnTo>
                  <a:pt x="6541455" y="2151465"/>
                </a:lnTo>
                <a:lnTo>
                  <a:pt x="6562825" y="2138765"/>
                </a:lnTo>
                <a:lnTo>
                  <a:pt x="6575169" y="2151465"/>
                </a:lnTo>
                <a:lnTo>
                  <a:pt x="6553798" y="2164165"/>
                </a:lnTo>
                <a:close/>
              </a:path>
              <a:path w="6730365" h="7059295">
                <a:moveTo>
                  <a:pt x="4150375" y="2164165"/>
                </a:moveTo>
                <a:lnTo>
                  <a:pt x="4134317" y="2164165"/>
                </a:lnTo>
                <a:lnTo>
                  <a:pt x="4144499" y="2151465"/>
                </a:lnTo>
                <a:lnTo>
                  <a:pt x="4150375" y="2164165"/>
                </a:lnTo>
                <a:close/>
              </a:path>
              <a:path w="6730365" h="7059295">
                <a:moveTo>
                  <a:pt x="6219467" y="2189565"/>
                </a:moveTo>
                <a:lnTo>
                  <a:pt x="6207419" y="2164165"/>
                </a:lnTo>
                <a:lnTo>
                  <a:pt x="6228286" y="2151465"/>
                </a:lnTo>
                <a:lnTo>
                  <a:pt x="6240327" y="2176865"/>
                </a:lnTo>
                <a:lnTo>
                  <a:pt x="6219467" y="2189565"/>
                </a:lnTo>
                <a:close/>
              </a:path>
              <a:path w="6730365" h="7059295">
                <a:moveTo>
                  <a:pt x="5012671" y="2189565"/>
                </a:moveTo>
                <a:lnTo>
                  <a:pt x="5003857" y="2176865"/>
                </a:lnTo>
                <a:lnTo>
                  <a:pt x="5019121" y="2164165"/>
                </a:lnTo>
                <a:lnTo>
                  <a:pt x="5027934" y="2176865"/>
                </a:lnTo>
                <a:lnTo>
                  <a:pt x="5012671" y="2189565"/>
                </a:lnTo>
                <a:close/>
              </a:path>
              <a:path w="6730365" h="7059295">
                <a:moveTo>
                  <a:pt x="5885355" y="2202265"/>
                </a:moveTo>
                <a:lnTo>
                  <a:pt x="5874190" y="2189565"/>
                </a:lnTo>
                <a:lnTo>
                  <a:pt x="5893529" y="2176865"/>
                </a:lnTo>
                <a:lnTo>
                  <a:pt x="5904694" y="2189565"/>
                </a:lnTo>
                <a:lnTo>
                  <a:pt x="5885355" y="2202265"/>
                </a:lnTo>
                <a:close/>
              </a:path>
              <a:path w="6730365" h="7059295">
                <a:moveTo>
                  <a:pt x="4692294" y="2202265"/>
                </a:moveTo>
                <a:lnTo>
                  <a:pt x="4678552" y="2202265"/>
                </a:lnTo>
                <a:lnTo>
                  <a:pt x="4670622" y="2189565"/>
                </a:lnTo>
                <a:lnTo>
                  <a:pt x="4684363" y="2189565"/>
                </a:lnTo>
                <a:lnTo>
                  <a:pt x="4692294" y="2202265"/>
                </a:lnTo>
                <a:close/>
              </a:path>
              <a:path w="6730365" h="7059295">
                <a:moveTo>
                  <a:pt x="4344442" y="2227665"/>
                </a:moveTo>
                <a:lnTo>
                  <a:pt x="4337393" y="2214965"/>
                </a:lnTo>
                <a:lnTo>
                  <a:pt x="4349601" y="2202265"/>
                </a:lnTo>
                <a:lnTo>
                  <a:pt x="4356649" y="2214965"/>
                </a:lnTo>
                <a:lnTo>
                  <a:pt x="4344442" y="2227665"/>
                </a:lnTo>
                <a:close/>
              </a:path>
              <a:path w="6730365" h="7059295">
                <a:moveTo>
                  <a:pt x="5551136" y="2227665"/>
                </a:moveTo>
                <a:lnTo>
                  <a:pt x="5540557" y="2202265"/>
                </a:lnTo>
                <a:lnTo>
                  <a:pt x="5558871" y="2202265"/>
                </a:lnTo>
                <a:lnTo>
                  <a:pt x="5569450" y="2214965"/>
                </a:lnTo>
                <a:lnTo>
                  <a:pt x="5551136" y="2227665"/>
                </a:lnTo>
                <a:close/>
              </a:path>
              <a:path w="6730365" h="7059295">
                <a:moveTo>
                  <a:pt x="5234214" y="2240365"/>
                </a:moveTo>
                <a:lnTo>
                  <a:pt x="5216913" y="2240365"/>
                </a:lnTo>
                <a:lnTo>
                  <a:pt x="5206921" y="2227665"/>
                </a:lnTo>
                <a:lnTo>
                  <a:pt x="5224222" y="2214965"/>
                </a:lnTo>
                <a:lnTo>
                  <a:pt x="5234214" y="2240365"/>
                </a:lnTo>
                <a:close/>
              </a:path>
              <a:path w="6730365" h="7059295">
                <a:moveTo>
                  <a:pt x="6423924" y="2240365"/>
                </a:moveTo>
                <a:lnTo>
                  <a:pt x="6411296" y="2227665"/>
                </a:lnTo>
                <a:lnTo>
                  <a:pt x="6433176" y="2214965"/>
                </a:lnTo>
                <a:lnTo>
                  <a:pt x="6445810" y="2227665"/>
                </a:lnTo>
                <a:lnTo>
                  <a:pt x="6423924" y="2240365"/>
                </a:lnTo>
                <a:close/>
              </a:path>
              <a:path w="6730365" h="7059295">
                <a:moveTo>
                  <a:pt x="4020613" y="2240365"/>
                </a:moveTo>
                <a:lnTo>
                  <a:pt x="4004562" y="2240365"/>
                </a:lnTo>
                <a:lnTo>
                  <a:pt x="4014738" y="2227665"/>
                </a:lnTo>
                <a:lnTo>
                  <a:pt x="4020613" y="2240365"/>
                </a:lnTo>
                <a:close/>
              </a:path>
              <a:path w="6730365" h="7059295">
                <a:moveTo>
                  <a:pt x="6089599" y="2265765"/>
                </a:moveTo>
                <a:lnTo>
                  <a:pt x="6077255" y="2240365"/>
                </a:lnTo>
                <a:lnTo>
                  <a:pt x="6098632" y="2227665"/>
                </a:lnTo>
                <a:lnTo>
                  <a:pt x="6110975" y="2253065"/>
                </a:lnTo>
                <a:lnTo>
                  <a:pt x="6089599" y="2265765"/>
                </a:lnTo>
                <a:close/>
              </a:path>
              <a:path w="6730365" h="7059295">
                <a:moveTo>
                  <a:pt x="4882909" y="2265765"/>
                </a:moveTo>
                <a:lnTo>
                  <a:pt x="4874096" y="2253065"/>
                </a:lnTo>
                <a:lnTo>
                  <a:pt x="4889359" y="2240365"/>
                </a:lnTo>
                <a:lnTo>
                  <a:pt x="4898173" y="2253065"/>
                </a:lnTo>
                <a:lnTo>
                  <a:pt x="4882909" y="2265765"/>
                </a:lnTo>
                <a:close/>
              </a:path>
              <a:path w="6730365" h="7059295">
                <a:moveTo>
                  <a:pt x="5755487" y="2278465"/>
                </a:moveTo>
                <a:lnTo>
                  <a:pt x="5744032" y="2265765"/>
                </a:lnTo>
                <a:lnTo>
                  <a:pt x="5763875" y="2253065"/>
                </a:lnTo>
                <a:lnTo>
                  <a:pt x="5775336" y="2265765"/>
                </a:lnTo>
                <a:lnTo>
                  <a:pt x="5755487" y="2278465"/>
                </a:lnTo>
                <a:close/>
              </a:path>
              <a:path w="6730365" h="7059295">
                <a:moveTo>
                  <a:pt x="4562534" y="2278465"/>
                </a:moveTo>
                <a:lnTo>
                  <a:pt x="4548792" y="2278465"/>
                </a:lnTo>
                <a:lnTo>
                  <a:pt x="4540861" y="2265765"/>
                </a:lnTo>
                <a:lnTo>
                  <a:pt x="4554603" y="2265765"/>
                </a:lnTo>
                <a:lnTo>
                  <a:pt x="4562534" y="2278465"/>
                </a:lnTo>
                <a:close/>
              </a:path>
              <a:path w="6730365" h="7059295">
                <a:moveTo>
                  <a:pt x="5421376" y="2303865"/>
                </a:moveTo>
                <a:lnTo>
                  <a:pt x="5410797" y="2278465"/>
                </a:lnTo>
                <a:lnTo>
                  <a:pt x="5429111" y="2265765"/>
                </a:lnTo>
                <a:lnTo>
                  <a:pt x="5439690" y="2291165"/>
                </a:lnTo>
                <a:lnTo>
                  <a:pt x="5421376" y="2303865"/>
                </a:lnTo>
                <a:close/>
              </a:path>
              <a:path w="6730365" h="7059295">
                <a:moveTo>
                  <a:pt x="6628387" y="2303865"/>
                </a:moveTo>
                <a:lnTo>
                  <a:pt x="6615167" y="2278465"/>
                </a:lnTo>
                <a:lnTo>
                  <a:pt x="6638065" y="2265765"/>
                </a:lnTo>
                <a:lnTo>
                  <a:pt x="6651286" y="2291165"/>
                </a:lnTo>
                <a:lnTo>
                  <a:pt x="6628387" y="2303865"/>
                </a:lnTo>
                <a:close/>
              </a:path>
              <a:path w="6730365" h="7059295">
                <a:moveTo>
                  <a:pt x="4214681" y="2303865"/>
                </a:moveTo>
                <a:lnTo>
                  <a:pt x="4207632" y="2291165"/>
                </a:lnTo>
                <a:lnTo>
                  <a:pt x="4219846" y="2278465"/>
                </a:lnTo>
                <a:lnTo>
                  <a:pt x="4226894" y="2291165"/>
                </a:lnTo>
                <a:lnTo>
                  <a:pt x="4214681" y="2303865"/>
                </a:lnTo>
                <a:close/>
              </a:path>
              <a:path w="6730365" h="7059295">
                <a:moveTo>
                  <a:pt x="6294061" y="2316565"/>
                </a:moveTo>
                <a:lnTo>
                  <a:pt x="6281131" y="2291165"/>
                </a:lnTo>
                <a:lnTo>
                  <a:pt x="6303526" y="2278465"/>
                </a:lnTo>
                <a:lnTo>
                  <a:pt x="6316450" y="2303865"/>
                </a:lnTo>
                <a:lnTo>
                  <a:pt x="6294061" y="2316565"/>
                </a:lnTo>
                <a:close/>
              </a:path>
              <a:path w="6730365" h="7059295">
                <a:moveTo>
                  <a:pt x="5087159" y="2316565"/>
                </a:moveTo>
                <a:lnTo>
                  <a:pt x="5077167" y="2303865"/>
                </a:lnTo>
                <a:lnTo>
                  <a:pt x="5094468" y="2291165"/>
                </a:lnTo>
                <a:lnTo>
                  <a:pt x="5104454" y="2303865"/>
                </a:lnTo>
                <a:lnTo>
                  <a:pt x="5087159" y="2316565"/>
                </a:lnTo>
                <a:close/>
              </a:path>
              <a:path w="6730365" h="7059295">
                <a:moveTo>
                  <a:pt x="3890456" y="2316565"/>
                </a:moveTo>
                <a:lnTo>
                  <a:pt x="3880789" y="2316565"/>
                </a:lnTo>
                <a:lnTo>
                  <a:pt x="3875204" y="2303865"/>
                </a:lnTo>
                <a:lnTo>
                  <a:pt x="3884876" y="2303865"/>
                </a:lnTo>
                <a:lnTo>
                  <a:pt x="3890456" y="2316565"/>
                </a:lnTo>
                <a:close/>
              </a:path>
              <a:path w="6730365" h="7059295">
                <a:moveTo>
                  <a:pt x="5959843" y="2341965"/>
                </a:moveTo>
                <a:lnTo>
                  <a:pt x="5947500" y="2316565"/>
                </a:lnTo>
                <a:lnTo>
                  <a:pt x="5968870" y="2303865"/>
                </a:lnTo>
                <a:lnTo>
                  <a:pt x="5981214" y="2329265"/>
                </a:lnTo>
                <a:lnTo>
                  <a:pt x="5959843" y="2341965"/>
                </a:lnTo>
                <a:close/>
              </a:path>
              <a:path w="6730365" h="7059295">
                <a:moveTo>
                  <a:pt x="4753148" y="2341965"/>
                </a:moveTo>
                <a:lnTo>
                  <a:pt x="4744334" y="2329265"/>
                </a:lnTo>
                <a:lnTo>
                  <a:pt x="4759604" y="2316565"/>
                </a:lnTo>
                <a:lnTo>
                  <a:pt x="4768417" y="2329265"/>
                </a:lnTo>
                <a:lnTo>
                  <a:pt x="4753148" y="2341965"/>
                </a:lnTo>
                <a:close/>
              </a:path>
              <a:path w="6730365" h="7059295">
                <a:moveTo>
                  <a:pt x="5625619" y="2354665"/>
                </a:moveTo>
                <a:lnTo>
                  <a:pt x="5613867" y="2341965"/>
                </a:lnTo>
                <a:lnTo>
                  <a:pt x="5634219" y="2329265"/>
                </a:lnTo>
                <a:lnTo>
                  <a:pt x="5645971" y="2341965"/>
                </a:lnTo>
                <a:lnTo>
                  <a:pt x="5625619" y="2354665"/>
                </a:lnTo>
                <a:close/>
              </a:path>
              <a:path w="6730365" h="7059295">
                <a:moveTo>
                  <a:pt x="4432773" y="2354665"/>
                </a:moveTo>
                <a:lnTo>
                  <a:pt x="4419037" y="2354665"/>
                </a:lnTo>
                <a:lnTo>
                  <a:pt x="4411106" y="2341965"/>
                </a:lnTo>
                <a:lnTo>
                  <a:pt x="4424842" y="2341965"/>
                </a:lnTo>
                <a:lnTo>
                  <a:pt x="4432773" y="2354665"/>
                </a:lnTo>
                <a:close/>
              </a:path>
              <a:path w="6730365" h="7059295">
                <a:moveTo>
                  <a:pt x="5291508" y="2380065"/>
                </a:moveTo>
                <a:lnTo>
                  <a:pt x="5280640" y="2354665"/>
                </a:lnTo>
                <a:lnTo>
                  <a:pt x="5299463" y="2341965"/>
                </a:lnTo>
                <a:lnTo>
                  <a:pt x="5310332" y="2367365"/>
                </a:lnTo>
                <a:lnTo>
                  <a:pt x="5291508" y="2380065"/>
                </a:lnTo>
                <a:close/>
              </a:path>
              <a:path w="6730365" h="7059295">
                <a:moveTo>
                  <a:pt x="6498413" y="2380065"/>
                </a:moveTo>
                <a:lnTo>
                  <a:pt x="6484606" y="2354665"/>
                </a:lnTo>
                <a:lnTo>
                  <a:pt x="6508523" y="2341965"/>
                </a:lnTo>
                <a:lnTo>
                  <a:pt x="6522330" y="2367365"/>
                </a:lnTo>
                <a:lnTo>
                  <a:pt x="6498413" y="2380065"/>
                </a:lnTo>
                <a:close/>
              </a:path>
              <a:path w="6730365" h="7059295">
                <a:moveTo>
                  <a:pt x="4085033" y="2380065"/>
                </a:moveTo>
                <a:lnTo>
                  <a:pt x="4078275" y="2367365"/>
                </a:lnTo>
                <a:lnTo>
                  <a:pt x="4089979" y="2354665"/>
                </a:lnTo>
                <a:lnTo>
                  <a:pt x="4096737" y="2367365"/>
                </a:lnTo>
                <a:lnTo>
                  <a:pt x="4085033" y="2380065"/>
                </a:lnTo>
                <a:close/>
              </a:path>
              <a:path w="6730365" h="7059295">
                <a:moveTo>
                  <a:pt x="6164194" y="2392765"/>
                </a:moveTo>
                <a:lnTo>
                  <a:pt x="6150974" y="2367365"/>
                </a:lnTo>
                <a:lnTo>
                  <a:pt x="6173872" y="2354665"/>
                </a:lnTo>
                <a:lnTo>
                  <a:pt x="6187093" y="2380065"/>
                </a:lnTo>
                <a:lnTo>
                  <a:pt x="6164194" y="2392765"/>
                </a:lnTo>
                <a:close/>
              </a:path>
              <a:path w="6730365" h="7059295">
                <a:moveTo>
                  <a:pt x="4957398" y="2392765"/>
                </a:moveTo>
                <a:lnTo>
                  <a:pt x="4947405" y="2380065"/>
                </a:lnTo>
                <a:lnTo>
                  <a:pt x="4964712" y="2367365"/>
                </a:lnTo>
                <a:lnTo>
                  <a:pt x="4974699" y="2380065"/>
                </a:lnTo>
                <a:lnTo>
                  <a:pt x="4957398" y="2392765"/>
                </a:lnTo>
                <a:close/>
              </a:path>
              <a:path w="6730365" h="7059295">
                <a:moveTo>
                  <a:pt x="5829976" y="2418165"/>
                </a:moveTo>
                <a:lnTo>
                  <a:pt x="5817342" y="2392765"/>
                </a:lnTo>
                <a:lnTo>
                  <a:pt x="5839222" y="2380065"/>
                </a:lnTo>
                <a:lnTo>
                  <a:pt x="5851856" y="2405465"/>
                </a:lnTo>
                <a:lnTo>
                  <a:pt x="5829976" y="2418165"/>
                </a:lnTo>
                <a:close/>
              </a:path>
              <a:path w="6730365" h="7059295">
                <a:moveTo>
                  <a:pt x="4623393" y="2418165"/>
                </a:moveTo>
                <a:lnTo>
                  <a:pt x="4614580" y="2392765"/>
                </a:lnTo>
                <a:lnTo>
                  <a:pt x="4629843" y="2392765"/>
                </a:lnTo>
                <a:lnTo>
                  <a:pt x="4638657" y="2405465"/>
                </a:lnTo>
                <a:lnTo>
                  <a:pt x="4623393" y="2418165"/>
                </a:lnTo>
                <a:close/>
              </a:path>
              <a:path w="6730365" h="7059295">
                <a:moveTo>
                  <a:pt x="6702870" y="2430865"/>
                </a:moveTo>
                <a:lnTo>
                  <a:pt x="6688477" y="2405465"/>
                </a:lnTo>
                <a:lnTo>
                  <a:pt x="6713413" y="2392765"/>
                </a:lnTo>
                <a:lnTo>
                  <a:pt x="6727806" y="2418165"/>
                </a:lnTo>
                <a:lnTo>
                  <a:pt x="6702870" y="2430865"/>
                </a:lnTo>
                <a:close/>
              </a:path>
              <a:path w="6730365" h="7059295">
                <a:moveTo>
                  <a:pt x="4289276" y="2430865"/>
                </a:moveTo>
                <a:lnTo>
                  <a:pt x="4281345" y="2418165"/>
                </a:lnTo>
                <a:lnTo>
                  <a:pt x="4295087" y="2405465"/>
                </a:lnTo>
                <a:lnTo>
                  <a:pt x="4303018" y="2418165"/>
                </a:lnTo>
                <a:lnTo>
                  <a:pt x="4289276" y="2430865"/>
                </a:lnTo>
                <a:close/>
              </a:path>
              <a:path w="6730365" h="7059295">
                <a:moveTo>
                  <a:pt x="5495858" y="2430865"/>
                </a:moveTo>
                <a:lnTo>
                  <a:pt x="5484107" y="2418165"/>
                </a:lnTo>
                <a:lnTo>
                  <a:pt x="5504464" y="2405465"/>
                </a:lnTo>
                <a:lnTo>
                  <a:pt x="5516216" y="2418165"/>
                </a:lnTo>
                <a:lnTo>
                  <a:pt x="5495858" y="2430865"/>
                </a:lnTo>
                <a:close/>
              </a:path>
              <a:path w="6730365" h="7059295">
                <a:moveTo>
                  <a:pt x="6368544" y="2456265"/>
                </a:moveTo>
                <a:lnTo>
                  <a:pt x="6354441" y="2430865"/>
                </a:lnTo>
                <a:lnTo>
                  <a:pt x="6378868" y="2405465"/>
                </a:lnTo>
                <a:lnTo>
                  <a:pt x="6392971" y="2430865"/>
                </a:lnTo>
                <a:lnTo>
                  <a:pt x="6368544" y="2456265"/>
                </a:lnTo>
                <a:close/>
              </a:path>
              <a:path w="6730365" h="7059295">
                <a:moveTo>
                  <a:pt x="5161748" y="2456265"/>
                </a:moveTo>
                <a:lnTo>
                  <a:pt x="5150879" y="2430865"/>
                </a:lnTo>
                <a:lnTo>
                  <a:pt x="5169709" y="2418165"/>
                </a:lnTo>
                <a:lnTo>
                  <a:pt x="5180577" y="2443565"/>
                </a:lnTo>
                <a:lnTo>
                  <a:pt x="5161748" y="2456265"/>
                </a:lnTo>
                <a:close/>
              </a:path>
              <a:path w="6730365" h="7059295">
                <a:moveTo>
                  <a:pt x="3955278" y="2456265"/>
                </a:moveTo>
                <a:lnTo>
                  <a:pt x="3948519" y="2443565"/>
                </a:lnTo>
                <a:lnTo>
                  <a:pt x="3960217" y="2430865"/>
                </a:lnTo>
                <a:lnTo>
                  <a:pt x="3966976" y="2443565"/>
                </a:lnTo>
                <a:lnTo>
                  <a:pt x="3955278" y="2456265"/>
                </a:lnTo>
                <a:close/>
              </a:path>
              <a:path w="6730365" h="7059295">
                <a:moveTo>
                  <a:pt x="6034432" y="2468965"/>
                </a:moveTo>
                <a:lnTo>
                  <a:pt x="6021212" y="2443565"/>
                </a:lnTo>
                <a:lnTo>
                  <a:pt x="6044110" y="2430865"/>
                </a:lnTo>
                <a:lnTo>
                  <a:pt x="6057331" y="2456265"/>
                </a:lnTo>
                <a:lnTo>
                  <a:pt x="6034432" y="2468965"/>
                </a:lnTo>
                <a:close/>
              </a:path>
              <a:path w="6730365" h="7059295">
                <a:moveTo>
                  <a:pt x="4827636" y="2468965"/>
                </a:moveTo>
                <a:lnTo>
                  <a:pt x="4817649" y="2456265"/>
                </a:lnTo>
                <a:lnTo>
                  <a:pt x="4834951" y="2443565"/>
                </a:lnTo>
                <a:lnTo>
                  <a:pt x="4844937" y="2456265"/>
                </a:lnTo>
                <a:lnTo>
                  <a:pt x="4827636" y="2468965"/>
                </a:lnTo>
                <a:close/>
              </a:path>
              <a:path w="6730365" h="7059295">
                <a:moveTo>
                  <a:pt x="5700214" y="2494365"/>
                </a:moveTo>
                <a:lnTo>
                  <a:pt x="5687580" y="2468965"/>
                </a:lnTo>
                <a:lnTo>
                  <a:pt x="5709460" y="2456265"/>
                </a:lnTo>
                <a:lnTo>
                  <a:pt x="5722094" y="2481665"/>
                </a:lnTo>
                <a:lnTo>
                  <a:pt x="5700214" y="2494365"/>
                </a:lnTo>
                <a:close/>
              </a:path>
              <a:path w="6730365" h="7059295">
                <a:moveTo>
                  <a:pt x="4493632" y="2494365"/>
                </a:moveTo>
                <a:lnTo>
                  <a:pt x="4484819" y="2468965"/>
                </a:lnTo>
                <a:lnTo>
                  <a:pt x="4500088" y="2468965"/>
                </a:lnTo>
                <a:lnTo>
                  <a:pt x="4508902" y="2481665"/>
                </a:lnTo>
                <a:lnTo>
                  <a:pt x="4493632" y="2494365"/>
                </a:lnTo>
                <a:close/>
              </a:path>
              <a:path w="6730365" h="7059295">
                <a:moveTo>
                  <a:pt x="5365997" y="2507065"/>
                </a:moveTo>
                <a:lnTo>
                  <a:pt x="5353949" y="2481665"/>
                </a:lnTo>
                <a:lnTo>
                  <a:pt x="5374810" y="2468965"/>
                </a:lnTo>
                <a:lnTo>
                  <a:pt x="5386858" y="2494365"/>
                </a:lnTo>
                <a:lnTo>
                  <a:pt x="5365997" y="2507065"/>
                </a:lnTo>
                <a:close/>
              </a:path>
              <a:path w="6730365" h="7059295">
                <a:moveTo>
                  <a:pt x="6572901" y="2507065"/>
                </a:moveTo>
                <a:lnTo>
                  <a:pt x="6557916" y="2481665"/>
                </a:lnTo>
                <a:lnTo>
                  <a:pt x="6583871" y="2468965"/>
                </a:lnTo>
                <a:lnTo>
                  <a:pt x="6598856" y="2494365"/>
                </a:lnTo>
                <a:lnTo>
                  <a:pt x="6572901" y="2507065"/>
                </a:lnTo>
                <a:close/>
              </a:path>
              <a:path w="6730365" h="7059295">
                <a:moveTo>
                  <a:pt x="4159521" y="2507065"/>
                </a:moveTo>
                <a:lnTo>
                  <a:pt x="4151590" y="2494365"/>
                </a:lnTo>
                <a:lnTo>
                  <a:pt x="4165332" y="2481665"/>
                </a:lnTo>
                <a:lnTo>
                  <a:pt x="4173263" y="2494365"/>
                </a:lnTo>
                <a:lnTo>
                  <a:pt x="4159521" y="2507065"/>
                </a:lnTo>
                <a:close/>
              </a:path>
              <a:path w="6730365" h="7059295">
                <a:moveTo>
                  <a:pt x="6238682" y="2519765"/>
                </a:moveTo>
                <a:lnTo>
                  <a:pt x="6224284" y="2494365"/>
                </a:lnTo>
                <a:lnTo>
                  <a:pt x="6249220" y="2481665"/>
                </a:lnTo>
                <a:lnTo>
                  <a:pt x="6263618" y="2507065"/>
                </a:lnTo>
                <a:lnTo>
                  <a:pt x="6238682" y="2519765"/>
                </a:lnTo>
                <a:close/>
              </a:path>
              <a:path w="6730365" h="7059295">
                <a:moveTo>
                  <a:pt x="5050822" y="2519765"/>
                </a:moveTo>
                <a:lnTo>
                  <a:pt x="5031987" y="2519765"/>
                </a:lnTo>
                <a:lnTo>
                  <a:pt x="5021118" y="2507065"/>
                </a:lnTo>
                <a:lnTo>
                  <a:pt x="5039953" y="2494365"/>
                </a:lnTo>
                <a:lnTo>
                  <a:pt x="5050822" y="2519765"/>
                </a:lnTo>
                <a:close/>
              </a:path>
              <a:path w="6730365" h="7059295">
                <a:moveTo>
                  <a:pt x="5904565" y="2545165"/>
                </a:moveTo>
                <a:lnTo>
                  <a:pt x="5891054" y="2519765"/>
                </a:lnTo>
                <a:lnTo>
                  <a:pt x="5914462" y="2507065"/>
                </a:lnTo>
                <a:lnTo>
                  <a:pt x="5927979" y="2532465"/>
                </a:lnTo>
                <a:lnTo>
                  <a:pt x="5904565" y="2545165"/>
                </a:lnTo>
                <a:close/>
              </a:path>
              <a:path w="6730365" h="7059295">
                <a:moveTo>
                  <a:pt x="4697876" y="2545165"/>
                </a:moveTo>
                <a:lnTo>
                  <a:pt x="4687889" y="2532465"/>
                </a:lnTo>
                <a:lnTo>
                  <a:pt x="4705191" y="2519765"/>
                </a:lnTo>
                <a:lnTo>
                  <a:pt x="4715177" y="2532465"/>
                </a:lnTo>
                <a:lnTo>
                  <a:pt x="4697876" y="2545165"/>
                </a:lnTo>
                <a:close/>
              </a:path>
              <a:path w="6730365" h="7059295">
                <a:moveTo>
                  <a:pt x="5570459" y="2557865"/>
                </a:moveTo>
                <a:lnTo>
                  <a:pt x="5557825" y="2545165"/>
                </a:lnTo>
                <a:lnTo>
                  <a:pt x="5579699" y="2532465"/>
                </a:lnTo>
                <a:lnTo>
                  <a:pt x="5592333" y="2545165"/>
                </a:lnTo>
                <a:lnTo>
                  <a:pt x="5570459" y="2557865"/>
                </a:lnTo>
                <a:close/>
              </a:path>
              <a:path w="6730365" h="7059295">
                <a:moveTo>
                  <a:pt x="4379141" y="2557865"/>
                </a:moveTo>
                <a:lnTo>
                  <a:pt x="4363871" y="2557865"/>
                </a:lnTo>
                <a:lnTo>
                  <a:pt x="4355058" y="2545165"/>
                </a:lnTo>
                <a:lnTo>
                  <a:pt x="4370328" y="2545165"/>
                </a:lnTo>
                <a:lnTo>
                  <a:pt x="4379141" y="2557865"/>
                </a:lnTo>
                <a:close/>
              </a:path>
              <a:path w="6730365" h="7059295">
                <a:moveTo>
                  <a:pt x="5236236" y="2583265"/>
                </a:moveTo>
                <a:lnTo>
                  <a:pt x="5224189" y="2557865"/>
                </a:lnTo>
                <a:lnTo>
                  <a:pt x="5245056" y="2545165"/>
                </a:lnTo>
                <a:lnTo>
                  <a:pt x="5257103" y="2570565"/>
                </a:lnTo>
                <a:lnTo>
                  <a:pt x="5236236" y="2583265"/>
                </a:lnTo>
                <a:close/>
              </a:path>
              <a:path w="6730365" h="7059295">
                <a:moveTo>
                  <a:pt x="6443032" y="2583265"/>
                </a:moveTo>
                <a:lnTo>
                  <a:pt x="6427756" y="2557865"/>
                </a:lnTo>
                <a:lnTo>
                  <a:pt x="6454220" y="2545165"/>
                </a:lnTo>
                <a:lnTo>
                  <a:pt x="6469496" y="2570565"/>
                </a:lnTo>
                <a:lnTo>
                  <a:pt x="6443032" y="2583265"/>
                </a:lnTo>
                <a:close/>
              </a:path>
              <a:path w="6730365" h="7059295">
                <a:moveTo>
                  <a:pt x="4029867" y="2583265"/>
                </a:moveTo>
                <a:lnTo>
                  <a:pt x="4022232" y="2570565"/>
                </a:lnTo>
                <a:lnTo>
                  <a:pt x="4035458" y="2557865"/>
                </a:lnTo>
                <a:lnTo>
                  <a:pt x="4043099" y="2570565"/>
                </a:lnTo>
                <a:lnTo>
                  <a:pt x="4029867" y="2583265"/>
                </a:lnTo>
                <a:close/>
              </a:path>
              <a:path w="6730365" h="7059295">
                <a:moveTo>
                  <a:pt x="6108814" y="2595965"/>
                </a:moveTo>
                <a:lnTo>
                  <a:pt x="6094125" y="2570565"/>
                </a:lnTo>
                <a:lnTo>
                  <a:pt x="6119565" y="2557865"/>
                </a:lnTo>
                <a:lnTo>
                  <a:pt x="6134254" y="2583265"/>
                </a:lnTo>
                <a:lnTo>
                  <a:pt x="6108814" y="2595965"/>
                </a:lnTo>
                <a:close/>
              </a:path>
              <a:path w="6730365" h="7059295">
                <a:moveTo>
                  <a:pt x="4921061" y="2595965"/>
                </a:moveTo>
                <a:lnTo>
                  <a:pt x="4902231" y="2595965"/>
                </a:lnTo>
                <a:lnTo>
                  <a:pt x="4891362" y="2583265"/>
                </a:lnTo>
                <a:lnTo>
                  <a:pt x="4910192" y="2570565"/>
                </a:lnTo>
                <a:lnTo>
                  <a:pt x="4921061" y="2595965"/>
                </a:lnTo>
                <a:close/>
              </a:path>
              <a:path w="6730365" h="7059295">
                <a:moveTo>
                  <a:pt x="5774702" y="2621365"/>
                </a:moveTo>
                <a:lnTo>
                  <a:pt x="5760889" y="2595965"/>
                </a:lnTo>
                <a:lnTo>
                  <a:pt x="5784812" y="2583265"/>
                </a:lnTo>
                <a:lnTo>
                  <a:pt x="5798619" y="2608665"/>
                </a:lnTo>
                <a:lnTo>
                  <a:pt x="5774702" y="2621365"/>
                </a:lnTo>
                <a:close/>
              </a:path>
              <a:path w="6730365" h="7059295">
                <a:moveTo>
                  <a:pt x="4568114" y="2621365"/>
                </a:moveTo>
                <a:lnTo>
                  <a:pt x="4558128" y="2608665"/>
                </a:lnTo>
                <a:lnTo>
                  <a:pt x="4575429" y="2595965"/>
                </a:lnTo>
                <a:lnTo>
                  <a:pt x="4585422" y="2608665"/>
                </a:lnTo>
                <a:lnTo>
                  <a:pt x="4568114" y="2621365"/>
                </a:lnTo>
                <a:close/>
              </a:path>
              <a:path w="6730365" h="7059295">
                <a:moveTo>
                  <a:pt x="6647389" y="2634065"/>
                </a:moveTo>
                <a:lnTo>
                  <a:pt x="6631231" y="2608665"/>
                </a:lnTo>
                <a:lnTo>
                  <a:pt x="6659217" y="2595965"/>
                </a:lnTo>
                <a:lnTo>
                  <a:pt x="6675375" y="2621365"/>
                </a:lnTo>
                <a:lnTo>
                  <a:pt x="6647389" y="2634065"/>
                </a:lnTo>
                <a:close/>
              </a:path>
              <a:path w="6730365" h="7059295">
                <a:moveTo>
                  <a:pt x="4249380" y="2634065"/>
                </a:moveTo>
                <a:lnTo>
                  <a:pt x="4234117" y="2634065"/>
                </a:lnTo>
                <a:lnTo>
                  <a:pt x="4225303" y="2621365"/>
                </a:lnTo>
                <a:lnTo>
                  <a:pt x="4240566" y="2608665"/>
                </a:lnTo>
                <a:lnTo>
                  <a:pt x="4249380" y="2634065"/>
                </a:lnTo>
                <a:close/>
              </a:path>
              <a:path w="6730365" h="7059295">
                <a:moveTo>
                  <a:pt x="5440586" y="2634065"/>
                </a:moveTo>
                <a:lnTo>
                  <a:pt x="5427661" y="2621365"/>
                </a:lnTo>
                <a:lnTo>
                  <a:pt x="5450050" y="2608665"/>
                </a:lnTo>
                <a:lnTo>
                  <a:pt x="5462975" y="2621365"/>
                </a:lnTo>
                <a:lnTo>
                  <a:pt x="5440586" y="2634065"/>
                </a:lnTo>
                <a:close/>
              </a:path>
              <a:path w="6730365" h="7059295">
                <a:moveTo>
                  <a:pt x="6313171" y="2659465"/>
                </a:moveTo>
                <a:lnTo>
                  <a:pt x="6297599" y="2634065"/>
                </a:lnTo>
                <a:lnTo>
                  <a:pt x="6324567" y="2608665"/>
                </a:lnTo>
                <a:lnTo>
                  <a:pt x="6340138" y="2646765"/>
                </a:lnTo>
                <a:lnTo>
                  <a:pt x="6313171" y="2659465"/>
                </a:lnTo>
                <a:close/>
              </a:path>
              <a:path w="6730365" h="7059295">
                <a:moveTo>
                  <a:pt x="5106481" y="2659465"/>
                </a:moveTo>
                <a:lnTo>
                  <a:pt x="5094433" y="2634065"/>
                </a:lnTo>
                <a:lnTo>
                  <a:pt x="5115294" y="2621365"/>
                </a:lnTo>
                <a:lnTo>
                  <a:pt x="5127341" y="2646765"/>
                </a:lnTo>
                <a:lnTo>
                  <a:pt x="5106481" y="2659465"/>
                </a:lnTo>
                <a:close/>
              </a:path>
              <a:path w="6730365" h="7059295">
                <a:moveTo>
                  <a:pt x="3900106" y="2659465"/>
                </a:moveTo>
                <a:lnTo>
                  <a:pt x="3892471" y="2646765"/>
                </a:lnTo>
                <a:lnTo>
                  <a:pt x="3905703" y="2634065"/>
                </a:lnTo>
                <a:lnTo>
                  <a:pt x="3913344" y="2646765"/>
                </a:lnTo>
                <a:lnTo>
                  <a:pt x="3900106" y="2659465"/>
                </a:lnTo>
                <a:close/>
              </a:path>
              <a:path w="6730365" h="7059295">
                <a:moveTo>
                  <a:pt x="5978946" y="2672165"/>
                </a:moveTo>
                <a:lnTo>
                  <a:pt x="5963961" y="2646765"/>
                </a:lnTo>
                <a:lnTo>
                  <a:pt x="5989916" y="2634065"/>
                </a:lnTo>
                <a:lnTo>
                  <a:pt x="6004901" y="2659465"/>
                </a:lnTo>
                <a:lnTo>
                  <a:pt x="5978946" y="2672165"/>
                </a:lnTo>
                <a:close/>
              </a:path>
              <a:path w="6730365" h="7059295">
                <a:moveTo>
                  <a:pt x="4772471" y="2672165"/>
                </a:moveTo>
                <a:lnTo>
                  <a:pt x="4761602" y="2659465"/>
                </a:lnTo>
                <a:lnTo>
                  <a:pt x="4780432" y="2646765"/>
                </a:lnTo>
                <a:lnTo>
                  <a:pt x="4791300" y="2659465"/>
                </a:lnTo>
                <a:lnTo>
                  <a:pt x="4772471" y="2672165"/>
                </a:lnTo>
                <a:close/>
              </a:path>
              <a:path w="6730365" h="7059295">
                <a:moveTo>
                  <a:pt x="5644835" y="2697565"/>
                </a:moveTo>
                <a:lnTo>
                  <a:pt x="5630738" y="2672165"/>
                </a:lnTo>
                <a:lnTo>
                  <a:pt x="5655159" y="2659465"/>
                </a:lnTo>
                <a:lnTo>
                  <a:pt x="5669256" y="2684865"/>
                </a:lnTo>
                <a:lnTo>
                  <a:pt x="5644835" y="2697565"/>
                </a:lnTo>
                <a:close/>
              </a:path>
              <a:path w="6730365" h="7059295">
                <a:moveTo>
                  <a:pt x="4438360" y="2697565"/>
                </a:moveTo>
                <a:lnTo>
                  <a:pt x="4428373" y="2672165"/>
                </a:lnTo>
                <a:lnTo>
                  <a:pt x="4445674" y="2672165"/>
                </a:lnTo>
                <a:lnTo>
                  <a:pt x="4455667" y="2684865"/>
                </a:lnTo>
                <a:lnTo>
                  <a:pt x="4438360" y="2697565"/>
                </a:lnTo>
                <a:close/>
              </a:path>
              <a:path w="6730365" h="7059295">
                <a:moveTo>
                  <a:pt x="5310831" y="2710265"/>
                </a:moveTo>
                <a:lnTo>
                  <a:pt x="5297907" y="2684865"/>
                </a:lnTo>
                <a:lnTo>
                  <a:pt x="5320290" y="2672165"/>
                </a:lnTo>
                <a:lnTo>
                  <a:pt x="5333220" y="2697565"/>
                </a:lnTo>
                <a:lnTo>
                  <a:pt x="5310831" y="2710265"/>
                </a:lnTo>
                <a:close/>
              </a:path>
              <a:path w="6730365" h="7059295">
                <a:moveTo>
                  <a:pt x="6517627" y="2710265"/>
                </a:moveTo>
                <a:lnTo>
                  <a:pt x="6501469" y="2684865"/>
                </a:lnTo>
                <a:lnTo>
                  <a:pt x="6529455" y="2672165"/>
                </a:lnTo>
                <a:lnTo>
                  <a:pt x="6545614" y="2697565"/>
                </a:lnTo>
                <a:lnTo>
                  <a:pt x="6517627" y="2710265"/>
                </a:lnTo>
                <a:close/>
              </a:path>
              <a:path w="6730365" h="7059295">
                <a:moveTo>
                  <a:pt x="4119222" y="2710265"/>
                </a:moveTo>
                <a:lnTo>
                  <a:pt x="4104462" y="2710265"/>
                </a:lnTo>
                <a:lnTo>
                  <a:pt x="4095944" y="2697565"/>
                </a:lnTo>
                <a:lnTo>
                  <a:pt x="4110699" y="2684865"/>
                </a:lnTo>
                <a:lnTo>
                  <a:pt x="4119222" y="2710265"/>
                </a:lnTo>
                <a:close/>
              </a:path>
              <a:path w="6730365" h="7059295">
                <a:moveTo>
                  <a:pt x="6183297" y="2735665"/>
                </a:moveTo>
                <a:lnTo>
                  <a:pt x="6167434" y="2710265"/>
                </a:lnTo>
                <a:lnTo>
                  <a:pt x="6194911" y="2684865"/>
                </a:lnTo>
                <a:lnTo>
                  <a:pt x="6210773" y="2710265"/>
                </a:lnTo>
                <a:lnTo>
                  <a:pt x="6183297" y="2735665"/>
                </a:lnTo>
                <a:close/>
              </a:path>
              <a:path w="6730365" h="7059295">
                <a:moveTo>
                  <a:pt x="4976719" y="2735665"/>
                </a:moveTo>
                <a:lnTo>
                  <a:pt x="4964672" y="2710265"/>
                </a:lnTo>
                <a:lnTo>
                  <a:pt x="4985533" y="2697565"/>
                </a:lnTo>
                <a:lnTo>
                  <a:pt x="4997580" y="2722965"/>
                </a:lnTo>
                <a:lnTo>
                  <a:pt x="4976719" y="2735665"/>
                </a:lnTo>
                <a:close/>
              </a:path>
              <a:path w="6730365" h="7059295">
                <a:moveTo>
                  <a:pt x="5849078" y="2748365"/>
                </a:moveTo>
                <a:lnTo>
                  <a:pt x="5833803" y="2722965"/>
                </a:lnTo>
                <a:lnTo>
                  <a:pt x="5860267" y="2710265"/>
                </a:lnTo>
                <a:lnTo>
                  <a:pt x="5875542" y="2735665"/>
                </a:lnTo>
                <a:lnTo>
                  <a:pt x="5849078" y="2748365"/>
                </a:lnTo>
                <a:close/>
              </a:path>
              <a:path w="6730365" h="7059295">
                <a:moveTo>
                  <a:pt x="4642716" y="2748365"/>
                </a:moveTo>
                <a:lnTo>
                  <a:pt x="4631847" y="2735665"/>
                </a:lnTo>
                <a:lnTo>
                  <a:pt x="4650671" y="2722965"/>
                </a:lnTo>
                <a:lnTo>
                  <a:pt x="4661539" y="2735665"/>
                </a:lnTo>
                <a:lnTo>
                  <a:pt x="4642716" y="2748365"/>
                </a:lnTo>
                <a:close/>
              </a:path>
              <a:path w="6730365" h="7059295">
                <a:moveTo>
                  <a:pt x="6730211" y="2761065"/>
                </a:moveTo>
                <a:lnTo>
                  <a:pt x="6722304" y="2761065"/>
                </a:lnTo>
                <a:lnTo>
                  <a:pt x="6706146" y="2735665"/>
                </a:lnTo>
                <a:lnTo>
                  <a:pt x="6730211" y="2722965"/>
                </a:lnTo>
                <a:lnTo>
                  <a:pt x="6730211" y="2761065"/>
                </a:lnTo>
                <a:close/>
              </a:path>
              <a:path w="6730365" h="7059295">
                <a:moveTo>
                  <a:pt x="5515074" y="2773765"/>
                </a:moveTo>
                <a:lnTo>
                  <a:pt x="5500977" y="2748365"/>
                </a:lnTo>
                <a:lnTo>
                  <a:pt x="5525404" y="2735665"/>
                </a:lnTo>
                <a:lnTo>
                  <a:pt x="5539501" y="2761065"/>
                </a:lnTo>
                <a:lnTo>
                  <a:pt x="5515074" y="2773765"/>
                </a:lnTo>
                <a:close/>
              </a:path>
              <a:path w="6730365" h="7059295">
                <a:moveTo>
                  <a:pt x="4308712" y="2773765"/>
                </a:moveTo>
                <a:lnTo>
                  <a:pt x="4299016" y="2748365"/>
                </a:lnTo>
                <a:lnTo>
                  <a:pt x="4315807" y="2748365"/>
                </a:lnTo>
                <a:lnTo>
                  <a:pt x="4325498" y="2761065"/>
                </a:lnTo>
                <a:lnTo>
                  <a:pt x="4308712" y="2773765"/>
                </a:lnTo>
                <a:close/>
              </a:path>
              <a:path w="6730365" h="7059295">
                <a:moveTo>
                  <a:pt x="5181069" y="2786465"/>
                </a:moveTo>
                <a:lnTo>
                  <a:pt x="5168145" y="2761065"/>
                </a:lnTo>
                <a:lnTo>
                  <a:pt x="5190534" y="2748365"/>
                </a:lnTo>
                <a:lnTo>
                  <a:pt x="5203464" y="2773765"/>
                </a:lnTo>
                <a:lnTo>
                  <a:pt x="5181069" y="2786465"/>
                </a:lnTo>
                <a:close/>
              </a:path>
              <a:path w="6730365" h="7059295">
                <a:moveTo>
                  <a:pt x="6387759" y="2786465"/>
                </a:moveTo>
                <a:lnTo>
                  <a:pt x="6371311" y="2761065"/>
                </a:lnTo>
                <a:lnTo>
                  <a:pt x="6399807" y="2748365"/>
                </a:lnTo>
                <a:lnTo>
                  <a:pt x="6416256" y="2773765"/>
                </a:lnTo>
                <a:lnTo>
                  <a:pt x="6387759" y="2786465"/>
                </a:lnTo>
                <a:close/>
              </a:path>
              <a:path w="6730365" h="7059295">
                <a:moveTo>
                  <a:pt x="3974700" y="2786465"/>
                </a:moveTo>
                <a:lnTo>
                  <a:pt x="3966183" y="2773765"/>
                </a:lnTo>
                <a:lnTo>
                  <a:pt x="3980938" y="2761065"/>
                </a:lnTo>
                <a:lnTo>
                  <a:pt x="3989461" y="2773765"/>
                </a:lnTo>
                <a:lnTo>
                  <a:pt x="3974700" y="2786465"/>
                </a:lnTo>
                <a:close/>
              </a:path>
              <a:path w="6730365" h="7059295">
                <a:moveTo>
                  <a:pt x="6053542" y="2811865"/>
                </a:moveTo>
                <a:lnTo>
                  <a:pt x="6037680" y="2773765"/>
                </a:lnTo>
                <a:lnTo>
                  <a:pt x="6065156" y="2761065"/>
                </a:lnTo>
                <a:lnTo>
                  <a:pt x="6081019" y="2786465"/>
                </a:lnTo>
                <a:lnTo>
                  <a:pt x="6053542" y="2811865"/>
                </a:lnTo>
                <a:close/>
              </a:path>
              <a:path w="6730365" h="7059295">
                <a:moveTo>
                  <a:pt x="4846959" y="2811865"/>
                </a:moveTo>
                <a:lnTo>
                  <a:pt x="4834912" y="2786465"/>
                </a:lnTo>
                <a:lnTo>
                  <a:pt x="4855773" y="2773765"/>
                </a:lnTo>
                <a:lnTo>
                  <a:pt x="4867820" y="2799165"/>
                </a:lnTo>
                <a:lnTo>
                  <a:pt x="4846959" y="2811865"/>
                </a:lnTo>
                <a:close/>
              </a:path>
              <a:path w="6730365" h="7059295">
                <a:moveTo>
                  <a:pt x="5719318" y="2824565"/>
                </a:moveTo>
                <a:lnTo>
                  <a:pt x="5704042" y="2799165"/>
                </a:lnTo>
                <a:lnTo>
                  <a:pt x="5730506" y="2786465"/>
                </a:lnTo>
                <a:lnTo>
                  <a:pt x="5745782" y="2811865"/>
                </a:lnTo>
                <a:lnTo>
                  <a:pt x="5719318" y="2824565"/>
                </a:lnTo>
                <a:close/>
              </a:path>
              <a:path w="6730365" h="7059295">
                <a:moveTo>
                  <a:pt x="4512955" y="2824565"/>
                </a:moveTo>
                <a:lnTo>
                  <a:pt x="4502086" y="2811865"/>
                </a:lnTo>
                <a:lnTo>
                  <a:pt x="4520910" y="2799165"/>
                </a:lnTo>
                <a:lnTo>
                  <a:pt x="4531778" y="2811865"/>
                </a:lnTo>
                <a:lnTo>
                  <a:pt x="4512955" y="2824565"/>
                </a:lnTo>
                <a:close/>
              </a:path>
              <a:path w="6730365" h="7059295">
                <a:moveTo>
                  <a:pt x="6592009" y="2849965"/>
                </a:moveTo>
                <a:lnTo>
                  <a:pt x="6574376" y="2811865"/>
                </a:lnTo>
                <a:lnTo>
                  <a:pt x="6604910" y="2799165"/>
                </a:lnTo>
                <a:lnTo>
                  <a:pt x="6622536" y="2824565"/>
                </a:lnTo>
                <a:lnTo>
                  <a:pt x="6592009" y="2849965"/>
                </a:lnTo>
                <a:close/>
              </a:path>
              <a:path w="6730365" h="7059295">
                <a:moveTo>
                  <a:pt x="4178950" y="2849965"/>
                </a:moveTo>
                <a:lnTo>
                  <a:pt x="4169260" y="2824565"/>
                </a:lnTo>
                <a:lnTo>
                  <a:pt x="4186051" y="2811865"/>
                </a:lnTo>
                <a:lnTo>
                  <a:pt x="4195742" y="2837265"/>
                </a:lnTo>
                <a:lnTo>
                  <a:pt x="4178950" y="2849965"/>
                </a:lnTo>
                <a:close/>
              </a:path>
              <a:path w="6730365" h="7059295">
                <a:moveTo>
                  <a:pt x="5385213" y="2849965"/>
                </a:moveTo>
                <a:lnTo>
                  <a:pt x="5370814" y="2824565"/>
                </a:lnTo>
                <a:lnTo>
                  <a:pt x="5395744" y="2811865"/>
                </a:lnTo>
                <a:lnTo>
                  <a:pt x="5410143" y="2824565"/>
                </a:lnTo>
                <a:lnTo>
                  <a:pt x="5385213" y="2849965"/>
                </a:lnTo>
                <a:close/>
              </a:path>
              <a:path w="6730365" h="7059295">
                <a:moveTo>
                  <a:pt x="6257898" y="2862665"/>
                </a:moveTo>
                <a:lnTo>
                  <a:pt x="6241147" y="2837265"/>
                </a:lnTo>
                <a:lnTo>
                  <a:pt x="6270152" y="2811865"/>
                </a:lnTo>
                <a:lnTo>
                  <a:pt x="6286903" y="2849965"/>
                </a:lnTo>
                <a:lnTo>
                  <a:pt x="6257898" y="2862665"/>
                </a:lnTo>
                <a:close/>
              </a:path>
              <a:path w="6730365" h="7059295">
                <a:moveTo>
                  <a:pt x="5051315" y="2862665"/>
                </a:moveTo>
                <a:lnTo>
                  <a:pt x="5038385" y="2837265"/>
                </a:lnTo>
                <a:lnTo>
                  <a:pt x="5060774" y="2824565"/>
                </a:lnTo>
                <a:lnTo>
                  <a:pt x="5073704" y="2849965"/>
                </a:lnTo>
                <a:lnTo>
                  <a:pt x="5051315" y="2862665"/>
                </a:lnTo>
                <a:close/>
              </a:path>
              <a:path w="6730365" h="7059295">
                <a:moveTo>
                  <a:pt x="3845052" y="2862665"/>
                </a:moveTo>
                <a:lnTo>
                  <a:pt x="3836825" y="2849965"/>
                </a:lnTo>
                <a:lnTo>
                  <a:pt x="3851076" y="2837265"/>
                </a:lnTo>
                <a:lnTo>
                  <a:pt x="3859297" y="2849965"/>
                </a:lnTo>
                <a:lnTo>
                  <a:pt x="3845052" y="2862665"/>
                </a:lnTo>
                <a:close/>
              </a:path>
              <a:path w="6730365" h="7059295">
                <a:moveTo>
                  <a:pt x="5923673" y="2888065"/>
                </a:moveTo>
                <a:lnTo>
                  <a:pt x="5907515" y="2849965"/>
                </a:lnTo>
                <a:lnTo>
                  <a:pt x="5935502" y="2837265"/>
                </a:lnTo>
                <a:lnTo>
                  <a:pt x="5951660" y="2862665"/>
                </a:lnTo>
                <a:lnTo>
                  <a:pt x="5923673" y="2888065"/>
                </a:lnTo>
                <a:close/>
              </a:path>
              <a:path w="6730365" h="7059295">
                <a:moveTo>
                  <a:pt x="4717198" y="2888065"/>
                </a:moveTo>
                <a:lnTo>
                  <a:pt x="4705151" y="2862665"/>
                </a:lnTo>
                <a:lnTo>
                  <a:pt x="4726018" y="2849965"/>
                </a:lnTo>
                <a:lnTo>
                  <a:pt x="4738065" y="2875365"/>
                </a:lnTo>
                <a:lnTo>
                  <a:pt x="4717198" y="2888065"/>
                </a:lnTo>
                <a:close/>
              </a:path>
              <a:path w="6730365" h="7059295">
                <a:moveTo>
                  <a:pt x="5589456" y="2900765"/>
                </a:moveTo>
                <a:lnTo>
                  <a:pt x="5573884" y="2875365"/>
                </a:lnTo>
                <a:lnTo>
                  <a:pt x="5600858" y="2862665"/>
                </a:lnTo>
                <a:lnTo>
                  <a:pt x="5616429" y="2888065"/>
                </a:lnTo>
                <a:lnTo>
                  <a:pt x="5589456" y="2900765"/>
                </a:lnTo>
                <a:close/>
              </a:path>
              <a:path w="6730365" h="7059295">
                <a:moveTo>
                  <a:pt x="4383194" y="2900765"/>
                </a:moveTo>
                <a:lnTo>
                  <a:pt x="4372326" y="2888065"/>
                </a:lnTo>
                <a:lnTo>
                  <a:pt x="4391155" y="2875365"/>
                </a:lnTo>
                <a:lnTo>
                  <a:pt x="4402024" y="2888065"/>
                </a:lnTo>
                <a:lnTo>
                  <a:pt x="4383194" y="2900765"/>
                </a:lnTo>
                <a:close/>
              </a:path>
              <a:path w="6730365" h="7059295">
                <a:moveTo>
                  <a:pt x="5255451" y="2926165"/>
                </a:moveTo>
                <a:lnTo>
                  <a:pt x="5241058" y="2900765"/>
                </a:lnTo>
                <a:lnTo>
                  <a:pt x="5265988" y="2875365"/>
                </a:lnTo>
                <a:lnTo>
                  <a:pt x="5280387" y="2900765"/>
                </a:lnTo>
                <a:lnTo>
                  <a:pt x="5255451" y="2926165"/>
                </a:lnTo>
                <a:close/>
              </a:path>
              <a:path w="6730365" h="7059295">
                <a:moveTo>
                  <a:pt x="6462141" y="2913465"/>
                </a:moveTo>
                <a:lnTo>
                  <a:pt x="6444224" y="2888065"/>
                </a:lnTo>
                <a:lnTo>
                  <a:pt x="6475261" y="2875365"/>
                </a:lnTo>
                <a:lnTo>
                  <a:pt x="6493178" y="2900765"/>
                </a:lnTo>
                <a:lnTo>
                  <a:pt x="6462141" y="2913465"/>
                </a:lnTo>
                <a:close/>
              </a:path>
              <a:path w="6730365" h="7059295">
                <a:moveTo>
                  <a:pt x="4065584" y="2913465"/>
                </a:moveTo>
                <a:lnTo>
                  <a:pt x="4049301" y="2913465"/>
                </a:lnTo>
                <a:lnTo>
                  <a:pt x="4039896" y="2900765"/>
                </a:lnTo>
                <a:lnTo>
                  <a:pt x="4056178" y="2888065"/>
                </a:lnTo>
                <a:lnTo>
                  <a:pt x="4065584" y="2913465"/>
                </a:lnTo>
                <a:close/>
              </a:path>
              <a:path w="6730365" h="7059295">
                <a:moveTo>
                  <a:pt x="6128030" y="2938865"/>
                </a:moveTo>
                <a:lnTo>
                  <a:pt x="6110990" y="2913465"/>
                </a:lnTo>
                <a:lnTo>
                  <a:pt x="6140504" y="2888065"/>
                </a:lnTo>
                <a:lnTo>
                  <a:pt x="6157545" y="2926165"/>
                </a:lnTo>
                <a:lnTo>
                  <a:pt x="6128030" y="2938865"/>
                </a:lnTo>
                <a:close/>
              </a:path>
              <a:path w="6730365" h="7059295">
                <a:moveTo>
                  <a:pt x="4921555" y="2938865"/>
                </a:moveTo>
                <a:lnTo>
                  <a:pt x="4908624" y="2913465"/>
                </a:lnTo>
                <a:lnTo>
                  <a:pt x="4931013" y="2900765"/>
                </a:lnTo>
                <a:lnTo>
                  <a:pt x="4943944" y="2926165"/>
                </a:lnTo>
                <a:lnTo>
                  <a:pt x="4921555" y="2938865"/>
                </a:lnTo>
                <a:close/>
              </a:path>
              <a:path w="6730365" h="7059295">
                <a:moveTo>
                  <a:pt x="5793913" y="2951565"/>
                </a:moveTo>
                <a:lnTo>
                  <a:pt x="5777755" y="2926165"/>
                </a:lnTo>
                <a:lnTo>
                  <a:pt x="5805747" y="2913465"/>
                </a:lnTo>
                <a:lnTo>
                  <a:pt x="5821905" y="2938865"/>
                </a:lnTo>
                <a:lnTo>
                  <a:pt x="5793913" y="2951565"/>
                </a:lnTo>
                <a:close/>
              </a:path>
              <a:path w="6730365" h="7059295">
                <a:moveTo>
                  <a:pt x="4587443" y="2951565"/>
                </a:moveTo>
                <a:lnTo>
                  <a:pt x="4575396" y="2938865"/>
                </a:lnTo>
                <a:lnTo>
                  <a:pt x="4596263" y="2926165"/>
                </a:lnTo>
                <a:lnTo>
                  <a:pt x="4608310" y="2938865"/>
                </a:lnTo>
                <a:lnTo>
                  <a:pt x="4587443" y="2951565"/>
                </a:lnTo>
                <a:close/>
              </a:path>
              <a:path w="6730365" h="7059295">
                <a:moveTo>
                  <a:pt x="6666497" y="2976965"/>
                </a:moveTo>
                <a:lnTo>
                  <a:pt x="6647692" y="2938865"/>
                </a:lnTo>
                <a:lnTo>
                  <a:pt x="6680263" y="2926165"/>
                </a:lnTo>
                <a:lnTo>
                  <a:pt x="6699062" y="2951565"/>
                </a:lnTo>
                <a:lnTo>
                  <a:pt x="6666497" y="2976965"/>
                </a:lnTo>
                <a:close/>
              </a:path>
              <a:path w="6730365" h="7059295">
                <a:moveTo>
                  <a:pt x="5459696" y="2976965"/>
                </a:moveTo>
                <a:lnTo>
                  <a:pt x="5444124" y="2951565"/>
                </a:lnTo>
                <a:lnTo>
                  <a:pt x="5471097" y="2938865"/>
                </a:lnTo>
                <a:lnTo>
                  <a:pt x="5486669" y="2964265"/>
                </a:lnTo>
                <a:lnTo>
                  <a:pt x="5459696" y="2976965"/>
                </a:lnTo>
                <a:close/>
              </a:path>
              <a:path w="6730365" h="7059295">
                <a:moveTo>
                  <a:pt x="6332279" y="2989665"/>
                </a:moveTo>
                <a:lnTo>
                  <a:pt x="6314060" y="2964265"/>
                </a:lnTo>
                <a:lnTo>
                  <a:pt x="6345606" y="2938865"/>
                </a:lnTo>
                <a:lnTo>
                  <a:pt x="6363825" y="2976965"/>
                </a:lnTo>
                <a:lnTo>
                  <a:pt x="6332279" y="2989665"/>
                </a:lnTo>
                <a:close/>
              </a:path>
              <a:path w="6730365" h="7059295">
                <a:moveTo>
                  <a:pt x="4253545" y="2976965"/>
                </a:moveTo>
                <a:lnTo>
                  <a:pt x="4242966" y="2951565"/>
                </a:lnTo>
                <a:lnTo>
                  <a:pt x="4261286" y="2951565"/>
                </a:lnTo>
                <a:lnTo>
                  <a:pt x="4271865" y="2964265"/>
                </a:lnTo>
                <a:lnTo>
                  <a:pt x="4253545" y="2976965"/>
                </a:lnTo>
                <a:close/>
              </a:path>
              <a:path w="6730365" h="7059295">
                <a:moveTo>
                  <a:pt x="5125691" y="2989665"/>
                </a:moveTo>
                <a:lnTo>
                  <a:pt x="5111298" y="2964265"/>
                </a:lnTo>
                <a:lnTo>
                  <a:pt x="5136234" y="2951565"/>
                </a:lnTo>
                <a:lnTo>
                  <a:pt x="5150626" y="2976965"/>
                </a:lnTo>
                <a:lnTo>
                  <a:pt x="5125691" y="2989665"/>
                </a:lnTo>
                <a:close/>
              </a:path>
              <a:path w="6730365" h="7059295">
                <a:moveTo>
                  <a:pt x="3935823" y="2989665"/>
                </a:moveTo>
                <a:lnTo>
                  <a:pt x="3919540" y="2989665"/>
                </a:lnTo>
                <a:lnTo>
                  <a:pt x="3910140" y="2976965"/>
                </a:lnTo>
                <a:lnTo>
                  <a:pt x="3926417" y="2964265"/>
                </a:lnTo>
                <a:lnTo>
                  <a:pt x="3935823" y="2989665"/>
                </a:lnTo>
                <a:close/>
              </a:path>
              <a:path w="6730365" h="7059295">
                <a:moveTo>
                  <a:pt x="5998161" y="3015065"/>
                </a:moveTo>
                <a:lnTo>
                  <a:pt x="5980831" y="2989665"/>
                </a:lnTo>
                <a:lnTo>
                  <a:pt x="6010849" y="2964265"/>
                </a:lnTo>
                <a:lnTo>
                  <a:pt x="6028185" y="3002365"/>
                </a:lnTo>
                <a:lnTo>
                  <a:pt x="5998161" y="3015065"/>
                </a:lnTo>
                <a:close/>
              </a:path>
              <a:path w="6730365" h="7059295">
                <a:moveTo>
                  <a:pt x="4791793" y="3015065"/>
                </a:moveTo>
                <a:lnTo>
                  <a:pt x="4778863" y="2989665"/>
                </a:lnTo>
                <a:lnTo>
                  <a:pt x="4801258" y="2976965"/>
                </a:lnTo>
                <a:lnTo>
                  <a:pt x="4814182" y="3002365"/>
                </a:lnTo>
                <a:lnTo>
                  <a:pt x="4791793" y="3015065"/>
                </a:lnTo>
                <a:close/>
              </a:path>
              <a:path w="6730365" h="7059295">
                <a:moveTo>
                  <a:pt x="5664051" y="3027765"/>
                </a:moveTo>
                <a:lnTo>
                  <a:pt x="5647596" y="3002365"/>
                </a:lnTo>
                <a:lnTo>
                  <a:pt x="5676093" y="2989665"/>
                </a:lnTo>
                <a:lnTo>
                  <a:pt x="5692547" y="3015065"/>
                </a:lnTo>
                <a:lnTo>
                  <a:pt x="5664051" y="3027765"/>
                </a:lnTo>
                <a:close/>
              </a:path>
              <a:path w="6730365" h="7059295">
                <a:moveTo>
                  <a:pt x="4457789" y="3027765"/>
                </a:moveTo>
                <a:lnTo>
                  <a:pt x="4446038" y="3015065"/>
                </a:lnTo>
                <a:lnTo>
                  <a:pt x="4466390" y="3002365"/>
                </a:lnTo>
                <a:lnTo>
                  <a:pt x="4478141" y="3015065"/>
                </a:lnTo>
                <a:lnTo>
                  <a:pt x="4457789" y="3027765"/>
                </a:lnTo>
                <a:close/>
              </a:path>
              <a:path w="6730365" h="7059295">
                <a:moveTo>
                  <a:pt x="6536630" y="3053165"/>
                </a:moveTo>
                <a:lnTo>
                  <a:pt x="6517533" y="3015065"/>
                </a:lnTo>
                <a:lnTo>
                  <a:pt x="6550608" y="3002365"/>
                </a:lnTo>
                <a:lnTo>
                  <a:pt x="6569704" y="3027765"/>
                </a:lnTo>
                <a:lnTo>
                  <a:pt x="6536630" y="3053165"/>
                </a:lnTo>
                <a:close/>
              </a:path>
              <a:path w="6730365" h="7059295">
                <a:moveTo>
                  <a:pt x="4123784" y="3053165"/>
                </a:moveTo>
                <a:lnTo>
                  <a:pt x="4113205" y="3027765"/>
                </a:lnTo>
                <a:lnTo>
                  <a:pt x="4131531" y="3015065"/>
                </a:lnTo>
                <a:lnTo>
                  <a:pt x="4142110" y="3040465"/>
                </a:lnTo>
                <a:lnTo>
                  <a:pt x="4123784" y="3053165"/>
                </a:lnTo>
                <a:close/>
              </a:path>
              <a:path w="6730365" h="7059295">
                <a:moveTo>
                  <a:pt x="5329934" y="3053165"/>
                </a:moveTo>
                <a:lnTo>
                  <a:pt x="5314362" y="3027765"/>
                </a:lnTo>
                <a:lnTo>
                  <a:pt x="5341336" y="3015065"/>
                </a:lnTo>
                <a:lnTo>
                  <a:pt x="5356907" y="3040465"/>
                </a:lnTo>
                <a:lnTo>
                  <a:pt x="5329934" y="3053165"/>
                </a:lnTo>
                <a:close/>
              </a:path>
              <a:path w="6730365" h="7059295">
                <a:moveTo>
                  <a:pt x="6202406" y="3065865"/>
                </a:moveTo>
                <a:lnTo>
                  <a:pt x="6183902" y="3040465"/>
                </a:lnTo>
                <a:lnTo>
                  <a:pt x="6215958" y="3015065"/>
                </a:lnTo>
                <a:lnTo>
                  <a:pt x="6234467" y="3053165"/>
                </a:lnTo>
                <a:lnTo>
                  <a:pt x="6202406" y="3065865"/>
                </a:lnTo>
                <a:close/>
              </a:path>
              <a:path w="6730365" h="7059295">
                <a:moveTo>
                  <a:pt x="4995931" y="3065865"/>
                </a:moveTo>
                <a:lnTo>
                  <a:pt x="4981538" y="3040465"/>
                </a:lnTo>
                <a:lnTo>
                  <a:pt x="5006473" y="3027765"/>
                </a:lnTo>
                <a:lnTo>
                  <a:pt x="5020866" y="3053165"/>
                </a:lnTo>
                <a:lnTo>
                  <a:pt x="4995931" y="3065865"/>
                </a:lnTo>
                <a:close/>
              </a:path>
              <a:path w="6730365" h="7059295">
                <a:moveTo>
                  <a:pt x="5868295" y="3091265"/>
                </a:moveTo>
                <a:lnTo>
                  <a:pt x="5850668" y="3053165"/>
                </a:lnTo>
                <a:lnTo>
                  <a:pt x="5881201" y="3040465"/>
                </a:lnTo>
                <a:lnTo>
                  <a:pt x="5898828" y="3065865"/>
                </a:lnTo>
                <a:lnTo>
                  <a:pt x="5868295" y="3091265"/>
                </a:lnTo>
                <a:close/>
              </a:path>
              <a:path w="6730365" h="7059295">
                <a:moveTo>
                  <a:pt x="4662038" y="3091265"/>
                </a:moveTo>
                <a:lnTo>
                  <a:pt x="4649108" y="3065865"/>
                </a:lnTo>
                <a:lnTo>
                  <a:pt x="4671503" y="3053165"/>
                </a:lnTo>
                <a:lnTo>
                  <a:pt x="4684427" y="3078565"/>
                </a:lnTo>
                <a:lnTo>
                  <a:pt x="4662038" y="3091265"/>
                </a:lnTo>
                <a:close/>
              </a:path>
              <a:path w="6730365" h="7059295">
                <a:moveTo>
                  <a:pt x="5534291" y="3103965"/>
                </a:moveTo>
                <a:lnTo>
                  <a:pt x="5517836" y="3078565"/>
                </a:lnTo>
                <a:lnTo>
                  <a:pt x="5546338" y="3065865"/>
                </a:lnTo>
                <a:lnTo>
                  <a:pt x="5562793" y="3091265"/>
                </a:lnTo>
                <a:lnTo>
                  <a:pt x="5534291" y="3103965"/>
                </a:lnTo>
                <a:close/>
              </a:path>
              <a:path w="6730365" h="7059295">
                <a:moveTo>
                  <a:pt x="6730211" y="3078565"/>
                </a:moveTo>
                <a:lnTo>
                  <a:pt x="6724212" y="3078565"/>
                </a:lnTo>
                <a:lnTo>
                  <a:pt x="6730211" y="3065865"/>
                </a:lnTo>
                <a:lnTo>
                  <a:pt x="6730211" y="3078565"/>
                </a:lnTo>
                <a:close/>
              </a:path>
              <a:path w="6730365" h="7059295">
                <a:moveTo>
                  <a:pt x="4328033" y="3103965"/>
                </a:moveTo>
                <a:lnTo>
                  <a:pt x="4316282" y="3091265"/>
                </a:lnTo>
                <a:lnTo>
                  <a:pt x="4336634" y="3078565"/>
                </a:lnTo>
                <a:lnTo>
                  <a:pt x="4348385" y="3091265"/>
                </a:lnTo>
                <a:lnTo>
                  <a:pt x="4328033" y="3103965"/>
                </a:lnTo>
                <a:close/>
              </a:path>
              <a:path w="6730365" h="7059295">
                <a:moveTo>
                  <a:pt x="5200179" y="3129365"/>
                </a:moveTo>
                <a:lnTo>
                  <a:pt x="5184607" y="3103965"/>
                </a:lnTo>
                <a:lnTo>
                  <a:pt x="5211575" y="3078565"/>
                </a:lnTo>
                <a:lnTo>
                  <a:pt x="5227147" y="3116665"/>
                </a:lnTo>
                <a:lnTo>
                  <a:pt x="5200179" y="3129365"/>
                </a:lnTo>
                <a:close/>
              </a:path>
              <a:path w="6730365" h="7059295">
                <a:moveTo>
                  <a:pt x="6406762" y="3129365"/>
                </a:moveTo>
                <a:lnTo>
                  <a:pt x="6387370" y="3091265"/>
                </a:lnTo>
                <a:lnTo>
                  <a:pt x="6420959" y="3078565"/>
                </a:lnTo>
                <a:lnTo>
                  <a:pt x="6440352" y="3103965"/>
                </a:lnTo>
                <a:lnTo>
                  <a:pt x="6406762" y="3129365"/>
                </a:lnTo>
                <a:close/>
              </a:path>
              <a:path w="6730365" h="7059295">
                <a:moveTo>
                  <a:pt x="3994135" y="3129365"/>
                </a:moveTo>
                <a:lnTo>
                  <a:pt x="3983853" y="3103965"/>
                </a:lnTo>
                <a:lnTo>
                  <a:pt x="4001657" y="3091265"/>
                </a:lnTo>
                <a:lnTo>
                  <a:pt x="4011940" y="3116665"/>
                </a:lnTo>
                <a:lnTo>
                  <a:pt x="3994135" y="3129365"/>
                </a:lnTo>
                <a:close/>
              </a:path>
              <a:path w="6730365" h="7059295">
                <a:moveTo>
                  <a:pt x="6072644" y="3142065"/>
                </a:moveTo>
                <a:lnTo>
                  <a:pt x="6054140" y="3116665"/>
                </a:lnTo>
                <a:lnTo>
                  <a:pt x="6086196" y="3091265"/>
                </a:lnTo>
                <a:lnTo>
                  <a:pt x="6104706" y="3129365"/>
                </a:lnTo>
                <a:lnTo>
                  <a:pt x="6072644" y="3142065"/>
                </a:lnTo>
                <a:close/>
              </a:path>
              <a:path w="6730365" h="7059295">
                <a:moveTo>
                  <a:pt x="4866175" y="3142065"/>
                </a:moveTo>
                <a:lnTo>
                  <a:pt x="4851776" y="3116665"/>
                </a:lnTo>
                <a:lnTo>
                  <a:pt x="4876712" y="3103965"/>
                </a:lnTo>
                <a:lnTo>
                  <a:pt x="4891105" y="3129365"/>
                </a:lnTo>
                <a:lnTo>
                  <a:pt x="4866175" y="3142065"/>
                </a:lnTo>
                <a:close/>
              </a:path>
              <a:path w="6730365" h="7059295">
                <a:moveTo>
                  <a:pt x="5738539" y="3167465"/>
                </a:moveTo>
                <a:lnTo>
                  <a:pt x="5720912" y="3129365"/>
                </a:lnTo>
                <a:lnTo>
                  <a:pt x="5751445" y="3116665"/>
                </a:lnTo>
                <a:lnTo>
                  <a:pt x="5769072" y="3142065"/>
                </a:lnTo>
                <a:lnTo>
                  <a:pt x="5738539" y="3167465"/>
                </a:lnTo>
                <a:close/>
              </a:path>
              <a:path w="6730365" h="7059295">
                <a:moveTo>
                  <a:pt x="4532278" y="3167465"/>
                </a:moveTo>
                <a:lnTo>
                  <a:pt x="4519353" y="3142065"/>
                </a:lnTo>
                <a:lnTo>
                  <a:pt x="4541742" y="3129365"/>
                </a:lnTo>
                <a:lnTo>
                  <a:pt x="4554667" y="3154765"/>
                </a:lnTo>
                <a:lnTo>
                  <a:pt x="4532278" y="3167465"/>
                </a:lnTo>
                <a:close/>
              </a:path>
              <a:path w="6730365" h="7059295">
                <a:moveTo>
                  <a:pt x="6611006" y="3180165"/>
                </a:moveTo>
                <a:lnTo>
                  <a:pt x="6590441" y="3142065"/>
                </a:lnTo>
                <a:lnTo>
                  <a:pt x="6626062" y="3129365"/>
                </a:lnTo>
                <a:lnTo>
                  <a:pt x="6646627" y="3167465"/>
                </a:lnTo>
                <a:lnTo>
                  <a:pt x="6611006" y="3180165"/>
                </a:lnTo>
                <a:close/>
              </a:path>
              <a:path w="6730365" h="7059295">
                <a:moveTo>
                  <a:pt x="5404535" y="3180165"/>
                </a:moveTo>
                <a:lnTo>
                  <a:pt x="5388080" y="3154765"/>
                </a:lnTo>
                <a:lnTo>
                  <a:pt x="5416576" y="3142065"/>
                </a:lnTo>
                <a:lnTo>
                  <a:pt x="5433031" y="3167465"/>
                </a:lnTo>
                <a:lnTo>
                  <a:pt x="5404535" y="3180165"/>
                </a:lnTo>
                <a:close/>
              </a:path>
              <a:path w="6730365" h="7059295">
                <a:moveTo>
                  <a:pt x="6276900" y="3205565"/>
                </a:moveTo>
                <a:lnTo>
                  <a:pt x="6257212" y="3167465"/>
                </a:lnTo>
                <a:lnTo>
                  <a:pt x="6291304" y="3142065"/>
                </a:lnTo>
                <a:lnTo>
                  <a:pt x="6310987" y="3180165"/>
                </a:lnTo>
                <a:lnTo>
                  <a:pt x="6276900" y="3205565"/>
                </a:lnTo>
                <a:close/>
              </a:path>
              <a:path w="6730365" h="7059295">
                <a:moveTo>
                  <a:pt x="4198379" y="3180165"/>
                </a:moveTo>
                <a:lnTo>
                  <a:pt x="4186918" y="3167465"/>
                </a:lnTo>
                <a:lnTo>
                  <a:pt x="4206766" y="3154765"/>
                </a:lnTo>
                <a:lnTo>
                  <a:pt x="4218221" y="3167465"/>
                </a:lnTo>
                <a:lnTo>
                  <a:pt x="4198379" y="3180165"/>
                </a:lnTo>
                <a:close/>
              </a:path>
              <a:path w="6730365" h="7059295">
                <a:moveTo>
                  <a:pt x="5070419" y="3205565"/>
                </a:moveTo>
                <a:lnTo>
                  <a:pt x="5054847" y="3180165"/>
                </a:lnTo>
                <a:lnTo>
                  <a:pt x="5081821" y="3154765"/>
                </a:lnTo>
                <a:lnTo>
                  <a:pt x="5097392" y="3180165"/>
                </a:lnTo>
                <a:lnTo>
                  <a:pt x="5070419" y="3205565"/>
                </a:lnTo>
                <a:close/>
              </a:path>
              <a:path w="6730365" h="7059295">
                <a:moveTo>
                  <a:pt x="3864377" y="3205565"/>
                </a:moveTo>
                <a:lnTo>
                  <a:pt x="3854094" y="3180165"/>
                </a:lnTo>
                <a:lnTo>
                  <a:pt x="3871905" y="3167465"/>
                </a:lnTo>
                <a:lnTo>
                  <a:pt x="3882187" y="3192865"/>
                </a:lnTo>
                <a:lnTo>
                  <a:pt x="3864377" y="3205565"/>
                </a:lnTo>
                <a:close/>
              </a:path>
              <a:path w="6730365" h="7059295">
                <a:moveTo>
                  <a:pt x="5942783" y="3218265"/>
                </a:moveTo>
                <a:lnTo>
                  <a:pt x="5923977" y="3192865"/>
                </a:lnTo>
                <a:lnTo>
                  <a:pt x="5956548" y="3167465"/>
                </a:lnTo>
                <a:lnTo>
                  <a:pt x="5975348" y="3205565"/>
                </a:lnTo>
                <a:lnTo>
                  <a:pt x="5942783" y="3218265"/>
                </a:lnTo>
                <a:close/>
              </a:path>
              <a:path w="6730365" h="7059295">
                <a:moveTo>
                  <a:pt x="4736521" y="3218265"/>
                </a:moveTo>
                <a:lnTo>
                  <a:pt x="4722424" y="3192865"/>
                </a:lnTo>
                <a:lnTo>
                  <a:pt x="4746851" y="3180165"/>
                </a:lnTo>
                <a:lnTo>
                  <a:pt x="4760948" y="3205565"/>
                </a:lnTo>
                <a:lnTo>
                  <a:pt x="4736521" y="3218265"/>
                </a:lnTo>
                <a:close/>
              </a:path>
              <a:path w="6730365" h="7059295">
                <a:moveTo>
                  <a:pt x="5608667" y="3243665"/>
                </a:moveTo>
                <a:lnTo>
                  <a:pt x="5590750" y="3205565"/>
                </a:lnTo>
                <a:lnTo>
                  <a:pt x="5621792" y="3192865"/>
                </a:lnTo>
                <a:lnTo>
                  <a:pt x="5639710" y="3218265"/>
                </a:lnTo>
                <a:lnTo>
                  <a:pt x="5608667" y="3243665"/>
                </a:lnTo>
                <a:close/>
              </a:path>
              <a:path w="6730365" h="7059295">
                <a:moveTo>
                  <a:pt x="4402629" y="3243665"/>
                </a:moveTo>
                <a:lnTo>
                  <a:pt x="4389995" y="3218265"/>
                </a:lnTo>
                <a:lnTo>
                  <a:pt x="4411875" y="3205565"/>
                </a:lnTo>
                <a:lnTo>
                  <a:pt x="4424509" y="3230965"/>
                </a:lnTo>
                <a:lnTo>
                  <a:pt x="4402629" y="3243665"/>
                </a:lnTo>
                <a:close/>
              </a:path>
              <a:path w="6730365" h="7059295">
                <a:moveTo>
                  <a:pt x="6481144" y="3256365"/>
                </a:moveTo>
                <a:lnTo>
                  <a:pt x="6460283" y="3218265"/>
                </a:lnTo>
                <a:lnTo>
                  <a:pt x="6496413" y="3205565"/>
                </a:lnTo>
                <a:lnTo>
                  <a:pt x="6517274" y="3230965"/>
                </a:lnTo>
                <a:lnTo>
                  <a:pt x="6481144" y="3256365"/>
                </a:lnTo>
                <a:close/>
              </a:path>
              <a:path w="6730365" h="7059295">
                <a:moveTo>
                  <a:pt x="5274774" y="3256365"/>
                </a:moveTo>
                <a:lnTo>
                  <a:pt x="5258320" y="3230965"/>
                </a:lnTo>
                <a:lnTo>
                  <a:pt x="5286816" y="3218265"/>
                </a:lnTo>
                <a:lnTo>
                  <a:pt x="5303270" y="3243665"/>
                </a:lnTo>
                <a:lnTo>
                  <a:pt x="5274774" y="3256365"/>
                </a:lnTo>
                <a:close/>
              </a:path>
              <a:path w="6730365" h="7059295">
                <a:moveTo>
                  <a:pt x="6147026" y="3281765"/>
                </a:moveTo>
                <a:lnTo>
                  <a:pt x="6127047" y="3243665"/>
                </a:lnTo>
                <a:lnTo>
                  <a:pt x="6161650" y="3218265"/>
                </a:lnTo>
                <a:lnTo>
                  <a:pt x="6181628" y="3256365"/>
                </a:lnTo>
                <a:lnTo>
                  <a:pt x="6147026" y="3281765"/>
                </a:lnTo>
                <a:close/>
              </a:path>
              <a:path w="6730365" h="7059295">
                <a:moveTo>
                  <a:pt x="4068624" y="3256365"/>
                </a:moveTo>
                <a:lnTo>
                  <a:pt x="4057163" y="3230965"/>
                </a:lnTo>
                <a:lnTo>
                  <a:pt x="4077011" y="3230965"/>
                </a:lnTo>
                <a:lnTo>
                  <a:pt x="4088466" y="3243665"/>
                </a:lnTo>
                <a:lnTo>
                  <a:pt x="4068624" y="3256365"/>
                </a:lnTo>
                <a:close/>
              </a:path>
              <a:path w="6730365" h="7059295">
                <a:moveTo>
                  <a:pt x="4940663" y="3281765"/>
                </a:moveTo>
                <a:lnTo>
                  <a:pt x="4925092" y="3243665"/>
                </a:lnTo>
                <a:lnTo>
                  <a:pt x="4952059" y="3230965"/>
                </a:lnTo>
                <a:lnTo>
                  <a:pt x="4967631" y="3256365"/>
                </a:lnTo>
                <a:lnTo>
                  <a:pt x="4940663" y="3281765"/>
                </a:lnTo>
                <a:close/>
              </a:path>
              <a:path w="6730365" h="7059295">
                <a:moveTo>
                  <a:pt x="5813022" y="3294465"/>
                </a:moveTo>
                <a:lnTo>
                  <a:pt x="5794222" y="3269065"/>
                </a:lnTo>
                <a:lnTo>
                  <a:pt x="5826787" y="3243665"/>
                </a:lnTo>
                <a:lnTo>
                  <a:pt x="5845593" y="3281765"/>
                </a:lnTo>
                <a:lnTo>
                  <a:pt x="5813022" y="3294465"/>
                </a:lnTo>
                <a:close/>
              </a:path>
              <a:path w="6730365" h="7059295">
                <a:moveTo>
                  <a:pt x="4606766" y="3294465"/>
                </a:moveTo>
                <a:lnTo>
                  <a:pt x="4592669" y="3269065"/>
                </a:lnTo>
                <a:lnTo>
                  <a:pt x="4617090" y="3256365"/>
                </a:lnTo>
                <a:lnTo>
                  <a:pt x="4631187" y="3281765"/>
                </a:lnTo>
                <a:lnTo>
                  <a:pt x="4606766" y="3294465"/>
                </a:lnTo>
                <a:close/>
              </a:path>
              <a:path w="6730365" h="7059295">
                <a:moveTo>
                  <a:pt x="6685494" y="3319865"/>
                </a:moveTo>
                <a:lnTo>
                  <a:pt x="6663750" y="3281765"/>
                </a:lnTo>
                <a:lnTo>
                  <a:pt x="6701409" y="3256365"/>
                </a:lnTo>
                <a:lnTo>
                  <a:pt x="6723147" y="3294465"/>
                </a:lnTo>
                <a:lnTo>
                  <a:pt x="6685494" y="3319865"/>
                </a:lnTo>
                <a:close/>
              </a:path>
              <a:path w="6730365" h="7059295">
                <a:moveTo>
                  <a:pt x="5478911" y="3319865"/>
                </a:moveTo>
                <a:lnTo>
                  <a:pt x="5460994" y="3281765"/>
                </a:lnTo>
                <a:lnTo>
                  <a:pt x="5492031" y="3269065"/>
                </a:lnTo>
                <a:lnTo>
                  <a:pt x="5509954" y="3294465"/>
                </a:lnTo>
                <a:lnTo>
                  <a:pt x="5478911" y="3319865"/>
                </a:lnTo>
                <a:close/>
              </a:path>
              <a:path w="6730365" h="7059295">
                <a:moveTo>
                  <a:pt x="4272867" y="3307165"/>
                </a:moveTo>
                <a:lnTo>
                  <a:pt x="4260233" y="3294465"/>
                </a:lnTo>
                <a:lnTo>
                  <a:pt x="4282119" y="3281765"/>
                </a:lnTo>
                <a:lnTo>
                  <a:pt x="4294753" y="3294465"/>
                </a:lnTo>
                <a:lnTo>
                  <a:pt x="4272867" y="3307165"/>
                </a:lnTo>
                <a:close/>
              </a:path>
              <a:path w="6730365" h="7059295">
                <a:moveTo>
                  <a:pt x="5145014" y="3332565"/>
                </a:moveTo>
                <a:lnTo>
                  <a:pt x="5128560" y="3307165"/>
                </a:lnTo>
                <a:lnTo>
                  <a:pt x="5157056" y="3281765"/>
                </a:lnTo>
                <a:lnTo>
                  <a:pt x="5173510" y="3319865"/>
                </a:lnTo>
                <a:lnTo>
                  <a:pt x="5145014" y="3332565"/>
                </a:lnTo>
                <a:close/>
              </a:path>
              <a:path w="6730365" h="7059295">
                <a:moveTo>
                  <a:pt x="6351276" y="3332565"/>
                </a:moveTo>
                <a:lnTo>
                  <a:pt x="6330125" y="3294465"/>
                </a:lnTo>
                <a:lnTo>
                  <a:pt x="6366759" y="3281765"/>
                </a:lnTo>
                <a:lnTo>
                  <a:pt x="6387910" y="3307165"/>
                </a:lnTo>
                <a:lnTo>
                  <a:pt x="6351276" y="3332565"/>
                </a:lnTo>
                <a:close/>
              </a:path>
              <a:path w="6730365" h="7059295">
                <a:moveTo>
                  <a:pt x="3938978" y="3332565"/>
                </a:moveTo>
                <a:lnTo>
                  <a:pt x="3927813" y="3307165"/>
                </a:lnTo>
                <a:lnTo>
                  <a:pt x="3947145" y="3294465"/>
                </a:lnTo>
                <a:lnTo>
                  <a:pt x="3958310" y="3319865"/>
                </a:lnTo>
                <a:lnTo>
                  <a:pt x="3938978" y="3332565"/>
                </a:lnTo>
                <a:close/>
              </a:path>
              <a:path w="6730365" h="7059295">
                <a:moveTo>
                  <a:pt x="6017165" y="3357965"/>
                </a:moveTo>
                <a:lnTo>
                  <a:pt x="5996890" y="3319865"/>
                </a:lnTo>
                <a:lnTo>
                  <a:pt x="6032002" y="3294465"/>
                </a:lnTo>
                <a:lnTo>
                  <a:pt x="6052277" y="3332565"/>
                </a:lnTo>
                <a:lnTo>
                  <a:pt x="6017165" y="3357965"/>
                </a:lnTo>
                <a:close/>
              </a:path>
              <a:path w="6730365" h="7059295">
                <a:moveTo>
                  <a:pt x="4810903" y="3345265"/>
                </a:moveTo>
                <a:lnTo>
                  <a:pt x="4795331" y="3319865"/>
                </a:lnTo>
                <a:lnTo>
                  <a:pt x="4822299" y="3307165"/>
                </a:lnTo>
                <a:lnTo>
                  <a:pt x="4837870" y="3332565"/>
                </a:lnTo>
                <a:lnTo>
                  <a:pt x="4810903" y="3345265"/>
                </a:lnTo>
                <a:close/>
              </a:path>
              <a:path w="6730365" h="7059295">
                <a:moveTo>
                  <a:pt x="5683161" y="3370665"/>
                </a:moveTo>
                <a:lnTo>
                  <a:pt x="5664059" y="3332565"/>
                </a:lnTo>
                <a:lnTo>
                  <a:pt x="5697133" y="3319865"/>
                </a:lnTo>
                <a:lnTo>
                  <a:pt x="5716235" y="3345265"/>
                </a:lnTo>
                <a:lnTo>
                  <a:pt x="5683161" y="3370665"/>
                </a:lnTo>
                <a:close/>
              </a:path>
              <a:path w="6730365" h="7059295">
                <a:moveTo>
                  <a:pt x="4477111" y="3370665"/>
                </a:moveTo>
                <a:lnTo>
                  <a:pt x="4463305" y="3345265"/>
                </a:lnTo>
                <a:lnTo>
                  <a:pt x="4487222" y="3332565"/>
                </a:lnTo>
                <a:lnTo>
                  <a:pt x="4501028" y="3357965"/>
                </a:lnTo>
                <a:lnTo>
                  <a:pt x="4477111" y="3370665"/>
                </a:lnTo>
                <a:close/>
              </a:path>
              <a:path w="6730365" h="7059295">
                <a:moveTo>
                  <a:pt x="6555632" y="3383365"/>
                </a:moveTo>
                <a:lnTo>
                  <a:pt x="6533598" y="3345265"/>
                </a:lnTo>
                <a:lnTo>
                  <a:pt x="6571760" y="3332565"/>
                </a:lnTo>
                <a:lnTo>
                  <a:pt x="6593794" y="3370665"/>
                </a:lnTo>
                <a:lnTo>
                  <a:pt x="6555632" y="3383365"/>
                </a:lnTo>
                <a:close/>
              </a:path>
              <a:path w="6730365" h="7059295">
                <a:moveTo>
                  <a:pt x="5349150" y="3383365"/>
                </a:moveTo>
                <a:lnTo>
                  <a:pt x="5331233" y="3357965"/>
                </a:lnTo>
                <a:lnTo>
                  <a:pt x="5362270" y="3345265"/>
                </a:lnTo>
                <a:lnTo>
                  <a:pt x="5380193" y="3370665"/>
                </a:lnTo>
                <a:lnTo>
                  <a:pt x="5349150" y="3383365"/>
                </a:lnTo>
                <a:close/>
              </a:path>
              <a:path w="6730365" h="7059295">
                <a:moveTo>
                  <a:pt x="6221514" y="3408765"/>
                </a:moveTo>
                <a:lnTo>
                  <a:pt x="6200363" y="3370665"/>
                </a:lnTo>
                <a:lnTo>
                  <a:pt x="6237003" y="3345265"/>
                </a:lnTo>
                <a:lnTo>
                  <a:pt x="6258154" y="3383365"/>
                </a:lnTo>
                <a:lnTo>
                  <a:pt x="6221514" y="3408765"/>
                </a:lnTo>
                <a:close/>
              </a:path>
              <a:path w="6730365" h="7059295">
                <a:moveTo>
                  <a:pt x="4143219" y="3383365"/>
                </a:moveTo>
                <a:lnTo>
                  <a:pt x="4130875" y="3370665"/>
                </a:lnTo>
                <a:lnTo>
                  <a:pt x="4152246" y="3357965"/>
                </a:lnTo>
                <a:lnTo>
                  <a:pt x="4164584" y="3370665"/>
                </a:lnTo>
                <a:lnTo>
                  <a:pt x="4143219" y="3383365"/>
                </a:lnTo>
                <a:close/>
              </a:path>
              <a:path w="6730365" h="7059295">
                <a:moveTo>
                  <a:pt x="5015259" y="3408765"/>
                </a:moveTo>
                <a:lnTo>
                  <a:pt x="4998804" y="3383365"/>
                </a:lnTo>
                <a:lnTo>
                  <a:pt x="5027300" y="3357965"/>
                </a:lnTo>
                <a:lnTo>
                  <a:pt x="5043755" y="3396065"/>
                </a:lnTo>
                <a:lnTo>
                  <a:pt x="5015259" y="3408765"/>
                </a:lnTo>
                <a:close/>
              </a:path>
              <a:path w="6730365" h="7059295">
                <a:moveTo>
                  <a:pt x="5887403" y="3421465"/>
                </a:moveTo>
                <a:lnTo>
                  <a:pt x="5867128" y="3396065"/>
                </a:lnTo>
                <a:lnTo>
                  <a:pt x="5902241" y="3370665"/>
                </a:lnTo>
                <a:lnTo>
                  <a:pt x="5922515" y="3408765"/>
                </a:lnTo>
                <a:lnTo>
                  <a:pt x="5887403" y="3421465"/>
                </a:lnTo>
                <a:close/>
              </a:path>
              <a:path w="6730365" h="7059295">
                <a:moveTo>
                  <a:pt x="4681248" y="3421465"/>
                </a:moveTo>
                <a:lnTo>
                  <a:pt x="4665973" y="3396065"/>
                </a:lnTo>
                <a:lnTo>
                  <a:pt x="4692437" y="3383365"/>
                </a:lnTo>
                <a:lnTo>
                  <a:pt x="4707712" y="3408765"/>
                </a:lnTo>
                <a:lnTo>
                  <a:pt x="4681248" y="3421465"/>
                </a:lnTo>
                <a:close/>
              </a:path>
              <a:path w="6730365" h="7059295">
                <a:moveTo>
                  <a:pt x="5553399" y="3446865"/>
                </a:moveTo>
                <a:lnTo>
                  <a:pt x="5534297" y="3408765"/>
                </a:lnTo>
                <a:lnTo>
                  <a:pt x="5567377" y="3396065"/>
                </a:lnTo>
                <a:lnTo>
                  <a:pt x="5586473" y="3421465"/>
                </a:lnTo>
                <a:lnTo>
                  <a:pt x="5553399" y="3446865"/>
                </a:lnTo>
                <a:close/>
              </a:path>
              <a:path w="6730365" h="7059295">
                <a:moveTo>
                  <a:pt x="4347463" y="3446865"/>
                </a:moveTo>
                <a:lnTo>
                  <a:pt x="4333946" y="3421465"/>
                </a:lnTo>
                <a:lnTo>
                  <a:pt x="4357360" y="3408765"/>
                </a:lnTo>
                <a:lnTo>
                  <a:pt x="4370870" y="3434165"/>
                </a:lnTo>
                <a:lnTo>
                  <a:pt x="4347463" y="3446865"/>
                </a:lnTo>
                <a:close/>
              </a:path>
              <a:path w="6730365" h="7059295">
                <a:moveTo>
                  <a:pt x="6425758" y="3459565"/>
                </a:moveTo>
                <a:lnTo>
                  <a:pt x="6403428" y="3421465"/>
                </a:lnTo>
                <a:lnTo>
                  <a:pt x="6442106" y="3408765"/>
                </a:lnTo>
                <a:lnTo>
                  <a:pt x="6464436" y="3446865"/>
                </a:lnTo>
                <a:lnTo>
                  <a:pt x="6425758" y="3459565"/>
                </a:lnTo>
                <a:close/>
              </a:path>
              <a:path w="6730365" h="7059295">
                <a:moveTo>
                  <a:pt x="5219396" y="3459565"/>
                </a:moveTo>
                <a:lnTo>
                  <a:pt x="5201473" y="3434165"/>
                </a:lnTo>
                <a:lnTo>
                  <a:pt x="5232510" y="3421465"/>
                </a:lnTo>
                <a:lnTo>
                  <a:pt x="5250433" y="3446865"/>
                </a:lnTo>
                <a:lnTo>
                  <a:pt x="5219396" y="3459565"/>
                </a:lnTo>
                <a:close/>
              </a:path>
              <a:path w="6730365" h="7059295">
                <a:moveTo>
                  <a:pt x="6091653" y="3484965"/>
                </a:moveTo>
                <a:lnTo>
                  <a:pt x="6070206" y="3446865"/>
                </a:lnTo>
                <a:lnTo>
                  <a:pt x="6107349" y="3421465"/>
                </a:lnTo>
                <a:lnTo>
                  <a:pt x="6128796" y="3459565"/>
                </a:lnTo>
                <a:lnTo>
                  <a:pt x="6091653" y="3484965"/>
                </a:lnTo>
                <a:close/>
              </a:path>
              <a:path w="6730365" h="7059295">
                <a:moveTo>
                  <a:pt x="4013460" y="3459565"/>
                </a:moveTo>
                <a:lnTo>
                  <a:pt x="4001116" y="3434165"/>
                </a:lnTo>
                <a:lnTo>
                  <a:pt x="4022493" y="3434165"/>
                </a:lnTo>
                <a:lnTo>
                  <a:pt x="4034830" y="3446865"/>
                </a:lnTo>
                <a:lnTo>
                  <a:pt x="4013460" y="3459565"/>
                </a:lnTo>
                <a:close/>
              </a:path>
              <a:path w="6730365" h="7059295">
                <a:moveTo>
                  <a:pt x="4885504" y="3484965"/>
                </a:moveTo>
                <a:lnTo>
                  <a:pt x="4869049" y="3459565"/>
                </a:lnTo>
                <a:lnTo>
                  <a:pt x="4897539" y="3434165"/>
                </a:lnTo>
                <a:lnTo>
                  <a:pt x="4913993" y="3459565"/>
                </a:lnTo>
                <a:lnTo>
                  <a:pt x="4885504" y="3484965"/>
                </a:lnTo>
                <a:close/>
              </a:path>
              <a:path w="6730365" h="7059295">
                <a:moveTo>
                  <a:pt x="5757537" y="3497665"/>
                </a:moveTo>
                <a:lnTo>
                  <a:pt x="5736972" y="3472265"/>
                </a:lnTo>
                <a:lnTo>
                  <a:pt x="5772593" y="3446865"/>
                </a:lnTo>
                <a:lnTo>
                  <a:pt x="5793158" y="3484965"/>
                </a:lnTo>
                <a:lnTo>
                  <a:pt x="5757537" y="3497665"/>
                </a:lnTo>
                <a:close/>
              </a:path>
              <a:path w="6730365" h="7059295">
                <a:moveTo>
                  <a:pt x="4551487" y="3497665"/>
                </a:moveTo>
                <a:lnTo>
                  <a:pt x="4536212" y="3472265"/>
                </a:lnTo>
                <a:lnTo>
                  <a:pt x="4562676" y="3459565"/>
                </a:lnTo>
                <a:lnTo>
                  <a:pt x="4577951" y="3484965"/>
                </a:lnTo>
                <a:lnTo>
                  <a:pt x="4551487" y="3497665"/>
                </a:lnTo>
                <a:close/>
              </a:path>
              <a:path w="6730365" h="7059295">
                <a:moveTo>
                  <a:pt x="6630114" y="3523065"/>
                </a:moveTo>
                <a:lnTo>
                  <a:pt x="6606902" y="3484965"/>
                </a:lnTo>
                <a:lnTo>
                  <a:pt x="6647102" y="3459565"/>
                </a:lnTo>
                <a:lnTo>
                  <a:pt x="6670314" y="3497665"/>
                </a:lnTo>
                <a:lnTo>
                  <a:pt x="6630114" y="3523065"/>
                </a:lnTo>
                <a:close/>
              </a:path>
              <a:path w="6730365" h="7059295">
                <a:moveTo>
                  <a:pt x="5423638" y="3523065"/>
                </a:moveTo>
                <a:lnTo>
                  <a:pt x="5404542" y="3484965"/>
                </a:lnTo>
                <a:lnTo>
                  <a:pt x="5437622" y="3472265"/>
                </a:lnTo>
                <a:lnTo>
                  <a:pt x="5456718" y="3497665"/>
                </a:lnTo>
                <a:lnTo>
                  <a:pt x="5423638" y="3523065"/>
                </a:lnTo>
                <a:close/>
              </a:path>
              <a:path w="6730365" h="7059295">
                <a:moveTo>
                  <a:pt x="4217808" y="3523065"/>
                </a:moveTo>
                <a:lnTo>
                  <a:pt x="4204587" y="3497665"/>
                </a:lnTo>
                <a:lnTo>
                  <a:pt x="4227486" y="3484965"/>
                </a:lnTo>
                <a:lnTo>
                  <a:pt x="4240707" y="3510365"/>
                </a:lnTo>
                <a:lnTo>
                  <a:pt x="4217808" y="3523065"/>
                </a:lnTo>
                <a:close/>
              </a:path>
              <a:path w="6730365" h="7059295">
                <a:moveTo>
                  <a:pt x="5089635" y="3535765"/>
                </a:moveTo>
                <a:lnTo>
                  <a:pt x="5071712" y="3510365"/>
                </a:lnTo>
                <a:lnTo>
                  <a:pt x="5102754" y="3484965"/>
                </a:lnTo>
                <a:lnTo>
                  <a:pt x="5120677" y="3523065"/>
                </a:lnTo>
                <a:lnTo>
                  <a:pt x="5089635" y="3535765"/>
                </a:lnTo>
                <a:close/>
              </a:path>
              <a:path w="6730365" h="7059295">
                <a:moveTo>
                  <a:pt x="6296002" y="3535765"/>
                </a:moveTo>
                <a:lnTo>
                  <a:pt x="6273678" y="3497665"/>
                </a:lnTo>
                <a:lnTo>
                  <a:pt x="6312344" y="3484965"/>
                </a:lnTo>
                <a:lnTo>
                  <a:pt x="6334674" y="3523065"/>
                </a:lnTo>
                <a:lnTo>
                  <a:pt x="6296002" y="3535765"/>
                </a:lnTo>
                <a:close/>
              </a:path>
              <a:path w="6730365" h="7059295">
                <a:moveTo>
                  <a:pt x="3883805" y="3535765"/>
                </a:moveTo>
                <a:lnTo>
                  <a:pt x="3871764" y="3510365"/>
                </a:lnTo>
                <a:lnTo>
                  <a:pt x="3892624" y="3497665"/>
                </a:lnTo>
                <a:lnTo>
                  <a:pt x="3904666" y="3523065"/>
                </a:lnTo>
                <a:lnTo>
                  <a:pt x="3883805" y="3535765"/>
                </a:lnTo>
                <a:close/>
              </a:path>
              <a:path w="6730365" h="7059295">
                <a:moveTo>
                  <a:pt x="5961892" y="3561165"/>
                </a:moveTo>
                <a:lnTo>
                  <a:pt x="5940444" y="3523065"/>
                </a:lnTo>
                <a:lnTo>
                  <a:pt x="5977594" y="3497665"/>
                </a:lnTo>
                <a:lnTo>
                  <a:pt x="5999041" y="3535765"/>
                </a:lnTo>
                <a:lnTo>
                  <a:pt x="5961892" y="3561165"/>
                </a:lnTo>
                <a:close/>
              </a:path>
              <a:path w="6730365" h="7059295">
                <a:moveTo>
                  <a:pt x="4755844" y="3561165"/>
                </a:moveTo>
                <a:lnTo>
                  <a:pt x="4739685" y="3523065"/>
                </a:lnTo>
                <a:lnTo>
                  <a:pt x="4767678" y="3510365"/>
                </a:lnTo>
                <a:lnTo>
                  <a:pt x="4783836" y="3535765"/>
                </a:lnTo>
                <a:lnTo>
                  <a:pt x="4755844" y="3561165"/>
                </a:lnTo>
                <a:close/>
              </a:path>
              <a:path w="6730365" h="7059295">
                <a:moveTo>
                  <a:pt x="5627775" y="3573865"/>
                </a:moveTo>
                <a:lnTo>
                  <a:pt x="5607210" y="3535765"/>
                </a:lnTo>
                <a:lnTo>
                  <a:pt x="5642831" y="3523065"/>
                </a:lnTo>
                <a:lnTo>
                  <a:pt x="5663396" y="3561165"/>
                </a:lnTo>
                <a:lnTo>
                  <a:pt x="5627775" y="3573865"/>
                </a:lnTo>
                <a:close/>
              </a:path>
              <a:path w="6730365" h="7059295">
                <a:moveTo>
                  <a:pt x="4421839" y="3573865"/>
                </a:moveTo>
                <a:lnTo>
                  <a:pt x="4406859" y="3548465"/>
                </a:lnTo>
                <a:lnTo>
                  <a:pt x="4432814" y="3535765"/>
                </a:lnTo>
                <a:lnTo>
                  <a:pt x="4447794" y="3561165"/>
                </a:lnTo>
                <a:lnTo>
                  <a:pt x="4421839" y="3573865"/>
                </a:lnTo>
                <a:close/>
              </a:path>
              <a:path w="6730365" h="7059295">
                <a:moveTo>
                  <a:pt x="6500252" y="3599265"/>
                </a:moveTo>
                <a:lnTo>
                  <a:pt x="6476744" y="3561165"/>
                </a:lnTo>
                <a:lnTo>
                  <a:pt x="6517453" y="3535765"/>
                </a:lnTo>
                <a:lnTo>
                  <a:pt x="6540956" y="3573865"/>
                </a:lnTo>
                <a:lnTo>
                  <a:pt x="6500252" y="3599265"/>
                </a:lnTo>
                <a:close/>
              </a:path>
              <a:path w="6730365" h="7059295">
                <a:moveTo>
                  <a:pt x="5293884" y="3599265"/>
                </a:moveTo>
                <a:lnTo>
                  <a:pt x="5274788" y="3561165"/>
                </a:lnTo>
                <a:lnTo>
                  <a:pt x="5307862" y="3548465"/>
                </a:lnTo>
                <a:lnTo>
                  <a:pt x="5326958" y="3573865"/>
                </a:lnTo>
                <a:lnTo>
                  <a:pt x="5293884" y="3599265"/>
                </a:lnTo>
                <a:close/>
              </a:path>
              <a:path w="6730365" h="7059295">
                <a:moveTo>
                  <a:pt x="6166135" y="3611965"/>
                </a:moveTo>
                <a:lnTo>
                  <a:pt x="6143509" y="3573865"/>
                </a:lnTo>
                <a:lnTo>
                  <a:pt x="6182696" y="3548465"/>
                </a:lnTo>
                <a:lnTo>
                  <a:pt x="6205317" y="3586565"/>
                </a:lnTo>
                <a:lnTo>
                  <a:pt x="6166135" y="3611965"/>
                </a:lnTo>
                <a:close/>
              </a:path>
              <a:path w="6730365" h="7059295">
                <a:moveTo>
                  <a:pt x="4088049" y="3586565"/>
                </a:moveTo>
                <a:lnTo>
                  <a:pt x="4074828" y="3573865"/>
                </a:lnTo>
                <a:lnTo>
                  <a:pt x="4097727" y="3561165"/>
                </a:lnTo>
                <a:lnTo>
                  <a:pt x="4110948" y="3573865"/>
                </a:lnTo>
                <a:lnTo>
                  <a:pt x="4088049" y="3586565"/>
                </a:lnTo>
                <a:close/>
              </a:path>
              <a:path w="6730365" h="7059295">
                <a:moveTo>
                  <a:pt x="4959986" y="3611965"/>
                </a:moveTo>
                <a:lnTo>
                  <a:pt x="4942359" y="3586565"/>
                </a:lnTo>
                <a:lnTo>
                  <a:pt x="4972887" y="3561165"/>
                </a:lnTo>
                <a:lnTo>
                  <a:pt x="4990514" y="3599265"/>
                </a:lnTo>
                <a:lnTo>
                  <a:pt x="4959986" y="3611965"/>
                </a:lnTo>
                <a:close/>
              </a:path>
              <a:path w="6730365" h="7059295">
                <a:moveTo>
                  <a:pt x="5832031" y="3637365"/>
                </a:moveTo>
                <a:lnTo>
                  <a:pt x="5810287" y="3599265"/>
                </a:lnTo>
                <a:lnTo>
                  <a:pt x="5847946" y="3573865"/>
                </a:lnTo>
                <a:lnTo>
                  <a:pt x="5869684" y="3611965"/>
                </a:lnTo>
                <a:lnTo>
                  <a:pt x="5832031" y="3637365"/>
                </a:lnTo>
                <a:close/>
              </a:path>
              <a:path w="6730365" h="7059295">
                <a:moveTo>
                  <a:pt x="4626088" y="3637365"/>
                </a:moveTo>
                <a:lnTo>
                  <a:pt x="4609930" y="3599265"/>
                </a:lnTo>
                <a:lnTo>
                  <a:pt x="4637916" y="3586565"/>
                </a:lnTo>
                <a:lnTo>
                  <a:pt x="4654075" y="3611965"/>
                </a:lnTo>
                <a:lnTo>
                  <a:pt x="4626088" y="3637365"/>
                </a:lnTo>
                <a:close/>
              </a:path>
              <a:path w="6730365" h="7059295">
                <a:moveTo>
                  <a:pt x="6704603" y="3650065"/>
                </a:moveTo>
                <a:lnTo>
                  <a:pt x="6680217" y="3611965"/>
                </a:lnTo>
                <a:lnTo>
                  <a:pt x="6722455" y="3586565"/>
                </a:lnTo>
                <a:lnTo>
                  <a:pt x="6730211" y="3599265"/>
                </a:lnTo>
                <a:lnTo>
                  <a:pt x="6730211" y="3637365"/>
                </a:lnTo>
                <a:lnTo>
                  <a:pt x="6704603" y="3650065"/>
                </a:lnTo>
                <a:close/>
              </a:path>
              <a:path w="6730365" h="7059295">
                <a:moveTo>
                  <a:pt x="5498014" y="3650065"/>
                </a:moveTo>
                <a:lnTo>
                  <a:pt x="5477450" y="3611965"/>
                </a:lnTo>
                <a:lnTo>
                  <a:pt x="5513077" y="3599265"/>
                </a:lnTo>
                <a:lnTo>
                  <a:pt x="5533642" y="3637365"/>
                </a:lnTo>
                <a:lnTo>
                  <a:pt x="5498014" y="3650065"/>
                </a:lnTo>
                <a:close/>
              </a:path>
              <a:path w="6730365" h="7059295">
                <a:moveTo>
                  <a:pt x="4292190" y="3650065"/>
                </a:moveTo>
                <a:lnTo>
                  <a:pt x="4277501" y="3624665"/>
                </a:lnTo>
                <a:lnTo>
                  <a:pt x="4302940" y="3611965"/>
                </a:lnTo>
                <a:lnTo>
                  <a:pt x="4317629" y="3637365"/>
                </a:lnTo>
                <a:lnTo>
                  <a:pt x="4292190" y="3650065"/>
                </a:lnTo>
                <a:close/>
              </a:path>
              <a:path w="6730365" h="7059295">
                <a:moveTo>
                  <a:pt x="5164123" y="3675465"/>
                </a:moveTo>
                <a:lnTo>
                  <a:pt x="5145027" y="3637365"/>
                </a:lnTo>
                <a:lnTo>
                  <a:pt x="5178101" y="3611965"/>
                </a:lnTo>
                <a:lnTo>
                  <a:pt x="5197197" y="3650065"/>
                </a:lnTo>
                <a:lnTo>
                  <a:pt x="5164123" y="3675465"/>
                </a:lnTo>
                <a:close/>
              </a:path>
              <a:path w="6730365" h="7059295">
                <a:moveTo>
                  <a:pt x="6370384" y="3675465"/>
                </a:moveTo>
                <a:lnTo>
                  <a:pt x="6346586" y="3624665"/>
                </a:lnTo>
                <a:lnTo>
                  <a:pt x="6387804" y="3611965"/>
                </a:lnTo>
                <a:lnTo>
                  <a:pt x="6411597" y="3650065"/>
                </a:lnTo>
                <a:lnTo>
                  <a:pt x="6370384" y="3675465"/>
                </a:lnTo>
                <a:close/>
              </a:path>
              <a:path w="6730365" h="7059295">
                <a:moveTo>
                  <a:pt x="6036374" y="3688165"/>
                </a:moveTo>
                <a:lnTo>
                  <a:pt x="6013754" y="3650065"/>
                </a:lnTo>
                <a:lnTo>
                  <a:pt x="6052935" y="3624665"/>
                </a:lnTo>
                <a:lnTo>
                  <a:pt x="6075561" y="3662765"/>
                </a:lnTo>
                <a:lnTo>
                  <a:pt x="6036374" y="3688165"/>
                </a:lnTo>
                <a:close/>
              </a:path>
              <a:path w="6730365" h="7059295">
                <a:moveTo>
                  <a:pt x="3958400" y="3662765"/>
                </a:moveTo>
                <a:lnTo>
                  <a:pt x="3945476" y="3650065"/>
                </a:lnTo>
                <a:lnTo>
                  <a:pt x="3967865" y="3637365"/>
                </a:lnTo>
                <a:lnTo>
                  <a:pt x="3980790" y="3650065"/>
                </a:lnTo>
                <a:lnTo>
                  <a:pt x="3958400" y="3662765"/>
                </a:lnTo>
                <a:close/>
              </a:path>
              <a:path w="6730365" h="7059295">
                <a:moveTo>
                  <a:pt x="4830225" y="3688165"/>
                </a:moveTo>
                <a:lnTo>
                  <a:pt x="4812599" y="3662765"/>
                </a:lnTo>
                <a:lnTo>
                  <a:pt x="4843132" y="3637365"/>
                </a:lnTo>
                <a:lnTo>
                  <a:pt x="4860759" y="3675465"/>
                </a:lnTo>
                <a:lnTo>
                  <a:pt x="4830225" y="3688165"/>
                </a:lnTo>
                <a:close/>
              </a:path>
              <a:path w="6730365" h="7059295">
                <a:moveTo>
                  <a:pt x="5702269" y="3713565"/>
                </a:moveTo>
                <a:lnTo>
                  <a:pt x="5680526" y="3675465"/>
                </a:lnTo>
                <a:lnTo>
                  <a:pt x="5718184" y="3650065"/>
                </a:lnTo>
                <a:lnTo>
                  <a:pt x="5739922" y="3688165"/>
                </a:lnTo>
                <a:lnTo>
                  <a:pt x="5702269" y="3713565"/>
                </a:lnTo>
                <a:close/>
              </a:path>
              <a:path w="6730365" h="7059295">
                <a:moveTo>
                  <a:pt x="4496327" y="3700865"/>
                </a:moveTo>
                <a:lnTo>
                  <a:pt x="4480169" y="3675465"/>
                </a:lnTo>
                <a:lnTo>
                  <a:pt x="4508155" y="3662765"/>
                </a:lnTo>
                <a:lnTo>
                  <a:pt x="4524313" y="3688165"/>
                </a:lnTo>
                <a:lnTo>
                  <a:pt x="4496327" y="3700865"/>
                </a:lnTo>
                <a:close/>
              </a:path>
              <a:path w="6730365" h="7059295">
                <a:moveTo>
                  <a:pt x="6574741" y="3726265"/>
                </a:moveTo>
                <a:lnTo>
                  <a:pt x="6550059" y="3688165"/>
                </a:lnTo>
                <a:lnTo>
                  <a:pt x="6592806" y="3662765"/>
                </a:lnTo>
                <a:lnTo>
                  <a:pt x="6617482" y="3700865"/>
                </a:lnTo>
                <a:lnTo>
                  <a:pt x="6574741" y="3726265"/>
                </a:lnTo>
                <a:close/>
              </a:path>
              <a:path w="6730365" h="7059295">
                <a:moveTo>
                  <a:pt x="5368260" y="3726265"/>
                </a:moveTo>
                <a:lnTo>
                  <a:pt x="5347695" y="3688165"/>
                </a:lnTo>
                <a:lnTo>
                  <a:pt x="5383316" y="3675465"/>
                </a:lnTo>
                <a:lnTo>
                  <a:pt x="5403881" y="3700865"/>
                </a:lnTo>
                <a:lnTo>
                  <a:pt x="5368260" y="3726265"/>
                </a:lnTo>
                <a:close/>
              </a:path>
              <a:path w="6730365" h="7059295">
                <a:moveTo>
                  <a:pt x="6240624" y="3751665"/>
                </a:moveTo>
                <a:lnTo>
                  <a:pt x="6216825" y="3700865"/>
                </a:lnTo>
                <a:lnTo>
                  <a:pt x="6258043" y="3675465"/>
                </a:lnTo>
                <a:lnTo>
                  <a:pt x="6281836" y="3726265"/>
                </a:lnTo>
                <a:lnTo>
                  <a:pt x="6240624" y="3751665"/>
                </a:lnTo>
                <a:close/>
              </a:path>
              <a:path w="6730365" h="7059295">
                <a:moveTo>
                  <a:pt x="4162431" y="3726265"/>
                </a:moveTo>
                <a:lnTo>
                  <a:pt x="4147742" y="3700865"/>
                </a:lnTo>
                <a:lnTo>
                  <a:pt x="4173181" y="3688165"/>
                </a:lnTo>
                <a:lnTo>
                  <a:pt x="4187870" y="3713565"/>
                </a:lnTo>
                <a:lnTo>
                  <a:pt x="4162431" y="3726265"/>
                </a:lnTo>
                <a:close/>
              </a:path>
              <a:path w="6730365" h="7059295">
                <a:moveTo>
                  <a:pt x="5034362" y="3738965"/>
                </a:moveTo>
                <a:lnTo>
                  <a:pt x="5015266" y="3713565"/>
                </a:lnTo>
                <a:lnTo>
                  <a:pt x="5048340" y="3688165"/>
                </a:lnTo>
                <a:lnTo>
                  <a:pt x="5067442" y="3726265"/>
                </a:lnTo>
                <a:lnTo>
                  <a:pt x="5034362" y="3738965"/>
                </a:lnTo>
                <a:close/>
              </a:path>
              <a:path w="6730365" h="7059295">
                <a:moveTo>
                  <a:pt x="5906513" y="3764365"/>
                </a:moveTo>
                <a:lnTo>
                  <a:pt x="5883597" y="3726265"/>
                </a:lnTo>
                <a:lnTo>
                  <a:pt x="5923287" y="3700865"/>
                </a:lnTo>
                <a:lnTo>
                  <a:pt x="5946204" y="3738965"/>
                </a:lnTo>
                <a:lnTo>
                  <a:pt x="5906513" y="3764365"/>
                </a:lnTo>
                <a:close/>
              </a:path>
              <a:path w="6730365" h="7059295">
                <a:moveTo>
                  <a:pt x="4700571" y="3764365"/>
                </a:moveTo>
                <a:lnTo>
                  <a:pt x="4683240" y="3738965"/>
                </a:lnTo>
                <a:lnTo>
                  <a:pt x="4713264" y="3713565"/>
                </a:lnTo>
                <a:lnTo>
                  <a:pt x="4730595" y="3751665"/>
                </a:lnTo>
                <a:lnTo>
                  <a:pt x="4700571" y="3764365"/>
                </a:lnTo>
                <a:close/>
              </a:path>
              <a:path w="6730365" h="7059295">
                <a:moveTo>
                  <a:pt x="5572508" y="3789765"/>
                </a:moveTo>
                <a:lnTo>
                  <a:pt x="5550765" y="3751665"/>
                </a:lnTo>
                <a:lnTo>
                  <a:pt x="5588424" y="3726265"/>
                </a:lnTo>
                <a:lnTo>
                  <a:pt x="5610161" y="3764365"/>
                </a:lnTo>
                <a:lnTo>
                  <a:pt x="5572508" y="3789765"/>
                </a:lnTo>
                <a:close/>
              </a:path>
              <a:path w="6730365" h="7059295">
                <a:moveTo>
                  <a:pt x="4366678" y="3777065"/>
                </a:moveTo>
                <a:lnTo>
                  <a:pt x="4350810" y="3751665"/>
                </a:lnTo>
                <a:lnTo>
                  <a:pt x="4378293" y="3738965"/>
                </a:lnTo>
                <a:lnTo>
                  <a:pt x="4394155" y="3764365"/>
                </a:lnTo>
                <a:lnTo>
                  <a:pt x="4366678" y="3777065"/>
                </a:lnTo>
                <a:close/>
              </a:path>
              <a:path w="6730365" h="7059295">
                <a:moveTo>
                  <a:pt x="6444867" y="3802465"/>
                </a:moveTo>
                <a:lnTo>
                  <a:pt x="6419895" y="3764365"/>
                </a:lnTo>
                <a:lnTo>
                  <a:pt x="6463145" y="3738965"/>
                </a:lnTo>
                <a:lnTo>
                  <a:pt x="6488117" y="3777065"/>
                </a:lnTo>
                <a:lnTo>
                  <a:pt x="6444867" y="3802465"/>
                </a:lnTo>
                <a:close/>
              </a:path>
              <a:path w="6730365" h="7059295">
                <a:moveTo>
                  <a:pt x="5238505" y="3802465"/>
                </a:moveTo>
                <a:lnTo>
                  <a:pt x="5217940" y="3764365"/>
                </a:lnTo>
                <a:lnTo>
                  <a:pt x="5253555" y="3751665"/>
                </a:lnTo>
                <a:lnTo>
                  <a:pt x="5274120" y="3777065"/>
                </a:lnTo>
                <a:lnTo>
                  <a:pt x="5238505" y="3802465"/>
                </a:lnTo>
                <a:close/>
              </a:path>
              <a:path w="6730365" h="7059295">
                <a:moveTo>
                  <a:pt x="6110756" y="3827865"/>
                </a:moveTo>
                <a:lnTo>
                  <a:pt x="6086661" y="3777065"/>
                </a:lnTo>
                <a:lnTo>
                  <a:pt x="6128389" y="3751665"/>
                </a:lnTo>
                <a:lnTo>
                  <a:pt x="6152484" y="3802465"/>
                </a:lnTo>
                <a:lnTo>
                  <a:pt x="6110756" y="3827865"/>
                </a:lnTo>
                <a:close/>
              </a:path>
              <a:path w="6730365" h="7059295">
                <a:moveTo>
                  <a:pt x="4032889" y="3802465"/>
                </a:moveTo>
                <a:lnTo>
                  <a:pt x="4018786" y="3777065"/>
                </a:lnTo>
                <a:lnTo>
                  <a:pt x="4043207" y="3764365"/>
                </a:lnTo>
                <a:lnTo>
                  <a:pt x="4057310" y="3789765"/>
                </a:lnTo>
                <a:lnTo>
                  <a:pt x="4032889" y="3802465"/>
                </a:lnTo>
                <a:close/>
              </a:path>
              <a:path w="6730365" h="7059295">
                <a:moveTo>
                  <a:pt x="4904714" y="3815165"/>
                </a:moveTo>
                <a:lnTo>
                  <a:pt x="4885908" y="3789765"/>
                </a:lnTo>
                <a:lnTo>
                  <a:pt x="4918479" y="3764365"/>
                </a:lnTo>
                <a:lnTo>
                  <a:pt x="4937279" y="3802465"/>
                </a:lnTo>
                <a:lnTo>
                  <a:pt x="4904714" y="3815165"/>
                </a:lnTo>
                <a:close/>
              </a:path>
              <a:path w="6730365" h="7059295">
                <a:moveTo>
                  <a:pt x="5776752" y="3840565"/>
                </a:moveTo>
                <a:lnTo>
                  <a:pt x="5753835" y="3802465"/>
                </a:lnTo>
                <a:lnTo>
                  <a:pt x="5793525" y="3777065"/>
                </a:lnTo>
                <a:lnTo>
                  <a:pt x="5816442" y="3815165"/>
                </a:lnTo>
                <a:lnTo>
                  <a:pt x="5776752" y="3840565"/>
                </a:lnTo>
                <a:close/>
              </a:path>
              <a:path w="6730365" h="7059295">
                <a:moveTo>
                  <a:pt x="4570922" y="3840565"/>
                </a:moveTo>
                <a:lnTo>
                  <a:pt x="4553882" y="3802465"/>
                </a:lnTo>
                <a:lnTo>
                  <a:pt x="4583396" y="3789765"/>
                </a:lnTo>
                <a:lnTo>
                  <a:pt x="4600437" y="3815165"/>
                </a:lnTo>
                <a:lnTo>
                  <a:pt x="4570922" y="3840565"/>
                </a:lnTo>
                <a:close/>
              </a:path>
              <a:path w="6730365" h="7059295">
                <a:moveTo>
                  <a:pt x="6649004" y="3865965"/>
                </a:moveTo>
                <a:lnTo>
                  <a:pt x="6622564" y="3815165"/>
                </a:lnTo>
                <a:lnTo>
                  <a:pt x="6668361" y="3789765"/>
                </a:lnTo>
                <a:lnTo>
                  <a:pt x="6694801" y="3827865"/>
                </a:lnTo>
                <a:lnTo>
                  <a:pt x="6649004" y="3865965"/>
                </a:lnTo>
                <a:close/>
              </a:path>
              <a:path w="6730365" h="7059295">
                <a:moveTo>
                  <a:pt x="5442748" y="3853265"/>
                </a:moveTo>
                <a:lnTo>
                  <a:pt x="5421011" y="3815165"/>
                </a:lnTo>
                <a:lnTo>
                  <a:pt x="5458664" y="3802465"/>
                </a:lnTo>
                <a:lnTo>
                  <a:pt x="5480407" y="3840565"/>
                </a:lnTo>
                <a:lnTo>
                  <a:pt x="5442748" y="3853265"/>
                </a:lnTo>
                <a:close/>
              </a:path>
              <a:path w="6730365" h="7059295">
                <a:moveTo>
                  <a:pt x="4237026" y="3853265"/>
                </a:moveTo>
                <a:lnTo>
                  <a:pt x="4221454" y="3827865"/>
                </a:lnTo>
                <a:lnTo>
                  <a:pt x="4248422" y="3815165"/>
                </a:lnTo>
                <a:lnTo>
                  <a:pt x="4263994" y="3840565"/>
                </a:lnTo>
                <a:lnTo>
                  <a:pt x="4237026" y="3853265"/>
                </a:lnTo>
                <a:close/>
              </a:path>
              <a:path w="6730365" h="7059295">
                <a:moveTo>
                  <a:pt x="5108850" y="3878665"/>
                </a:moveTo>
                <a:lnTo>
                  <a:pt x="5088582" y="3840565"/>
                </a:lnTo>
                <a:lnTo>
                  <a:pt x="5123694" y="3815165"/>
                </a:lnTo>
                <a:lnTo>
                  <a:pt x="5143962" y="3853265"/>
                </a:lnTo>
                <a:lnTo>
                  <a:pt x="5108850" y="3878665"/>
                </a:lnTo>
                <a:close/>
              </a:path>
              <a:path w="6730365" h="7059295">
                <a:moveTo>
                  <a:pt x="6315005" y="3878665"/>
                </a:moveTo>
                <a:lnTo>
                  <a:pt x="6289737" y="3840565"/>
                </a:lnTo>
                <a:lnTo>
                  <a:pt x="6333497" y="3815165"/>
                </a:lnTo>
                <a:lnTo>
                  <a:pt x="6358765" y="3853265"/>
                </a:lnTo>
                <a:lnTo>
                  <a:pt x="6315005" y="3878665"/>
                </a:lnTo>
                <a:close/>
              </a:path>
              <a:path w="6730365" h="7059295">
                <a:moveTo>
                  <a:pt x="5980889" y="3891365"/>
                </a:moveTo>
                <a:lnTo>
                  <a:pt x="5956504" y="3853265"/>
                </a:lnTo>
                <a:lnTo>
                  <a:pt x="5998741" y="3827865"/>
                </a:lnTo>
                <a:lnTo>
                  <a:pt x="6023126" y="3878665"/>
                </a:lnTo>
                <a:lnTo>
                  <a:pt x="5980889" y="3891365"/>
                </a:lnTo>
                <a:close/>
              </a:path>
              <a:path w="6730365" h="7059295">
                <a:moveTo>
                  <a:pt x="4774952" y="3891365"/>
                </a:moveTo>
                <a:lnTo>
                  <a:pt x="4756153" y="3865965"/>
                </a:lnTo>
                <a:lnTo>
                  <a:pt x="4788718" y="3840565"/>
                </a:lnTo>
                <a:lnTo>
                  <a:pt x="4807518" y="3878665"/>
                </a:lnTo>
                <a:lnTo>
                  <a:pt x="4774952" y="3891365"/>
                </a:lnTo>
                <a:close/>
              </a:path>
              <a:path w="6730365" h="7059295">
                <a:moveTo>
                  <a:pt x="5646997" y="3916765"/>
                </a:moveTo>
                <a:lnTo>
                  <a:pt x="5624080" y="3878665"/>
                </a:lnTo>
                <a:lnTo>
                  <a:pt x="5663765" y="3853265"/>
                </a:lnTo>
                <a:lnTo>
                  <a:pt x="5686681" y="3891365"/>
                </a:lnTo>
                <a:lnTo>
                  <a:pt x="5646997" y="3916765"/>
                </a:lnTo>
                <a:close/>
              </a:path>
              <a:path w="6730365" h="7059295">
                <a:moveTo>
                  <a:pt x="4441273" y="3916765"/>
                </a:moveTo>
                <a:lnTo>
                  <a:pt x="4424523" y="3878665"/>
                </a:lnTo>
                <a:lnTo>
                  <a:pt x="4453528" y="3865965"/>
                </a:lnTo>
                <a:lnTo>
                  <a:pt x="4470272" y="3891365"/>
                </a:lnTo>
                <a:lnTo>
                  <a:pt x="4441273" y="3916765"/>
                </a:lnTo>
                <a:close/>
              </a:path>
              <a:path w="6730365" h="7059295">
                <a:moveTo>
                  <a:pt x="6519142" y="3929465"/>
                </a:moveTo>
                <a:lnTo>
                  <a:pt x="6492406" y="3891365"/>
                </a:lnTo>
                <a:lnTo>
                  <a:pt x="6538712" y="3865965"/>
                </a:lnTo>
                <a:lnTo>
                  <a:pt x="6565448" y="3904065"/>
                </a:lnTo>
                <a:lnTo>
                  <a:pt x="6519142" y="3929465"/>
                </a:lnTo>
                <a:close/>
              </a:path>
              <a:path w="6730365" h="7059295">
                <a:moveTo>
                  <a:pt x="5312987" y="3929465"/>
                </a:moveTo>
                <a:lnTo>
                  <a:pt x="5291249" y="3891365"/>
                </a:lnTo>
                <a:lnTo>
                  <a:pt x="5328902" y="3878665"/>
                </a:lnTo>
                <a:lnTo>
                  <a:pt x="5350646" y="3916765"/>
                </a:lnTo>
                <a:lnTo>
                  <a:pt x="5312987" y="3929465"/>
                </a:lnTo>
                <a:close/>
              </a:path>
              <a:path w="6730365" h="7059295">
                <a:moveTo>
                  <a:pt x="6185132" y="3954865"/>
                </a:moveTo>
                <a:lnTo>
                  <a:pt x="6159574" y="3904065"/>
                </a:lnTo>
                <a:lnTo>
                  <a:pt x="6203849" y="3878665"/>
                </a:lnTo>
                <a:lnTo>
                  <a:pt x="6229407" y="3929465"/>
                </a:lnTo>
                <a:lnTo>
                  <a:pt x="6185132" y="3954865"/>
                </a:lnTo>
                <a:close/>
              </a:path>
              <a:path w="6730365" h="7059295">
                <a:moveTo>
                  <a:pt x="4107270" y="3929465"/>
                </a:moveTo>
                <a:lnTo>
                  <a:pt x="4091699" y="3904065"/>
                </a:lnTo>
                <a:lnTo>
                  <a:pt x="4118667" y="3891365"/>
                </a:lnTo>
                <a:lnTo>
                  <a:pt x="4134238" y="3916765"/>
                </a:lnTo>
                <a:lnTo>
                  <a:pt x="4107270" y="3929465"/>
                </a:lnTo>
                <a:close/>
              </a:path>
              <a:path w="6730365" h="7059295">
                <a:moveTo>
                  <a:pt x="4979095" y="3954865"/>
                </a:moveTo>
                <a:lnTo>
                  <a:pt x="4958821" y="3916765"/>
                </a:lnTo>
                <a:lnTo>
                  <a:pt x="4993933" y="3891365"/>
                </a:lnTo>
                <a:lnTo>
                  <a:pt x="5014208" y="3929465"/>
                </a:lnTo>
                <a:lnTo>
                  <a:pt x="4979095" y="3954865"/>
                </a:lnTo>
                <a:close/>
              </a:path>
              <a:path w="6730365" h="7059295">
                <a:moveTo>
                  <a:pt x="5851128" y="3967565"/>
                </a:moveTo>
                <a:lnTo>
                  <a:pt x="5826748" y="3929465"/>
                </a:lnTo>
                <a:lnTo>
                  <a:pt x="5868979" y="3904065"/>
                </a:lnTo>
                <a:lnTo>
                  <a:pt x="5893365" y="3942165"/>
                </a:lnTo>
                <a:lnTo>
                  <a:pt x="5851128" y="3967565"/>
                </a:lnTo>
                <a:close/>
              </a:path>
              <a:path w="6730365" h="7059295">
                <a:moveTo>
                  <a:pt x="4645304" y="3967565"/>
                </a:moveTo>
                <a:lnTo>
                  <a:pt x="4626794" y="3942165"/>
                </a:lnTo>
                <a:lnTo>
                  <a:pt x="4658856" y="3916765"/>
                </a:lnTo>
                <a:lnTo>
                  <a:pt x="4677360" y="3954865"/>
                </a:lnTo>
                <a:lnTo>
                  <a:pt x="4645304" y="3967565"/>
                </a:lnTo>
                <a:close/>
              </a:path>
              <a:path w="6730365" h="7059295">
                <a:moveTo>
                  <a:pt x="5517237" y="3992965"/>
                </a:moveTo>
                <a:lnTo>
                  <a:pt x="5494320" y="3954865"/>
                </a:lnTo>
                <a:lnTo>
                  <a:pt x="5534010" y="3929465"/>
                </a:lnTo>
                <a:lnTo>
                  <a:pt x="5556927" y="3967565"/>
                </a:lnTo>
                <a:lnTo>
                  <a:pt x="5517237" y="3992965"/>
                </a:lnTo>
                <a:close/>
              </a:path>
              <a:path w="6730365" h="7059295">
                <a:moveTo>
                  <a:pt x="6724031" y="3992965"/>
                </a:moveTo>
                <a:lnTo>
                  <a:pt x="6697887" y="3942165"/>
                </a:lnTo>
                <a:lnTo>
                  <a:pt x="6730211" y="3929465"/>
                </a:lnTo>
                <a:lnTo>
                  <a:pt x="6730211" y="3980265"/>
                </a:lnTo>
                <a:lnTo>
                  <a:pt x="6724031" y="3992965"/>
                </a:lnTo>
                <a:close/>
              </a:path>
              <a:path w="6730365" h="7059295">
                <a:moveTo>
                  <a:pt x="4311621" y="3980265"/>
                </a:moveTo>
                <a:lnTo>
                  <a:pt x="4295173" y="3954865"/>
                </a:lnTo>
                <a:lnTo>
                  <a:pt x="4323663" y="3942165"/>
                </a:lnTo>
                <a:lnTo>
                  <a:pt x="4340117" y="3967565"/>
                </a:lnTo>
                <a:lnTo>
                  <a:pt x="4311621" y="3980265"/>
                </a:lnTo>
                <a:close/>
              </a:path>
              <a:path w="6730365" h="7059295">
                <a:moveTo>
                  <a:pt x="6389274" y="4005665"/>
                </a:moveTo>
                <a:lnTo>
                  <a:pt x="6362248" y="3967565"/>
                </a:lnTo>
                <a:lnTo>
                  <a:pt x="6409063" y="3942165"/>
                </a:lnTo>
                <a:lnTo>
                  <a:pt x="6436090" y="3980265"/>
                </a:lnTo>
                <a:lnTo>
                  <a:pt x="6389274" y="4005665"/>
                </a:lnTo>
                <a:close/>
              </a:path>
              <a:path w="6730365" h="7059295">
                <a:moveTo>
                  <a:pt x="5183232" y="4005665"/>
                </a:moveTo>
                <a:lnTo>
                  <a:pt x="5161494" y="3967565"/>
                </a:lnTo>
                <a:lnTo>
                  <a:pt x="5199148" y="3954865"/>
                </a:lnTo>
                <a:lnTo>
                  <a:pt x="5220891" y="3992965"/>
                </a:lnTo>
                <a:lnTo>
                  <a:pt x="5183232" y="4005665"/>
                </a:lnTo>
                <a:close/>
              </a:path>
              <a:path w="6730365" h="7059295">
                <a:moveTo>
                  <a:pt x="6055271" y="4031065"/>
                </a:moveTo>
                <a:lnTo>
                  <a:pt x="6029417" y="3980265"/>
                </a:lnTo>
                <a:lnTo>
                  <a:pt x="6074195" y="3954865"/>
                </a:lnTo>
                <a:lnTo>
                  <a:pt x="6100049" y="4005665"/>
                </a:lnTo>
                <a:lnTo>
                  <a:pt x="6055271" y="4031065"/>
                </a:lnTo>
                <a:close/>
              </a:path>
              <a:path w="6730365" h="7059295">
                <a:moveTo>
                  <a:pt x="4849441" y="4031065"/>
                </a:moveTo>
                <a:lnTo>
                  <a:pt x="4829462" y="3992965"/>
                </a:lnTo>
                <a:lnTo>
                  <a:pt x="4864064" y="3967565"/>
                </a:lnTo>
                <a:lnTo>
                  <a:pt x="4884043" y="4005665"/>
                </a:lnTo>
                <a:lnTo>
                  <a:pt x="4849441" y="4031065"/>
                </a:lnTo>
                <a:close/>
              </a:path>
              <a:path w="6730365" h="7059295">
                <a:moveTo>
                  <a:pt x="5721373" y="4043765"/>
                </a:moveTo>
                <a:lnTo>
                  <a:pt x="5696993" y="4005665"/>
                </a:lnTo>
                <a:lnTo>
                  <a:pt x="5739225" y="3980265"/>
                </a:lnTo>
                <a:lnTo>
                  <a:pt x="5763604" y="4018365"/>
                </a:lnTo>
                <a:lnTo>
                  <a:pt x="5721373" y="4043765"/>
                </a:lnTo>
                <a:close/>
              </a:path>
              <a:path w="6730365" h="7059295">
                <a:moveTo>
                  <a:pt x="4515649" y="4043765"/>
                </a:moveTo>
                <a:lnTo>
                  <a:pt x="4497436" y="4018365"/>
                </a:lnTo>
                <a:lnTo>
                  <a:pt x="4528982" y="3992965"/>
                </a:lnTo>
                <a:lnTo>
                  <a:pt x="4547201" y="4031065"/>
                </a:lnTo>
                <a:lnTo>
                  <a:pt x="4515649" y="4043765"/>
                </a:lnTo>
                <a:close/>
              </a:path>
              <a:path w="6730365" h="7059295">
                <a:moveTo>
                  <a:pt x="6593524" y="4069165"/>
                </a:moveTo>
                <a:lnTo>
                  <a:pt x="6565318" y="4018365"/>
                </a:lnTo>
                <a:lnTo>
                  <a:pt x="6614165" y="3992965"/>
                </a:lnTo>
                <a:lnTo>
                  <a:pt x="6642371" y="4043765"/>
                </a:lnTo>
                <a:lnTo>
                  <a:pt x="6593524" y="4069165"/>
                </a:lnTo>
                <a:close/>
              </a:path>
              <a:path w="6730365" h="7059295">
                <a:moveTo>
                  <a:pt x="5387475" y="4069165"/>
                </a:moveTo>
                <a:lnTo>
                  <a:pt x="5364559" y="4031065"/>
                </a:lnTo>
                <a:lnTo>
                  <a:pt x="5404255" y="4005665"/>
                </a:lnTo>
                <a:lnTo>
                  <a:pt x="5427171" y="4043765"/>
                </a:lnTo>
                <a:lnTo>
                  <a:pt x="5387475" y="4069165"/>
                </a:lnTo>
                <a:close/>
              </a:path>
              <a:path w="6730365" h="7059295">
                <a:moveTo>
                  <a:pt x="6259407" y="4081865"/>
                </a:moveTo>
                <a:lnTo>
                  <a:pt x="6232084" y="4043765"/>
                </a:lnTo>
                <a:lnTo>
                  <a:pt x="6279410" y="4005665"/>
                </a:lnTo>
                <a:lnTo>
                  <a:pt x="6306733" y="4056465"/>
                </a:lnTo>
                <a:lnTo>
                  <a:pt x="6259407" y="4081865"/>
                </a:lnTo>
                <a:close/>
              </a:path>
              <a:path w="6730365" h="7059295">
                <a:moveTo>
                  <a:pt x="4181859" y="4056465"/>
                </a:moveTo>
                <a:lnTo>
                  <a:pt x="4165411" y="4031065"/>
                </a:lnTo>
                <a:lnTo>
                  <a:pt x="4193907" y="4018365"/>
                </a:lnTo>
                <a:lnTo>
                  <a:pt x="4210355" y="4043765"/>
                </a:lnTo>
                <a:lnTo>
                  <a:pt x="4181859" y="4056465"/>
                </a:lnTo>
                <a:close/>
              </a:path>
              <a:path w="6730365" h="7059295">
                <a:moveTo>
                  <a:pt x="5053584" y="4081865"/>
                </a:moveTo>
                <a:lnTo>
                  <a:pt x="5032136" y="4043765"/>
                </a:lnTo>
                <a:lnTo>
                  <a:pt x="5069280" y="4018365"/>
                </a:lnTo>
                <a:lnTo>
                  <a:pt x="5090727" y="4056465"/>
                </a:lnTo>
                <a:lnTo>
                  <a:pt x="5053584" y="4081865"/>
                </a:lnTo>
                <a:close/>
              </a:path>
              <a:path w="6730365" h="7059295">
                <a:moveTo>
                  <a:pt x="5925509" y="4107265"/>
                </a:moveTo>
                <a:lnTo>
                  <a:pt x="5899655" y="4056465"/>
                </a:lnTo>
                <a:lnTo>
                  <a:pt x="5944433" y="4031065"/>
                </a:lnTo>
                <a:lnTo>
                  <a:pt x="5970287" y="4081865"/>
                </a:lnTo>
                <a:lnTo>
                  <a:pt x="5925509" y="4107265"/>
                </a:lnTo>
                <a:close/>
              </a:path>
              <a:path w="6730365" h="7059295">
                <a:moveTo>
                  <a:pt x="4719792" y="4094565"/>
                </a:moveTo>
                <a:lnTo>
                  <a:pt x="4700110" y="4069165"/>
                </a:lnTo>
                <a:lnTo>
                  <a:pt x="4734197" y="4043765"/>
                </a:lnTo>
                <a:lnTo>
                  <a:pt x="4753885" y="4081865"/>
                </a:lnTo>
                <a:lnTo>
                  <a:pt x="4719792" y="4094565"/>
                </a:lnTo>
                <a:close/>
              </a:path>
              <a:path w="6730365" h="7059295">
                <a:moveTo>
                  <a:pt x="5591613" y="4119965"/>
                </a:moveTo>
                <a:lnTo>
                  <a:pt x="5567233" y="4081865"/>
                </a:lnTo>
                <a:lnTo>
                  <a:pt x="5609470" y="4056465"/>
                </a:lnTo>
                <a:lnTo>
                  <a:pt x="5633850" y="4094565"/>
                </a:lnTo>
                <a:lnTo>
                  <a:pt x="5591613" y="4119965"/>
                </a:lnTo>
                <a:close/>
              </a:path>
              <a:path w="6730365" h="7059295">
                <a:moveTo>
                  <a:pt x="4386003" y="4119965"/>
                </a:moveTo>
                <a:lnTo>
                  <a:pt x="4368080" y="4081865"/>
                </a:lnTo>
                <a:lnTo>
                  <a:pt x="4399123" y="4069165"/>
                </a:lnTo>
                <a:lnTo>
                  <a:pt x="4417040" y="4094565"/>
                </a:lnTo>
                <a:lnTo>
                  <a:pt x="4386003" y="4119965"/>
                </a:lnTo>
                <a:close/>
              </a:path>
              <a:path w="6730365" h="7059295">
                <a:moveTo>
                  <a:pt x="6463650" y="4145365"/>
                </a:moveTo>
                <a:lnTo>
                  <a:pt x="6435154" y="4094565"/>
                </a:lnTo>
                <a:lnTo>
                  <a:pt x="6484517" y="4069165"/>
                </a:lnTo>
                <a:lnTo>
                  <a:pt x="6513013" y="4107265"/>
                </a:lnTo>
                <a:lnTo>
                  <a:pt x="6463650" y="4145365"/>
                </a:lnTo>
                <a:close/>
              </a:path>
              <a:path w="6730365" h="7059295">
                <a:moveTo>
                  <a:pt x="5257715" y="4145365"/>
                </a:moveTo>
                <a:lnTo>
                  <a:pt x="5234798" y="4094565"/>
                </a:lnTo>
                <a:lnTo>
                  <a:pt x="5274494" y="4081865"/>
                </a:lnTo>
                <a:lnTo>
                  <a:pt x="5297411" y="4119965"/>
                </a:lnTo>
                <a:lnTo>
                  <a:pt x="5257715" y="4145365"/>
                </a:lnTo>
                <a:close/>
              </a:path>
              <a:path w="6730365" h="7059295">
                <a:moveTo>
                  <a:pt x="6129647" y="4158065"/>
                </a:moveTo>
                <a:lnTo>
                  <a:pt x="6102324" y="4107265"/>
                </a:lnTo>
                <a:lnTo>
                  <a:pt x="6149650" y="4081865"/>
                </a:lnTo>
                <a:lnTo>
                  <a:pt x="6176973" y="4132665"/>
                </a:lnTo>
                <a:lnTo>
                  <a:pt x="6129647" y="4158065"/>
                </a:lnTo>
                <a:close/>
              </a:path>
              <a:path w="6730365" h="7059295">
                <a:moveTo>
                  <a:pt x="4923823" y="4158065"/>
                </a:moveTo>
                <a:lnTo>
                  <a:pt x="4902375" y="4119965"/>
                </a:lnTo>
                <a:lnTo>
                  <a:pt x="4939524" y="4094565"/>
                </a:lnTo>
                <a:lnTo>
                  <a:pt x="4960972" y="4132665"/>
                </a:lnTo>
                <a:lnTo>
                  <a:pt x="4923823" y="4158065"/>
                </a:lnTo>
                <a:close/>
              </a:path>
              <a:path w="6730365" h="7059295">
                <a:moveTo>
                  <a:pt x="5795754" y="4183465"/>
                </a:moveTo>
                <a:lnTo>
                  <a:pt x="5769900" y="4132665"/>
                </a:lnTo>
                <a:lnTo>
                  <a:pt x="5814672" y="4107265"/>
                </a:lnTo>
                <a:lnTo>
                  <a:pt x="5840527" y="4158065"/>
                </a:lnTo>
                <a:lnTo>
                  <a:pt x="5795754" y="4183465"/>
                </a:lnTo>
                <a:close/>
              </a:path>
              <a:path w="6730365" h="7059295">
                <a:moveTo>
                  <a:pt x="4590137" y="4170765"/>
                </a:moveTo>
                <a:lnTo>
                  <a:pt x="4570745" y="4145365"/>
                </a:lnTo>
                <a:lnTo>
                  <a:pt x="4604335" y="4119965"/>
                </a:lnTo>
                <a:lnTo>
                  <a:pt x="4623721" y="4158065"/>
                </a:lnTo>
                <a:lnTo>
                  <a:pt x="4590137" y="4170765"/>
                </a:lnTo>
                <a:close/>
              </a:path>
              <a:path w="6730365" h="7059295">
                <a:moveTo>
                  <a:pt x="6667900" y="4196165"/>
                </a:moveTo>
                <a:lnTo>
                  <a:pt x="6638231" y="4145365"/>
                </a:lnTo>
                <a:lnTo>
                  <a:pt x="6689620" y="4119965"/>
                </a:lnTo>
                <a:lnTo>
                  <a:pt x="6719294" y="4170765"/>
                </a:lnTo>
                <a:lnTo>
                  <a:pt x="6667900" y="4196165"/>
                </a:lnTo>
                <a:close/>
              </a:path>
              <a:path w="6730365" h="7059295">
                <a:moveTo>
                  <a:pt x="5461851" y="4196165"/>
                </a:moveTo>
                <a:lnTo>
                  <a:pt x="5437472" y="4158065"/>
                </a:lnTo>
                <a:lnTo>
                  <a:pt x="5479709" y="4132665"/>
                </a:lnTo>
                <a:lnTo>
                  <a:pt x="5504088" y="4170765"/>
                </a:lnTo>
                <a:lnTo>
                  <a:pt x="5461851" y="4196165"/>
                </a:lnTo>
                <a:close/>
              </a:path>
              <a:path w="6730365" h="7059295">
                <a:moveTo>
                  <a:pt x="6333789" y="4221565"/>
                </a:moveTo>
                <a:lnTo>
                  <a:pt x="6304997" y="4170765"/>
                </a:lnTo>
                <a:lnTo>
                  <a:pt x="6354863" y="4132665"/>
                </a:lnTo>
                <a:lnTo>
                  <a:pt x="6383656" y="4183465"/>
                </a:lnTo>
                <a:lnTo>
                  <a:pt x="6333789" y="4221565"/>
                </a:lnTo>
                <a:close/>
              </a:path>
              <a:path w="6730365" h="7059295">
                <a:moveTo>
                  <a:pt x="4256353" y="4196165"/>
                </a:moveTo>
                <a:lnTo>
                  <a:pt x="4238721" y="4158065"/>
                </a:lnTo>
                <a:lnTo>
                  <a:pt x="4269254" y="4145365"/>
                </a:lnTo>
                <a:lnTo>
                  <a:pt x="4286881" y="4170765"/>
                </a:lnTo>
                <a:lnTo>
                  <a:pt x="4256353" y="4196165"/>
                </a:lnTo>
                <a:close/>
              </a:path>
              <a:path w="6730365" h="7059295">
                <a:moveTo>
                  <a:pt x="5128066" y="4208865"/>
                </a:moveTo>
                <a:lnTo>
                  <a:pt x="5105440" y="4170765"/>
                </a:lnTo>
                <a:lnTo>
                  <a:pt x="5144627" y="4158065"/>
                </a:lnTo>
                <a:lnTo>
                  <a:pt x="5167247" y="4196165"/>
                </a:lnTo>
                <a:lnTo>
                  <a:pt x="5128066" y="4208865"/>
                </a:lnTo>
                <a:close/>
              </a:path>
              <a:path w="6730365" h="7059295">
                <a:moveTo>
                  <a:pt x="5999785" y="4234265"/>
                </a:moveTo>
                <a:lnTo>
                  <a:pt x="5972171" y="4183465"/>
                </a:lnTo>
                <a:lnTo>
                  <a:pt x="6020000" y="4158065"/>
                </a:lnTo>
                <a:lnTo>
                  <a:pt x="6047619" y="4208865"/>
                </a:lnTo>
                <a:lnTo>
                  <a:pt x="5999785" y="4234265"/>
                </a:lnTo>
                <a:close/>
              </a:path>
              <a:path w="6730365" h="7059295">
                <a:moveTo>
                  <a:pt x="4794168" y="4234265"/>
                </a:moveTo>
                <a:lnTo>
                  <a:pt x="4773017" y="4196165"/>
                </a:lnTo>
                <a:lnTo>
                  <a:pt x="4809651" y="4170765"/>
                </a:lnTo>
                <a:lnTo>
                  <a:pt x="4830802" y="4208865"/>
                </a:lnTo>
                <a:lnTo>
                  <a:pt x="4794168" y="4234265"/>
                </a:lnTo>
                <a:close/>
              </a:path>
              <a:path w="6730365" h="7059295">
                <a:moveTo>
                  <a:pt x="5665994" y="4259665"/>
                </a:moveTo>
                <a:lnTo>
                  <a:pt x="5640140" y="4208865"/>
                </a:lnTo>
                <a:lnTo>
                  <a:pt x="5684918" y="4183465"/>
                </a:lnTo>
                <a:lnTo>
                  <a:pt x="5710772" y="4221565"/>
                </a:lnTo>
                <a:lnTo>
                  <a:pt x="5665994" y="4259665"/>
                </a:lnTo>
                <a:close/>
              </a:path>
              <a:path w="6730365" h="7059295">
                <a:moveTo>
                  <a:pt x="4460485" y="4246965"/>
                </a:moveTo>
                <a:lnTo>
                  <a:pt x="4441389" y="4221565"/>
                </a:lnTo>
                <a:lnTo>
                  <a:pt x="4474464" y="4196165"/>
                </a:lnTo>
                <a:lnTo>
                  <a:pt x="4493560" y="4234265"/>
                </a:lnTo>
                <a:lnTo>
                  <a:pt x="4460485" y="4246965"/>
                </a:lnTo>
                <a:close/>
              </a:path>
              <a:path w="6730365" h="7059295">
                <a:moveTo>
                  <a:pt x="6538032" y="4272365"/>
                </a:moveTo>
                <a:lnTo>
                  <a:pt x="6508062" y="4221565"/>
                </a:lnTo>
                <a:lnTo>
                  <a:pt x="6559971" y="4196165"/>
                </a:lnTo>
                <a:lnTo>
                  <a:pt x="6589936" y="4246965"/>
                </a:lnTo>
                <a:lnTo>
                  <a:pt x="6538032" y="4272365"/>
                </a:lnTo>
                <a:close/>
              </a:path>
              <a:path w="6730365" h="7059295">
                <a:moveTo>
                  <a:pt x="5332203" y="4272365"/>
                </a:moveTo>
                <a:lnTo>
                  <a:pt x="5308114" y="4234265"/>
                </a:lnTo>
                <a:lnTo>
                  <a:pt x="5349842" y="4208865"/>
                </a:lnTo>
                <a:lnTo>
                  <a:pt x="5373937" y="4246965"/>
                </a:lnTo>
                <a:lnTo>
                  <a:pt x="5332203" y="4272365"/>
                </a:lnTo>
                <a:close/>
              </a:path>
              <a:path w="6730365" h="7059295">
                <a:moveTo>
                  <a:pt x="6203916" y="4297765"/>
                </a:moveTo>
                <a:lnTo>
                  <a:pt x="6174834" y="4246965"/>
                </a:lnTo>
                <a:lnTo>
                  <a:pt x="6225215" y="4208865"/>
                </a:lnTo>
                <a:lnTo>
                  <a:pt x="6254297" y="4259665"/>
                </a:lnTo>
                <a:lnTo>
                  <a:pt x="6203916" y="4297765"/>
                </a:lnTo>
                <a:close/>
              </a:path>
              <a:path w="6730365" h="7059295">
                <a:moveTo>
                  <a:pt x="4998411" y="4285065"/>
                </a:moveTo>
                <a:lnTo>
                  <a:pt x="4976087" y="4246965"/>
                </a:lnTo>
                <a:lnTo>
                  <a:pt x="5014759" y="4221565"/>
                </a:lnTo>
                <a:lnTo>
                  <a:pt x="5037083" y="4272365"/>
                </a:lnTo>
                <a:lnTo>
                  <a:pt x="4998411" y="4285065"/>
                </a:lnTo>
                <a:close/>
              </a:path>
              <a:path w="6730365" h="7059295">
                <a:moveTo>
                  <a:pt x="5870024" y="4310465"/>
                </a:moveTo>
                <a:lnTo>
                  <a:pt x="5842410" y="4259665"/>
                </a:lnTo>
                <a:lnTo>
                  <a:pt x="5890239" y="4234265"/>
                </a:lnTo>
                <a:lnTo>
                  <a:pt x="5917858" y="4285065"/>
                </a:lnTo>
                <a:lnTo>
                  <a:pt x="5870024" y="4310465"/>
                </a:lnTo>
                <a:close/>
              </a:path>
              <a:path w="6730365" h="7059295">
                <a:moveTo>
                  <a:pt x="4664513" y="4310465"/>
                </a:moveTo>
                <a:lnTo>
                  <a:pt x="4643653" y="4272365"/>
                </a:lnTo>
                <a:lnTo>
                  <a:pt x="4679789" y="4246965"/>
                </a:lnTo>
                <a:lnTo>
                  <a:pt x="4700650" y="4285065"/>
                </a:lnTo>
                <a:lnTo>
                  <a:pt x="4664513" y="4310465"/>
                </a:lnTo>
                <a:close/>
              </a:path>
              <a:path w="6730365" h="7059295">
                <a:moveTo>
                  <a:pt x="5536233" y="4323165"/>
                </a:moveTo>
                <a:lnTo>
                  <a:pt x="5510379" y="4285065"/>
                </a:lnTo>
                <a:lnTo>
                  <a:pt x="5555163" y="4259665"/>
                </a:lnTo>
                <a:lnTo>
                  <a:pt x="5581018" y="4297765"/>
                </a:lnTo>
                <a:lnTo>
                  <a:pt x="5536233" y="4323165"/>
                </a:lnTo>
                <a:close/>
              </a:path>
              <a:path w="6730365" h="7059295">
                <a:moveTo>
                  <a:pt x="4330836" y="4323165"/>
                </a:moveTo>
                <a:lnTo>
                  <a:pt x="4312036" y="4297765"/>
                </a:lnTo>
                <a:lnTo>
                  <a:pt x="4344601" y="4272365"/>
                </a:lnTo>
                <a:lnTo>
                  <a:pt x="4363401" y="4310465"/>
                </a:lnTo>
                <a:lnTo>
                  <a:pt x="4330836" y="4323165"/>
                </a:lnTo>
                <a:close/>
              </a:path>
              <a:path w="6730365" h="7059295">
                <a:moveTo>
                  <a:pt x="6408171" y="4348565"/>
                </a:moveTo>
                <a:lnTo>
                  <a:pt x="6377910" y="4297765"/>
                </a:lnTo>
                <a:lnTo>
                  <a:pt x="6430323" y="4272365"/>
                </a:lnTo>
                <a:lnTo>
                  <a:pt x="6460584" y="4323165"/>
                </a:lnTo>
                <a:lnTo>
                  <a:pt x="6408171" y="4348565"/>
                </a:lnTo>
                <a:close/>
              </a:path>
              <a:path w="6730365" h="7059295">
                <a:moveTo>
                  <a:pt x="6730211" y="4297765"/>
                </a:moveTo>
                <a:lnTo>
                  <a:pt x="6717559" y="4272365"/>
                </a:lnTo>
                <a:lnTo>
                  <a:pt x="6730211" y="4272365"/>
                </a:lnTo>
                <a:lnTo>
                  <a:pt x="6730211" y="4297765"/>
                </a:lnTo>
                <a:close/>
              </a:path>
              <a:path w="6730365" h="7059295">
                <a:moveTo>
                  <a:pt x="5202448" y="4348565"/>
                </a:moveTo>
                <a:lnTo>
                  <a:pt x="5178353" y="4310465"/>
                </a:lnTo>
                <a:lnTo>
                  <a:pt x="5220081" y="4285065"/>
                </a:lnTo>
                <a:lnTo>
                  <a:pt x="5244176" y="4323165"/>
                </a:lnTo>
                <a:lnTo>
                  <a:pt x="5202448" y="4348565"/>
                </a:lnTo>
                <a:close/>
              </a:path>
              <a:path w="6730365" h="7059295">
                <a:moveTo>
                  <a:pt x="6074161" y="4361265"/>
                </a:moveTo>
                <a:lnTo>
                  <a:pt x="6045079" y="4323165"/>
                </a:lnTo>
                <a:lnTo>
                  <a:pt x="6095454" y="4285065"/>
                </a:lnTo>
                <a:lnTo>
                  <a:pt x="6124543" y="4335865"/>
                </a:lnTo>
                <a:lnTo>
                  <a:pt x="6074161" y="4361265"/>
                </a:lnTo>
                <a:close/>
              </a:path>
              <a:path w="6730365" h="7059295">
                <a:moveTo>
                  <a:pt x="4868651" y="4361265"/>
                </a:moveTo>
                <a:lnTo>
                  <a:pt x="4846326" y="4323165"/>
                </a:lnTo>
                <a:lnTo>
                  <a:pt x="4885004" y="4297765"/>
                </a:lnTo>
                <a:lnTo>
                  <a:pt x="4907328" y="4335865"/>
                </a:lnTo>
                <a:lnTo>
                  <a:pt x="4868651" y="4361265"/>
                </a:lnTo>
                <a:close/>
              </a:path>
              <a:path w="6730365" h="7059295">
                <a:moveTo>
                  <a:pt x="5740263" y="4386665"/>
                </a:moveTo>
                <a:lnTo>
                  <a:pt x="5712650" y="4335865"/>
                </a:lnTo>
                <a:lnTo>
                  <a:pt x="5760485" y="4310465"/>
                </a:lnTo>
                <a:lnTo>
                  <a:pt x="5788098" y="4361265"/>
                </a:lnTo>
                <a:lnTo>
                  <a:pt x="5740263" y="4386665"/>
                </a:lnTo>
                <a:close/>
              </a:path>
              <a:path w="6730365" h="7059295">
                <a:moveTo>
                  <a:pt x="4534867" y="4386665"/>
                </a:moveTo>
                <a:lnTo>
                  <a:pt x="4514303" y="4348565"/>
                </a:lnTo>
                <a:lnTo>
                  <a:pt x="4549924" y="4323165"/>
                </a:lnTo>
                <a:lnTo>
                  <a:pt x="4570488" y="4361265"/>
                </a:lnTo>
                <a:lnTo>
                  <a:pt x="4534867" y="4386665"/>
                </a:lnTo>
                <a:close/>
              </a:path>
              <a:path w="6730365" h="7059295">
                <a:moveTo>
                  <a:pt x="6612414" y="4399365"/>
                </a:moveTo>
                <a:lnTo>
                  <a:pt x="6580974" y="4348565"/>
                </a:lnTo>
                <a:lnTo>
                  <a:pt x="6635425" y="4323165"/>
                </a:lnTo>
                <a:lnTo>
                  <a:pt x="6666865" y="4373965"/>
                </a:lnTo>
                <a:lnTo>
                  <a:pt x="6612414" y="4399365"/>
                </a:lnTo>
                <a:close/>
              </a:path>
              <a:path w="6730365" h="7059295">
                <a:moveTo>
                  <a:pt x="5406585" y="4399365"/>
                </a:moveTo>
                <a:lnTo>
                  <a:pt x="5381026" y="4361265"/>
                </a:lnTo>
                <a:lnTo>
                  <a:pt x="5425296" y="4335865"/>
                </a:lnTo>
                <a:lnTo>
                  <a:pt x="5450860" y="4373965"/>
                </a:lnTo>
                <a:lnTo>
                  <a:pt x="5406585" y="4399365"/>
                </a:lnTo>
                <a:close/>
              </a:path>
              <a:path w="6730365" h="7059295">
                <a:moveTo>
                  <a:pt x="6278410" y="4424765"/>
                </a:moveTo>
                <a:lnTo>
                  <a:pt x="6248149" y="4373965"/>
                </a:lnTo>
                <a:lnTo>
                  <a:pt x="6300563" y="4335865"/>
                </a:lnTo>
                <a:lnTo>
                  <a:pt x="6330824" y="4399365"/>
                </a:lnTo>
                <a:lnTo>
                  <a:pt x="6278410" y="4424765"/>
                </a:lnTo>
                <a:close/>
              </a:path>
              <a:path w="6730365" h="7059295">
                <a:moveTo>
                  <a:pt x="5072793" y="4424765"/>
                </a:moveTo>
                <a:lnTo>
                  <a:pt x="5049000" y="4373965"/>
                </a:lnTo>
                <a:lnTo>
                  <a:pt x="5090213" y="4361265"/>
                </a:lnTo>
                <a:lnTo>
                  <a:pt x="5114012" y="4399365"/>
                </a:lnTo>
                <a:lnTo>
                  <a:pt x="5072793" y="4424765"/>
                </a:lnTo>
                <a:close/>
              </a:path>
              <a:path w="6730365" h="7059295">
                <a:moveTo>
                  <a:pt x="5944405" y="4437465"/>
                </a:moveTo>
                <a:lnTo>
                  <a:pt x="5915317" y="4386665"/>
                </a:lnTo>
                <a:lnTo>
                  <a:pt x="5965692" y="4361265"/>
                </a:lnTo>
                <a:lnTo>
                  <a:pt x="5994781" y="4412065"/>
                </a:lnTo>
                <a:lnTo>
                  <a:pt x="5944405" y="4437465"/>
                </a:lnTo>
                <a:close/>
              </a:path>
              <a:path w="6730365" h="7059295">
                <a:moveTo>
                  <a:pt x="4739002" y="4437465"/>
                </a:moveTo>
                <a:lnTo>
                  <a:pt x="4716968" y="4399365"/>
                </a:lnTo>
                <a:lnTo>
                  <a:pt x="4755136" y="4373965"/>
                </a:lnTo>
                <a:lnTo>
                  <a:pt x="4777170" y="4412065"/>
                </a:lnTo>
                <a:lnTo>
                  <a:pt x="4739002" y="4437465"/>
                </a:lnTo>
                <a:close/>
              </a:path>
              <a:path w="6730365" h="7059295">
                <a:moveTo>
                  <a:pt x="5610615" y="4462865"/>
                </a:moveTo>
                <a:lnTo>
                  <a:pt x="5583292" y="4412065"/>
                </a:lnTo>
                <a:lnTo>
                  <a:pt x="5630617" y="4386665"/>
                </a:lnTo>
                <a:lnTo>
                  <a:pt x="5657940" y="4437465"/>
                </a:lnTo>
                <a:lnTo>
                  <a:pt x="5610615" y="4462865"/>
                </a:lnTo>
                <a:close/>
              </a:path>
              <a:path w="6730365" h="7059295">
                <a:moveTo>
                  <a:pt x="4405324" y="4450165"/>
                </a:moveTo>
                <a:lnTo>
                  <a:pt x="4385345" y="4424765"/>
                </a:lnTo>
                <a:lnTo>
                  <a:pt x="4419942" y="4399365"/>
                </a:lnTo>
                <a:lnTo>
                  <a:pt x="4439921" y="4437465"/>
                </a:lnTo>
                <a:lnTo>
                  <a:pt x="4405324" y="4450165"/>
                </a:lnTo>
                <a:close/>
              </a:path>
              <a:path w="6730365" h="7059295">
                <a:moveTo>
                  <a:pt x="6482547" y="4475565"/>
                </a:moveTo>
                <a:lnTo>
                  <a:pt x="6450817" y="4424765"/>
                </a:lnTo>
                <a:lnTo>
                  <a:pt x="6505777" y="4399365"/>
                </a:lnTo>
                <a:lnTo>
                  <a:pt x="6537507" y="4450165"/>
                </a:lnTo>
                <a:lnTo>
                  <a:pt x="6482547" y="4475565"/>
                </a:lnTo>
                <a:close/>
              </a:path>
              <a:path w="6730365" h="7059295">
                <a:moveTo>
                  <a:pt x="5276936" y="4475565"/>
                </a:moveTo>
                <a:lnTo>
                  <a:pt x="5251668" y="4437465"/>
                </a:lnTo>
                <a:lnTo>
                  <a:pt x="5295428" y="4412065"/>
                </a:lnTo>
                <a:lnTo>
                  <a:pt x="5320696" y="4450165"/>
                </a:lnTo>
                <a:lnTo>
                  <a:pt x="5276936" y="4475565"/>
                </a:lnTo>
                <a:close/>
              </a:path>
              <a:path w="6730365" h="7059295">
                <a:moveTo>
                  <a:pt x="6148543" y="4500965"/>
                </a:moveTo>
                <a:lnTo>
                  <a:pt x="6117991" y="4450165"/>
                </a:lnTo>
                <a:lnTo>
                  <a:pt x="6170908" y="4412065"/>
                </a:lnTo>
                <a:lnTo>
                  <a:pt x="6201465" y="4462865"/>
                </a:lnTo>
                <a:lnTo>
                  <a:pt x="6148543" y="4500965"/>
                </a:lnTo>
                <a:close/>
              </a:path>
              <a:path w="6730365" h="7059295">
                <a:moveTo>
                  <a:pt x="4943145" y="4500965"/>
                </a:moveTo>
                <a:lnTo>
                  <a:pt x="4919636" y="4450165"/>
                </a:lnTo>
                <a:lnTo>
                  <a:pt x="4960345" y="4424765"/>
                </a:lnTo>
                <a:lnTo>
                  <a:pt x="4983854" y="4475565"/>
                </a:lnTo>
                <a:lnTo>
                  <a:pt x="4943145" y="4500965"/>
                </a:lnTo>
                <a:close/>
              </a:path>
              <a:path w="6730365" h="7059295">
                <a:moveTo>
                  <a:pt x="5814645" y="4513665"/>
                </a:moveTo>
                <a:lnTo>
                  <a:pt x="5785557" y="4462865"/>
                </a:lnTo>
                <a:lnTo>
                  <a:pt x="5835932" y="4437465"/>
                </a:lnTo>
                <a:lnTo>
                  <a:pt x="5865021" y="4488265"/>
                </a:lnTo>
                <a:lnTo>
                  <a:pt x="5814645" y="4513665"/>
                </a:lnTo>
                <a:close/>
              </a:path>
              <a:path w="6730365" h="7059295">
                <a:moveTo>
                  <a:pt x="4609356" y="4513665"/>
                </a:moveTo>
                <a:lnTo>
                  <a:pt x="4587612" y="4475565"/>
                </a:lnTo>
                <a:lnTo>
                  <a:pt x="4625271" y="4450165"/>
                </a:lnTo>
                <a:lnTo>
                  <a:pt x="4647009" y="4488265"/>
                </a:lnTo>
                <a:lnTo>
                  <a:pt x="4609356" y="4513665"/>
                </a:lnTo>
                <a:close/>
              </a:path>
              <a:path w="6730365" h="7059295">
                <a:moveTo>
                  <a:pt x="6686789" y="4539065"/>
                </a:moveTo>
                <a:lnTo>
                  <a:pt x="6653888" y="4475565"/>
                </a:lnTo>
                <a:lnTo>
                  <a:pt x="6710879" y="4450165"/>
                </a:lnTo>
                <a:lnTo>
                  <a:pt x="6730211" y="4475565"/>
                </a:lnTo>
                <a:lnTo>
                  <a:pt x="6730211" y="4513665"/>
                </a:lnTo>
                <a:lnTo>
                  <a:pt x="6686789" y="4539065"/>
                </a:lnTo>
                <a:close/>
              </a:path>
              <a:path w="6730365" h="7059295">
                <a:moveTo>
                  <a:pt x="5480854" y="4539065"/>
                </a:moveTo>
                <a:lnTo>
                  <a:pt x="5453531" y="4488265"/>
                </a:lnTo>
                <a:lnTo>
                  <a:pt x="5500856" y="4462865"/>
                </a:lnTo>
                <a:lnTo>
                  <a:pt x="5528179" y="4513665"/>
                </a:lnTo>
                <a:lnTo>
                  <a:pt x="5480854" y="4539065"/>
                </a:lnTo>
                <a:close/>
              </a:path>
              <a:path w="6730365" h="7059295">
                <a:moveTo>
                  <a:pt x="6352786" y="4551765"/>
                </a:moveTo>
                <a:lnTo>
                  <a:pt x="6321056" y="4500965"/>
                </a:lnTo>
                <a:lnTo>
                  <a:pt x="6376016" y="4462865"/>
                </a:lnTo>
                <a:lnTo>
                  <a:pt x="6407746" y="4526365"/>
                </a:lnTo>
                <a:lnTo>
                  <a:pt x="6352786" y="4551765"/>
                </a:lnTo>
                <a:close/>
              </a:path>
              <a:path w="6730365" h="7059295">
                <a:moveTo>
                  <a:pt x="5147175" y="4551765"/>
                </a:moveTo>
                <a:lnTo>
                  <a:pt x="5121907" y="4513665"/>
                </a:lnTo>
                <a:lnTo>
                  <a:pt x="5165667" y="4488265"/>
                </a:lnTo>
                <a:lnTo>
                  <a:pt x="5190934" y="4526365"/>
                </a:lnTo>
                <a:lnTo>
                  <a:pt x="5147175" y="4551765"/>
                </a:lnTo>
                <a:close/>
              </a:path>
              <a:path w="6730365" h="7059295">
                <a:moveTo>
                  <a:pt x="6018781" y="4577165"/>
                </a:moveTo>
                <a:lnTo>
                  <a:pt x="5988230" y="4526365"/>
                </a:lnTo>
                <a:lnTo>
                  <a:pt x="6041152" y="4488265"/>
                </a:lnTo>
                <a:lnTo>
                  <a:pt x="6071704" y="4539065"/>
                </a:lnTo>
                <a:lnTo>
                  <a:pt x="6018781" y="4577165"/>
                </a:lnTo>
                <a:close/>
              </a:path>
              <a:path w="6730365" h="7059295">
                <a:moveTo>
                  <a:pt x="4813490" y="4564465"/>
                </a:moveTo>
                <a:lnTo>
                  <a:pt x="4790284" y="4526365"/>
                </a:lnTo>
                <a:lnTo>
                  <a:pt x="4830483" y="4500965"/>
                </a:lnTo>
                <a:lnTo>
                  <a:pt x="4853690" y="4551765"/>
                </a:lnTo>
                <a:lnTo>
                  <a:pt x="4813490" y="4564465"/>
                </a:lnTo>
                <a:close/>
              </a:path>
              <a:path w="6730365" h="7059295">
                <a:moveTo>
                  <a:pt x="5684883" y="4589865"/>
                </a:moveTo>
                <a:lnTo>
                  <a:pt x="5655796" y="4539065"/>
                </a:lnTo>
                <a:lnTo>
                  <a:pt x="5706177" y="4513665"/>
                </a:lnTo>
                <a:lnTo>
                  <a:pt x="5735259" y="4564465"/>
                </a:lnTo>
                <a:lnTo>
                  <a:pt x="5684883" y="4589865"/>
                </a:lnTo>
                <a:close/>
              </a:path>
              <a:path w="6730365" h="7059295">
                <a:moveTo>
                  <a:pt x="4479706" y="4589865"/>
                </a:moveTo>
                <a:lnTo>
                  <a:pt x="4458259" y="4551765"/>
                </a:lnTo>
                <a:lnTo>
                  <a:pt x="4495408" y="4526365"/>
                </a:lnTo>
                <a:lnTo>
                  <a:pt x="4516855" y="4564465"/>
                </a:lnTo>
                <a:lnTo>
                  <a:pt x="4479706" y="4589865"/>
                </a:lnTo>
                <a:close/>
              </a:path>
              <a:path w="6730365" h="7059295">
                <a:moveTo>
                  <a:pt x="6556929" y="4615265"/>
                </a:moveTo>
                <a:lnTo>
                  <a:pt x="6523730" y="4551765"/>
                </a:lnTo>
                <a:lnTo>
                  <a:pt x="6581231" y="4526365"/>
                </a:lnTo>
                <a:lnTo>
                  <a:pt x="6614430" y="4577165"/>
                </a:lnTo>
                <a:lnTo>
                  <a:pt x="6556929" y="4615265"/>
                </a:lnTo>
                <a:close/>
              </a:path>
              <a:path w="6730365" h="7059295">
                <a:moveTo>
                  <a:pt x="5351205" y="4615265"/>
                </a:moveTo>
                <a:lnTo>
                  <a:pt x="5324178" y="4564465"/>
                </a:lnTo>
                <a:lnTo>
                  <a:pt x="5370994" y="4539065"/>
                </a:lnTo>
                <a:lnTo>
                  <a:pt x="5398021" y="4577165"/>
                </a:lnTo>
                <a:lnTo>
                  <a:pt x="5351205" y="4615265"/>
                </a:lnTo>
                <a:close/>
              </a:path>
              <a:path w="6730365" h="7059295">
                <a:moveTo>
                  <a:pt x="6222924" y="4627965"/>
                </a:moveTo>
                <a:lnTo>
                  <a:pt x="6190898" y="4577165"/>
                </a:lnTo>
                <a:lnTo>
                  <a:pt x="6246368" y="4539065"/>
                </a:lnTo>
                <a:lnTo>
                  <a:pt x="6278388" y="4602565"/>
                </a:lnTo>
                <a:lnTo>
                  <a:pt x="6222924" y="4627965"/>
                </a:lnTo>
                <a:close/>
              </a:path>
              <a:path w="6730365" h="7059295">
                <a:moveTo>
                  <a:pt x="5017521" y="4627965"/>
                </a:moveTo>
                <a:lnTo>
                  <a:pt x="4992549" y="4589865"/>
                </a:lnTo>
                <a:lnTo>
                  <a:pt x="5035805" y="4564465"/>
                </a:lnTo>
                <a:lnTo>
                  <a:pt x="5060777" y="4602565"/>
                </a:lnTo>
                <a:lnTo>
                  <a:pt x="5017521" y="4627965"/>
                </a:lnTo>
                <a:close/>
              </a:path>
              <a:path w="6730365" h="7059295">
                <a:moveTo>
                  <a:pt x="5889021" y="4653365"/>
                </a:moveTo>
                <a:lnTo>
                  <a:pt x="5858470" y="4602565"/>
                </a:lnTo>
                <a:lnTo>
                  <a:pt x="5911392" y="4564465"/>
                </a:lnTo>
                <a:lnTo>
                  <a:pt x="5941944" y="4615265"/>
                </a:lnTo>
                <a:lnTo>
                  <a:pt x="5889021" y="4653365"/>
                </a:lnTo>
                <a:close/>
              </a:path>
              <a:path w="6730365" h="7059295">
                <a:moveTo>
                  <a:pt x="4683838" y="4640665"/>
                </a:moveTo>
                <a:lnTo>
                  <a:pt x="4660928" y="4602565"/>
                </a:lnTo>
                <a:lnTo>
                  <a:pt x="4700618" y="4577165"/>
                </a:lnTo>
                <a:lnTo>
                  <a:pt x="4723528" y="4615265"/>
                </a:lnTo>
                <a:lnTo>
                  <a:pt x="4683838" y="4640665"/>
                </a:lnTo>
                <a:close/>
              </a:path>
              <a:path w="6730365" h="7059295">
                <a:moveTo>
                  <a:pt x="5555236" y="4666065"/>
                </a:moveTo>
                <a:lnTo>
                  <a:pt x="5526443" y="4615265"/>
                </a:lnTo>
                <a:lnTo>
                  <a:pt x="5576310" y="4589865"/>
                </a:lnTo>
                <a:lnTo>
                  <a:pt x="5605102" y="4640665"/>
                </a:lnTo>
                <a:lnTo>
                  <a:pt x="5555236" y="4666065"/>
                </a:lnTo>
                <a:close/>
              </a:path>
              <a:path w="6730365" h="7059295">
                <a:moveTo>
                  <a:pt x="6427168" y="4691465"/>
                </a:moveTo>
                <a:lnTo>
                  <a:pt x="6393969" y="4627965"/>
                </a:lnTo>
                <a:lnTo>
                  <a:pt x="6451471" y="4602565"/>
                </a:lnTo>
                <a:lnTo>
                  <a:pt x="6484669" y="4653365"/>
                </a:lnTo>
                <a:lnTo>
                  <a:pt x="6427168" y="4691465"/>
                </a:lnTo>
                <a:close/>
              </a:path>
              <a:path w="6730365" h="7059295">
                <a:moveTo>
                  <a:pt x="5221551" y="4678765"/>
                </a:moveTo>
                <a:lnTo>
                  <a:pt x="5194815" y="4640665"/>
                </a:lnTo>
                <a:lnTo>
                  <a:pt x="5241121" y="4615265"/>
                </a:lnTo>
                <a:lnTo>
                  <a:pt x="5267857" y="4653365"/>
                </a:lnTo>
                <a:lnTo>
                  <a:pt x="5221551" y="4678765"/>
                </a:lnTo>
                <a:close/>
              </a:path>
              <a:path w="6730365" h="7059295">
                <a:moveTo>
                  <a:pt x="6093163" y="4704165"/>
                </a:moveTo>
                <a:lnTo>
                  <a:pt x="6061137" y="4653365"/>
                </a:lnTo>
                <a:lnTo>
                  <a:pt x="6116607" y="4615265"/>
                </a:lnTo>
                <a:lnTo>
                  <a:pt x="6148626" y="4678765"/>
                </a:lnTo>
                <a:lnTo>
                  <a:pt x="6093163" y="4704165"/>
                </a:lnTo>
                <a:close/>
              </a:path>
              <a:path w="6730365" h="7059295">
                <a:moveTo>
                  <a:pt x="4887872" y="4704165"/>
                </a:moveTo>
                <a:lnTo>
                  <a:pt x="4863196" y="4653365"/>
                </a:lnTo>
                <a:lnTo>
                  <a:pt x="4905937" y="4627965"/>
                </a:lnTo>
                <a:lnTo>
                  <a:pt x="4930618" y="4678765"/>
                </a:lnTo>
                <a:lnTo>
                  <a:pt x="4887872" y="4704165"/>
                </a:lnTo>
                <a:close/>
              </a:path>
              <a:path w="6730365" h="7059295">
                <a:moveTo>
                  <a:pt x="5759266" y="4729565"/>
                </a:moveTo>
                <a:lnTo>
                  <a:pt x="5728709" y="4666065"/>
                </a:lnTo>
                <a:lnTo>
                  <a:pt x="5781637" y="4640665"/>
                </a:lnTo>
                <a:lnTo>
                  <a:pt x="5812189" y="4691465"/>
                </a:lnTo>
                <a:lnTo>
                  <a:pt x="5759266" y="4729565"/>
                </a:lnTo>
                <a:close/>
              </a:path>
              <a:path w="6730365" h="7059295">
                <a:moveTo>
                  <a:pt x="4554188" y="4716865"/>
                </a:moveTo>
                <a:lnTo>
                  <a:pt x="4531562" y="4678765"/>
                </a:lnTo>
                <a:lnTo>
                  <a:pt x="4570749" y="4653365"/>
                </a:lnTo>
                <a:lnTo>
                  <a:pt x="4593375" y="4691465"/>
                </a:lnTo>
                <a:lnTo>
                  <a:pt x="4554188" y="4716865"/>
                </a:lnTo>
                <a:close/>
              </a:path>
              <a:path w="6730365" h="7059295">
                <a:moveTo>
                  <a:pt x="6631305" y="4742265"/>
                </a:moveTo>
                <a:lnTo>
                  <a:pt x="6596637" y="4678765"/>
                </a:lnTo>
                <a:lnTo>
                  <a:pt x="6656685" y="4653365"/>
                </a:lnTo>
                <a:lnTo>
                  <a:pt x="6691353" y="4704165"/>
                </a:lnTo>
                <a:lnTo>
                  <a:pt x="6631305" y="4742265"/>
                </a:lnTo>
                <a:close/>
              </a:path>
              <a:path w="6730365" h="7059295">
                <a:moveTo>
                  <a:pt x="5425581" y="4742265"/>
                </a:moveTo>
                <a:lnTo>
                  <a:pt x="5397085" y="4691465"/>
                </a:lnTo>
                <a:lnTo>
                  <a:pt x="5446448" y="4666065"/>
                </a:lnTo>
                <a:lnTo>
                  <a:pt x="5474944" y="4716865"/>
                </a:lnTo>
                <a:lnTo>
                  <a:pt x="5425581" y="4742265"/>
                </a:lnTo>
                <a:close/>
              </a:path>
              <a:path w="6730365" h="7059295">
                <a:moveTo>
                  <a:pt x="6297307" y="4767665"/>
                </a:moveTo>
                <a:lnTo>
                  <a:pt x="6263811" y="4704165"/>
                </a:lnTo>
                <a:lnTo>
                  <a:pt x="6321822" y="4666065"/>
                </a:lnTo>
                <a:lnTo>
                  <a:pt x="6355311" y="4729565"/>
                </a:lnTo>
                <a:lnTo>
                  <a:pt x="6297307" y="4767665"/>
                </a:lnTo>
                <a:close/>
              </a:path>
              <a:path w="6730365" h="7059295">
                <a:moveTo>
                  <a:pt x="5091903" y="4754965"/>
                </a:moveTo>
                <a:lnTo>
                  <a:pt x="5065462" y="4716865"/>
                </a:lnTo>
                <a:lnTo>
                  <a:pt x="5111260" y="4691465"/>
                </a:lnTo>
                <a:lnTo>
                  <a:pt x="5137700" y="4729565"/>
                </a:lnTo>
                <a:lnTo>
                  <a:pt x="5091903" y="4754965"/>
                </a:lnTo>
                <a:close/>
              </a:path>
              <a:path w="6730365" h="7059295">
                <a:moveTo>
                  <a:pt x="5963403" y="4780365"/>
                </a:moveTo>
                <a:lnTo>
                  <a:pt x="5931383" y="4729565"/>
                </a:lnTo>
                <a:lnTo>
                  <a:pt x="5986847" y="4691465"/>
                </a:lnTo>
                <a:lnTo>
                  <a:pt x="6018866" y="4754965"/>
                </a:lnTo>
                <a:lnTo>
                  <a:pt x="5963403" y="4780365"/>
                </a:lnTo>
                <a:close/>
              </a:path>
              <a:path w="6730365" h="7059295">
                <a:moveTo>
                  <a:pt x="4758332" y="4780365"/>
                </a:moveTo>
                <a:lnTo>
                  <a:pt x="4734237" y="4729565"/>
                </a:lnTo>
                <a:lnTo>
                  <a:pt x="4775965" y="4704165"/>
                </a:lnTo>
                <a:lnTo>
                  <a:pt x="4800060" y="4754965"/>
                </a:lnTo>
                <a:lnTo>
                  <a:pt x="4758332" y="4780365"/>
                </a:lnTo>
                <a:close/>
              </a:path>
              <a:path w="6730365" h="7059295">
                <a:moveTo>
                  <a:pt x="5629617" y="4793065"/>
                </a:moveTo>
                <a:lnTo>
                  <a:pt x="5599357" y="4742265"/>
                </a:lnTo>
                <a:lnTo>
                  <a:pt x="5651770" y="4716865"/>
                </a:lnTo>
                <a:lnTo>
                  <a:pt x="5682031" y="4767665"/>
                </a:lnTo>
                <a:lnTo>
                  <a:pt x="5629617" y="4793065"/>
                </a:lnTo>
                <a:close/>
              </a:path>
              <a:path w="6730365" h="7059295">
                <a:moveTo>
                  <a:pt x="6501437" y="4818465"/>
                </a:moveTo>
                <a:lnTo>
                  <a:pt x="6466473" y="4754965"/>
                </a:lnTo>
                <a:lnTo>
                  <a:pt x="6527036" y="4729565"/>
                </a:lnTo>
                <a:lnTo>
                  <a:pt x="6561994" y="4780365"/>
                </a:lnTo>
                <a:lnTo>
                  <a:pt x="6501437" y="4818465"/>
                </a:lnTo>
                <a:close/>
              </a:path>
              <a:path w="6730365" h="7059295">
                <a:moveTo>
                  <a:pt x="5295933" y="4818465"/>
                </a:moveTo>
                <a:lnTo>
                  <a:pt x="5267727" y="4767665"/>
                </a:lnTo>
                <a:lnTo>
                  <a:pt x="5316574" y="4742265"/>
                </a:lnTo>
                <a:lnTo>
                  <a:pt x="5344780" y="4793065"/>
                </a:lnTo>
                <a:lnTo>
                  <a:pt x="5295933" y="4818465"/>
                </a:lnTo>
                <a:close/>
              </a:path>
              <a:path w="6730365" h="7059295">
                <a:moveTo>
                  <a:pt x="6167545" y="4843865"/>
                </a:moveTo>
                <a:lnTo>
                  <a:pt x="6134050" y="4780365"/>
                </a:lnTo>
                <a:lnTo>
                  <a:pt x="6192061" y="4742265"/>
                </a:lnTo>
                <a:lnTo>
                  <a:pt x="6225556" y="4805765"/>
                </a:lnTo>
                <a:lnTo>
                  <a:pt x="6167545" y="4843865"/>
                </a:lnTo>
                <a:close/>
              </a:path>
              <a:path w="6730365" h="7059295">
                <a:moveTo>
                  <a:pt x="4962253" y="4831165"/>
                </a:moveTo>
                <a:lnTo>
                  <a:pt x="4936103" y="4793065"/>
                </a:lnTo>
                <a:lnTo>
                  <a:pt x="4981396" y="4767665"/>
                </a:lnTo>
                <a:lnTo>
                  <a:pt x="5007541" y="4805765"/>
                </a:lnTo>
                <a:lnTo>
                  <a:pt x="4962253" y="4831165"/>
                </a:lnTo>
                <a:close/>
              </a:path>
              <a:path w="6730365" h="7059295">
                <a:moveTo>
                  <a:pt x="5833642" y="4856565"/>
                </a:moveTo>
                <a:lnTo>
                  <a:pt x="5801622" y="4805765"/>
                </a:lnTo>
                <a:lnTo>
                  <a:pt x="5857092" y="4767665"/>
                </a:lnTo>
                <a:lnTo>
                  <a:pt x="5889111" y="4818465"/>
                </a:lnTo>
                <a:lnTo>
                  <a:pt x="5833642" y="4856565"/>
                </a:lnTo>
                <a:close/>
              </a:path>
              <a:path w="6730365" h="7059295">
                <a:moveTo>
                  <a:pt x="4628677" y="4843865"/>
                </a:moveTo>
                <a:lnTo>
                  <a:pt x="4604884" y="4805765"/>
                </a:lnTo>
                <a:lnTo>
                  <a:pt x="4646096" y="4780365"/>
                </a:lnTo>
                <a:lnTo>
                  <a:pt x="4669895" y="4831165"/>
                </a:lnTo>
                <a:lnTo>
                  <a:pt x="4628677" y="4843865"/>
                </a:lnTo>
                <a:close/>
              </a:path>
              <a:path w="6730365" h="7059295">
                <a:moveTo>
                  <a:pt x="6705794" y="4881965"/>
                </a:moveTo>
                <a:lnTo>
                  <a:pt x="6669947" y="4818465"/>
                </a:lnTo>
                <a:lnTo>
                  <a:pt x="6730211" y="4780365"/>
                </a:lnTo>
                <a:lnTo>
                  <a:pt x="6730211" y="4856565"/>
                </a:lnTo>
                <a:lnTo>
                  <a:pt x="6705794" y="4881965"/>
                </a:lnTo>
                <a:close/>
              </a:path>
              <a:path w="6730365" h="7059295">
                <a:moveTo>
                  <a:pt x="5499963" y="4869265"/>
                </a:moveTo>
                <a:lnTo>
                  <a:pt x="5469993" y="4818465"/>
                </a:lnTo>
                <a:lnTo>
                  <a:pt x="5521902" y="4793065"/>
                </a:lnTo>
                <a:lnTo>
                  <a:pt x="5551867" y="4843865"/>
                </a:lnTo>
                <a:lnTo>
                  <a:pt x="5499963" y="4869265"/>
                </a:lnTo>
                <a:close/>
              </a:path>
              <a:path w="6730365" h="7059295">
                <a:moveTo>
                  <a:pt x="6371682" y="4894665"/>
                </a:moveTo>
                <a:lnTo>
                  <a:pt x="6336718" y="4831165"/>
                </a:lnTo>
                <a:lnTo>
                  <a:pt x="6397276" y="4793065"/>
                </a:lnTo>
                <a:lnTo>
                  <a:pt x="6432233" y="4856565"/>
                </a:lnTo>
                <a:lnTo>
                  <a:pt x="6371682" y="4894665"/>
                </a:lnTo>
                <a:close/>
              </a:path>
              <a:path w="6730365" h="7059295">
                <a:moveTo>
                  <a:pt x="5166284" y="4894665"/>
                </a:moveTo>
                <a:lnTo>
                  <a:pt x="5138375" y="4843865"/>
                </a:lnTo>
                <a:lnTo>
                  <a:pt x="5186713" y="4818465"/>
                </a:lnTo>
                <a:lnTo>
                  <a:pt x="5214623" y="4856565"/>
                </a:lnTo>
                <a:lnTo>
                  <a:pt x="5166284" y="4894665"/>
                </a:lnTo>
                <a:close/>
              </a:path>
              <a:path w="6730365" h="7059295">
                <a:moveTo>
                  <a:pt x="6037785" y="4907365"/>
                </a:moveTo>
                <a:lnTo>
                  <a:pt x="6004290" y="4856565"/>
                </a:lnTo>
                <a:lnTo>
                  <a:pt x="6062301" y="4818465"/>
                </a:lnTo>
                <a:lnTo>
                  <a:pt x="6095796" y="4881965"/>
                </a:lnTo>
                <a:lnTo>
                  <a:pt x="6037785" y="4907365"/>
                </a:lnTo>
                <a:close/>
              </a:path>
              <a:path w="6730365" h="7059295">
                <a:moveTo>
                  <a:pt x="4832708" y="4907365"/>
                </a:moveTo>
                <a:lnTo>
                  <a:pt x="4807150" y="4869265"/>
                </a:lnTo>
                <a:lnTo>
                  <a:pt x="4851419" y="4831165"/>
                </a:lnTo>
                <a:lnTo>
                  <a:pt x="4876977" y="4881965"/>
                </a:lnTo>
                <a:lnTo>
                  <a:pt x="4832708" y="4907365"/>
                </a:lnTo>
                <a:close/>
              </a:path>
              <a:path w="6730365" h="7059295">
                <a:moveTo>
                  <a:pt x="5703993" y="4932765"/>
                </a:moveTo>
                <a:lnTo>
                  <a:pt x="5672263" y="4869265"/>
                </a:lnTo>
                <a:lnTo>
                  <a:pt x="5727218" y="4843865"/>
                </a:lnTo>
                <a:lnTo>
                  <a:pt x="5758948" y="4894665"/>
                </a:lnTo>
                <a:lnTo>
                  <a:pt x="5703993" y="4932765"/>
                </a:lnTo>
                <a:close/>
              </a:path>
              <a:path w="6730365" h="7059295">
                <a:moveTo>
                  <a:pt x="6575712" y="4958165"/>
                </a:moveTo>
                <a:lnTo>
                  <a:pt x="6538989" y="4881965"/>
                </a:lnTo>
                <a:lnTo>
                  <a:pt x="6602591" y="4856565"/>
                </a:lnTo>
                <a:lnTo>
                  <a:pt x="6639320" y="4920065"/>
                </a:lnTo>
                <a:lnTo>
                  <a:pt x="6575712" y="4958165"/>
                </a:lnTo>
                <a:close/>
              </a:path>
              <a:path w="6730365" h="7059295">
                <a:moveTo>
                  <a:pt x="5370309" y="4945465"/>
                </a:moveTo>
                <a:lnTo>
                  <a:pt x="5340640" y="4894665"/>
                </a:lnTo>
                <a:lnTo>
                  <a:pt x="5392034" y="4869265"/>
                </a:lnTo>
                <a:lnTo>
                  <a:pt x="5421703" y="4920065"/>
                </a:lnTo>
                <a:lnTo>
                  <a:pt x="5370309" y="4945465"/>
                </a:lnTo>
                <a:close/>
              </a:path>
              <a:path w="6730365" h="7059295">
                <a:moveTo>
                  <a:pt x="6241814" y="4970865"/>
                </a:moveTo>
                <a:lnTo>
                  <a:pt x="6206560" y="4907365"/>
                </a:lnTo>
                <a:lnTo>
                  <a:pt x="6267627" y="4869265"/>
                </a:lnTo>
                <a:lnTo>
                  <a:pt x="6302880" y="4932765"/>
                </a:lnTo>
                <a:lnTo>
                  <a:pt x="6241814" y="4970865"/>
                </a:lnTo>
                <a:close/>
              </a:path>
              <a:path w="6730365" h="7059295">
                <a:moveTo>
                  <a:pt x="5036630" y="4970865"/>
                </a:moveTo>
                <a:lnTo>
                  <a:pt x="5009016" y="4920065"/>
                </a:lnTo>
                <a:lnTo>
                  <a:pt x="5056845" y="4894665"/>
                </a:lnTo>
                <a:lnTo>
                  <a:pt x="5084464" y="4932765"/>
                </a:lnTo>
                <a:lnTo>
                  <a:pt x="5036630" y="4970865"/>
                </a:lnTo>
                <a:close/>
              </a:path>
              <a:path w="6730365" h="7059295">
                <a:moveTo>
                  <a:pt x="5908024" y="4983565"/>
                </a:moveTo>
                <a:lnTo>
                  <a:pt x="5874535" y="4932765"/>
                </a:lnTo>
                <a:lnTo>
                  <a:pt x="5932545" y="4894665"/>
                </a:lnTo>
                <a:lnTo>
                  <a:pt x="5966040" y="4958165"/>
                </a:lnTo>
                <a:lnTo>
                  <a:pt x="5908024" y="4983565"/>
                </a:lnTo>
                <a:close/>
              </a:path>
              <a:path w="6730365" h="7059295">
                <a:moveTo>
                  <a:pt x="4703058" y="4983565"/>
                </a:moveTo>
                <a:lnTo>
                  <a:pt x="4677791" y="4932765"/>
                </a:lnTo>
                <a:lnTo>
                  <a:pt x="4721550" y="4907365"/>
                </a:lnTo>
                <a:lnTo>
                  <a:pt x="4746818" y="4958165"/>
                </a:lnTo>
                <a:lnTo>
                  <a:pt x="4703058" y="4983565"/>
                </a:lnTo>
                <a:close/>
              </a:path>
              <a:path w="6730365" h="7059295">
                <a:moveTo>
                  <a:pt x="5574345" y="5008965"/>
                </a:moveTo>
                <a:lnTo>
                  <a:pt x="5542905" y="4945465"/>
                </a:lnTo>
                <a:lnTo>
                  <a:pt x="5597356" y="4920065"/>
                </a:lnTo>
                <a:lnTo>
                  <a:pt x="5628795" y="4970865"/>
                </a:lnTo>
                <a:lnTo>
                  <a:pt x="5574345" y="5008965"/>
                </a:lnTo>
                <a:close/>
              </a:path>
              <a:path w="6730365" h="7059295">
                <a:moveTo>
                  <a:pt x="6445951" y="5021665"/>
                </a:moveTo>
                <a:lnTo>
                  <a:pt x="6409228" y="4958165"/>
                </a:lnTo>
                <a:lnTo>
                  <a:pt x="6472830" y="4932765"/>
                </a:lnTo>
                <a:lnTo>
                  <a:pt x="6509559" y="4996265"/>
                </a:lnTo>
                <a:lnTo>
                  <a:pt x="6445951" y="5021665"/>
                </a:lnTo>
                <a:close/>
              </a:path>
              <a:path w="6730365" h="7059295">
                <a:moveTo>
                  <a:pt x="5240660" y="5021665"/>
                </a:moveTo>
                <a:lnTo>
                  <a:pt x="5211282" y="4970865"/>
                </a:lnTo>
                <a:lnTo>
                  <a:pt x="5262167" y="4945465"/>
                </a:lnTo>
                <a:lnTo>
                  <a:pt x="5291545" y="4996265"/>
                </a:lnTo>
                <a:lnTo>
                  <a:pt x="5240660" y="5021665"/>
                </a:lnTo>
                <a:close/>
              </a:path>
              <a:path w="6730365" h="7059295">
                <a:moveTo>
                  <a:pt x="6112060" y="5047065"/>
                </a:moveTo>
                <a:lnTo>
                  <a:pt x="6076806" y="4983565"/>
                </a:lnTo>
                <a:lnTo>
                  <a:pt x="6137867" y="4945465"/>
                </a:lnTo>
                <a:lnTo>
                  <a:pt x="6173121" y="5008965"/>
                </a:lnTo>
                <a:lnTo>
                  <a:pt x="6112060" y="5047065"/>
                </a:lnTo>
                <a:close/>
              </a:path>
              <a:path w="6730365" h="7059295">
                <a:moveTo>
                  <a:pt x="4906977" y="5034365"/>
                </a:moveTo>
                <a:lnTo>
                  <a:pt x="4879654" y="4996265"/>
                </a:lnTo>
                <a:lnTo>
                  <a:pt x="4926980" y="4970865"/>
                </a:lnTo>
                <a:lnTo>
                  <a:pt x="4954302" y="5008965"/>
                </a:lnTo>
                <a:lnTo>
                  <a:pt x="4906977" y="5034365"/>
                </a:lnTo>
                <a:close/>
              </a:path>
              <a:path w="6730365" h="7059295">
                <a:moveTo>
                  <a:pt x="5778369" y="5059765"/>
                </a:moveTo>
                <a:lnTo>
                  <a:pt x="5745171" y="5008965"/>
                </a:lnTo>
                <a:lnTo>
                  <a:pt x="5802678" y="4970865"/>
                </a:lnTo>
                <a:lnTo>
                  <a:pt x="5835876" y="5034365"/>
                </a:lnTo>
                <a:lnTo>
                  <a:pt x="5778369" y="5059765"/>
                </a:lnTo>
                <a:close/>
              </a:path>
              <a:path w="6730365" h="7059295">
                <a:moveTo>
                  <a:pt x="6649982" y="5085165"/>
                </a:moveTo>
                <a:lnTo>
                  <a:pt x="6611493" y="5021665"/>
                </a:lnTo>
                <a:lnTo>
                  <a:pt x="6678157" y="4983565"/>
                </a:lnTo>
                <a:lnTo>
                  <a:pt x="6716645" y="5047065"/>
                </a:lnTo>
                <a:lnTo>
                  <a:pt x="6649982" y="5085165"/>
                </a:lnTo>
                <a:close/>
              </a:path>
              <a:path w="6730365" h="7059295">
                <a:moveTo>
                  <a:pt x="5444691" y="5085165"/>
                </a:moveTo>
                <a:lnTo>
                  <a:pt x="5413553" y="5021665"/>
                </a:lnTo>
                <a:lnTo>
                  <a:pt x="5467488" y="4996265"/>
                </a:lnTo>
                <a:lnTo>
                  <a:pt x="5498626" y="5047065"/>
                </a:lnTo>
                <a:lnTo>
                  <a:pt x="5444691" y="5085165"/>
                </a:lnTo>
                <a:close/>
              </a:path>
              <a:path w="6730365" h="7059295">
                <a:moveTo>
                  <a:pt x="6316083" y="5097865"/>
                </a:moveTo>
                <a:lnTo>
                  <a:pt x="6279070" y="5034365"/>
                </a:lnTo>
                <a:lnTo>
                  <a:pt x="6343181" y="4996265"/>
                </a:lnTo>
                <a:lnTo>
                  <a:pt x="6380200" y="5059765"/>
                </a:lnTo>
                <a:lnTo>
                  <a:pt x="6316083" y="5097865"/>
                </a:lnTo>
                <a:close/>
              </a:path>
              <a:path w="6730365" h="7059295">
                <a:moveTo>
                  <a:pt x="5111011" y="5097865"/>
                </a:moveTo>
                <a:lnTo>
                  <a:pt x="5081923" y="5047065"/>
                </a:lnTo>
                <a:lnTo>
                  <a:pt x="5132304" y="5021665"/>
                </a:lnTo>
                <a:lnTo>
                  <a:pt x="5161386" y="5072465"/>
                </a:lnTo>
                <a:lnTo>
                  <a:pt x="5111011" y="5097865"/>
                </a:lnTo>
                <a:close/>
              </a:path>
              <a:path w="6730365" h="7059295">
                <a:moveTo>
                  <a:pt x="5982400" y="5123265"/>
                </a:moveTo>
                <a:lnTo>
                  <a:pt x="5947442" y="5059765"/>
                </a:lnTo>
                <a:lnTo>
                  <a:pt x="6007999" y="5021665"/>
                </a:lnTo>
                <a:lnTo>
                  <a:pt x="6042963" y="5085165"/>
                </a:lnTo>
                <a:lnTo>
                  <a:pt x="5982400" y="5123265"/>
                </a:lnTo>
                <a:close/>
              </a:path>
              <a:path w="6730365" h="7059295">
                <a:moveTo>
                  <a:pt x="4777434" y="5110565"/>
                </a:moveTo>
                <a:lnTo>
                  <a:pt x="4750698" y="5072465"/>
                </a:lnTo>
                <a:lnTo>
                  <a:pt x="4797004" y="5034365"/>
                </a:lnTo>
                <a:lnTo>
                  <a:pt x="4823741" y="5085165"/>
                </a:lnTo>
                <a:lnTo>
                  <a:pt x="4777434" y="5110565"/>
                </a:lnTo>
                <a:close/>
              </a:path>
              <a:path w="6730365" h="7059295">
                <a:moveTo>
                  <a:pt x="5648720" y="5135965"/>
                </a:moveTo>
                <a:lnTo>
                  <a:pt x="5615818" y="5085165"/>
                </a:lnTo>
                <a:lnTo>
                  <a:pt x="5672810" y="5047065"/>
                </a:lnTo>
                <a:lnTo>
                  <a:pt x="5705718" y="5097865"/>
                </a:lnTo>
                <a:lnTo>
                  <a:pt x="5648720" y="5135965"/>
                </a:lnTo>
                <a:close/>
              </a:path>
              <a:path w="6730365" h="7059295">
                <a:moveTo>
                  <a:pt x="6520221" y="5161365"/>
                </a:moveTo>
                <a:lnTo>
                  <a:pt x="6481738" y="5097865"/>
                </a:lnTo>
                <a:lnTo>
                  <a:pt x="6548396" y="5059765"/>
                </a:lnTo>
                <a:lnTo>
                  <a:pt x="6586885" y="5123265"/>
                </a:lnTo>
                <a:lnTo>
                  <a:pt x="6520221" y="5161365"/>
                </a:lnTo>
                <a:close/>
              </a:path>
              <a:path w="6730365" h="7059295">
                <a:moveTo>
                  <a:pt x="5315042" y="5148665"/>
                </a:moveTo>
                <a:lnTo>
                  <a:pt x="5284195" y="5097865"/>
                </a:lnTo>
                <a:lnTo>
                  <a:pt x="5337621" y="5072465"/>
                </a:lnTo>
                <a:lnTo>
                  <a:pt x="5368474" y="5123265"/>
                </a:lnTo>
                <a:lnTo>
                  <a:pt x="5315042" y="5148665"/>
                </a:lnTo>
                <a:close/>
              </a:path>
              <a:path w="6730365" h="7059295">
                <a:moveTo>
                  <a:pt x="6186329" y="5174065"/>
                </a:moveTo>
                <a:lnTo>
                  <a:pt x="6149310" y="5110565"/>
                </a:lnTo>
                <a:lnTo>
                  <a:pt x="6213427" y="5072465"/>
                </a:lnTo>
                <a:lnTo>
                  <a:pt x="6250446" y="5135965"/>
                </a:lnTo>
                <a:lnTo>
                  <a:pt x="6186329" y="5174065"/>
                </a:lnTo>
                <a:close/>
              </a:path>
              <a:path w="6730365" h="7059295">
                <a:moveTo>
                  <a:pt x="4981359" y="5174065"/>
                </a:moveTo>
                <a:lnTo>
                  <a:pt x="4952567" y="5123265"/>
                </a:lnTo>
                <a:lnTo>
                  <a:pt x="5002433" y="5097865"/>
                </a:lnTo>
                <a:lnTo>
                  <a:pt x="5031225" y="5148665"/>
                </a:lnTo>
                <a:lnTo>
                  <a:pt x="4981359" y="5174065"/>
                </a:lnTo>
                <a:close/>
              </a:path>
              <a:path w="6730365" h="7059295">
                <a:moveTo>
                  <a:pt x="5852645" y="5199465"/>
                </a:moveTo>
                <a:lnTo>
                  <a:pt x="5817687" y="5135965"/>
                </a:lnTo>
                <a:lnTo>
                  <a:pt x="5878239" y="5097865"/>
                </a:lnTo>
                <a:lnTo>
                  <a:pt x="5913203" y="5161365"/>
                </a:lnTo>
                <a:lnTo>
                  <a:pt x="5852645" y="5199465"/>
                </a:lnTo>
                <a:close/>
              </a:path>
              <a:path w="6730365" h="7059295">
                <a:moveTo>
                  <a:pt x="5519072" y="5212165"/>
                </a:moveTo>
                <a:lnTo>
                  <a:pt x="5486460" y="5148665"/>
                </a:lnTo>
                <a:lnTo>
                  <a:pt x="5542943" y="5123265"/>
                </a:lnTo>
                <a:lnTo>
                  <a:pt x="5575555" y="5174065"/>
                </a:lnTo>
                <a:lnTo>
                  <a:pt x="5519072" y="5212165"/>
                </a:lnTo>
                <a:close/>
              </a:path>
              <a:path w="6730365" h="7059295">
                <a:moveTo>
                  <a:pt x="6390358" y="5237565"/>
                </a:moveTo>
                <a:lnTo>
                  <a:pt x="6351574" y="5161365"/>
                </a:lnTo>
                <a:lnTo>
                  <a:pt x="6418747" y="5123265"/>
                </a:lnTo>
                <a:lnTo>
                  <a:pt x="6457525" y="5199465"/>
                </a:lnTo>
                <a:lnTo>
                  <a:pt x="6390358" y="5237565"/>
                </a:lnTo>
                <a:close/>
              </a:path>
              <a:path w="6730365" h="7059295">
                <a:moveTo>
                  <a:pt x="6730211" y="5212165"/>
                </a:moveTo>
                <a:lnTo>
                  <a:pt x="6725548" y="5212165"/>
                </a:lnTo>
                <a:lnTo>
                  <a:pt x="6688825" y="5148665"/>
                </a:lnTo>
                <a:lnTo>
                  <a:pt x="6730211" y="5123265"/>
                </a:lnTo>
                <a:lnTo>
                  <a:pt x="6730211" y="5212165"/>
                </a:lnTo>
                <a:close/>
              </a:path>
              <a:path w="6730365" h="7059295">
                <a:moveTo>
                  <a:pt x="5185393" y="5224865"/>
                </a:moveTo>
                <a:lnTo>
                  <a:pt x="5154836" y="5174065"/>
                </a:lnTo>
                <a:lnTo>
                  <a:pt x="5207759" y="5148665"/>
                </a:lnTo>
                <a:lnTo>
                  <a:pt x="5238310" y="5199465"/>
                </a:lnTo>
                <a:lnTo>
                  <a:pt x="5185393" y="5224865"/>
                </a:lnTo>
                <a:close/>
              </a:path>
              <a:path w="6730365" h="7059295">
                <a:moveTo>
                  <a:pt x="6056681" y="5250265"/>
                </a:moveTo>
                <a:lnTo>
                  <a:pt x="6019952" y="5186765"/>
                </a:lnTo>
                <a:lnTo>
                  <a:pt x="6083560" y="5148665"/>
                </a:lnTo>
                <a:lnTo>
                  <a:pt x="6120283" y="5212165"/>
                </a:lnTo>
                <a:lnTo>
                  <a:pt x="6056681" y="5250265"/>
                </a:lnTo>
                <a:close/>
              </a:path>
              <a:path w="6730365" h="7059295">
                <a:moveTo>
                  <a:pt x="4851816" y="5250265"/>
                </a:moveTo>
                <a:lnTo>
                  <a:pt x="4823611" y="5199465"/>
                </a:lnTo>
                <a:lnTo>
                  <a:pt x="4872458" y="5174065"/>
                </a:lnTo>
                <a:lnTo>
                  <a:pt x="4900664" y="5212165"/>
                </a:lnTo>
                <a:lnTo>
                  <a:pt x="4851816" y="5250265"/>
                </a:lnTo>
                <a:close/>
              </a:path>
              <a:path w="6730365" h="7059295">
                <a:moveTo>
                  <a:pt x="5722990" y="5262965"/>
                </a:moveTo>
                <a:lnTo>
                  <a:pt x="5688322" y="5212165"/>
                </a:lnTo>
                <a:lnTo>
                  <a:pt x="5748370" y="5174065"/>
                </a:lnTo>
                <a:lnTo>
                  <a:pt x="5783038" y="5237565"/>
                </a:lnTo>
                <a:lnTo>
                  <a:pt x="5722990" y="5262965"/>
                </a:lnTo>
                <a:close/>
              </a:path>
              <a:path w="6730365" h="7059295">
                <a:moveTo>
                  <a:pt x="6594602" y="5288365"/>
                </a:moveTo>
                <a:lnTo>
                  <a:pt x="6554645" y="5224865"/>
                </a:lnTo>
                <a:lnTo>
                  <a:pt x="6623850" y="5186765"/>
                </a:lnTo>
                <a:lnTo>
                  <a:pt x="6663807" y="5250265"/>
                </a:lnTo>
                <a:lnTo>
                  <a:pt x="6594602" y="5288365"/>
                </a:lnTo>
                <a:close/>
              </a:path>
              <a:path w="6730365" h="7059295">
                <a:moveTo>
                  <a:pt x="5389418" y="5288365"/>
                </a:moveTo>
                <a:lnTo>
                  <a:pt x="5357102" y="5224865"/>
                </a:lnTo>
                <a:lnTo>
                  <a:pt x="5413075" y="5199465"/>
                </a:lnTo>
                <a:lnTo>
                  <a:pt x="5445391" y="5250265"/>
                </a:lnTo>
                <a:lnTo>
                  <a:pt x="5389418" y="5288365"/>
                </a:lnTo>
                <a:close/>
              </a:path>
              <a:path w="6730365" h="7059295">
                <a:moveTo>
                  <a:pt x="6260598" y="5313765"/>
                </a:moveTo>
                <a:lnTo>
                  <a:pt x="6221814" y="5237565"/>
                </a:lnTo>
                <a:lnTo>
                  <a:pt x="6288987" y="5199465"/>
                </a:lnTo>
                <a:lnTo>
                  <a:pt x="6327772" y="5275665"/>
                </a:lnTo>
                <a:lnTo>
                  <a:pt x="6260598" y="5313765"/>
                </a:lnTo>
                <a:close/>
              </a:path>
              <a:path w="6730365" h="7059295">
                <a:moveTo>
                  <a:pt x="5055847" y="5301065"/>
                </a:moveTo>
                <a:lnTo>
                  <a:pt x="5025877" y="5250265"/>
                </a:lnTo>
                <a:lnTo>
                  <a:pt x="5077786" y="5224865"/>
                </a:lnTo>
                <a:lnTo>
                  <a:pt x="5107751" y="5275665"/>
                </a:lnTo>
                <a:lnTo>
                  <a:pt x="5055847" y="5301065"/>
                </a:lnTo>
                <a:close/>
              </a:path>
              <a:path w="6730365" h="7059295">
                <a:moveTo>
                  <a:pt x="5926920" y="5326465"/>
                </a:moveTo>
                <a:lnTo>
                  <a:pt x="5890191" y="5262965"/>
                </a:lnTo>
                <a:lnTo>
                  <a:pt x="5953799" y="5224865"/>
                </a:lnTo>
                <a:lnTo>
                  <a:pt x="5990522" y="5288365"/>
                </a:lnTo>
                <a:lnTo>
                  <a:pt x="5926920" y="5326465"/>
                </a:lnTo>
                <a:close/>
              </a:path>
              <a:path w="6730365" h="7059295">
                <a:moveTo>
                  <a:pt x="5593454" y="5339165"/>
                </a:moveTo>
                <a:lnTo>
                  <a:pt x="5559373" y="5288365"/>
                </a:lnTo>
                <a:lnTo>
                  <a:pt x="5618396" y="5250265"/>
                </a:lnTo>
                <a:lnTo>
                  <a:pt x="5652478" y="5313765"/>
                </a:lnTo>
                <a:lnTo>
                  <a:pt x="5593454" y="5339165"/>
                </a:lnTo>
                <a:close/>
              </a:path>
              <a:path w="6730365" h="7059295">
                <a:moveTo>
                  <a:pt x="6464847" y="5364565"/>
                </a:moveTo>
                <a:lnTo>
                  <a:pt x="6424890" y="5301065"/>
                </a:lnTo>
                <a:lnTo>
                  <a:pt x="6494089" y="5250265"/>
                </a:lnTo>
                <a:lnTo>
                  <a:pt x="6534046" y="5326465"/>
                </a:lnTo>
                <a:lnTo>
                  <a:pt x="6464847" y="5364565"/>
                </a:lnTo>
                <a:close/>
              </a:path>
              <a:path w="6730365" h="7059295">
                <a:moveTo>
                  <a:pt x="5259769" y="5364565"/>
                </a:moveTo>
                <a:lnTo>
                  <a:pt x="5227749" y="5301065"/>
                </a:lnTo>
                <a:lnTo>
                  <a:pt x="5283213" y="5275665"/>
                </a:lnTo>
                <a:lnTo>
                  <a:pt x="5315239" y="5326465"/>
                </a:lnTo>
                <a:lnTo>
                  <a:pt x="5259769" y="5364565"/>
                </a:lnTo>
                <a:close/>
              </a:path>
              <a:path w="6730365" h="7059295">
                <a:moveTo>
                  <a:pt x="6130944" y="5389965"/>
                </a:moveTo>
                <a:lnTo>
                  <a:pt x="6092462" y="5313765"/>
                </a:lnTo>
                <a:lnTo>
                  <a:pt x="6159126" y="5275665"/>
                </a:lnTo>
                <a:lnTo>
                  <a:pt x="6197608" y="5339165"/>
                </a:lnTo>
                <a:lnTo>
                  <a:pt x="6130944" y="5389965"/>
                </a:lnTo>
                <a:close/>
              </a:path>
              <a:path w="6730365" h="7059295">
                <a:moveTo>
                  <a:pt x="4926192" y="5377265"/>
                </a:moveTo>
                <a:lnTo>
                  <a:pt x="4896524" y="5326465"/>
                </a:lnTo>
                <a:lnTo>
                  <a:pt x="4947918" y="5301065"/>
                </a:lnTo>
                <a:lnTo>
                  <a:pt x="4977586" y="5351865"/>
                </a:lnTo>
                <a:lnTo>
                  <a:pt x="4926192" y="5377265"/>
                </a:lnTo>
                <a:close/>
              </a:path>
              <a:path w="6730365" h="7059295">
                <a:moveTo>
                  <a:pt x="5797265" y="5402665"/>
                </a:moveTo>
                <a:lnTo>
                  <a:pt x="5760839" y="5339165"/>
                </a:lnTo>
                <a:lnTo>
                  <a:pt x="5823937" y="5301065"/>
                </a:lnTo>
                <a:lnTo>
                  <a:pt x="5860364" y="5364565"/>
                </a:lnTo>
                <a:lnTo>
                  <a:pt x="5797265" y="5402665"/>
                </a:lnTo>
                <a:close/>
              </a:path>
              <a:path w="6730365" h="7059295">
                <a:moveTo>
                  <a:pt x="6668984" y="5428065"/>
                </a:moveTo>
                <a:lnTo>
                  <a:pt x="6627558" y="5351865"/>
                </a:lnTo>
                <a:lnTo>
                  <a:pt x="6699309" y="5313765"/>
                </a:lnTo>
                <a:lnTo>
                  <a:pt x="6730211" y="5364565"/>
                </a:lnTo>
                <a:lnTo>
                  <a:pt x="6730211" y="5389965"/>
                </a:lnTo>
                <a:lnTo>
                  <a:pt x="6668984" y="5428065"/>
                </a:lnTo>
                <a:close/>
              </a:path>
              <a:path w="6730365" h="7059295">
                <a:moveTo>
                  <a:pt x="5463800" y="5415365"/>
                </a:moveTo>
                <a:lnTo>
                  <a:pt x="5430015" y="5364565"/>
                </a:lnTo>
                <a:lnTo>
                  <a:pt x="5488535" y="5326465"/>
                </a:lnTo>
                <a:lnTo>
                  <a:pt x="5522320" y="5389965"/>
                </a:lnTo>
                <a:lnTo>
                  <a:pt x="5463800" y="5415365"/>
                </a:lnTo>
                <a:close/>
              </a:path>
              <a:path w="6730365" h="7059295">
                <a:moveTo>
                  <a:pt x="6335087" y="5440765"/>
                </a:moveTo>
                <a:lnTo>
                  <a:pt x="6295130" y="5377265"/>
                </a:lnTo>
                <a:lnTo>
                  <a:pt x="6364335" y="5326465"/>
                </a:lnTo>
                <a:lnTo>
                  <a:pt x="6404291" y="5402665"/>
                </a:lnTo>
                <a:lnTo>
                  <a:pt x="6335087" y="5440765"/>
                </a:lnTo>
                <a:close/>
              </a:path>
              <a:path w="6730365" h="7059295">
                <a:moveTo>
                  <a:pt x="5130223" y="5428065"/>
                </a:moveTo>
                <a:lnTo>
                  <a:pt x="5098789" y="5377265"/>
                </a:lnTo>
                <a:lnTo>
                  <a:pt x="5153240" y="5351865"/>
                </a:lnTo>
                <a:lnTo>
                  <a:pt x="5184674" y="5402665"/>
                </a:lnTo>
                <a:lnTo>
                  <a:pt x="5130223" y="5428065"/>
                </a:lnTo>
                <a:close/>
              </a:path>
              <a:path w="6730365" h="7059295">
                <a:moveTo>
                  <a:pt x="6001189" y="5453465"/>
                </a:moveTo>
                <a:lnTo>
                  <a:pt x="5962701" y="5389965"/>
                </a:lnTo>
                <a:lnTo>
                  <a:pt x="6029365" y="5351865"/>
                </a:lnTo>
                <a:lnTo>
                  <a:pt x="6067847" y="5415365"/>
                </a:lnTo>
                <a:lnTo>
                  <a:pt x="6001189" y="5453465"/>
                </a:lnTo>
                <a:close/>
              </a:path>
              <a:path w="6730365" h="7059295">
                <a:moveTo>
                  <a:pt x="5667724" y="5478865"/>
                </a:moveTo>
                <a:lnTo>
                  <a:pt x="5631877" y="5415365"/>
                </a:lnTo>
                <a:lnTo>
                  <a:pt x="5693963" y="5377265"/>
                </a:lnTo>
                <a:lnTo>
                  <a:pt x="5729803" y="5440765"/>
                </a:lnTo>
                <a:lnTo>
                  <a:pt x="5667724" y="5478865"/>
                </a:lnTo>
                <a:close/>
              </a:path>
              <a:path w="6730365" h="7059295">
                <a:moveTo>
                  <a:pt x="6539116" y="5491565"/>
                </a:moveTo>
                <a:lnTo>
                  <a:pt x="6497400" y="5428065"/>
                </a:lnTo>
                <a:lnTo>
                  <a:pt x="6569655" y="5389965"/>
                </a:lnTo>
                <a:lnTo>
                  <a:pt x="6611371" y="5453465"/>
                </a:lnTo>
                <a:lnTo>
                  <a:pt x="6539116" y="5491565"/>
                </a:lnTo>
                <a:close/>
              </a:path>
              <a:path w="6730365" h="7059295">
                <a:moveTo>
                  <a:pt x="5334152" y="5491565"/>
                </a:moveTo>
                <a:lnTo>
                  <a:pt x="5300656" y="5428065"/>
                </a:lnTo>
                <a:lnTo>
                  <a:pt x="5358667" y="5402665"/>
                </a:lnTo>
                <a:lnTo>
                  <a:pt x="5392156" y="5453465"/>
                </a:lnTo>
                <a:lnTo>
                  <a:pt x="5334152" y="5491565"/>
                </a:lnTo>
                <a:close/>
              </a:path>
              <a:path w="6730365" h="7059295">
                <a:moveTo>
                  <a:pt x="6205326" y="5516965"/>
                </a:moveTo>
                <a:lnTo>
                  <a:pt x="6165369" y="5440765"/>
                </a:lnTo>
                <a:lnTo>
                  <a:pt x="6234580" y="5402665"/>
                </a:lnTo>
                <a:lnTo>
                  <a:pt x="6274537" y="5478865"/>
                </a:lnTo>
                <a:lnTo>
                  <a:pt x="6205326" y="5516965"/>
                </a:lnTo>
                <a:close/>
              </a:path>
              <a:path w="6730365" h="7059295">
                <a:moveTo>
                  <a:pt x="5000681" y="5504265"/>
                </a:moveTo>
                <a:lnTo>
                  <a:pt x="4969833" y="5453465"/>
                </a:lnTo>
                <a:lnTo>
                  <a:pt x="5023265" y="5428065"/>
                </a:lnTo>
                <a:lnTo>
                  <a:pt x="5054112" y="5478865"/>
                </a:lnTo>
                <a:lnTo>
                  <a:pt x="5000681" y="5504265"/>
                </a:lnTo>
                <a:close/>
              </a:path>
              <a:path w="6730365" h="7059295">
                <a:moveTo>
                  <a:pt x="5871541" y="5529665"/>
                </a:moveTo>
                <a:lnTo>
                  <a:pt x="5833343" y="5466165"/>
                </a:lnTo>
                <a:lnTo>
                  <a:pt x="5899498" y="5428065"/>
                </a:lnTo>
                <a:lnTo>
                  <a:pt x="5937696" y="5491565"/>
                </a:lnTo>
                <a:lnTo>
                  <a:pt x="5871541" y="5529665"/>
                </a:lnTo>
                <a:close/>
              </a:path>
              <a:path w="6730365" h="7059295">
                <a:moveTo>
                  <a:pt x="5538069" y="5555065"/>
                </a:moveTo>
                <a:lnTo>
                  <a:pt x="5502519" y="5491565"/>
                </a:lnTo>
                <a:lnTo>
                  <a:pt x="5564095" y="5453465"/>
                </a:lnTo>
                <a:lnTo>
                  <a:pt x="5599645" y="5516965"/>
                </a:lnTo>
                <a:lnTo>
                  <a:pt x="5538069" y="5555065"/>
                </a:lnTo>
                <a:close/>
              </a:path>
              <a:path w="6730365" h="7059295">
                <a:moveTo>
                  <a:pt x="6409356" y="5567765"/>
                </a:moveTo>
                <a:lnTo>
                  <a:pt x="6367640" y="5504265"/>
                </a:lnTo>
                <a:lnTo>
                  <a:pt x="6439901" y="5453465"/>
                </a:lnTo>
                <a:lnTo>
                  <a:pt x="6481617" y="5529665"/>
                </a:lnTo>
                <a:lnTo>
                  <a:pt x="6409356" y="5567765"/>
                </a:lnTo>
                <a:close/>
              </a:path>
              <a:path w="6730365" h="7059295">
                <a:moveTo>
                  <a:pt x="6730211" y="5516965"/>
                </a:moveTo>
                <a:lnTo>
                  <a:pt x="6710102" y="5478865"/>
                </a:lnTo>
                <a:lnTo>
                  <a:pt x="6730211" y="5466165"/>
                </a:lnTo>
                <a:lnTo>
                  <a:pt x="6730211" y="5516965"/>
                </a:lnTo>
                <a:close/>
              </a:path>
              <a:path w="6730365" h="7059295">
                <a:moveTo>
                  <a:pt x="5204605" y="5567765"/>
                </a:moveTo>
                <a:lnTo>
                  <a:pt x="5171702" y="5504265"/>
                </a:lnTo>
                <a:lnTo>
                  <a:pt x="5228694" y="5478865"/>
                </a:lnTo>
                <a:lnTo>
                  <a:pt x="5261596" y="5529665"/>
                </a:lnTo>
                <a:lnTo>
                  <a:pt x="5204605" y="5567765"/>
                </a:lnTo>
                <a:close/>
              </a:path>
              <a:path w="6730365" h="7059295">
                <a:moveTo>
                  <a:pt x="6075677" y="5593165"/>
                </a:moveTo>
                <a:lnTo>
                  <a:pt x="6036017" y="5516965"/>
                </a:lnTo>
                <a:lnTo>
                  <a:pt x="6104706" y="5478865"/>
                </a:lnTo>
                <a:lnTo>
                  <a:pt x="6144367" y="5555065"/>
                </a:lnTo>
                <a:lnTo>
                  <a:pt x="6075677" y="5593165"/>
                </a:lnTo>
                <a:close/>
              </a:path>
              <a:path w="6730365" h="7059295">
                <a:moveTo>
                  <a:pt x="5741992" y="5605865"/>
                </a:moveTo>
                <a:lnTo>
                  <a:pt x="5704387" y="5542365"/>
                </a:lnTo>
                <a:lnTo>
                  <a:pt x="5769522" y="5504265"/>
                </a:lnTo>
                <a:lnTo>
                  <a:pt x="5807128" y="5567765"/>
                </a:lnTo>
                <a:lnTo>
                  <a:pt x="5741992" y="5605865"/>
                </a:lnTo>
                <a:close/>
              </a:path>
              <a:path w="6730365" h="7059295">
                <a:moveTo>
                  <a:pt x="6613278" y="5631265"/>
                </a:moveTo>
                <a:lnTo>
                  <a:pt x="6569507" y="5555065"/>
                </a:lnTo>
                <a:lnTo>
                  <a:pt x="6645322" y="5516965"/>
                </a:lnTo>
                <a:lnTo>
                  <a:pt x="6689099" y="5580465"/>
                </a:lnTo>
                <a:lnTo>
                  <a:pt x="6613278" y="5631265"/>
                </a:lnTo>
                <a:close/>
              </a:path>
              <a:path w="6730365" h="7059295">
                <a:moveTo>
                  <a:pt x="5408528" y="5618565"/>
                </a:moveTo>
                <a:lnTo>
                  <a:pt x="5373569" y="5567765"/>
                </a:lnTo>
                <a:lnTo>
                  <a:pt x="5434121" y="5529665"/>
                </a:lnTo>
                <a:lnTo>
                  <a:pt x="5469085" y="5593165"/>
                </a:lnTo>
                <a:lnTo>
                  <a:pt x="5408528" y="5618565"/>
                </a:lnTo>
                <a:close/>
              </a:path>
              <a:path w="6730365" h="7059295">
                <a:moveTo>
                  <a:pt x="6279708" y="5643965"/>
                </a:moveTo>
                <a:lnTo>
                  <a:pt x="6238282" y="5580465"/>
                </a:lnTo>
                <a:lnTo>
                  <a:pt x="6310033" y="5529665"/>
                </a:lnTo>
                <a:lnTo>
                  <a:pt x="6351459" y="5605865"/>
                </a:lnTo>
                <a:lnTo>
                  <a:pt x="6279708" y="5643965"/>
                </a:lnTo>
                <a:close/>
              </a:path>
              <a:path w="6730365" h="7059295">
                <a:moveTo>
                  <a:pt x="5075057" y="5643965"/>
                </a:moveTo>
                <a:lnTo>
                  <a:pt x="5042741" y="5580465"/>
                </a:lnTo>
                <a:lnTo>
                  <a:pt x="5098719" y="5555065"/>
                </a:lnTo>
                <a:lnTo>
                  <a:pt x="5131035" y="5605865"/>
                </a:lnTo>
                <a:lnTo>
                  <a:pt x="5075057" y="5643965"/>
                </a:lnTo>
                <a:close/>
              </a:path>
              <a:path w="6730365" h="7059295">
                <a:moveTo>
                  <a:pt x="5946029" y="5669365"/>
                </a:moveTo>
                <a:lnTo>
                  <a:pt x="5906659" y="5593165"/>
                </a:lnTo>
                <a:lnTo>
                  <a:pt x="5974845" y="5555065"/>
                </a:lnTo>
                <a:lnTo>
                  <a:pt x="6014215" y="5631265"/>
                </a:lnTo>
                <a:lnTo>
                  <a:pt x="5946029" y="5669365"/>
                </a:lnTo>
                <a:close/>
              </a:path>
              <a:path w="6730365" h="7059295">
                <a:moveTo>
                  <a:pt x="5612338" y="5682065"/>
                </a:moveTo>
                <a:lnTo>
                  <a:pt x="5575029" y="5618565"/>
                </a:lnTo>
                <a:lnTo>
                  <a:pt x="5639655" y="5580465"/>
                </a:lnTo>
                <a:lnTo>
                  <a:pt x="5676965" y="5643965"/>
                </a:lnTo>
                <a:lnTo>
                  <a:pt x="5612338" y="5682065"/>
                </a:lnTo>
                <a:close/>
              </a:path>
              <a:path w="6730365" h="7059295">
                <a:moveTo>
                  <a:pt x="6483518" y="5707465"/>
                </a:moveTo>
                <a:lnTo>
                  <a:pt x="6439746" y="5631265"/>
                </a:lnTo>
                <a:lnTo>
                  <a:pt x="6515567" y="5580465"/>
                </a:lnTo>
                <a:lnTo>
                  <a:pt x="6559339" y="5656665"/>
                </a:lnTo>
                <a:lnTo>
                  <a:pt x="6483518" y="5707465"/>
                </a:lnTo>
                <a:close/>
              </a:path>
              <a:path w="6730365" h="7059295">
                <a:moveTo>
                  <a:pt x="5278987" y="5694765"/>
                </a:moveTo>
                <a:lnTo>
                  <a:pt x="5244609" y="5643965"/>
                </a:lnTo>
                <a:lnTo>
                  <a:pt x="5304148" y="5605865"/>
                </a:lnTo>
                <a:lnTo>
                  <a:pt x="5338525" y="5669365"/>
                </a:lnTo>
                <a:lnTo>
                  <a:pt x="5278987" y="5694765"/>
                </a:lnTo>
                <a:close/>
              </a:path>
              <a:path w="6730365" h="7059295">
                <a:moveTo>
                  <a:pt x="6150053" y="5720165"/>
                </a:moveTo>
                <a:lnTo>
                  <a:pt x="6108923" y="5656665"/>
                </a:lnTo>
                <a:lnTo>
                  <a:pt x="6180166" y="5605865"/>
                </a:lnTo>
                <a:lnTo>
                  <a:pt x="6221296" y="5682065"/>
                </a:lnTo>
                <a:lnTo>
                  <a:pt x="6150053" y="5720165"/>
                </a:lnTo>
                <a:close/>
              </a:path>
              <a:path w="6730365" h="7059295">
                <a:moveTo>
                  <a:pt x="5816268" y="5745565"/>
                </a:moveTo>
                <a:lnTo>
                  <a:pt x="5776897" y="5669365"/>
                </a:lnTo>
                <a:lnTo>
                  <a:pt x="5845084" y="5631265"/>
                </a:lnTo>
                <a:lnTo>
                  <a:pt x="5884454" y="5694765"/>
                </a:lnTo>
                <a:lnTo>
                  <a:pt x="5816268" y="5745565"/>
                </a:lnTo>
                <a:close/>
              </a:path>
              <a:path w="6730365" h="7059295">
                <a:moveTo>
                  <a:pt x="6687554" y="5758265"/>
                </a:moveTo>
                <a:lnTo>
                  <a:pt x="6642011" y="5682065"/>
                </a:lnTo>
                <a:lnTo>
                  <a:pt x="6720889" y="5643965"/>
                </a:lnTo>
                <a:lnTo>
                  <a:pt x="6730211" y="5656665"/>
                </a:lnTo>
                <a:lnTo>
                  <a:pt x="6730211" y="5732865"/>
                </a:lnTo>
                <a:lnTo>
                  <a:pt x="6687554" y="5758265"/>
                </a:lnTo>
                <a:close/>
              </a:path>
              <a:path w="6730365" h="7059295">
                <a:moveTo>
                  <a:pt x="5482802" y="5758265"/>
                </a:moveTo>
                <a:lnTo>
                  <a:pt x="5446074" y="5694765"/>
                </a:lnTo>
                <a:lnTo>
                  <a:pt x="5509681" y="5656665"/>
                </a:lnTo>
                <a:lnTo>
                  <a:pt x="5546404" y="5720165"/>
                </a:lnTo>
                <a:lnTo>
                  <a:pt x="5482802" y="5758265"/>
                </a:lnTo>
                <a:close/>
              </a:path>
              <a:path w="6730365" h="7059295">
                <a:moveTo>
                  <a:pt x="6353870" y="5783665"/>
                </a:moveTo>
                <a:lnTo>
                  <a:pt x="6310389" y="5707465"/>
                </a:lnTo>
                <a:lnTo>
                  <a:pt x="6385701" y="5656665"/>
                </a:lnTo>
                <a:lnTo>
                  <a:pt x="6429182" y="5732865"/>
                </a:lnTo>
                <a:lnTo>
                  <a:pt x="6353870" y="5783665"/>
                </a:lnTo>
                <a:close/>
              </a:path>
              <a:path w="6730365" h="7059295">
                <a:moveTo>
                  <a:pt x="5149438" y="5770965"/>
                </a:moveTo>
                <a:lnTo>
                  <a:pt x="5115653" y="5707465"/>
                </a:lnTo>
                <a:lnTo>
                  <a:pt x="5174173" y="5682065"/>
                </a:lnTo>
                <a:lnTo>
                  <a:pt x="5207964" y="5732865"/>
                </a:lnTo>
                <a:lnTo>
                  <a:pt x="5149438" y="5770965"/>
                </a:lnTo>
                <a:close/>
              </a:path>
              <a:path w="6730365" h="7059295">
                <a:moveTo>
                  <a:pt x="6020405" y="5796365"/>
                </a:moveTo>
                <a:lnTo>
                  <a:pt x="5979565" y="5720165"/>
                </a:lnTo>
                <a:lnTo>
                  <a:pt x="6050298" y="5682065"/>
                </a:lnTo>
                <a:lnTo>
                  <a:pt x="6091138" y="5758265"/>
                </a:lnTo>
                <a:lnTo>
                  <a:pt x="6020405" y="5796365"/>
                </a:lnTo>
                <a:close/>
              </a:path>
              <a:path w="6730365" h="7059295">
                <a:moveTo>
                  <a:pt x="5686720" y="5809065"/>
                </a:moveTo>
                <a:lnTo>
                  <a:pt x="5647942" y="5745565"/>
                </a:lnTo>
                <a:lnTo>
                  <a:pt x="5715109" y="5707465"/>
                </a:lnTo>
                <a:lnTo>
                  <a:pt x="5753894" y="5770965"/>
                </a:lnTo>
                <a:lnTo>
                  <a:pt x="5686720" y="5809065"/>
                </a:lnTo>
                <a:close/>
              </a:path>
              <a:path w="6730365" h="7059295">
                <a:moveTo>
                  <a:pt x="6557793" y="5834465"/>
                </a:moveTo>
                <a:lnTo>
                  <a:pt x="6512251" y="5758265"/>
                </a:lnTo>
                <a:lnTo>
                  <a:pt x="6591129" y="5707465"/>
                </a:lnTo>
                <a:lnTo>
                  <a:pt x="6636671" y="5796365"/>
                </a:lnTo>
                <a:lnTo>
                  <a:pt x="6557793" y="5834465"/>
                </a:lnTo>
                <a:close/>
              </a:path>
              <a:path w="6730365" h="7059295">
                <a:moveTo>
                  <a:pt x="5353362" y="5834465"/>
                </a:moveTo>
                <a:lnTo>
                  <a:pt x="5317522" y="5770965"/>
                </a:lnTo>
                <a:lnTo>
                  <a:pt x="5379602" y="5732865"/>
                </a:lnTo>
                <a:lnTo>
                  <a:pt x="5415448" y="5796365"/>
                </a:lnTo>
                <a:lnTo>
                  <a:pt x="5353362" y="5834465"/>
                </a:lnTo>
                <a:close/>
              </a:path>
              <a:path w="6730365" h="7059295">
                <a:moveTo>
                  <a:pt x="6224222" y="5859865"/>
                </a:moveTo>
                <a:lnTo>
                  <a:pt x="6181031" y="5783665"/>
                </a:lnTo>
                <a:lnTo>
                  <a:pt x="6255839" y="5732865"/>
                </a:lnTo>
                <a:lnTo>
                  <a:pt x="6299024" y="5809065"/>
                </a:lnTo>
                <a:lnTo>
                  <a:pt x="6224222" y="5859865"/>
                </a:lnTo>
                <a:close/>
              </a:path>
              <a:path w="6730365" h="7059295">
                <a:moveTo>
                  <a:pt x="5890756" y="5872565"/>
                </a:moveTo>
                <a:lnTo>
                  <a:pt x="5850212" y="5796365"/>
                </a:lnTo>
                <a:lnTo>
                  <a:pt x="5920436" y="5758265"/>
                </a:lnTo>
                <a:lnTo>
                  <a:pt x="5960979" y="5834465"/>
                </a:lnTo>
                <a:lnTo>
                  <a:pt x="5890756" y="5872565"/>
                </a:lnTo>
                <a:close/>
              </a:path>
              <a:path w="6730365" h="7059295">
                <a:moveTo>
                  <a:pt x="5557178" y="5885265"/>
                </a:moveTo>
                <a:lnTo>
                  <a:pt x="5518986" y="5821765"/>
                </a:lnTo>
                <a:lnTo>
                  <a:pt x="5585135" y="5783665"/>
                </a:lnTo>
                <a:lnTo>
                  <a:pt x="5623327" y="5847165"/>
                </a:lnTo>
                <a:lnTo>
                  <a:pt x="5557178" y="5885265"/>
                </a:lnTo>
                <a:close/>
              </a:path>
              <a:path w="6730365" h="7059295">
                <a:moveTo>
                  <a:pt x="6428139" y="5910665"/>
                </a:moveTo>
                <a:lnTo>
                  <a:pt x="6382899" y="5834465"/>
                </a:lnTo>
                <a:lnTo>
                  <a:pt x="6461267" y="5783665"/>
                </a:lnTo>
                <a:lnTo>
                  <a:pt x="6506507" y="5872565"/>
                </a:lnTo>
                <a:lnTo>
                  <a:pt x="6428139" y="5910665"/>
                </a:lnTo>
                <a:close/>
              </a:path>
              <a:path w="6730365" h="7059295">
                <a:moveTo>
                  <a:pt x="5223820" y="5897965"/>
                </a:moveTo>
                <a:lnTo>
                  <a:pt x="5188560" y="5847165"/>
                </a:lnTo>
                <a:lnTo>
                  <a:pt x="5249627" y="5809065"/>
                </a:lnTo>
                <a:lnTo>
                  <a:pt x="5284887" y="5872565"/>
                </a:lnTo>
                <a:lnTo>
                  <a:pt x="5223820" y="5897965"/>
                </a:lnTo>
                <a:close/>
              </a:path>
              <a:path w="6730365" h="7059295">
                <a:moveTo>
                  <a:pt x="6094573" y="5923365"/>
                </a:moveTo>
                <a:lnTo>
                  <a:pt x="6051679" y="5859865"/>
                </a:lnTo>
                <a:lnTo>
                  <a:pt x="6125966" y="5809065"/>
                </a:lnTo>
                <a:lnTo>
                  <a:pt x="6168860" y="5885265"/>
                </a:lnTo>
                <a:lnTo>
                  <a:pt x="6094573" y="5923365"/>
                </a:lnTo>
                <a:close/>
              </a:path>
              <a:path w="6730365" h="7059295">
                <a:moveTo>
                  <a:pt x="5761208" y="5948765"/>
                </a:moveTo>
                <a:lnTo>
                  <a:pt x="5721251" y="5872565"/>
                </a:lnTo>
                <a:lnTo>
                  <a:pt x="5790462" y="5834465"/>
                </a:lnTo>
                <a:lnTo>
                  <a:pt x="5830419" y="5910665"/>
                </a:lnTo>
                <a:lnTo>
                  <a:pt x="5761208" y="5948765"/>
                </a:lnTo>
                <a:close/>
              </a:path>
              <a:path w="6730365" h="7059295">
                <a:moveTo>
                  <a:pt x="6632069" y="5974165"/>
                </a:moveTo>
                <a:lnTo>
                  <a:pt x="6584767" y="5885265"/>
                </a:lnTo>
                <a:lnTo>
                  <a:pt x="6666695" y="5834465"/>
                </a:lnTo>
                <a:lnTo>
                  <a:pt x="6713997" y="5923365"/>
                </a:lnTo>
                <a:lnTo>
                  <a:pt x="6632069" y="5974165"/>
                </a:lnTo>
                <a:close/>
              </a:path>
              <a:path w="6730365" h="7059295">
                <a:moveTo>
                  <a:pt x="5427632" y="5961465"/>
                </a:moveTo>
                <a:lnTo>
                  <a:pt x="5390026" y="5897965"/>
                </a:lnTo>
                <a:lnTo>
                  <a:pt x="5455162" y="5859865"/>
                </a:lnTo>
                <a:lnTo>
                  <a:pt x="5492767" y="5923365"/>
                </a:lnTo>
                <a:lnTo>
                  <a:pt x="5427632" y="5961465"/>
                </a:lnTo>
                <a:close/>
              </a:path>
              <a:path w="6730365" h="7059295">
                <a:moveTo>
                  <a:pt x="6298491" y="5986865"/>
                </a:moveTo>
                <a:lnTo>
                  <a:pt x="6253541" y="5910665"/>
                </a:lnTo>
                <a:lnTo>
                  <a:pt x="6331394" y="5859865"/>
                </a:lnTo>
                <a:lnTo>
                  <a:pt x="6376350" y="5936065"/>
                </a:lnTo>
                <a:lnTo>
                  <a:pt x="6298491" y="5986865"/>
                </a:lnTo>
                <a:close/>
              </a:path>
              <a:path w="6730365" h="7059295">
                <a:moveTo>
                  <a:pt x="5965025" y="5999565"/>
                </a:moveTo>
                <a:lnTo>
                  <a:pt x="5922717" y="5923365"/>
                </a:lnTo>
                <a:lnTo>
                  <a:pt x="5995991" y="5885265"/>
                </a:lnTo>
                <a:lnTo>
                  <a:pt x="6038299" y="5961465"/>
                </a:lnTo>
                <a:lnTo>
                  <a:pt x="5965025" y="5999565"/>
                </a:lnTo>
                <a:close/>
              </a:path>
              <a:path w="6730365" h="7059295">
                <a:moveTo>
                  <a:pt x="5631560" y="6024965"/>
                </a:moveTo>
                <a:lnTo>
                  <a:pt x="5591900" y="5948765"/>
                </a:lnTo>
                <a:lnTo>
                  <a:pt x="5660589" y="5910665"/>
                </a:lnTo>
                <a:lnTo>
                  <a:pt x="5700250" y="5974165"/>
                </a:lnTo>
                <a:lnTo>
                  <a:pt x="5631560" y="6024965"/>
                </a:lnTo>
                <a:close/>
              </a:path>
              <a:path w="6730365" h="7059295">
                <a:moveTo>
                  <a:pt x="6502415" y="6050365"/>
                </a:moveTo>
                <a:lnTo>
                  <a:pt x="6455409" y="5961465"/>
                </a:lnTo>
                <a:lnTo>
                  <a:pt x="6536827" y="5910665"/>
                </a:lnTo>
                <a:lnTo>
                  <a:pt x="6583833" y="5999565"/>
                </a:lnTo>
                <a:lnTo>
                  <a:pt x="6502415" y="6050365"/>
                </a:lnTo>
                <a:close/>
              </a:path>
              <a:path w="6730365" h="7059295">
                <a:moveTo>
                  <a:pt x="5298096" y="6037665"/>
                </a:moveTo>
                <a:lnTo>
                  <a:pt x="5261076" y="5974165"/>
                </a:lnTo>
                <a:lnTo>
                  <a:pt x="5325188" y="5936065"/>
                </a:lnTo>
                <a:lnTo>
                  <a:pt x="5362207" y="5999565"/>
                </a:lnTo>
                <a:lnTo>
                  <a:pt x="5298096" y="6037665"/>
                </a:lnTo>
                <a:close/>
              </a:path>
              <a:path w="6730365" h="7059295">
                <a:moveTo>
                  <a:pt x="6168842" y="6063065"/>
                </a:moveTo>
                <a:lnTo>
                  <a:pt x="6124182" y="5986865"/>
                </a:lnTo>
                <a:lnTo>
                  <a:pt x="6201531" y="5936065"/>
                </a:lnTo>
                <a:lnTo>
                  <a:pt x="6246191" y="6012265"/>
                </a:lnTo>
                <a:lnTo>
                  <a:pt x="6168842" y="6063065"/>
                </a:lnTo>
                <a:close/>
              </a:path>
              <a:path w="6730365" h="7059295">
                <a:moveTo>
                  <a:pt x="5835478" y="6075765"/>
                </a:moveTo>
                <a:lnTo>
                  <a:pt x="5793761" y="5999565"/>
                </a:lnTo>
                <a:lnTo>
                  <a:pt x="5866017" y="5961465"/>
                </a:lnTo>
                <a:lnTo>
                  <a:pt x="5907739" y="6037665"/>
                </a:lnTo>
                <a:lnTo>
                  <a:pt x="5835478" y="6075765"/>
                </a:lnTo>
                <a:close/>
              </a:path>
              <a:path w="6730365" h="7059295">
                <a:moveTo>
                  <a:pt x="6706871" y="6101165"/>
                </a:moveTo>
                <a:lnTo>
                  <a:pt x="6659280" y="6012265"/>
                </a:lnTo>
                <a:lnTo>
                  <a:pt x="6730211" y="5974165"/>
                </a:lnTo>
                <a:lnTo>
                  <a:pt x="6730211" y="6088465"/>
                </a:lnTo>
                <a:lnTo>
                  <a:pt x="6706871" y="6101165"/>
                </a:lnTo>
                <a:close/>
              </a:path>
              <a:path w="6730365" h="7059295">
                <a:moveTo>
                  <a:pt x="5502014" y="6088465"/>
                </a:moveTo>
                <a:lnTo>
                  <a:pt x="5462939" y="6024965"/>
                </a:lnTo>
                <a:lnTo>
                  <a:pt x="5530616" y="5986865"/>
                </a:lnTo>
                <a:lnTo>
                  <a:pt x="5569690" y="6050365"/>
                </a:lnTo>
                <a:lnTo>
                  <a:pt x="5502014" y="6088465"/>
                </a:lnTo>
                <a:close/>
              </a:path>
              <a:path w="6730365" h="7059295">
                <a:moveTo>
                  <a:pt x="6372766" y="6113865"/>
                </a:moveTo>
                <a:lnTo>
                  <a:pt x="6326057" y="6037665"/>
                </a:lnTo>
                <a:lnTo>
                  <a:pt x="6406960" y="5986865"/>
                </a:lnTo>
                <a:lnTo>
                  <a:pt x="6453675" y="6075765"/>
                </a:lnTo>
                <a:lnTo>
                  <a:pt x="6372766" y="6113865"/>
                </a:lnTo>
                <a:close/>
              </a:path>
              <a:path w="6730365" h="7059295">
                <a:moveTo>
                  <a:pt x="6039294" y="6139265"/>
                </a:moveTo>
                <a:lnTo>
                  <a:pt x="5995226" y="6063065"/>
                </a:lnTo>
                <a:lnTo>
                  <a:pt x="6071557" y="6012265"/>
                </a:lnTo>
                <a:lnTo>
                  <a:pt x="6115624" y="6088465"/>
                </a:lnTo>
                <a:lnTo>
                  <a:pt x="6039294" y="6139265"/>
                </a:lnTo>
                <a:close/>
              </a:path>
              <a:path w="6730365" h="7059295">
                <a:moveTo>
                  <a:pt x="5705936" y="6151965"/>
                </a:moveTo>
                <a:lnTo>
                  <a:pt x="5664806" y="6075765"/>
                </a:lnTo>
                <a:lnTo>
                  <a:pt x="5736049" y="6037665"/>
                </a:lnTo>
                <a:lnTo>
                  <a:pt x="5777179" y="6113865"/>
                </a:lnTo>
                <a:lnTo>
                  <a:pt x="5705936" y="6151965"/>
                </a:lnTo>
                <a:close/>
              </a:path>
              <a:path w="6730365" h="7059295">
                <a:moveTo>
                  <a:pt x="6576796" y="6177365"/>
                </a:moveTo>
                <a:lnTo>
                  <a:pt x="6528322" y="6088465"/>
                </a:lnTo>
                <a:lnTo>
                  <a:pt x="6612282" y="6037665"/>
                </a:lnTo>
                <a:lnTo>
                  <a:pt x="6660756" y="6126565"/>
                </a:lnTo>
                <a:lnTo>
                  <a:pt x="6576796" y="6177365"/>
                </a:lnTo>
                <a:close/>
              </a:path>
              <a:path w="6730365" h="7059295">
                <a:moveTo>
                  <a:pt x="5372472" y="6164665"/>
                </a:moveTo>
                <a:lnTo>
                  <a:pt x="5333983" y="6101165"/>
                </a:lnTo>
                <a:lnTo>
                  <a:pt x="5400641" y="6063065"/>
                </a:lnTo>
                <a:lnTo>
                  <a:pt x="5439130" y="6126565"/>
                </a:lnTo>
                <a:lnTo>
                  <a:pt x="5372472" y="6164665"/>
                </a:lnTo>
                <a:close/>
              </a:path>
              <a:path w="6730365" h="7059295">
                <a:moveTo>
                  <a:pt x="6243111" y="6190065"/>
                </a:moveTo>
                <a:lnTo>
                  <a:pt x="6196692" y="6113865"/>
                </a:lnTo>
                <a:lnTo>
                  <a:pt x="6277092" y="6063065"/>
                </a:lnTo>
                <a:lnTo>
                  <a:pt x="6323511" y="6151965"/>
                </a:lnTo>
                <a:lnTo>
                  <a:pt x="6243111" y="6190065"/>
                </a:lnTo>
                <a:close/>
              </a:path>
              <a:path w="6730365" h="7059295">
                <a:moveTo>
                  <a:pt x="5909753" y="6215465"/>
                </a:moveTo>
                <a:lnTo>
                  <a:pt x="5866271" y="6139265"/>
                </a:lnTo>
                <a:lnTo>
                  <a:pt x="5941583" y="6088465"/>
                </a:lnTo>
                <a:lnTo>
                  <a:pt x="5985064" y="6164665"/>
                </a:lnTo>
                <a:lnTo>
                  <a:pt x="5909753" y="6215465"/>
                </a:lnTo>
                <a:close/>
              </a:path>
              <a:path w="6730365" h="7059295">
                <a:moveTo>
                  <a:pt x="5576502" y="6228165"/>
                </a:moveTo>
                <a:lnTo>
                  <a:pt x="5536255" y="6151965"/>
                </a:lnTo>
                <a:lnTo>
                  <a:pt x="5605969" y="6113865"/>
                </a:lnTo>
                <a:lnTo>
                  <a:pt x="5646216" y="6190065"/>
                </a:lnTo>
                <a:lnTo>
                  <a:pt x="5576502" y="6228165"/>
                </a:lnTo>
                <a:close/>
              </a:path>
              <a:path w="6730365" h="7059295">
                <a:moveTo>
                  <a:pt x="6447148" y="6253565"/>
                </a:moveTo>
                <a:lnTo>
                  <a:pt x="6398964" y="6164665"/>
                </a:lnTo>
                <a:lnTo>
                  <a:pt x="6482414" y="6113865"/>
                </a:lnTo>
                <a:lnTo>
                  <a:pt x="6530598" y="6202765"/>
                </a:lnTo>
                <a:lnTo>
                  <a:pt x="6447148" y="6253565"/>
                </a:lnTo>
                <a:close/>
              </a:path>
              <a:path w="6730365" h="7059295">
                <a:moveTo>
                  <a:pt x="6113569" y="6266265"/>
                </a:moveTo>
                <a:lnTo>
                  <a:pt x="6067737" y="6190065"/>
                </a:lnTo>
                <a:lnTo>
                  <a:pt x="6147117" y="6139265"/>
                </a:lnTo>
                <a:lnTo>
                  <a:pt x="6192950" y="6215465"/>
                </a:lnTo>
                <a:lnTo>
                  <a:pt x="6113569" y="6266265"/>
                </a:lnTo>
                <a:close/>
              </a:path>
              <a:path w="6730365" h="7059295">
                <a:moveTo>
                  <a:pt x="5780205" y="6278965"/>
                </a:moveTo>
                <a:lnTo>
                  <a:pt x="5737316" y="6202765"/>
                </a:lnTo>
                <a:lnTo>
                  <a:pt x="5811609" y="6164665"/>
                </a:lnTo>
                <a:lnTo>
                  <a:pt x="5854504" y="6240865"/>
                </a:lnTo>
                <a:lnTo>
                  <a:pt x="5780205" y="6278965"/>
                </a:lnTo>
                <a:close/>
              </a:path>
              <a:path w="6730365" h="7059295">
                <a:moveTo>
                  <a:pt x="6650953" y="6304365"/>
                </a:moveTo>
                <a:lnTo>
                  <a:pt x="6600424" y="6215465"/>
                </a:lnTo>
                <a:lnTo>
                  <a:pt x="6687949" y="6164665"/>
                </a:lnTo>
                <a:lnTo>
                  <a:pt x="6730211" y="6240865"/>
                </a:lnTo>
                <a:lnTo>
                  <a:pt x="6730211" y="6266265"/>
                </a:lnTo>
                <a:lnTo>
                  <a:pt x="6650953" y="6304365"/>
                </a:lnTo>
                <a:close/>
              </a:path>
              <a:path w="6730365" h="7059295">
                <a:moveTo>
                  <a:pt x="5446954" y="6304365"/>
                </a:moveTo>
                <a:lnTo>
                  <a:pt x="5407293" y="6228165"/>
                </a:lnTo>
                <a:lnTo>
                  <a:pt x="5475995" y="6190065"/>
                </a:lnTo>
                <a:lnTo>
                  <a:pt x="5515656" y="6253565"/>
                </a:lnTo>
                <a:lnTo>
                  <a:pt x="5446954" y="6304365"/>
                </a:lnTo>
                <a:close/>
              </a:path>
              <a:path w="6730365" h="7059295">
                <a:moveTo>
                  <a:pt x="6317487" y="6329765"/>
                </a:moveTo>
                <a:lnTo>
                  <a:pt x="6269600" y="6240865"/>
                </a:lnTo>
                <a:lnTo>
                  <a:pt x="6352546" y="6190065"/>
                </a:lnTo>
                <a:lnTo>
                  <a:pt x="6400434" y="6278965"/>
                </a:lnTo>
                <a:lnTo>
                  <a:pt x="6317487" y="6329765"/>
                </a:lnTo>
                <a:close/>
              </a:path>
              <a:path w="6730365" h="7059295">
                <a:moveTo>
                  <a:pt x="5984022" y="6342465"/>
                </a:moveTo>
                <a:lnTo>
                  <a:pt x="5938781" y="6266265"/>
                </a:lnTo>
                <a:lnTo>
                  <a:pt x="6017149" y="6215465"/>
                </a:lnTo>
                <a:lnTo>
                  <a:pt x="6062389" y="6291665"/>
                </a:lnTo>
                <a:lnTo>
                  <a:pt x="5984022" y="6342465"/>
                </a:lnTo>
                <a:close/>
              </a:path>
              <a:path w="6730365" h="7059295">
                <a:moveTo>
                  <a:pt x="5650771" y="6355165"/>
                </a:moveTo>
                <a:lnTo>
                  <a:pt x="5608759" y="6278965"/>
                </a:lnTo>
                <a:lnTo>
                  <a:pt x="5681523" y="6240865"/>
                </a:lnTo>
                <a:lnTo>
                  <a:pt x="5723542" y="6317065"/>
                </a:lnTo>
                <a:lnTo>
                  <a:pt x="5650771" y="6355165"/>
                </a:lnTo>
                <a:close/>
              </a:path>
              <a:path w="6730365" h="7059295">
                <a:moveTo>
                  <a:pt x="6521417" y="6380565"/>
                </a:moveTo>
                <a:lnTo>
                  <a:pt x="6471474" y="6291665"/>
                </a:lnTo>
                <a:lnTo>
                  <a:pt x="6557974" y="6240865"/>
                </a:lnTo>
                <a:lnTo>
                  <a:pt x="6607917" y="6329765"/>
                </a:lnTo>
                <a:lnTo>
                  <a:pt x="6521417" y="6380565"/>
                </a:lnTo>
                <a:close/>
              </a:path>
              <a:path w="6730365" h="7059295">
                <a:moveTo>
                  <a:pt x="6187838" y="6393265"/>
                </a:moveTo>
                <a:lnTo>
                  <a:pt x="6140247" y="6317065"/>
                </a:lnTo>
                <a:lnTo>
                  <a:pt x="6222684" y="6266265"/>
                </a:lnTo>
                <a:lnTo>
                  <a:pt x="6270275" y="6355165"/>
                </a:lnTo>
                <a:lnTo>
                  <a:pt x="6187838" y="6393265"/>
                </a:lnTo>
                <a:close/>
              </a:path>
              <a:path w="6730365" h="7059295">
                <a:moveTo>
                  <a:pt x="5854587" y="6418665"/>
                </a:moveTo>
                <a:lnTo>
                  <a:pt x="5810223" y="6342465"/>
                </a:lnTo>
                <a:lnTo>
                  <a:pt x="5887063" y="6291665"/>
                </a:lnTo>
                <a:lnTo>
                  <a:pt x="5931427" y="6367865"/>
                </a:lnTo>
                <a:lnTo>
                  <a:pt x="5854587" y="6418665"/>
                </a:lnTo>
                <a:close/>
              </a:path>
              <a:path w="6730365" h="7059295">
                <a:moveTo>
                  <a:pt x="5521336" y="6431365"/>
                </a:moveTo>
                <a:lnTo>
                  <a:pt x="5480206" y="6355165"/>
                </a:lnTo>
                <a:lnTo>
                  <a:pt x="5551449" y="6317065"/>
                </a:lnTo>
                <a:lnTo>
                  <a:pt x="5592579" y="6393265"/>
                </a:lnTo>
                <a:lnTo>
                  <a:pt x="5521336" y="6431365"/>
                </a:lnTo>
                <a:close/>
              </a:path>
              <a:path w="6730365" h="7059295">
                <a:moveTo>
                  <a:pt x="6391763" y="6456765"/>
                </a:moveTo>
                <a:lnTo>
                  <a:pt x="6342116" y="6367865"/>
                </a:lnTo>
                <a:lnTo>
                  <a:pt x="6428113" y="6317065"/>
                </a:lnTo>
                <a:lnTo>
                  <a:pt x="6477760" y="6405965"/>
                </a:lnTo>
                <a:lnTo>
                  <a:pt x="6391763" y="6456765"/>
                </a:lnTo>
                <a:close/>
              </a:path>
              <a:path w="6730365" h="7059295">
                <a:moveTo>
                  <a:pt x="6730211" y="6431365"/>
                </a:moveTo>
                <a:lnTo>
                  <a:pt x="6727171" y="6431365"/>
                </a:lnTo>
                <a:lnTo>
                  <a:pt x="6680160" y="6355165"/>
                </a:lnTo>
                <a:lnTo>
                  <a:pt x="6730211" y="6317065"/>
                </a:lnTo>
                <a:lnTo>
                  <a:pt x="6730211" y="6431365"/>
                </a:lnTo>
                <a:close/>
              </a:path>
              <a:path w="6730365" h="7059295">
                <a:moveTo>
                  <a:pt x="6058403" y="6469465"/>
                </a:moveTo>
                <a:lnTo>
                  <a:pt x="6011688" y="6393265"/>
                </a:lnTo>
                <a:lnTo>
                  <a:pt x="6092603" y="6342465"/>
                </a:lnTo>
                <a:lnTo>
                  <a:pt x="6139318" y="6431365"/>
                </a:lnTo>
                <a:lnTo>
                  <a:pt x="6058403" y="6469465"/>
                </a:lnTo>
                <a:close/>
              </a:path>
              <a:path w="6730365" h="7059295">
                <a:moveTo>
                  <a:pt x="5725046" y="6494865"/>
                </a:moveTo>
                <a:lnTo>
                  <a:pt x="5681275" y="6418665"/>
                </a:lnTo>
                <a:lnTo>
                  <a:pt x="5757090" y="6367865"/>
                </a:lnTo>
                <a:lnTo>
                  <a:pt x="5800867" y="6444065"/>
                </a:lnTo>
                <a:lnTo>
                  <a:pt x="5725046" y="6494865"/>
                </a:lnTo>
                <a:close/>
              </a:path>
              <a:path w="6730365" h="7059295">
                <a:moveTo>
                  <a:pt x="6595579" y="6520265"/>
                </a:moveTo>
                <a:lnTo>
                  <a:pt x="6543581" y="6431365"/>
                </a:lnTo>
                <a:lnTo>
                  <a:pt x="6633647" y="6367865"/>
                </a:lnTo>
                <a:lnTo>
                  <a:pt x="6685651" y="6469465"/>
                </a:lnTo>
                <a:lnTo>
                  <a:pt x="6595579" y="6520265"/>
                </a:lnTo>
                <a:close/>
              </a:path>
              <a:path w="6730365" h="7059295">
                <a:moveTo>
                  <a:pt x="6262327" y="6532965"/>
                </a:moveTo>
                <a:lnTo>
                  <a:pt x="6213556" y="6444065"/>
                </a:lnTo>
                <a:lnTo>
                  <a:pt x="6298031" y="6393265"/>
                </a:lnTo>
                <a:lnTo>
                  <a:pt x="6346801" y="6482165"/>
                </a:lnTo>
                <a:lnTo>
                  <a:pt x="6262327" y="6532965"/>
                </a:lnTo>
                <a:close/>
              </a:path>
              <a:path w="6730365" h="7059295">
                <a:moveTo>
                  <a:pt x="5928862" y="6545665"/>
                </a:moveTo>
                <a:lnTo>
                  <a:pt x="5882740" y="6469465"/>
                </a:lnTo>
                <a:lnTo>
                  <a:pt x="5962630" y="6418665"/>
                </a:lnTo>
                <a:lnTo>
                  <a:pt x="6008753" y="6494865"/>
                </a:lnTo>
                <a:lnTo>
                  <a:pt x="5928862" y="6545665"/>
                </a:lnTo>
                <a:close/>
              </a:path>
              <a:path w="6730365" h="7059295">
                <a:moveTo>
                  <a:pt x="5595712" y="6558365"/>
                </a:moveTo>
                <a:lnTo>
                  <a:pt x="5553113" y="6494865"/>
                </a:lnTo>
                <a:lnTo>
                  <a:pt x="5626903" y="6444065"/>
                </a:lnTo>
                <a:lnTo>
                  <a:pt x="5669501" y="6520265"/>
                </a:lnTo>
                <a:lnTo>
                  <a:pt x="5595712" y="6558365"/>
                </a:lnTo>
                <a:close/>
              </a:path>
              <a:path w="6730365" h="7059295">
                <a:moveTo>
                  <a:pt x="6466038" y="6583765"/>
                </a:moveTo>
                <a:lnTo>
                  <a:pt x="6414620" y="6494865"/>
                </a:lnTo>
                <a:lnTo>
                  <a:pt x="6503673" y="6444065"/>
                </a:lnTo>
                <a:lnTo>
                  <a:pt x="6555091" y="6532965"/>
                </a:lnTo>
                <a:lnTo>
                  <a:pt x="6466038" y="6583765"/>
                </a:lnTo>
                <a:close/>
              </a:path>
              <a:path w="6730365" h="7059295">
                <a:moveTo>
                  <a:pt x="6132779" y="6609165"/>
                </a:moveTo>
                <a:lnTo>
                  <a:pt x="6084601" y="6520265"/>
                </a:lnTo>
                <a:lnTo>
                  <a:pt x="6168057" y="6469465"/>
                </a:lnTo>
                <a:lnTo>
                  <a:pt x="6216235" y="6558365"/>
                </a:lnTo>
                <a:lnTo>
                  <a:pt x="6132779" y="6609165"/>
                </a:lnTo>
                <a:close/>
              </a:path>
              <a:path w="6730365" h="7059295">
                <a:moveTo>
                  <a:pt x="5799428" y="6621865"/>
                </a:moveTo>
                <a:lnTo>
                  <a:pt x="5754182" y="6545665"/>
                </a:lnTo>
                <a:lnTo>
                  <a:pt x="5832544" y="6494865"/>
                </a:lnTo>
                <a:lnTo>
                  <a:pt x="5877790" y="6571065"/>
                </a:lnTo>
                <a:lnTo>
                  <a:pt x="5799428" y="6621865"/>
                </a:lnTo>
                <a:close/>
              </a:path>
              <a:path w="6730365" h="7059295">
                <a:moveTo>
                  <a:pt x="6669849" y="6647265"/>
                </a:moveTo>
                <a:lnTo>
                  <a:pt x="6616085" y="6558365"/>
                </a:lnTo>
                <a:lnTo>
                  <a:pt x="6709207" y="6494865"/>
                </a:lnTo>
                <a:lnTo>
                  <a:pt x="6730211" y="6532965"/>
                </a:lnTo>
                <a:lnTo>
                  <a:pt x="6730211" y="6609165"/>
                </a:lnTo>
                <a:lnTo>
                  <a:pt x="6669849" y="6647265"/>
                </a:lnTo>
                <a:close/>
              </a:path>
              <a:path w="6730365" h="7059295">
                <a:moveTo>
                  <a:pt x="6336495" y="6659965"/>
                </a:moveTo>
                <a:lnTo>
                  <a:pt x="6285663" y="6571065"/>
                </a:lnTo>
                <a:lnTo>
                  <a:pt x="6373697" y="6520265"/>
                </a:lnTo>
                <a:lnTo>
                  <a:pt x="6424529" y="6609165"/>
                </a:lnTo>
                <a:lnTo>
                  <a:pt x="6336495" y="6659965"/>
                </a:lnTo>
                <a:close/>
              </a:path>
              <a:path w="6730365" h="7059295">
                <a:moveTo>
                  <a:pt x="6003244" y="6685365"/>
                </a:moveTo>
                <a:lnTo>
                  <a:pt x="5955646" y="6596465"/>
                </a:lnTo>
                <a:lnTo>
                  <a:pt x="6038083" y="6545665"/>
                </a:lnTo>
                <a:lnTo>
                  <a:pt x="6085675" y="6634565"/>
                </a:lnTo>
                <a:lnTo>
                  <a:pt x="6003244" y="6685365"/>
                </a:lnTo>
                <a:close/>
              </a:path>
              <a:path w="6730365" h="7059295">
                <a:moveTo>
                  <a:pt x="5669993" y="6698065"/>
                </a:moveTo>
                <a:lnTo>
                  <a:pt x="5625629" y="6621865"/>
                </a:lnTo>
                <a:lnTo>
                  <a:pt x="5702463" y="6571065"/>
                </a:lnTo>
                <a:lnTo>
                  <a:pt x="5746827" y="6647265"/>
                </a:lnTo>
                <a:lnTo>
                  <a:pt x="5669993" y="6698065"/>
                </a:lnTo>
                <a:close/>
              </a:path>
              <a:path w="6730365" h="7059295">
                <a:moveTo>
                  <a:pt x="6540307" y="6723465"/>
                </a:moveTo>
                <a:lnTo>
                  <a:pt x="6487130" y="6634565"/>
                </a:lnTo>
                <a:lnTo>
                  <a:pt x="6579233" y="6571065"/>
                </a:lnTo>
                <a:lnTo>
                  <a:pt x="6632411" y="6672665"/>
                </a:lnTo>
                <a:lnTo>
                  <a:pt x="6540307" y="6723465"/>
                </a:lnTo>
                <a:close/>
              </a:path>
              <a:path w="6730365" h="7059295">
                <a:moveTo>
                  <a:pt x="6207061" y="6736165"/>
                </a:moveTo>
                <a:lnTo>
                  <a:pt x="6157111" y="6647265"/>
                </a:lnTo>
                <a:lnTo>
                  <a:pt x="6243617" y="6596465"/>
                </a:lnTo>
                <a:lnTo>
                  <a:pt x="6293561" y="6685365"/>
                </a:lnTo>
                <a:lnTo>
                  <a:pt x="6207061" y="6736165"/>
                </a:lnTo>
                <a:close/>
              </a:path>
              <a:path w="6730365" h="7059295">
                <a:moveTo>
                  <a:pt x="5873804" y="6748865"/>
                </a:moveTo>
                <a:lnTo>
                  <a:pt x="5827095" y="6672665"/>
                </a:lnTo>
                <a:lnTo>
                  <a:pt x="5908003" y="6621865"/>
                </a:lnTo>
                <a:lnTo>
                  <a:pt x="5954713" y="6710765"/>
                </a:lnTo>
                <a:lnTo>
                  <a:pt x="5873804" y="6748865"/>
                </a:lnTo>
                <a:close/>
              </a:path>
              <a:path w="6730365" h="7059295">
                <a:moveTo>
                  <a:pt x="6410871" y="6799665"/>
                </a:moveTo>
                <a:lnTo>
                  <a:pt x="6358576" y="6710765"/>
                </a:lnTo>
                <a:lnTo>
                  <a:pt x="6449152" y="6647265"/>
                </a:lnTo>
                <a:lnTo>
                  <a:pt x="6501446" y="6748865"/>
                </a:lnTo>
                <a:lnTo>
                  <a:pt x="6410871" y="6799665"/>
                </a:lnTo>
                <a:close/>
              </a:path>
              <a:path w="6730365" h="7059295">
                <a:moveTo>
                  <a:pt x="6077620" y="6812365"/>
                </a:moveTo>
                <a:lnTo>
                  <a:pt x="6028560" y="6723465"/>
                </a:lnTo>
                <a:lnTo>
                  <a:pt x="6113538" y="6672665"/>
                </a:lnTo>
                <a:lnTo>
                  <a:pt x="6162604" y="6761565"/>
                </a:lnTo>
                <a:lnTo>
                  <a:pt x="6077620" y="6812365"/>
                </a:lnTo>
                <a:close/>
              </a:path>
              <a:path w="6730365" h="7059295">
                <a:moveTo>
                  <a:pt x="6730211" y="6736165"/>
                </a:moveTo>
                <a:lnTo>
                  <a:pt x="6704250" y="6685365"/>
                </a:lnTo>
                <a:lnTo>
                  <a:pt x="6730211" y="6672665"/>
                </a:lnTo>
                <a:lnTo>
                  <a:pt x="6730211" y="6736165"/>
                </a:lnTo>
                <a:close/>
              </a:path>
              <a:path w="6730365" h="7059295">
                <a:moveTo>
                  <a:pt x="5744369" y="6825065"/>
                </a:moveTo>
                <a:lnTo>
                  <a:pt x="5698537" y="6748865"/>
                </a:lnTo>
                <a:lnTo>
                  <a:pt x="5777917" y="6698065"/>
                </a:lnTo>
                <a:lnTo>
                  <a:pt x="5823750" y="6786965"/>
                </a:lnTo>
                <a:lnTo>
                  <a:pt x="5744369" y="6825065"/>
                </a:lnTo>
                <a:close/>
              </a:path>
              <a:path w="6730365" h="7059295">
                <a:moveTo>
                  <a:pt x="6614583" y="6850465"/>
                </a:moveTo>
                <a:lnTo>
                  <a:pt x="6559640" y="6761565"/>
                </a:lnTo>
                <a:lnTo>
                  <a:pt x="6654800" y="6698065"/>
                </a:lnTo>
                <a:lnTo>
                  <a:pt x="6709737" y="6799665"/>
                </a:lnTo>
                <a:lnTo>
                  <a:pt x="6614583" y="6850465"/>
                </a:lnTo>
                <a:close/>
              </a:path>
              <a:path w="6730365" h="7059295">
                <a:moveTo>
                  <a:pt x="6281437" y="6863165"/>
                </a:moveTo>
                <a:lnTo>
                  <a:pt x="6230025" y="6774265"/>
                </a:lnTo>
                <a:lnTo>
                  <a:pt x="6319072" y="6723465"/>
                </a:lnTo>
                <a:lnTo>
                  <a:pt x="6370484" y="6812365"/>
                </a:lnTo>
                <a:lnTo>
                  <a:pt x="6281437" y="6863165"/>
                </a:lnTo>
                <a:close/>
              </a:path>
              <a:path w="6730365" h="7059295">
                <a:moveTo>
                  <a:pt x="5948186" y="6888565"/>
                </a:moveTo>
                <a:lnTo>
                  <a:pt x="5900002" y="6799665"/>
                </a:lnTo>
                <a:lnTo>
                  <a:pt x="5983458" y="6748865"/>
                </a:lnTo>
                <a:lnTo>
                  <a:pt x="6031636" y="6837765"/>
                </a:lnTo>
                <a:lnTo>
                  <a:pt x="5948186" y="6888565"/>
                </a:lnTo>
                <a:close/>
              </a:path>
              <a:path w="6730365" h="7059295">
                <a:moveTo>
                  <a:pt x="6485146" y="6926665"/>
                </a:moveTo>
                <a:lnTo>
                  <a:pt x="6431087" y="6837765"/>
                </a:lnTo>
                <a:lnTo>
                  <a:pt x="6524713" y="6774265"/>
                </a:lnTo>
                <a:lnTo>
                  <a:pt x="6578772" y="6875865"/>
                </a:lnTo>
                <a:lnTo>
                  <a:pt x="6485146" y="6926665"/>
                </a:lnTo>
                <a:close/>
              </a:path>
              <a:path w="6730365" h="7059295">
                <a:moveTo>
                  <a:pt x="6152002" y="6939365"/>
                </a:moveTo>
                <a:lnTo>
                  <a:pt x="6101466" y="6850465"/>
                </a:lnTo>
                <a:lnTo>
                  <a:pt x="6188991" y="6799665"/>
                </a:lnTo>
                <a:lnTo>
                  <a:pt x="6239527" y="6888565"/>
                </a:lnTo>
                <a:lnTo>
                  <a:pt x="6152002" y="6939365"/>
                </a:lnTo>
                <a:close/>
              </a:path>
              <a:path w="6730365" h="7059295">
                <a:moveTo>
                  <a:pt x="5818751" y="6952065"/>
                </a:moveTo>
                <a:lnTo>
                  <a:pt x="5771449" y="6875865"/>
                </a:lnTo>
                <a:lnTo>
                  <a:pt x="5853371" y="6825065"/>
                </a:lnTo>
                <a:lnTo>
                  <a:pt x="5900672" y="6913965"/>
                </a:lnTo>
                <a:lnTo>
                  <a:pt x="5818751" y="6952065"/>
                </a:lnTo>
                <a:close/>
              </a:path>
              <a:path w="6730365" h="7059295">
                <a:moveTo>
                  <a:pt x="6688852" y="6990165"/>
                </a:moveTo>
                <a:lnTo>
                  <a:pt x="6632150" y="6888565"/>
                </a:lnTo>
                <a:lnTo>
                  <a:pt x="6730211" y="6825065"/>
                </a:lnTo>
                <a:lnTo>
                  <a:pt x="6730211" y="6964765"/>
                </a:lnTo>
                <a:lnTo>
                  <a:pt x="6688852" y="6990165"/>
                </a:lnTo>
                <a:close/>
              </a:path>
              <a:path w="6730365" h="7059295">
                <a:moveTo>
                  <a:pt x="6355706" y="7002865"/>
                </a:moveTo>
                <a:lnTo>
                  <a:pt x="6302528" y="6913965"/>
                </a:lnTo>
                <a:lnTo>
                  <a:pt x="6394638" y="6850465"/>
                </a:lnTo>
                <a:lnTo>
                  <a:pt x="6447815" y="6952065"/>
                </a:lnTo>
                <a:lnTo>
                  <a:pt x="6355706" y="7002865"/>
                </a:lnTo>
                <a:close/>
              </a:path>
              <a:path w="6730365" h="7059295">
                <a:moveTo>
                  <a:pt x="6022668" y="7015565"/>
                </a:moveTo>
                <a:lnTo>
                  <a:pt x="5973311" y="6926665"/>
                </a:lnTo>
                <a:lnTo>
                  <a:pt x="6058799" y="6875865"/>
                </a:lnTo>
                <a:lnTo>
                  <a:pt x="6108156" y="6964765"/>
                </a:lnTo>
                <a:lnTo>
                  <a:pt x="6022668" y="7015565"/>
                </a:lnTo>
                <a:close/>
              </a:path>
              <a:path w="6730365" h="7059295">
                <a:moveTo>
                  <a:pt x="6570845" y="7053665"/>
                </a:moveTo>
                <a:lnTo>
                  <a:pt x="6555598" y="7053665"/>
                </a:lnTo>
                <a:lnTo>
                  <a:pt x="6503591" y="6964765"/>
                </a:lnTo>
                <a:lnTo>
                  <a:pt x="6600279" y="6901265"/>
                </a:lnTo>
                <a:lnTo>
                  <a:pt x="6656098" y="7002865"/>
                </a:lnTo>
                <a:lnTo>
                  <a:pt x="6570845" y="7053665"/>
                </a:lnTo>
                <a:close/>
              </a:path>
              <a:path w="6730365" h="7059295">
                <a:moveTo>
                  <a:pt x="6263552" y="7053665"/>
                </a:moveTo>
                <a:lnTo>
                  <a:pt x="6213993" y="7053665"/>
                </a:lnTo>
                <a:lnTo>
                  <a:pt x="6174380" y="6990165"/>
                </a:lnTo>
                <a:lnTo>
                  <a:pt x="6264452" y="6926665"/>
                </a:lnTo>
                <a:lnTo>
                  <a:pt x="6316450" y="7028265"/>
                </a:lnTo>
                <a:lnTo>
                  <a:pt x="6263552" y="7053665"/>
                </a:lnTo>
                <a:close/>
              </a:path>
              <a:path w="6730365" h="7059295">
                <a:moveTo>
                  <a:pt x="5956242" y="7053665"/>
                </a:moveTo>
                <a:lnTo>
                  <a:pt x="5872379" y="7053665"/>
                </a:lnTo>
                <a:lnTo>
                  <a:pt x="5845162" y="7002865"/>
                </a:lnTo>
                <a:lnTo>
                  <a:pt x="5928612" y="6952065"/>
                </a:lnTo>
                <a:lnTo>
                  <a:pt x="5976796" y="7040965"/>
                </a:lnTo>
                <a:lnTo>
                  <a:pt x="5956242" y="7053665"/>
                </a:lnTo>
                <a:close/>
              </a:path>
              <a:path w="6730365" h="7059295">
                <a:moveTo>
                  <a:pt x="6503701" y="7053665"/>
                </a:moveTo>
                <a:lnTo>
                  <a:pt x="6390394" y="7053665"/>
                </a:lnTo>
                <a:lnTo>
                  <a:pt x="6383064" y="7040965"/>
                </a:lnTo>
                <a:lnTo>
                  <a:pt x="6468042" y="6990165"/>
                </a:lnTo>
                <a:lnTo>
                  <a:pt x="6503701" y="7053665"/>
                </a:lnTo>
                <a:close/>
              </a:path>
              <a:path w="6730365" h="7059295">
                <a:moveTo>
                  <a:pt x="6146486" y="7053665"/>
                </a:moveTo>
                <a:lnTo>
                  <a:pt x="6080801" y="7053665"/>
                </a:lnTo>
                <a:lnTo>
                  <a:pt x="6130065" y="7028265"/>
                </a:lnTo>
                <a:lnTo>
                  <a:pt x="6146486" y="7053665"/>
                </a:lnTo>
                <a:close/>
              </a:path>
              <a:path w="6730365" h="7059295">
                <a:moveTo>
                  <a:pt x="3809318" y="3411332"/>
                </a:moveTo>
                <a:lnTo>
                  <a:pt x="3798448" y="3392502"/>
                </a:lnTo>
                <a:lnTo>
                  <a:pt x="3817278" y="3381634"/>
                </a:lnTo>
                <a:lnTo>
                  <a:pt x="3828146" y="3400458"/>
                </a:lnTo>
                <a:lnTo>
                  <a:pt x="3809318" y="3411332"/>
                </a:lnTo>
                <a:close/>
              </a:path>
              <a:path w="6730365" h="7059295">
                <a:moveTo>
                  <a:pt x="3734728" y="3280367"/>
                </a:moveTo>
                <a:lnTo>
                  <a:pt x="3724736" y="3263066"/>
                </a:lnTo>
                <a:lnTo>
                  <a:pt x="3742037" y="3253073"/>
                </a:lnTo>
                <a:lnTo>
                  <a:pt x="3752029" y="3270380"/>
                </a:lnTo>
                <a:lnTo>
                  <a:pt x="3734728" y="3280367"/>
                </a:lnTo>
                <a:close/>
              </a:path>
              <a:path w="6730365" h="7059295">
                <a:moveTo>
                  <a:pt x="3660240" y="3148994"/>
                </a:moveTo>
                <a:lnTo>
                  <a:pt x="3651426" y="3133730"/>
                </a:lnTo>
                <a:lnTo>
                  <a:pt x="3666690" y="3124917"/>
                </a:lnTo>
                <a:lnTo>
                  <a:pt x="3675503" y="3140180"/>
                </a:lnTo>
                <a:lnTo>
                  <a:pt x="3660240" y="3148994"/>
                </a:lnTo>
                <a:close/>
              </a:path>
              <a:path w="6730365" h="7059295">
                <a:moveTo>
                  <a:pt x="3585645" y="3018035"/>
                </a:moveTo>
                <a:lnTo>
                  <a:pt x="3577707" y="3004293"/>
                </a:lnTo>
                <a:lnTo>
                  <a:pt x="3591449" y="2996362"/>
                </a:lnTo>
                <a:lnTo>
                  <a:pt x="3599386" y="3010104"/>
                </a:lnTo>
                <a:lnTo>
                  <a:pt x="3585645" y="3018035"/>
                </a:lnTo>
                <a:close/>
              </a:path>
              <a:path w="6730365" h="7059295">
                <a:moveTo>
                  <a:pt x="3511049" y="2887070"/>
                </a:moveTo>
                <a:lnTo>
                  <a:pt x="3503995" y="2874857"/>
                </a:lnTo>
                <a:lnTo>
                  <a:pt x="3516208" y="2867802"/>
                </a:lnTo>
                <a:lnTo>
                  <a:pt x="3523263" y="2880016"/>
                </a:lnTo>
                <a:lnTo>
                  <a:pt x="3511049" y="2887070"/>
                </a:lnTo>
                <a:close/>
              </a:path>
              <a:path w="6730365" h="7059295">
                <a:moveTo>
                  <a:pt x="3436567" y="2755703"/>
                </a:moveTo>
                <a:lnTo>
                  <a:pt x="3430691" y="2745527"/>
                </a:lnTo>
                <a:lnTo>
                  <a:pt x="3440867" y="2739651"/>
                </a:lnTo>
                <a:lnTo>
                  <a:pt x="3446743" y="2749827"/>
                </a:lnTo>
                <a:lnTo>
                  <a:pt x="3436567" y="2755703"/>
                </a:lnTo>
                <a:close/>
              </a:path>
              <a:path w="6730365" h="7059295">
                <a:moveTo>
                  <a:pt x="3361859" y="2625141"/>
                </a:moveTo>
                <a:lnTo>
                  <a:pt x="3356570" y="2615977"/>
                </a:lnTo>
                <a:lnTo>
                  <a:pt x="3365727" y="2610694"/>
                </a:lnTo>
                <a:lnTo>
                  <a:pt x="3371016" y="2619857"/>
                </a:lnTo>
                <a:lnTo>
                  <a:pt x="3361859" y="2625141"/>
                </a:lnTo>
                <a:close/>
              </a:path>
              <a:path w="6730365" h="7059295">
                <a:moveTo>
                  <a:pt x="3287158" y="2494578"/>
                </a:moveTo>
                <a:lnTo>
                  <a:pt x="3282461" y="2486440"/>
                </a:lnTo>
                <a:lnTo>
                  <a:pt x="3290599" y="2481737"/>
                </a:lnTo>
                <a:lnTo>
                  <a:pt x="3295296" y="2489876"/>
                </a:lnTo>
                <a:lnTo>
                  <a:pt x="3287158" y="2494578"/>
                </a:lnTo>
                <a:close/>
              </a:path>
              <a:path w="6730365" h="7059295">
                <a:moveTo>
                  <a:pt x="3212456" y="2364016"/>
                </a:moveTo>
                <a:lnTo>
                  <a:pt x="3208339" y="2356891"/>
                </a:lnTo>
                <a:lnTo>
                  <a:pt x="3215465" y="2352774"/>
                </a:lnTo>
                <a:lnTo>
                  <a:pt x="3219582" y="2359900"/>
                </a:lnTo>
                <a:lnTo>
                  <a:pt x="3212456" y="2364016"/>
                </a:lnTo>
                <a:close/>
              </a:path>
              <a:path w="6730365" h="7059295">
                <a:moveTo>
                  <a:pt x="3137861" y="2233052"/>
                </a:moveTo>
                <a:lnTo>
                  <a:pt x="3134627" y="2227454"/>
                </a:lnTo>
                <a:lnTo>
                  <a:pt x="3140224" y="2224220"/>
                </a:lnTo>
                <a:lnTo>
                  <a:pt x="3143458" y="2229823"/>
                </a:lnTo>
                <a:lnTo>
                  <a:pt x="3137861" y="2233052"/>
                </a:lnTo>
                <a:close/>
              </a:path>
              <a:path w="6730365" h="7059295">
                <a:moveTo>
                  <a:pt x="3063159" y="2102490"/>
                </a:moveTo>
                <a:lnTo>
                  <a:pt x="3060518" y="2097911"/>
                </a:lnTo>
                <a:lnTo>
                  <a:pt x="3065096" y="2095263"/>
                </a:lnTo>
                <a:lnTo>
                  <a:pt x="3067738" y="2099848"/>
                </a:lnTo>
                <a:lnTo>
                  <a:pt x="3063159" y="2102490"/>
                </a:lnTo>
                <a:close/>
              </a:path>
              <a:path w="6730365" h="7059295">
                <a:moveTo>
                  <a:pt x="2988457" y="1971928"/>
                </a:moveTo>
                <a:lnTo>
                  <a:pt x="2986396" y="1968362"/>
                </a:lnTo>
                <a:lnTo>
                  <a:pt x="2989961" y="1966306"/>
                </a:lnTo>
                <a:lnTo>
                  <a:pt x="2992023" y="1969872"/>
                </a:lnTo>
                <a:lnTo>
                  <a:pt x="2988457" y="1971928"/>
                </a:lnTo>
                <a:close/>
              </a:path>
              <a:path w="6730365" h="7059295">
                <a:moveTo>
                  <a:pt x="2913756" y="1841365"/>
                </a:moveTo>
                <a:lnTo>
                  <a:pt x="2912287" y="1838819"/>
                </a:lnTo>
                <a:lnTo>
                  <a:pt x="2914833" y="1837350"/>
                </a:lnTo>
                <a:lnTo>
                  <a:pt x="2916303" y="1839897"/>
                </a:lnTo>
                <a:lnTo>
                  <a:pt x="2913756" y="1841365"/>
                </a:lnTo>
                <a:close/>
              </a:path>
              <a:path w="6730365" h="7059295">
                <a:moveTo>
                  <a:pt x="2839055" y="1710803"/>
                </a:moveTo>
                <a:lnTo>
                  <a:pt x="2838171" y="1709269"/>
                </a:lnTo>
                <a:lnTo>
                  <a:pt x="2839694" y="1708393"/>
                </a:lnTo>
                <a:lnTo>
                  <a:pt x="2840577" y="1709921"/>
                </a:lnTo>
                <a:lnTo>
                  <a:pt x="2839055" y="1710803"/>
                </a:lnTo>
                <a:close/>
              </a:path>
              <a:path w="6730365" h="7059295">
                <a:moveTo>
                  <a:pt x="3789894" y="3074482"/>
                </a:moveTo>
                <a:lnTo>
                  <a:pt x="3780784" y="3058709"/>
                </a:lnTo>
                <a:lnTo>
                  <a:pt x="3796558" y="3049605"/>
                </a:lnTo>
                <a:lnTo>
                  <a:pt x="3805667" y="3065378"/>
                </a:lnTo>
                <a:lnTo>
                  <a:pt x="3789894" y="3074482"/>
                </a:lnTo>
                <a:close/>
              </a:path>
              <a:path w="6730365" h="7059295">
                <a:moveTo>
                  <a:pt x="3715299" y="2943517"/>
                </a:moveTo>
                <a:lnTo>
                  <a:pt x="3707072" y="2929272"/>
                </a:lnTo>
                <a:lnTo>
                  <a:pt x="3721317" y="2921045"/>
                </a:lnTo>
                <a:lnTo>
                  <a:pt x="3729544" y="2935290"/>
                </a:lnTo>
                <a:lnTo>
                  <a:pt x="3715299" y="2943517"/>
                </a:lnTo>
                <a:close/>
              </a:path>
              <a:path w="6730365" h="7059295">
                <a:moveTo>
                  <a:pt x="3640698" y="2812558"/>
                </a:moveTo>
                <a:lnTo>
                  <a:pt x="3633353" y="2799835"/>
                </a:lnTo>
                <a:lnTo>
                  <a:pt x="3646076" y="2792491"/>
                </a:lnTo>
                <a:lnTo>
                  <a:pt x="3653421" y="2805214"/>
                </a:lnTo>
                <a:lnTo>
                  <a:pt x="3640698" y="2812558"/>
                </a:lnTo>
                <a:close/>
              </a:path>
              <a:path w="6730365" h="7059295">
                <a:moveTo>
                  <a:pt x="3566215" y="2681191"/>
                </a:moveTo>
                <a:lnTo>
                  <a:pt x="3560044" y="2670500"/>
                </a:lnTo>
                <a:lnTo>
                  <a:pt x="3570729" y="2664334"/>
                </a:lnTo>
                <a:lnTo>
                  <a:pt x="3576901" y="2675019"/>
                </a:lnTo>
                <a:lnTo>
                  <a:pt x="3566215" y="2681191"/>
                </a:lnTo>
                <a:close/>
              </a:path>
              <a:path w="6730365" h="7059295">
                <a:moveTo>
                  <a:pt x="3491620" y="2550226"/>
                </a:moveTo>
                <a:lnTo>
                  <a:pt x="3486331" y="2541063"/>
                </a:lnTo>
                <a:lnTo>
                  <a:pt x="3495488" y="2535773"/>
                </a:lnTo>
                <a:lnTo>
                  <a:pt x="3500777" y="2544937"/>
                </a:lnTo>
                <a:lnTo>
                  <a:pt x="3491620" y="2550226"/>
                </a:lnTo>
                <a:close/>
              </a:path>
              <a:path w="6730365" h="7059295">
                <a:moveTo>
                  <a:pt x="3416918" y="2419658"/>
                </a:moveTo>
                <a:lnTo>
                  <a:pt x="3412215" y="2411520"/>
                </a:lnTo>
                <a:lnTo>
                  <a:pt x="3420359" y="2406823"/>
                </a:lnTo>
                <a:lnTo>
                  <a:pt x="3425056" y="2414961"/>
                </a:lnTo>
                <a:lnTo>
                  <a:pt x="3416918" y="2419658"/>
                </a:lnTo>
                <a:close/>
              </a:path>
              <a:path w="6730365" h="7059295">
                <a:moveTo>
                  <a:pt x="3342217" y="2289096"/>
                </a:moveTo>
                <a:lnTo>
                  <a:pt x="3338100" y="2281971"/>
                </a:lnTo>
                <a:lnTo>
                  <a:pt x="3345226" y="2277860"/>
                </a:lnTo>
                <a:lnTo>
                  <a:pt x="3349342" y="2284985"/>
                </a:lnTo>
                <a:lnTo>
                  <a:pt x="3342217" y="2289096"/>
                </a:lnTo>
                <a:close/>
              </a:path>
              <a:path w="6730365" h="7059295">
                <a:moveTo>
                  <a:pt x="3267622" y="2158137"/>
                </a:moveTo>
                <a:lnTo>
                  <a:pt x="3264388" y="2152534"/>
                </a:lnTo>
                <a:lnTo>
                  <a:pt x="3269985" y="2149306"/>
                </a:lnTo>
                <a:lnTo>
                  <a:pt x="3273219" y="2154903"/>
                </a:lnTo>
                <a:lnTo>
                  <a:pt x="3267622" y="2158137"/>
                </a:lnTo>
                <a:close/>
              </a:path>
              <a:path w="6730365" h="7059295">
                <a:moveTo>
                  <a:pt x="3192920" y="2027575"/>
                </a:moveTo>
                <a:lnTo>
                  <a:pt x="3190272" y="2022990"/>
                </a:lnTo>
                <a:lnTo>
                  <a:pt x="3194857" y="2020349"/>
                </a:lnTo>
                <a:lnTo>
                  <a:pt x="3197499" y="2024927"/>
                </a:lnTo>
                <a:lnTo>
                  <a:pt x="3192920" y="2027575"/>
                </a:lnTo>
                <a:close/>
              </a:path>
              <a:path w="6730365" h="7059295">
                <a:moveTo>
                  <a:pt x="3118218" y="1897013"/>
                </a:moveTo>
                <a:lnTo>
                  <a:pt x="3116157" y="1893447"/>
                </a:lnTo>
                <a:lnTo>
                  <a:pt x="3119722" y="1891386"/>
                </a:lnTo>
                <a:lnTo>
                  <a:pt x="3121784" y="1894952"/>
                </a:lnTo>
                <a:lnTo>
                  <a:pt x="3118218" y="1897013"/>
                </a:lnTo>
                <a:close/>
              </a:path>
              <a:path w="6730365" h="7059295">
                <a:moveTo>
                  <a:pt x="3043511" y="1766451"/>
                </a:moveTo>
                <a:lnTo>
                  <a:pt x="3042041" y="1763904"/>
                </a:lnTo>
                <a:lnTo>
                  <a:pt x="3044588" y="1762435"/>
                </a:lnTo>
                <a:lnTo>
                  <a:pt x="3046057" y="1764982"/>
                </a:lnTo>
                <a:lnTo>
                  <a:pt x="3043511" y="1766451"/>
                </a:lnTo>
                <a:close/>
              </a:path>
              <a:path w="6730365" h="7059295">
                <a:moveTo>
                  <a:pt x="2968815" y="1635883"/>
                </a:moveTo>
                <a:lnTo>
                  <a:pt x="2967932" y="1634355"/>
                </a:lnTo>
                <a:lnTo>
                  <a:pt x="2969455" y="1633472"/>
                </a:lnTo>
                <a:lnTo>
                  <a:pt x="2970337" y="1635006"/>
                </a:lnTo>
                <a:lnTo>
                  <a:pt x="2968815" y="1635883"/>
                </a:lnTo>
                <a:close/>
              </a:path>
              <a:path w="6730365" h="7059295">
                <a:moveTo>
                  <a:pt x="3770457" y="2737638"/>
                </a:moveTo>
                <a:lnTo>
                  <a:pt x="3763112" y="2724915"/>
                </a:lnTo>
                <a:lnTo>
                  <a:pt x="3775835" y="2717571"/>
                </a:lnTo>
                <a:lnTo>
                  <a:pt x="3783180" y="2730293"/>
                </a:lnTo>
                <a:lnTo>
                  <a:pt x="3770457" y="2737638"/>
                </a:lnTo>
                <a:close/>
              </a:path>
              <a:path w="6730365" h="7059295">
                <a:moveTo>
                  <a:pt x="3695862" y="2606673"/>
                </a:moveTo>
                <a:lnTo>
                  <a:pt x="3689399" y="2595479"/>
                </a:lnTo>
                <a:lnTo>
                  <a:pt x="3700594" y="2589017"/>
                </a:lnTo>
                <a:lnTo>
                  <a:pt x="3707056" y="2600211"/>
                </a:lnTo>
                <a:lnTo>
                  <a:pt x="3695862" y="2606673"/>
                </a:lnTo>
                <a:close/>
              </a:path>
              <a:path w="6730365" h="7059295">
                <a:moveTo>
                  <a:pt x="3621373" y="2475312"/>
                </a:moveTo>
                <a:lnTo>
                  <a:pt x="3616084" y="2466149"/>
                </a:lnTo>
                <a:lnTo>
                  <a:pt x="3625247" y="2460859"/>
                </a:lnTo>
                <a:lnTo>
                  <a:pt x="3630536" y="2470022"/>
                </a:lnTo>
                <a:lnTo>
                  <a:pt x="3621373" y="2475312"/>
                </a:lnTo>
                <a:close/>
              </a:path>
              <a:path w="6730365" h="7059295">
                <a:moveTo>
                  <a:pt x="3546671" y="2344744"/>
                </a:moveTo>
                <a:lnTo>
                  <a:pt x="3541968" y="2336605"/>
                </a:lnTo>
                <a:lnTo>
                  <a:pt x="3550118" y="2331903"/>
                </a:lnTo>
                <a:lnTo>
                  <a:pt x="3554815" y="2340041"/>
                </a:lnTo>
                <a:lnTo>
                  <a:pt x="3546671" y="2344744"/>
                </a:lnTo>
                <a:close/>
              </a:path>
              <a:path w="6730365" h="7059295">
                <a:moveTo>
                  <a:pt x="3471976" y="2214182"/>
                </a:moveTo>
                <a:lnTo>
                  <a:pt x="3467859" y="2207057"/>
                </a:lnTo>
                <a:lnTo>
                  <a:pt x="3474985" y="2202940"/>
                </a:lnTo>
                <a:lnTo>
                  <a:pt x="3479095" y="2210065"/>
                </a:lnTo>
                <a:lnTo>
                  <a:pt x="3471976" y="2214182"/>
                </a:lnTo>
                <a:close/>
              </a:path>
              <a:path w="6730365" h="7059295">
                <a:moveTo>
                  <a:pt x="3397268" y="2083620"/>
                </a:moveTo>
                <a:lnTo>
                  <a:pt x="3393744" y="2077513"/>
                </a:lnTo>
                <a:lnTo>
                  <a:pt x="3399850" y="2073989"/>
                </a:lnTo>
                <a:lnTo>
                  <a:pt x="3403375" y="2080095"/>
                </a:lnTo>
                <a:lnTo>
                  <a:pt x="3397268" y="2083620"/>
                </a:lnTo>
                <a:close/>
              </a:path>
              <a:path w="6730365" h="7059295">
                <a:moveTo>
                  <a:pt x="3322679" y="1952655"/>
                </a:moveTo>
                <a:lnTo>
                  <a:pt x="3320032" y="1948077"/>
                </a:lnTo>
                <a:lnTo>
                  <a:pt x="3324616" y="1945429"/>
                </a:lnTo>
                <a:lnTo>
                  <a:pt x="3327258" y="1950013"/>
                </a:lnTo>
                <a:lnTo>
                  <a:pt x="3322679" y="1952655"/>
                </a:lnTo>
                <a:close/>
              </a:path>
              <a:path w="6730365" h="7059295">
                <a:moveTo>
                  <a:pt x="3247978" y="1822093"/>
                </a:moveTo>
                <a:lnTo>
                  <a:pt x="3245916" y="1818527"/>
                </a:lnTo>
                <a:lnTo>
                  <a:pt x="3249476" y="1816472"/>
                </a:lnTo>
                <a:lnTo>
                  <a:pt x="3251537" y="1820038"/>
                </a:lnTo>
                <a:lnTo>
                  <a:pt x="3247978" y="1822093"/>
                </a:lnTo>
                <a:close/>
              </a:path>
              <a:path w="6730365" h="7059295">
                <a:moveTo>
                  <a:pt x="3173270" y="1691531"/>
                </a:moveTo>
                <a:lnTo>
                  <a:pt x="3171801" y="1688990"/>
                </a:lnTo>
                <a:lnTo>
                  <a:pt x="3174348" y="1687521"/>
                </a:lnTo>
                <a:lnTo>
                  <a:pt x="3175817" y="1690062"/>
                </a:lnTo>
                <a:lnTo>
                  <a:pt x="3173270" y="1691531"/>
                </a:lnTo>
                <a:close/>
              </a:path>
              <a:path w="6730365" h="7059295">
                <a:moveTo>
                  <a:pt x="3098569" y="1560969"/>
                </a:moveTo>
                <a:lnTo>
                  <a:pt x="3097686" y="1559441"/>
                </a:lnTo>
                <a:lnTo>
                  <a:pt x="3099214" y="1558558"/>
                </a:lnTo>
                <a:lnTo>
                  <a:pt x="3100097" y="1560086"/>
                </a:lnTo>
                <a:lnTo>
                  <a:pt x="3098569" y="1560969"/>
                </a:lnTo>
                <a:close/>
              </a:path>
              <a:path w="6730365" h="7059295">
                <a:moveTo>
                  <a:pt x="3825623" y="2531754"/>
                </a:moveTo>
                <a:lnTo>
                  <a:pt x="3819161" y="2520565"/>
                </a:lnTo>
                <a:lnTo>
                  <a:pt x="3830355" y="2514103"/>
                </a:lnTo>
                <a:lnTo>
                  <a:pt x="3836818" y="2525292"/>
                </a:lnTo>
                <a:lnTo>
                  <a:pt x="3825623" y="2531754"/>
                </a:lnTo>
                <a:close/>
              </a:path>
              <a:path w="6730365" h="7059295">
                <a:moveTo>
                  <a:pt x="3751028" y="2400795"/>
                </a:moveTo>
                <a:lnTo>
                  <a:pt x="3745442" y="2391129"/>
                </a:lnTo>
                <a:lnTo>
                  <a:pt x="3755115" y="2385543"/>
                </a:lnTo>
                <a:lnTo>
                  <a:pt x="3760694" y="2395215"/>
                </a:lnTo>
                <a:lnTo>
                  <a:pt x="3751028" y="2400795"/>
                </a:lnTo>
                <a:close/>
              </a:path>
              <a:path w="6730365" h="7059295">
                <a:moveTo>
                  <a:pt x="3676326" y="2270233"/>
                </a:moveTo>
                <a:lnTo>
                  <a:pt x="3671333" y="2261579"/>
                </a:lnTo>
                <a:lnTo>
                  <a:pt x="3679980" y="2256586"/>
                </a:lnTo>
                <a:lnTo>
                  <a:pt x="3684973" y="2265240"/>
                </a:lnTo>
                <a:lnTo>
                  <a:pt x="3676326" y="2270233"/>
                </a:lnTo>
                <a:close/>
              </a:path>
              <a:path w="6730365" h="7059295">
                <a:moveTo>
                  <a:pt x="3601624" y="2139671"/>
                </a:moveTo>
                <a:lnTo>
                  <a:pt x="3597217" y="2132036"/>
                </a:lnTo>
                <a:lnTo>
                  <a:pt x="3604852" y="2127629"/>
                </a:lnTo>
                <a:lnTo>
                  <a:pt x="3609259" y="2135264"/>
                </a:lnTo>
                <a:lnTo>
                  <a:pt x="3601624" y="2139671"/>
                </a:lnTo>
                <a:close/>
              </a:path>
              <a:path w="6730365" h="7059295">
                <a:moveTo>
                  <a:pt x="3527029" y="2008700"/>
                </a:moveTo>
                <a:lnTo>
                  <a:pt x="3523505" y="2002599"/>
                </a:lnTo>
                <a:lnTo>
                  <a:pt x="3529611" y="1999075"/>
                </a:lnTo>
                <a:lnTo>
                  <a:pt x="3533135" y="2005176"/>
                </a:lnTo>
                <a:lnTo>
                  <a:pt x="3527029" y="2008700"/>
                </a:lnTo>
                <a:close/>
              </a:path>
              <a:path w="6730365" h="7059295">
                <a:moveTo>
                  <a:pt x="3452327" y="1878138"/>
                </a:moveTo>
                <a:lnTo>
                  <a:pt x="3449389" y="1873050"/>
                </a:lnTo>
                <a:lnTo>
                  <a:pt x="3454477" y="1870112"/>
                </a:lnTo>
                <a:lnTo>
                  <a:pt x="3457415" y="1875200"/>
                </a:lnTo>
                <a:lnTo>
                  <a:pt x="3452327" y="1878138"/>
                </a:lnTo>
                <a:close/>
              </a:path>
              <a:path w="6730365" h="7059295">
                <a:moveTo>
                  <a:pt x="3377626" y="1747576"/>
                </a:moveTo>
                <a:lnTo>
                  <a:pt x="3375274" y="1743507"/>
                </a:lnTo>
                <a:lnTo>
                  <a:pt x="3379349" y="1741155"/>
                </a:lnTo>
                <a:lnTo>
                  <a:pt x="3381695" y="1745224"/>
                </a:lnTo>
                <a:lnTo>
                  <a:pt x="3377626" y="1747576"/>
                </a:lnTo>
                <a:close/>
              </a:path>
              <a:path w="6730365" h="7059295">
                <a:moveTo>
                  <a:pt x="3302919" y="1617014"/>
                </a:moveTo>
                <a:lnTo>
                  <a:pt x="3301159" y="1613963"/>
                </a:lnTo>
                <a:lnTo>
                  <a:pt x="3304210" y="1612198"/>
                </a:lnTo>
                <a:lnTo>
                  <a:pt x="3305975" y="1615255"/>
                </a:lnTo>
                <a:lnTo>
                  <a:pt x="3302919" y="1617014"/>
                </a:lnTo>
                <a:close/>
              </a:path>
              <a:path w="6730365" h="7059295">
                <a:moveTo>
                  <a:pt x="3228216" y="1486452"/>
                </a:moveTo>
                <a:lnTo>
                  <a:pt x="3227043" y="1484420"/>
                </a:lnTo>
                <a:lnTo>
                  <a:pt x="3229081" y="1483247"/>
                </a:lnTo>
                <a:lnTo>
                  <a:pt x="3230254" y="1485273"/>
                </a:lnTo>
                <a:lnTo>
                  <a:pt x="3228216" y="1486452"/>
                </a:lnTo>
                <a:close/>
              </a:path>
              <a:path w="6730365" h="7059295">
                <a:moveTo>
                  <a:pt x="3806082" y="2195318"/>
                </a:moveTo>
                <a:lnTo>
                  <a:pt x="3801089" y="2186665"/>
                </a:lnTo>
                <a:lnTo>
                  <a:pt x="3809743" y="2181666"/>
                </a:lnTo>
                <a:lnTo>
                  <a:pt x="3814736" y="2190319"/>
                </a:lnTo>
                <a:lnTo>
                  <a:pt x="3806082" y="2195318"/>
                </a:lnTo>
                <a:close/>
              </a:path>
              <a:path w="6730365" h="7059295">
                <a:moveTo>
                  <a:pt x="3731386" y="2064750"/>
                </a:moveTo>
                <a:lnTo>
                  <a:pt x="3726979" y="2057122"/>
                </a:lnTo>
                <a:lnTo>
                  <a:pt x="3734614" y="2052715"/>
                </a:lnTo>
                <a:lnTo>
                  <a:pt x="3739021" y="2060344"/>
                </a:lnTo>
                <a:lnTo>
                  <a:pt x="3731386" y="2064750"/>
                </a:lnTo>
                <a:close/>
              </a:path>
              <a:path w="6730365" h="7059295">
                <a:moveTo>
                  <a:pt x="3656785" y="1933786"/>
                </a:moveTo>
                <a:lnTo>
                  <a:pt x="3653261" y="1927685"/>
                </a:lnTo>
                <a:lnTo>
                  <a:pt x="3659367" y="1924155"/>
                </a:lnTo>
                <a:lnTo>
                  <a:pt x="3662891" y="1930262"/>
                </a:lnTo>
                <a:lnTo>
                  <a:pt x="3656785" y="1933786"/>
                </a:lnTo>
                <a:close/>
              </a:path>
              <a:path w="6730365" h="7059295">
                <a:moveTo>
                  <a:pt x="3582089" y="1803224"/>
                </a:moveTo>
                <a:lnTo>
                  <a:pt x="3579151" y="1798136"/>
                </a:lnTo>
                <a:lnTo>
                  <a:pt x="3584239" y="1795198"/>
                </a:lnTo>
                <a:lnTo>
                  <a:pt x="3587177" y="1800286"/>
                </a:lnTo>
                <a:lnTo>
                  <a:pt x="3582089" y="1803224"/>
                </a:lnTo>
                <a:close/>
              </a:path>
              <a:path w="6730365" h="7059295">
                <a:moveTo>
                  <a:pt x="3507382" y="1672662"/>
                </a:moveTo>
                <a:lnTo>
                  <a:pt x="3505036" y="1668592"/>
                </a:lnTo>
                <a:lnTo>
                  <a:pt x="3509105" y="1666241"/>
                </a:lnTo>
                <a:lnTo>
                  <a:pt x="3511451" y="1670310"/>
                </a:lnTo>
                <a:lnTo>
                  <a:pt x="3507382" y="1672662"/>
                </a:lnTo>
                <a:close/>
              </a:path>
              <a:path w="6730365" h="7059295">
                <a:moveTo>
                  <a:pt x="3432680" y="1542099"/>
                </a:moveTo>
                <a:lnTo>
                  <a:pt x="3430921" y="1539043"/>
                </a:lnTo>
                <a:lnTo>
                  <a:pt x="3433972" y="1537284"/>
                </a:lnTo>
                <a:lnTo>
                  <a:pt x="3435731" y="1540334"/>
                </a:lnTo>
                <a:lnTo>
                  <a:pt x="3432680" y="1542099"/>
                </a:lnTo>
                <a:close/>
              </a:path>
              <a:path w="6730365" h="7059295">
                <a:moveTo>
                  <a:pt x="3357978" y="1411532"/>
                </a:moveTo>
                <a:lnTo>
                  <a:pt x="3356805" y="1409506"/>
                </a:lnTo>
                <a:lnTo>
                  <a:pt x="3358843" y="1408327"/>
                </a:lnTo>
                <a:lnTo>
                  <a:pt x="3360016" y="1410359"/>
                </a:lnTo>
                <a:lnTo>
                  <a:pt x="3357978" y="1411532"/>
                </a:lnTo>
                <a:close/>
              </a:path>
              <a:path w="6730365" h="7059295">
                <a:moveTo>
                  <a:pt x="3786439" y="1859275"/>
                </a:moveTo>
                <a:lnTo>
                  <a:pt x="3782619" y="1852653"/>
                </a:lnTo>
                <a:lnTo>
                  <a:pt x="3789235" y="1848838"/>
                </a:lnTo>
                <a:lnTo>
                  <a:pt x="3793055" y="1855454"/>
                </a:lnTo>
                <a:lnTo>
                  <a:pt x="3786439" y="1859275"/>
                </a:lnTo>
                <a:close/>
              </a:path>
              <a:path w="6730365" h="7059295">
                <a:moveTo>
                  <a:pt x="3711844" y="1728310"/>
                </a:moveTo>
                <a:lnTo>
                  <a:pt x="3708906" y="1723222"/>
                </a:lnTo>
                <a:lnTo>
                  <a:pt x="3713994" y="1720285"/>
                </a:lnTo>
                <a:lnTo>
                  <a:pt x="3716932" y="1725372"/>
                </a:lnTo>
                <a:lnTo>
                  <a:pt x="3711844" y="1728310"/>
                </a:lnTo>
                <a:close/>
              </a:path>
              <a:path w="6730365" h="7059295">
                <a:moveTo>
                  <a:pt x="3637142" y="1597742"/>
                </a:moveTo>
                <a:lnTo>
                  <a:pt x="3634797" y="1593673"/>
                </a:lnTo>
                <a:lnTo>
                  <a:pt x="3638866" y="1591328"/>
                </a:lnTo>
                <a:lnTo>
                  <a:pt x="3641211" y="1595397"/>
                </a:lnTo>
                <a:lnTo>
                  <a:pt x="3637142" y="1597742"/>
                </a:lnTo>
                <a:close/>
              </a:path>
              <a:path w="6730365" h="7059295">
                <a:moveTo>
                  <a:pt x="3562441" y="1467180"/>
                </a:moveTo>
                <a:lnTo>
                  <a:pt x="3560675" y="1464130"/>
                </a:lnTo>
                <a:lnTo>
                  <a:pt x="3563732" y="1462365"/>
                </a:lnTo>
                <a:lnTo>
                  <a:pt x="3565491" y="1465421"/>
                </a:lnTo>
                <a:lnTo>
                  <a:pt x="3562441" y="1467180"/>
                </a:lnTo>
                <a:close/>
              </a:path>
              <a:path w="6730365" h="7059295">
                <a:moveTo>
                  <a:pt x="3487739" y="1336618"/>
                </a:moveTo>
                <a:lnTo>
                  <a:pt x="3486566" y="1334587"/>
                </a:lnTo>
                <a:lnTo>
                  <a:pt x="3488604" y="1333414"/>
                </a:lnTo>
                <a:lnTo>
                  <a:pt x="3489777" y="1335439"/>
                </a:lnTo>
                <a:lnTo>
                  <a:pt x="3487739" y="1336618"/>
                </a:lnTo>
                <a:close/>
              </a:path>
              <a:path w="6730365" h="7059295">
                <a:moveTo>
                  <a:pt x="3414056" y="1205464"/>
                </a:moveTo>
                <a:lnTo>
                  <a:pt x="3412690" y="1205464"/>
                </a:lnTo>
                <a:lnTo>
                  <a:pt x="3412445" y="1205037"/>
                </a:lnTo>
                <a:lnTo>
                  <a:pt x="3413810" y="1205037"/>
                </a:lnTo>
                <a:lnTo>
                  <a:pt x="3414056" y="1205464"/>
                </a:lnTo>
                <a:close/>
              </a:path>
              <a:path w="6730365" h="7059295">
                <a:moveTo>
                  <a:pt x="3766898" y="1522828"/>
                </a:moveTo>
                <a:lnTo>
                  <a:pt x="3764552" y="1518759"/>
                </a:lnTo>
                <a:lnTo>
                  <a:pt x="3768621" y="1516407"/>
                </a:lnTo>
                <a:lnTo>
                  <a:pt x="3770973" y="1520476"/>
                </a:lnTo>
                <a:lnTo>
                  <a:pt x="3766898" y="1522828"/>
                </a:lnTo>
                <a:close/>
              </a:path>
              <a:path w="6730365" h="7059295">
                <a:moveTo>
                  <a:pt x="3692201" y="1392266"/>
                </a:moveTo>
                <a:lnTo>
                  <a:pt x="3690436" y="1389209"/>
                </a:lnTo>
                <a:lnTo>
                  <a:pt x="3693493" y="1387450"/>
                </a:lnTo>
                <a:lnTo>
                  <a:pt x="3695252" y="1390500"/>
                </a:lnTo>
                <a:lnTo>
                  <a:pt x="3692201" y="1392266"/>
                </a:lnTo>
                <a:close/>
              </a:path>
              <a:path w="6730365" h="7059295">
                <a:moveTo>
                  <a:pt x="3617500" y="1261698"/>
                </a:moveTo>
                <a:lnTo>
                  <a:pt x="3616327" y="1259672"/>
                </a:lnTo>
                <a:lnTo>
                  <a:pt x="3618359" y="1258494"/>
                </a:lnTo>
                <a:lnTo>
                  <a:pt x="3619532" y="1260525"/>
                </a:lnTo>
                <a:lnTo>
                  <a:pt x="3617500" y="1261698"/>
                </a:lnTo>
                <a:close/>
              </a:path>
              <a:path w="6730365" h="7059295">
                <a:moveTo>
                  <a:pt x="3543811" y="1130549"/>
                </a:moveTo>
                <a:lnTo>
                  <a:pt x="3542453" y="1130549"/>
                </a:lnTo>
                <a:lnTo>
                  <a:pt x="3542206" y="1130123"/>
                </a:lnTo>
                <a:lnTo>
                  <a:pt x="3543564" y="1130123"/>
                </a:lnTo>
                <a:lnTo>
                  <a:pt x="3543811" y="1130549"/>
                </a:lnTo>
                <a:close/>
              </a:path>
              <a:path w="6730365" h="7059295">
                <a:moveTo>
                  <a:pt x="3896658" y="1447914"/>
                </a:moveTo>
                <a:lnTo>
                  <a:pt x="3894313" y="1443845"/>
                </a:lnTo>
                <a:lnTo>
                  <a:pt x="3898382" y="1441493"/>
                </a:lnTo>
                <a:lnTo>
                  <a:pt x="3900733" y="1445562"/>
                </a:lnTo>
                <a:lnTo>
                  <a:pt x="3896658" y="1447914"/>
                </a:lnTo>
                <a:close/>
              </a:path>
              <a:path w="6730365" h="7059295">
                <a:moveTo>
                  <a:pt x="3821957" y="1317352"/>
                </a:moveTo>
                <a:lnTo>
                  <a:pt x="3820191" y="1314295"/>
                </a:lnTo>
                <a:lnTo>
                  <a:pt x="3823248" y="1312530"/>
                </a:lnTo>
                <a:lnTo>
                  <a:pt x="3825013" y="1315587"/>
                </a:lnTo>
                <a:lnTo>
                  <a:pt x="3821957" y="1317352"/>
                </a:lnTo>
                <a:close/>
              </a:path>
              <a:path w="6730365" h="7059295">
                <a:moveTo>
                  <a:pt x="3747255" y="1186784"/>
                </a:moveTo>
                <a:lnTo>
                  <a:pt x="3746082" y="1184752"/>
                </a:lnTo>
                <a:lnTo>
                  <a:pt x="3748113" y="1183579"/>
                </a:lnTo>
                <a:lnTo>
                  <a:pt x="3749286" y="1185611"/>
                </a:lnTo>
                <a:lnTo>
                  <a:pt x="3747255" y="1186784"/>
                </a:lnTo>
                <a:close/>
              </a:path>
              <a:path w="6730365" h="7059295">
                <a:moveTo>
                  <a:pt x="3673572" y="1055635"/>
                </a:moveTo>
                <a:lnTo>
                  <a:pt x="3672216" y="1055635"/>
                </a:lnTo>
                <a:lnTo>
                  <a:pt x="3671967" y="1055203"/>
                </a:lnTo>
                <a:lnTo>
                  <a:pt x="3673323" y="1055203"/>
                </a:lnTo>
                <a:lnTo>
                  <a:pt x="3673572" y="1055635"/>
                </a:lnTo>
                <a:close/>
              </a:path>
              <a:path w="6730365" h="7059295">
                <a:moveTo>
                  <a:pt x="4026419" y="1372993"/>
                </a:moveTo>
                <a:lnTo>
                  <a:pt x="4024068" y="1368924"/>
                </a:lnTo>
                <a:lnTo>
                  <a:pt x="4028143" y="1366572"/>
                </a:lnTo>
                <a:lnTo>
                  <a:pt x="4030494" y="1370641"/>
                </a:lnTo>
                <a:lnTo>
                  <a:pt x="4026419" y="1372993"/>
                </a:lnTo>
                <a:close/>
              </a:path>
              <a:path w="6730365" h="7059295">
                <a:moveTo>
                  <a:pt x="3951718" y="1242431"/>
                </a:moveTo>
                <a:lnTo>
                  <a:pt x="3949952" y="1239381"/>
                </a:lnTo>
                <a:lnTo>
                  <a:pt x="3953003" y="1237616"/>
                </a:lnTo>
                <a:lnTo>
                  <a:pt x="3954768" y="1240672"/>
                </a:lnTo>
                <a:lnTo>
                  <a:pt x="3951718" y="1242431"/>
                </a:lnTo>
                <a:close/>
              </a:path>
              <a:path w="6730365" h="7059295">
                <a:moveTo>
                  <a:pt x="3877010" y="1111869"/>
                </a:moveTo>
                <a:lnTo>
                  <a:pt x="3875837" y="1109837"/>
                </a:lnTo>
                <a:lnTo>
                  <a:pt x="3877875" y="1108664"/>
                </a:lnTo>
                <a:lnTo>
                  <a:pt x="3879048" y="1110690"/>
                </a:lnTo>
                <a:lnTo>
                  <a:pt x="3877010" y="1111869"/>
                </a:lnTo>
                <a:close/>
              </a:path>
              <a:path w="6730365" h="7059295">
                <a:moveTo>
                  <a:pt x="3803327" y="980715"/>
                </a:moveTo>
                <a:lnTo>
                  <a:pt x="3801974" y="980715"/>
                </a:lnTo>
                <a:lnTo>
                  <a:pt x="3801727" y="980288"/>
                </a:lnTo>
                <a:lnTo>
                  <a:pt x="3803080" y="980288"/>
                </a:lnTo>
                <a:lnTo>
                  <a:pt x="3803327" y="980715"/>
                </a:lnTo>
                <a:close/>
              </a:path>
              <a:path w="6730365" h="7059295">
                <a:moveTo>
                  <a:pt x="4230876" y="1428640"/>
                </a:moveTo>
                <a:lnTo>
                  <a:pt x="4227938" y="1423552"/>
                </a:lnTo>
                <a:lnTo>
                  <a:pt x="4233026" y="1420615"/>
                </a:lnTo>
                <a:lnTo>
                  <a:pt x="4235963" y="1425702"/>
                </a:lnTo>
                <a:lnTo>
                  <a:pt x="4230876" y="1428640"/>
                </a:lnTo>
                <a:close/>
              </a:path>
              <a:path w="6730365" h="7059295">
                <a:moveTo>
                  <a:pt x="4156180" y="1298078"/>
                </a:moveTo>
                <a:lnTo>
                  <a:pt x="4153828" y="1294009"/>
                </a:lnTo>
                <a:lnTo>
                  <a:pt x="4157898" y="1291657"/>
                </a:lnTo>
                <a:lnTo>
                  <a:pt x="4160249" y="1295727"/>
                </a:lnTo>
                <a:lnTo>
                  <a:pt x="4156180" y="1298078"/>
                </a:lnTo>
                <a:close/>
              </a:path>
              <a:path w="6730365" h="7059295">
                <a:moveTo>
                  <a:pt x="4081473" y="1167516"/>
                </a:moveTo>
                <a:lnTo>
                  <a:pt x="4079713" y="1164460"/>
                </a:lnTo>
                <a:lnTo>
                  <a:pt x="4082764" y="1162700"/>
                </a:lnTo>
                <a:lnTo>
                  <a:pt x="4084529" y="1165751"/>
                </a:lnTo>
                <a:lnTo>
                  <a:pt x="4081473" y="1167516"/>
                </a:lnTo>
                <a:close/>
              </a:path>
              <a:path w="6730365" h="7059295">
                <a:moveTo>
                  <a:pt x="4006771" y="1036948"/>
                </a:moveTo>
                <a:lnTo>
                  <a:pt x="4005598" y="1034923"/>
                </a:lnTo>
                <a:lnTo>
                  <a:pt x="4007635" y="1033744"/>
                </a:lnTo>
                <a:lnTo>
                  <a:pt x="4008808" y="1035776"/>
                </a:lnTo>
                <a:lnTo>
                  <a:pt x="4006771" y="1036948"/>
                </a:lnTo>
                <a:close/>
              </a:path>
              <a:path w="6730365" h="7059295">
                <a:moveTo>
                  <a:pt x="3933088" y="905800"/>
                </a:moveTo>
                <a:lnTo>
                  <a:pt x="3931729" y="905800"/>
                </a:lnTo>
                <a:lnTo>
                  <a:pt x="3931482" y="905373"/>
                </a:lnTo>
                <a:lnTo>
                  <a:pt x="3932842" y="905373"/>
                </a:lnTo>
                <a:lnTo>
                  <a:pt x="3933088" y="905800"/>
                </a:lnTo>
                <a:close/>
              </a:path>
              <a:path w="6730365" h="7059295">
                <a:moveTo>
                  <a:pt x="4360637" y="1353726"/>
                </a:moveTo>
                <a:lnTo>
                  <a:pt x="4357699" y="1348638"/>
                </a:lnTo>
                <a:lnTo>
                  <a:pt x="4362787" y="1345700"/>
                </a:lnTo>
                <a:lnTo>
                  <a:pt x="4365725" y="1350788"/>
                </a:lnTo>
                <a:lnTo>
                  <a:pt x="4360637" y="1353726"/>
                </a:lnTo>
                <a:close/>
              </a:path>
              <a:path w="6730365" h="7059295">
                <a:moveTo>
                  <a:pt x="4285935" y="1223164"/>
                </a:moveTo>
                <a:lnTo>
                  <a:pt x="4283584" y="1219095"/>
                </a:lnTo>
                <a:lnTo>
                  <a:pt x="4287659" y="1216743"/>
                </a:lnTo>
                <a:lnTo>
                  <a:pt x="4290004" y="1220812"/>
                </a:lnTo>
                <a:lnTo>
                  <a:pt x="4285935" y="1223164"/>
                </a:lnTo>
                <a:close/>
              </a:path>
              <a:path w="6730365" h="7059295">
                <a:moveTo>
                  <a:pt x="4211234" y="1092596"/>
                </a:moveTo>
                <a:lnTo>
                  <a:pt x="4209475" y="1089546"/>
                </a:lnTo>
                <a:lnTo>
                  <a:pt x="4212525" y="1087781"/>
                </a:lnTo>
                <a:lnTo>
                  <a:pt x="4214290" y="1090837"/>
                </a:lnTo>
                <a:lnTo>
                  <a:pt x="4211234" y="1092596"/>
                </a:lnTo>
                <a:close/>
              </a:path>
              <a:path w="6730365" h="7059295">
                <a:moveTo>
                  <a:pt x="4136532" y="962034"/>
                </a:moveTo>
                <a:lnTo>
                  <a:pt x="4135359" y="960002"/>
                </a:lnTo>
                <a:lnTo>
                  <a:pt x="4137397" y="958830"/>
                </a:lnTo>
                <a:lnTo>
                  <a:pt x="4138570" y="960855"/>
                </a:lnTo>
                <a:lnTo>
                  <a:pt x="4136532" y="962034"/>
                </a:lnTo>
                <a:close/>
              </a:path>
              <a:path w="6730365" h="7059295">
                <a:moveTo>
                  <a:pt x="4062843" y="830885"/>
                </a:moveTo>
                <a:lnTo>
                  <a:pt x="4061493" y="830885"/>
                </a:lnTo>
                <a:lnTo>
                  <a:pt x="4061244" y="830453"/>
                </a:lnTo>
                <a:lnTo>
                  <a:pt x="4062594" y="830453"/>
                </a:lnTo>
                <a:lnTo>
                  <a:pt x="4062843" y="830885"/>
                </a:lnTo>
                <a:close/>
              </a:path>
              <a:path w="6730365" h="7059295">
                <a:moveTo>
                  <a:pt x="4564993" y="1409776"/>
                </a:moveTo>
                <a:lnTo>
                  <a:pt x="4561173" y="1403154"/>
                </a:lnTo>
                <a:lnTo>
                  <a:pt x="4567789" y="1399333"/>
                </a:lnTo>
                <a:lnTo>
                  <a:pt x="4571609" y="1405955"/>
                </a:lnTo>
                <a:lnTo>
                  <a:pt x="4564993" y="1409776"/>
                </a:lnTo>
                <a:close/>
              </a:path>
              <a:path w="6730365" h="7059295">
                <a:moveTo>
                  <a:pt x="4490398" y="1278805"/>
                </a:moveTo>
                <a:lnTo>
                  <a:pt x="4487460" y="1273717"/>
                </a:lnTo>
                <a:lnTo>
                  <a:pt x="4492548" y="1270779"/>
                </a:lnTo>
                <a:lnTo>
                  <a:pt x="4495486" y="1275867"/>
                </a:lnTo>
                <a:lnTo>
                  <a:pt x="4490398" y="1278805"/>
                </a:lnTo>
                <a:close/>
              </a:path>
              <a:path w="6730365" h="7059295">
                <a:moveTo>
                  <a:pt x="4415696" y="1148243"/>
                </a:moveTo>
                <a:lnTo>
                  <a:pt x="4413345" y="1144174"/>
                </a:lnTo>
                <a:lnTo>
                  <a:pt x="4417420" y="1141822"/>
                </a:lnTo>
                <a:lnTo>
                  <a:pt x="4419766" y="1145891"/>
                </a:lnTo>
                <a:lnTo>
                  <a:pt x="4415696" y="1148243"/>
                </a:lnTo>
                <a:close/>
              </a:path>
              <a:path w="6730365" h="7059295">
                <a:moveTo>
                  <a:pt x="4340989" y="1017681"/>
                </a:moveTo>
                <a:lnTo>
                  <a:pt x="4339230" y="1014631"/>
                </a:lnTo>
                <a:lnTo>
                  <a:pt x="4342286" y="1012866"/>
                </a:lnTo>
                <a:lnTo>
                  <a:pt x="4344045" y="1015916"/>
                </a:lnTo>
                <a:lnTo>
                  <a:pt x="4340989" y="1017681"/>
                </a:lnTo>
                <a:close/>
              </a:path>
              <a:path w="6730365" h="7059295">
                <a:moveTo>
                  <a:pt x="4266293" y="887113"/>
                </a:moveTo>
                <a:lnTo>
                  <a:pt x="4265120" y="885087"/>
                </a:lnTo>
                <a:lnTo>
                  <a:pt x="4267151" y="883915"/>
                </a:lnTo>
                <a:lnTo>
                  <a:pt x="4268324" y="885940"/>
                </a:lnTo>
                <a:lnTo>
                  <a:pt x="4266293" y="887113"/>
                </a:lnTo>
                <a:close/>
              </a:path>
              <a:path w="6730365" h="7059295">
                <a:moveTo>
                  <a:pt x="4192604" y="755964"/>
                </a:moveTo>
                <a:lnTo>
                  <a:pt x="4191252" y="755964"/>
                </a:lnTo>
                <a:lnTo>
                  <a:pt x="4191005" y="755538"/>
                </a:lnTo>
                <a:lnTo>
                  <a:pt x="4192357" y="755538"/>
                </a:lnTo>
                <a:lnTo>
                  <a:pt x="4192604" y="755964"/>
                </a:lnTo>
                <a:close/>
              </a:path>
              <a:path w="6730365" h="7059295">
                <a:moveTo>
                  <a:pt x="4769455" y="1465418"/>
                </a:moveTo>
                <a:lnTo>
                  <a:pt x="4765048" y="1457789"/>
                </a:lnTo>
                <a:lnTo>
                  <a:pt x="4772683" y="1453382"/>
                </a:lnTo>
                <a:lnTo>
                  <a:pt x="4777090" y="1461011"/>
                </a:lnTo>
                <a:lnTo>
                  <a:pt x="4769455" y="1465418"/>
                </a:lnTo>
                <a:close/>
              </a:path>
              <a:path w="6730365" h="7059295">
                <a:moveTo>
                  <a:pt x="4694753" y="1334856"/>
                </a:moveTo>
                <a:lnTo>
                  <a:pt x="4690933" y="1328240"/>
                </a:lnTo>
                <a:lnTo>
                  <a:pt x="4697549" y="1324419"/>
                </a:lnTo>
                <a:lnTo>
                  <a:pt x="4701369" y="1331035"/>
                </a:lnTo>
                <a:lnTo>
                  <a:pt x="4694753" y="1334856"/>
                </a:lnTo>
                <a:close/>
              </a:path>
              <a:path w="6730365" h="7059295">
                <a:moveTo>
                  <a:pt x="4620158" y="1203891"/>
                </a:moveTo>
                <a:lnTo>
                  <a:pt x="4617220" y="1198803"/>
                </a:lnTo>
                <a:lnTo>
                  <a:pt x="4622308" y="1195865"/>
                </a:lnTo>
                <a:lnTo>
                  <a:pt x="4625246" y="1200953"/>
                </a:lnTo>
                <a:lnTo>
                  <a:pt x="4620158" y="1203891"/>
                </a:lnTo>
                <a:close/>
              </a:path>
              <a:path w="6730365" h="7059295">
                <a:moveTo>
                  <a:pt x="4545451" y="1073329"/>
                </a:moveTo>
                <a:lnTo>
                  <a:pt x="4543105" y="1069260"/>
                </a:lnTo>
                <a:lnTo>
                  <a:pt x="4547180" y="1066908"/>
                </a:lnTo>
                <a:lnTo>
                  <a:pt x="4549526" y="1070977"/>
                </a:lnTo>
                <a:lnTo>
                  <a:pt x="4545451" y="1073329"/>
                </a:lnTo>
                <a:close/>
              </a:path>
              <a:path w="6730365" h="7059295">
                <a:moveTo>
                  <a:pt x="4470749" y="942766"/>
                </a:moveTo>
                <a:lnTo>
                  <a:pt x="4468990" y="939710"/>
                </a:lnTo>
                <a:lnTo>
                  <a:pt x="4472041" y="937951"/>
                </a:lnTo>
                <a:lnTo>
                  <a:pt x="4473800" y="941001"/>
                </a:lnTo>
                <a:lnTo>
                  <a:pt x="4470749" y="942766"/>
                </a:lnTo>
                <a:close/>
              </a:path>
              <a:path w="6730365" h="7059295">
                <a:moveTo>
                  <a:pt x="4396047" y="812199"/>
                </a:moveTo>
                <a:lnTo>
                  <a:pt x="4394874" y="810173"/>
                </a:lnTo>
                <a:lnTo>
                  <a:pt x="4396912" y="808994"/>
                </a:lnTo>
                <a:lnTo>
                  <a:pt x="4398085" y="811026"/>
                </a:lnTo>
                <a:lnTo>
                  <a:pt x="4396047" y="812199"/>
                </a:lnTo>
                <a:close/>
              </a:path>
              <a:path w="6730365" h="7059295">
                <a:moveTo>
                  <a:pt x="4322364" y="681050"/>
                </a:moveTo>
                <a:lnTo>
                  <a:pt x="4321014" y="681050"/>
                </a:lnTo>
                <a:lnTo>
                  <a:pt x="4320765" y="680618"/>
                </a:lnTo>
                <a:lnTo>
                  <a:pt x="4322115" y="680618"/>
                </a:lnTo>
                <a:lnTo>
                  <a:pt x="4322364" y="681050"/>
                </a:lnTo>
                <a:close/>
              </a:path>
              <a:path w="6730365" h="7059295">
                <a:moveTo>
                  <a:pt x="4899216" y="1390503"/>
                </a:moveTo>
                <a:lnTo>
                  <a:pt x="4894809" y="1382868"/>
                </a:lnTo>
                <a:lnTo>
                  <a:pt x="4902438" y="1378461"/>
                </a:lnTo>
                <a:lnTo>
                  <a:pt x="4906845" y="1386096"/>
                </a:lnTo>
                <a:lnTo>
                  <a:pt x="4899216" y="1390503"/>
                </a:lnTo>
                <a:close/>
              </a:path>
              <a:path w="6730365" h="7059295">
                <a:moveTo>
                  <a:pt x="4824508" y="1259941"/>
                </a:moveTo>
                <a:lnTo>
                  <a:pt x="4820688" y="1253319"/>
                </a:lnTo>
                <a:lnTo>
                  <a:pt x="4827304" y="1249504"/>
                </a:lnTo>
                <a:lnTo>
                  <a:pt x="4831124" y="1256120"/>
                </a:lnTo>
                <a:lnTo>
                  <a:pt x="4824508" y="1259941"/>
                </a:lnTo>
                <a:close/>
              </a:path>
              <a:path w="6730365" h="7059295">
                <a:moveTo>
                  <a:pt x="4749919" y="1128970"/>
                </a:moveTo>
                <a:lnTo>
                  <a:pt x="4746982" y="1123882"/>
                </a:lnTo>
                <a:lnTo>
                  <a:pt x="4752069" y="1120944"/>
                </a:lnTo>
                <a:lnTo>
                  <a:pt x="4755007" y="1126032"/>
                </a:lnTo>
                <a:lnTo>
                  <a:pt x="4749919" y="1128970"/>
                </a:lnTo>
                <a:close/>
              </a:path>
              <a:path w="6730365" h="7059295">
                <a:moveTo>
                  <a:pt x="4675212" y="998408"/>
                </a:moveTo>
                <a:lnTo>
                  <a:pt x="4672866" y="994339"/>
                </a:lnTo>
                <a:lnTo>
                  <a:pt x="4676936" y="991993"/>
                </a:lnTo>
                <a:lnTo>
                  <a:pt x="4679281" y="996062"/>
                </a:lnTo>
                <a:lnTo>
                  <a:pt x="4675212" y="998408"/>
                </a:lnTo>
                <a:close/>
              </a:path>
              <a:path w="6730365" h="7059295">
                <a:moveTo>
                  <a:pt x="4600511" y="867846"/>
                </a:moveTo>
                <a:lnTo>
                  <a:pt x="4598751" y="864795"/>
                </a:lnTo>
                <a:lnTo>
                  <a:pt x="4601802" y="863030"/>
                </a:lnTo>
                <a:lnTo>
                  <a:pt x="4603561" y="866087"/>
                </a:lnTo>
                <a:lnTo>
                  <a:pt x="4600511" y="867846"/>
                </a:lnTo>
                <a:close/>
              </a:path>
              <a:path w="6730365" h="7059295">
                <a:moveTo>
                  <a:pt x="4525809" y="737284"/>
                </a:moveTo>
                <a:lnTo>
                  <a:pt x="4524636" y="735252"/>
                </a:lnTo>
                <a:lnTo>
                  <a:pt x="4526673" y="734079"/>
                </a:lnTo>
                <a:lnTo>
                  <a:pt x="4527846" y="736105"/>
                </a:lnTo>
                <a:lnTo>
                  <a:pt x="4525809" y="737284"/>
                </a:lnTo>
                <a:close/>
              </a:path>
              <a:path w="6730365" h="7059295">
                <a:moveTo>
                  <a:pt x="4452126" y="606129"/>
                </a:moveTo>
                <a:lnTo>
                  <a:pt x="4450760" y="606129"/>
                </a:lnTo>
                <a:lnTo>
                  <a:pt x="4450515" y="605703"/>
                </a:lnTo>
                <a:lnTo>
                  <a:pt x="4451879" y="605703"/>
                </a:lnTo>
                <a:lnTo>
                  <a:pt x="4452126" y="606129"/>
                </a:lnTo>
                <a:close/>
              </a:path>
              <a:path w="6730365" h="7059295">
                <a:moveTo>
                  <a:pt x="5103672" y="1446149"/>
                </a:moveTo>
                <a:lnTo>
                  <a:pt x="5098679" y="1437496"/>
                </a:lnTo>
                <a:lnTo>
                  <a:pt x="5107327" y="1432497"/>
                </a:lnTo>
                <a:lnTo>
                  <a:pt x="5112326" y="1441150"/>
                </a:lnTo>
                <a:lnTo>
                  <a:pt x="5103672" y="1446149"/>
                </a:lnTo>
                <a:close/>
              </a:path>
              <a:path w="6730365" h="7059295">
                <a:moveTo>
                  <a:pt x="5028971" y="1315587"/>
                </a:moveTo>
                <a:lnTo>
                  <a:pt x="5024564" y="1307952"/>
                </a:lnTo>
                <a:lnTo>
                  <a:pt x="5032192" y="1303546"/>
                </a:lnTo>
                <a:lnTo>
                  <a:pt x="5036599" y="1311181"/>
                </a:lnTo>
                <a:lnTo>
                  <a:pt x="5028971" y="1315587"/>
                </a:lnTo>
                <a:close/>
              </a:path>
              <a:path w="6730365" h="7059295">
                <a:moveTo>
                  <a:pt x="4954376" y="1184617"/>
                </a:moveTo>
                <a:lnTo>
                  <a:pt x="4950851" y="1178516"/>
                </a:lnTo>
                <a:lnTo>
                  <a:pt x="4956958" y="1174986"/>
                </a:lnTo>
                <a:lnTo>
                  <a:pt x="4960482" y="1181093"/>
                </a:lnTo>
                <a:lnTo>
                  <a:pt x="4954376" y="1184617"/>
                </a:lnTo>
                <a:close/>
              </a:path>
              <a:path w="6730365" h="7059295">
                <a:moveTo>
                  <a:pt x="4879674" y="1054055"/>
                </a:moveTo>
                <a:lnTo>
                  <a:pt x="4876736" y="1048967"/>
                </a:lnTo>
                <a:lnTo>
                  <a:pt x="4881824" y="1046029"/>
                </a:lnTo>
                <a:lnTo>
                  <a:pt x="4884762" y="1051117"/>
                </a:lnTo>
                <a:lnTo>
                  <a:pt x="4879674" y="1054055"/>
                </a:lnTo>
                <a:close/>
              </a:path>
              <a:path w="6730365" h="7059295">
                <a:moveTo>
                  <a:pt x="4804966" y="923493"/>
                </a:moveTo>
                <a:lnTo>
                  <a:pt x="4802621" y="919423"/>
                </a:lnTo>
                <a:lnTo>
                  <a:pt x="4806690" y="917072"/>
                </a:lnTo>
                <a:lnTo>
                  <a:pt x="4809041" y="921141"/>
                </a:lnTo>
                <a:lnTo>
                  <a:pt x="4804966" y="923493"/>
                </a:lnTo>
                <a:close/>
              </a:path>
              <a:path w="6730365" h="7059295">
                <a:moveTo>
                  <a:pt x="4730270" y="792930"/>
                </a:moveTo>
                <a:lnTo>
                  <a:pt x="4728505" y="789874"/>
                </a:lnTo>
                <a:lnTo>
                  <a:pt x="4731561" y="788115"/>
                </a:lnTo>
                <a:lnTo>
                  <a:pt x="4733320" y="791165"/>
                </a:lnTo>
                <a:lnTo>
                  <a:pt x="4730270" y="792930"/>
                </a:lnTo>
                <a:close/>
              </a:path>
              <a:path w="6730365" h="7059295">
                <a:moveTo>
                  <a:pt x="4655569" y="662363"/>
                </a:moveTo>
                <a:lnTo>
                  <a:pt x="4654396" y="660337"/>
                </a:lnTo>
                <a:lnTo>
                  <a:pt x="4656427" y="659158"/>
                </a:lnTo>
                <a:lnTo>
                  <a:pt x="4657600" y="661190"/>
                </a:lnTo>
                <a:lnTo>
                  <a:pt x="4655569" y="662363"/>
                </a:lnTo>
                <a:close/>
              </a:path>
              <a:path w="6730365" h="7059295">
                <a:moveTo>
                  <a:pt x="5233535" y="1370826"/>
                </a:moveTo>
                <a:lnTo>
                  <a:pt x="5228838" y="1362687"/>
                </a:lnTo>
                <a:lnTo>
                  <a:pt x="5236982" y="1357984"/>
                </a:lnTo>
                <a:lnTo>
                  <a:pt x="5241685" y="1366123"/>
                </a:lnTo>
                <a:lnTo>
                  <a:pt x="5233535" y="1370826"/>
                </a:lnTo>
                <a:close/>
              </a:path>
              <a:path w="6730365" h="7059295">
                <a:moveTo>
                  <a:pt x="5158839" y="1240264"/>
                </a:moveTo>
                <a:lnTo>
                  <a:pt x="5154722" y="1233138"/>
                </a:lnTo>
                <a:lnTo>
                  <a:pt x="5161841" y="1229028"/>
                </a:lnTo>
                <a:lnTo>
                  <a:pt x="5165958" y="1236153"/>
                </a:lnTo>
                <a:lnTo>
                  <a:pt x="5158839" y="1240264"/>
                </a:lnTo>
                <a:close/>
              </a:path>
              <a:path w="6730365" h="7059295">
                <a:moveTo>
                  <a:pt x="5084137" y="1109702"/>
                </a:moveTo>
                <a:lnTo>
                  <a:pt x="5080613" y="1103595"/>
                </a:lnTo>
                <a:lnTo>
                  <a:pt x="5086714" y="1100070"/>
                </a:lnTo>
                <a:lnTo>
                  <a:pt x="5090238" y="1106177"/>
                </a:lnTo>
                <a:lnTo>
                  <a:pt x="5084137" y="1109702"/>
                </a:lnTo>
                <a:close/>
              </a:path>
              <a:path w="6730365" h="7059295">
                <a:moveTo>
                  <a:pt x="5009430" y="979139"/>
                </a:moveTo>
                <a:lnTo>
                  <a:pt x="5006492" y="974052"/>
                </a:lnTo>
                <a:lnTo>
                  <a:pt x="5011580" y="971114"/>
                </a:lnTo>
                <a:lnTo>
                  <a:pt x="5014518" y="976202"/>
                </a:lnTo>
                <a:lnTo>
                  <a:pt x="5009430" y="979139"/>
                </a:lnTo>
                <a:close/>
              </a:path>
              <a:path w="6730365" h="7059295">
                <a:moveTo>
                  <a:pt x="4934728" y="848577"/>
                </a:moveTo>
                <a:lnTo>
                  <a:pt x="4932383" y="844508"/>
                </a:lnTo>
                <a:lnTo>
                  <a:pt x="4936452" y="842157"/>
                </a:lnTo>
                <a:lnTo>
                  <a:pt x="4938803" y="846226"/>
                </a:lnTo>
                <a:lnTo>
                  <a:pt x="4934728" y="848577"/>
                </a:lnTo>
                <a:close/>
              </a:path>
              <a:path w="6730365" h="7059295">
                <a:moveTo>
                  <a:pt x="4860026" y="718015"/>
                </a:moveTo>
                <a:lnTo>
                  <a:pt x="4858261" y="714959"/>
                </a:lnTo>
                <a:lnTo>
                  <a:pt x="4861317" y="713194"/>
                </a:lnTo>
                <a:lnTo>
                  <a:pt x="4863083" y="716250"/>
                </a:lnTo>
                <a:lnTo>
                  <a:pt x="4860026" y="718015"/>
                </a:lnTo>
                <a:close/>
              </a:path>
              <a:path w="6730365" h="7059295">
                <a:moveTo>
                  <a:pt x="4785325" y="587447"/>
                </a:moveTo>
                <a:lnTo>
                  <a:pt x="4784152" y="585416"/>
                </a:lnTo>
                <a:lnTo>
                  <a:pt x="4786183" y="584243"/>
                </a:lnTo>
                <a:lnTo>
                  <a:pt x="4787356" y="586275"/>
                </a:lnTo>
                <a:lnTo>
                  <a:pt x="4785325" y="587447"/>
                </a:lnTo>
                <a:close/>
              </a:path>
              <a:path w="6730365" h="7059295">
                <a:moveTo>
                  <a:pt x="5437998" y="1426472"/>
                </a:moveTo>
                <a:lnTo>
                  <a:pt x="5432709" y="1417309"/>
                </a:lnTo>
                <a:lnTo>
                  <a:pt x="5441871" y="1412020"/>
                </a:lnTo>
                <a:lnTo>
                  <a:pt x="5447161" y="1421183"/>
                </a:lnTo>
                <a:lnTo>
                  <a:pt x="5437998" y="1426472"/>
                </a:lnTo>
                <a:close/>
              </a:path>
              <a:path w="6730365" h="7059295">
                <a:moveTo>
                  <a:pt x="5363297" y="1295910"/>
                </a:moveTo>
                <a:lnTo>
                  <a:pt x="5358599" y="1287772"/>
                </a:lnTo>
                <a:lnTo>
                  <a:pt x="5366738" y="1283069"/>
                </a:lnTo>
                <a:lnTo>
                  <a:pt x="5371441" y="1291207"/>
                </a:lnTo>
                <a:lnTo>
                  <a:pt x="5363297" y="1295910"/>
                </a:lnTo>
                <a:close/>
              </a:path>
              <a:path w="6730365" h="7059295">
                <a:moveTo>
                  <a:pt x="5288594" y="1165348"/>
                </a:moveTo>
                <a:lnTo>
                  <a:pt x="5284478" y="1158223"/>
                </a:lnTo>
                <a:lnTo>
                  <a:pt x="5291603" y="1154106"/>
                </a:lnTo>
                <a:lnTo>
                  <a:pt x="5295720" y="1161232"/>
                </a:lnTo>
                <a:lnTo>
                  <a:pt x="5288594" y="1165348"/>
                </a:lnTo>
                <a:close/>
              </a:path>
              <a:path w="6730365" h="7059295">
                <a:moveTo>
                  <a:pt x="5213999" y="1034384"/>
                </a:moveTo>
                <a:lnTo>
                  <a:pt x="5210765" y="1028786"/>
                </a:lnTo>
                <a:lnTo>
                  <a:pt x="5216363" y="1025552"/>
                </a:lnTo>
                <a:lnTo>
                  <a:pt x="5219597" y="1031155"/>
                </a:lnTo>
                <a:lnTo>
                  <a:pt x="5213999" y="1034384"/>
                </a:lnTo>
                <a:close/>
              </a:path>
              <a:path w="6730365" h="7059295">
                <a:moveTo>
                  <a:pt x="5139297" y="903821"/>
                </a:moveTo>
                <a:lnTo>
                  <a:pt x="5136656" y="899243"/>
                </a:lnTo>
                <a:lnTo>
                  <a:pt x="5141235" y="896595"/>
                </a:lnTo>
                <a:lnTo>
                  <a:pt x="5143876" y="901180"/>
                </a:lnTo>
                <a:lnTo>
                  <a:pt x="5139297" y="903821"/>
                </a:lnTo>
                <a:close/>
              </a:path>
              <a:path w="6730365" h="7059295">
                <a:moveTo>
                  <a:pt x="5064602" y="773259"/>
                </a:moveTo>
                <a:lnTo>
                  <a:pt x="5062540" y="769694"/>
                </a:lnTo>
                <a:lnTo>
                  <a:pt x="5066100" y="767638"/>
                </a:lnTo>
                <a:lnTo>
                  <a:pt x="5068161" y="771204"/>
                </a:lnTo>
                <a:lnTo>
                  <a:pt x="5064602" y="773259"/>
                </a:lnTo>
                <a:close/>
              </a:path>
              <a:path w="6730365" h="7059295">
                <a:moveTo>
                  <a:pt x="4989894" y="642697"/>
                </a:moveTo>
                <a:lnTo>
                  <a:pt x="4988425" y="640151"/>
                </a:lnTo>
                <a:lnTo>
                  <a:pt x="4990972" y="638682"/>
                </a:lnTo>
                <a:lnTo>
                  <a:pt x="4992441" y="641229"/>
                </a:lnTo>
                <a:lnTo>
                  <a:pt x="4989894" y="642697"/>
                </a:lnTo>
                <a:close/>
              </a:path>
              <a:path w="6730365" h="7059295">
                <a:moveTo>
                  <a:pt x="4915192" y="512136"/>
                </a:moveTo>
                <a:lnTo>
                  <a:pt x="4914310" y="510601"/>
                </a:lnTo>
                <a:lnTo>
                  <a:pt x="4915838" y="509719"/>
                </a:lnTo>
                <a:lnTo>
                  <a:pt x="4916721" y="511253"/>
                </a:lnTo>
                <a:lnTo>
                  <a:pt x="4915192" y="512136"/>
                </a:lnTo>
                <a:close/>
              </a:path>
              <a:path w="6730365" h="7059295">
                <a:moveTo>
                  <a:pt x="5567759" y="1351557"/>
                </a:moveTo>
                <a:lnTo>
                  <a:pt x="5562470" y="1342394"/>
                </a:lnTo>
                <a:lnTo>
                  <a:pt x="5571627" y="1337105"/>
                </a:lnTo>
                <a:lnTo>
                  <a:pt x="5576916" y="1346268"/>
                </a:lnTo>
                <a:lnTo>
                  <a:pt x="5567759" y="1351557"/>
                </a:lnTo>
                <a:close/>
              </a:path>
              <a:path w="6730365" h="7059295">
                <a:moveTo>
                  <a:pt x="5493057" y="1220989"/>
                </a:moveTo>
                <a:lnTo>
                  <a:pt x="5488354" y="1212851"/>
                </a:lnTo>
                <a:lnTo>
                  <a:pt x="5496498" y="1208154"/>
                </a:lnTo>
                <a:lnTo>
                  <a:pt x="5501195" y="1216292"/>
                </a:lnTo>
                <a:lnTo>
                  <a:pt x="5493057" y="1220989"/>
                </a:lnTo>
                <a:close/>
              </a:path>
              <a:path w="6730365" h="7059295">
                <a:moveTo>
                  <a:pt x="5418356" y="1090427"/>
                </a:moveTo>
                <a:lnTo>
                  <a:pt x="5414239" y="1083302"/>
                </a:lnTo>
                <a:lnTo>
                  <a:pt x="5421365" y="1079191"/>
                </a:lnTo>
                <a:lnTo>
                  <a:pt x="5425481" y="1086317"/>
                </a:lnTo>
                <a:lnTo>
                  <a:pt x="5418356" y="1090427"/>
                </a:lnTo>
                <a:close/>
              </a:path>
              <a:path w="6730365" h="7059295">
                <a:moveTo>
                  <a:pt x="5343760" y="959468"/>
                </a:moveTo>
                <a:lnTo>
                  <a:pt x="5340526" y="953865"/>
                </a:lnTo>
                <a:lnTo>
                  <a:pt x="5346124" y="950637"/>
                </a:lnTo>
                <a:lnTo>
                  <a:pt x="5349358" y="956234"/>
                </a:lnTo>
                <a:lnTo>
                  <a:pt x="5343760" y="959468"/>
                </a:lnTo>
                <a:close/>
              </a:path>
              <a:path w="6730365" h="7059295">
                <a:moveTo>
                  <a:pt x="5269059" y="828906"/>
                </a:moveTo>
                <a:lnTo>
                  <a:pt x="5266411" y="824322"/>
                </a:lnTo>
                <a:lnTo>
                  <a:pt x="5270996" y="821680"/>
                </a:lnTo>
                <a:lnTo>
                  <a:pt x="5273637" y="826259"/>
                </a:lnTo>
                <a:lnTo>
                  <a:pt x="5269059" y="828906"/>
                </a:lnTo>
                <a:close/>
              </a:path>
              <a:path w="6730365" h="7059295">
                <a:moveTo>
                  <a:pt x="5194357" y="698344"/>
                </a:moveTo>
                <a:lnTo>
                  <a:pt x="5192296" y="694779"/>
                </a:lnTo>
                <a:lnTo>
                  <a:pt x="5195861" y="692717"/>
                </a:lnTo>
                <a:lnTo>
                  <a:pt x="5197922" y="696283"/>
                </a:lnTo>
                <a:lnTo>
                  <a:pt x="5194357" y="698344"/>
                </a:lnTo>
                <a:close/>
              </a:path>
              <a:path w="6730365" h="7059295">
                <a:moveTo>
                  <a:pt x="5119655" y="567776"/>
                </a:moveTo>
                <a:lnTo>
                  <a:pt x="5118186" y="565235"/>
                </a:lnTo>
                <a:lnTo>
                  <a:pt x="5120733" y="563766"/>
                </a:lnTo>
                <a:lnTo>
                  <a:pt x="5122202" y="566308"/>
                </a:lnTo>
                <a:lnTo>
                  <a:pt x="5119655" y="567776"/>
                </a:lnTo>
                <a:close/>
              </a:path>
              <a:path w="6730365" h="7059295">
                <a:moveTo>
                  <a:pt x="5044954" y="437214"/>
                </a:moveTo>
                <a:lnTo>
                  <a:pt x="5044071" y="435686"/>
                </a:lnTo>
                <a:lnTo>
                  <a:pt x="5045593" y="434804"/>
                </a:lnTo>
                <a:lnTo>
                  <a:pt x="5046476" y="436338"/>
                </a:lnTo>
                <a:lnTo>
                  <a:pt x="5044954" y="437214"/>
                </a:lnTo>
                <a:close/>
              </a:path>
              <a:path w="6730365" h="7059295">
                <a:moveTo>
                  <a:pt x="5772216" y="1407204"/>
                </a:moveTo>
                <a:lnTo>
                  <a:pt x="5766340" y="1397023"/>
                </a:lnTo>
                <a:lnTo>
                  <a:pt x="5776522" y="1391147"/>
                </a:lnTo>
                <a:lnTo>
                  <a:pt x="5782398" y="1401329"/>
                </a:lnTo>
                <a:lnTo>
                  <a:pt x="5772216" y="1407204"/>
                </a:lnTo>
                <a:close/>
              </a:path>
              <a:path w="6730365" h="7059295">
                <a:moveTo>
                  <a:pt x="5697627" y="1276240"/>
                </a:moveTo>
                <a:lnTo>
                  <a:pt x="5692634" y="1267586"/>
                </a:lnTo>
                <a:lnTo>
                  <a:pt x="5701288" y="1262593"/>
                </a:lnTo>
                <a:lnTo>
                  <a:pt x="5706281" y="1271247"/>
                </a:lnTo>
                <a:lnTo>
                  <a:pt x="5697627" y="1276240"/>
                </a:lnTo>
                <a:close/>
              </a:path>
              <a:path w="6730365" h="7059295">
                <a:moveTo>
                  <a:pt x="5622926" y="1145678"/>
                </a:moveTo>
                <a:lnTo>
                  <a:pt x="5618519" y="1138043"/>
                </a:lnTo>
                <a:lnTo>
                  <a:pt x="5626147" y="1133636"/>
                </a:lnTo>
                <a:lnTo>
                  <a:pt x="5630554" y="1141271"/>
                </a:lnTo>
                <a:lnTo>
                  <a:pt x="5622926" y="1145678"/>
                </a:lnTo>
                <a:close/>
              </a:path>
              <a:path w="6730365" h="7059295">
                <a:moveTo>
                  <a:pt x="5548118" y="1015513"/>
                </a:moveTo>
                <a:lnTo>
                  <a:pt x="5544001" y="1008387"/>
                </a:lnTo>
                <a:lnTo>
                  <a:pt x="5551126" y="1004271"/>
                </a:lnTo>
                <a:lnTo>
                  <a:pt x="5555237" y="1011396"/>
                </a:lnTo>
                <a:lnTo>
                  <a:pt x="5548118" y="1015513"/>
                </a:lnTo>
                <a:close/>
              </a:path>
              <a:path w="6730365" h="7059295">
                <a:moveTo>
                  <a:pt x="5473522" y="884548"/>
                </a:moveTo>
                <a:lnTo>
                  <a:pt x="5470288" y="878951"/>
                </a:lnTo>
                <a:lnTo>
                  <a:pt x="5475886" y="875717"/>
                </a:lnTo>
                <a:lnTo>
                  <a:pt x="5479120" y="881320"/>
                </a:lnTo>
                <a:lnTo>
                  <a:pt x="5473522" y="884548"/>
                </a:lnTo>
                <a:close/>
              </a:path>
              <a:path w="6730365" h="7059295">
                <a:moveTo>
                  <a:pt x="5398820" y="753986"/>
                </a:moveTo>
                <a:lnTo>
                  <a:pt x="5396173" y="749407"/>
                </a:lnTo>
                <a:lnTo>
                  <a:pt x="5400758" y="746760"/>
                </a:lnTo>
                <a:lnTo>
                  <a:pt x="5403399" y="751344"/>
                </a:lnTo>
                <a:lnTo>
                  <a:pt x="5398820" y="753986"/>
                </a:lnTo>
                <a:close/>
              </a:path>
              <a:path w="6730365" h="7059295">
                <a:moveTo>
                  <a:pt x="5324118" y="623424"/>
                </a:moveTo>
                <a:lnTo>
                  <a:pt x="5322057" y="619858"/>
                </a:lnTo>
                <a:lnTo>
                  <a:pt x="5325623" y="617803"/>
                </a:lnTo>
                <a:lnTo>
                  <a:pt x="5327678" y="621369"/>
                </a:lnTo>
                <a:lnTo>
                  <a:pt x="5324118" y="623424"/>
                </a:lnTo>
                <a:close/>
              </a:path>
              <a:path w="6730365" h="7059295">
                <a:moveTo>
                  <a:pt x="5249411" y="492862"/>
                </a:moveTo>
                <a:lnTo>
                  <a:pt x="5247942" y="490321"/>
                </a:lnTo>
                <a:lnTo>
                  <a:pt x="5250489" y="488852"/>
                </a:lnTo>
                <a:lnTo>
                  <a:pt x="5251958" y="491393"/>
                </a:lnTo>
                <a:lnTo>
                  <a:pt x="5249411" y="492862"/>
                </a:lnTo>
                <a:close/>
              </a:path>
              <a:path w="6730365" h="7059295">
                <a:moveTo>
                  <a:pt x="5174715" y="362300"/>
                </a:moveTo>
                <a:lnTo>
                  <a:pt x="5173833" y="360766"/>
                </a:lnTo>
                <a:lnTo>
                  <a:pt x="5175355" y="359889"/>
                </a:lnTo>
                <a:lnTo>
                  <a:pt x="5176238" y="361418"/>
                </a:lnTo>
                <a:lnTo>
                  <a:pt x="5174715" y="362300"/>
                </a:lnTo>
                <a:close/>
              </a:path>
              <a:path w="6730365" h="7059295">
                <a:moveTo>
                  <a:pt x="5976573" y="1463249"/>
                </a:moveTo>
                <a:lnTo>
                  <a:pt x="5969815" y="1451546"/>
                </a:lnTo>
                <a:lnTo>
                  <a:pt x="5981524" y="1444787"/>
                </a:lnTo>
                <a:lnTo>
                  <a:pt x="5988283" y="1456491"/>
                </a:lnTo>
                <a:lnTo>
                  <a:pt x="5976573" y="1463249"/>
                </a:lnTo>
                <a:close/>
              </a:path>
              <a:path w="6730365" h="7059295">
                <a:moveTo>
                  <a:pt x="5901978" y="1332285"/>
                </a:moveTo>
                <a:lnTo>
                  <a:pt x="5896102" y="1322109"/>
                </a:lnTo>
                <a:lnTo>
                  <a:pt x="5906284" y="1316233"/>
                </a:lnTo>
                <a:lnTo>
                  <a:pt x="5912160" y="1326409"/>
                </a:lnTo>
                <a:lnTo>
                  <a:pt x="5901978" y="1332285"/>
                </a:lnTo>
                <a:close/>
              </a:path>
              <a:path w="6730365" h="7059295">
                <a:moveTo>
                  <a:pt x="5827389" y="1201326"/>
                </a:moveTo>
                <a:lnTo>
                  <a:pt x="5822390" y="1192672"/>
                </a:lnTo>
                <a:lnTo>
                  <a:pt x="5831037" y="1187679"/>
                </a:lnTo>
                <a:lnTo>
                  <a:pt x="5836036" y="1196333"/>
                </a:lnTo>
                <a:lnTo>
                  <a:pt x="5827389" y="1201326"/>
                </a:lnTo>
                <a:close/>
              </a:path>
              <a:path w="6730365" h="7059295">
                <a:moveTo>
                  <a:pt x="5752687" y="1070764"/>
                </a:moveTo>
                <a:lnTo>
                  <a:pt x="5748280" y="1063129"/>
                </a:lnTo>
                <a:lnTo>
                  <a:pt x="5755909" y="1058722"/>
                </a:lnTo>
                <a:lnTo>
                  <a:pt x="5760316" y="1066357"/>
                </a:lnTo>
                <a:lnTo>
                  <a:pt x="5752687" y="1070764"/>
                </a:lnTo>
                <a:close/>
              </a:path>
              <a:path w="6730365" h="7059295">
                <a:moveTo>
                  <a:pt x="5677980" y="940196"/>
                </a:moveTo>
                <a:lnTo>
                  <a:pt x="5674159" y="933580"/>
                </a:lnTo>
                <a:lnTo>
                  <a:pt x="5680781" y="929759"/>
                </a:lnTo>
                <a:lnTo>
                  <a:pt x="5684602" y="936375"/>
                </a:lnTo>
                <a:lnTo>
                  <a:pt x="5677980" y="940196"/>
                </a:lnTo>
                <a:close/>
              </a:path>
              <a:path w="6730365" h="7059295">
                <a:moveTo>
                  <a:pt x="5603385" y="809231"/>
                </a:moveTo>
                <a:lnTo>
                  <a:pt x="5600447" y="804143"/>
                </a:lnTo>
                <a:lnTo>
                  <a:pt x="5605535" y="801206"/>
                </a:lnTo>
                <a:lnTo>
                  <a:pt x="5608472" y="806293"/>
                </a:lnTo>
                <a:lnTo>
                  <a:pt x="5603385" y="809231"/>
                </a:lnTo>
                <a:close/>
              </a:path>
              <a:path w="6730365" h="7059295">
                <a:moveTo>
                  <a:pt x="5528683" y="678669"/>
                </a:moveTo>
                <a:lnTo>
                  <a:pt x="5526332" y="674594"/>
                </a:lnTo>
                <a:lnTo>
                  <a:pt x="5530407" y="672243"/>
                </a:lnTo>
                <a:lnTo>
                  <a:pt x="5532758" y="676318"/>
                </a:lnTo>
                <a:lnTo>
                  <a:pt x="5528683" y="678669"/>
                </a:lnTo>
                <a:close/>
              </a:path>
              <a:path w="6730365" h="7059295">
                <a:moveTo>
                  <a:pt x="5453987" y="548101"/>
                </a:moveTo>
                <a:lnTo>
                  <a:pt x="5452222" y="545051"/>
                </a:lnTo>
                <a:lnTo>
                  <a:pt x="5455272" y="543292"/>
                </a:lnTo>
                <a:lnTo>
                  <a:pt x="5457038" y="546342"/>
                </a:lnTo>
                <a:lnTo>
                  <a:pt x="5453987" y="548101"/>
                </a:lnTo>
                <a:close/>
              </a:path>
              <a:path w="6730365" h="7059295">
                <a:moveTo>
                  <a:pt x="5379280" y="417539"/>
                </a:moveTo>
                <a:lnTo>
                  <a:pt x="5378107" y="415502"/>
                </a:lnTo>
                <a:lnTo>
                  <a:pt x="5380144" y="414329"/>
                </a:lnTo>
                <a:lnTo>
                  <a:pt x="5381317" y="416367"/>
                </a:lnTo>
                <a:lnTo>
                  <a:pt x="5379280" y="417539"/>
                </a:lnTo>
                <a:close/>
              </a:path>
              <a:path w="6730365" h="7059295">
                <a:moveTo>
                  <a:pt x="5305597" y="286391"/>
                </a:moveTo>
                <a:lnTo>
                  <a:pt x="5304238" y="286391"/>
                </a:lnTo>
                <a:lnTo>
                  <a:pt x="5303991" y="285965"/>
                </a:lnTo>
                <a:lnTo>
                  <a:pt x="5305350" y="285965"/>
                </a:lnTo>
                <a:lnTo>
                  <a:pt x="5305597" y="286391"/>
                </a:lnTo>
                <a:close/>
              </a:path>
              <a:path w="6730365" h="7059295">
                <a:moveTo>
                  <a:pt x="6106441" y="1387932"/>
                </a:moveTo>
                <a:lnTo>
                  <a:pt x="6099979" y="1376738"/>
                </a:lnTo>
                <a:lnTo>
                  <a:pt x="6111174" y="1370276"/>
                </a:lnTo>
                <a:lnTo>
                  <a:pt x="6117636" y="1381470"/>
                </a:lnTo>
                <a:lnTo>
                  <a:pt x="6106441" y="1387932"/>
                </a:lnTo>
                <a:close/>
              </a:path>
              <a:path w="6730365" h="7059295">
                <a:moveTo>
                  <a:pt x="6031846" y="1256968"/>
                </a:moveTo>
                <a:lnTo>
                  <a:pt x="6026266" y="1247301"/>
                </a:lnTo>
                <a:lnTo>
                  <a:pt x="6035933" y="1241722"/>
                </a:lnTo>
                <a:lnTo>
                  <a:pt x="6041512" y="1251382"/>
                </a:lnTo>
                <a:lnTo>
                  <a:pt x="6031846" y="1256968"/>
                </a:lnTo>
                <a:close/>
              </a:path>
              <a:path w="6730365" h="7059295">
                <a:moveTo>
                  <a:pt x="5957150" y="1126406"/>
                </a:moveTo>
                <a:lnTo>
                  <a:pt x="5952150" y="1117752"/>
                </a:lnTo>
                <a:lnTo>
                  <a:pt x="5960798" y="1112759"/>
                </a:lnTo>
                <a:lnTo>
                  <a:pt x="5965797" y="1121412"/>
                </a:lnTo>
                <a:lnTo>
                  <a:pt x="5957150" y="1126406"/>
                </a:lnTo>
                <a:close/>
              </a:path>
              <a:path w="6730365" h="7059295">
                <a:moveTo>
                  <a:pt x="5882442" y="995843"/>
                </a:moveTo>
                <a:lnTo>
                  <a:pt x="5878035" y="988209"/>
                </a:lnTo>
                <a:lnTo>
                  <a:pt x="5885670" y="983802"/>
                </a:lnTo>
                <a:lnTo>
                  <a:pt x="5890077" y="991437"/>
                </a:lnTo>
                <a:lnTo>
                  <a:pt x="5882442" y="995843"/>
                </a:lnTo>
                <a:close/>
              </a:path>
              <a:path w="6730365" h="7059295">
                <a:moveTo>
                  <a:pt x="5807847" y="864879"/>
                </a:moveTo>
                <a:lnTo>
                  <a:pt x="5804323" y="858772"/>
                </a:lnTo>
                <a:lnTo>
                  <a:pt x="5810429" y="855248"/>
                </a:lnTo>
                <a:lnTo>
                  <a:pt x="5813953" y="861354"/>
                </a:lnTo>
                <a:lnTo>
                  <a:pt x="5807847" y="864879"/>
                </a:lnTo>
                <a:close/>
              </a:path>
              <a:path w="6730365" h="7059295">
                <a:moveTo>
                  <a:pt x="5733145" y="734317"/>
                </a:moveTo>
                <a:lnTo>
                  <a:pt x="5730208" y="729223"/>
                </a:lnTo>
                <a:lnTo>
                  <a:pt x="5735295" y="726285"/>
                </a:lnTo>
                <a:lnTo>
                  <a:pt x="5738233" y="731379"/>
                </a:lnTo>
                <a:lnTo>
                  <a:pt x="5733145" y="734317"/>
                </a:lnTo>
                <a:close/>
              </a:path>
              <a:path w="6730365" h="7059295">
                <a:moveTo>
                  <a:pt x="5658444" y="603749"/>
                </a:moveTo>
                <a:lnTo>
                  <a:pt x="5656092" y="599680"/>
                </a:lnTo>
                <a:lnTo>
                  <a:pt x="5660167" y="597328"/>
                </a:lnTo>
                <a:lnTo>
                  <a:pt x="5662519" y="601397"/>
                </a:lnTo>
                <a:lnTo>
                  <a:pt x="5658444" y="603749"/>
                </a:lnTo>
                <a:close/>
              </a:path>
              <a:path w="6730365" h="7059295">
                <a:moveTo>
                  <a:pt x="5583742" y="473187"/>
                </a:moveTo>
                <a:lnTo>
                  <a:pt x="5581977" y="470137"/>
                </a:lnTo>
                <a:lnTo>
                  <a:pt x="5585033" y="468372"/>
                </a:lnTo>
                <a:lnTo>
                  <a:pt x="5586798" y="471422"/>
                </a:lnTo>
                <a:lnTo>
                  <a:pt x="5583742" y="473187"/>
                </a:lnTo>
                <a:close/>
              </a:path>
              <a:path w="6730365" h="7059295">
                <a:moveTo>
                  <a:pt x="5509034" y="342625"/>
                </a:moveTo>
                <a:lnTo>
                  <a:pt x="5507861" y="340587"/>
                </a:lnTo>
                <a:lnTo>
                  <a:pt x="5509899" y="339415"/>
                </a:lnTo>
                <a:lnTo>
                  <a:pt x="5511072" y="341452"/>
                </a:lnTo>
                <a:lnTo>
                  <a:pt x="5509034" y="342625"/>
                </a:lnTo>
                <a:close/>
              </a:path>
              <a:path w="6730365" h="7059295">
                <a:moveTo>
                  <a:pt x="5435357" y="211477"/>
                </a:moveTo>
                <a:lnTo>
                  <a:pt x="5434001" y="211477"/>
                </a:lnTo>
                <a:lnTo>
                  <a:pt x="5433752" y="211044"/>
                </a:lnTo>
                <a:lnTo>
                  <a:pt x="5435108" y="211044"/>
                </a:lnTo>
                <a:lnTo>
                  <a:pt x="5435357" y="211477"/>
                </a:lnTo>
                <a:close/>
              </a:path>
              <a:path w="6730365" h="7059295">
                <a:moveTo>
                  <a:pt x="6310797" y="1443982"/>
                </a:moveTo>
                <a:lnTo>
                  <a:pt x="6303452" y="1431259"/>
                </a:lnTo>
                <a:lnTo>
                  <a:pt x="6316175" y="1423915"/>
                </a:lnTo>
                <a:lnTo>
                  <a:pt x="6323520" y="1436638"/>
                </a:lnTo>
                <a:lnTo>
                  <a:pt x="6310797" y="1443982"/>
                </a:lnTo>
                <a:close/>
              </a:path>
              <a:path w="6730365" h="7059295">
                <a:moveTo>
                  <a:pt x="6236309" y="1312609"/>
                </a:moveTo>
                <a:lnTo>
                  <a:pt x="6230137" y="1301924"/>
                </a:lnTo>
                <a:lnTo>
                  <a:pt x="6240822" y="1295758"/>
                </a:lnTo>
                <a:lnTo>
                  <a:pt x="6246994" y="1306443"/>
                </a:lnTo>
                <a:lnTo>
                  <a:pt x="6236309" y="1312609"/>
                </a:lnTo>
                <a:close/>
              </a:path>
              <a:path w="6730365" h="7059295">
                <a:moveTo>
                  <a:pt x="6161713" y="1181650"/>
                </a:moveTo>
                <a:lnTo>
                  <a:pt x="6156424" y="1172487"/>
                </a:lnTo>
                <a:lnTo>
                  <a:pt x="6165581" y="1167203"/>
                </a:lnTo>
                <a:lnTo>
                  <a:pt x="6170870" y="1176361"/>
                </a:lnTo>
                <a:lnTo>
                  <a:pt x="6161713" y="1181650"/>
                </a:lnTo>
                <a:close/>
              </a:path>
              <a:path w="6730365" h="7059295">
                <a:moveTo>
                  <a:pt x="6087011" y="1051088"/>
                </a:moveTo>
                <a:lnTo>
                  <a:pt x="6082308" y="1042944"/>
                </a:lnTo>
                <a:lnTo>
                  <a:pt x="6090453" y="1038247"/>
                </a:lnTo>
                <a:lnTo>
                  <a:pt x="6095149" y="1046385"/>
                </a:lnTo>
                <a:lnTo>
                  <a:pt x="6087011" y="1051088"/>
                </a:lnTo>
                <a:close/>
              </a:path>
              <a:path w="6730365" h="7059295">
                <a:moveTo>
                  <a:pt x="6012310" y="920526"/>
                </a:moveTo>
                <a:lnTo>
                  <a:pt x="6008193" y="913400"/>
                </a:lnTo>
                <a:lnTo>
                  <a:pt x="6015319" y="909284"/>
                </a:lnTo>
                <a:lnTo>
                  <a:pt x="6019436" y="916409"/>
                </a:lnTo>
                <a:lnTo>
                  <a:pt x="6012310" y="920526"/>
                </a:lnTo>
                <a:close/>
              </a:path>
              <a:path w="6730365" h="7059295">
                <a:moveTo>
                  <a:pt x="5937715" y="789555"/>
                </a:moveTo>
                <a:lnTo>
                  <a:pt x="5934481" y="783958"/>
                </a:lnTo>
                <a:lnTo>
                  <a:pt x="5940078" y="780729"/>
                </a:lnTo>
                <a:lnTo>
                  <a:pt x="5943312" y="786327"/>
                </a:lnTo>
                <a:lnTo>
                  <a:pt x="5937715" y="789555"/>
                </a:lnTo>
                <a:close/>
              </a:path>
              <a:path w="6730365" h="7059295">
                <a:moveTo>
                  <a:pt x="5863007" y="658993"/>
                </a:moveTo>
                <a:lnTo>
                  <a:pt x="5860366" y="654421"/>
                </a:lnTo>
                <a:lnTo>
                  <a:pt x="5864950" y="651773"/>
                </a:lnTo>
                <a:lnTo>
                  <a:pt x="5867592" y="656351"/>
                </a:lnTo>
                <a:lnTo>
                  <a:pt x="5863007" y="658993"/>
                </a:lnTo>
                <a:close/>
              </a:path>
              <a:path w="6730365" h="7059295">
                <a:moveTo>
                  <a:pt x="5788306" y="528431"/>
                </a:moveTo>
                <a:lnTo>
                  <a:pt x="5786250" y="524871"/>
                </a:lnTo>
                <a:lnTo>
                  <a:pt x="5789816" y="522816"/>
                </a:lnTo>
                <a:lnTo>
                  <a:pt x="5791871" y="526376"/>
                </a:lnTo>
                <a:lnTo>
                  <a:pt x="5788306" y="528431"/>
                </a:lnTo>
                <a:close/>
              </a:path>
              <a:path w="6730365" h="7059295">
                <a:moveTo>
                  <a:pt x="5713610" y="397869"/>
                </a:moveTo>
                <a:lnTo>
                  <a:pt x="5712140" y="395322"/>
                </a:lnTo>
                <a:lnTo>
                  <a:pt x="5714681" y="393853"/>
                </a:lnTo>
                <a:lnTo>
                  <a:pt x="5716151" y="396400"/>
                </a:lnTo>
                <a:lnTo>
                  <a:pt x="5713610" y="397869"/>
                </a:lnTo>
                <a:close/>
              </a:path>
              <a:path w="6730365" h="7059295">
                <a:moveTo>
                  <a:pt x="5638908" y="267307"/>
                </a:moveTo>
                <a:lnTo>
                  <a:pt x="5638025" y="265779"/>
                </a:lnTo>
                <a:lnTo>
                  <a:pt x="5639548" y="264903"/>
                </a:lnTo>
                <a:lnTo>
                  <a:pt x="5640430" y="266431"/>
                </a:lnTo>
                <a:lnTo>
                  <a:pt x="5638908" y="267307"/>
                </a:lnTo>
                <a:close/>
              </a:path>
              <a:path w="6730365" h="7059295">
                <a:moveTo>
                  <a:pt x="6440665" y="1368658"/>
                </a:moveTo>
                <a:lnTo>
                  <a:pt x="6433611" y="1356445"/>
                </a:lnTo>
                <a:lnTo>
                  <a:pt x="6445824" y="1349397"/>
                </a:lnTo>
                <a:lnTo>
                  <a:pt x="6452878" y="1361610"/>
                </a:lnTo>
                <a:lnTo>
                  <a:pt x="6440665" y="1368658"/>
                </a:lnTo>
                <a:close/>
              </a:path>
              <a:path w="6730365" h="7059295">
                <a:moveTo>
                  <a:pt x="6366171" y="1237297"/>
                </a:moveTo>
                <a:lnTo>
                  <a:pt x="6360295" y="1227121"/>
                </a:lnTo>
                <a:lnTo>
                  <a:pt x="6370477" y="1221245"/>
                </a:lnTo>
                <a:lnTo>
                  <a:pt x="6376353" y="1231421"/>
                </a:lnTo>
                <a:lnTo>
                  <a:pt x="6366171" y="1237297"/>
                </a:lnTo>
                <a:close/>
              </a:path>
              <a:path w="6730365" h="7059295">
                <a:moveTo>
                  <a:pt x="6291582" y="1106332"/>
                </a:moveTo>
                <a:lnTo>
                  <a:pt x="6286589" y="1097679"/>
                </a:lnTo>
                <a:lnTo>
                  <a:pt x="6295243" y="1092685"/>
                </a:lnTo>
                <a:lnTo>
                  <a:pt x="6300236" y="1101333"/>
                </a:lnTo>
                <a:lnTo>
                  <a:pt x="6291582" y="1106332"/>
                </a:lnTo>
                <a:close/>
              </a:path>
              <a:path w="6730365" h="7059295">
                <a:moveTo>
                  <a:pt x="6216773" y="976167"/>
                </a:moveTo>
                <a:lnTo>
                  <a:pt x="6212071" y="968029"/>
                </a:lnTo>
                <a:lnTo>
                  <a:pt x="6220215" y="963326"/>
                </a:lnTo>
                <a:lnTo>
                  <a:pt x="6224912" y="971470"/>
                </a:lnTo>
                <a:lnTo>
                  <a:pt x="6216773" y="976167"/>
                </a:lnTo>
                <a:close/>
              </a:path>
              <a:path w="6730365" h="7059295">
                <a:moveTo>
                  <a:pt x="6142073" y="845605"/>
                </a:moveTo>
                <a:lnTo>
                  <a:pt x="6137956" y="838480"/>
                </a:lnTo>
                <a:lnTo>
                  <a:pt x="6145081" y="834369"/>
                </a:lnTo>
                <a:lnTo>
                  <a:pt x="6149192" y="841495"/>
                </a:lnTo>
                <a:lnTo>
                  <a:pt x="6142073" y="845605"/>
                </a:lnTo>
                <a:close/>
              </a:path>
              <a:path w="6730365" h="7059295">
                <a:moveTo>
                  <a:pt x="6067477" y="714641"/>
                </a:moveTo>
                <a:lnTo>
                  <a:pt x="6064243" y="709043"/>
                </a:lnTo>
                <a:lnTo>
                  <a:pt x="6069841" y="705809"/>
                </a:lnTo>
                <a:lnTo>
                  <a:pt x="6073069" y="711407"/>
                </a:lnTo>
                <a:lnTo>
                  <a:pt x="6067477" y="714641"/>
                </a:lnTo>
                <a:close/>
              </a:path>
              <a:path w="6730365" h="7059295">
                <a:moveTo>
                  <a:pt x="5992770" y="584079"/>
                </a:moveTo>
                <a:lnTo>
                  <a:pt x="5990128" y="579500"/>
                </a:lnTo>
                <a:lnTo>
                  <a:pt x="5994713" y="576858"/>
                </a:lnTo>
                <a:lnTo>
                  <a:pt x="5997354" y="581431"/>
                </a:lnTo>
                <a:lnTo>
                  <a:pt x="5992770" y="584079"/>
                </a:lnTo>
                <a:close/>
              </a:path>
              <a:path w="6730365" h="7059295">
                <a:moveTo>
                  <a:pt x="5918068" y="453517"/>
                </a:moveTo>
                <a:lnTo>
                  <a:pt x="5916013" y="449957"/>
                </a:lnTo>
                <a:lnTo>
                  <a:pt x="5919578" y="447896"/>
                </a:lnTo>
                <a:lnTo>
                  <a:pt x="5921633" y="451455"/>
                </a:lnTo>
                <a:lnTo>
                  <a:pt x="5918068" y="453517"/>
                </a:lnTo>
                <a:close/>
              </a:path>
              <a:path w="6730365" h="7059295">
                <a:moveTo>
                  <a:pt x="5843366" y="322955"/>
                </a:moveTo>
                <a:lnTo>
                  <a:pt x="5841897" y="320408"/>
                </a:lnTo>
                <a:lnTo>
                  <a:pt x="5844438" y="318939"/>
                </a:lnTo>
                <a:lnTo>
                  <a:pt x="5845907" y="321486"/>
                </a:lnTo>
                <a:lnTo>
                  <a:pt x="5843366" y="322955"/>
                </a:lnTo>
                <a:close/>
              </a:path>
              <a:path w="6730365" h="7059295">
                <a:moveTo>
                  <a:pt x="5768670" y="192393"/>
                </a:moveTo>
                <a:lnTo>
                  <a:pt x="5767788" y="190865"/>
                </a:lnTo>
                <a:lnTo>
                  <a:pt x="5769310" y="189982"/>
                </a:lnTo>
                <a:lnTo>
                  <a:pt x="5770193" y="191510"/>
                </a:lnTo>
                <a:lnTo>
                  <a:pt x="5768670" y="192393"/>
                </a:lnTo>
                <a:close/>
              </a:path>
              <a:path w="6730365" h="7059295">
                <a:moveTo>
                  <a:pt x="6645128" y="1424306"/>
                </a:moveTo>
                <a:lnTo>
                  <a:pt x="6637488" y="1411074"/>
                </a:lnTo>
                <a:lnTo>
                  <a:pt x="6650720" y="1403439"/>
                </a:lnTo>
                <a:lnTo>
                  <a:pt x="6658354" y="1416665"/>
                </a:lnTo>
                <a:lnTo>
                  <a:pt x="6645128" y="1424306"/>
                </a:lnTo>
                <a:close/>
              </a:path>
              <a:path w="6730365" h="7059295">
                <a:moveTo>
                  <a:pt x="6570527" y="1293341"/>
                </a:moveTo>
                <a:lnTo>
                  <a:pt x="6563769" y="1281643"/>
                </a:lnTo>
                <a:lnTo>
                  <a:pt x="6575479" y="1274885"/>
                </a:lnTo>
                <a:lnTo>
                  <a:pt x="6582231" y="1286583"/>
                </a:lnTo>
                <a:lnTo>
                  <a:pt x="6570527" y="1293341"/>
                </a:lnTo>
                <a:close/>
              </a:path>
              <a:path w="6730365" h="7059295">
                <a:moveTo>
                  <a:pt x="6496045" y="1161974"/>
                </a:moveTo>
                <a:lnTo>
                  <a:pt x="6490460" y="1152307"/>
                </a:lnTo>
                <a:lnTo>
                  <a:pt x="6500132" y="1146722"/>
                </a:lnTo>
                <a:lnTo>
                  <a:pt x="6505712" y="1156394"/>
                </a:lnTo>
                <a:lnTo>
                  <a:pt x="6496045" y="1161974"/>
                </a:lnTo>
                <a:close/>
              </a:path>
              <a:path w="6730365" h="7059295">
                <a:moveTo>
                  <a:pt x="6421338" y="1031412"/>
                </a:moveTo>
                <a:lnTo>
                  <a:pt x="6416345" y="1022764"/>
                </a:lnTo>
                <a:lnTo>
                  <a:pt x="6424992" y="1017771"/>
                </a:lnTo>
                <a:lnTo>
                  <a:pt x="6429985" y="1026418"/>
                </a:lnTo>
                <a:lnTo>
                  <a:pt x="6421338" y="1031412"/>
                </a:lnTo>
                <a:close/>
              </a:path>
              <a:path w="6730365" h="7059295">
                <a:moveTo>
                  <a:pt x="6346636" y="900850"/>
                </a:moveTo>
                <a:lnTo>
                  <a:pt x="6342229" y="893215"/>
                </a:lnTo>
                <a:lnTo>
                  <a:pt x="6349864" y="888808"/>
                </a:lnTo>
                <a:lnTo>
                  <a:pt x="6354271" y="896443"/>
                </a:lnTo>
                <a:lnTo>
                  <a:pt x="6346636" y="900850"/>
                </a:lnTo>
                <a:close/>
              </a:path>
              <a:path w="6730365" h="7059295">
                <a:moveTo>
                  <a:pt x="6271934" y="770287"/>
                </a:moveTo>
                <a:lnTo>
                  <a:pt x="6268114" y="763677"/>
                </a:lnTo>
                <a:lnTo>
                  <a:pt x="6274736" y="759857"/>
                </a:lnTo>
                <a:lnTo>
                  <a:pt x="6278550" y="766467"/>
                </a:lnTo>
                <a:lnTo>
                  <a:pt x="6271934" y="770287"/>
                </a:lnTo>
                <a:close/>
              </a:path>
              <a:path w="6730365" h="7059295">
                <a:moveTo>
                  <a:pt x="6197339" y="639323"/>
                </a:moveTo>
                <a:lnTo>
                  <a:pt x="6194401" y="634235"/>
                </a:lnTo>
                <a:lnTo>
                  <a:pt x="6199489" y="631297"/>
                </a:lnTo>
                <a:lnTo>
                  <a:pt x="6202427" y="636385"/>
                </a:lnTo>
                <a:lnTo>
                  <a:pt x="6197339" y="639323"/>
                </a:lnTo>
                <a:close/>
              </a:path>
              <a:path w="6730365" h="7059295">
                <a:moveTo>
                  <a:pt x="6122637" y="508761"/>
                </a:moveTo>
                <a:lnTo>
                  <a:pt x="6120286" y="504691"/>
                </a:lnTo>
                <a:lnTo>
                  <a:pt x="6124361" y="502340"/>
                </a:lnTo>
                <a:lnTo>
                  <a:pt x="6126712" y="506409"/>
                </a:lnTo>
                <a:lnTo>
                  <a:pt x="6122637" y="508761"/>
                </a:lnTo>
                <a:close/>
              </a:path>
              <a:path w="6730365" h="7059295">
                <a:moveTo>
                  <a:pt x="6047941" y="378199"/>
                </a:moveTo>
                <a:lnTo>
                  <a:pt x="6046176" y="375143"/>
                </a:lnTo>
                <a:lnTo>
                  <a:pt x="6049232" y="373383"/>
                </a:lnTo>
                <a:lnTo>
                  <a:pt x="6050991" y="376434"/>
                </a:lnTo>
                <a:lnTo>
                  <a:pt x="6047941" y="378199"/>
                </a:lnTo>
                <a:close/>
              </a:path>
              <a:path w="6730365" h="7059295">
                <a:moveTo>
                  <a:pt x="5973234" y="247637"/>
                </a:moveTo>
                <a:lnTo>
                  <a:pt x="5972061" y="245599"/>
                </a:lnTo>
                <a:lnTo>
                  <a:pt x="5974099" y="244421"/>
                </a:lnTo>
                <a:lnTo>
                  <a:pt x="5975272" y="246458"/>
                </a:lnTo>
                <a:lnTo>
                  <a:pt x="5973234" y="247637"/>
                </a:lnTo>
                <a:close/>
              </a:path>
              <a:path w="6730365" h="7059295">
                <a:moveTo>
                  <a:pt x="5899551" y="116489"/>
                </a:moveTo>
                <a:lnTo>
                  <a:pt x="5898195" y="116489"/>
                </a:lnTo>
                <a:lnTo>
                  <a:pt x="5897946" y="116056"/>
                </a:lnTo>
                <a:lnTo>
                  <a:pt x="5899302" y="116056"/>
                </a:lnTo>
                <a:lnTo>
                  <a:pt x="5899551" y="116489"/>
                </a:lnTo>
                <a:close/>
              </a:path>
              <a:path w="6730365" h="7059295">
                <a:moveTo>
                  <a:pt x="6700503" y="1217621"/>
                </a:moveTo>
                <a:lnTo>
                  <a:pt x="6694331" y="1206935"/>
                </a:lnTo>
                <a:lnTo>
                  <a:pt x="6705022" y="1200764"/>
                </a:lnTo>
                <a:lnTo>
                  <a:pt x="6711194" y="1211449"/>
                </a:lnTo>
                <a:lnTo>
                  <a:pt x="6700503" y="1217621"/>
                </a:lnTo>
                <a:close/>
              </a:path>
              <a:path w="6730365" h="7059295">
                <a:moveTo>
                  <a:pt x="6625908" y="1086662"/>
                </a:moveTo>
                <a:lnTo>
                  <a:pt x="6620618" y="1077499"/>
                </a:lnTo>
                <a:lnTo>
                  <a:pt x="6629781" y="1072209"/>
                </a:lnTo>
                <a:lnTo>
                  <a:pt x="6635070" y="1081372"/>
                </a:lnTo>
                <a:lnTo>
                  <a:pt x="6625908" y="1086662"/>
                </a:lnTo>
                <a:close/>
              </a:path>
              <a:path w="6730365" h="7059295">
                <a:moveTo>
                  <a:pt x="6551206" y="956100"/>
                </a:moveTo>
                <a:lnTo>
                  <a:pt x="6546503" y="947950"/>
                </a:lnTo>
                <a:lnTo>
                  <a:pt x="6554647" y="943247"/>
                </a:lnTo>
                <a:lnTo>
                  <a:pt x="6559350" y="951397"/>
                </a:lnTo>
                <a:lnTo>
                  <a:pt x="6551206" y="956100"/>
                </a:lnTo>
                <a:close/>
              </a:path>
              <a:path w="6730365" h="7059295">
                <a:moveTo>
                  <a:pt x="6476510" y="825532"/>
                </a:moveTo>
                <a:lnTo>
                  <a:pt x="6472393" y="818406"/>
                </a:lnTo>
                <a:lnTo>
                  <a:pt x="6479513" y="814296"/>
                </a:lnTo>
                <a:lnTo>
                  <a:pt x="6483629" y="821421"/>
                </a:lnTo>
                <a:lnTo>
                  <a:pt x="6476510" y="825532"/>
                </a:lnTo>
                <a:close/>
              </a:path>
              <a:path w="6730365" h="7059295">
                <a:moveTo>
                  <a:pt x="6401802" y="694970"/>
                </a:moveTo>
                <a:lnTo>
                  <a:pt x="6398278" y="688863"/>
                </a:lnTo>
                <a:lnTo>
                  <a:pt x="6404385" y="685339"/>
                </a:lnTo>
                <a:lnTo>
                  <a:pt x="6407909" y="691445"/>
                </a:lnTo>
                <a:lnTo>
                  <a:pt x="6401802" y="694970"/>
                </a:lnTo>
                <a:close/>
              </a:path>
              <a:path w="6730365" h="7059295">
                <a:moveTo>
                  <a:pt x="6327214" y="564005"/>
                </a:moveTo>
                <a:lnTo>
                  <a:pt x="6324566" y="559420"/>
                </a:lnTo>
                <a:lnTo>
                  <a:pt x="6329145" y="556779"/>
                </a:lnTo>
                <a:lnTo>
                  <a:pt x="6331787" y="561363"/>
                </a:lnTo>
                <a:lnTo>
                  <a:pt x="6327214" y="564005"/>
                </a:lnTo>
                <a:close/>
              </a:path>
              <a:path w="6730365" h="7059295">
                <a:moveTo>
                  <a:pt x="6252400" y="433846"/>
                </a:moveTo>
                <a:lnTo>
                  <a:pt x="6250048" y="429771"/>
                </a:lnTo>
                <a:lnTo>
                  <a:pt x="6254123" y="427419"/>
                </a:lnTo>
                <a:lnTo>
                  <a:pt x="6256475" y="431494"/>
                </a:lnTo>
                <a:lnTo>
                  <a:pt x="6252400" y="433846"/>
                </a:lnTo>
                <a:close/>
              </a:path>
              <a:path w="6730365" h="7059295">
                <a:moveTo>
                  <a:pt x="6177698" y="303284"/>
                </a:moveTo>
                <a:lnTo>
                  <a:pt x="6175933" y="300228"/>
                </a:lnTo>
                <a:lnTo>
                  <a:pt x="6178989" y="298463"/>
                </a:lnTo>
                <a:lnTo>
                  <a:pt x="6180754" y="301519"/>
                </a:lnTo>
                <a:lnTo>
                  <a:pt x="6177698" y="303284"/>
                </a:lnTo>
                <a:close/>
              </a:path>
              <a:path w="6730365" h="7059295">
                <a:moveTo>
                  <a:pt x="6102996" y="172716"/>
                </a:moveTo>
                <a:lnTo>
                  <a:pt x="6101823" y="170678"/>
                </a:lnTo>
                <a:lnTo>
                  <a:pt x="6103855" y="169506"/>
                </a:lnTo>
                <a:lnTo>
                  <a:pt x="6105028" y="171543"/>
                </a:lnTo>
                <a:lnTo>
                  <a:pt x="6102996" y="172716"/>
                </a:lnTo>
                <a:close/>
              </a:path>
              <a:path w="6730365" h="7059295">
                <a:moveTo>
                  <a:pt x="6680969" y="881179"/>
                </a:moveTo>
                <a:lnTo>
                  <a:pt x="6676266" y="873035"/>
                </a:lnTo>
                <a:lnTo>
                  <a:pt x="6684404" y="868332"/>
                </a:lnTo>
                <a:lnTo>
                  <a:pt x="6689107" y="876482"/>
                </a:lnTo>
                <a:lnTo>
                  <a:pt x="6680969" y="881179"/>
                </a:lnTo>
                <a:close/>
              </a:path>
              <a:path w="6730365" h="7059295">
                <a:moveTo>
                  <a:pt x="6606267" y="750617"/>
                </a:moveTo>
                <a:lnTo>
                  <a:pt x="6602150" y="743491"/>
                </a:lnTo>
                <a:lnTo>
                  <a:pt x="6609276" y="739381"/>
                </a:lnTo>
                <a:lnTo>
                  <a:pt x="6613393" y="746506"/>
                </a:lnTo>
                <a:lnTo>
                  <a:pt x="6606267" y="750617"/>
                </a:lnTo>
                <a:close/>
              </a:path>
              <a:path w="6730365" h="7059295">
                <a:moveTo>
                  <a:pt x="6531672" y="619652"/>
                </a:moveTo>
                <a:lnTo>
                  <a:pt x="6528438" y="614055"/>
                </a:lnTo>
                <a:lnTo>
                  <a:pt x="6534035" y="610821"/>
                </a:lnTo>
                <a:lnTo>
                  <a:pt x="6537269" y="616418"/>
                </a:lnTo>
                <a:lnTo>
                  <a:pt x="6531672" y="619652"/>
                </a:lnTo>
                <a:close/>
              </a:path>
              <a:path w="6730365" h="7059295">
                <a:moveTo>
                  <a:pt x="6456970" y="489090"/>
                </a:moveTo>
                <a:lnTo>
                  <a:pt x="6454323" y="484506"/>
                </a:lnTo>
                <a:lnTo>
                  <a:pt x="6458902" y="481864"/>
                </a:lnTo>
                <a:lnTo>
                  <a:pt x="6461549" y="486442"/>
                </a:lnTo>
                <a:lnTo>
                  <a:pt x="6456970" y="489090"/>
                </a:lnTo>
                <a:close/>
              </a:path>
              <a:path w="6730365" h="7059295">
                <a:moveTo>
                  <a:pt x="6382269" y="358522"/>
                </a:moveTo>
                <a:lnTo>
                  <a:pt x="6380213" y="354962"/>
                </a:lnTo>
                <a:lnTo>
                  <a:pt x="6383773" y="352907"/>
                </a:lnTo>
                <a:lnTo>
                  <a:pt x="6385828" y="356467"/>
                </a:lnTo>
                <a:lnTo>
                  <a:pt x="6382269" y="358522"/>
                </a:lnTo>
                <a:close/>
              </a:path>
              <a:path w="6730365" h="7059295">
                <a:moveTo>
                  <a:pt x="6307567" y="227960"/>
                </a:moveTo>
                <a:lnTo>
                  <a:pt x="6306098" y="225413"/>
                </a:lnTo>
                <a:lnTo>
                  <a:pt x="6308639" y="223944"/>
                </a:lnTo>
                <a:lnTo>
                  <a:pt x="6310108" y="226491"/>
                </a:lnTo>
                <a:lnTo>
                  <a:pt x="6307567" y="227960"/>
                </a:lnTo>
                <a:close/>
              </a:path>
              <a:path w="6730365" h="7059295">
                <a:moveTo>
                  <a:pt x="6232865" y="97398"/>
                </a:moveTo>
                <a:lnTo>
                  <a:pt x="6231982" y="95876"/>
                </a:lnTo>
                <a:lnTo>
                  <a:pt x="6233511" y="94993"/>
                </a:lnTo>
                <a:lnTo>
                  <a:pt x="6234393" y="96516"/>
                </a:lnTo>
                <a:lnTo>
                  <a:pt x="6232865" y="97398"/>
                </a:lnTo>
                <a:close/>
              </a:path>
              <a:path w="6730365" h="7059295">
                <a:moveTo>
                  <a:pt x="6661540" y="544335"/>
                </a:moveTo>
                <a:lnTo>
                  <a:pt x="6658602" y="539247"/>
                </a:lnTo>
                <a:lnTo>
                  <a:pt x="6663696" y="536309"/>
                </a:lnTo>
                <a:lnTo>
                  <a:pt x="6666634" y="541397"/>
                </a:lnTo>
                <a:lnTo>
                  <a:pt x="6661540" y="544335"/>
                </a:lnTo>
                <a:close/>
              </a:path>
              <a:path w="6730365" h="7059295">
                <a:moveTo>
                  <a:pt x="6586839" y="413773"/>
                </a:moveTo>
                <a:lnTo>
                  <a:pt x="6584487" y="409698"/>
                </a:lnTo>
                <a:lnTo>
                  <a:pt x="6588556" y="407352"/>
                </a:lnTo>
                <a:lnTo>
                  <a:pt x="6590908" y="411421"/>
                </a:lnTo>
                <a:lnTo>
                  <a:pt x="6586839" y="413773"/>
                </a:lnTo>
                <a:close/>
              </a:path>
              <a:path w="6730365" h="7059295">
                <a:moveTo>
                  <a:pt x="6512137" y="283211"/>
                </a:moveTo>
                <a:lnTo>
                  <a:pt x="6510371" y="280148"/>
                </a:lnTo>
                <a:lnTo>
                  <a:pt x="6513422" y="278389"/>
                </a:lnTo>
                <a:lnTo>
                  <a:pt x="6515187" y="281446"/>
                </a:lnTo>
                <a:lnTo>
                  <a:pt x="6512137" y="283211"/>
                </a:lnTo>
                <a:close/>
              </a:path>
              <a:path w="6730365" h="7059295">
                <a:moveTo>
                  <a:pt x="6437436" y="152643"/>
                </a:moveTo>
                <a:lnTo>
                  <a:pt x="6436256" y="150611"/>
                </a:lnTo>
                <a:lnTo>
                  <a:pt x="6438294" y="149433"/>
                </a:lnTo>
                <a:lnTo>
                  <a:pt x="6439467" y="151470"/>
                </a:lnTo>
                <a:lnTo>
                  <a:pt x="6437436" y="152643"/>
                </a:lnTo>
                <a:close/>
              </a:path>
              <a:path w="6730365" h="7059295">
                <a:moveTo>
                  <a:pt x="6362621" y="22478"/>
                </a:moveTo>
                <a:lnTo>
                  <a:pt x="6361744" y="20955"/>
                </a:lnTo>
                <a:lnTo>
                  <a:pt x="6363267" y="20079"/>
                </a:lnTo>
                <a:lnTo>
                  <a:pt x="6364149" y="21601"/>
                </a:lnTo>
                <a:lnTo>
                  <a:pt x="6362621" y="22478"/>
                </a:lnTo>
                <a:close/>
              </a:path>
              <a:path w="6730365" h="7059295">
                <a:moveTo>
                  <a:pt x="6716814" y="338046"/>
                </a:moveTo>
                <a:lnTo>
                  <a:pt x="6715049" y="334996"/>
                </a:lnTo>
                <a:lnTo>
                  <a:pt x="6718105" y="333231"/>
                </a:lnTo>
                <a:lnTo>
                  <a:pt x="6719864" y="336287"/>
                </a:lnTo>
                <a:lnTo>
                  <a:pt x="6716814" y="338046"/>
                </a:lnTo>
                <a:close/>
              </a:path>
              <a:path w="6730365" h="7059295">
                <a:moveTo>
                  <a:pt x="6641899" y="208290"/>
                </a:moveTo>
                <a:lnTo>
                  <a:pt x="6640134" y="205234"/>
                </a:lnTo>
                <a:lnTo>
                  <a:pt x="6643184" y="203469"/>
                </a:lnTo>
                <a:lnTo>
                  <a:pt x="6644950" y="206531"/>
                </a:lnTo>
                <a:lnTo>
                  <a:pt x="6641899" y="208290"/>
                </a:lnTo>
                <a:close/>
              </a:path>
              <a:path w="6730365" h="7059295">
                <a:moveTo>
                  <a:pt x="6567192" y="77728"/>
                </a:moveTo>
                <a:lnTo>
                  <a:pt x="6566019" y="75690"/>
                </a:lnTo>
                <a:lnTo>
                  <a:pt x="6568056" y="74518"/>
                </a:lnTo>
                <a:lnTo>
                  <a:pt x="6569229" y="76549"/>
                </a:lnTo>
                <a:lnTo>
                  <a:pt x="6567192" y="77728"/>
                </a:lnTo>
                <a:close/>
              </a:path>
              <a:path w="6730365" h="7059295">
                <a:moveTo>
                  <a:pt x="6697061" y="2410"/>
                </a:moveTo>
                <a:lnTo>
                  <a:pt x="6696178" y="882"/>
                </a:lnTo>
                <a:lnTo>
                  <a:pt x="6697706" y="0"/>
                </a:lnTo>
                <a:lnTo>
                  <a:pt x="6698589" y="1528"/>
                </a:lnTo>
                <a:lnTo>
                  <a:pt x="6697061" y="241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437891" y="7874620"/>
            <a:ext cx="1526540" cy="1515745"/>
            <a:chOff x="1437891" y="7874620"/>
            <a:chExt cx="1526540" cy="151574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7891" y="7874620"/>
              <a:ext cx="1526364" cy="15155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10068" y="7892093"/>
              <a:ext cx="1454785" cy="1454785"/>
            </a:xfrm>
            <a:custGeom>
              <a:avLst/>
              <a:gdLst/>
              <a:ahLst/>
              <a:cxnLst/>
              <a:rect l="l" t="t" r="r" b="b"/>
              <a:pathLst>
                <a:path w="1454785" h="1454784">
                  <a:moveTo>
                    <a:pt x="727103" y="1454206"/>
                  </a:moveTo>
                  <a:lnTo>
                    <a:pt x="679295" y="1452659"/>
                  </a:lnTo>
                  <a:lnTo>
                    <a:pt x="632314" y="1448083"/>
                  </a:lnTo>
                  <a:lnTo>
                    <a:pt x="586254" y="1440574"/>
                  </a:lnTo>
                  <a:lnTo>
                    <a:pt x="541211" y="1430227"/>
                  </a:lnTo>
                  <a:lnTo>
                    <a:pt x="497282" y="1417137"/>
                  </a:lnTo>
                  <a:lnTo>
                    <a:pt x="454561" y="1401402"/>
                  </a:lnTo>
                  <a:lnTo>
                    <a:pt x="413146" y="1383117"/>
                  </a:lnTo>
                  <a:lnTo>
                    <a:pt x="373130" y="1362377"/>
                  </a:lnTo>
                  <a:lnTo>
                    <a:pt x="334612" y="1339278"/>
                  </a:lnTo>
                  <a:lnTo>
                    <a:pt x="297685" y="1313917"/>
                  </a:lnTo>
                  <a:lnTo>
                    <a:pt x="262446" y="1286388"/>
                  </a:lnTo>
                  <a:lnTo>
                    <a:pt x="228992" y="1256789"/>
                  </a:lnTo>
                  <a:lnTo>
                    <a:pt x="197416" y="1225214"/>
                  </a:lnTo>
                  <a:lnTo>
                    <a:pt x="167817" y="1191759"/>
                  </a:lnTo>
                  <a:lnTo>
                    <a:pt x="140288" y="1156520"/>
                  </a:lnTo>
                  <a:lnTo>
                    <a:pt x="114927" y="1119594"/>
                  </a:lnTo>
                  <a:lnTo>
                    <a:pt x="91828" y="1081075"/>
                  </a:lnTo>
                  <a:lnTo>
                    <a:pt x="71088" y="1041060"/>
                  </a:lnTo>
                  <a:lnTo>
                    <a:pt x="52803" y="999644"/>
                  </a:lnTo>
                  <a:lnTo>
                    <a:pt x="37068" y="956923"/>
                  </a:lnTo>
                  <a:lnTo>
                    <a:pt x="23979" y="912994"/>
                  </a:lnTo>
                  <a:lnTo>
                    <a:pt x="13631" y="867951"/>
                  </a:lnTo>
                  <a:lnTo>
                    <a:pt x="6122" y="821891"/>
                  </a:lnTo>
                  <a:lnTo>
                    <a:pt x="1546" y="774910"/>
                  </a:lnTo>
                  <a:lnTo>
                    <a:pt x="0" y="727103"/>
                  </a:lnTo>
                  <a:lnTo>
                    <a:pt x="1546" y="679295"/>
                  </a:lnTo>
                  <a:lnTo>
                    <a:pt x="6122" y="632314"/>
                  </a:lnTo>
                  <a:lnTo>
                    <a:pt x="13631" y="586254"/>
                  </a:lnTo>
                  <a:lnTo>
                    <a:pt x="23979" y="541211"/>
                  </a:lnTo>
                  <a:lnTo>
                    <a:pt x="37068" y="497282"/>
                  </a:lnTo>
                  <a:lnTo>
                    <a:pt x="52803" y="454561"/>
                  </a:lnTo>
                  <a:lnTo>
                    <a:pt x="71088" y="413146"/>
                  </a:lnTo>
                  <a:lnTo>
                    <a:pt x="91828" y="373130"/>
                  </a:lnTo>
                  <a:lnTo>
                    <a:pt x="114927" y="334612"/>
                  </a:lnTo>
                  <a:lnTo>
                    <a:pt x="140288" y="297685"/>
                  </a:lnTo>
                  <a:lnTo>
                    <a:pt x="167817" y="262446"/>
                  </a:lnTo>
                  <a:lnTo>
                    <a:pt x="197416" y="228992"/>
                  </a:lnTo>
                  <a:lnTo>
                    <a:pt x="228992" y="197416"/>
                  </a:lnTo>
                  <a:lnTo>
                    <a:pt x="262446" y="167817"/>
                  </a:lnTo>
                  <a:lnTo>
                    <a:pt x="297685" y="140288"/>
                  </a:lnTo>
                  <a:lnTo>
                    <a:pt x="334612" y="114927"/>
                  </a:lnTo>
                  <a:lnTo>
                    <a:pt x="373130" y="91828"/>
                  </a:lnTo>
                  <a:lnTo>
                    <a:pt x="413146" y="71088"/>
                  </a:lnTo>
                  <a:lnTo>
                    <a:pt x="454561" y="52803"/>
                  </a:lnTo>
                  <a:lnTo>
                    <a:pt x="497282" y="37068"/>
                  </a:lnTo>
                  <a:lnTo>
                    <a:pt x="541211" y="23979"/>
                  </a:lnTo>
                  <a:lnTo>
                    <a:pt x="586254" y="13631"/>
                  </a:lnTo>
                  <a:lnTo>
                    <a:pt x="632314" y="6122"/>
                  </a:lnTo>
                  <a:lnTo>
                    <a:pt x="679295" y="1546"/>
                  </a:lnTo>
                  <a:lnTo>
                    <a:pt x="727103" y="0"/>
                  </a:lnTo>
                  <a:lnTo>
                    <a:pt x="774910" y="1546"/>
                  </a:lnTo>
                  <a:lnTo>
                    <a:pt x="821891" y="6122"/>
                  </a:lnTo>
                  <a:lnTo>
                    <a:pt x="867951" y="13631"/>
                  </a:lnTo>
                  <a:lnTo>
                    <a:pt x="912994" y="23979"/>
                  </a:lnTo>
                  <a:lnTo>
                    <a:pt x="956923" y="37068"/>
                  </a:lnTo>
                  <a:lnTo>
                    <a:pt x="999644" y="52803"/>
                  </a:lnTo>
                  <a:lnTo>
                    <a:pt x="1041060" y="71088"/>
                  </a:lnTo>
                  <a:lnTo>
                    <a:pt x="1081075" y="91828"/>
                  </a:lnTo>
                  <a:lnTo>
                    <a:pt x="1119594" y="114927"/>
                  </a:lnTo>
                  <a:lnTo>
                    <a:pt x="1156520" y="140288"/>
                  </a:lnTo>
                  <a:lnTo>
                    <a:pt x="1191759" y="167817"/>
                  </a:lnTo>
                  <a:lnTo>
                    <a:pt x="1225214" y="197416"/>
                  </a:lnTo>
                  <a:lnTo>
                    <a:pt x="1256789" y="228992"/>
                  </a:lnTo>
                  <a:lnTo>
                    <a:pt x="1286388" y="262446"/>
                  </a:lnTo>
                  <a:lnTo>
                    <a:pt x="1313917" y="297685"/>
                  </a:lnTo>
                  <a:lnTo>
                    <a:pt x="1339278" y="334612"/>
                  </a:lnTo>
                  <a:lnTo>
                    <a:pt x="1362377" y="373130"/>
                  </a:lnTo>
                  <a:lnTo>
                    <a:pt x="1383117" y="413146"/>
                  </a:lnTo>
                  <a:lnTo>
                    <a:pt x="1401402" y="454561"/>
                  </a:lnTo>
                  <a:lnTo>
                    <a:pt x="1417137" y="497282"/>
                  </a:lnTo>
                  <a:lnTo>
                    <a:pt x="1430227" y="541211"/>
                  </a:lnTo>
                  <a:lnTo>
                    <a:pt x="1440574" y="586254"/>
                  </a:lnTo>
                  <a:lnTo>
                    <a:pt x="1448083" y="632314"/>
                  </a:lnTo>
                  <a:lnTo>
                    <a:pt x="1452659" y="679295"/>
                  </a:lnTo>
                  <a:lnTo>
                    <a:pt x="1454206" y="727103"/>
                  </a:lnTo>
                  <a:lnTo>
                    <a:pt x="1452659" y="774910"/>
                  </a:lnTo>
                  <a:lnTo>
                    <a:pt x="1448083" y="821891"/>
                  </a:lnTo>
                  <a:lnTo>
                    <a:pt x="1440574" y="867951"/>
                  </a:lnTo>
                  <a:lnTo>
                    <a:pt x="1430227" y="912994"/>
                  </a:lnTo>
                  <a:lnTo>
                    <a:pt x="1417137" y="956923"/>
                  </a:lnTo>
                  <a:lnTo>
                    <a:pt x="1401402" y="999644"/>
                  </a:lnTo>
                  <a:lnTo>
                    <a:pt x="1383117" y="1041060"/>
                  </a:lnTo>
                  <a:lnTo>
                    <a:pt x="1362377" y="1081075"/>
                  </a:lnTo>
                  <a:lnTo>
                    <a:pt x="1339278" y="1119594"/>
                  </a:lnTo>
                  <a:lnTo>
                    <a:pt x="1313917" y="1156520"/>
                  </a:lnTo>
                  <a:lnTo>
                    <a:pt x="1286388" y="1191759"/>
                  </a:lnTo>
                  <a:lnTo>
                    <a:pt x="1256789" y="1225214"/>
                  </a:lnTo>
                  <a:lnTo>
                    <a:pt x="1225214" y="1256789"/>
                  </a:lnTo>
                  <a:lnTo>
                    <a:pt x="1191759" y="1286388"/>
                  </a:lnTo>
                  <a:lnTo>
                    <a:pt x="1156520" y="1313917"/>
                  </a:lnTo>
                  <a:lnTo>
                    <a:pt x="1119594" y="1339278"/>
                  </a:lnTo>
                  <a:lnTo>
                    <a:pt x="1081075" y="1362377"/>
                  </a:lnTo>
                  <a:lnTo>
                    <a:pt x="1041060" y="1383117"/>
                  </a:lnTo>
                  <a:lnTo>
                    <a:pt x="999644" y="1401402"/>
                  </a:lnTo>
                  <a:lnTo>
                    <a:pt x="956923" y="1417137"/>
                  </a:lnTo>
                  <a:lnTo>
                    <a:pt x="912994" y="1430227"/>
                  </a:lnTo>
                  <a:lnTo>
                    <a:pt x="867951" y="1440574"/>
                  </a:lnTo>
                  <a:lnTo>
                    <a:pt x="821891" y="1448083"/>
                  </a:lnTo>
                  <a:lnTo>
                    <a:pt x="774910" y="1452659"/>
                  </a:lnTo>
                  <a:lnTo>
                    <a:pt x="727103" y="1454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93457" y="8075482"/>
              <a:ext cx="1087428" cy="10874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4870" y="8246677"/>
              <a:ext cx="771524" cy="77152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36942" rIns="0" bIns="0" rtlCol="0">
            <a:spAutoFit/>
          </a:bodyPr>
          <a:lstStyle/>
          <a:p>
            <a:pPr marL="1092835">
              <a:lnSpc>
                <a:spcPct val="100000"/>
              </a:lnSpc>
              <a:spcBef>
                <a:spcPts val="115"/>
              </a:spcBef>
            </a:pP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PROPOSED</a:t>
            </a:r>
            <a:r>
              <a:rPr sz="5450" b="1" spc="-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2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0091" y="5209540"/>
            <a:ext cx="85725" cy="857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0091" y="5914390"/>
            <a:ext cx="85725" cy="8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0091" y="6619240"/>
            <a:ext cx="85725" cy="857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0091" y="6971665"/>
            <a:ext cx="85725" cy="857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009116" y="5019027"/>
            <a:ext cx="4995545" cy="249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5280">
              <a:lnSpc>
                <a:spcPct val="115599"/>
              </a:lnSpc>
              <a:spcBef>
                <a:spcPts val="100"/>
              </a:spcBef>
            </a:pPr>
            <a:r>
              <a:rPr sz="2000" b="1" spc="70" dirty="0">
                <a:solidFill>
                  <a:srgbClr val="4574A6"/>
                </a:solidFill>
                <a:latin typeface="Tahoma"/>
                <a:cs typeface="Tahoma"/>
              </a:rPr>
              <a:t>Modeled</a:t>
            </a:r>
            <a:r>
              <a:rPr sz="20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6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2000" b="1" spc="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similar</a:t>
            </a:r>
            <a:r>
              <a:rPr sz="20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2000" b="1" spc="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4574A6"/>
                </a:solidFill>
                <a:latin typeface="Tahoma"/>
                <a:cs typeface="Tahoma"/>
              </a:rPr>
              <a:t>existing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hospital</a:t>
            </a:r>
            <a:r>
              <a:rPr sz="2000" b="1" spc="3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45" dirty="0">
                <a:solidFill>
                  <a:srgbClr val="4574A6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12700" marR="917575">
              <a:lnSpc>
                <a:spcPct val="115599"/>
              </a:lnSpc>
            </a:pP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Integrated</a:t>
            </a:r>
            <a:r>
              <a:rPr sz="2000" b="1" spc="13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45" dirty="0">
                <a:solidFill>
                  <a:srgbClr val="4574A6"/>
                </a:solidFill>
                <a:latin typeface="Tahoma"/>
                <a:cs typeface="Tahoma"/>
              </a:rPr>
              <a:t>workflow</a:t>
            </a:r>
            <a:r>
              <a:rPr sz="20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across</a:t>
            </a:r>
            <a:r>
              <a:rPr sz="20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4574A6"/>
                </a:solidFill>
                <a:latin typeface="Tahoma"/>
                <a:cs typeface="Tahoma"/>
              </a:rPr>
              <a:t>all </a:t>
            </a:r>
            <a:r>
              <a:rPr sz="2000" b="1" spc="55" dirty="0">
                <a:solidFill>
                  <a:srgbClr val="4574A6"/>
                </a:solidFill>
                <a:latin typeface="Tahoma"/>
                <a:cs typeface="Tahoma"/>
              </a:rPr>
              <a:t>departments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Centralized</a:t>
            </a:r>
            <a:r>
              <a:rPr sz="2000" b="1" spc="32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2000" b="1" spc="32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35" dirty="0">
                <a:solidFill>
                  <a:srgbClr val="4574A6"/>
                </a:solidFill>
                <a:latin typeface="Tahoma"/>
                <a:cs typeface="Tahoma"/>
              </a:rPr>
              <a:t>storage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</a:pPr>
            <a:r>
              <a:rPr sz="2000" b="1" spc="55" dirty="0">
                <a:solidFill>
                  <a:srgbClr val="4574A6"/>
                </a:solidFill>
                <a:latin typeface="Tahoma"/>
                <a:cs typeface="Tahoma"/>
              </a:rPr>
              <a:t>Secure</a:t>
            </a:r>
            <a:r>
              <a:rPr sz="2000" b="1" spc="-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7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00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role-</a:t>
            </a:r>
            <a:r>
              <a:rPr sz="2000" b="1" spc="65" dirty="0">
                <a:solidFill>
                  <a:srgbClr val="4574A6"/>
                </a:solidFill>
                <a:latin typeface="Tahoma"/>
                <a:cs typeface="Tahoma"/>
              </a:rPr>
              <a:t>based</a:t>
            </a:r>
            <a:r>
              <a:rPr sz="2000" b="1" spc="-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6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200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50" dirty="0">
                <a:solidFill>
                  <a:srgbClr val="4574A6"/>
                </a:solidFill>
                <a:latin typeface="Tahoma"/>
                <a:cs typeface="Tahoma"/>
              </a:rPr>
              <a:t>access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Integrated</a:t>
            </a:r>
            <a:r>
              <a:rPr sz="2000" b="1" spc="2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digital</a:t>
            </a:r>
            <a:r>
              <a:rPr sz="2000" b="1" spc="2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574A6"/>
                </a:solidFill>
                <a:latin typeface="Tahoma"/>
                <a:cs typeface="Tahoma"/>
              </a:rPr>
              <a:t>billing</a:t>
            </a:r>
            <a:r>
              <a:rPr sz="2000" b="1" spc="2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000" b="1" spc="5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0091" y="7324090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12890" cy="6997065"/>
            <a:chOff x="0" y="0"/>
            <a:chExt cx="661289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8168322" y="473291"/>
            <a:ext cx="10119995" cy="9813925"/>
            <a:chOff x="8168322" y="473291"/>
            <a:chExt cx="10119995" cy="9813925"/>
          </a:xfrm>
        </p:grpSpPr>
        <p:sp>
          <p:nvSpPr>
            <p:cNvPr id="6" name="object 6"/>
            <p:cNvSpPr/>
            <p:nvPr/>
          </p:nvSpPr>
          <p:spPr>
            <a:xfrm>
              <a:off x="11603402" y="3271711"/>
              <a:ext cx="6684645" cy="7015480"/>
            </a:xfrm>
            <a:custGeom>
              <a:avLst/>
              <a:gdLst/>
              <a:ahLst/>
              <a:cxnLst/>
              <a:rect l="l" t="t" r="r" b="b"/>
              <a:pathLst>
                <a:path w="6684644" h="7015480">
                  <a:moveTo>
                    <a:pt x="1605" y="6961867"/>
                  </a:moveTo>
                  <a:lnTo>
                    <a:pt x="246" y="6961867"/>
                  </a:lnTo>
                  <a:lnTo>
                    <a:pt x="0" y="6961441"/>
                  </a:lnTo>
                  <a:lnTo>
                    <a:pt x="1359" y="6961441"/>
                  </a:lnTo>
                  <a:lnTo>
                    <a:pt x="1605" y="6961867"/>
                  </a:lnTo>
                  <a:close/>
                </a:path>
                <a:path w="6684644" h="7015480">
                  <a:moveTo>
                    <a:pt x="130129" y="6888338"/>
                  </a:moveTo>
                  <a:lnTo>
                    <a:pt x="128956" y="6886307"/>
                  </a:lnTo>
                  <a:lnTo>
                    <a:pt x="130994" y="6885128"/>
                  </a:lnTo>
                  <a:lnTo>
                    <a:pt x="132167" y="6887159"/>
                  </a:lnTo>
                  <a:lnTo>
                    <a:pt x="130129" y="6888338"/>
                  </a:lnTo>
                  <a:close/>
                </a:path>
                <a:path w="6684644" h="7015480">
                  <a:moveTo>
                    <a:pt x="56446" y="6757184"/>
                  </a:moveTo>
                  <a:lnTo>
                    <a:pt x="55086" y="6757184"/>
                  </a:lnTo>
                  <a:lnTo>
                    <a:pt x="54841" y="6756758"/>
                  </a:lnTo>
                  <a:lnTo>
                    <a:pt x="56199" y="6756758"/>
                  </a:lnTo>
                  <a:lnTo>
                    <a:pt x="56446" y="6757184"/>
                  </a:lnTo>
                  <a:close/>
                </a:path>
                <a:path w="6684644" h="7015480">
                  <a:moveTo>
                    <a:pt x="334593" y="6943986"/>
                  </a:moveTo>
                  <a:lnTo>
                    <a:pt x="332828" y="6940935"/>
                  </a:lnTo>
                  <a:lnTo>
                    <a:pt x="335884" y="6939170"/>
                  </a:lnTo>
                  <a:lnTo>
                    <a:pt x="337649" y="6942220"/>
                  </a:lnTo>
                  <a:lnTo>
                    <a:pt x="334593" y="6943986"/>
                  </a:lnTo>
                  <a:close/>
                </a:path>
                <a:path w="6684644" h="7015480">
                  <a:moveTo>
                    <a:pt x="259785" y="6813826"/>
                  </a:moveTo>
                  <a:lnTo>
                    <a:pt x="258316" y="6811280"/>
                  </a:lnTo>
                  <a:lnTo>
                    <a:pt x="260863" y="6809810"/>
                  </a:lnTo>
                  <a:lnTo>
                    <a:pt x="262332" y="6812357"/>
                  </a:lnTo>
                  <a:lnTo>
                    <a:pt x="259785" y="6813826"/>
                  </a:lnTo>
                  <a:close/>
                </a:path>
                <a:path w="6684644" h="7015480">
                  <a:moveTo>
                    <a:pt x="184978" y="6683661"/>
                  </a:moveTo>
                  <a:lnTo>
                    <a:pt x="183804" y="6681630"/>
                  </a:lnTo>
                  <a:lnTo>
                    <a:pt x="185841" y="6680451"/>
                  </a:lnTo>
                  <a:lnTo>
                    <a:pt x="187014" y="6682489"/>
                  </a:lnTo>
                  <a:lnTo>
                    <a:pt x="184978" y="6683661"/>
                  </a:lnTo>
                  <a:close/>
                </a:path>
                <a:path w="6684644" h="7015480">
                  <a:moveTo>
                    <a:pt x="110162" y="6553502"/>
                  </a:moveTo>
                  <a:lnTo>
                    <a:pt x="109286" y="6551980"/>
                  </a:lnTo>
                  <a:lnTo>
                    <a:pt x="110814" y="6551097"/>
                  </a:lnTo>
                  <a:lnTo>
                    <a:pt x="111691" y="6552619"/>
                  </a:lnTo>
                  <a:lnTo>
                    <a:pt x="110162" y="6553502"/>
                  </a:lnTo>
                  <a:close/>
                </a:path>
                <a:path w="6684644" h="7015480">
                  <a:moveTo>
                    <a:pt x="538944" y="7000036"/>
                  </a:moveTo>
                  <a:lnTo>
                    <a:pt x="536303" y="6995451"/>
                  </a:lnTo>
                  <a:lnTo>
                    <a:pt x="540881" y="6992810"/>
                  </a:lnTo>
                  <a:lnTo>
                    <a:pt x="543529" y="6997389"/>
                  </a:lnTo>
                  <a:lnTo>
                    <a:pt x="538944" y="7000036"/>
                  </a:lnTo>
                  <a:close/>
                </a:path>
                <a:path w="6684644" h="7015480">
                  <a:moveTo>
                    <a:pt x="464142" y="6869877"/>
                  </a:moveTo>
                  <a:lnTo>
                    <a:pt x="461791" y="6865802"/>
                  </a:lnTo>
                  <a:lnTo>
                    <a:pt x="465860" y="6863450"/>
                  </a:lnTo>
                  <a:lnTo>
                    <a:pt x="468211" y="6867525"/>
                  </a:lnTo>
                  <a:lnTo>
                    <a:pt x="464142" y="6869877"/>
                  </a:lnTo>
                  <a:close/>
                </a:path>
                <a:path w="6684644" h="7015480">
                  <a:moveTo>
                    <a:pt x="389334" y="6739706"/>
                  </a:moveTo>
                  <a:lnTo>
                    <a:pt x="387279" y="6736146"/>
                  </a:lnTo>
                  <a:lnTo>
                    <a:pt x="390838" y="6734091"/>
                  </a:lnTo>
                  <a:lnTo>
                    <a:pt x="392894" y="6737651"/>
                  </a:lnTo>
                  <a:lnTo>
                    <a:pt x="389334" y="6739706"/>
                  </a:lnTo>
                  <a:close/>
                </a:path>
                <a:path w="6684644" h="7015480">
                  <a:moveTo>
                    <a:pt x="314521" y="6609553"/>
                  </a:moveTo>
                  <a:lnTo>
                    <a:pt x="312761" y="6606496"/>
                  </a:lnTo>
                  <a:lnTo>
                    <a:pt x="315811" y="6604737"/>
                  </a:lnTo>
                  <a:lnTo>
                    <a:pt x="317570" y="6607788"/>
                  </a:lnTo>
                  <a:lnTo>
                    <a:pt x="314521" y="6609553"/>
                  </a:lnTo>
                  <a:close/>
                </a:path>
                <a:path w="6684644" h="7015480">
                  <a:moveTo>
                    <a:pt x="239818" y="6478991"/>
                  </a:moveTo>
                  <a:lnTo>
                    <a:pt x="238639" y="6476953"/>
                  </a:lnTo>
                  <a:lnTo>
                    <a:pt x="240677" y="6475774"/>
                  </a:lnTo>
                  <a:lnTo>
                    <a:pt x="241856" y="6477812"/>
                  </a:lnTo>
                  <a:lnTo>
                    <a:pt x="239818" y="6478991"/>
                  </a:lnTo>
                  <a:close/>
                </a:path>
                <a:path w="6684644" h="7015480">
                  <a:moveTo>
                    <a:pt x="165010" y="6348826"/>
                  </a:moveTo>
                  <a:lnTo>
                    <a:pt x="164127" y="6347298"/>
                  </a:lnTo>
                  <a:lnTo>
                    <a:pt x="165656" y="6346415"/>
                  </a:lnTo>
                  <a:lnTo>
                    <a:pt x="166538" y="6347943"/>
                  </a:lnTo>
                  <a:lnTo>
                    <a:pt x="165010" y="6348826"/>
                  </a:lnTo>
                  <a:close/>
                </a:path>
                <a:path w="6684644" h="7015480">
                  <a:moveTo>
                    <a:pt x="668493" y="6925921"/>
                  </a:moveTo>
                  <a:lnTo>
                    <a:pt x="665265" y="6920323"/>
                  </a:lnTo>
                  <a:lnTo>
                    <a:pt x="670857" y="6917089"/>
                  </a:lnTo>
                  <a:lnTo>
                    <a:pt x="674091" y="6922687"/>
                  </a:lnTo>
                  <a:lnTo>
                    <a:pt x="668493" y="6925921"/>
                  </a:lnTo>
                  <a:close/>
                </a:path>
                <a:path w="6684644" h="7015480">
                  <a:moveTo>
                    <a:pt x="593685" y="6795756"/>
                  </a:moveTo>
                  <a:lnTo>
                    <a:pt x="590747" y="6790668"/>
                  </a:lnTo>
                  <a:lnTo>
                    <a:pt x="595835" y="6787730"/>
                  </a:lnTo>
                  <a:lnTo>
                    <a:pt x="598773" y="6792818"/>
                  </a:lnTo>
                  <a:lnTo>
                    <a:pt x="593685" y="6795756"/>
                  </a:lnTo>
                  <a:close/>
                </a:path>
                <a:path w="6684644" h="7015480">
                  <a:moveTo>
                    <a:pt x="518984" y="6665194"/>
                  </a:moveTo>
                  <a:lnTo>
                    <a:pt x="516632" y="6661125"/>
                  </a:lnTo>
                  <a:lnTo>
                    <a:pt x="520701" y="6658774"/>
                  </a:lnTo>
                  <a:lnTo>
                    <a:pt x="523053" y="6662849"/>
                  </a:lnTo>
                  <a:lnTo>
                    <a:pt x="518984" y="6665194"/>
                  </a:lnTo>
                  <a:close/>
                </a:path>
                <a:path w="6684644" h="7015480">
                  <a:moveTo>
                    <a:pt x="444169" y="6535035"/>
                  </a:moveTo>
                  <a:lnTo>
                    <a:pt x="442114" y="6531475"/>
                  </a:lnTo>
                  <a:lnTo>
                    <a:pt x="445680" y="6529414"/>
                  </a:lnTo>
                  <a:lnTo>
                    <a:pt x="447735" y="6532973"/>
                  </a:lnTo>
                  <a:lnTo>
                    <a:pt x="444169" y="6535035"/>
                  </a:lnTo>
                  <a:close/>
                </a:path>
                <a:path w="6684644" h="7015480">
                  <a:moveTo>
                    <a:pt x="369361" y="6404869"/>
                  </a:moveTo>
                  <a:lnTo>
                    <a:pt x="367602" y="6401819"/>
                  </a:lnTo>
                  <a:lnTo>
                    <a:pt x="370652" y="6400054"/>
                  </a:lnTo>
                  <a:lnTo>
                    <a:pt x="372417" y="6403110"/>
                  </a:lnTo>
                  <a:lnTo>
                    <a:pt x="369361" y="6404869"/>
                  </a:lnTo>
                  <a:close/>
                </a:path>
                <a:path w="6684644" h="7015480">
                  <a:moveTo>
                    <a:pt x="294559" y="6274711"/>
                  </a:moveTo>
                  <a:lnTo>
                    <a:pt x="293090" y="6272164"/>
                  </a:lnTo>
                  <a:lnTo>
                    <a:pt x="295631" y="6270695"/>
                  </a:lnTo>
                  <a:lnTo>
                    <a:pt x="297100" y="6273241"/>
                  </a:lnTo>
                  <a:lnTo>
                    <a:pt x="294559" y="6274711"/>
                  </a:lnTo>
                  <a:close/>
                </a:path>
                <a:path w="6684644" h="7015480">
                  <a:moveTo>
                    <a:pt x="219852" y="6144149"/>
                  </a:moveTo>
                  <a:lnTo>
                    <a:pt x="218969" y="6142621"/>
                  </a:lnTo>
                  <a:lnTo>
                    <a:pt x="220497" y="6141738"/>
                  </a:lnTo>
                  <a:lnTo>
                    <a:pt x="221380" y="6143266"/>
                  </a:lnTo>
                  <a:lnTo>
                    <a:pt x="219852" y="6144149"/>
                  </a:lnTo>
                  <a:close/>
                </a:path>
                <a:path w="6684644" h="7015480">
                  <a:moveTo>
                    <a:pt x="146062" y="6013397"/>
                  </a:moveTo>
                  <a:lnTo>
                    <a:pt x="144698" y="6013397"/>
                  </a:lnTo>
                  <a:lnTo>
                    <a:pt x="144451" y="6012971"/>
                  </a:lnTo>
                  <a:lnTo>
                    <a:pt x="145817" y="6012971"/>
                  </a:lnTo>
                  <a:lnTo>
                    <a:pt x="146062" y="6013397"/>
                  </a:lnTo>
                  <a:close/>
                </a:path>
                <a:path w="6684644" h="7015480">
                  <a:moveTo>
                    <a:pt x="872739" y="6982368"/>
                  </a:moveTo>
                  <a:lnTo>
                    <a:pt x="868332" y="6974733"/>
                  </a:lnTo>
                  <a:lnTo>
                    <a:pt x="875967" y="6970326"/>
                  </a:lnTo>
                  <a:lnTo>
                    <a:pt x="880373" y="6977961"/>
                  </a:lnTo>
                  <a:lnTo>
                    <a:pt x="872739" y="6982368"/>
                  </a:lnTo>
                  <a:close/>
                </a:path>
                <a:path w="6684644" h="7015480">
                  <a:moveTo>
                    <a:pt x="798043" y="6851800"/>
                  </a:moveTo>
                  <a:lnTo>
                    <a:pt x="794222" y="6845190"/>
                  </a:lnTo>
                  <a:lnTo>
                    <a:pt x="800833" y="6841369"/>
                  </a:lnTo>
                  <a:lnTo>
                    <a:pt x="804653" y="6847985"/>
                  </a:lnTo>
                  <a:lnTo>
                    <a:pt x="798043" y="6851800"/>
                  </a:lnTo>
                  <a:close/>
                </a:path>
                <a:path w="6684644" h="7015480">
                  <a:moveTo>
                    <a:pt x="723229" y="6721646"/>
                  </a:moveTo>
                  <a:lnTo>
                    <a:pt x="719704" y="6715540"/>
                  </a:lnTo>
                  <a:lnTo>
                    <a:pt x="725817" y="6712010"/>
                  </a:lnTo>
                  <a:lnTo>
                    <a:pt x="729341" y="6718116"/>
                  </a:lnTo>
                  <a:lnTo>
                    <a:pt x="723229" y="6721646"/>
                  </a:lnTo>
                  <a:close/>
                </a:path>
                <a:path w="6684644" h="7015480">
                  <a:moveTo>
                    <a:pt x="648527" y="6591078"/>
                  </a:moveTo>
                  <a:lnTo>
                    <a:pt x="645589" y="6585991"/>
                  </a:lnTo>
                  <a:lnTo>
                    <a:pt x="650677" y="6583053"/>
                  </a:lnTo>
                  <a:lnTo>
                    <a:pt x="653615" y="6588140"/>
                  </a:lnTo>
                  <a:lnTo>
                    <a:pt x="648527" y="6591078"/>
                  </a:lnTo>
                  <a:close/>
                </a:path>
                <a:path w="6684644" h="7015480">
                  <a:moveTo>
                    <a:pt x="573719" y="6460919"/>
                  </a:moveTo>
                  <a:lnTo>
                    <a:pt x="571077" y="6456340"/>
                  </a:lnTo>
                  <a:lnTo>
                    <a:pt x="575656" y="6453693"/>
                  </a:lnTo>
                  <a:lnTo>
                    <a:pt x="578304" y="6458277"/>
                  </a:lnTo>
                  <a:lnTo>
                    <a:pt x="573719" y="6460919"/>
                  </a:lnTo>
                  <a:close/>
                </a:path>
                <a:path w="6684644" h="7015480">
                  <a:moveTo>
                    <a:pt x="499017" y="6330357"/>
                  </a:moveTo>
                  <a:lnTo>
                    <a:pt x="496956" y="6326792"/>
                  </a:lnTo>
                  <a:lnTo>
                    <a:pt x="500522" y="6324737"/>
                  </a:lnTo>
                  <a:lnTo>
                    <a:pt x="502583" y="6328302"/>
                  </a:lnTo>
                  <a:lnTo>
                    <a:pt x="499017" y="6330357"/>
                  </a:lnTo>
                  <a:close/>
                </a:path>
                <a:path w="6684644" h="7015480">
                  <a:moveTo>
                    <a:pt x="424209" y="6200192"/>
                  </a:moveTo>
                  <a:lnTo>
                    <a:pt x="422444" y="6197142"/>
                  </a:lnTo>
                  <a:lnTo>
                    <a:pt x="425494" y="6195376"/>
                  </a:lnTo>
                  <a:lnTo>
                    <a:pt x="427260" y="6198427"/>
                  </a:lnTo>
                  <a:lnTo>
                    <a:pt x="424209" y="6200192"/>
                  </a:lnTo>
                  <a:close/>
                </a:path>
                <a:path w="6684644" h="7015480">
                  <a:moveTo>
                    <a:pt x="349395" y="6070033"/>
                  </a:moveTo>
                  <a:lnTo>
                    <a:pt x="347926" y="6067492"/>
                  </a:lnTo>
                  <a:lnTo>
                    <a:pt x="350473" y="6066023"/>
                  </a:lnTo>
                  <a:lnTo>
                    <a:pt x="351942" y="6068564"/>
                  </a:lnTo>
                  <a:lnTo>
                    <a:pt x="349395" y="6070033"/>
                  </a:lnTo>
                  <a:close/>
                </a:path>
                <a:path w="6684644" h="7015480">
                  <a:moveTo>
                    <a:pt x="274699" y="5939471"/>
                  </a:moveTo>
                  <a:lnTo>
                    <a:pt x="273817" y="5937937"/>
                  </a:lnTo>
                  <a:lnTo>
                    <a:pt x="275339" y="5937060"/>
                  </a:lnTo>
                  <a:lnTo>
                    <a:pt x="276222" y="5938589"/>
                  </a:lnTo>
                  <a:lnTo>
                    <a:pt x="274699" y="5939471"/>
                  </a:lnTo>
                  <a:close/>
                </a:path>
                <a:path w="6684644" h="7015480">
                  <a:moveTo>
                    <a:pt x="200910" y="5808719"/>
                  </a:moveTo>
                  <a:lnTo>
                    <a:pt x="199546" y="5808719"/>
                  </a:lnTo>
                  <a:lnTo>
                    <a:pt x="199299" y="5808287"/>
                  </a:lnTo>
                  <a:lnTo>
                    <a:pt x="200658" y="5808287"/>
                  </a:lnTo>
                  <a:lnTo>
                    <a:pt x="200910" y="5808719"/>
                  </a:lnTo>
                  <a:close/>
                </a:path>
                <a:path w="6684644" h="7015480">
                  <a:moveTo>
                    <a:pt x="1002394" y="6907849"/>
                  </a:moveTo>
                  <a:lnTo>
                    <a:pt x="997697" y="6899711"/>
                  </a:lnTo>
                  <a:lnTo>
                    <a:pt x="1005836" y="6895008"/>
                  </a:lnTo>
                  <a:lnTo>
                    <a:pt x="1010538" y="6903152"/>
                  </a:lnTo>
                  <a:lnTo>
                    <a:pt x="1002394" y="6907849"/>
                  </a:lnTo>
                  <a:close/>
                </a:path>
                <a:path w="6684644" h="7015480">
                  <a:moveTo>
                    <a:pt x="927586" y="6777690"/>
                  </a:moveTo>
                  <a:lnTo>
                    <a:pt x="923179" y="6770062"/>
                  </a:lnTo>
                  <a:lnTo>
                    <a:pt x="930814" y="6765655"/>
                  </a:lnTo>
                  <a:lnTo>
                    <a:pt x="935221" y="6773283"/>
                  </a:lnTo>
                  <a:lnTo>
                    <a:pt x="927586" y="6777690"/>
                  </a:lnTo>
                  <a:close/>
                </a:path>
                <a:path w="6684644" h="7015480">
                  <a:moveTo>
                    <a:pt x="852778" y="6647526"/>
                  </a:moveTo>
                  <a:lnTo>
                    <a:pt x="848661" y="6640400"/>
                  </a:lnTo>
                  <a:lnTo>
                    <a:pt x="855787" y="6636289"/>
                  </a:lnTo>
                  <a:lnTo>
                    <a:pt x="859903" y="6643415"/>
                  </a:lnTo>
                  <a:lnTo>
                    <a:pt x="852778" y="6647526"/>
                  </a:lnTo>
                  <a:close/>
                </a:path>
                <a:path w="6684644" h="7015480">
                  <a:moveTo>
                    <a:pt x="778071" y="6516964"/>
                  </a:moveTo>
                  <a:lnTo>
                    <a:pt x="774546" y="6510863"/>
                  </a:lnTo>
                  <a:lnTo>
                    <a:pt x="780653" y="6507339"/>
                  </a:lnTo>
                  <a:lnTo>
                    <a:pt x="784177" y="6513439"/>
                  </a:lnTo>
                  <a:lnTo>
                    <a:pt x="778071" y="6516964"/>
                  </a:lnTo>
                  <a:close/>
                </a:path>
                <a:path w="6684644" h="7015480">
                  <a:moveTo>
                    <a:pt x="703369" y="6386402"/>
                  </a:moveTo>
                  <a:lnTo>
                    <a:pt x="700431" y="6381314"/>
                  </a:lnTo>
                  <a:lnTo>
                    <a:pt x="705519" y="6378376"/>
                  </a:lnTo>
                  <a:lnTo>
                    <a:pt x="708457" y="6383464"/>
                  </a:lnTo>
                  <a:lnTo>
                    <a:pt x="703369" y="6386402"/>
                  </a:lnTo>
                  <a:close/>
                </a:path>
                <a:path w="6684644" h="7015480">
                  <a:moveTo>
                    <a:pt x="628567" y="6256243"/>
                  </a:moveTo>
                  <a:lnTo>
                    <a:pt x="625919" y="6251658"/>
                  </a:lnTo>
                  <a:lnTo>
                    <a:pt x="630497" y="6249016"/>
                  </a:lnTo>
                  <a:lnTo>
                    <a:pt x="633145" y="6253595"/>
                  </a:lnTo>
                  <a:lnTo>
                    <a:pt x="628567" y="6256243"/>
                  </a:lnTo>
                  <a:close/>
                </a:path>
                <a:path w="6684644" h="7015480">
                  <a:moveTo>
                    <a:pt x="553752" y="6126084"/>
                  </a:moveTo>
                  <a:lnTo>
                    <a:pt x="551401" y="6122009"/>
                  </a:lnTo>
                  <a:lnTo>
                    <a:pt x="555476" y="6119657"/>
                  </a:lnTo>
                  <a:lnTo>
                    <a:pt x="557827" y="6123732"/>
                  </a:lnTo>
                  <a:lnTo>
                    <a:pt x="553752" y="6126084"/>
                  </a:lnTo>
                  <a:close/>
                </a:path>
                <a:path w="6684644" h="7015480">
                  <a:moveTo>
                    <a:pt x="479057" y="5995515"/>
                  </a:moveTo>
                  <a:lnTo>
                    <a:pt x="477292" y="5992459"/>
                  </a:lnTo>
                  <a:lnTo>
                    <a:pt x="480342" y="5990700"/>
                  </a:lnTo>
                  <a:lnTo>
                    <a:pt x="482107" y="5993756"/>
                  </a:lnTo>
                  <a:lnTo>
                    <a:pt x="479057" y="5995515"/>
                  </a:lnTo>
                  <a:close/>
                </a:path>
                <a:path w="6684644" h="7015480">
                  <a:moveTo>
                    <a:pt x="404237" y="5865356"/>
                  </a:moveTo>
                  <a:lnTo>
                    <a:pt x="402768" y="5862809"/>
                  </a:lnTo>
                  <a:lnTo>
                    <a:pt x="405315" y="5861340"/>
                  </a:lnTo>
                  <a:lnTo>
                    <a:pt x="406784" y="5863887"/>
                  </a:lnTo>
                  <a:lnTo>
                    <a:pt x="404237" y="5865356"/>
                  </a:lnTo>
                  <a:close/>
                </a:path>
                <a:path w="6684644" h="7015480">
                  <a:moveTo>
                    <a:pt x="329535" y="5734794"/>
                  </a:moveTo>
                  <a:lnTo>
                    <a:pt x="328659" y="5733272"/>
                  </a:lnTo>
                  <a:lnTo>
                    <a:pt x="330187" y="5732389"/>
                  </a:lnTo>
                  <a:lnTo>
                    <a:pt x="331063" y="5733912"/>
                  </a:lnTo>
                  <a:lnTo>
                    <a:pt x="329535" y="5734794"/>
                  </a:lnTo>
                  <a:close/>
                </a:path>
                <a:path w="6684644" h="7015480">
                  <a:moveTo>
                    <a:pt x="255746" y="5604043"/>
                  </a:moveTo>
                  <a:lnTo>
                    <a:pt x="254392" y="5604043"/>
                  </a:lnTo>
                  <a:lnTo>
                    <a:pt x="254141" y="5603611"/>
                  </a:lnTo>
                  <a:lnTo>
                    <a:pt x="255494" y="5603611"/>
                  </a:lnTo>
                  <a:lnTo>
                    <a:pt x="255746" y="5604043"/>
                  </a:lnTo>
                  <a:close/>
                </a:path>
                <a:path w="6684644" h="7015480">
                  <a:moveTo>
                    <a:pt x="1206639" y="6964303"/>
                  </a:moveTo>
                  <a:lnTo>
                    <a:pt x="1200764" y="6954121"/>
                  </a:lnTo>
                  <a:lnTo>
                    <a:pt x="1210945" y="6948245"/>
                  </a:lnTo>
                  <a:lnTo>
                    <a:pt x="1216821" y="6958427"/>
                  </a:lnTo>
                  <a:lnTo>
                    <a:pt x="1206639" y="6964303"/>
                  </a:lnTo>
                  <a:close/>
                </a:path>
                <a:path w="6684644" h="7015480">
                  <a:moveTo>
                    <a:pt x="1131938" y="6833735"/>
                  </a:moveTo>
                  <a:lnTo>
                    <a:pt x="1126648" y="6824577"/>
                  </a:lnTo>
                  <a:lnTo>
                    <a:pt x="1135811" y="6819288"/>
                  </a:lnTo>
                  <a:lnTo>
                    <a:pt x="1141101" y="6828445"/>
                  </a:lnTo>
                  <a:lnTo>
                    <a:pt x="1131938" y="6833735"/>
                  </a:lnTo>
                  <a:close/>
                </a:path>
                <a:path w="6684644" h="7015480">
                  <a:moveTo>
                    <a:pt x="1057135" y="6703575"/>
                  </a:moveTo>
                  <a:lnTo>
                    <a:pt x="1052136" y="6694922"/>
                  </a:lnTo>
                  <a:lnTo>
                    <a:pt x="1060784" y="6689929"/>
                  </a:lnTo>
                  <a:lnTo>
                    <a:pt x="1065783" y="6698582"/>
                  </a:lnTo>
                  <a:lnTo>
                    <a:pt x="1057135" y="6703575"/>
                  </a:lnTo>
                  <a:close/>
                </a:path>
                <a:path w="6684644" h="7015480">
                  <a:moveTo>
                    <a:pt x="982428" y="6573014"/>
                  </a:moveTo>
                  <a:lnTo>
                    <a:pt x="978021" y="6565379"/>
                  </a:lnTo>
                  <a:lnTo>
                    <a:pt x="985656" y="6560972"/>
                  </a:lnTo>
                  <a:lnTo>
                    <a:pt x="990063" y="6568607"/>
                  </a:lnTo>
                  <a:lnTo>
                    <a:pt x="982428" y="6573014"/>
                  </a:lnTo>
                  <a:close/>
                </a:path>
                <a:path w="6684644" h="7015480">
                  <a:moveTo>
                    <a:pt x="907620" y="6442849"/>
                  </a:moveTo>
                  <a:lnTo>
                    <a:pt x="903509" y="6435729"/>
                  </a:lnTo>
                  <a:lnTo>
                    <a:pt x="910629" y="6431618"/>
                  </a:lnTo>
                  <a:lnTo>
                    <a:pt x="914739" y="6438738"/>
                  </a:lnTo>
                  <a:lnTo>
                    <a:pt x="907620" y="6442849"/>
                  </a:lnTo>
                  <a:close/>
                </a:path>
                <a:path w="6684644" h="7015480">
                  <a:moveTo>
                    <a:pt x="832918" y="6312287"/>
                  </a:moveTo>
                  <a:lnTo>
                    <a:pt x="829394" y="6306180"/>
                  </a:lnTo>
                  <a:lnTo>
                    <a:pt x="835494" y="6302656"/>
                  </a:lnTo>
                  <a:lnTo>
                    <a:pt x="839019" y="6308762"/>
                  </a:lnTo>
                  <a:lnTo>
                    <a:pt x="832918" y="6312287"/>
                  </a:lnTo>
                  <a:close/>
                </a:path>
                <a:path w="6684644" h="7015480">
                  <a:moveTo>
                    <a:pt x="758216" y="6181725"/>
                  </a:moveTo>
                  <a:lnTo>
                    <a:pt x="755279" y="6176637"/>
                  </a:lnTo>
                  <a:lnTo>
                    <a:pt x="760366" y="6173699"/>
                  </a:lnTo>
                  <a:lnTo>
                    <a:pt x="763304" y="6178787"/>
                  </a:lnTo>
                  <a:lnTo>
                    <a:pt x="758216" y="6181725"/>
                  </a:lnTo>
                  <a:close/>
                </a:path>
                <a:path w="6684644" h="7015480">
                  <a:moveTo>
                    <a:pt x="683408" y="6051560"/>
                  </a:moveTo>
                  <a:lnTo>
                    <a:pt x="680761" y="6046981"/>
                  </a:lnTo>
                  <a:lnTo>
                    <a:pt x="685339" y="6044340"/>
                  </a:lnTo>
                  <a:lnTo>
                    <a:pt x="687981" y="6048918"/>
                  </a:lnTo>
                  <a:lnTo>
                    <a:pt x="683408" y="6051560"/>
                  </a:lnTo>
                  <a:close/>
                </a:path>
                <a:path w="6684644" h="7015480">
                  <a:moveTo>
                    <a:pt x="608594" y="5921407"/>
                  </a:moveTo>
                  <a:lnTo>
                    <a:pt x="606243" y="5917332"/>
                  </a:lnTo>
                  <a:lnTo>
                    <a:pt x="610318" y="5914980"/>
                  </a:lnTo>
                  <a:lnTo>
                    <a:pt x="612669" y="5919055"/>
                  </a:lnTo>
                  <a:lnTo>
                    <a:pt x="608594" y="5921407"/>
                  </a:lnTo>
                  <a:close/>
                </a:path>
                <a:path w="6684644" h="7015480">
                  <a:moveTo>
                    <a:pt x="533892" y="5790845"/>
                  </a:moveTo>
                  <a:lnTo>
                    <a:pt x="532133" y="5787788"/>
                  </a:lnTo>
                  <a:lnTo>
                    <a:pt x="535190" y="5786023"/>
                  </a:lnTo>
                  <a:lnTo>
                    <a:pt x="536949" y="5789079"/>
                  </a:lnTo>
                  <a:lnTo>
                    <a:pt x="533892" y="5790845"/>
                  </a:lnTo>
                  <a:close/>
                </a:path>
                <a:path w="6684644" h="7015480">
                  <a:moveTo>
                    <a:pt x="459084" y="5660674"/>
                  </a:moveTo>
                  <a:lnTo>
                    <a:pt x="457615" y="5658133"/>
                  </a:lnTo>
                  <a:lnTo>
                    <a:pt x="460156" y="5656664"/>
                  </a:lnTo>
                  <a:lnTo>
                    <a:pt x="461625" y="5659205"/>
                  </a:lnTo>
                  <a:lnTo>
                    <a:pt x="459084" y="5660674"/>
                  </a:lnTo>
                  <a:close/>
                </a:path>
                <a:path w="6684644" h="7015480">
                  <a:moveTo>
                    <a:pt x="384383" y="5530112"/>
                  </a:moveTo>
                  <a:lnTo>
                    <a:pt x="383500" y="5528590"/>
                  </a:lnTo>
                  <a:lnTo>
                    <a:pt x="385028" y="5527707"/>
                  </a:lnTo>
                  <a:lnTo>
                    <a:pt x="385911" y="5529230"/>
                  </a:lnTo>
                  <a:lnTo>
                    <a:pt x="384383" y="5530112"/>
                  </a:lnTo>
                  <a:close/>
                </a:path>
                <a:path w="6684644" h="7015480">
                  <a:moveTo>
                    <a:pt x="310587" y="5399367"/>
                  </a:moveTo>
                  <a:lnTo>
                    <a:pt x="309235" y="5399367"/>
                  </a:lnTo>
                  <a:lnTo>
                    <a:pt x="308988" y="5398940"/>
                  </a:lnTo>
                  <a:lnTo>
                    <a:pt x="310340" y="5398940"/>
                  </a:lnTo>
                  <a:lnTo>
                    <a:pt x="310587" y="5399367"/>
                  </a:lnTo>
                  <a:close/>
                </a:path>
                <a:path w="6684644" h="7015480">
                  <a:moveTo>
                    <a:pt x="1420348" y="7015287"/>
                  </a:moveTo>
                  <a:lnTo>
                    <a:pt x="1407735" y="7015287"/>
                  </a:lnTo>
                  <a:lnTo>
                    <a:pt x="1403836" y="7008537"/>
                  </a:lnTo>
                  <a:lnTo>
                    <a:pt x="1416049" y="7001483"/>
                  </a:lnTo>
                  <a:lnTo>
                    <a:pt x="1423103" y="7013696"/>
                  </a:lnTo>
                  <a:lnTo>
                    <a:pt x="1420348" y="7015287"/>
                  </a:lnTo>
                  <a:close/>
                </a:path>
                <a:path w="6684644" h="7015480">
                  <a:moveTo>
                    <a:pt x="1336082" y="6890591"/>
                  </a:moveTo>
                  <a:lnTo>
                    <a:pt x="1329324" y="6878882"/>
                  </a:lnTo>
                  <a:lnTo>
                    <a:pt x="1341027" y="6872123"/>
                  </a:lnTo>
                  <a:lnTo>
                    <a:pt x="1347786" y="6883833"/>
                  </a:lnTo>
                  <a:lnTo>
                    <a:pt x="1336082" y="6890591"/>
                  </a:lnTo>
                  <a:close/>
                </a:path>
                <a:path w="6684644" h="7015480">
                  <a:moveTo>
                    <a:pt x="1261487" y="6759621"/>
                  </a:moveTo>
                  <a:lnTo>
                    <a:pt x="1255611" y="6749445"/>
                  </a:lnTo>
                  <a:lnTo>
                    <a:pt x="1265787" y="6743569"/>
                  </a:lnTo>
                  <a:lnTo>
                    <a:pt x="1271663" y="6753745"/>
                  </a:lnTo>
                  <a:lnTo>
                    <a:pt x="1261487" y="6759621"/>
                  </a:lnTo>
                  <a:close/>
                </a:path>
                <a:path w="6684644" h="7015480">
                  <a:moveTo>
                    <a:pt x="1186785" y="6629059"/>
                  </a:moveTo>
                  <a:lnTo>
                    <a:pt x="1181496" y="6619902"/>
                  </a:lnTo>
                  <a:lnTo>
                    <a:pt x="1190659" y="6614613"/>
                  </a:lnTo>
                  <a:lnTo>
                    <a:pt x="1195942" y="6623770"/>
                  </a:lnTo>
                  <a:lnTo>
                    <a:pt x="1186785" y="6629059"/>
                  </a:lnTo>
                  <a:close/>
                </a:path>
                <a:path w="6684644" h="7015480">
                  <a:moveTo>
                    <a:pt x="1111971" y="6498900"/>
                  </a:moveTo>
                  <a:lnTo>
                    <a:pt x="1106978" y="6490252"/>
                  </a:lnTo>
                  <a:lnTo>
                    <a:pt x="1115631" y="6485259"/>
                  </a:lnTo>
                  <a:lnTo>
                    <a:pt x="1120625" y="6493907"/>
                  </a:lnTo>
                  <a:lnTo>
                    <a:pt x="1111971" y="6498900"/>
                  </a:lnTo>
                  <a:close/>
                </a:path>
                <a:path w="6684644" h="7015480">
                  <a:moveTo>
                    <a:pt x="1037163" y="6368740"/>
                  </a:moveTo>
                  <a:lnTo>
                    <a:pt x="1032460" y="6360596"/>
                  </a:lnTo>
                  <a:lnTo>
                    <a:pt x="1040604" y="6355893"/>
                  </a:lnTo>
                  <a:lnTo>
                    <a:pt x="1045307" y="6364043"/>
                  </a:lnTo>
                  <a:lnTo>
                    <a:pt x="1037163" y="6368740"/>
                  </a:lnTo>
                  <a:close/>
                </a:path>
                <a:path w="6684644" h="7015480">
                  <a:moveTo>
                    <a:pt x="962462" y="6238178"/>
                  </a:moveTo>
                  <a:lnTo>
                    <a:pt x="958351" y="6231053"/>
                  </a:lnTo>
                  <a:lnTo>
                    <a:pt x="965470" y="6226942"/>
                  </a:lnTo>
                  <a:lnTo>
                    <a:pt x="969587" y="6234061"/>
                  </a:lnTo>
                  <a:lnTo>
                    <a:pt x="962462" y="6238178"/>
                  </a:lnTo>
                  <a:close/>
                </a:path>
                <a:path w="6684644" h="7015480">
                  <a:moveTo>
                    <a:pt x="887653" y="6108014"/>
                  </a:moveTo>
                  <a:lnTo>
                    <a:pt x="883833" y="6101398"/>
                  </a:lnTo>
                  <a:lnTo>
                    <a:pt x="890455" y="6097577"/>
                  </a:lnTo>
                  <a:lnTo>
                    <a:pt x="894269" y="6104193"/>
                  </a:lnTo>
                  <a:lnTo>
                    <a:pt x="887653" y="6108014"/>
                  </a:lnTo>
                  <a:close/>
                </a:path>
                <a:path w="6684644" h="7015480">
                  <a:moveTo>
                    <a:pt x="812952" y="5977452"/>
                  </a:moveTo>
                  <a:lnTo>
                    <a:pt x="809718" y="5971854"/>
                  </a:lnTo>
                  <a:lnTo>
                    <a:pt x="815315" y="5968620"/>
                  </a:lnTo>
                  <a:lnTo>
                    <a:pt x="818543" y="5974218"/>
                  </a:lnTo>
                  <a:lnTo>
                    <a:pt x="812952" y="5977452"/>
                  </a:lnTo>
                  <a:close/>
                </a:path>
                <a:path w="6684644" h="7015480">
                  <a:moveTo>
                    <a:pt x="738244" y="5846889"/>
                  </a:moveTo>
                  <a:lnTo>
                    <a:pt x="735602" y="5842311"/>
                  </a:lnTo>
                  <a:lnTo>
                    <a:pt x="740187" y="5839670"/>
                  </a:lnTo>
                  <a:lnTo>
                    <a:pt x="742829" y="5844242"/>
                  </a:lnTo>
                  <a:lnTo>
                    <a:pt x="738244" y="5846889"/>
                  </a:lnTo>
                  <a:close/>
                </a:path>
                <a:path w="6684644" h="7015480">
                  <a:moveTo>
                    <a:pt x="663442" y="5716725"/>
                  </a:moveTo>
                  <a:lnTo>
                    <a:pt x="661090" y="5712656"/>
                  </a:lnTo>
                  <a:lnTo>
                    <a:pt x="665159" y="5710305"/>
                  </a:lnTo>
                  <a:lnTo>
                    <a:pt x="667511" y="5714374"/>
                  </a:lnTo>
                  <a:lnTo>
                    <a:pt x="663442" y="5716725"/>
                  </a:lnTo>
                  <a:close/>
                </a:path>
                <a:path w="6684644" h="7015480">
                  <a:moveTo>
                    <a:pt x="588734" y="5586163"/>
                  </a:moveTo>
                  <a:lnTo>
                    <a:pt x="586975" y="5583113"/>
                  </a:lnTo>
                  <a:lnTo>
                    <a:pt x="590025" y="5581347"/>
                  </a:lnTo>
                  <a:lnTo>
                    <a:pt x="591790" y="5584404"/>
                  </a:lnTo>
                  <a:lnTo>
                    <a:pt x="588734" y="5586163"/>
                  </a:lnTo>
                  <a:close/>
                </a:path>
                <a:path w="6684644" h="7015480">
                  <a:moveTo>
                    <a:pt x="513932" y="5456004"/>
                  </a:moveTo>
                  <a:lnTo>
                    <a:pt x="512463" y="5453457"/>
                  </a:lnTo>
                  <a:lnTo>
                    <a:pt x="515004" y="5451988"/>
                  </a:lnTo>
                  <a:lnTo>
                    <a:pt x="516473" y="5454535"/>
                  </a:lnTo>
                  <a:lnTo>
                    <a:pt x="513932" y="5456004"/>
                  </a:lnTo>
                  <a:close/>
                </a:path>
                <a:path w="6684644" h="7015480">
                  <a:moveTo>
                    <a:pt x="439224" y="5325442"/>
                  </a:moveTo>
                  <a:lnTo>
                    <a:pt x="438342" y="5323914"/>
                  </a:lnTo>
                  <a:lnTo>
                    <a:pt x="439870" y="5323031"/>
                  </a:lnTo>
                  <a:lnTo>
                    <a:pt x="440753" y="5324560"/>
                  </a:lnTo>
                  <a:lnTo>
                    <a:pt x="439224" y="5325442"/>
                  </a:lnTo>
                  <a:close/>
                </a:path>
                <a:path w="6684644" h="7015480">
                  <a:moveTo>
                    <a:pt x="1540327" y="6947039"/>
                  </a:moveTo>
                  <a:lnTo>
                    <a:pt x="1532396" y="6933303"/>
                  </a:lnTo>
                  <a:lnTo>
                    <a:pt x="1546137" y="6925366"/>
                  </a:lnTo>
                  <a:lnTo>
                    <a:pt x="1554068" y="6939102"/>
                  </a:lnTo>
                  <a:lnTo>
                    <a:pt x="1540327" y="6947039"/>
                  </a:lnTo>
                  <a:close/>
                </a:path>
                <a:path w="6684644" h="7015480">
                  <a:moveTo>
                    <a:pt x="1465520" y="6816880"/>
                  </a:moveTo>
                  <a:lnTo>
                    <a:pt x="1457878" y="6803642"/>
                  </a:lnTo>
                  <a:lnTo>
                    <a:pt x="1471110" y="6796007"/>
                  </a:lnTo>
                  <a:lnTo>
                    <a:pt x="1478751" y="6809239"/>
                  </a:lnTo>
                  <a:lnTo>
                    <a:pt x="1465520" y="6816880"/>
                  </a:lnTo>
                  <a:close/>
                </a:path>
                <a:path w="6684644" h="7015480">
                  <a:moveTo>
                    <a:pt x="1390817" y="6686312"/>
                  </a:moveTo>
                  <a:lnTo>
                    <a:pt x="1383763" y="6674098"/>
                  </a:lnTo>
                  <a:lnTo>
                    <a:pt x="1395976" y="6667050"/>
                  </a:lnTo>
                  <a:lnTo>
                    <a:pt x="1403030" y="6679263"/>
                  </a:lnTo>
                  <a:lnTo>
                    <a:pt x="1390817" y="6686312"/>
                  </a:lnTo>
                  <a:close/>
                </a:path>
                <a:path w="6684644" h="7015480">
                  <a:moveTo>
                    <a:pt x="1316222" y="6555347"/>
                  </a:moveTo>
                  <a:lnTo>
                    <a:pt x="1310050" y="6544662"/>
                  </a:lnTo>
                  <a:lnTo>
                    <a:pt x="1320735" y="6538496"/>
                  </a:lnTo>
                  <a:lnTo>
                    <a:pt x="1326907" y="6549181"/>
                  </a:lnTo>
                  <a:lnTo>
                    <a:pt x="1316222" y="6555347"/>
                  </a:lnTo>
                  <a:close/>
                </a:path>
                <a:path w="6684644" h="7015480">
                  <a:moveTo>
                    <a:pt x="1241520" y="6424785"/>
                  </a:moveTo>
                  <a:lnTo>
                    <a:pt x="1235935" y="6415118"/>
                  </a:lnTo>
                  <a:lnTo>
                    <a:pt x="1245607" y="6409533"/>
                  </a:lnTo>
                  <a:lnTo>
                    <a:pt x="1251187" y="6419205"/>
                  </a:lnTo>
                  <a:lnTo>
                    <a:pt x="1241520" y="6424785"/>
                  </a:lnTo>
                  <a:close/>
                </a:path>
                <a:path w="6684644" h="7015480">
                  <a:moveTo>
                    <a:pt x="1166813" y="6294223"/>
                  </a:moveTo>
                  <a:lnTo>
                    <a:pt x="1161820" y="6285576"/>
                  </a:lnTo>
                  <a:lnTo>
                    <a:pt x="1170473" y="6280576"/>
                  </a:lnTo>
                  <a:lnTo>
                    <a:pt x="1175466" y="6289224"/>
                  </a:lnTo>
                  <a:lnTo>
                    <a:pt x="1166813" y="6294223"/>
                  </a:lnTo>
                  <a:close/>
                </a:path>
                <a:path w="6684644" h="7015480">
                  <a:moveTo>
                    <a:pt x="1092011" y="6164064"/>
                  </a:moveTo>
                  <a:lnTo>
                    <a:pt x="1087308" y="6155920"/>
                  </a:lnTo>
                  <a:lnTo>
                    <a:pt x="1095452" y="6151223"/>
                  </a:lnTo>
                  <a:lnTo>
                    <a:pt x="1100149" y="6159361"/>
                  </a:lnTo>
                  <a:lnTo>
                    <a:pt x="1092011" y="6164064"/>
                  </a:lnTo>
                  <a:close/>
                </a:path>
                <a:path w="6684644" h="7015480">
                  <a:moveTo>
                    <a:pt x="1017303" y="6033502"/>
                  </a:moveTo>
                  <a:lnTo>
                    <a:pt x="1013193" y="6026377"/>
                  </a:lnTo>
                  <a:lnTo>
                    <a:pt x="1020318" y="6022260"/>
                  </a:lnTo>
                  <a:lnTo>
                    <a:pt x="1024428" y="6029386"/>
                  </a:lnTo>
                  <a:lnTo>
                    <a:pt x="1017303" y="6033502"/>
                  </a:lnTo>
                  <a:close/>
                </a:path>
                <a:path w="6684644" h="7015480">
                  <a:moveTo>
                    <a:pt x="942501" y="5903337"/>
                  </a:moveTo>
                  <a:lnTo>
                    <a:pt x="938680" y="5896721"/>
                  </a:lnTo>
                  <a:lnTo>
                    <a:pt x="945290" y="5892906"/>
                  </a:lnTo>
                  <a:lnTo>
                    <a:pt x="949111" y="5899523"/>
                  </a:lnTo>
                  <a:lnTo>
                    <a:pt x="942501" y="5903337"/>
                  </a:lnTo>
                  <a:close/>
                </a:path>
                <a:path w="6684644" h="7015480">
                  <a:moveTo>
                    <a:pt x="867793" y="5772775"/>
                  </a:moveTo>
                  <a:lnTo>
                    <a:pt x="864559" y="5767178"/>
                  </a:lnTo>
                  <a:lnTo>
                    <a:pt x="870157" y="5763944"/>
                  </a:lnTo>
                  <a:lnTo>
                    <a:pt x="873391" y="5769547"/>
                  </a:lnTo>
                  <a:lnTo>
                    <a:pt x="867793" y="5772775"/>
                  </a:lnTo>
                  <a:close/>
                </a:path>
                <a:path w="6684644" h="7015480">
                  <a:moveTo>
                    <a:pt x="793092" y="5642214"/>
                  </a:moveTo>
                  <a:lnTo>
                    <a:pt x="790450" y="5637635"/>
                  </a:lnTo>
                  <a:lnTo>
                    <a:pt x="795028" y="5634987"/>
                  </a:lnTo>
                  <a:lnTo>
                    <a:pt x="797676" y="5639572"/>
                  </a:lnTo>
                  <a:lnTo>
                    <a:pt x="793092" y="5642214"/>
                  </a:lnTo>
                  <a:close/>
                </a:path>
                <a:path w="6684644" h="7015480">
                  <a:moveTo>
                    <a:pt x="718284" y="5512049"/>
                  </a:moveTo>
                  <a:lnTo>
                    <a:pt x="715932" y="5507979"/>
                  </a:lnTo>
                  <a:lnTo>
                    <a:pt x="720001" y="5505634"/>
                  </a:lnTo>
                  <a:lnTo>
                    <a:pt x="722353" y="5509703"/>
                  </a:lnTo>
                  <a:lnTo>
                    <a:pt x="718284" y="5512049"/>
                  </a:lnTo>
                  <a:close/>
                </a:path>
                <a:path w="6684644" h="7015480">
                  <a:moveTo>
                    <a:pt x="643582" y="5381487"/>
                  </a:moveTo>
                  <a:lnTo>
                    <a:pt x="641817" y="5378436"/>
                  </a:lnTo>
                  <a:lnTo>
                    <a:pt x="644867" y="5376671"/>
                  </a:lnTo>
                  <a:lnTo>
                    <a:pt x="646632" y="5379722"/>
                  </a:lnTo>
                  <a:lnTo>
                    <a:pt x="643582" y="5381487"/>
                  </a:lnTo>
                  <a:close/>
                </a:path>
                <a:path w="6684644" h="7015480">
                  <a:moveTo>
                    <a:pt x="568768" y="5251328"/>
                  </a:moveTo>
                  <a:lnTo>
                    <a:pt x="567299" y="5248787"/>
                  </a:lnTo>
                  <a:lnTo>
                    <a:pt x="569846" y="5247317"/>
                  </a:lnTo>
                  <a:lnTo>
                    <a:pt x="571314" y="5249858"/>
                  </a:lnTo>
                  <a:lnTo>
                    <a:pt x="568768" y="5251328"/>
                  </a:lnTo>
                  <a:close/>
                </a:path>
                <a:path w="6684644" h="7015480">
                  <a:moveTo>
                    <a:pt x="494072" y="5120766"/>
                  </a:moveTo>
                  <a:lnTo>
                    <a:pt x="493189" y="5119232"/>
                  </a:lnTo>
                  <a:lnTo>
                    <a:pt x="494711" y="5118355"/>
                  </a:lnTo>
                  <a:lnTo>
                    <a:pt x="495594" y="5119883"/>
                  </a:lnTo>
                  <a:lnTo>
                    <a:pt x="494072" y="5120766"/>
                  </a:lnTo>
                  <a:close/>
                </a:path>
                <a:path w="6684644" h="7015480">
                  <a:moveTo>
                    <a:pt x="1744465" y="7003889"/>
                  </a:moveTo>
                  <a:lnTo>
                    <a:pt x="1735065" y="6987601"/>
                  </a:lnTo>
                  <a:lnTo>
                    <a:pt x="1751348" y="6978201"/>
                  </a:lnTo>
                  <a:lnTo>
                    <a:pt x="1760748" y="6994489"/>
                  </a:lnTo>
                  <a:lnTo>
                    <a:pt x="1744465" y="7003889"/>
                  </a:lnTo>
                  <a:close/>
                </a:path>
                <a:path w="6684644" h="7015480">
                  <a:moveTo>
                    <a:pt x="1669763" y="6873328"/>
                  </a:moveTo>
                  <a:lnTo>
                    <a:pt x="1660950" y="6858064"/>
                  </a:lnTo>
                  <a:lnTo>
                    <a:pt x="1676213" y="6849251"/>
                  </a:lnTo>
                  <a:lnTo>
                    <a:pt x="1685027" y="6864514"/>
                  </a:lnTo>
                  <a:lnTo>
                    <a:pt x="1669763" y="6873328"/>
                  </a:lnTo>
                  <a:close/>
                </a:path>
                <a:path w="6684644" h="7015480">
                  <a:moveTo>
                    <a:pt x="1595062" y="6742766"/>
                  </a:moveTo>
                  <a:lnTo>
                    <a:pt x="1586834" y="6728515"/>
                  </a:lnTo>
                  <a:lnTo>
                    <a:pt x="1601085" y="6720288"/>
                  </a:lnTo>
                  <a:lnTo>
                    <a:pt x="1609312" y="6734539"/>
                  </a:lnTo>
                  <a:lnTo>
                    <a:pt x="1595062" y="6742766"/>
                  </a:lnTo>
                  <a:close/>
                </a:path>
                <a:path w="6684644" h="7015480">
                  <a:moveTo>
                    <a:pt x="1520360" y="6612197"/>
                  </a:moveTo>
                  <a:lnTo>
                    <a:pt x="1512725" y="6598971"/>
                  </a:lnTo>
                  <a:lnTo>
                    <a:pt x="1525951" y="6591330"/>
                  </a:lnTo>
                  <a:lnTo>
                    <a:pt x="1533592" y="6604562"/>
                  </a:lnTo>
                  <a:lnTo>
                    <a:pt x="1520360" y="6612197"/>
                  </a:lnTo>
                  <a:close/>
                </a:path>
                <a:path w="6684644" h="7015480">
                  <a:moveTo>
                    <a:pt x="1445658" y="6481636"/>
                  </a:moveTo>
                  <a:lnTo>
                    <a:pt x="1438610" y="6469422"/>
                  </a:lnTo>
                  <a:lnTo>
                    <a:pt x="1450823" y="6462374"/>
                  </a:lnTo>
                  <a:lnTo>
                    <a:pt x="1457872" y="6474587"/>
                  </a:lnTo>
                  <a:lnTo>
                    <a:pt x="1445658" y="6481636"/>
                  </a:lnTo>
                  <a:close/>
                </a:path>
                <a:path w="6684644" h="7015480">
                  <a:moveTo>
                    <a:pt x="1371063" y="6350671"/>
                  </a:moveTo>
                  <a:lnTo>
                    <a:pt x="1364897" y="6339986"/>
                  </a:lnTo>
                  <a:lnTo>
                    <a:pt x="1375582" y="6333814"/>
                  </a:lnTo>
                  <a:lnTo>
                    <a:pt x="1381748" y="6344499"/>
                  </a:lnTo>
                  <a:lnTo>
                    <a:pt x="1371063" y="6350671"/>
                  </a:lnTo>
                  <a:close/>
                </a:path>
                <a:path w="6684644" h="7015480">
                  <a:moveTo>
                    <a:pt x="1296362" y="6220109"/>
                  </a:moveTo>
                  <a:lnTo>
                    <a:pt x="1290782" y="6210443"/>
                  </a:lnTo>
                  <a:lnTo>
                    <a:pt x="1300448" y="6204863"/>
                  </a:lnTo>
                  <a:lnTo>
                    <a:pt x="1306028" y="6214523"/>
                  </a:lnTo>
                  <a:lnTo>
                    <a:pt x="1296362" y="6220109"/>
                  </a:lnTo>
                  <a:close/>
                </a:path>
                <a:path w="6684644" h="7015480">
                  <a:moveTo>
                    <a:pt x="1221660" y="6089547"/>
                  </a:moveTo>
                  <a:lnTo>
                    <a:pt x="1216667" y="6080894"/>
                  </a:lnTo>
                  <a:lnTo>
                    <a:pt x="1225314" y="6075901"/>
                  </a:lnTo>
                  <a:lnTo>
                    <a:pt x="1230308" y="6084554"/>
                  </a:lnTo>
                  <a:lnTo>
                    <a:pt x="1221660" y="6089547"/>
                  </a:lnTo>
                  <a:close/>
                </a:path>
                <a:path w="6684644" h="7015480">
                  <a:moveTo>
                    <a:pt x="1146852" y="5959382"/>
                  </a:moveTo>
                  <a:lnTo>
                    <a:pt x="1142155" y="5951244"/>
                  </a:lnTo>
                  <a:lnTo>
                    <a:pt x="1150293" y="5946541"/>
                  </a:lnTo>
                  <a:lnTo>
                    <a:pt x="1154990" y="5954685"/>
                  </a:lnTo>
                  <a:lnTo>
                    <a:pt x="1146852" y="5959382"/>
                  </a:lnTo>
                  <a:close/>
                </a:path>
                <a:path w="6684644" h="7015480">
                  <a:moveTo>
                    <a:pt x="1072150" y="5828821"/>
                  </a:moveTo>
                  <a:lnTo>
                    <a:pt x="1068033" y="5821695"/>
                  </a:lnTo>
                  <a:lnTo>
                    <a:pt x="1075159" y="5817584"/>
                  </a:lnTo>
                  <a:lnTo>
                    <a:pt x="1079275" y="5824710"/>
                  </a:lnTo>
                  <a:lnTo>
                    <a:pt x="1072150" y="5828821"/>
                  </a:lnTo>
                  <a:close/>
                </a:path>
                <a:path w="6684644" h="7015480">
                  <a:moveTo>
                    <a:pt x="997336" y="5698661"/>
                  </a:moveTo>
                  <a:lnTo>
                    <a:pt x="993515" y="5692045"/>
                  </a:lnTo>
                  <a:lnTo>
                    <a:pt x="1000131" y="5688225"/>
                  </a:lnTo>
                  <a:lnTo>
                    <a:pt x="1003952" y="5694841"/>
                  </a:lnTo>
                  <a:lnTo>
                    <a:pt x="997336" y="5698661"/>
                  </a:lnTo>
                  <a:close/>
                </a:path>
                <a:path w="6684644" h="7015480">
                  <a:moveTo>
                    <a:pt x="922741" y="5567696"/>
                  </a:moveTo>
                  <a:lnTo>
                    <a:pt x="919803" y="5562609"/>
                  </a:lnTo>
                  <a:lnTo>
                    <a:pt x="924891" y="5559671"/>
                  </a:lnTo>
                  <a:lnTo>
                    <a:pt x="927829" y="5564759"/>
                  </a:lnTo>
                  <a:lnTo>
                    <a:pt x="922741" y="5567696"/>
                  </a:lnTo>
                  <a:close/>
                </a:path>
                <a:path w="6684644" h="7015480">
                  <a:moveTo>
                    <a:pt x="847939" y="5437537"/>
                  </a:moveTo>
                  <a:lnTo>
                    <a:pt x="845291" y="5432953"/>
                  </a:lnTo>
                  <a:lnTo>
                    <a:pt x="849869" y="5430311"/>
                  </a:lnTo>
                  <a:lnTo>
                    <a:pt x="852517" y="5434890"/>
                  </a:lnTo>
                  <a:lnTo>
                    <a:pt x="847939" y="5437537"/>
                  </a:lnTo>
                  <a:close/>
                </a:path>
                <a:path w="6684644" h="7015480">
                  <a:moveTo>
                    <a:pt x="773119" y="5307372"/>
                  </a:moveTo>
                  <a:lnTo>
                    <a:pt x="770773" y="5303303"/>
                  </a:lnTo>
                  <a:lnTo>
                    <a:pt x="774848" y="5300952"/>
                  </a:lnTo>
                  <a:lnTo>
                    <a:pt x="777194" y="5305021"/>
                  </a:lnTo>
                  <a:lnTo>
                    <a:pt x="773119" y="5307372"/>
                  </a:lnTo>
                  <a:close/>
                </a:path>
                <a:path w="6684644" h="7015480">
                  <a:moveTo>
                    <a:pt x="698424" y="5176811"/>
                  </a:moveTo>
                  <a:lnTo>
                    <a:pt x="696664" y="5173754"/>
                  </a:lnTo>
                  <a:lnTo>
                    <a:pt x="699714" y="5171995"/>
                  </a:lnTo>
                  <a:lnTo>
                    <a:pt x="701473" y="5175046"/>
                  </a:lnTo>
                  <a:lnTo>
                    <a:pt x="698424" y="5176811"/>
                  </a:lnTo>
                  <a:close/>
                </a:path>
                <a:path w="6684644" h="7015480">
                  <a:moveTo>
                    <a:pt x="623722" y="5046249"/>
                  </a:moveTo>
                  <a:lnTo>
                    <a:pt x="622549" y="5044217"/>
                  </a:lnTo>
                  <a:lnTo>
                    <a:pt x="624586" y="5043038"/>
                  </a:lnTo>
                  <a:lnTo>
                    <a:pt x="625759" y="5045076"/>
                  </a:lnTo>
                  <a:lnTo>
                    <a:pt x="623722" y="5046249"/>
                  </a:lnTo>
                  <a:close/>
                </a:path>
                <a:path w="6684644" h="7015480">
                  <a:moveTo>
                    <a:pt x="548907" y="4916090"/>
                  </a:moveTo>
                  <a:lnTo>
                    <a:pt x="548031" y="4914567"/>
                  </a:lnTo>
                  <a:lnTo>
                    <a:pt x="549559" y="4913684"/>
                  </a:lnTo>
                  <a:lnTo>
                    <a:pt x="550435" y="4915207"/>
                  </a:lnTo>
                  <a:lnTo>
                    <a:pt x="548907" y="4916090"/>
                  </a:lnTo>
                  <a:close/>
                </a:path>
                <a:path w="6684644" h="7015480">
                  <a:moveTo>
                    <a:pt x="1873907" y="6930178"/>
                  </a:moveTo>
                  <a:lnTo>
                    <a:pt x="1863625" y="6912367"/>
                  </a:lnTo>
                  <a:lnTo>
                    <a:pt x="1881435" y="6902085"/>
                  </a:lnTo>
                  <a:lnTo>
                    <a:pt x="1891718" y="6919895"/>
                  </a:lnTo>
                  <a:lnTo>
                    <a:pt x="1873907" y="6930178"/>
                  </a:lnTo>
                  <a:close/>
                </a:path>
                <a:path w="6684644" h="7015480">
                  <a:moveTo>
                    <a:pt x="1799200" y="6799616"/>
                  </a:moveTo>
                  <a:lnTo>
                    <a:pt x="1789504" y="6782825"/>
                  </a:lnTo>
                  <a:lnTo>
                    <a:pt x="1806301" y="6773128"/>
                  </a:lnTo>
                  <a:lnTo>
                    <a:pt x="1815997" y="6789920"/>
                  </a:lnTo>
                  <a:lnTo>
                    <a:pt x="1799200" y="6799616"/>
                  </a:lnTo>
                  <a:close/>
                </a:path>
                <a:path w="6684644" h="7015480">
                  <a:moveTo>
                    <a:pt x="1724605" y="6668651"/>
                  </a:moveTo>
                  <a:lnTo>
                    <a:pt x="1715791" y="6653381"/>
                  </a:lnTo>
                  <a:lnTo>
                    <a:pt x="1731061" y="6644568"/>
                  </a:lnTo>
                  <a:lnTo>
                    <a:pt x="1739874" y="6659838"/>
                  </a:lnTo>
                  <a:lnTo>
                    <a:pt x="1724605" y="6668651"/>
                  </a:lnTo>
                  <a:close/>
                </a:path>
                <a:path w="6684644" h="7015480">
                  <a:moveTo>
                    <a:pt x="1649903" y="6538083"/>
                  </a:moveTo>
                  <a:lnTo>
                    <a:pt x="1641676" y="6523838"/>
                  </a:lnTo>
                  <a:lnTo>
                    <a:pt x="1655927" y="6515611"/>
                  </a:lnTo>
                  <a:lnTo>
                    <a:pt x="1664154" y="6529856"/>
                  </a:lnTo>
                  <a:lnTo>
                    <a:pt x="1649903" y="6538083"/>
                  </a:lnTo>
                  <a:close/>
                </a:path>
                <a:path w="6684644" h="7015480">
                  <a:moveTo>
                    <a:pt x="1575202" y="6407521"/>
                  </a:moveTo>
                  <a:lnTo>
                    <a:pt x="1567561" y="6394295"/>
                  </a:lnTo>
                  <a:lnTo>
                    <a:pt x="1580799" y="6386654"/>
                  </a:lnTo>
                  <a:lnTo>
                    <a:pt x="1588434" y="6399880"/>
                  </a:lnTo>
                  <a:lnTo>
                    <a:pt x="1575202" y="6407521"/>
                  </a:lnTo>
                  <a:close/>
                </a:path>
                <a:path w="6684644" h="7015480">
                  <a:moveTo>
                    <a:pt x="1500506" y="6276960"/>
                  </a:moveTo>
                  <a:lnTo>
                    <a:pt x="1493451" y="6264746"/>
                  </a:lnTo>
                  <a:lnTo>
                    <a:pt x="1505659" y="6257697"/>
                  </a:lnTo>
                  <a:lnTo>
                    <a:pt x="1512713" y="6269911"/>
                  </a:lnTo>
                  <a:lnTo>
                    <a:pt x="1500506" y="6276960"/>
                  </a:lnTo>
                  <a:close/>
                </a:path>
                <a:path w="6684644" h="7015480">
                  <a:moveTo>
                    <a:pt x="1425798" y="6146398"/>
                  </a:moveTo>
                  <a:lnTo>
                    <a:pt x="1419336" y="6135203"/>
                  </a:lnTo>
                  <a:lnTo>
                    <a:pt x="1430531" y="6128741"/>
                  </a:lnTo>
                  <a:lnTo>
                    <a:pt x="1436993" y="6139936"/>
                  </a:lnTo>
                  <a:lnTo>
                    <a:pt x="1425798" y="6146398"/>
                  </a:lnTo>
                  <a:close/>
                </a:path>
                <a:path w="6684644" h="7015480">
                  <a:moveTo>
                    <a:pt x="1351209" y="6015433"/>
                  </a:moveTo>
                  <a:lnTo>
                    <a:pt x="1345624" y="6005766"/>
                  </a:lnTo>
                  <a:lnTo>
                    <a:pt x="1355290" y="6000187"/>
                  </a:lnTo>
                  <a:lnTo>
                    <a:pt x="1360869" y="6009853"/>
                  </a:lnTo>
                  <a:lnTo>
                    <a:pt x="1351209" y="6015433"/>
                  </a:lnTo>
                  <a:close/>
                </a:path>
                <a:path w="6684644" h="7015480">
                  <a:moveTo>
                    <a:pt x="1276507" y="5884871"/>
                  </a:moveTo>
                  <a:lnTo>
                    <a:pt x="1271508" y="5876217"/>
                  </a:lnTo>
                  <a:lnTo>
                    <a:pt x="1280156" y="5871224"/>
                  </a:lnTo>
                  <a:lnTo>
                    <a:pt x="1285155" y="5879878"/>
                  </a:lnTo>
                  <a:lnTo>
                    <a:pt x="1276507" y="5884871"/>
                  </a:lnTo>
                  <a:close/>
                </a:path>
                <a:path w="6684644" h="7015480">
                  <a:moveTo>
                    <a:pt x="1201687" y="5754706"/>
                  </a:moveTo>
                  <a:lnTo>
                    <a:pt x="1196990" y="5746568"/>
                  </a:lnTo>
                  <a:lnTo>
                    <a:pt x="1205135" y="5741864"/>
                  </a:lnTo>
                  <a:lnTo>
                    <a:pt x="1209837" y="5750003"/>
                  </a:lnTo>
                  <a:lnTo>
                    <a:pt x="1201687" y="5754706"/>
                  </a:lnTo>
                  <a:close/>
                </a:path>
                <a:path w="6684644" h="7015480">
                  <a:moveTo>
                    <a:pt x="1126992" y="5624144"/>
                  </a:moveTo>
                  <a:lnTo>
                    <a:pt x="1122881" y="5617025"/>
                  </a:lnTo>
                  <a:lnTo>
                    <a:pt x="1130001" y="5612914"/>
                  </a:lnTo>
                  <a:lnTo>
                    <a:pt x="1134111" y="5620033"/>
                  </a:lnTo>
                  <a:lnTo>
                    <a:pt x="1126992" y="5624144"/>
                  </a:lnTo>
                  <a:close/>
                </a:path>
                <a:path w="6684644" h="7015480">
                  <a:moveTo>
                    <a:pt x="1052290" y="5493582"/>
                  </a:moveTo>
                  <a:lnTo>
                    <a:pt x="1048766" y="5487476"/>
                  </a:lnTo>
                  <a:lnTo>
                    <a:pt x="1054867" y="5483952"/>
                  </a:lnTo>
                  <a:lnTo>
                    <a:pt x="1058391" y="5490058"/>
                  </a:lnTo>
                  <a:lnTo>
                    <a:pt x="1052290" y="5493582"/>
                  </a:lnTo>
                  <a:close/>
                </a:path>
                <a:path w="6684644" h="7015480">
                  <a:moveTo>
                    <a:pt x="977589" y="5363021"/>
                  </a:moveTo>
                  <a:lnTo>
                    <a:pt x="974651" y="5357933"/>
                  </a:lnTo>
                  <a:lnTo>
                    <a:pt x="979739" y="5354995"/>
                  </a:lnTo>
                  <a:lnTo>
                    <a:pt x="982676" y="5360083"/>
                  </a:lnTo>
                  <a:lnTo>
                    <a:pt x="977589" y="5363021"/>
                  </a:lnTo>
                  <a:close/>
                </a:path>
                <a:path w="6684644" h="7015480">
                  <a:moveTo>
                    <a:pt x="902780" y="5232856"/>
                  </a:moveTo>
                  <a:lnTo>
                    <a:pt x="900133" y="5228277"/>
                  </a:lnTo>
                  <a:lnTo>
                    <a:pt x="904711" y="5225635"/>
                  </a:lnTo>
                  <a:lnTo>
                    <a:pt x="907353" y="5230214"/>
                  </a:lnTo>
                  <a:lnTo>
                    <a:pt x="902780" y="5232856"/>
                  </a:lnTo>
                  <a:close/>
                </a:path>
                <a:path w="6684644" h="7015480">
                  <a:moveTo>
                    <a:pt x="828079" y="5102294"/>
                  </a:moveTo>
                  <a:lnTo>
                    <a:pt x="826023" y="5098734"/>
                  </a:lnTo>
                  <a:lnTo>
                    <a:pt x="829583" y="5096679"/>
                  </a:lnTo>
                  <a:lnTo>
                    <a:pt x="831638" y="5100239"/>
                  </a:lnTo>
                  <a:lnTo>
                    <a:pt x="828079" y="5102294"/>
                  </a:lnTo>
                  <a:close/>
                </a:path>
                <a:path w="6684644" h="7015480">
                  <a:moveTo>
                    <a:pt x="753265" y="4972140"/>
                  </a:moveTo>
                  <a:lnTo>
                    <a:pt x="751505" y="4969084"/>
                  </a:lnTo>
                  <a:lnTo>
                    <a:pt x="754562" y="4967319"/>
                  </a:lnTo>
                  <a:lnTo>
                    <a:pt x="756321" y="4970375"/>
                  </a:lnTo>
                  <a:lnTo>
                    <a:pt x="753265" y="4972140"/>
                  </a:lnTo>
                  <a:close/>
                </a:path>
                <a:path w="6684644" h="7015480">
                  <a:moveTo>
                    <a:pt x="678569" y="4841572"/>
                  </a:moveTo>
                  <a:lnTo>
                    <a:pt x="677390" y="4839535"/>
                  </a:lnTo>
                  <a:lnTo>
                    <a:pt x="679422" y="4838362"/>
                  </a:lnTo>
                  <a:lnTo>
                    <a:pt x="680601" y="4840399"/>
                  </a:lnTo>
                  <a:lnTo>
                    <a:pt x="678569" y="4841572"/>
                  </a:lnTo>
                  <a:close/>
                </a:path>
                <a:path w="6684644" h="7015480">
                  <a:moveTo>
                    <a:pt x="603755" y="4711407"/>
                  </a:moveTo>
                  <a:lnTo>
                    <a:pt x="602872" y="4709885"/>
                  </a:lnTo>
                  <a:lnTo>
                    <a:pt x="604400" y="4709002"/>
                  </a:lnTo>
                  <a:lnTo>
                    <a:pt x="605283" y="4710525"/>
                  </a:lnTo>
                  <a:lnTo>
                    <a:pt x="603755" y="4711407"/>
                  </a:lnTo>
                  <a:close/>
                </a:path>
                <a:path w="6684644" h="7015480">
                  <a:moveTo>
                    <a:pt x="2078045" y="6987023"/>
                  </a:moveTo>
                  <a:lnTo>
                    <a:pt x="2066294" y="6966671"/>
                  </a:lnTo>
                  <a:lnTo>
                    <a:pt x="2086646" y="6954919"/>
                  </a:lnTo>
                  <a:lnTo>
                    <a:pt x="2098397" y="6975271"/>
                  </a:lnTo>
                  <a:lnTo>
                    <a:pt x="2078045" y="6987023"/>
                  </a:lnTo>
                  <a:close/>
                </a:path>
                <a:path w="6684644" h="7015480">
                  <a:moveTo>
                    <a:pt x="2003444" y="6856064"/>
                  </a:moveTo>
                  <a:lnTo>
                    <a:pt x="1992575" y="6837235"/>
                  </a:lnTo>
                  <a:lnTo>
                    <a:pt x="2011405" y="6826366"/>
                  </a:lnTo>
                  <a:lnTo>
                    <a:pt x="2022279" y="6845195"/>
                  </a:lnTo>
                  <a:lnTo>
                    <a:pt x="2003444" y="6856064"/>
                  </a:lnTo>
                  <a:close/>
                </a:path>
                <a:path w="6684644" h="7015480">
                  <a:moveTo>
                    <a:pt x="1928749" y="6725502"/>
                  </a:moveTo>
                  <a:lnTo>
                    <a:pt x="1918466" y="6707691"/>
                  </a:lnTo>
                  <a:lnTo>
                    <a:pt x="1936277" y="6697409"/>
                  </a:lnTo>
                  <a:lnTo>
                    <a:pt x="1946559" y="6715220"/>
                  </a:lnTo>
                  <a:lnTo>
                    <a:pt x="1928749" y="6725502"/>
                  </a:lnTo>
                  <a:close/>
                </a:path>
                <a:path w="6684644" h="7015480">
                  <a:moveTo>
                    <a:pt x="1854047" y="6594940"/>
                  </a:moveTo>
                  <a:lnTo>
                    <a:pt x="1844351" y="6578142"/>
                  </a:lnTo>
                  <a:lnTo>
                    <a:pt x="1861143" y="6568446"/>
                  </a:lnTo>
                  <a:lnTo>
                    <a:pt x="1870839" y="6585244"/>
                  </a:lnTo>
                  <a:lnTo>
                    <a:pt x="1854047" y="6594940"/>
                  </a:lnTo>
                  <a:close/>
                </a:path>
                <a:path w="6684644" h="7015480">
                  <a:moveTo>
                    <a:pt x="1779345" y="6464379"/>
                  </a:moveTo>
                  <a:lnTo>
                    <a:pt x="1770236" y="6448600"/>
                  </a:lnTo>
                  <a:lnTo>
                    <a:pt x="1786009" y="6439496"/>
                  </a:lnTo>
                  <a:lnTo>
                    <a:pt x="1795118" y="6455269"/>
                  </a:lnTo>
                  <a:lnTo>
                    <a:pt x="1779345" y="6464379"/>
                  </a:lnTo>
                  <a:close/>
                </a:path>
                <a:path w="6684644" h="7015480">
                  <a:moveTo>
                    <a:pt x="1704750" y="6333408"/>
                  </a:moveTo>
                  <a:lnTo>
                    <a:pt x="1696523" y="6319163"/>
                  </a:lnTo>
                  <a:lnTo>
                    <a:pt x="1710774" y="6310936"/>
                  </a:lnTo>
                  <a:lnTo>
                    <a:pt x="1718995" y="6325181"/>
                  </a:lnTo>
                  <a:lnTo>
                    <a:pt x="1704750" y="6333408"/>
                  </a:lnTo>
                  <a:close/>
                </a:path>
                <a:path w="6684644" h="7015480">
                  <a:moveTo>
                    <a:pt x="1630043" y="6202846"/>
                  </a:moveTo>
                  <a:lnTo>
                    <a:pt x="1622408" y="6189620"/>
                  </a:lnTo>
                  <a:lnTo>
                    <a:pt x="1635634" y="6181979"/>
                  </a:lnTo>
                  <a:lnTo>
                    <a:pt x="1643275" y="6195211"/>
                  </a:lnTo>
                  <a:lnTo>
                    <a:pt x="1630043" y="6202846"/>
                  </a:lnTo>
                  <a:close/>
                </a:path>
                <a:path w="6684644" h="7015480">
                  <a:moveTo>
                    <a:pt x="1555341" y="6072284"/>
                  </a:moveTo>
                  <a:lnTo>
                    <a:pt x="1548293" y="6060077"/>
                  </a:lnTo>
                  <a:lnTo>
                    <a:pt x="1560506" y="6053022"/>
                  </a:lnTo>
                  <a:lnTo>
                    <a:pt x="1567555" y="6065230"/>
                  </a:lnTo>
                  <a:lnTo>
                    <a:pt x="1555341" y="6072284"/>
                  </a:lnTo>
                  <a:close/>
                </a:path>
                <a:path w="6684644" h="7015480">
                  <a:moveTo>
                    <a:pt x="1480646" y="5941716"/>
                  </a:moveTo>
                  <a:lnTo>
                    <a:pt x="1474183" y="5930528"/>
                  </a:lnTo>
                  <a:lnTo>
                    <a:pt x="1485372" y="5924066"/>
                  </a:lnTo>
                  <a:lnTo>
                    <a:pt x="1491834" y="5935254"/>
                  </a:lnTo>
                  <a:lnTo>
                    <a:pt x="1480646" y="5941716"/>
                  </a:lnTo>
                  <a:close/>
                </a:path>
                <a:path w="6684644" h="7015480">
                  <a:moveTo>
                    <a:pt x="1406045" y="5810758"/>
                  </a:moveTo>
                  <a:lnTo>
                    <a:pt x="1400465" y="5801091"/>
                  </a:lnTo>
                  <a:lnTo>
                    <a:pt x="1410131" y="5795506"/>
                  </a:lnTo>
                  <a:lnTo>
                    <a:pt x="1415717" y="5805178"/>
                  </a:lnTo>
                  <a:lnTo>
                    <a:pt x="1406045" y="5810758"/>
                  </a:lnTo>
                  <a:close/>
                </a:path>
                <a:path w="6684644" h="7015480">
                  <a:moveTo>
                    <a:pt x="1331349" y="5680196"/>
                  </a:moveTo>
                  <a:lnTo>
                    <a:pt x="1326350" y="5671542"/>
                  </a:lnTo>
                  <a:lnTo>
                    <a:pt x="1335003" y="5666549"/>
                  </a:lnTo>
                  <a:lnTo>
                    <a:pt x="1339997" y="5675203"/>
                  </a:lnTo>
                  <a:lnTo>
                    <a:pt x="1331349" y="5680196"/>
                  </a:lnTo>
                  <a:close/>
                </a:path>
                <a:path w="6684644" h="7015480">
                  <a:moveTo>
                    <a:pt x="1256535" y="5550036"/>
                  </a:moveTo>
                  <a:lnTo>
                    <a:pt x="1251832" y="5541892"/>
                  </a:lnTo>
                  <a:lnTo>
                    <a:pt x="1259976" y="5537189"/>
                  </a:lnTo>
                  <a:lnTo>
                    <a:pt x="1264679" y="5545339"/>
                  </a:lnTo>
                  <a:lnTo>
                    <a:pt x="1256535" y="5550036"/>
                  </a:lnTo>
                  <a:close/>
                </a:path>
                <a:path w="6684644" h="7015480">
                  <a:moveTo>
                    <a:pt x="1181833" y="5419474"/>
                  </a:moveTo>
                  <a:lnTo>
                    <a:pt x="1177723" y="5412349"/>
                  </a:lnTo>
                  <a:lnTo>
                    <a:pt x="1184842" y="5408238"/>
                  </a:lnTo>
                  <a:lnTo>
                    <a:pt x="1188959" y="5415358"/>
                  </a:lnTo>
                  <a:lnTo>
                    <a:pt x="1181833" y="5419474"/>
                  </a:lnTo>
                  <a:close/>
                </a:path>
                <a:path w="6684644" h="7015480">
                  <a:moveTo>
                    <a:pt x="1107138" y="5288907"/>
                  </a:moveTo>
                  <a:lnTo>
                    <a:pt x="1103607" y="5282800"/>
                  </a:lnTo>
                  <a:lnTo>
                    <a:pt x="1109714" y="5279276"/>
                  </a:lnTo>
                  <a:lnTo>
                    <a:pt x="1113238" y="5285382"/>
                  </a:lnTo>
                  <a:lnTo>
                    <a:pt x="1107138" y="5288907"/>
                  </a:lnTo>
                  <a:close/>
                </a:path>
                <a:path w="6684644" h="7015480">
                  <a:moveTo>
                    <a:pt x="1032430" y="5158345"/>
                  </a:moveTo>
                  <a:lnTo>
                    <a:pt x="1029492" y="5153257"/>
                  </a:lnTo>
                  <a:lnTo>
                    <a:pt x="1034580" y="5150319"/>
                  </a:lnTo>
                  <a:lnTo>
                    <a:pt x="1037518" y="5155407"/>
                  </a:lnTo>
                  <a:lnTo>
                    <a:pt x="1032430" y="5158345"/>
                  </a:lnTo>
                  <a:close/>
                </a:path>
                <a:path w="6684644" h="7015480">
                  <a:moveTo>
                    <a:pt x="957616" y="5028186"/>
                  </a:moveTo>
                  <a:lnTo>
                    <a:pt x="954974" y="5023601"/>
                  </a:lnTo>
                  <a:lnTo>
                    <a:pt x="959553" y="5020959"/>
                  </a:lnTo>
                  <a:lnTo>
                    <a:pt x="962200" y="5025538"/>
                  </a:lnTo>
                  <a:lnTo>
                    <a:pt x="957616" y="5028186"/>
                  </a:lnTo>
                  <a:close/>
                </a:path>
                <a:path w="6684644" h="7015480">
                  <a:moveTo>
                    <a:pt x="882920" y="4897618"/>
                  </a:moveTo>
                  <a:lnTo>
                    <a:pt x="880865" y="4894058"/>
                  </a:lnTo>
                  <a:lnTo>
                    <a:pt x="884424" y="4892003"/>
                  </a:lnTo>
                  <a:lnTo>
                    <a:pt x="886480" y="4895562"/>
                  </a:lnTo>
                  <a:lnTo>
                    <a:pt x="882920" y="4897618"/>
                  </a:lnTo>
                  <a:close/>
                </a:path>
                <a:path w="6684644" h="7015480">
                  <a:moveTo>
                    <a:pt x="808219" y="4767056"/>
                  </a:moveTo>
                  <a:lnTo>
                    <a:pt x="806750" y="4764509"/>
                  </a:lnTo>
                  <a:lnTo>
                    <a:pt x="809291" y="4763040"/>
                  </a:lnTo>
                  <a:lnTo>
                    <a:pt x="810760" y="4765587"/>
                  </a:lnTo>
                  <a:lnTo>
                    <a:pt x="808219" y="4767056"/>
                  </a:lnTo>
                  <a:close/>
                </a:path>
                <a:path w="6684644" h="7015480">
                  <a:moveTo>
                    <a:pt x="733405" y="4636897"/>
                  </a:moveTo>
                  <a:lnTo>
                    <a:pt x="732232" y="4634859"/>
                  </a:lnTo>
                  <a:lnTo>
                    <a:pt x="734263" y="4633686"/>
                  </a:lnTo>
                  <a:lnTo>
                    <a:pt x="735442" y="4635724"/>
                  </a:lnTo>
                  <a:lnTo>
                    <a:pt x="733405" y="4636897"/>
                  </a:lnTo>
                  <a:close/>
                </a:path>
                <a:path w="6684644" h="7015480">
                  <a:moveTo>
                    <a:pt x="659722" y="4505748"/>
                  </a:moveTo>
                  <a:lnTo>
                    <a:pt x="658371" y="4505748"/>
                  </a:lnTo>
                  <a:lnTo>
                    <a:pt x="658122" y="4505316"/>
                  </a:lnTo>
                  <a:lnTo>
                    <a:pt x="659473" y="4505316"/>
                  </a:lnTo>
                  <a:lnTo>
                    <a:pt x="659722" y="4505748"/>
                  </a:lnTo>
                  <a:close/>
                </a:path>
                <a:path w="6684644" h="7015480">
                  <a:moveTo>
                    <a:pt x="2295193" y="7015287"/>
                  </a:moveTo>
                  <a:lnTo>
                    <a:pt x="2280585" y="7015287"/>
                  </a:lnTo>
                  <a:lnTo>
                    <a:pt x="2291542" y="7008963"/>
                  </a:lnTo>
                  <a:lnTo>
                    <a:pt x="2295193" y="7015287"/>
                  </a:lnTo>
                  <a:close/>
                </a:path>
                <a:path w="6684644" h="7015480">
                  <a:moveTo>
                    <a:pt x="2207483" y="6913312"/>
                  </a:moveTo>
                  <a:lnTo>
                    <a:pt x="2194854" y="6891438"/>
                  </a:lnTo>
                  <a:lnTo>
                    <a:pt x="2216728" y="6878804"/>
                  </a:lnTo>
                  <a:lnTo>
                    <a:pt x="2229362" y="6900684"/>
                  </a:lnTo>
                  <a:lnTo>
                    <a:pt x="2207483" y="6913312"/>
                  </a:lnTo>
                  <a:close/>
                </a:path>
                <a:path w="6684644" h="7015480">
                  <a:moveTo>
                    <a:pt x="2132780" y="6782750"/>
                  </a:moveTo>
                  <a:lnTo>
                    <a:pt x="2120733" y="6761889"/>
                  </a:lnTo>
                  <a:lnTo>
                    <a:pt x="2141594" y="6749847"/>
                  </a:lnTo>
                  <a:lnTo>
                    <a:pt x="2153641" y="6770708"/>
                  </a:lnTo>
                  <a:lnTo>
                    <a:pt x="2132780" y="6782750"/>
                  </a:lnTo>
                  <a:close/>
                </a:path>
                <a:path w="6684644" h="7015480">
                  <a:moveTo>
                    <a:pt x="2058185" y="6651791"/>
                  </a:moveTo>
                  <a:lnTo>
                    <a:pt x="2047020" y="6632452"/>
                  </a:lnTo>
                  <a:lnTo>
                    <a:pt x="2066353" y="6621288"/>
                  </a:lnTo>
                  <a:lnTo>
                    <a:pt x="2077518" y="6640627"/>
                  </a:lnTo>
                  <a:lnTo>
                    <a:pt x="2058185" y="6651791"/>
                  </a:lnTo>
                  <a:close/>
                </a:path>
                <a:path w="6684644" h="7015480">
                  <a:moveTo>
                    <a:pt x="1983483" y="6521230"/>
                  </a:moveTo>
                  <a:lnTo>
                    <a:pt x="1972905" y="6502903"/>
                  </a:lnTo>
                  <a:lnTo>
                    <a:pt x="1991225" y="6492331"/>
                  </a:lnTo>
                  <a:lnTo>
                    <a:pt x="2001804" y="6510651"/>
                  </a:lnTo>
                  <a:lnTo>
                    <a:pt x="1983483" y="6521230"/>
                  </a:lnTo>
                  <a:close/>
                </a:path>
                <a:path w="6684644" h="7015480">
                  <a:moveTo>
                    <a:pt x="1908782" y="6390668"/>
                  </a:moveTo>
                  <a:lnTo>
                    <a:pt x="1898789" y="6373361"/>
                  </a:lnTo>
                  <a:lnTo>
                    <a:pt x="1916091" y="6363374"/>
                  </a:lnTo>
                  <a:lnTo>
                    <a:pt x="1926083" y="6380676"/>
                  </a:lnTo>
                  <a:lnTo>
                    <a:pt x="1908782" y="6390668"/>
                  </a:lnTo>
                  <a:close/>
                </a:path>
                <a:path w="6684644" h="7015480">
                  <a:moveTo>
                    <a:pt x="1834187" y="6259697"/>
                  </a:moveTo>
                  <a:lnTo>
                    <a:pt x="1825077" y="6243924"/>
                  </a:lnTo>
                  <a:lnTo>
                    <a:pt x="1840850" y="6234820"/>
                  </a:lnTo>
                  <a:lnTo>
                    <a:pt x="1849960" y="6250593"/>
                  </a:lnTo>
                  <a:lnTo>
                    <a:pt x="1834187" y="6259697"/>
                  </a:lnTo>
                  <a:close/>
                </a:path>
                <a:path w="6684644" h="7015480">
                  <a:moveTo>
                    <a:pt x="1759485" y="6129135"/>
                  </a:moveTo>
                  <a:lnTo>
                    <a:pt x="1750962" y="6114381"/>
                  </a:lnTo>
                  <a:lnTo>
                    <a:pt x="1765722" y="6105858"/>
                  </a:lnTo>
                  <a:lnTo>
                    <a:pt x="1774239" y="6120618"/>
                  </a:lnTo>
                  <a:lnTo>
                    <a:pt x="1759485" y="6129135"/>
                  </a:lnTo>
                  <a:close/>
                </a:path>
                <a:path w="6684644" h="7015480">
                  <a:moveTo>
                    <a:pt x="1684778" y="5998573"/>
                  </a:moveTo>
                  <a:lnTo>
                    <a:pt x="1676847" y="5984838"/>
                  </a:lnTo>
                  <a:lnTo>
                    <a:pt x="1690588" y="5976901"/>
                  </a:lnTo>
                  <a:lnTo>
                    <a:pt x="1698519" y="5990642"/>
                  </a:lnTo>
                  <a:lnTo>
                    <a:pt x="1684778" y="5998573"/>
                  </a:lnTo>
                  <a:close/>
                </a:path>
                <a:path w="6684644" h="7015480">
                  <a:moveTo>
                    <a:pt x="1610188" y="5867609"/>
                  </a:moveTo>
                  <a:lnTo>
                    <a:pt x="1603134" y="5855395"/>
                  </a:lnTo>
                  <a:lnTo>
                    <a:pt x="1615347" y="5848346"/>
                  </a:lnTo>
                  <a:lnTo>
                    <a:pt x="1622402" y="5860560"/>
                  </a:lnTo>
                  <a:lnTo>
                    <a:pt x="1610188" y="5867609"/>
                  </a:lnTo>
                  <a:close/>
                </a:path>
                <a:path w="6684644" h="7015480">
                  <a:moveTo>
                    <a:pt x="1535594" y="5736644"/>
                  </a:moveTo>
                  <a:lnTo>
                    <a:pt x="1529422" y="5725958"/>
                  </a:lnTo>
                  <a:lnTo>
                    <a:pt x="1540107" y="5719792"/>
                  </a:lnTo>
                  <a:lnTo>
                    <a:pt x="1546279" y="5730478"/>
                  </a:lnTo>
                  <a:lnTo>
                    <a:pt x="1535594" y="5736644"/>
                  </a:lnTo>
                  <a:close/>
                </a:path>
                <a:path w="6684644" h="7015480">
                  <a:moveTo>
                    <a:pt x="1460892" y="5606082"/>
                  </a:moveTo>
                  <a:lnTo>
                    <a:pt x="1455306" y="5596415"/>
                  </a:lnTo>
                  <a:lnTo>
                    <a:pt x="1464979" y="5590830"/>
                  </a:lnTo>
                  <a:lnTo>
                    <a:pt x="1470558" y="5600502"/>
                  </a:lnTo>
                  <a:lnTo>
                    <a:pt x="1460892" y="5606082"/>
                  </a:lnTo>
                  <a:close/>
                </a:path>
                <a:path w="6684644" h="7015480">
                  <a:moveTo>
                    <a:pt x="1386184" y="5475520"/>
                  </a:moveTo>
                  <a:lnTo>
                    <a:pt x="1381191" y="5466873"/>
                  </a:lnTo>
                  <a:lnTo>
                    <a:pt x="1389845" y="5461873"/>
                  </a:lnTo>
                  <a:lnTo>
                    <a:pt x="1394838" y="5470521"/>
                  </a:lnTo>
                  <a:lnTo>
                    <a:pt x="1386184" y="5475520"/>
                  </a:lnTo>
                  <a:close/>
                </a:path>
                <a:path w="6684644" h="7015480">
                  <a:moveTo>
                    <a:pt x="1311483" y="5344958"/>
                  </a:moveTo>
                  <a:lnTo>
                    <a:pt x="1307076" y="5337324"/>
                  </a:lnTo>
                  <a:lnTo>
                    <a:pt x="1314717" y="5332917"/>
                  </a:lnTo>
                  <a:lnTo>
                    <a:pt x="1319123" y="5340545"/>
                  </a:lnTo>
                  <a:lnTo>
                    <a:pt x="1311483" y="5344958"/>
                  </a:lnTo>
                  <a:close/>
                </a:path>
                <a:path w="6684644" h="7015480">
                  <a:moveTo>
                    <a:pt x="1236675" y="5214799"/>
                  </a:moveTo>
                  <a:lnTo>
                    <a:pt x="1232564" y="5207673"/>
                  </a:lnTo>
                  <a:lnTo>
                    <a:pt x="1239689" y="5203557"/>
                  </a:lnTo>
                  <a:lnTo>
                    <a:pt x="1243800" y="5210682"/>
                  </a:lnTo>
                  <a:lnTo>
                    <a:pt x="1236675" y="5214799"/>
                  </a:lnTo>
                  <a:close/>
                </a:path>
                <a:path w="6684644" h="7015480">
                  <a:moveTo>
                    <a:pt x="1161973" y="5084231"/>
                  </a:moveTo>
                  <a:lnTo>
                    <a:pt x="1158449" y="5078125"/>
                  </a:lnTo>
                  <a:lnTo>
                    <a:pt x="1164555" y="5074600"/>
                  </a:lnTo>
                  <a:lnTo>
                    <a:pt x="1168085" y="5080707"/>
                  </a:lnTo>
                  <a:lnTo>
                    <a:pt x="1161973" y="5084231"/>
                  </a:lnTo>
                  <a:close/>
                </a:path>
                <a:path w="6684644" h="7015480">
                  <a:moveTo>
                    <a:pt x="1087277" y="4953669"/>
                  </a:moveTo>
                  <a:lnTo>
                    <a:pt x="1084339" y="4948581"/>
                  </a:lnTo>
                  <a:lnTo>
                    <a:pt x="1089427" y="4945644"/>
                  </a:lnTo>
                  <a:lnTo>
                    <a:pt x="1092365" y="4950731"/>
                  </a:lnTo>
                  <a:lnTo>
                    <a:pt x="1087277" y="4953669"/>
                  </a:lnTo>
                  <a:close/>
                </a:path>
                <a:path w="6684644" h="7015480">
                  <a:moveTo>
                    <a:pt x="1012570" y="4823107"/>
                  </a:moveTo>
                  <a:lnTo>
                    <a:pt x="1010218" y="4819032"/>
                  </a:lnTo>
                  <a:lnTo>
                    <a:pt x="1014287" y="4816687"/>
                  </a:lnTo>
                  <a:lnTo>
                    <a:pt x="1016639" y="4820756"/>
                  </a:lnTo>
                  <a:lnTo>
                    <a:pt x="1012570" y="4823107"/>
                  </a:lnTo>
                  <a:close/>
                </a:path>
                <a:path w="6684644" h="7015480">
                  <a:moveTo>
                    <a:pt x="937762" y="4692948"/>
                  </a:moveTo>
                  <a:lnTo>
                    <a:pt x="935701" y="4689383"/>
                  </a:lnTo>
                  <a:lnTo>
                    <a:pt x="939266" y="4687328"/>
                  </a:lnTo>
                  <a:lnTo>
                    <a:pt x="941327" y="4690893"/>
                  </a:lnTo>
                  <a:lnTo>
                    <a:pt x="937762" y="4692948"/>
                  </a:lnTo>
                  <a:close/>
                </a:path>
                <a:path w="6684644" h="7015480">
                  <a:moveTo>
                    <a:pt x="863066" y="4562380"/>
                  </a:moveTo>
                  <a:lnTo>
                    <a:pt x="861597" y="4559839"/>
                  </a:lnTo>
                  <a:lnTo>
                    <a:pt x="864138" y="4558370"/>
                  </a:lnTo>
                  <a:lnTo>
                    <a:pt x="865607" y="4560911"/>
                  </a:lnTo>
                  <a:lnTo>
                    <a:pt x="863066" y="4562380"/>
                  </a:lnTo>
                  <a:close/>
                </a:path>
                <a:path w="6684644" h="7015480">
                  <a:moveTo>
                    <a:pt x="788359" y="4431818"/>
                  </a:moveTo>
                  <a:lnTo>
                    <a:pt x="787476" y="4430290"/>
                  </a:lnTo>
                  <a:lnTo>
                    <a:pt x="788998" y="4429413"/>
                  </a:lnTo>
                  <a:lnTo>
                    <a:pt x="789881" y="4430941"/>
                  </a:lnTo>
                  <a:lnTo>
                    <a:pt x="788359" y="4431818"/>
                  </a:lnTo>
                  <a:close/>
                </a:path>
                <a:path w="6684644" h="7015480">
                  <a:moveTo>
                    <a:pt x="2411620" y="6970168"/>
                  </a:moveTo>
                  <a:lnTo>
                    <a:pt x="2397517" y="6945742"/>
                  </a:lnTo>
                  <a:lnTo>
                    <a:pt x="2421944" y="6931639"/>
                  </a:lnTo>
                  <a:lnTo>
                    <a:pt x="2436047" y="6956066"/>
                  </a:lnTo>
                  <a:lnTo>
                    <a:pt x="2411620" y="6970168"/>
                  </a:lnTo>
                  <a:close/>
                </a:path>
                <a:path w="6684644" h="7015480">
                  <a:moveTo>
                    <a:pt x="2337025" y="6839204"/>
                  </a:moveTo>
                  <a:lnTo>
                    <a:pt x="2323805" y="6816305"/>
                  </a:lnTo>
                  <a:lnTo>
                    <a:pt x="2346704" y="6803084"/>
                  </a:lnTo>
                  <a:lnTo>
                    <a:pt x="2359924" y="6825983"/>
                  </a:lnTo>
                  <a:lnTo>
                    <a:pt x="2337025" y="6839204"/>
                  </a:lnTo>
                  <a:close/>
                </a:path>
                <a:path w="6684644" h="7015480">
                  <a:moveTo>
                    <a:pt x="2262324" y="6708635"/>
                  </a:moveTo>
                  <a:lnTo>
                    <a:pt x="2249690" y="6686762"/>
                  </a:lnTo>
                  <a:lnTo>
                    <a:pt x="2271575" y="6674128"/>
                  </a:lnTo>
                  <a:lnTo>
                    <a:pt x="2284203" y="6696001"/>
                  </a:lnTo>
                  <a:lnTo>
                    <a:pt x="2262324" y="6708635"/>
                  </a:lnTo>
                  <a:close/>
                </a:path>
                <a:path w="6684644" h="7015480">
                  <a:moveTo>
                    <a:pt x="2187628" y="6578079"/>
                  </a:moveTo>
                  <a:lnTo>
                    <a:pt x="2175581" y="6557212"/>
                  </a:lnTo>
                  <a:lnTo>
                    <a:pt x="2196442" y="6545165"/>
                  </a:lnTo>
                  <a:lnTo>
                    <a:pt x="2208489" y="6566032"/>
                  </a:lnTo>
                  <a:lnTo>
                    <a:pt x="2187628" y="6578079"/>
                  </a:lnTo>
                  <a:close/>
                </a:path>
                <a:path w="6684644" h="7015480">
                  <a:moveTo>
                    <a:pt x="2113027" y="6447114"/>
                  </a:moveTo>
                  <a:lnTo>
                    <a:pt x="2101862" y="6427775"/>
                  </a:lnTo>
                  <a:lnTo>
                    <a:pt x="2121201" y="6416611"/>
                  </a:lnTo>
                  <a:lnTo>
                    <a:pt x="2132366" y="6435950"/>
                  </a:lnTo>
                  <a:lnTo>
                    <a:pt x="2113027" y="6447114"/>
                  </a:lnTo>
                  <a:close/>
                </a:path>
                <a:path w="6684644" h="7015480">
                  <a:moveTo>
                    <a:pt x="2038325" y="6316546"/>
                  </a:moveTo>
                  <a:lnTo>
                    <a:pt x="2027753" y="6298232"/>
                  </a:lnTo>
                  <a:lnTo>
                    <a:pt x="2046067" y="6287653"/>
                  </a:lnTo>
                  <a:lnTo>
                    <a:pt x="2056645" y="6305973"/>
                  </a:lnTo>
                  <a:lnTo>
                    <a:pt x="2038325" y="6316546"/>
                  </a:lnTo>
                  <a:close/>
                </a:path>
                <a:path w="6684644" h="7015480">
                  <a:moveTo>
                    <a:pt x="1963624" y="6185984"/>
                  </a:moveTo>
                  <a:lnTo>
                    <a:pt x="1953637" y="6168683"/>
                  </a:lnTo>
                  <a:lnTo>
                    <a:pt x="1970939" y="6158697"/>
                  </a:lnTo>
                  <a:lnTo>
                    <a:pt x="1980925" y="6175998"/>
                  </a:lnTo>
                  <a:lnTo>
                    <a:pt x="1963624" y="6185984"/>
                  </a:lnTo>
                  <a:close/>
                </a:path>
                <a:path w="6684644" h="7015480">
                  <a:moveTo>
                    <a:pt x="1889029" y="6055020"/>
                  </a:moveTo>
                  <a:lnTo>
                    <a:pt x="1879925" y="6039247"/>
                  </a:lnTo>
                  <a:lnTo>
                    <a:pt x="1895698" y="6030137"/>
                  </a:lnTo>
                  <a:lnTo>
                    <a:pt x="1904802" y="6045910"/>
                  </a:lnTo>
                  <a:lnTo>
                    <a:pt x="1889029" y="6055020"/>
                  </a:lnTo>
                  <a:close/>
                </a:path>
                <a:path w="6684644" h="7015480">
                  <a:moveTo>
                    <a:pt x="1814327" y="5924458"/>
                  </a:moveTo>
                  <a:lnTo>
                    <a:pt x="1805810" y="5909703"/>
                  </a:lnTo>
                  <a:lnTo>
                    <a:pt x="1820564" y="5901186"/>
                  </a:lnTo>
                  <a:lnTo>
                    <a:pt x="1829081" y="5915935"/>
                  </a:lnTo>
                  <a:lnTo>
                    <a:pt x="1814327" y="5924458"/>
                  </a:lnTo>
                  <a:close/>
                </a:path>
                <a:path w="6684644" h="7015480">
                  <a:moveTo>
                    <a:pt x="1739732" y="5793492"/>
                  </a:moveTo>
                  <a:lnTo>
                    <a:pt x="1732097" y="5780267"/>
                  </a:lnTo>
                  <a:lnTo>
                    <a:pt x="1745323" y="5772626"/>
                  </a:lnTo>
                  <a:lnTo>
                    <a:pt x="1752964" y="5785858"/>
                  </a:lnTo>
                  <a:lnTo>
                    <a:pt x="1739732" y="5793492"/>
                  </a:lnTo>
                  <a:close/>
                </a:path>
                <a:path w="6684644" h="7015480">
                  <a:moveTo>
                    <a:pt x="1665030" y="5662931"/>
                  </a:moveTo>
                  <a:lnTo>
                    <a:pt x="1657982" y="5650718"/>
                  </a:lnTo>
                  <a:lnTo>
                    <a:pt x="1670195" y="5643669"/>
                  </a:lnTo>
                  <a:lnTo>
                    <a:pt x="1677244" y="5655882"/>
                  </a:lnTo>
                  <a:lnTo>
                    <a:pt x="1665030" y="5662931"/>
                  </a:lnTo>
                  <a:close/>
                </a:path>
                <a:path w="6684644" h="7015480">
                  <a:moveTo>
                    <a:pt x="1590435" y="5531966"/>
                  </a:moveTo>
                  <a:lnTo>
                    <a:pt x="1584269" y="5521281"/>
                  </a:lnTo>
                  <a:lnTo>
                    <a:pt x="1594955" y="5515109"/>
                  </a:lnTo>
                  <a:lnTo>
                    <a:pt x="1601121" y="5525794"/>
                  </a:lnTo>
                  <a:lnTo>
                    <a:pt x="1590435" y="5531966"/>
                  </a:lnTo>
                  <a:close/>
                </a:path>
                <a:path w="6684644" h="7015480">
                  <a:moveTo>
                    <a:pt x="1515734" y="5401404"/>
                  </a:moveTo>
                  <a:lnTo>
                    <a:pt x="1510154" y="5391738"/>
                  </a:lnTo>
                  <a:lnTo>
                    <a:pt x="1519820" y="5386158"/>
                  </a:lnTo>
                  <a:lnTo>
                    <a:pt x="1525400" y="5395818"/>
                  </a:lnTo>
                  <a:lnTo>
                    <a:pt x="1515734" y="5401404"/>
                  </a:lnTo>
                  <a:close/>
                </a:path>
                <a:path w="6684644" h="7015480">
                  <a:moveTo>
                    <a:pt x="1441032" y="5270843"/>
                  </a:moveTo>
                  <a:lnTo>
                    <a:pt x="1436039" y="5262189"/>
                  </a:lnTo>
                  <a:lnTo>
                    <a:pt x="1444692" y="5257196"/>
                  </a:lnTo>
                  <a:lnTo>
                    <a:pt x="1449685" y="5265843"/>
                  </a:lnTo>
                  <a:lnTo>
                    <a:pt x="1441032" y="5270843"/>
                  </a:lnTo>
                  <a:close/>
                </a:path>
                <a:path w="6684644" h="7015480">
                  <a:moveTo>
                    <a:pt x="1366324" y="5140281"/>
                  </a:moveTo>
                  <a:lnTo>
                    <a:pt x="1361918" y="5132646"/>
                  </a:lnTo>
                  <a:lnTo>
                    <a:pt x="1369553" y="5128239"/>
                  </a:lnTo>
                  <a:lnTo>
                    <a:pt x="1373959" y="5135874"/>
                  </a:lnTo>
                  <a:lnTo>
                    <a:pt x="1366324" y="5140281"/>
                  </a:lnTo>
                  <a:close/>
                </a:path>
                <a:path w="6684644" h="7015480">
                  <a:moveTo>
                    <a:pt x="1291522" y="5010116"/>
                  </a:moveTo>
                  <a:lnTo>
                    <a:pt x="1287406" y="5002990"/>
                  </a:lnTo>
                  <a:lnTo>
                    <a:pt x="1294531" y="4998879"/>
                  </a:lnTo>
                  <a:lnTo>
                    <a:pt x="1298648" y="5006005"/>
                  </a:lnTo>
                  <a:lnTo>
                    <a:pt x="1291522" y="5010116"/>
                  </a:lnTo>
                  <a:close/>
                </a:path>
                <a:path w="6684644" h="7015480">
                  <a:moveTo>
                    <a:pt x="1216927" y="4879157"/>
                  </a:moveTo>
                  <a:lnTo>
                    <a:pt x="1213693" y="4873554"/>
                  </a:lnTo>
                  <a:lnTo>
                    <a:pt x="1219291" y="4870326"/>
                  </a:lnTo>
                  <a:lnTo>
                    <a:pt x="1222525" y="4875923"/>
                  </a:lnTo>
                  <a:lnTo>
                    <a:pt x="1216927" y="4879157"/>
                  </a:lnTo>
                  <a:close/>
                </a:path>
                <a:path w="6684644" h="7015480">
                  <a:moveTo>
                    <a:pt x="1142226" y="4748595"/>
                  </a:moveTo>
                  <a:lnTo>
                    <a:pt x="1139584" y="4744011"/>
                  </a:lnTo>
                  <a:lnTo>
                    <a:pt x="1144162" y="4741369"/>
                  </a:lnTo>
                  <a:lnTo>
                    <a:pt x="1146804" y="4745948"/>
                  </a:lnTo>
                  <a:lnTo>
                    <a:pt x="1142226" y="4748595"/>
                  </a:lnTo>
                  <a:close/>
                </a:path>
                <a:path w="6684644" h="7015480">
                  <a:moveTo>
                    <a:pt x="1067411" y="4618430"/>
                  </a:moveTo>
                  <a:lnTo>
                    <a:pt x="1065060" y="4614361"/>
                  </a:lnTo>
                  <a:lnTo>
                    <a:pt x="1069135" y="4612010"/>
                  </a:lnTo>
                  <a:lnTo>
                    <a:pt x="1071486" y="4616079"/>
                  </a:lnTo>
                  <a:lnTo>
                    <a:pt x="1067411" y="4618430"/>
                  </a:lnTo>
                  <a:close/>
                </a:path>
                <a:path w="6684644" h="7015480">
                  <a:moveTo>
                    <a:pt x="992716" y="4487862"/>
                  </a:moveTo>
                  <a:lnTo>
                    <a:pt x="990951" y="4484812"/>
                  </a:lnTo>
                  <a:lnTo>
                    <a:pt x="994001" y="4483053"/>
                  </a:lnTo>
                  <a:lnTo>
                    <a:pt x="995766" y="4486103"/>
                  </a:lnTo>
                  <a:lnTo>
                    <a:pt x="992716" y="4487862"/>
                  </a:lnTo>
                  <a:close/>
                </a:path>
                <a:path w="6684644" h="7015480">
                  <a:moveTo>
                    <a:pt x="918009" y="4357300"/>
                  </a:moveTo>
                  <a:lnTo>
                    <a:pt x="916836" y="4355269"/>
                  </a:lnTo>
                  <a:lnTo>
                    <a:pt x="918873" y="4354090"/>
                  </a:lnTo>
                  <a:lnTo>
                    <a:pt x="920046" y="4356128"/>
                  </a:lnTo>
                  <a:lnTo>
                    <a:pt x="918009" y="4357300"/>
                  </a:lnTo>
                  <a:close/>
                </a:path>
                <a:path w="6684644" h="7015480">
                  <a:moveTo>
                    <a:pt x="843200" y="4227147"/>
                  </a:moveTo>
                  <a:lnTo>
                    <a:pt x="842318" y="4225613"/>
                  </a:lnTo>
                  <a:lnTo>
                    <a:pt x="843846" y="4224730"/>
                  </a:lnTo>
                  <a:lnTo>
                    <a:pt x="844728" y="4226264"/>
                  </a:lnTo>
                  <a:lnTo>
                    <a:pt x="843200" y="4227147"/>
                  </a:lnTo>
                  <a:close/>
                </a:path>
                <a:path w="6684644" h="7015480">
                  <a:moveTo>
                    <a:pt x="2636079" y="7015287"/>
                  </a:moveTo>
                  <a:lnTo>
                    <a:pt x="2608986" y="7015287"/>
                  </a:lnTo>
                  <a:lnTo>
                    <a:pt x="2600187" y="7000045"/>
                  </a:lnTo>
                  <a:lnTo>
                    <a:pt x="2627160" y="6984473"/>
                  </a:lnTo>
                  <a:lnTo>
                    <a:pt x="2642732" y="7011446"/>
                  </a:lnTo>
                  <a:lnTo>
                    <a:pt x="2636079" y="7015287"/>
                  </a:lnTo>
                  <a:close/>
                </a:path>
                <a:path w="6684644" h="7015480">
                  <a:moveTo>
                    <a:pt x="2540950" y="6896853"/>
                  </a:moveTo>
                  <a:lnTo>
                    <a:pt x="2525675" y="6870395"/>
                  </a:lnTo>
                  <a:lnTo>
                    <a:pt x="2552133" y="6855119"/>
                  </a:lnTo>
                  <a:lnTo>
                    <a:pt x="2567408" y="6881578"/>
                  </a:lnTo>
                  <a:lnTo>
                    <a:pt x="2540950" y="6896853"/>
                  </a:lnTo>
                  <a:close/>
                </a:path>
                <a:path w="6684644" h="7015480">
                  <a:moveTo>
                    <a:pt x="2466361" y="6765888"/>
                  </a:moveTo>
                  <a:lnTo>
                    <a:pt x="2451962" y="6740958"/>
                  </a:lnTo>
                  <a:lnTo>
                    <a:pt x="2476898" y="6726560"/>
                  </a:lnTo>
                  <a:lnTo>
                    <a:pt x="2491291" y="6751495"/>
                  </a:lnTo>
                  <a:lnTo>
                    <a:pt x="2466361" y="6765888"/>
                  </a:lnTo>
                  <a:close/>
                </a:path>
                <a:path w="6684644" h="7015480">
                  <a:moveTo>
                    <a:pt x="2391760" y="6634930"/>
                  </a:moveTo>
                  <a:lnTo>
                    <a:pt x="2378244" y="6611522"/>
                  </a:lnTo>
                  <a:lnTo>
                    <a:pt x="2401657" y="6598005"/>
                  </a:lnTo>
                  <a:lnTo>
                    <a:pt x="2415168" y="6621413"/>
                  </a:lnTo>
                  <a:lnTo>
                    <a:pt x="2391760" y="6634930"/>
                  </a:lnTo>
                  <a:close/>
                </a:path>
                <a:path w="6684644" h="7015480">
                  <a:moveTo>
                    <a:pt x="2317165" y="6503965"/>
                  </a:moveTo>
                  <a:lnTo>
                    <a:pt x="2304531" y="6482085"/>
                  </a:lnTo>
                  <a:lnTo>
                    <a:pt x="2326417" y="6469451"/>
                  </a:lnTo>
                  <a:lnTo>
                    <a:pt x="2339051" y="6491331"/>
                  </a:lnTo>
                  <a:lnTo>
                    <a:pt x="2317165" y="6503965"/>
                  </a:lnTo>
                  <a:close/>
                </a:path>
                <a:path w="6684644" h="7015480">
                  <a:moveTo>
                    <a:pt x="2242463" y="6373403"/>
                  </a:moveTo>
                  <a:lnTo>
                    <a:pt x="2230416" y="6352536"/>
                  </a:lnTo>
                  <a:lnTo>
                    <a:pt x="2251283" y="6340488"/>
                  </a:lnTo>
                  <a:lnTo>
                    <a:pt x="2263330" y="6361356"/>
                  </a:lnTo>
                  <a:lnTo>
                    <a:pt x="2242463" y="6373403"/>
                  </a:lnTo>
                  <a:close/>
                </a:path>
                <a:path w="6684644" h="7015480">
                  <a:moveTo>
                    <a:pt x="2167868" y="6242438"/>
                  </a:moveTo>
                  <a:lnTo>
                    <a:pt x="2156703" y="6223099"/>
                  </a:lnTo>
                  <a:lnTo>
                    <a:pt x="2176042" y="6211934"/>
                  </a:lnTo>
                  <a:lnTo>
                    <a:pt x="2187207" y="6231273"/>
                  </a:lnTo>
                  <a:lnTo>
                    <a:pt x="2167868" y="6242438"/>
                  </a:lnTo>
                  <a:close/>
                </a:path>
                <a:path w="6684644" h="7015480">
                  <a:moveTo>
                    <a:pt x="2093167" y="6111870"/>
                  </a:moveTo>
                  <a:lnTo>
                    <a:pt x="2082588" y="6093556"/>
                  </a:lnTo>
                  <a:lnTo>
                    <a:pt x="2100914" y="6082977"/>
                  </a:lnTo>
                  <a:lnTo>
                    <a:pt x="2111487" y="6101291"/>
                  </a:lnTo>
                  <a:lnTo>
                    <a:pt x="2093167" y="6111870"/>
                  </a:lnTo>
                  <a:close/>
                </a:path>
                <a:path w="6684644" h="7015480">
                  <a:moveTo>
                    <a:pt x="2018465" y="5981308"/>
                  </a:moveTo>
                  <a:lnTo>
                    <a:pt x="2008479" y="5964007"/>
                  </a:lnTo>
                  <a:lnTo>
                    <a:pt x="2025780" y="5954015"/>
                  </a:lnTo>
                  <a:lnTo>
                    <a:pt x="2035772" y="5971316"/>
                  </a:lnTo>
                  <a:lnTo>
                    <a:pt x="2018465" y="5981308"/>
                  </a:lnTo>
                  <a:close/>
                </a:path>
                <a:path w="6684644" h="7015480">
                  <a:moveTo>
                    <a:pt x="1943870" y="5850350"/>
                  </a:moveTo>
                  <a:lnTo>
                    <a:pt x="1934760" y="5834571"/>
                  </a:lnTo>
                  <a:lnTo>
                    <a:pt x="1950540" y="5825461"/>
                  </a:lnTo>
                  <a:lnTo>
                    <a:pt x="1959649" y="5841240"/>
                  </a:lnTo>
                  <a:lnTo>
                    <a:pt x="1943870" y="5850350"/>
                  </a:lnTo>
                  <a:close/>
                </a:path>
                <a:path w="6684644" h="7015480">
                  <a:moveTo>
                    <a:pt x="1869275" y="5719379"/>
                  </a:moveTo>
                  <a:lnTo>
                    <a:pt x="1861048" y="5705134"/>
                  </a:lnTo>
                  <a:lnTo>
                    <a:pt x="1875299" y="5696907"/>
                  </a:lnTo>
                  <a:lnTo>
                    <a:pt x="1883526" y="5711152"/>
                  </a:lnTo>
                  <a:lnTo>
                    <a:pt x="1869275" y="5719379"/>
                  </a:lnTo>
                  <a:close/>
                </a:path>
                <a:path w="6684644" h="7015480">
                  <a:moveTo>
                    <a:pt x="1794574" y="5588817"/>
                  </a:moveTo>
                  <a:lnTo>
                    <a:pt x="1786933" y="5575591"/>
                  </a:lnTo>
                  <a:lnTo>
                    <a:pt x="1800171" y="5567950"/>
                  </a:lnTo>
                  <a:lnTo>
                    <a:pt x="1807806" y="5581176"/>
                  </a:lnTo>
                  <a:lnTo>
                    <a:pt x="1794574" y="5588817"/>
                  </a:lnTo>
                  <a:close/>
                </a:path>
                <a:path w="6684644" h="7015480">
                  <a:moveTo>
                    <a:pt x="1719878" y="5458255"/>
                  </a:moveTo>
                  <a:lnTo>
                    <a:pt x="1712823" y="5446042"/>
                  </a:lnTo>
                  <a:lnTo>
                    <a:pt x="1725031" y="5438993"/>
                  </a:lnTo>
                  <a:lnTo>
                    <a:pt x="1732085" y="5451207"/>
                  </a:lnTo>
                  <a:lnTo>
                    <a:pt x="1719878" y="5458255"/>
                  </a:lnTo>
                  <a:close/>
                </a:path>
                <a:path w="6684644" h="7015480">
                  <a:moveTo>
                    <a:pt x="1645277" y="5327297"/>
                  </a:moveTo>
                  <a:lnTo>
                    <a:pt x="1639105" y="5316606"/>
                  </a:lnTo>
                  <a:lnTo>
                    <a:pt x="1649796" y="5310434"/>
                  </a:lnTo>
                  <a:lnTo>
                    <a:pt x="1655968" y="5321125"/>
                  </a:lnTo>
                  <a:lnTo>
                    <a:pt x="1645277" y="5327297"/>
                  </a:lnTo>
                  <a:close/>
                </a:path>
                <a:path w="6684644" h="7015480">
                  <a:moveTo>
                    <a:pt x="1570682" y="5196326"/>
                  </a:moveTo>
                  <a:lnTo>
                    <a:pt x="1565392" y="5187169"/>
                  </a:lnTo>
                  <a:lnTo>
                    <a:pt x="1574556" y="5181880"/>
                  </a:lnTo>
                  <a:lnTo>
                    <a:pt x="1579845" y="5191037"/>
                  </a:lnTo>
                  <a:lnTo>
                    <a:pt x="1570682" y="5196326"/>
                  </a:lnTo>
                  <a:close/>
                </a:path>
                <a:path w="6684644" h="7015480">
                  <a:moveTo>
                    <a:pt x="1495980" y="5065764"/>
                  </a:moveTo>
                  <a:lnTo>
                    <a:pt x="1491277" y="5057626"/>
                  </a:lnTo>
                  <a:lnTo>
                    <a:pt x="1499427" y="5052923"/>
                  </a:lnTo>
                  <a:lnTo>
                    <a:pt x="1504124" y="5061061"/>
                  </a:lnTo>
                  <a:lnTo>
                    <a:pt x="1495980" y="5065764"/>
                  </a:lnTo>
                  <a:close/>
                </a:path>
                <a:path w="6684644" h="7015480">
                  <a:moveTo>
                    <a:pt x="1421172" y="4935605"/>
                  </a:moveTo>
                  <a:lnTo>
                    <a:pt x="1416765" y="4927970"/>
                  </a:lnTo>
                  <a:lnTo>
                    <a:pt x="1424400" y="4923563"/>
                  </a:lnTo>
                  <a:lnTo>
                    <a:pt x="1428807" y="4931198"/>
                  </a:lnTo>
                  <a:lnTo>
                    <a:pt x="1421172" y="4935605"/>
                  </a:lnTo>
                  <a:close/>
                </a:path>
                <a:path w="6684644" h="7015480">
                  <a:moveTo>
                    <a:pt x="1346470" y="4805043"/>
                  </a:moveTo>
                  <a:lnTo>
                    <a:pt x="1342650" y="4798427"/>
                  </a:lnTo>
                  <a:lnTo>
                    <a:pt x="1349266" y="4794607"/>
                  </a:lnTo>
                  <a:lnTo>
                    <a:pt x="1353086" y="4801223"/>
                  </a:lnTo>
                  <a:lnTo>
                    <a:pt x="1346470" y="4805043"/>
                  </a:lnTo>
                  <a:close/>
                </a:path>
                <a:path w="6684644" h="7015480">
                  <a:moveTo>
                    <a:pt x="1271769" y="4674481"/>
                  </a:moveTo>
                  <a:lnTo>
                    <a:pt x="1268535" y="4668884"/>
                  </a:lnTo>
                  <a:lnTo>
                    <a:pt x="1274138" y="4665650"/>
                  </a:lnTo>
                  <a:lnTo>
                    <a:pt x="1277366" y="4671247"/>
                  </a:lnTo>
                  <a:lnTo>
                    <a:pt x="1271769" y="4674481"/>
                  </a:lnTo>
                  <a:close/>
                </a:path>
                <a:path w="6684644" h="7015480">
                  <a:moveTo>
                    <a:pt x="1197067" y="4543913"/>
                  </a:moveTo>
                  <a:lnTo>
                    <a:pt x="1194425" y="4539334"/>
                  </a:lnTo>
                  <a:lnTo>
                    <a:pt x="1198998" y="4536693"/>
                  </a:lnTo>
                  <a:lnTo>
                    <a:pt x="1201646" y="4541272"/>
                  </a:lnTo>
                  <a:lnTo>
                    <a:pt x="1197067" y="4543913"/>
                  </a:lnTo>
                  <a:close/>
                </a:path>
                <a:path w="6684644" h="7015480">
                  <a:moveTo>
                    <a:pt x="1122365" y="4413351"/>
                  </a:moveTo>
                  <a:lnTo>
                    <a:pt x="1120310" y="4409786"/>
                  </a:lnTo>
                  <a:lnTo>
                    <a:pt x="1123870" y="4407731"/>
                  </a:lnTo>
                  <a:lnTo>
                    <a:pt x="1125925" y="4411296"/>
                  </a:lnTo>
                  <a:lnTo>
                    <a:pt x="1122365" y="4413351"/>
                  </a:lnTo>
                  <a:close/>
                </a:path>
                <a:path w="6684644" h="7015480">
                  <a:moveTo>
                    <a:pt x="1047551" y="4283192"/>
                  </a:moveTo>
                  <a:lnTo>
                    <a:pt x="1045792" y="4280136"/>
                  </a:lnTo>
                  <a:lnTo>
                    <a:pt x="1048848" y="4278371"/>
                  </a:lnTo>
                  <a:lnTo>
                    <a:pt x="1050608" y="4281427"/>
                  </a:lnTo>
                  <a:lnTo>
                    <a:pt x="1047551" y="4283192"/>
                  </a:lnTo>
                  <a:close/>
                </a:path>
                <a:path w="6684644" h="7015480">
                  <a:moveTo>
                    <a:pt x="972856" y="4152624"/>
                  </a:moveTo>
                  <a:lnTo>
                    <a:pt x="971683" y="4150593"/>
                  </a:lnTo>
                  <a:lnTo>
                    <a:pt x="973715" y="4149420"/>
                  </a:lnTo>
                  <a:lnTo>
                    <a:pt x="974887" y="4151451"/>
                  </a:lnTo>
                  <a:lnTo>
                    <a:pt x="972856" y="4152624"/>
                  </a:lnTo>
                  <a:close/>
                </a:path>
                <a:path w="6684644" h="7015480">
                  <a:moveTo>
                    <a:pt x="899167" y="4021476"/>
                  </a:moveTo>
                  <a:lnTo>
                    <a:pt x="897810" y="4021476"/>
                  </a:lnTo>
                  <a:lnTo>
                    <a:pt x="897562" y="4021044"/>
                  </a:lnTo>
                  <a:lnTo>
                    <a:pt x="898918" y="4021044"/>
                  </a:lnTo>
                  <a:lnTo>
                    <a:pt x="899167" y="4021476"/>
                  </a:lnTo>
                  <a:close/>
                </a:path>
                <a:path w="6684644" h="7015480">
                  <a:moveTo>
                    <a:pt x="2745201" y="6953307"/>
                  </a:moveTo>
                  <a:lnTo>
                    <a:pt x="2728746" y="6924805"/>
                  </a:lnTo>
                  <a:lnTo>
                    <a:pt x="2757236" y="6908357"/>
                  </a:lnTo>
                  <a:lnTo>
                    <a:pt x="2773691" y="6936859"/>
                  </a:lnTo>
                  <a:lnTo>
                    <a:pt x="2745201" y="6953307"/>
                  </a:lnTo>
                  <a:close/>
                </a:path>
                <a:path w="6684644" h="7015480">
                  <a:moveTo>
                    <a:pt x="2670494" y="6822745"/>
                  </a:moveTo>
                  <a:lnTo>
                    <a:pt x="2654631" y="6795268"/>
                  </a:lnTo>
                  <a:lnTo>
                    <a:pt x="2682108" y="6779400"/>
                  </a:lnTo>
                  <a:lnTo>
                    <a:pt x="2697976" y="6806884"/>
                  </a:lnTo>
                  <a:lnTo>
                    <a:pt x="2670494" y="6822745"/>
                  </a:lnTo>
                  <a:close/>
                </a:path>
                <a:path w="6684644" h="7015480">
                  <a:moveTo>
                    <a:pt x="2595797" y="6692177"/>
                  </a:moveTo>
                  <a:lnTo>
                    <a:pt x="2580516" y="6665719"/>
                  </a:lnTo>
                  <a:lnTo>
                    <a:pt x="2606974" y="6650443"/>
                  </a:lnTo>
                  <a:lnTo>
                    <a:pt x="2622255" y="6676901"/>
                  </a:lnTo>
                  <a:lnTo>
                    <a:pt x="2595797" y="6692177"/>
                  </a:lnTo>
                  <a:close/>
                </a:path>
                <a:path w="6684644" h="7015480">
                  <a:moveTo>
                    <a:pt x="2521095" y="6561615"/>
                  </a:moveTo>
                  <a:lnTo>
                    <a:pt x="2506406" y="6536175"/>
                  </a:lnTo>
                  <a:lnTo>
                    <a:pt x="2531846" y="6521486"/>
                  </a:lnTo>
                  <a:lnTo>
                    <a:pt x="2546535" y="6546926"/>
                  </a:lnTo>
                  <a:lnTo>
                    <a:pt x="2521095" y="6561615"/>
                  </a:lnTo>
                  <a:close/>
                </a:path>
                <a:path w="6684644" h="7015480">
                  <a:moveTo>
                    <a:pt x="2446607" y="6430253"/>
                  </a:moveTo>
                  <a:lnTo>
                    <a:pt x="2433091" y="6406839"/>
                  </a:lnTo>
                  <a:lnTo>
                    <a:pt x="2456493" y="6393329"/>
                  </a:lnTo>
                  <a:lnTo>
                    <a:pt x="2470009" y="6416743"/>
                  </a:lnTo>
                  <a:lnTo>
                    <a:pt x="2446607" y="6430253"/>
                  </a:lnTo>
                  <a:close/>
                </a:path>
                <a:path w="6684644" h="7015480">
                  <a:moveTo>
                    <a:pt x="2372012" y="6299288"/>
                  </a:moveTo>
                  <a:lnTo>
                    <a:pt x="2359378" y="6277403"/>
                  </a:lnTo>
                  <a:lnTo>
                    <a:pt x="2381258" y="6264769"/>
                  </a:lnTo>
                  <a:lnTo>
                    <a:pt x="2393892" y="6286654"/>
                  </a:lnTo>
                  <a:lnTo>
                    <a:pt x="2372012" y="6299288"/>
                  </a:lnTo>
                  <a:close/>
                </a:path>
                <a:path w="6684644" h="7015480">
                  <a:moveTo>
                    <a:pt x="2297305" y="6168726"/>
                  </a:moveTo>
                  <a:lnTo>
                    <a:pt x="2285263" y="6147859"/>
                  </a:lnTo>
                  <a:lnTo>
                    <a:pt x="2306124" y="6135818"/>
                  </a:lnTo>
                  <a:lnTo>
                    <a:pt x="2318172" y="6156679"/>
                  </a:lnTo>
                  <a:lnTo>
                    <a:pt x="2297305" y="6168726"/>
                  </a:lnTo>
                  <a:close/>
                </a:path>
                <a:path w="6684644" h="7015480">
                  <a:moveTo>
                    <a:pt x="2222715" y="6037756"/>
                  </a:moveTo>
                  <a:lnTo>
                    <a:pt x="2211551" y="6018423"/>
                  </a:lnTo>
                  <a:lnTo>
                    <a:pt x="2230889" y="6007259"/>
                  </a:lnTo>
                  <a:lnTo>
                    <a:pt x="2242048" y="6026591"/>
                  </a:lnTo>
                  <a:lnTo>
                    <a:pt x="2222715" y="6037756"/>
                  </a:lnTo>
                  <a:close/>
                </a:path>
                <a:path w="6684644" h="7015480">
                  <a:moveTo>
                    <a:pt x="2148008" y="5907194"/>
                  </a:moveTo>
                  <a:lnTo>
                    <a:pt x="2137436" y="5888880"/>
                  </a:lnTo>
                  <a:lnTo>
                    <a:pt x="2155750" y="5878301"/>
                  </a:lnTo>
                  <a:lnTo>
                    <a:pt x="2166328" y="5896621"/>
                  </a:lnTo>
                  <a:lnTo>
                    <a:pt x="2148008" y="5907194"/>
                  </a:lnTo>
                  <a:close/>
                </a:path>
                <a:path w="6684644" h="7015480">
                  <a:moveTo>
                    <a:pt x="2073419" y="5776236"/>
                  </a:moveTo>
                  <a:lnTo>
                    <a:pt x="2063723" y="5759438"/>
                  </a:lnTo>
                  <a:lnTo>
                    <a:pt x="2080515" y="5749741"/>
                  </a:lnTo>
                  <a:lnTo>
                    <a:pt x="2090211" y="5766539"/>
                  </a:lnTo>
                  <a:lnTo>
                    <a:pt x="2073419" y="5776236"/>
                  </a:lnTo>
                  <a:close/>
                </a:path>
                <a:path w="6684644" h="7015480">
                  <a:moveTo>
                    <a:pt x="1998824" y="5645265"/>
                  </a:moveTo>
                  <a:lnTo>
                    <a:pt x="1990011" y="5630001"/>
                  </a:lnTo>
                  <a:lnTo>
                    <a:pt x="2005274" y="5621188"/>
                  </a:lnTo>
                  <a:lnTo>
                    <a:pt x="2014088" y="5636451"/>
                  </a:lnTo>
                  <a:lnTo>
                    <a:pt x="1998824" y="5645265"/>
                  </a:lnTo>
                  <a:close/>
                </a:path>
                <a:path w="6684644" h="7015480">
                  <a:moveTo>
                    <a:pt x="1924122" y="5514703"/>
                  </a:moveTo>
                  <a:lnTo>
                    <a:pt x="1915895" y="5500458"/>
                  </a:lnTo>
                  <a:lnTo>
                    <a:pt x="1930146" y="5492231"/>
                  </a:lnTo>
                  <a:lnTo>
                    <a:pt x="1938367" y="5506476"/>
                  </a:lnTo>
                  <a:lnTo>
                    <a:pt x="1924122" y="5514703"/>
                  </a:lnTo>
                  <a:close/>
                </a:path>
                <a:path w="6684644" h="7015480">
                  <a:moveTo>
                    <a:pt x="1849415" y="5384141"/>
                  </a:moveTo>
                  <a:lnTo>
                    <a:pt x="1841780" y="5370915"/>
                  </a:lnTo>
                  <a:lnTo>
                    <a:pt x="1855006" y="5363274"/>
                  </a:lnTo>
                  <a:lnTo>
                    <a:pt x="1862647" y="5376506"/>
                  </a:lnTo>
                  <a:lnTo>
                    <a:pt x="1849415" y="5384141"/>
                  </a:lnTo>
                  <a:close/>
                </a:path>
                <a:path w="6684644" h="7015480">
                  <a:moveTo>
                    <a:pt x="1774826" y="5253183"/>
                  </a:moveTo>
                  <a:lnTo>
                    <a:pt x="1768067" y="5241473"/>
                  </a:lnTo>
                  <a:lnTo>
                    <a:pt x="1779771" y="5234715"/>
                  </a:lnTo>
                  <a:lnTo>
                    <a:pt x="1786530" y="5246424"/>
                  </a:lnTo>
                  <a:lnTo>
                    <a:pt x="1774826" y="5253183"/>
                  </a:lnTo>
                  <a:close/>
                </a:path>
                <a:path w="6684644" h="7015480">
                  <a:moveTo>
                    <a:pt x="1700231" y="5122212"/>
                  </a:moveTo>
                  <a:lnTo>
                    <a:pt x="1694355" y="5112036"/>
                  </a:lnTo>
                  <a:lnTo>
                    <a:pt x="1704531" y="5106161"/>
                  </a:lnTo>
                  <a:lnTo>
                    <a:pt x="1710407" y="5116336"/>
                  </a:lnTo>
                  <a:lnTo>
                    <a:pt x="1700231" y="5122212"/>
                  </a:lnTo>
                  <a:close/>
                </a:path>
                <a:path w="6684644" h="7015480">
                  <a:moveTo>
                    <a:pt x="1625529" y="4991650"/>
                  </a:moveTo>
                  <a:lnTo>
                    <a:pt x="1620240" y="4982493"/>
                  </a:lnTo>
                  <a:lnTo>
                    <a:pt x="1629403" y="4977204"/>
                  </a:lnTo>
                  <a:lnTo>
                    <a:pt x="1634686" y="4986361"/>
                  </a:lnTo>
                  <a:lnTo>
                    <a:pt x="1625529" y="4991650"/>
                  </a:lnTo>
                  <a:close/>
                </a:path>
                <a:path w="6684644" h="7015480">
                  <a:moveTo>
                    <a:pt x="1550822" y="4861088"/>
                  </a:moveTo>
                  <a:lnTo>
                    <a:pt x="1546125" y="4852950"/>
                  </a:lnTo>
                  <a:lnTo>
                    <a:pt x="1554263" y="4848247"/>
                  </a:lnTo>
                  <a:lnTo>
                    <a:pt x="1558966" y="4856385"/>
                  </a:lnTo>
                  <a:lnTo>
                    <a:pt x="1550822" y="4861088"/>
                  </a:lnTo>
                  <a:close/>
                </a:path>
                <a:path w="6684644" h="7015480">
                  <a:moveTo>
                    <a:pt x="1476120" y="4730527"/>
                  </a:moveTo>
                  <a:lnTo>
                    <a:pt x="1472009" y="4723401"/>
                  </a:lnTo>
                  <a:lnTo>
                    <a:pt x="1479129" y="4719284"/>
                  </a:lnTo>
                  <a:lnTo>
                    <a:pt x="1483246" y="4726410"/>
                  </a:lnTo>
                  <a:lnTo>
                    <a:pt x="1476120" y="4730527"/>
                  </a:lnTo>
                  <a:close/>
                </a:path>
                <a:path w="6684644" h="7015480">
                  <a:moveTo>
                    <a:pt x="1401424" y="4599958"/>
                  </a:moveTo>
                  <a:lnTo>
                    <a:pt x="1397900" y="4593858"/>
                  </a:lnTo>
                  <a:lnTo>
                    <a:pt x="1404001" y="4590333"/>
                  </a:lnTo>
                  <a:lnTo>
                    <a:pt x="1407525" y="4596434"/>
                  </a:lnTo>
                  <a:lnTo>
                    <a:pt x="1401424" y="4599958"/>
                  </a:lnTo>
                  <a:close/>
                </a:path>
                <a:path w="6684644" h="7015480">
                  <a:moveTo>
                    <a:pt x="1326717" y="4469397"/>
                  </a:moveTo>
                  <a:lnTo>
                    <a:pt x="1323779" y="4464309"/>
                  </a:lnTo>
                  <a:lnTo>
                    <a:pt x="1328873" y="4461371"/>
                  </a:lnTo>
                  <a:lnTo>
                    <a:pt x="1331811" y="4466459"/>
                  </a:lnTo>
                  <a:lnTo>
                    <a:pt x="1326717" y="4469397"/>
                  </a:lnTo>
                  <a:close/>
                </a:path>
                <a:path w="6684644" h="7015480">
                  <a:moveTo>
                    <a:pt x="1252016" y="4338835"/>
                  </a:moveTo>
                  <a:lnTo>
                    <a:pt x="1249670" y="4334766"/>
                  </a:lnTo>
                  <a:lnTo>
                    <a:pt x="1253739" y="4332414"/>
                  </a:lnTo>
                  <a:lnTo>
                    <a:pt x="1256091" y="4336484"/>
                  </a:lnTo>
                  <a:lnTo>
                    <a:pt x="1252016" y="4338835"/>
                  </a:lnTo>
                  <a:close/>
                </a:path>
                <a:path w="6684644" h="7015480">
                  <a:moveTo>
                    <a:pt x="1177207" y="4208676"/>
                  </a:moveTo>
                  <a:lnTo>
                    <a:pt x="1175152" y="4205116"/>
                  </a:lnTo>
                  <a:lnTo>
                    <a:pt x="1178711" y="4203061"/>
                  </a:lnTo>
                  <a:lnTo>
                    <a:pt x="1180767" y="4206621"/>
                  </a:lnTo>
                  <a:lnTo>
                    <a:pt x="1177207" y="4208676"/>
                  </a:lnTo>
                  <a:close/>
                </a:path>
                <a:path w="6684644" h="7015480">
                  <a:moveTo>
                    <a:pt x="1102505" y="4078114"/>
                  </a:moveTo>
                  <a:lnTo>
                    <a:pt x="1101037" y="4075567"/>
                  </a:lnTo>
                  <a:lnTo>
                    <a:pt x="1103583" y="4074098"/>
                  </a:lnTo>
                  <a:lnTo>
                    <a:pt x="1105052" y="4076645"/>
                  </a:lnTo>
                  <a:lnTo>
                    <a:pt x="1102505" y="4078114"/>
                  </a:lnTo>
                  <a:close/>
                </a:path>
                <a:path w="6684644" h="7015480">
                  <a:moveTo>
                    <a:pt x="1027804" y="3947552"/>
                  </a:moveTo>
                  <a:lnTo>
                    <a:pt x="1026921" y="3946024"/>
                  </a:lnTo>
                  <a:lnTo>
                    <a:pt x="1028449" y="3945141"/>
                  </a:lnTo>
                  <a:lnTo>
                    <a:pt x="1029332" y="3946669"/>
                  </a:lnTo>
                  <a:lnTo>
                    <a:pt x="1027804" y="3947552"/>
                  </a:lnTo>
                  <a:close/>
                </a:path>
                <a:path w="6684644" h="7015480">
                  <a:moveTo>
                    <a:pt x="2949125" y="7010958"/>
                  </a:moveTo>
                  <a:lnTo>
                    <a:pt x="2930616" y="6978902"/>
                  </a:lnTo>
                  <a:lnTo>
                    <a:pt x="2962671" y="6960393"/>
                  </a:lnTo>
                  <a:lnTo>
                    <a:pt x="2981181" y="6992454"/>
                  </a:lnTo>
                  <a:lnTo>
                    <a:pt x="2949125" y="7010958"/>
                  </a:lnTo>
                  <a:close/>
                </a:path>
                <a:path w="6684644" h="7015480">
                  <a:moveTo>
                    <a:pt x="2874524" y="6879999"/>
                  </a:moveTo>
                  <a:lnTo>
                    <a:pt x="2856897" y="6849466"/>
                  </a:lnTo>
                  <a:lnTo>
                    <a:pt x="2887436" y="6831833"/>
                  </a:lnTo>
                  <a:lnTo>
                    <a:pt x="2905063" y="6862366"/>
                  </a:lnTo>
                  <a:lnTo>
                    <a:pt x="2874524" y="6879999"/>
                  </a:lnTo>
                  <a:close/>
                </a:path>
                <a:path w="6684644" h="7015480">
                  <a:moveTo>
                    <a:pt x="2799929" y="6749028"/>
                  </a:moveTo>
                  <a:lnTo>
                    <a:pt x="2783185" y="6720029"/>
                  </a:lnTo>
                  <a:lnTo>
                    <a:pt x="2812196" y="6703279"/>
                  </a:lnTo>
                  <a:lnTo>
                    <a:pt x="2828940" y="6732284"/>
                  </a:lnTo>
                  <a:lnTo>
                    <a:pt x="2799929" y="6749028"/>
                  </a:lnTo>
                  <a:close/>
                </a:path>
                <a:path w="6684644" h="7015480">
                  <a:moveTo>
                    <a:pt x="2725227" y="6618467"/>
                  </a:moveTo>
                  <a:lnTo>
                    <a:pt x="2709069" y="6590480"/>
                  </a:lnTo>
                  <a:lnTo>
                    <a:pt x="2737062" y="6574322"/>
                  </a:lnTo>
                  <a:lnTo>
                    <a:pt x="2753220" y="6602308"/>
                  </a:lnTo>
                  <a:lnTo>
                    <a:pt x="2725227" y="6618467"/>
                  </a:lnTo>
                  <a:close/>
                </a:path>
                <a:path w="6684644" h="7015480">
                  <a:moveTo>
                    <a:pt x="2650531" y="6487905"/>
                  </a:moveTo>
                  <a:lnTo>
                    <a:pt x="2634960" y="6460937"/>
                  </a:lnTo>
                  <a:lnTo>
                    <a:pt x="2661928" y="6445365"/>
                  </a:lnTo>
                  <a:lnTo>
                    <a:pt x="2677493" y="6472333"/>
                  </a:lnTo>
                  <a:lnTo>
                    <a:pt x="2650531" y="6487905"/>
                  </a:lnTo>
                  <a:close/>
                </a:path>
                <a:path w="6684644" h="7015480">
                  <a:moveTo>
                    <a:pt x="2575937" y="6356940"/>
                  </a:moveTo>
                  <a:lnTo>
                    <a:pt x="2561248" y="6331500"/>
                  </a:lnTo>
                  <a:lnTo>
                    <a:pt x="2586693" y="6316811"/>
                  </a:lnTo>
                  <a:lnTo>
                    <a:pt x="2601382" y="6342251"/>
                  </a:lnTo>
                  <a:lnTo>
                    <a:pt x="2575937" y="6356940"/>
                  </a:lnTo>
                  <a:close/>
                </a:path>
                <a:path w="6684644" h="7015480">
                  <a:moveTo>
                    <a:pt x="2501448" y="6225578"/>
                  </a:moveTo>
                  <a:lnTo>
                    <a:pt x="2487932" y="6202164"/>
                  </a:lnTo>
                  <a:lnTo>
                    <a:pt x="2511340" y="6188654"/>
                  </a:lnTo>
                  <a:lnTo>
                    <a:pt x="2524856" y="6212062"/>
                  </a:lnTo>
                  <a:lnTo>
                    <a:pt x="2501448" y="6225578"/>
                  </a:lnTo>
                  <a:close/>
                </a:path>
                <a:path w="6684644" h="7015480">
                  <a:moveTo>
                    <a:pt x="2426854" y="6094607"/>
                  </a:moveTo>
                  <a:lnTo>
                    <a:pt x="2414220" y="6072727"/>
                  </a:lnTo>
                  <a:lnTo>
                    <a:pt x="2436099" y="6060093"/>
                  </a:lnTo>
                  <a:lnTo>
                    <a:pt x="2448733" y="6081979"/>
                  </a:lnTo>
                  <a:lnTo>
                    <a:pt x="2426854" y="6094607"/>
                  </a:lnTo>
                  <a:close/>
                </a:path>
                <a:path w="6684644" h="7015480">
                  <a:moveTo>
                    <a:pt x="2352152" y="5964046"/>
                  </a:moveTo>
                  <a:lnTo>
                    <a:pt x="2340104" y="5943185"/>
                  </a:lnTo>
                  <a:lnTo>
                    <a:pt x="2360966" y="5931143"/>
                  </a:lnTo>
                  <a:lnTo>
                    <a:pt x="2373013" y="5952004"/>
                  </a:lnTo>
                  <a:lnTo>
                    <a:pt x="2352152" y="5964046"/>
                  </a:lnTo>
                  <a:close/>
                </a:path>
                <a:path w="6684644" h="7015480">
                  <a:moveTo>
                    <a:pt x="2277557" y="5833087"/>
                  </a:moveTo>
                  <a:lnTo>
                    <a:pt x="2266392" y="5813748"/>
                  </a:lnTo>
                  <a:lnTo>
                    <a:pt x="2285725" y="5802583"/>
                  </a:lnTo>
                  <a:lnTo>
                    <a:pt x="2296890" y="5821922"/>
                  </a:lnTo>
                  <a:lnTo>
                    <a:pt x="2277557" y="5833087"/>
                  </a:lnTo>
                  <a:close/>
                </a:path>
                <a:path w="6684644" h="7015480">
                  <a:moveTo>
                    <a:pt x="2202855" y="5702525"/>
                  </a:moveTo>
                  <a:lnTo>
                    <a:pt x="2192277" y="5684199"/>
                  </a:lnTo>
                  <a:lnTo>
                    <a:pt x="2210597" y="5673627"/>
                  </a:lnTo>
                  <a:lnTo>
                    <a:pt x="2221175" y="5691947"/>
                  </a:lnTo>
                  <a:lnTo>
                    <a:pt x="2202855" y="5702525"/>
                  </a:lnTo>
                  <a:close/>
                </a:path>
                <a:path w="6684644" h="7015480">
                  <a:moveTo>
                    <a:pt x="2128261" y="5571555"/>
                  </a:moveTo>
                  <a:lnTo>
                    <a:pt x="2118564" y="5554763"/>
                  </a:lnTo>
                  <a:lnTo>
                    <a:pt x="2135356" y="5545067"/>
                  </a:lnTo>
                  <a:lnTo>
                    <a:pt x="2145052" y="5561865"/>
                  </a:lnTo>
                  <a:lnTo>
                    <a:pt x="2128261" y="5571555"/>
                  </a:lnTo>
                  <a:close/>
                </a:path>
                <a:path w="6684644" h="7015480">
                  <a:moveTo>
                    <a:pt x="2053671" y="5440596"/>
                  </a:moveTo>
                  <a:lnTo>
                    <a:pt x="2044852" y="5425326"/>
                  </a:lnTo>
                  <a:lnTo>
                    <a:pt x="2060115" y="5416513"/>
                  </a:lnTo>
                  <a:lnTo>
                    <a:pt x="2068935" y="5431783"/>
                  </a:lnTo>
                  <a:lnTo>
                    <a:pt x="2053671" y="5440596"/>
                  </a:lnTo>
                  <a:close/>
                </a:path>
                <a:path w="6684644" h="7015480">
                  <a:moveTo>
                    <a:pt x="1978964" y="5310034"/>
                  </a:moveTo>
                  <a:lnTo>
                    <a:pt x="1970736" y="5295784"/>
                  </a:lnTo>
                  <a:lnTo>
                    <a:pt x="1984981" y="5287557"/>
                  </a:lnTo>
                  <a:lnTo>
                    <a:pt x="1993208" y="5301807"/>
                  </a:lnTo>
                  <a:lnTo>
                    <a:pt x="1978964" y="5310034"/>
                  </a:lnTo>
                  <a:close/>
                </a:path>
                <a:path w="6684644" h="7015480">
                  <a:moveTo>
                    <a:pt x="1904369" y="5179063"/>
                  </a:moveTo>
                  <a:lnTo>
                    <a:pt x="1897024" y="5166347"/>
                  </a:lnTo>
                  <a:lnTo>
                    <a:pt x="1909747" y="5159002"/>
                  </a:lnTo>
                  <a:lnTo>
                    <a:pt x="1917091" y="5171719"/>
                  </a:lnTo>
                  <a:lnTo>
                    <a:pt x="1904369" y="5179063"/>
                  </a:lnTo>
                  <a:close/>
                </a:path>
                <a:path w="6684644" h="7015480">
                  <a:moveTo>
                    <a:pt x="1829775" y="5048099"/>
                  </a:moveTo>
                  <a:lnTo>
                    <a:pt x="1823312" y="5036910"/>
                  </a:lnTo>
                  <a:lnTo>
                    <a:pt x="1834506" y="5030442"/>
                  </a:lnTo>
                  <a:lnTo>
                    <a:pt x="1840968" y="5041637"/>
                  </a:lnTo>
                  <a:lnTo>
                    <a:pt x="1829775" y="5048099"/>
                  </a:lnTo>
                  <a:close/>
                </a:path>
                <a:path w="6684644" h="7015480">
                  <a:moveTo>
                    <a:pt x="1755179" y="4917140"/>
                  </a:moveTo>
                  <a:lnTo>
                    <a:pt x="1749599" y="4907468"/>
                  </a:lnTo>
                  <a:lnTo>
                    <a:pt x="1759266" y="4901888"/>
                  </a:lnTo>
                  <a:lnTo>
                    <a:pt x="1764851" y="4911555"/>
                  </a:lnTo>
                  <a:lnTo>
                    <a:pt x="1755179" y="4917140"/>
                  </a:lnTo>
                  <a:close/>
                </a:path>
                <a:path w="6684644" h="7015480">
                  <a:moveTo>
                    <a:pt x="1680477" y="4786578"/>
                  </a:moveTo>
                  <a:lnTo>
                    <a:pt x="1675478" y="4777924"/>
                  </a:lnTo>
                  <a:lnTo>
                    <a:pt x="1684132" y="4772925"/>
                  </a:lnTo>
                  <a:lnTo>
                    <a:pt x="1689131" y="4781579"/>
                  </a:lnTo>
                  <a:lnTo>
                    <a:pt x="1680477" y="4786578"/>
                  </a:lnTo>
                  <a:close/>
                </a:path>
                <a:path w="6684644" h="7015480">
                  <a:moveTo>
                    <a:pt x="1605775" y="4656010"/>
                  </a:moveTo>
                  <a:lnTo>
                    <a:pt x="1601369" y="4648381"/>
                  </a:lnTo>
                  <a:lnTo>
                    <a:pt x="1609004" y="4643974"/>
                  </a:lnTo>
                  <a:lnTo>
                    <a:pt x="1613410" y="4651603"/>
                  </a:lnTo>
                  <a:lnTo>
                    <a:pt x="1605775" y="4656010"/>
                  </a:lnTo>
                  <a:close/>
                </a:path>
                <a:path w="6684644" h="7015480">
                  <a:moveTo>
                    <a:pt x="1530968" y="4525851"/>
                  </a:moveTo>
                  <a:lnTo>
                    <a:pt x="1526851" y="4518732"/>
                  </a:lnTo>
                  <a:lnTo>
                    <a:pt x="1533976" y="4514615"/>
                  </a:lnTo>
                  <a:lnTo>
                    <a:pt x="1538093" y="4521741"/>
                  </a:lnTo>
                  <a:lnTo>
                    <a:pt x="1530968" y="4525851"/>
                  </a:lnTo>
                  <a:close/>
                </a:path>
                <a:path w="6684644" h="7015480">
                  <a:moveTo>
                    <a:pt x="1456372" y="4394886"/>
                  </a:moveTo>
                  <a:lnTo>
                    <a:pt x="1453138" y="4389288"/>
                  </a:lnTo>
                  <a:lnTo>
                    <a:pt x="1458736" y="4386060"/>
                  </a:lnTo>
                  <a:lnTo>
                    <a:pt x="1461970" y="4391658"/>
                  </a:lnTo>
                  <a:lnTo>
                    <a:pt x="1456372" y="4394886"/>
                  </a:lnTo>
                  <a:close/>
                </a:path>
                <a:path w="6684644" h="7015480">
                  <a:moveTo>
                    <a:pt x="1381671" y="4264324"/>
                  </a:moveTo>
                  <a:lnTo>
                    <a:pt x="1379023" y="4259745"/>
                  </a:lnTo>
                  <a:lnTo>
                    <a:pt x="1383608" y="4257098"/>
                  </a:lnTo>
                  <a:lnTo>
                    <a:pt x="1386249" y="4261677"/>
                  </a:lnTo>
                  <a:lnTo>
                    <a:pt x="1381671" y="4264324"/>
                  </a:lnTo>
                  <a:close/>
                </a:path>
                <a:path w="6684644" h="7015480">
                  <a:moveTo>
                    <a:pt x="1306863" y="4134165"/>
                  </a:moveTo>
                  <a:lnTo>
                    <a:pt x="1304511" y="4130090"/>
                  </a:lnTo>
                  <a:lnTo>
                    <a:pt x="1308580" y="4127744"/>
                  </a:lnTo>
                  <a:lnTo>
                    <a:pt x="1310932" y="4131814"/>
                  </a:lnTo>
                  <a:lnTo>
                    <a:pt x="1306863" y="4134165"/>
                  </a:lnTo>
                  <a:close/>
                </a:path>
                <a:path w="6684644" h="7015480">
                  <a:moveTo>
                    <a:pt x="1232162" y="4003603"/>
                  </a:moveTo>
                  <a:lnTo>
                    <a:pt x="1230396" y="4000541"/>
                  </a:lnTo>
                  <a:lnTo>
                    <a:pt x="1233446" y="3998782"/>
                  </a:lnTo>
                  <a:lnTo>
                    <a:pt x="1235211" y="4001838"/>
                  </a:lnTo>
                  <a:lnTo>
                    <a:pt x="1232162" y="4003603"/>
                  </a:lnTo>
                  <a:close/>
                </a:path>
                <a:path w="6684644" h="7015480">
                  <a:moveTo>
                    <a:pt x="1157453" y="3873041"/>
                  </a:moveTo>
                  <a:lnTo>
                    <a:pt x="1156281" y="3871004"/>
                  </a:lnTo>
                  <a:lnTo>
                    <a:pt x="1158318" y="3869825"/>
                  </a:lnTo>
                  <a:lnTo>
                    <a:pt x="1159491" y="3871863"/>
                  </a:lnTo>
                  <a:lnTo>
                    <a:pt x="1157453" y="3873041"/>
                  </a:lnTo>
                  <a:close/>
                </a:path>
                <a:path w="6684644" h="7015480">
                  <a:moveTo>
                    <a:pt x="1082645" y="3742871"/>
                  </a:moveTo>
                  <a:lnTo>
                    <a:pt x="1081769" y="3741348"/>
                  </a:lnTo>
                  <a:lnTo>
                    <a:pt x="1083291" y="3740471"/>
                  </a:lnTo>
                  <a:lnTo>
                    <a:pt x="1084167" y="3741994"/>
                  </a:lnTo>
                  <a:lnTo>
                    <a:pt x="1082645" y="3742871"/>
                  </a:lnTo>
                  <a:close/>
                </a:path>
                <a:path w="6684644" h="7015480">
                  <a:moveTo>
                    <a:pt x="3078562" y="6937247"/>
                  </a:moveTo>
                  <a:lnTo>
                    <a:pt x="3059170" y="6903663"/>
                  </a:lnTo>
                  <a:lnTo>
                    <a:pt x="3092754" y="6884271"/>
                  </a:lnTo>
                  <a:lnTo>
                    <a:pt x="3112146" y="6917855"/>
                  </a:lnTo>
                  <a:lnTo>
                    <a:pt x="3078562" y="6937247"/>
                  </a:lnTo>
                  <a:close/>
                </a:path>
                <a:path w="6684644" h="7015480">
                  <a:moveTo>
                    <a:pt x="3003860" y="6806685"/>
                  </a:moveTo>
                  <a:lnTo>
                    <a:pt x="2985055" y="6774114"/>
                  </a:lnTo>
                  <a:lnTo>
                    <a:pt x="3017620" y="6755314"/>
                  </a:lnTo>
                  <a:lnTo>
                    <a:pt x="3036426" y="6787879"/>
                  </a:lnTo>
                  <a:lnTo>
                    <a:pt x="3003860" y="6806685"/>
                  </a:lnTo>
                  <a:close/>
                </a:path>
                <a:path w="6684644" h="7015480">
                  <a:moveTo>
                    <a:pt x="2929265" y="6675720"/>
                  </a:moveTo>
                  <a:lnTo>
                    <a:pt x="2911342" y="6644677"/>
                  </a:lnTo>
                  <a:lnTo>
                    <a:pt x="2942379" y="6626754"/>
                  </a:lnTo>
                  <a:lnTo>
                    <a:pt x="2960302" y="6657803"/>
                  </a:lnTo>
                  <a:lnTo>
                    <a:pt x="2929265" y="6675720"/>
                  </a:lnTo>
                  <a:close/>
                </a:path>
                <a:path w="6684644" h="7015480">
                  <a:moveTo>
                    <a:pt x="2854777" y="6544358"/>
                  </a:moveTo>
                  <a:lnTo>
                    <a:pt x="2838033" y="6515347"/>
                  </a:lnTo>
                  <a:lnTo>
                    <a:pt x="2867038" y="6498603"/>
                  </a:lnTo>
                  <a:lnTo>
                    <a:pt x="2883782" y="6527608"/>
                  </a:lnTo>
                  <a:lnTo>
                    <a:pt x="2854777" y="6544358"/>
                  </a:lnTo>
                  <a:close/>
                </a:path>
                <a:path w="6684644" h="7015480">
                  <a:moveTo>
                    <a:pt x="2780075" y="6413797"/>
                  </a:moveTo>
                  <a:lnTo>
                    <a:pt x="2763917" y="6385810"/>
                  </a:lnTo>
                  <a:lnTo>
                    <a:pt x="2791903" y="6369652"/>
                  </a:lnTo>
                  <a:lnTo>
                    <a:pt x="2808062" y="6397638"/>
                  </a:lnTo>
                  <a:lnTo>
                    <a:pt x="2780075" y="6413797"/>
                  </a:lnTo>
                  <a:close/>
                </a:path>
                <a:path w="6684644" h="7015480">
                  <a:moveTo>
                    <a:pt x="2705374" y="6283235"/>
                  </a:moveTo>
                  <a:lnTo>
                    <a:pt x="2689802" y="6256261"/>
                  </a:lnTo>
                  <a:lnTo>
                    <a:pt x="2716769" y="6240689"/>
                  </a:lnTo>
                  <a:lnTo>
                    <a:pt x="2732341" y="6267663"/>
                  </a:lnTo>
                  <a:lnTo>
                    <a:pt x="2705374" y="6283235"/>
                  </a:lnTo>
                  <a:close/>
                </a:path>
                <a:path w="6684644" h="7015480">
                  <a:moveTo>
                    <a:pt x="2630779" y="6152264"/>
                  </a:moveTo>
                  <a:lnTo>
                    <a:pt x="2616089" y="6126824"/>
                  </a:lnTo>
                  <a:lnTo>
                    <a:pt x="2641529" y="6112135"/>
                  </a:lnTo>
                  <a:lnTo>
                    <a:pt x="2656218" y="6137575"/>
                  </a:lnTo>
                  <a:lnTo>
                    <a:pt x="2630779" y="6152264"/>
                  </a:lnTo>
                  <a:close/>
                </a:path>
                <a:path w="6684644" h="7015480">
                  <a:moveTo>
                    <a:pt x="2556290" y="6020896"/>
                  </a:moveTo>
                  <a:lnTo>
                    <a:pt x="2542780" y="5997495"/>
                  </a:lnTo>
                  <a:lnTo>
                    <a:pt x="2566188" y="5983978"/>
                  </a:lnTo>
                  <a:lnTo>
                    <a:pt x="2579698" y="6007386"/>
                  </a:lnTo>
                  <a:lnTo>
                    <a:pt x="2556290" y="6020896"/>
                  </a:lnTo>
                  <a:close/>
                </a:path>
                <a:path w="6684644" h="7015480">
                  <a:moveTo>
                    <a:pt x="2481695" y="5889932"/>
                  </a:moveTo>
                  <a:lnTo>
                    <a:pt x="2469061" y="5868058"/>
                  </a:lnTo>
                  <a:lnTo>
                    <a:pt x="2490947" y="5855424"/>
                  </a:lnTo>
                  <a:lnTo>
                    <a:pt x="2503575" y="5877298"/>
                  </a:lnTo>
                  <a:lnTo>
                    <a:pt x="2481695" y="5889932"/>
                  </a:lnTo>
                  <a:close/>
                </a:path>
                <a:path w="6684644" h="7015480">
                  <a:moveTo>
                    <a:pt x="2406994" y="5759370"/>
                  </a:moveTo>
                  <a:lnTo>
                    <a:pt x="2394952" y="5738509"/>
                  </a:lnTo>
                  <a:lnTo>
                    <a:pt x="2415813" y="5726462"/>
                  </a:lnTo>
                  <a:lnTo>
                    <a:pt x="2427855" y="5747322"/>
                  </a:lnTo>
                  <a:lnTo>
                    <a:pt x="2406994" y="5759370"/>
                  </a:lnTo>
                  <a:close/>
                </a:path>
                <a:path w="6684644" h="7015480">
                  <a:moveTo>
                    <a:pt x="2332399" y="5628411"/>
                  </a:moveTo>
                  <a:lnTo>
                    <a:pt x="2321234" y="5609072"/>
                  </a:lnTo>
                  <a:lnTo>
                    <a:pt x="2340572" y="5597908"/>
                  </a:lnTo>
                  <a:lnTo>
                    <a:pt x="2351737" y="5617247"/>
                  </a:lnTo>
                  <a:lnTo>
                    <a:pt x="2332399" y="5628411"/>
                  </a:lnTo>
                  <a:close/>
                </a:path>
                <a:path w="6684644" h="7015480">
                  <a:moveTo>
                    <a:pt x="2257804" y="5497441"/>
                  </a:moveTo>
                  <a:lnTo>
                    <a:pt x="2247521" y="5479636"/>
                  </a:lnTo>
                  <a:lnTo>
                    <a:pt x="2265332" y="5469354"/>
                  </a:lnTo>
                  <a:lnTo>
                    <a:pt x="2275614" y="5487158"/>
                  </a:lnTo>
                  <a:lnTo>
                    <a:pt x="2257804" y="5497441"/>
                  </a:lnTo>
                  <a:close/>
                </a:path>
                <a:path w="6684644" h="7015480">
                  <a:moveTo>
                    <a:pt x="2183209" y="5366482"/>
                  </a:moveTo>
                  <a:lnTo>
                    <a:pt x="2173809" y="5350194"/>
                  </a:lnTo>
                  <a:lnTo>
                    <a:pt x="2190097" y="5340794"/>
                  </a:lnTo>
                  <a:lnTo>
                    <a:pt x="2199497" y="5357076"/>
                  </a:lnTo>
                  <a:lnTo>
                    <a:pt x="2183209" y="5366482"/>
                  </a:lnTo>
                  <a:close/>
                </a:path>
                <a:path w="6684644" h="7015480">
                  <a:moveTo>
                    <a:pt x="2108614" y="5235517"/>
                  </a:moveTo>
                  <a:lnTo>
                    <a:pt x="2100096" y="5220757"/>
                  </a:lnTo>
                  <a:lnTo>
                    <a:pt x="2114851" y="5212240"/>
                  </a:lnTo>
                  <a:lnTo>
                    <a:pt x="2123374" y="5226994"/>
                  </a:lnTo>
                  <a:lnTo>
                    <a:pt x="2108614" y="5235517"/>
                  </a:lnTo>
                  <a:close/>
                </a:path>
                <a:path w="6684644" h="7015480">
                  <a:moveTo>
                    <a:pt x="2033912" y="5104949"/>
                  </a:moveTo>
                  <a:lnTo>
                    <a:pt x="2025981" y="5091213"/>
                  </a:lnTo>
                  <a:lnTo>
                    <a:pt x="2039723" y="5083282"/>
                  </a:lnTo>
                  <a:lnTo>
                    <a:pt x="2047654" y="5097018"/>
                  </a:lnTo>
                  <a:lnTo>
                    <a:pt x="2033912" y="5104949"/>
                  </a:lnTo>
                  <a:close/>
                </a:path>
                <a:path w="6684644" h="7015480">
                  <a:moveTo>
                    <a:pt x="1959210" y="4974387"/>
                  </a:moveTo>
                  <a:lnTo>
                    <a:pt x="1951866" y="4961670"/>
                  </a:lnTo>
                  <a:lnTo>
                    <a:pt x="1964589" y="4954326"/>
                  </a:lnTo>
                  <a:lnTo>
                    <a:pt x="1971933" y="4967042"/>
                  </a:lnTo>
                  <a:lnTo>
                    <a:pt x="1959210" y="4974387"/>
                  </a:lnTo>
                  <a:close/>
                </a:path>
                <a:path w="6684644" h="7015480">
                  <a:moveTo>
                    <a:pt x="1884728" y="4843025"/>
                  </a:moveTo>
                  <a:lnTo>
                    <a:pt x="1878556" y="4832340"/>
                  </a:lnTo>
                  <a:lnTo>
                    <a:pt x="1889241" y="4826168"/>
                  </a:lnTo>
                  <a:lnTo>
                    <a:pt x="1895413" y="4836854"/>
                  </a:lnTo>
                  <a:lnTo>
                    <a:pt x="1884728" y="4843025"/>
                  </a:lnTo>
                  <a:close/>
                </a:path>
                <a:path w="6684644" h="7015480">
                  <a:moveTo>
                    <a:pt x="1810021" y="4712464"/>
                  </a:moveTo>
                  <a:lnTo>
                    <a:pt x="1804441" y="4702791"/>
                  </a:lnTo>
                  <a:lnTo>
                    <a:pt x="1814107" y="4697212"/>
                  </a:lnTo>
                  <a:lnTo>
                    <a:pt x="1819693" y="4706878"/>
                  </a:lnTo>
                  <a:lnTo>
                    <a:pt x="1810021" y="4712464"/>
                  </a:lnTo>
                  <a:close/>
                </a:path>
                <a:path w="6684644" h="7015480">
                  <a:moveTo>
                    <a:pt x="1735319" y="4581895"/>
                  </a:moveTo>
                  <a:lnTo>
                    <a:pt x="1730326" y="4573248"/>
                  </a:lnTo>
                  <a:lnTo>
                    <a:pt x="1738979" y="4568255"/>
                  </a:lnTo>
                  <a:lnTo>
                    <a:pt x="1743972" y="4576902"/>
                  </a:lnTo>
                  <a:lnTo>
                    <a:pt x="1735319" y="4581895"/>
                  </a:lnTo>
                  <a:close/>
                </a:path>
                <a:path w="6684644" h="7015480">
                  <a:moveTo>
                    <a:pt x="1660617" y="4451334"/>
                  </a:moveTo>
                  <a:lnTo>
                    <a:pt x="1656210" y="4443705"/>
                  </a:lnTo>
                  <a:lnTo>
                    <a:pt x="1663845" y="4439298"/>
                  </a:lnTo>
                  <a:lnTo>
                    <a:pt x="1668252" y="4446927"/>
                  </a:lnTo>
                  <a:lnTo>
                    <a:pt x="1660617" y="4451334"/>
                  </a:lnTo>
                  <a:close/>
                </a:path>
                <a:path w="6684644" h="7015480">
                  <a:moveTo>
                    <a:pt x="1585922" y="4320772"/>
                  </a:moveTo>
                  <a:lnTo>
                    <a:pt x="1582101" y="4314156"/>
                  </a:lnTo>
                  <a:lnTo>
                    <a:pt x="1588711" y="4310341"/>
                  </a:lnTo>
                  <a:lnTo>
                    <a:pt x="1592532" y="4316951"/>
                  </a:lnTo>
                  <a:lnTo>
                    <a:pt x="1585922" y="4320772"/>
                  </a:lnTo>
                  <a:close/>
                </a:path>
                <a:path w="6684644" h="7015480">
                  <a:moveTo>
                    <a:pt x="1511321" y="4189813"/>
                  </a:moveTo>
                  <a:lnTo>
                    <a:pt x="1508383" y="4184725"/>
                  </a:lnTo>
                  <a:lnTo>
                    <a:pt x="1513471" y="4181788"/>
                  </a:lnTo>
                  <a:lnTo>
                    <a:pt x="1516408" y="4186875"/>
                  </a:lnTo>
                  <a:lnTo>
                    <a:pt x="1511321" y="4189813"/>
                  </a:lnTo>
                  <a:close/>
                </a:path>
                <a:path w="6684644" h="7015480">
                  <a:moveTo>
                    <a:pt x="1436512" y="4059648"/>
                  </a:moveTo>
                  <a:lnTo>
                    <a:pt x="1433871" y="4055064"/>
                  </a:lnTo>
                  <a:lnTo>
                    <a:pt x="1438449" y="4052422"/>
                  </a:lnTo>
                  <a:lnTo>
                    <a:pt x="1441091" y="4057001"/>
                  </a:lnTo>
                  <a:lnTo>
                    <a:pt x="1436512" y="4059648"/>
                  </a:lnTo>
                  <a:close/>
                </a:path>
                <a:path w="6684644" h="7015480">
                  <a:moveTo>
                    <a:pt x="1361811" y="3929087"/>
                  </a:moveTo>
                  <a:lnTo>
                    <a:pt x="1359755" y="3925527"/>
                  </a:lnTo>
                  <a:lnTo>
                    <a:pt x="1363321" y="3923465"/>
                  </a:lnTo>
                  <a:lnTo>
                    <a:pt x="1365376" y="3927025"/>
                  </a:lnTo>
                  <a:lnTo>
                    <a:pt x="1361811" y="3929087"/>
                  </a:lnTo>
                  <a:close/>
                </a:path>
                <a:path w="6684644" h="7015480">
                  <a:moveTo>
                    <a:pt x="1287109" y="3798518"/>
                  </a:moveTo>
                  <a:lnTo>
                    <a:pt x="1285640" y="3795977"/>
                  </a:lnTo>
                  <a:lnTo>
                    <a:pt x="1288181" y="3794508"/>
                  </a:lnTo>
                  <a:lnTo>
                    <a:pt x="1289650" y="3797049"/>
                  </a:lnTo>
                  <a:lnTo>
                    <a:pt x="1287109" y="3798518"/>
                  </a:lnTo>
                  <a:close/>
                </a:path>
                <a:path w="6684644" h="7015480">
                  <a:moveTo>
                    <a:pt x="1212301" y="3668359"/>
                  </a:moveTo>
                  <a:lnTo>
                    <a:pt x="1211122" y="3666321"/>
                  </a:lnTo>
                  <a:lnTo>
                    <a:pt x="1213160" y="3665148"/>
                  </a:lnTo>
                  <a:lnTo>
                    <a:pt x="1214338" y="3667186"/>
                  </a:lnTo>
                  <a:lnTo>
                    <a:pt x="1212301" y="3668359"/>
                  </a:lnTo>
                  <a:close/>
                </a:path>
                <a:path w="6684644" h="7015480">
                  <a:moveTo>
                    <a:pt x="3282481" y="6994897"/>
                  </a:moveTo>
                  <a:lnTo>
                    <a:pt x="3261039" y="6957759"/>
                  </a:lnTo>
                  <a:lnTo>
                    <a:pt x="3298188" y="6936312"/>
                  </a:lnTo>
                  <a:lnTo>
                    <a:pt x="3319630" y="6973449"/>
                  </a:lnTo>
                  <a:lnTo>
                    <a:pt x="3282481" y="6994897"/>
                  </a:lnTo>
                  <a:close/>
                </a:path>
                <a:path w="6684644" h="7015480">
                  <a:moveTo>
                    <a:pt x="3207892" y="6863938"/>
                  </a:moveTo>
                  <a:lnTo>
                    <a:pt x="3187327" y="6828317"/>
                  </a:lnTo>
                  <a:lnTo>
                    <a:pt x="3222942" y="6807752"/>
                  </a:lnTo>
                  <a:lnTo>
                    <a:pt x="3243507" y="6843373"/>
                  </a:lnTo>
                  <a:lnTo>
                    <a:pt x="3207892" y="6863938"/>
                  </a:lnTo>
                  <a:close/>
                </a:path>
                <a:path w="6684644" h="7015480">
                  <a:moveTo>
                    <a:pt x="3133297" y="6732973"/>
                  </a:moveTo>
                  <a:lnTo>
                    <a:pt x="3113614" y="6698880"/>
                  </a:lnTo>
                  <a:lnTo>
                    <a:pt x="3147701" y="6679198"/>
                  </a:lnTo>
                  <a:lnTo>
                    <a:pt x="3167384" y="6713291"/>
                  </a:lnTo>
                  <a:lnTo>
                    <a:pt x="3133297" y="6732973"/>
                  </a:lnTo>
                  <a:close/>
                </a:path>
                <a:path w="6684644" h="7015480">
                  <a:moveTo>
                    <a:pt x="3058701" y="6602008"/>
                  </a:moveTo>
                  <a:lnTo>
                    <a:pt x="3039901" y="6569443"/>
                  </a:lnTo>
                  <a:lnTo>
                    <a:pt x="3072467" y="6550637"/>
                  </a:lnTo>
                  <a:lnTo>
                    <a:pt x="3091272" y="6583208"/>
                  </a:lnTo>
                  <a:lnTo>
                    <a:pt x="3058701" y="6602008"/>
                  </a:lnTo>
                  <a:close/>
                </a:path>
                <a:path w="6684644" h="7015480">
                  <a:moveTo>
                    <a:pt x="2984106" y="6471043"/>
                  </a:moveTo>
                  <a:lnTo>
                    <a:pt x="2966183" y="6440006"/>
                  </a:lnTo>
                  <a:lnTo>
                    <a:pt x="2997226" y="6422083"/>
                  </a:lnTo>
                  <a:lnTo>
                    <a:pt x="3015149" y="6453120"/>
                  </a:lnTo>
                  <a:lnTo>
                    <a:pt x="2984106" y="6471043"/>
                  </a:lnTo>
                  <a:close/>
                </a:path>
                <a:path w="6684644" h="7015480">
                  <a:moveTo>
                    <a:pt x="2909618" y="6339676"/>
                  </a:moveTo>
                  <a:lnTo>
                    <a:pt x="2892874" y="6310671"/>
                  </a:lnTo>
                  <a:lnTo>
                    <a:pt x="2921873" y="6293926"/>
                  </a:lnTo>
                  <a:lnTo>
                    <a:pt x="2938623" y="6322931"/>
                  </a:lnTo>
                  <a:lnTo>
                    <a:pt x="2909618" y="6339676"/>
                  </a:lnTo>
                  <a:close/>
                </a:path>
                <a:path w="6684644" h="7015480">
                  <a:moveTo>
                    <a:pt x="2834916" y="6209114"/>
                  </a:moveTo>
                  <a:lnTo>
                    <a:pt x="2818758" y="6181127"/>
                  </a:lnTo>
                  <a:lnTo>
                    <a:pt x="2846744" y="6164969"/>
                  </a:lnTo>
                  <a:lnTo>
                    <a:pt x="2862903" y="6192956"/>
                  </a:lnTo>
                  <a:lnTo>
                    <a:pt x="2834916" y="6209114"/>
                  </a:lnTo>
                  <a:close/>
                </a:path>
                <a:path w="6684644" h="7015480">
                  <a:moveTo>
                    <a:pt x="2760321" y="6078149"/>
                  </a:moveTo>
                  <a:lnTo>
                    <a:pt x="2745046" y="6051691"/>
                  </a:lnTo>
                  <a:lnTo>
                    <a:pt x="2771504" y="6036415"/>
                  </a:lnTo>
                  <a:lnTo>
                    <a:pt x="2786780" y="6062873"/>
                  </a:lnTo>
                  <a:lnTo>
                    <a:pt x="2760321" y="6078149"/>
                  </a:lnTo>
                  <a:close/>
                </a:path>
                <a:path w="6684644" h="7015480">
                  <a:moveTo>
                    <a:pt x="2685732" y="5947184"/>
                  </a:moveTo>
                  <a:lnTo>
                    <a:pt x="2671333" y="5922254"/>
                  </a:lnTo>
                  <a:lnTo>
                    <a:pt x="2696269" y="5907855"/>
                  </a:lnTo>
                  <a:lnTo>
                    <a:pt x="2710662" y="5932791"/>
                  </a:lnTo>
                  <a:lnTo>
                    <a:pt x="2685732" y="5947184"/>
                  </a:lnTo>
                  <a:close/>
                </a:path>
                <a:path w="6684644" h="7015480">
                  <a:moveTo>
                    <a:pt x="2611244" y="5815822"/>
                  </a:moveTo>
                  <a:lnTo>
                    <a:pt x="2598017" y="5792918"/>
                  </a:lnTo>
                  <a:lnTo>
                    <a:pt x="2620916" y="5779697"/>
                  </a:lnTo>
                  <a:lnTo>
                    <a:pt x="2634142" y="5802602"/>
                  </a:lnTo>
                  <a:lnTo>
                    <a:pt x="2611244" y="5815822"/>
                  </a:lnTo>
                  <a:close/>
                </a:path>
                <a:path w="6684644" h="7015480">
                  <a:moveTo>
                    <a:pt x="2536536" y="5685261"/>
                  </a:moveTo>
                  <a:lnTo>
                    <a:pt x="2523902" y="5663381"/>
                  </a:lnTo>
                  <a:lnTo>
                    <a:pt x="2545788" y="5650747"/>
                  </a:lnTo>
                  <a:lnTo>
                    <a:pt x="2558422" y="5672627"/>
                  </a:lnTo>
                  <a:lnTo>
                    <a:pt x="2536536" y="5685261"/>
                  </a:lnTo>
                  <a:close/>
                </a:path>
                <a:path w="6684644" h="7015480">
                  <a:moveTo>
                    <a:pt x="2461941" y="5554296"/>
                  </a:moveTo>
                  <a:lnTo>
                    <a:pt x="2450190" y="5533938"/>
                  </a:lnTo>
                  <a:lnTo>
                    <a:pt x="2470548" y="5522187"/>
                  </a:lnTo>
                  <a:lnTo>
                    <a:pt x="2482299" y="5542544"/>
                  </a:lnTo>
                  <a:lnTo>
                    <a:pt x="2461941" y="5554296"/>
                  </a:lnTo>
                  <a:close/>
                </a:path>
                <a:path w="6684644" h="7015480">
                  <a:moveTo>
                    <a:pt x="2387352" y="5423331"/>
                  </a:moveTo>
                  <a:lnTo>
                    <a:pt x="2376477" y="5404501"/>
                  </a:lnTo>
                  <a:lnTo>
                    <a:pt x="2395307" y="5393633"/>
                  </a:lnTo>
                  <a:lnTo>
                    <a:pt x="2406176" y="5412462"/>
                  </a:lnTo>
                  <a:lnTo>
                    <a:pt x="2387352" y="5423331"/>
                  </a:lnTo>
                  <a:close/>
                </a:path>
                <a:path w="6684644" h="7015480">
                  <a:moveTo>
                    <a:pt x="2312650" y="5292769"/>
                  </a:moveTo>
                  <a:lnTo>
                    <a:pt x="2302362" y="5274952"/>
                  </a:lnTo>
                  <a:lnTo>
                    <a:pt x="2320173" y="5264670"/>
                  </a:lnTo>
                  <a:lnTo>
                    <a:pt x="2330461" y="5282486"/>
                  </a:lnTo>
                  <a:lnTo>
                    <a:pt x="2312650" y="5292769"/>
                  </a:lnTo>
                  <a:close/>
                </a:path>
                <a:path w="6684644" h="7015480">
                  <a:moveTo>
                    <a:pt x="2238156" y="5161401"/>
                  </a:moveTo>
                  <a:lnTo>
                    <a:pt x="2229052" y="5145628"/>
                  </a:lnTo>
                  <a:lnTo>
                    <a:pt x="2244831" y="5136519"/>
                  </a:lnTo>
                  <a:lnTo>
                    <a:pt x="2253935" y="5152292"/>
                  </a:lnTo>
                  <a:lnTo>
                    <a:pt x="2238156" y="5161401"/>
                  </a:lnTo>
                  <a:close/>
                </a:path>
                <a:path w="6684644" h="7015480">
                  <a:moveTo>
                    <a:pt x="2163461" y="5030833"/>
                  </a:moveTo>
                  <a:lnTo>
                    <a:pt x="2154943" y="5016084"/>
                  </a:lnTo>
                  <a:lnTo>
                    <a:pt x="2169698" y="5007561"/>
                  </a:lnTo>
                  <a:lnTo>
                    <a:pt x="2178215" y="5022316"/>
                  </a:lnTo>
                  <a:lnTo>
                    <a:pt x="2163461" y="5030833"/>
                  </a:lnTo>
                  <a:close/>
                </a:path>
                <a:path w="6684644" h="7015480">
                  <a:moveTo>
                    <a:pt x="2088859" y="4899875"/>
                  </a:moveTo>
                  <a:lnTo>
                    <a:pt x="2081225" y="4886648"/>
                  </a:lnTo>
                  <a:lnTo>
                    <a:pt x="2094457" y="4879007"/>
                  </a:lnTo>
                  <a:lnTo>
                    <a:pt x="2102097" y="4892234"/>
                  </a:lnTo>
                  <a:lnTo>
                    <a:pt x="2088859" y="4899875"/>
                  </a:lnTo>
                  <a:close/>
                </a:path>
                <a:path w="6684644" h="7015480">
                  <a:moveTo>
                    <a:pt x="2014164" y="4769313"/>
                  </a:moveTo>
                  <a:lnTo>
                    <a:pt x="2007116" y="4757099"/>
                  </a:lnTo>
                  <a:lnTo>
                    <a:pt x="2019329" y="4750045"/>
                  </a:lnTo>
                  <a:lnTo>
                    <a:pt x="2026377" y="4762258"/>
                  </a:lnTo>
                  <a:lnTo>
                    <a:pt x="2014164" y="4769313"/>
                  </a:lnTo>
                  <a:close/>
                </a:path>
                <a:path w="6684644" h="7015480">
                  <a:moveTo>
                    <a:pt x="1939676" y="4637945"/>
                  </a:moveTo>
                  <a:lnTo>
                    <a:pt x="1933800" y="4627770"/>
                  </a:lnTo>
                  <a:lnTo>
                    <a:pt x="1943976" y="4621894"/>
                  </a:lnTo>
                  <a:lnTo>
                    <a:pt x="1949852" y="4632070"/>
                  </a:lnTo>
                  <a:lnTo>
                    <a:pt x="1939676" y="4637945"/>
                  </a:lnTo>
                  <a:close/>
                </a:path>
                <a:path w="6684644" h="7015480">
                  <a:moveTo>
                    <a:pt x="1864974" y="4507383"/>
                  </a:moveTo>
                  <a:lnTo>
                    <a:pt x="1859685" y="4498226"/>
                  </a:lnTo>
                  <a:lnTo>
                    <a:pt x="1868842" y="4492937"/>
                  </a:lnTo>
                  <a:lnTo>
                    <a:pt x="1874131" y="4502094"/>
                  </a:lnTo>
                  <a:lnTo>
                    <a:pt x="1864974" y="4507383"/>
                  </a:lnTo>
                  <a:close/>
                </a:path>
                <a:path w="6684644" h="7015480">
                  <a:moveTo>
                    <a:pt x="1790272" y="4376822"/>
                  </a:moveTo>
                  <a:lnTo>
                    <a:pt x="1785569" y="4368677"/>
                  </a:lnTo>
                  <a:lnTo>
                    <a:pt x="1793714" y="4363974"/>
                  </a:lnTo>
                  <a:lnTo>
                    <a:pt x="1798416" y="4372119"/>
                  </a:lnTo>
                  <a:lnTo>
                    <a:pt x="1790272" y="4376822"/>
                  </a:lnTo>
                  <a:close/>
                </a:path>
                <a:path w="6684644" h="7015480">
                  <a:moveTo>
                    <a:pt x="1715571" y="4246260"/>
                  </a:moveTo>
                  <a:lnTo>
                    <a:pt x="1711460" y="4239134"/>
                  </a:lnTo>
                  <a:lnTo>
                    <a:pt x="1718585" y="4235018"/>
                  </a:lnTo>
                  <a:lnTo>
                    <a:pt x="1722696" y="4242143"/>
                  </a:lnTo>
                  <a:lnTo>
                    <a:pt x="1715571" y="4246260"/>
                  </a:lnTo>
                  <a:close/>
                </a:path>
                <a:path w="6684644" h="7015480">
                  <a:moveTo>
                    <a:pt x="1640869" y="4115692"/>
                  </a:moveTo>
                  <a:lnTo>
                    <a:pt x="1637339" y="4109585"/>
                  </a:lnTo>
                  <a:lnTo>
                    <a:pt x="1643446" y="4106061"/>
                  </a:lnTo>
                  <a:lnTo>
                    <a:pt x="1646970" y="4112167"/>
                  </a:lnTo>
                  <a:lnTo>
                    <a:pt x="1640869" y="4115692"/>
                  </a:lnTo>
                  <a:close/>
                </a:path>
                <a:path w="6684644" h="7015480">
                  <a:moveTo>
                    <a:pt x="1566167" y="3985130"/>
                  </a:moveTo>
                  <a:lnTo>
                    <a:pt x="1563229" y="3980042"/>
                  </a:lnTo>
                  <a:lnTo>
                    <a:pt x="1568317" y="3977104"/>
                  </a:lnTo>
                  <a:lnTo>
                    <a:pt x="1571255" y="3982192"/>
                  </a:lnTo>
                  <a:lnTo>
                    <a:pt x="1566167" y="3985130"/>
                  </a:lnTo>
                  <a:close/>
                </a:path>
                <a:path w="6684644" h="7015480">
                  <a:moveTo>
                    <a:pt x="1491460" y="3854568"/>
                  </a:moveTo>
                  <a:lnTo>
                    <a:pt x="1489108" y="3850499"/>
                  </a:lnTo>
                  <a:lnTo>
                    <a:pt x="1493183" y="3848148"/>
                  </a:lnTo>
                  <a:lnTo>
                    <a:pt x="1495535" y="3852217"/>
                  </a:lnTo>
                  <a:lnTo>
                    <a:pt x="1491460" y="3854568"/>
                  </a:lnTo>
                  <a:close/>
                </a:path>
                <a:path w="6684644" h="7015480">
                  <a:moveTo>
                    <a:pt x="1416766" y="3724006"/>
                  </a:moveTo>
                  <a:lnTo>
                    <a:pt x="1414999" y="3720950"/>
                  </a:lnTo>
                  <a:lnTo>
                    <a:pt x="1418056" y="3719191"/>
                  </a:lnTo>
                  <a:lnTo>
                    <a:pt x="1419815" y="3722242"/>
                  </a:lnTo>
                  <a:lnTo>
                    <a:pt x="1416766" y="3724006"/>
                  </a:lnTo>
                  <a:close/>
                </a:path>
                <a:path w="6684644" h="7015480">
                  <a:moveTo>
                    <a:pt x="1342062" y="3593445"/>
                  </a:moveTo>
                  <a:lnTo>
                    <a:pt x="1340884" y="3591407"/>
                  </a:lnTo>
                  <a:lnTo>
                    <a:pt x="1342921" y="3590228"/>
                  </a:lnTo>
                  <a:lnTo>
                    <a:pt x="1344094" y="3592266"/>
                  </a:lnTo>
                  <a:lnTo>
                    <a:pt x="1342062" y="3593445"/>
                  </a:lnTo>
                  <a:close/>
                </a:path>
                <a:path w="6684644" h="7015480">
                  <a:moveTo>
                    <a:pt x="1267248" y="3463285"/>
                  </a:moveTo>
                  <a:lnTo>
                    <a:pt x="1266366" y="3461757"/>
                  </a:lnTo>
                  <a:lnTo>
                    <a:pt x="1267894" y="3460875"/>
                  </a:lnTo>
                  <a:lnTo>
                    <a:pt x="1268777" y="3462403"/>
                  </a:lnTo>
                  <a:lnTo>
                    <a:pt x="1267248" y="3463285"/>
                  </a:lnTo>
                  <a:close/>
                </a:path>
                <a:path w="6684644" h="7015480">
                  <a:moveTo>
                    <a:pt x="3517818" y="7015287"/>
                  </a:moveTo>
                  <a:lnTo>
                    <a:pt x="3466246" y="7015287"/>
                  </a:lnTo>
                  <a:lnTo>
                    <a:pt x="3464507" y="7012275"/>
                  </a:lnTo>
                  <a:lnTo>
                    <a:pt x="3503185" y="6989945"/>
                  </a:lnTo>
                  <a:lnTo>
                    <a:pt x="3517818" y="7015287"/>
                  </a:lnTo>
                  <a:close/>
                </a:path>
                <a:path w="6684644" h="7015480">
                  <a:moveTo>
                    <a:pt x="3411922" y="6921190"/>
                  </a:moveTo>
                  <a:lnTo>
                    <a:pt x="3389592" y="6882519"/>
                  </a:lnTo>
                  <a:lnTo>
                    <a:pt x="3428269" y="6860189"/>
                  </a:lnTo>
                  <a:lnTo>
                    <a:pt x="3450594" y="6898860"/>
                  </a:lnTo>
                  <a:lnTo>
                    <a:pt x="3411922" y="6921190"/>
                  </a:lnTo>
                  <a:close/>
                </a:path>
                <a:path w="6684644" h="7015480">
                  <a:moveTo>
                    <a:pt x="3337327" y="6790225"/>
                  </a:moveTo>
                  <a:lnTo>
                    <a:pt x="3315879" y="6753076"/>
                  </a:lnTo>
                  <a:lnTo>
                    <a:pt x="3353029" y="6731629"/>
                  </a:lnTo>
                  <a:lnTo>
                    <a:pt x="3374476" y="6768778"/>
                  </a:lnTo>
                  <a:lnTo>
                    <a:pt x="3337327" y="6790225"/>
                  </a:lnTo>
                  <a:close/>
                </a:path>
                <a:path w="6684644" h="7015480">
                  <a:moveTo>
                    <a:pt x="3262625" y="6659664"/>
                  </a:moveTo>
                  <a:lnTo>
                    <a:pt x="3241764" y="6623533"/>
                  </a:lnTo>
                  <a:lnTo>
                    <a:pt x="3277895" y="6602672"/>
                  </a:lnTo>
                  <a:lnTo>
                    <a:pt x="3298756" y="6638803"/>
                  </a:lnTo>
                  <a:lnTo>
                    <a:pt x="3262625" y="6659664"/>
                  </a:lnTo>
                  <a:close/>
                </a:path>
                <a:path w="6684644" h="7015480">
                  <a:moveTo>
                    <a:pt x="3188137" y="6528290"/>
                  </a:moveTo>
                  <a:lnTo>
                    <a:pt x="3168454" y="6494203"/>
                  </a:lnTo>
                  <a:lnTo>
                    <a:pt x="3202547" y="6474521"/>
                  </a:lnTo>
                  <a:lnTo>
                    <a:pt x="3222230" y="6508608"/>
                  </a:lnTo>
                  <a:lnTo>
                    <a:pt x="3188137" y="6528290"/>
                  </a:lnTo>
                  <a:close/>
                </a:path>
                <a:path w="6684644" h="7015480">
                  <a:moveTo>
                    <a:pt x="3113542" y="6397332"/>
                  </a:moveTo>
                  <a:lnTo>
                    <a:pt x="3094736" y="6364767"/>
                  </a:lnTo>
                  <a:lnTo>
                    <a:pt x="3127307" y="6345961"/>
                  </a:lnTo>
                  <a:lnTo>
                    <a:pt x="3146107" y="6378532"/>
                  </a:lnTo>
                  <a:lnTo>
                    <a:pt x="3113542" y="6397332"/>
                  </a:lnTo>
                  <a:close/>
                </a:path>
                <a:path w="6684644" h="7015480">
                  <a:moveTo>
                    <a:pt x="3038946" y="6266367"/>
                  </a:moveTo>
                  <a:lnTo>
                    <a:pt x="3021023" y="6235330"/>
                  </a:lnTo>
                  <a:lnTo>
                    <a:pt x="3052072" y="6217407"/>
                  </a:lnTo>
                  <a:lnTo>
                    <a:pt x="3069989" y="6248444"/>
                  </a:lnTo>
                  <a:lnTo>
                    <a:pt x="3038946" y="6266367"/>
                  </a:lnTo>
                  <a:close/>
                </a:path>
                <a:path w="6684644" h="7015480">
                  <a:moveTo>
                    <a:pt x="2964464" y="6134999"/>
                  </a:moveTo>
                  <a:lnTo>
                    <a:pt x="2947720" y="6105994"/>
                  </a:lnTo>
                  <a:lnTo>
                    <a:pt x="2976719" y="6089250"/>
                  </a:lnTo>
                  <a:lnTo>
                    <a:pt x="2993463" y="6118255"/>
                  </a:lnTo>
                  <a:lnTo>
                    <a:pt x="2964464" y="6134999"/>
                  </a:lnTo>
                  <a:close/>
                </a:path>
                <a:path w="6684644" h="7015480">
                  <a:moveTo>
                    <a:pt x="2889756" y="6004438"/>
                  </a:moveTo>
                  <a:lnTo>
                    <a:pt x="2873598" y="5976451"/>
                  </a:lnTo>
                  <a:lnTo>
                    <a:pt x="2901585" y="5960293"/>
                  </a:lnTo>
                  <a:lnTo>
                    <a:pt x="2917743" y="5988279"/>
                  </a:lnTo>
                  <a:lnTo>
                    <a:pt x="2889756" y="6004438"/>
                  </a:lnTo>
                  <a:close/>
                </a:path>
                <a:path w="6684644" h="7015480">
                  <a:moveTo>
                    <a:pt x="2815168" y="5873473"/>
                  </a:moveTo>
                  <a:lnTo>
                    <a:pt x="2799886" y="5847014"/>
                  </a:lnTo>
                  <a:lnTo>
                    <a:pt x="2826344" y="5831739"/>
                  </a:lnTo>
                  <a:lnTo>
                    <a:pt x="2841626" y="5858197"/>
                  </a:lnTo>
                  <a:lnTo>
                    <a:pt x="2815168" y="5873473"/>
                  </a:lnTo>
                  <a:close/>
                </a:path>
                <a:path w="6684644" h="7015480">
                  <a:moveTo>
                    <a:pt x="2740567" y="5742514"/>
                  </a:moveTo>
                  <a:lnTo>
                    <a:pt x="2726174" y="5717578"/>
                  </a:lnTo>
                  <a:lnTo>
                    <a:pt x="2751104" y="5703179"/>
                  </a:lnTo>
                  <a:lnTo>
                    <a:pt x="2765503" y="5728115"/>
                  </a:lnTo>
                  <a:lnTo>
                    <a:pt x="2740567" y="5742514"/>
                  </a:lnTo>
                  <a:close/>
                </a:path>
                <a:path w="6684644" h="7015480">
                  <a:moveTo>
                    <a:pt x="2666084" y="5611147"/>
                  </a:moveTo>
                  <a:lnTo>
                    <a:pt x="2652864" y="5588248"/>
                  </a:lnTo>
                  <a:lnTo>
                    <a:pt x="2675763" y="5575027"/>
                  </a:lnTo>
                  <a:lnTo>
                    <a:pt x="2688983" y="5597926"/>
                  </a:lnTo>
                  <a:lnTo>
                    <a:pt x="2666084" y="5611147"/>
                  </a:lnTo>
                  <a:close/>
                </a:path>
                <a:path w="6684644" h="7015480">
                  <a:moveTo>
                    <a:pt x="2591489" y="5480176"/>
                  </a:moveTo>
                  <a:lnTo>
                    <a:pt x="2579151" y="5458805"/>
                  </a:lnTo>
                  <a:lnTo>
                    <a:pt x="2600522" y="5446468"/>
                  </a:lnTo>
                  <a:lnTo>
                    <a:pt x="2612860" y="5467838"/>
                  </a:lnTo>
                  <a:lnTo>
                    <a:pt x="2591489" y="5480176"/>
                  </a:lnTo>
                  <a:close/>
                </a:path>
                <a:path w="6684644" h="7015480">
                  <a:moveTo>
                    <a:pt x="2516894" y="5349217"/>
                  </a:moveTo>
                  <a:lnTo>
                    <a:pt x="2505433" y="5329375"/>
                  </a:lnTo>
                  <a:lnTo>
                    <a:pt x="2525281" y="5317914"/>
                  </a:lnTo>
                  <a:lnTo>
                    <a:pt x="2536736" y="5337762"/>
                  </a:lnTo>
                  <a:lnTo>
                    <a:pt x="2516894" y="5349217"/>
                  </a:lnTo>
                  <a:close/>
                </a:path>
                <a:path w="6684644" h="7015480">
                  <a:moveTo>
                    <a:pt x="2442299" y="5218252"/>
                  </a:moveTo>
                  <a:lnTo>
                    <a:pt x="2431721" y="5199932"/>
                  </a:lnTo>
                  <a:lnTo>
                    <a:pt x="2450047" y="5189354"/>
                  </a:lnTo>
                  <a:lnTo>
                    <a:pt x="2460619" y="5207673"/>
                  </a:lnTo>
                  <a:lnTo>
                    <a:pt x="2442299" y="5218252"/>
                  </a:lnTo>
                  <a:close/>
                </a:path>
                <a:path w="6684644" h="7015480">
                  <a:moveTo>
                    <a:pt x="2367592" y="5087690"/>
                  </a:moveTo>
                  <a:lnTo>
                    <a:pt x="2357606" y="5070389"/>
                  </a:lnTo>
                  <a:lnTo>
                    <a:pt x="2374907" y="5060397"/>
                  </a:lnTo>
                  <a:lnTo>
                    <a:pt x="2384899" y="5077698"/>
                  </a:lnTo>
                  <a:lnTo>
                    <a:pt x="2367592" y="5087690"/>
                  </a:lnTo>
                  <a:close/>
                </a:path>
                <a:path w="6684644" h="7015480">
                  <a:moveTo>
                    <a:pt x="2293109" y="4956323"/>
                  </a:moveTo>
                  <a:lnTo>
                    <a:pt x="2284296" y="4941059"/>
                  </a:lnTo>
                  <a:lnTo>
                    <a:pt x="2299565" y="4932246"/>
                  </a:lnTo>
                  <a:lnTo>
                    <a:pt x="2308379" y="4947510"/>
                  </a:lnTo>
                  <a:lnTo>
                    <a:pt x="2293109" y="4956323"/>
                  </a:lnTo>
                  <a:close/>
                </a:path>
                <a:path w="6684644" h="7015480">
                  <a:moveTo>
                    <a:pt x="2218408" y="4825761"/>
                  </a:moveTo>
                  <a:lnTo>
                    <a:pt x="2210180" y="4811511"/>
                  </a:lnTo>
                  <a:lnTo>
                    <a:pt x="2224431" y="4803284"/>
                  </a:lnTo>
                  <a:lnTo>
                    <a:pt x="2232659" y="4817534"/>
                  </a:lnTo>
                  <a:lnTo>
                    <a:pt x="2218408" y="4825761"/>
                  </a:lnTo>
                  <a:close/>
                </a:path>
                <a:path w="6684644" h="7015480">
                  <a:moveTo>
                    <a:pt x="2143813" y="4694796"/>
                  </a:moveTo>
                  <a:lnTo>
                    <a:pt x="2136468" y="4682073"/>
                  </a:lnTo>
                  <a:lnTo>
                    <a:pt x="2149191" y="4674728"/>
                  </a:lnTo>
                  <a:lnTo>
                    <a:pt x="2156535" y="4687451"/>
                  </a:lnTo>
                  <a:lnTo>
                    <a:pt x="2143813" y="4694796"/>
                  </a:lnTo>
                  <a:close/>
                </a:path>
                <a:path w="6684644" h="7015480">
                  <a:moveTo>
                    <a:pt x="2069223" y="4563831"/>
                  </a:moveTo>
                  <a:lnTo>
                    <a:pt x="2062756" y="4552636"/>
                  </a:lnTo>
                  <a:lnTo>
                    <a:pt x="2073950" y="4546174"/>
                  </a:lnTo>
                  <a:lnTo>
                    <a:pt x="2080412" y="4557369"/>
                  </a:lnTo>
                  <a:lnTo>
                    <a:pt x="2069223" y="4563831"/>
                  </a:lnTo>
                  <a:close/>
                </a:path>
                <a:path w="6684644" h="7015480">
                  <a:moveTo>
                    <a:pt x="1994622" y="4432866"/>
                  </a:moveTo>
                  <a:lnTo>
                    <a:pt x="1989037" y="4423200"/>
                  </a:lnTo>
                  <a:lnTo>
                    <a:pt x="1998709" y="4417614"/>
                  </a:lnTo>
                  <a:lnTo>
                    <a:pt x="2004289" y="4427287"/>
                  </a:lnTo>
                  <a:lnTo>
                    <a:pt x="1994622" y="4432866"/>
                  </a:lnTo>
                  <a:close/>
                </a:path>
                <a:path w="6684644" h="7015480">
                  <a:moveTo>
                    <a:pt x="1919921" y="4302305"/>
                  </a:moveTo>
                  <a:lnTo>
                    <a:pt x="1914927" y="4293651"/>
                  </a:lnTo>
                  <a:lnTo>
                    <a:pt x="1923581" y="4288658"/>
                  </a:lnTo>
                  <a:lnTo>
                    <a:pt x="1928574" y="4297312"/>
                  </a:lnTo>
                  <a:lnTo>
                    <a:pt x="1919921" y="4302305"/>
                  </a:lnTo>
                  <a:close/>
                </a:path>
                <a:path w="6684644" h="7015480">
                  <a:moveTo>
                    <a:pt x="1845219" y="4171743"/>
                  </a:moveTo>
                  <a:lnTo>
                    <a:pt x="1840812" y="4164108"/>
                  </a:lnTo>
                  <a:lnTo>
                    <a:pt x="1848447" y="4159701"/>
                  </a:lnTo>
                  <a:lnTo>
                    <a:pt x="1852854" y="4167336"/>
                  </a:lnTo>
                  <a:lnTo>
                    <a:pt x="1845219" y="4171743"/>
                  </a:lnTo>
                  <a:close/>
                </a:path>
                <a:path w="6684644" h="7015480">
                  <a:moveTo>
                    <a:pt x="1770517" y="4041175"/>
                  </a:moveTo>
                  <a:lnTo>
                    <a:pt x="1766697" y="4034564"/>
                  </a:lnTo>
                  <a:lnTo>
                    <a:pt x="1773319" y="4030744"/>
                  </a:lnTo>
                  <a:lnTo>
                    <a:pt x="1777133" y="4037354"/>
                  </a:lnTo>
                  <a:lnTo>
                    <a:pt x="1770517" y="4041175"/>
                  </a:lnTo>
                  <a:close/>
                </a:path>
                <a:path w="6684644" h="7015480">
                  <a:moveTo>
                    <a:pt x="1695816" y="3910613"/>
                  </a:moveTo>
                  <a:lnTo>
                    <a:pt x="1692582" y="3905021"/>
                  </a:lnTo>
                  <a:lnTo>
                    <a:pt x="1698179" y="3901787"/>
                  </a:lnTo>
                  <a:lnTo>
                    <a:pt x="1701407" y="3907385"/>
                  </a:lnTo>
                  <a:lnTo>
                    <a:pt x="1695816" y="3910613"/>
                  </a:lnTo>
                  <a:close/>
                </a:path>
                <a:path w="6684644" h="7015480">
                  <a:moveTo>
                    <a:pt x="1621109" y="3780051"/>
                  </a:moveTo>
                  <a:lnTo>
                    <a:pt x="1618467" y="3775479"/>
                  </a:lnTo>
                  <a:lnTo>
                    <a:pt x="1623051" y="3772831"/>
                  </a:lnTo>
                  <a:lnTo>
                    <a:pt x="1625693" y="3777410"/>
                  </a:lnTo>
                  <a:lnTo>
                    <a:pt x="1621109" y="3780051"/>
                  </a:lnTo>
                  <a:close/>
                </a:path>
                <a:path w="6684644" h="7015480">
                  <a:moveTo>
                    <a:pt x="1546413" y="3649495"/>
                  </a:moveTo>
                  <a:lnTo>
                    <a:pt x="1544357" y="3645930"/>
                  </a:lnTo>
                  <a:lnTo>
                    <a:pt x="1547917" y="3643874"/>
                  </a:lnTo>
                  <a:lnTo>
                    <a:pt x="1549972" y="3647440"/>
                  </a:lnTo>
                  <a:lnTo>
                    <a:pt x="1546413" y="3649495"/>
                  </a:lnTo>
                  <a:close/>
                </a:path>
                <a:path w="6684644" h="7015480">
                  <a:moveTo>
                    <a:pt x="1471711" y="3518927"/>
                  </a:moveTo>
                  <a:lnTo>
                    <a:pt x="1470242" y="3516386"/>
                  </a:lnTo>
                  <a:lnTo>
                    <a:pt x="1472789" y="3514917"/>
                  </a:lnTo>
                  <a:lnTo>
                    <a:pt x="1474258" y="3517458"/>
                  </a:lnTo>
                  <a:lnTo>
                    <a:pt x="1471711" y="3518927"/>
                  </a:lnTo>
                  <a:close/>
                </a:path>
                <a:path w="6684644" h="7015480">
                  <a:moveTo>
                    <a:pt x="1396897" y="3388767"/>
                  </a:moveTo>
                  <a:lnTo>
                    <a:pt x="1395724" y="3386730"/>
                  </a:lnTo>
                  <a:lnTo>
                    <a:pt x="1397756" y="3385557"/>
                  </a:lnTo>
                  <a:lnTo>
                    <a:pt x="1398935" y="3387588"/>
                  </a:lnTo>
                  <a:lnTo>
                    <a:pt x="1396897" y="3388767"/>
                  </a:lnTo>
                  <a:close/>
                </a:path>
                <a:path w="6684644" h="7015480">
                  <a:moveTo>
                    <a:pt x="3615952" y="6978443"/>
                  </a:moveTo>
                  <a:lnTo>
                    <a:pt x="3591857" y="6936715"/>
                  </a:lnTo>
                  <a:lnTo>
                    <a:pt x="3633586" y="6912620"/>
                  </a:lnTo>
                  <a:lnTo>
                    <a:pt x="3657680" y="6954348"/>
                  </a:lnTo>
                  <a:lnTo>
                    <a:pt x="3615952" y="6978443"/>
                  </a:lnTo>
                  <a:close/>
                </a:path>
                <a:path w="6684644" h="7015480">
                  <a:moveTo>
                    <a:pt x="3541357" y="6847478"/>
                  </a:moveTo>
                  <a:lnTo>
                    <a:pt x="3518144" y="6807278"/>
                  </a:lnTo>
                  <a:lnTo>
                    <a:pt x="3558344" y="6784065"/>
                  </a:lnTo>
                  <a:lnTo>
                    <a:pt x="3581557" y="6824265"/>
                  </a:lnTo>
                  <a:lnTo>
                    <a:pt x="3541357" y="6847478"/>
                  </a:lnTo>
                  <a:close/>
                </a:path>
                <a:path w="6684644" h="7015480">
                  <a:moveTo>
                    <a:pt x="3466762" y="6716507"/>
                  </a:moveTo>
                  <a:lnTo>
                    <a:pt x="3444432" y="6677835"/>
                  </a:lnTo>
                  <a:lnTo>
                    <a:pt x="3483103" y="6655511"/>
                  </a:lnTo>
                  <a:lnTo>
                    <a:pt x="3505433" y="6694183"/>
                  </a:lnTo>
                  <a:lnTo>
                    <a:pt x="3466762" y="6716507"/>
                  </a:lnTo>
                  <a:close/>
                </a:path>
                <a:path w="6684644" h="7015480">
                  <a:moveTo>
                    <a:pt x="3392167" y="6585549"/>
                  </a:moveTo>
                  <a:lnTo>
                    <a:pt x="3370719" y="6548399"/>
                  </a:lnTo>
                  <a:lnTo>
                    <a:pt x="3407868" y="6526952"/>
                  </a:lnTo>
                  <a:lnTo>
                    <a:pt x="3429316" y="6564101"/>
                  </a:lnTo>
                  <a:lnTo>
                    <a:pt x="3392167" y="6585549"/>
                  </a:lnTo>
                  <a:close/>
                </a:path>
                <a:path w="6684644" h="7015480">
                  <a:moveTo>
                    <a:pt x="3317465" y="6454987"/>
                  </a:moveTo>
                  <a:lnTo>
                    <a:pt x="3296604" y="6418850"/>
                  </a:lnTo>
                  <a:lnTo>
                    <a:pt x="3332735" y="6397995"/>
                  </a:lnTo>
                  <a:lnTo>
                    <a:pt x="3353596" y="6434126"/>
                  </a:lnTo>
                  <a:lnTo>
                    <a:pt x="3317465" y="6454987"/>
                  </a:lnTo>
                  <a:close/>
                </a:path>
                <a:path w="6684644" h="7015480">
                  <a:moveTo>
                    <a:pt x="3242977" y="6323619"/>
                  </a:moveTo>
                  <a:lnTo>
                    <a:pt x="3223294" y="6289526"/>
                  </a:lnTo>
                  <a:lnTo>
                    <a:pt x="3257387" y="6269838"/>
                  </a:lnTo>
                  <a:lnTo>
                    <a:pt x="3277075" y="6303937"/>
                  </a:lnTo>
                  <a:lnTo>
                    <a:pt x="3242977" y="6323619"/>
                  </a:lnTo>
                  <a:close/>
                </a:path>
                <a:path w="6684644" h="7015480">
                  <a:moveTo>
                    <a:pt x="3168381" y="6192654"/>
                  </a:moveTo>
                  <a:lnTo>
                    <a:pt x="3149581" y="6160083"/>
                  </a:lnTo>
                  <a:lnTo>
                    <a:pt x="3182147" y="6141283"/>
                  </a:lnTo>
                  <a:lnTo>
                    <a:pt x="3200952" y="6173849"/>
                  </a:lnTo>
                  <a:lnTo>
                    <a:pt x="3168381" y="6192654"/>
                  </a:lnTo>
                  <a:close/>
                </a:path>
                <a:path w="6684644" h="7015480">
                  <a:moveTo>
                    <a:pt x="3093899" y="6061287"/>
                  </a:moveTo>
                  <a:lnTo>
                    <a:pt x="3076272" y="6030754"/>
                  </a:lnTo>
                  <a:lnTo>
                    <a:pt x="3106805" y="6013127"/>
                  </a:lnTo>
                  <a:lnTo>
                    <a:pt x="3124432" y="6043660"/>
                  </a:lnTo>
                  <a:lnTo>
                    <a:pt x="3093899" y="6061287"/>
                  </a:lnTo>
                  <a:close/>
                </a:path>
                <a:path w="6684644" h="7015480">
                  <a:moveTo>
                    <a:pt x="3019298" y="5930321"/>
                  </a:moveTo>
                  <a:lnTo>
                    <a:pt x="3002554" y="5901323"/>
                  </a:lnTo>
                  <a:lnTo>
                    <a:pt x="3031565" y="5884572"/>
                  </a:lnTo>
                  <a:lnTo>
                    <a:pt x="3048309" y="5913577"/>
                  </a:lnTo>
                  <a:lnTo>
                    <a:pt x="3019298" y="5930321"/>
                  </a:lnTo>
                  <a:close/>
                </a:path>
                <a:path w="6684644" h="7015480">
                  <a:moveTo>
                    <a:pt x="2944710" y="5799363"/>
                  </a:moveTo>
                  <a:lnTo>
                    <a:pt x="2928841" y="5771880"/>
                  </a:lnTo>
                  <a:lnTo>
                    <a:pt x="2956324" y="5756018"/>
                  </a:lnTo>
                  <a:lnTo>
                    <a:pt x="2972186" y="5783495"/>
                  </a:lnTo>
                  <a:lnTo>
                    <a:pt x="2944710" y="5799363"/>
                  </a:lnTo>
                  <a:close/>
                </a:path>
                <a:path w="6684644" h="7015480">
                  <a:moveTo>
                    <a:pt x="2870114" y="5668393"/>
                  </a:moveTo>
                  <a:lnTo>
                    <a:pt x="2855128" y="5642444"/>
                  </a:lnTo>
                  <a:lnTo>
                    <a:pt x="2881077" y="5627464"/>
                  </a:lnTo>
                  <a:lnTo>
                    <a:pt x="2896062" y="5653413"/>
                  </a:lnTo>
                  <a:lnTo>
                    <a:pt x="2870114" y="5668393"/>
                  </a:lnTo>
                  <a:close/>
                </a:path>
                <a:path w="6684644" h="7015480">
                  <a:moveTo>
                    <a:pt x="2795518" y="5537434"/>
                  </a:moveTo>
                  <a:lnTo>
                    <a:pt x="2781416" y="5513007"/>
                  </a:lnTo>
                  <a:lnTo>
                    <a:pt x="2805843" y="5498905"/>
                  </a:lnTo>
                  <a:lnTo>
                    <a:pt x="2819945" y="5523331"/>
                  </a:lnTo>
                  <a:lnTo>
                    <a:pt x="2795518" y="5537434"/>
                  </a:lnTo>
                  <a:close/>
                </a:path>
                <a:path w="6684644" h="7015480">
                  <a:moveTo>
                    <a:pt x="2721030" y="5406066"/>
                  </a:moveTo>
                  <a:lnTo>
                    <a:pt x="2708106" y="5383677"/>
                  </a:lnTo>
                  <a:lnTo>
                    <a:pt x="2730495" y="5370753"/>
                  </a:lnTo>
                  <a:lnTo>
                    <a:pt x="2743419" y="5393136"/>
                  </a:lnTo>
                  <a:lnTo>
                    <a:pt x="2721030" y="5406066"/>
                  </a:lnTo>
                  <a:close/>
                </a:path>
                <a:path w="6684644" h="7015480">
                  <a:moveTo>
                    <a:pt x="2646329" y="5275505"/>
                  </a:moveTo>
                  <a:lnTo>
                    <a:pt x="2633991" y="5254134"/>
                  </a:lnTo>
                  <a:lnTo>
                    <a:pt x="2655361" y="5241791"/>
                  </a:lnTo>
                  <a:lnTo>
                    <a:pt x="2667705" y="5263167"/>
                  </a:lnTo>
                  <a:lnTo>
                    <a:pt x="2646329" y="5275505"/>
                  </a:lnTo>
                  <a:close/>
                </a:path>
                <a:path w="6684644" h="7015480">
                  <a:moveTo>
                    <a:pt x="2571840" y="5144137"/>
                  </a:moveTo>
                  <a:lnTo>
                    <a:pt x="2560681" y="5124804"/>
                  </a:lnTo>
                  <a:lnTo>
                    <a:pt x="2580014" y="5113640"/>
                  </a:lnTo>
                  <a:lnTo>
                    <a:pt x="2591173" y="5132972"/>
                  </a:lnTo>
                  <a:lnTo>
                    <a:pt x="2571840" y="5144137"/>
                  </a:lnTo>
                  <a:close/>
                </a:path>
                <a:path w="6684644" h="7015480">
                  <a:moveTo>
                    <a:pt x="2497251" y="5013172"/>
                  </a:moveTo>
                  <a:lnTo>
                    <a:pt x="2486969" y="4995361"/>
                  </a:lnTo>
                  <a:lnTo>
                    <a:pt x="2504779" y="4985079"/>
                  </a:lnTo>
                  <a:lnTo>
                    <a:pt x="2515062" y="5002890"/>
                  </a:lnTo>
                  <a:lnTo>
                    <a:pt x="2497251" y="5013172"/>
                  </a:lnTo>
                  <a:close/>
                </a:path>
                <a:path w="6684644" h="7015480">
                  <a:moveTo>
                    <a:pt x="2422550" y="4882610"/>
                  </a:moveTo>
                  <a:lnTo>
                    <a:pt x="2412853" y="4865819"/>
                  </a:lnTo>
                  <a:lnTo>
                    <a:pt x="2429639" y="4856123"/>
                  </a:lnTo>
                  <a:lnTo>
                    <a:pt x="2439335" y="4872921"/>
                  </a:lnTo>
                  <a:lnTo>
                    <a:pt x="2422550" y="4882610"/>
                  </a:lnTo>
                  <a:close/>
                </a:path>
                <a:path w="6684644" h="7015480">
                  <a:moveTo>
                    <a:pt x="2348061" y="4751249"/>
                  </a:moveTo>
                  <a:lnTo>
                    <a:pt x="2339538" y="4736488"/>
                  </a:lnTo>
                  <a:lnTo>
                    <a:pt x="2354298" y="4727971"/>
                  </a:lnTo>
                  <a:lnTo>
                    <a:pt x="2362815" y="4742726"/>
                  </a:lnTo>
                  <a:lnTo>
                    <a:pt x="2348061" y="4751249"/>
                  </a:lnTo>
                  <a:close/>
                </a:path>
                <a:path w="6684644" h="7015480">
                  <a:moveTo>
                    <a:pt x="2273354" y="4620687"/>
                  </a:moveTo>
                  <a:lnTo>
                    <a:pt x="2265423" y="4606945"/>
                  </a:lnTo>
                  <a:lnTo>
                    <a:pt x="2279164" y="4599008"/>
                  </a:lnTo>
                  <a:lnTo>
                    <a:pt x="2287095" y="4612750"/>
                  </a:lnTo>
                  <a:lnTo>
                    <a:pt x="2273354" y="4620687"/>
                  </a:lnTo>
                  <a:close/>
                </a:path>
                <a:path w="6684644" h="7015480">
                  <a:moveTo>
                    <a:pt x="2198759" y="4489716"/>
                  </a:moveTo>
                  <a:lnTo>
                    <a:pt x="2191710" y="4477503"/>
                  </a:lnTo>
                  <a:lnTo>
                    <a:pt x="2203924" y="4470454"/>
                  </a:lnTo>
                  <a:lnTo>
                    <a:pt x="2210972" y="4482667"/>
                  </a:lnTo>
                  <a:lnTo>
                    <a:pt x="2198759" y="4489716"/>
                  </a:lnTo>
                  <a:close/>
                </a:path>
                <a:path w="6684644" h="7015480">
                  <a:moveTo>
                    <a:pt x="2124170" y="4358758"/>
                  </a:moveTo>
                  <a:lnTo>
                    <a:pt x="2117998" y="4348067"/>
                  </a:lnTo>
                  <a:lnTo>
                    <a:pt x="2128683" y="4341895"/>
                  </a:lnTo>
                  <a:lnTo>
                    <a:pt x="2134855" y="4352586"/>
                  </a:lnTo>
                  <a:lnTo>
                    <a:pt x="2124170" y="4358758"/>
                  </a:lnTo>
                  <a:close/>
                </a:path>
                <a:path w="6684644" h="7015480">
                  <a:moveTo>
                    <a:pt x="2049575" y="4227787"/>
                  </a:moveTo>
                  <a:lnTo>
                    <a:pt x="2044285" y="4218630"/>
                  </a:lnTo>
                  <a:lnTo>
                    <a:pt x="2053442" y="4213341"/>
                  </a:lnTo>
                  <a:lnTo>
                    <a:pt x="2058732" y="4222503"/>
                  </a:lnTo>
                  <a:lnTo>
                    <a:pt x="2049575" y="4227787"/>
                  </a:lnTo>
                  <a:close/>
                </a:path>
                <a:path w="6684644" h="7015480">
                  <a:moveTo>
                    <a:pt x="1974873" y="4097224"/>
                  </a:moveTo>
                  <a:lnTo>
                    <a:pt x="1970170" y="4089087"/>
                  </a:lnTo>
                  <a:lnTo>
                    <a:pt x="1978314" y="4084383"/>
                  </a:lnTo>
                  <a:lnTo>
                    <a:pt x="1983011" y="4092528"/>
                  </a:lnTo>
                  <a:lnTo>
                    <a:pt x="1974873" y="4097224"/>
                  </a:lnTo>
                  <a:close/>
                </a:path>
                <a:path w="6684644" h="7015480">
                  <a:moveTo>
                    <a:pt x="1900166" y="3966663"/>
                  </a:moveTo>
                  <a:lnTo>
                    <a:pt x="1896055" y="3959538"/>
                  </a:lnTo>
                  <a:lnTo>
                    <a:pt x="1903180" y="3955427"/>
                  </a:lnTo>
                  <a:lnTo>
                    <a:pt x="1907291" y="3962552"/>
                  </a:lnTo>
                  <a:lnTo>
                    <a:pt x="1900166" y="3966663"/>
                  </a:lnTo>
                  <a:close/>
                </a:path>
                <a:path w="6684644" h="7015480">
                  <a:moveTo>
                    <a:pt x="1825464" y="3836101"/>
                  </a:moveTo>
                  <a:lnTo>
                    <a:pt x="1821940" y="3830001"/>
                  </a:lnTo>
                  <a:lnTo>
                    <a:pt x="1828052" y="3826471"/>
                  </a:lnTo>
                  <a:lnTo>
                    <a:pt x="1831576" y="3832577"/>
                  </a:lnTo>
                  <a:lnTo>
                    <a:pt x="1825464" y="3836101"/>
                  </a:lnTo>
                  <a:close/>
                </a:path>
                <a:path w="6684644" h="7015480">
                  <a:moveTo>
                    <a:pt x="1750768" y="3705540"/>
                  </a:moveTo>
                  <a:lnTo>
                    <a:pt x="1747830" y="3700446"/>
                  </a:lnTo>
                  <a:lnTo>
                    <a:pt x="1752918" y="3697508"/>
                  </a:lnTo>
                  <a:lnTo>
                    <a:pt x="1755856" y="3702602"/>
                  </a:lnTo>
                  <a:lnTo>
                    <a:pt x="1750768" y="3705540"/>
                  </a:lnTo>
                  <a:close/>
                </a:path>
                <a:path w="6684644" h="7015480">
                  <a:moveTo>
                    <a:pt x="1676067" y="3574972"/>
                  </a:moveTo>
                  <a:lnTo>
                    <a:pt x="1673715" y="3570902"/>
                  </a:lnTo>
                  <a:lnTo>
                    <a:pt x="1677778" y="3568551"/>
                  </a:lnTo>
                  <a:lnTo>
                    <a:pt x="1680130" y="3572626"/>
                  </a:lnTo>
                  <a:lnTo>
                    <a:pt x="1676067" y="3574972"/>
                  </a:lnTo>
                  <a:close/>
                </a:path>
                <a:path w="6684644" h="7015480">
                  <a:moveTo>
                    <a:pt x="1601359" y="3444410"/>
                  </a:moveTo>
                  <a:lnTo>
                    <a:pt x="1599600" y="3441359"/>
                  </a:lnTo>
                  <a:lnTo>
                    <a:pt x="1602650" y="3439600"/>
                  </a:lnTo>
                  <a:lnTo>
                    <a:pt x="1604415" y="3442651"/>
                  </a:lnTo>
                  <a:lnTo>
                    <a:pt x="1601359" y="3444410"/>
                  </a:lnTo>
                  <a:close/>
                </a:path>
                <a:path w="6684644" h="7015480">
                  <a:moveTo>
                    <a:pt x="1526658" y="3313848"/>
                  </a:moveTo>
                  <a:lnTo>
                    <a:pt x="1525479" y="3311817"/>
                  </a:lnTo>
                  <a:lnTo>
                    <a:pt x="1527516" y="3310638"/>
                  </a:lnTo>
                  <a:lnTo>
                    <a:pt x="1528695" y="3312675"/>
                  </a:lnTo>
                  <a:lnTo>
                    <a:pt x="1526658" y="3313848"/>
                  </a:lnTo>
                  <a:close/>
                </a:path>
                <a:path w="6684644" h="7015480">
                  <a:moveTo>
                    <a:pt x="1451849" y="3183689"/>
                  </a:moveTo>
                  <a:lnTo>
                    <a:pt x="1450967" y="3182161"/>
                  </a:lnTo>
                  <a:lnTo>
                    <a:pt x="1452489" y="3181278"/>
                  </a:lnTo>
                  <a:lnTo>
                    <a:pt x="1453371" y="3182812"/>
                  </a:lnTo>
                  <a:lnTo>
                    <a:pt x="1451849" y="3183689"/>
                  </a:lnTo>
                  <a:close/>
                </a:path>
                <a:path w="6684644" h="7015480">
                  <a:moveTo>
                    <a:pt x="3855907" y="7015287"/>
                  </a:moveTo>
                  <a:lnTo>
                    <a:pt x="3807866" y="7015287"/>
                  </a:lnTo>
                  <a:lnTo>
                    <a:pt x="3793726" y="6990800"/>
                  </a:lnTo>
                  <a:lnTo>
                    <a:pt x="3839014" y="6964656"/>
                  </a:lnTo>
                  <a:lnTo>
                    <a:pt x="3865164" y="7009943"/>
                  </a:lnTo>
                  <a:lnTo>
                    <a:pt x="3855907" y="7015287"/>
                  </a:lnTo>
                  <a:close/>
                </a:path>
                <a:path w="6684644" h="7015480">
                  <a:moveTo>
                    <a:pt x="3745281" y="6905129"/>
                  </a:moveTo>
                  <a:lnTo>
                    <a:pt x="3720014" y="6861363"/>
                  </a:lnTo>
                  <a:lnTo>
                    <a:pt x="3763773" y="6836096"/>
                  </a:lnTo>
                  <a:lnTo>
                    <a:pt x="3789041" y="6879861"/>
                  </a:lnTo>
                  <a:lnTo>
                    <a:pt x="3745281" y="6905129"/>
                  </a:lnTo>
                  <a:close/>
                </a:path>
                <a:path w="6684644" h="7015480">
                  <a:moveTo>
                    <a:pt x="3670680" y="6774164"/>
                  </a:moveTo>
                  <a:lnTo>
                    <a:pt x="3646301" y="6731933"/>
                  </a:lnTo>
                  <a:lnTo>
                    <a:pt x="3688538" y="6707547"/>
                  </a:lnTo>
                  <a:lnTo>
                    <a:pt x="3712917" y="6749779"/>
                  </a:lnTo>
                  <a:lnTo>
                    <a:pt x="3670680" y="6774164"/>
                  </a:lnTo>
                  <a:close/>
                </a:path>
                <a:path w="6684644" h="7015480">
                  <a:moveTo>
                    <a:pt x="3596198" y="6642796"/>
                  </a:moveTo>
                  <a:lnTo>
                    <a:pt x="3572992" y="6602596"/>
                  </a:lnTo>
                  <a:lnTo>
                    <a:pt x="3613191" y="6579390"/>
                  </a:lnTo>
                  <a:lnTo>
                    <a:pt x="3636398" y="6619590"/>
                  </a:lnTo>
                  <a:lnTo>
                    <a:pt x="3596198" y="6642796"/>
                  </a:lnTo>
                  <a:close/>
                </a:path>
                <a:path w="6684644" h="7015480">
                  <a:moveTo>
                    <a:pt x="3521609" y="6511838"/>
                  </a:moveTo>
                  <a:lnTo>
                    <a:pt x="3499279" y="6473160"/>
                  </a:lnTo>
                  <a:lnTo>
                    <a:pt x="3537951" y="6450830"/>
                  </a:lnTo>
                  <a:lnTo>
                    <a:pt x="3560281" y="6489508"/>
                  </a:lnTo>
                  <a:lnTo>
                    <a:pt x="3521609" y="6511838"/>
                  </a:lnTo>
                  <a:close/>
                </a:path>
                <a:path w="6684644" h="7015480">
                  <a:moveTo>
                    <a:pt x="3447008" y="6380873"/>
                  </a:moveTo>
                  <a:lnTo>
                    <a:pt x="3425561" y="6343724"/>
                  </a:lnTo>
                  <a:lnTo>
                    <a:pt x="3462710" y="6322276"/>
                  </a:lnTo>
                  <a:lnTo>
                    <a:pt x="3484157" y="6359425"/>
                  </a:lnTo>
                  <a:lnTo>
                    <a:pt x="3447008" y="6380873"/>
                  </a:lnTo>
                  <a:close/>
                </a:path>
                <a:path w="6684644" h="7015480">
                  <a:moveTo>
                    <a:pt x="3372413" y="6249901"/>
                  </a:moveTo>
                  <a:lnTo>
                    <a:pt x="3351848" y="6214287"/>
                  </a:lnTo>
                  <a:lnTo>
                    <a:pt x="3387476" y="6193716"/>
                  </a:lnTo>
                  <a:lnTo>
                    <a:pt x="3408040" y="6229337"/>
                  </a:lnTo>
                  <a:lnTo>
                    <a:pt x="3372413" y="6249901"/>
                  </a:lnTo>
                  <a:close/>
                </a:path>
                <a:path w="6684644" h="7015480">
                  <a:moveTo>
                    <a:pt x="3297930" y="6118540"/>
                  </a:moveTo>
                  <a:lnTo>
                    <a:pt x="3278538" y="6084956"/>
                  </a:lnTo>
                  <a:lnTo>
                    <a:pt x="3312122" y="6065564"/>
                  </a:lnTo>
                  <a:lnTo>
                    <a:pt x="3331514" y="6099148"/>
                  </a:lnTo>
                  <a:lnTo>
                    <a:pt x="3297930" y="6118540"/>
                  </a:lnTo>
                  <a:close/>
                </a:path>
                <a:path w="6684644" h="7015480">
                  <a:moveTo>
                    <a:pt x="3223335" y="5987575"/>
                  </a:moveTo>
                  <a:lnTo>
                    <a:pt x="3204826" y="5955514"/>
                  </a:lnTo>
                  <a:lnTo>
                    <a:pt x="3236881" y="5937010"/>
                  </a:lnTo>
                  <a:lnTo>
                    <a:pt x="3255391" y="5969072"/>
                  </a:lnTo>
                  <a:lnTo>
                    <a:pt x="3223335" y="5987575"/>
                  </a:lnTo>
                  <a:close/>
                </a:path>
                <a:path w="6684644" h="7015480">
                  <a:moveTo>
                    <a:pt x="3148740" y="5856610"/>
                  </a:moveTo>
                  <a:lnTo>
                    <a:pt x="3131113" y="5826083"/>
                  </a:lnTo>
                  <a:lnTo>
                    <a:pt x="3161640" y="5808456"/>
                  </a:lnTo>
                  <a:lnTo>
                    <a:pt x="3179267" y="5838984"/>
                  </a:lnTo>
                  <a:lnTo>
                    <a:pt x="3148740" y="5856610"/>
                  </a:lnTo>
                  <a:close/>
                </a:path>
                <a:path w="6684644" h="7015480">
                  <a:moveTo>
                    <a:pt x="3074252" y="5725243"/>
                  </a:moveTo>
                  <a:lnTo>
                    <a:pt x="3057804" y="5696753"/>
                  </a:lnTo>
                  <a:lnTo>
                    <a:pt x="3086300" y="5680299"/>
                  </a:lnTo>
                  <a:lnTo>
                    <a:pt x="3102748" y="5708795"/>
                  </a:lnTo>
                  <a:lnTo>
                    <a:pt x="3074252" y="5725243"/>
                  </a:lnTo>
                  <a:close/>
                </a:path>
                <a:path w="6684644" h="7015480">
                  <a:moveTo>
                    <a:pt x="2999550" y="5594681"/>
                  </a:moveTo>
                  <a:lnTo>
                    <a:pt x="2983688" y="5567204"/>
                  </a:lnTo>
                  <a:lnTo>
                    <a:pt x="3011165" y="5551342"/>
                  </a:lnTo>
                  <a:lnTo>
                    <a:pt x="3027027" y="5578819"/>
                  </a:lnTo>
                  <a:lnTo>
                    <a:pt x="2999550" y="5594681"/>
                  </a:lnTo>
                  <a:close/>
                </a:path>
                <a:path w="6684644" h="7015480">
                  <a:moveTo>
                    <a:pt x="2925062" y="5463319"/>
                  </a:moveTo>
                  <a:lnTo>
                    <a:pt x="2910373" y="5437874"/>
                  </a:lnTo>
                  <a:lnTo>
                    <a:pt x="2935818" y="5423185"/>
                  </a:lnTo>
                  <a:lnTo>
                    <a:pt x="2950507" y="5448630"/>
                  </a:lnTo>
                  <a:lnTo>
                    <a:pt x="2925062" y="5463319"/>
                  </a:lnTo>
                  <a:close/>
                </a:path>
                <a:path w="6684644" h="7015480">
                  <a:moveTo>
                    <a:pt x="2850579" y="5331952"/>
                  </a:moveTo>
                  <a:lnTo>
                    <a:pt x="2837063" y="5308544"/>
                  </a:lnTo>
                  <a:lnTo>
                    <a:pt x="2860470" y="5295028"/>
                  </a:lnTo>
                  <a:lnTo>
                    <a:pt x="2873987" y="5318442"/>
                  </a:lnTo>
                  <a:lnTo>
                    <a:pt x="2850579" y="5331952"/>
                  </a:lnTo>
                  <a:close/>
                </a:path>
                <a:path w="6684644" h="7015480">
                  <a:moveTo>
                    <a:pt x="2775984" y="5200987"/>
                  </a:moveTo>
                  <a:lnTo>
                    <a:pt x="2763350" y="5179101"/>
                  </a:lnTo>
                  <a:lnTo>
                    <a:pt x="2785230" y="5166473"/>
                  </a:lnTo>
                  <a:lnTo>
                    <a:pt x="2797864" y="5188353"/>
                  </a:lnTo>
                  <a:lnTo>
                    <a:pt x="2775984" y="5200987"/>
                  </a:lnTo>
                  <a:close/>
                </a:path>
                <a:path w="6684644" h="7015480">
                  <a:moveTo>
                    <a:pt x="2701282" y="5070425"/>
                  </a:moveTo>
                  <a:lnTo>
                    <a:pt x="2689235" y="5049564"/>
                  </a:lnTo>
                  <a:lnTo>
                    <a:pt x="2710096" y="5037517"/>
                  </a:lnTo>
                  <a:lnTo>
                    <a:pt x="2722143" y="5058378"/>
                  </a:lnTo>
                  <a:lnTo>
                    <a:pt x="2701282" y="5070425"/>
                  </a:lnTo>
                  <a:close/>
                </a:path>
                <a:path w="6684644" h="7015480">
                  <a:moveTo>
                    <a:pt x="2626794" y="4939058"/>
                  </a:moveTo>
                  <a:lnTo>
                    <a:pt x="2615919" y="4920228"/>
                  </a:lnTo>
                  <a:lnTo>
                    <a:pt x="2634749" y="4909360"/>
                  </a:lnTo>
                  <a:lnTo>
                    <a:pt x="2645623" y="4928189"/>
                  </a:lnTo>
                  <a:lnTo>
                    <a:pt x="2626794" y="4939058"/>
                  </a:lnTo>
                  <a:close/>
                </a:path>
                <a:path w="6684644" h="7015480">
                  <a:moveTo>
                    <a:pt x="2552087" y="4808496"/>
                  </a:moveTo>
                  <a:lnTo>
                    <a:pt x="2541804" y="4790685"/>
                  </a:lnTo>
                  <a:lnTo>
                    <a:pt x="2559615" y="4780402"/>
                  </a:lnTo>
                  <a:lnTo>
                    <a:pt x="2569897" y="4798213"/>
                  </a:lnTo>
                  <a:lnTo>
                    <a:pt x="2552087" y="4808496"/>
                  </a:lnTo>
                  <a:close/>
                </a:path>
                <a:path w="6684644" h="7015480">
                  <a:moveTo>
                    <a:pt x="2477604" y="4677128"/>
                  </a:moveTo>
                  <a:lnTo>
                    <a:pt x="2468500" y="4661355"/>
                  </a:lnTo>
                  <a:lnTo>
                    <a:pt x="2484273" y="4652251"/>
                  </a:lnTo>
                  <a:lnTo>
                    <a:pt x="2493377" y="4668024"/>
                  </a:lnTo>
                  <a:lnTo>
                    <a:pt x="2477604" y="4677128"/>
                  </a:lnTo>
                  <a:close/>
                </a:path>
                <a:path w="6684644" h="7015480">
                  <a:moveTo>
                    <a:pt x="2403009" y="4546163"/>
                  </a:moveTo>
                  <a:lnTo>
                    <a:pt x="2394788" y="4531919"/>
                  </a:lnTo>
                  <a:lnTo>
                    <a:pt x="2409033" y="4523697"/>
                  </a:lnTo>
                  <a:lnTo>
                    <a:pt x="2417254" y="4537942"/>
                  </a:lnTo>
                  <a:lnTo>
                    <a:pt x="2403009" y="4546163"/>
                  </a:lnTo>
                  <a:close/>
                </a:path>
                <a:path w="6684644" h="7015480">
                  <a:moveTo>
                    <a:pt x="2328307" y="4415601"/>
                  </a:moveTo>
                  <a:lnTo>
                    <a:pt x="2320667" y="4402375"/>
                  </a:lnTo>
                  <a:lnTo>
                    <a:pt x="2333899" y="4394734"/>
                  </a:lnTo>
                  <a:lnTo>
                    <a:pt x="2341534" y="4407966"/>
                  </a:lnTo>
                  <a:lnTo>
                    <a:pt x="2328307" y="4415601"/>
                  </a:lnTo>
                  <a:close/>
                </a:path>
                <a:path w="6684644" h="7015480">
                  <a:moveTo>
                    <a:pt x="2253718" y="4284643"/>
                  </a:moveTo>
                  <a:lnTo>
                    <a:pt x="2246960" y="4272933"/>
                  </a:lnTo>
                  <a:lnTo>
                    <a:pt x="2258658" y="4266181"/>
                  </a:lnTo>
                  <a:lnTo>
                    <a:pt x="2265416" y="4277885"/>
                  </a:lnTo>
                  <a:lnTo>
                    <a:pt x="2253718" y="4284643"/>
                  </a:lnTo>
                  <a:close/>
                </a:path>
                <a:path w="6684644" h="7015480">
                  <a:moveTo>
                    <a:pt x="2179117" y="4153678"/>
                  </a:moveTo>
                  <a:lnTo>
                    <a:pt x="2173242" y="4143496"/>
                  </a:lnTo>
                  <a:lnTo>
                    <a:pt x="2183418" y="4137620"/>
                  </a:lnTo>
                  <a:lnTo>
                    <a:pt x="2189293" y="4147802"/>
                  </a:lnTo>
                  <a:lnTo>
                    <a:pt x="2179117" y="4153678"/>
                  </a:lnTo>
                  <a:close/>
                </a:path>
                <a:path w="6684644" h="7015480">
                  <a:moveTo>
                    <a:pt x="2104522" y="4022713"/>
                  </a:moveTo>
                  <a:lnTo>
                    <a:pt x="2099529" y="4014059"/>
                  </a:lnTo>
                  <a:lnTo>
                    <a:pt x="2108183" y="4009066"/>
                  </a:lnTo>
                  <a:lnTo>
                    <a:pt x="2113176" y="4017720"/>
                  </a:lnTo>
                  <a:lnTo>
                    <a:pt x="2104522" y="4022713"/>
                  </a:lnTo>
                  <a:close/>
                </a:path>
                <a:path w="6684644" h="7015480">
                  <a:moveTo>
                    <a:pt x="2029821" y="3892151"/>
                  </a:moveTo>
                  <a:lnTo>
                    <a:pt x="2025414" y="3884517"/>
                  </a:lnTo>
                  <a:lnTo>
                    <a:pt x="2033049" y="3880110"/>
                  </a:lnTo>
                  <a:lnTo>
                    <a:pt x="2037456" y="3887744"/>
                  </a:lnTo>
                  <a:lnTo>
                    <a:pt x="2029821" y="3892151"/>
                  </a:lnTo>
                  <a:close/>
                </a:path>
                <a:path w="6684644" h="7015480">
                  <a:moveTo>
                    <a:pt x="1955013" y="3761986"/>
                  </a:moveTo>
                  <a:lnTo>
                    <a:pt x="1950896" y="3754861"/>
                  </a:lnTo>
                  <a:lnTo>
                    <a:pt x="1958021" y="3750744"/>
                  </a:lnTo>
                  <a:lnTo>
                    <a:pt x="1962138" y="3757870"/>
                  </a:lnTo>
                  <a:lnTo>
                    <a:pt x="1955013" y="3761986"/>
                  </a:lnTo>
                  <a:close/>
                </a:path>
                <a:path w="6684644" h="7015480">
                  <a:moveTo>
                    <a:pt x="1880418" y="3631021"/>
                  </a:moveTo>
                  <a:lnTo>
                    <a:pt x="1877184" y="3625424"/>
                  </a:lnTo>
                  <a:lnTo>
                    <a:pt x="1882781" y="3622190"/>
                  </a:lnTo>
                  <a:lnTo>
                    <a:pt x="1886015" y="3627793"/>
                  </a:lnTo>
                  <a:lnTo>
                    <a:pt x="1880418" y="3631021"/>
                  </a:lnTo>
                  <a:close/>
                </a:path>
                <a:path w="6684644" h="7015480">
                  <a:moveTo>
                    <a:pt x="1805716" y="3500460"/>
                  </a:moveTo>
                  <a:lnTo>
                    <a:pt x="1803074" y="3495881"/>
                  </a:lnTo>
                  <a:lnTo>
                    <a:pt x="1807653" y="3493233"/>
                  </a:lnTo>
                  <a:lnTo>
                    <a:pt x="1810294" y="3497818"/>
                  </a:lnTo>
                  <a:lnTo>
                    <a:pt x="1805716" y="3500460"/>
                  </a:lnTo>
                  <a:close/>
                </a:path>
                <a:path w="6684644" h="7015480">
                  <a:moveTo>
                    <a:pt x="1731014" y="3369898"/>
                  </a:moveTo>
                  <a:lnTo>
                    <a:pt x="1728953" y="3366332"/>
                  </a:lnTo>
                  <a:lnTo>
                    <a:pt x="1732519" y="3364277"/>
                  </a:lnTo>
                  <a:lnTo>
                    <a:pt x="1734580" y="3367843"/>
                  </a:lnTo>
                  <a:lnTo>
                    <a:pt x="1731014" y="3369898"/>
                  </a:lnTo>
                  <a:close/>
                </a:path>
                <a:path w="6684644" h="7015480">
                  <a:moveTo>
                    <a:pt x="1656313" y="3239336"/>
                  </a:moveTo>
                  <a:lnTo>
                    <a:pt x="1654844" y="3236795"/>
                  </a:lnTo>
                  <a:lnTo>
                    <a:pt x="1657385" y="3235326"/>
                  </a:lnTo>
                  <a:lnTo>
                    <a:pt x="1658854" y="3237867"/>
                  </a:lnTo>
                  <a:lnTo>
                    <a:pt x="1656313" y="3239336"/>
                  </a:lnTo>
                  <a:close/>
                </a:path>
                <a:path w="6684644" h="7015480">
                  <a:moveTo>
                    <a:pt x="1581611" y="3108774"/>
                  </a:moveTo>
                  <a:lnTo>
                    <a:pt x="1580728" y="3107240"/>
                  </a:lnTo>
                  <a:lnTo>
                    <a:pt x="1582250" y="3106363"/>
                  </a:lnTo>
                  <a:lnTo>
                    <a:pt x="1583133" y="3107892"/>
                  </a:lnTo>
                  <a:lnTo>
                    <a:pt x="1581611" y="3108774"/>
                  </a:lnTo>
                  <a:close/>
                </a:path>
                <a:path w="6684644" h="7015480">
                  <a:moveTo>
                    <a:pt x="3949099" y="6963187"/>
                  </a:moveTo>
                  <a:lnTo>
                    <a:pt x="3921480" y="6915347"/>
                  </a:lnTo>
                  <a:lnTo>
                    <a:pt x="3969314" y="6887733"/>
                  </a:lnTo>
                  <a:lnTo>
                    <a:pt x="3996933" y="6935568"/>
                  </a:lnTo>
                  <a:lnTo>
                    <a:pt x="3949099" y="6963187"/>
                  </a:lnTo>
                  <a:close/>
                </a:path>
                <a:path w="6684644" h="7015480">
                  <a:moveTo>
                    <a:pt x="3874611" y="6831814"/>
                  </a:moveTo>
                  <a:lnTo>
                    <a:pt x="3848170" y="6786016"/>
                  </a:lnTo>
                  <a:lnTo>
                    <a:pt x="3893968" y="6759576"/>
                  </a:lnTo>
                  <a:lnTo>
                    <a:pt x="3920408" y="6805373"/>
                  </a:lnTo>
                  <a:lnTo>
                    <a:pt x="3874611" y="6831814"/>
                  </a:lnTo>
                  <a:close/>
                </a:path>
                <a:path w="6684644" h="7015480">
                  <a:moveTo>
                    <a:pt x="3800122" y="6700452"/>
                  </a:moveTo>
                  <a:lnTo>
                    <a:pt x="3774854" y="6656692"/>
                  </a:lnTo>
                  <a:lnTo>
                    <a:pt x="3818620" y="6631425"/>
                  </a:lnTo>
                  <a:lnTo>
                    <a:pt x="3843888" y="6675184"/>
                  </a:lnTo>
                  <a:lnTo>
                    <a:pt x="3800122" y="6700452"/>
                  </a:lnTo>
                  <a:close/>
                </a:path>
                <a:path w="6684644" h="7015480">
                  <a:moveTo>
                    <a:pt x="3725527" y="6569493"/>
                  </a:moveTo>
                  <a:lnTo>
                    <a:pt x="3701142" y="6527256"/>
                  </a:lnTo>
                  <a:lnTo>
                    <a:pt x="3743379" y="6502871"/>
                  </a:lnTo>
                  <a:lnTo>
                    <a:pt x="3767764" y="6545108"/>
                  </a:lnTo>
                  <a:lnTo>
                    <a:pt x="3725527" y="6569493"/>
                  </a:lnTo>
                  <a:close/>
                </a:path>
                <a:path w="6684644" h="7015480">
                  <a:moveTo>
                    <a:pt x="3651045" y="6438120"/>
                  </a:moveTo>
                  <a:lnTo>
                    <a:pt x="3627832" y="6397920"/>
                  </a:lnTo>
                  <a:lnTo>
                    <a:pt x="3668032" y="6374707"/>
                  </a:lnTo>
                  <a:lnTo>
                    <a:pt x="3691245" y="6414907"/>
                  </a:lnTo>
                  <a:lnTo>
                    <a:pt x="3651045" y="6438120"/>
                  </a:lnTo>
                  <a:close/>
                </a:path>
                <a:path w="6684644" h="7015480">
                  <a:moveTo>
                    <a:pt x="3576444" y="6307161"/>
                  </a:moveTo>
                  <a:lnTo>
                    <a:pt x="3554114" y="6268484"/>
                  </a:lnTo>
                  <a:lnTo>
                    <a:pt x="3592791" y="6246154"/>
                  </a:lnTo>
                  <a:lnTo>
                    <a:pt x="3615121" y="6284831"/>
                  </a:lnTo>
                  <a:lnTo>
                    <a:pt x="3576444" y="6307161"/>
                  </a:lnTo>
                  <a:close/>
                </a:path>
                <a:path w="6684644" h="7015480">
                  <a:moveTo>
                    <a:pt x="3501848" y="6176191"/>
                  </a:moveTo>
                  <a:lnTo>
                    <a:pt x="3480401" y="6139047"/>
                  </a:lnTo>
                  <a:lnTo>
                    <a:pt x="3517550" y="6117600"/>
                  </a:lnTo>
                  <a:lnTo>
                    <a:pt x="3538998" y="6154743"/>
                  </a:lnTo>
                  <a:lnTo>
                    <a:pt x="3501848" y="6176191"/>
                  </a:lnTo>
                  <a:close/>
                </a:path>
                <a:path w="6684644" h="7015480">
                  <a:moveTo>
                    <a:pt x="3427259" y="6045232"/>
                  </a:moveTo>
                  <a:lnTo>
                    <a:pt x="3406688" y="6009605"/>
                  </a:lnTo>
                  <a:lnTo>
                    <a:pt x="3442309" y="5989040"/>
                  </a:lnTo>
                  <a:lnTo>
                    <a:pt x="3462874" y="6024667"/>
                  </a:lnTo>
                  <a:lnTo>
                    <a:pt x="3427259" y="6045232"/>
                  </a:lnTo>
                  <a:close/>
                </a:path>
                <a:path w="6684644" h="7015480">
                  <a:moveTo>
                    <a:pt x="3352771" y="5913870"/>
                  </a:moveTo>
                  <a:lnTo>
                    <a:pt x="3333379" y="5880281"/>
                  </a:lnTo>
                  <a:lnTo>
                    <a:pt x="3366969" y="5860888"/>
                  </a:lnTo>
                  <a:lnTo>
                    <a:pt x="3386361" y="5894478"/>
                  </a:lnTo>
                  <a:lnTo>
                    <a:pt x="3352771" y="5913870"/>
                  </a:lnTo>
                  <a:close/>
                </a:path>
                <a:path w="6684644" h="7015480">
                  <a:moveTo>
                    <a:pt x="3278176" y="5782900"/>
                  </a:moveTo>
                  <a:lnTo>
                    <a:pt x="3259666" y="5750844"/>
                  </a:lnTo>
                  <a:lnTo>
                    <a:pt x="3291722" y="5732334"/>
                  </a:lnTo>
                  <a:lnTo>
                    <a:pt x="3310232" y="5764390"/>
                  </a:lnTo>
                  <a:lnTo>
                    <a:pt x="3278176" y="5782900"/>
                  </a:lnTo>
                  <a:close/>
                </a:path>
                <a:path w="6684644" h="7015480">
                  <a:moveTo>
                    <a:pt x="3203695" y="5651532"/>
                  </a:moveTo>
                  <a:lnTo>
                    <a:pt x="3186357" y="5621514"/>
                  </a:lnTo>
                  <a:lnTo>
                    <a:pt x="3216381" y="5604178"/>
                  </a:lnTo>
                  <a:lnTo>
                    <a:pt x="3233712" y="5634202"/>
                  </a:lnTo>
                  <a:lnTo>
                    <a:pt x="3203695" y="5651532"/>
                  </a:lnTo>
                  <a:close/>
                </a:path>
                <a:path w="6684644" h="7015480">
                  <a:moveTo>
                    <a:pt x="3129205" y="5520170"/>
                  </a:moveTo>
                  <a:lnTo>
                    <a:pt x="3113041" y="5492178"/>
                  </a:lnTo>
                  <a:lnTo>
                    <a:pt x="3141028" y="5476020"/>
                  </a:lnTo>
                  <a:lnTo>
                    <a:pt x="3157192" y="5504012"/>
                  </a:lnTo>
                  <a:lnTo>
                    <a:pt x="3129205" y="5520170"/>
                  </a:lnTo>
                  <a:close/>
                </a:path>
                <a:path w="6684644" h="7015480">
                  <a:moveTo>
                    <a:pt x="3054498" y="5389609"/>
                  </a:moveTo>
                  <a:lnTo>
                    <a:pt x="3038926" y="5362635"/>
                  </a:lnTo>
                  <a:lnTo>
                    <a:pt x="3065900" y="5347063"/>
                  </a:lnTo>
                  <a:lnTo>
                    <a:pt x="3081471" y="5374037"/>
                  </a:lnTo>
                  <a:lnTo>
                    <a:pt x="3054498" y="5389609"/>
                  </a:lnTo>
                  <a:close/>
                </a:path>
                <a:path w="6684644" h="7015480">
                  <a:moveTo>
                    <a:pt x="2980015" y="5258235"/>
                  </a:moveTo>
                  <a:lnTo>
                    <a:pt x="2965622" y="5233305"/>
                  </a:lnTo>
                  <a:lnTo>
                    <a:pt x="2990553" y="5218912"/>
                  </a:lnTo>
                  <a:lnTo>
                    <a:pt x="3004945" y="5243842"/>
                  </a:lnTo>
                  <a:lnTo>
                    <a:pt x="2980015" y="5258235"/>
                  </a:lnTo>
                  <a:close/>
                </a:path>
                <a:path w="6684644" h="7015480">
                  <a:moveTo>
                    <a:pt x="2905527" y="5126873"/>
                  </a:moveTo>
                  <a:lnTo>
                    <a:pt x="2892307" y="5103975"/>
                  </a:lnTo>
                  <a:lnTo>
                    <a:pt x="2915205" y="5090754"/>
                  </a:lnTo>
                  <a:lnTo>
                    <a:pt x="2928426" y="5113653"/>
                  </a:lnTo>
                  <a:lnTo>
                    <a:pt x="2905527" y="5126873"/>
                  </a:lnTo>
                  <a:close/>
                </a:path>
                <a:path w="6684644" h="7015480">
                  <a:moveTo>
                    <a:pt x="2830932" y="4995915"/>
                  </a:moveTo>
                  <a:lnTo>
                    <a:pt x="2818594" y="4974539"/>
                  </a:lnTo>
                  <a:lnTo>
                    <a:pt x="2839965" y="4962201"/>
                  </a:lnTo>
                  <a:lnTo>
                    <a:pt x="2852302" y="4983577"/>
                  </a:lnTo>
                  <a:lnTo>
                    <a:pt x="2830932" y="4995915"/>
                  </a:lnTo>
                  <a:close/>
                </a:path>
                <a:path w="6684644" h="7015480">
                  <a:moveTo>
                    <a:pt x="2756337" y="4864944"/>
                  </a:moveTo>
                  <a:lnTo>
                    <a:pt x="2744882" y="4845096"/>
                  </a:lnTo>
                  <a:lnTo>
                    <a:pt x="2764724" y="4833641"/>
                  </a:lnTo>
                  <a:lnTo>
                    <a:pt x="2776185" y="4853489"/>
                  </a:lnTo>
                  <a:lnTo>
                    <a:pt x="2756337" y="4864944"/>
                  </a:lnTo>
                  <a:close/>
                </a:path>
                <a:path w="6684644" h="7015480">
                  <a:moveTo>
                    <a:pt x="2681748" y="4733986"/>
                  </a:moveTo>
                  <a:lnTo>
                    <a:pt x="2671169" y="4715659"/>
                  </a:lnTo>
                  <a:lnTo>
                    <a:pt x="2689483" y="4705087"/>
                  </a:lnTo>
                  <a:lnTo>
                    <a:pt x="2700062" y="4723407"/>
                  </a:lnTo>
                  <a:lnTo>
                    <a:pt x="2681748" y="4733986"/>
                  </a:lnTo>
                  <a:close/>
                </a:path>
                <a:path w="6684644" h="7015480">
                  <a:moveTo>
                    <a:pt x="2607147" y="4603021"/>
                  </a:moveTo>
                  <a:lnTo>
                    <a:pt x="2597451" y="4586223"/>
                  </a:lnTo>
                  <a:lnTo>
                    <a:pt x="2614243" y="4576527"/>
                  </a:lnTo>
                  <a:lnTo>
                    <a:pt x="2623939" y="4593325"/>
                  </a:lnTo>
                  <a:lnTo>
                    <a:pt x="2607147" y="4603021"/>
                  </a:lnTo>
                  <a:close/>
                </a:path>
                <a:path w="6684644" h="7015480">
                  <a:moveTo>
                    <a:pt x="2532552" y="4472050"/>
                  </a:moveTo>
                  <a:lnTo>
                    <a:pt x="2523738" y="4456786"/>
                  </a:lnTo>
                  <a:lnTo>
                    <a:pt x="2539002" y="4447973"/>
                  </a:lnTo>
                  <a:lnTo>
                    <a:pt x="2547816" y="4463236"/>
                  </a:lnTo>
                  <a:lnTo>
                    <a:pt x="2532552" y="4472050"/>
                  </a:lnTo>
                  <a:close/>
                </a:path>
                <a:path w="6684644" h="7015480">
                  <a:moveTo>
                    <a:pt x="2457963" y="4341091"/>
                  </a:moveTo>
                  <a:lnTo>
                    <a:pt x="2450026" y="4327350"/>
                  </a:lnTo>
                  <a:lnTo>
                    <a:pt x="2463761" y="4319419"/>
                  </a:lnTo>
                  <a:lnTo>
                    <a:pt x="2471698" y="4333161"/>
                  </a:lnTo>
                  <a:lnTo>
                    <a:pt x="2457963" y="4341091"/>
                  </a:lnTo>
                  <a:close/>
                </a:path>
                <a:path w="6684644" h="7015480">
                  <a:moveTo>
                    <a:pt x="2383255" y="4210530"/>
                  </a:moveTo>
                  <a:lnTo>
                    <a:pt x="2375911" y="4197807"/>
                  </a:lnTo>
                  <a:lnTo>
                    <a:pt x="2388633" y="4190462"/>
                  </a:lnTo>
                  <a:lnTo>
                    <a:pt x="2395978" y="4203185"/>
                  </a:lnTo>
                  <a:lnTo>
                    <a:pt x="2383255" y="4210530"/>
                  </a:lnTo>
                  <a:close/>
                </a:path>
                <a:path w="6684644" h="7015480">
                  <a:moveTo>
                    <a:pt x="2308773" y="4079162"/>
                  </a:moveTo>
                  <a:lnTo>
                    <a:pt x="2302601" y="4068471"/>
                  </a:lnTo>
                  <a:lnTo>
                    <a:pt x="2313286" y="4062305"/>
                  </a:lnTo>
                  <a:lnTo>
                    <a:pt x="2319458" y="4072990"/>
                  </a:lnTo>
                  <a:lnTo>
                    <a:pt x="2308773" y="4079162"/>
                  </a:lnTo>
                  <a:close/>
                </a:path>
                <a:path w="6684644" h="7015480">
                  <a:moveTo>
                    <a:pt x="2234172" y="3948197"/>
                  </a:moveTo>
                  <a:lnTo>
                    <a:pt x="2228888" y="3939040"/>
                  </a:lnTo>
                  <a:lnTo>
                    <a:pt x="2238051" y="3933751"/>
                  </a:lnTo>
                  <a:lnTo>
                    <a:pt x="2243335" y="3942908"/>
                  </a:lnTo>
                  <a:lnTo>
                    <a:pt x="2234172" y="3948197"/>
                  </a:lnTo>
                  <a:close/>
                </a:path>
                <a:path w="6684644" h="7015480">
                  <a:moveTo>
                    <a:pt x="2159476" y="3817629"/>
                  </a:moveTo>
                  <a:lnTo>
                    <a:pt x="2154773" y="3809491"/>
                  </a:lnTo>
                  <a:lnTo>
                    <a:pt x="2162917" y="3804794"/>
                  </a:lnTo>
                  <a:lnTo>
                    <a:pt x="2167614" y="3812932"/>
                  </a:lnTo>
                  <a:lnTo>
                    <a:pt x="2159476" y="3817629"/>
                  </a:lnTo>
                  <a:close/>
                </a:path>
                <a:path w="6684644" h="7015480">
                  <a:moveTo>
                    <a:pt x="2084774" y="3687067"/>
                  </a:moveTo>
                  <a:lnTo>
                    <a:pt x="2080658" y="3679942"/>
                  </a:lnTo>
                  <a:lnTo>
                    <a:pt x="2087783" y="3675831"/>
                  </a:lnTo>
                  <a:lnTo>
                    <a:pt x="2091900" y="3682956"/>
                  </a:lnTo>
                  <a:lnTo>
                    <a:pt x="2084774" y="3687067"/>
                  </a:lnTo>
                  <a:close/>
                </a:path>
                <a:path w="6684644" h="7015480">
                  <a:moveTo>
                    <a:pt x="2010067" y="3556505"/>
                  </a:moveTo>
                  <a:lnTo>
                    <a:pt x="2006543" y="3550405"/>
                  </a:lnTo>
                  <a:lnTo>
                    <a:pt x="2012649" y="3546880"/>
                  </a:lnTo>
                  <a:lnTo>
                    <a:pt x="2016174" y="3552981"/>
                  </a:lnTo>
                  <a:lnTo>
                    <a:pt x="2010067" y="3556505"/>
                  </a:lnTo>
                  <a:close/>
                </a:path>
                <a:path w="6684644" h="7015480">
                  <a:moveTo>
                    <a:pt x="1935365" y="3425944"/>
                  </a:moveTo>
                  <a:lnTo>
                    <a:pt x="1932427" y="3420856"/>
                  </a:lnTo>
                  <a:lnTo>
                    <a:pt x="1937515" y="3417918"/>
                  </a:lnTo>
                  <a:lnTo>
                    <a:pt x="1940453" y="3423006"/>
                  </a:lnTo>
                  <a:lnTo>
                    <a:pt x="1935365" y="3425944"/>
                  </a:lnTo>
                  <a:close/>
                </a:path>
                <a:path w="6684644" h="7015480">
                  <a:moveTo>
                    <a:pt x="1860663" y="3295382"/>
                  </a:moveTo>
                  <a:lnTo>
                    <a:pt x="1858312" y="3291313"/>
                  </a:lnTo>
                  <a:lnTo>
                    <a:pt x="1862387" y="3288961"/>
                  </a:lnTo>
                  <a:lnTo>
                    <a:pt x="1864732" y="3293030"/>
                  </a:lnTo>
                  <a:lnTo>
                    <a:pt x="1860663" y="3295382"/>
                  </a:lnTo>
                  <a:close/>
                </a:path>
                <a:path w="6684644" h="7015480">
                  <a:moveTo>
                    <a:pt x="1785963" y="3164820"/>
                  </a:moveTo>
                  <a:lnTo>
                    <a:pt x="1784203" y="3161764"/>
                  </a:lnTo>
                  <a:lnTo>
                    <a:pt x="1787253" y="3160005"/>
                  </a:lnTo>
                  <a:lnTo>
                    <a:pt x="1789018" y="3163055"/>
                  </a:lnTo>
                  <a:lnTo>
                    <a:pt x="1785963" y="3164820"/>
                  </a:lnTo>
                  <a:close/>
                </a:path>
                <a:path w="6684644" h="7015480">
                  <a:moveTo>
                    <a:pt x="1711260" y="3034252"/>
                  </a:moveTo>
                  <a:lnTo>
                    <a:pt x="1710087" y="3032227"/>
                  </a:lnTo>
                  <a:lnTo>
                    <a:pt x="1712125" y="3031048"/>
                  </a:lnTo>
                  <a:lnTo>
                    <a:pt x="1713298" y="3033079"/>
                  </a:lnTo>
                  <a:lnTo>
                    <a:pt x="1711260" y="3034252"/>
                  </a:lnTo>
                  <a:close/>
                </a:path>
                <a:path w="6684644" h="7015480">
                  <a:moveTo>
                    <a:pt x="1637571" y="2903104"/>
                  </a:moveTo>
                  <a:lnTo>
                    <a:pt x="1636219" y="2903104"/>
                  </a:lnTo>
                  <a:lnTo>
                    <a:pt x="1635972" y="2902677"/>
                  </a:lnTo>
                  <a:lnTo>
                    <a:pt x="1637325" y="2902677"/>
                  </a:lnTo>
                  <a:lnTo>
                    <a:pt x="1637571" y="2903104"/>
                  </a:lnTo>
                  <a:close/>
                </a:path>
                <a:path w="6684644" h="7015480">
                  <a:moveTo>
                    <a:pt x="4162631" y="7015287"/>
                  </a:moveTo>
                  <a:lnTo>
                    <a:pt x="4149813" y="7015287"/>
                  </a:lnTo>
                  <a:lnTo>
                    <a:pt x="4123349" y="6969444"/>
                  </a:lnTo>
                  <a:lnTo>
                    <a:pt x="4174743" y="6939769"/>
                  </a:lnTo>
                  <a:lnTo>
                    <a:pt x="4204417" y="6991164"/>
                  </a:lnTo>
                  <a:lnTo>
                    <a:pt x="4162631" y="7015287"/>
                  </a:lnTo>
                  <a:close/>
                </a:path>
                <a:path w="6684644" h="7015480">
                  <a:moveTo>
                    <a:pt x="4078429" y="6889873"/>
                  </a:moveTo>
                  <a:lnTo>
                    <a:pt x="4049636" y="6840006"/>
                  </a:lnTo>
                  <a:lnTo>
                    <a:pt x="4099503" y="6811214"/>
                  </a:lnTo>
                  <a:lnTo>
                    <a:pt x="4128295" y="6861081"/>
                  </a:lnTo>
                  <a:lnTo>
                    <a:pt x="4078429" y="6889873"/>
                  </a:lnTo>
                  <a:close/>
                </a:path>
                <a:path w="6684644" h="7015480">
                  <a:moveTo>
                    <a:pt x="4003940" y="6758511"/>
                  </a:moveTo>
                  <a:lnTo>
                    <a:pt x="3976321" y="6710677"/>
                  </a:lnTo>
                  <a:lnTo>
                    <a:pt x="4024156" y="6683063"/>
                  </a:lnTo>
                  <a:lnTo>
                    <a:pt x="4051769" y="6730892"/>
                  </a:lnTo>
                  <a:lnTo>
                    <a:pt x="4003940" y="6758511"/>
                  </a:lnTo>
                  <a:close/>
                </a:path>
                <a:path w="6684644" h="7015480">
                  <a:moveTo>
                    <a:pt x="3929458" y="6627144"/>
                  </a:moveTo>
                  <a:lnTo>
                    <a:pt x="3903011" y="6581341"/>
                  </a:lnTo>
                  <a:lnTo>
                    <a:pt x="3948808" y="6554900"/>
                  </a:lnTo>
                  <a:lnTo>
                    <a:pt x="3975249" y="6600703"/>
                  </a:lnTo>
                  <a:lnTo>
                    <a:pt x="3929458" y="6627144"/>
                  </a:lnTo>
                  <a:close/>
                </a:path>
                <a:path w="6684644" h="7015480">
                  <a:moveTo>
                    <a:pt x="3854964" y="6495776"/>
                  </a:moveTo>
                  <a:lnTo>
                    <a:pt x="3829702" y="6452017"/>
                  </a:lnTo>
                  <a:lnTo>
                    <a:pt x="3873461" y="6426749"/>
                  </a:lnTo>
                  <a:lnTo>
                    <a:pt x="3898729" y="6470508"/>
                  </a:lnTo>
                  <a:lnTo>
                    <a:pt x="3854964" y="6495776"/>
                  </a:lnTo>
                  <a:close/>
                </a:path>
                <a:path w="6684644" h="7015480">
                  <a:moveTo>
                    <a:pt x="3780481" y="6364409"/>
                  </a:moveTo>
                  <a:lnTo>
                    <a:pt x="3756392" y="6322686"/>
                  </a:lnTo>
                  <a:lnTo>
                    <a:pt x="3798115" y="6298597"/>
                  </a:lnTo>
                  <a:lnTo>
                    <a:pt x="3822204" y="6340319"/>
                  </a:lnTo>
                  <a:lnTo>
                    <a:pt x="3780481" y="6364409"/>
                  </a:lnTo>
                  <a:close/>
                </a:path>
                <a:path w="6684644" h="7015480">
                  <a:moveTo>
                    <a:pt x="3705886" y="6233450"/>
                  </a:moveTo>
                  <a:lnTo>
                    <a:pt x="3682673" y="6193250"/>
                  </a:lnTo>
                  <a:lnTo>
                    <a:pt x="3722873" y="6170037"/>
                  </a:lnTo>
                  <a:lnTo>
                    <a:pt x="3746086" y="6210237"/>
                  </a:lnTo>
                  <a:lnTo>
                    <a:pt x="3705886" y="6233450"/>
                  </a:lnTo>
                  <a:close/>
                </a:path>
                <a:path w="6684644" h="7015480">
                  <a:moveTo>
                    <a:pt x="3631291" y="6102479"/>
                  </a:moveTo>
                  <a:lnTo>
                    <a:pt x="3608961" y="6063813"/>
                  </a:lnTo>
                  <a:lnTo>
                    <a:pt x="3647638" y="6041483"/>
                  </a:lnTo>
                  <a:lnTo>
                    <a:pt x="3669963" y="6080149"/>
                  </a:lnTo>
                  <a:lnTo>
                    <a:pt x="3631291" y="6102479"/>
                  </a:lnTo>
                  <a:close/>
                </a:path>
                <a:path w="6684644" h="7015480">
                  <a:moveTo>
                    <a:pt x="3556802" y="5971117"/>
                  </a:moveTo>
                  <a:lnTo>
                    <a:pt x="3535651" y="5934477"/>
                  </a:lnTo>
                  <a:lnTo>
                    <a:pt x="3572285" y="5913326"/>
                  </a:lnTo>
                  <a:lnTo>
                    <a:pt x="3593442" y="5949966"/>
                  </a:lnTo>
                  <a:lnTo>
                    <a:pt x="3556802" y="5971117"/>
                  </a:lnTo>
                  <a:close/>
                </a:path>
                <a:path w="6684644" h="7015480">
                  <a:moveTo>
                    <a:pt x="3482207" y="5840153"/>
                  </a:moveTo>
                  <a:lnTo>
                    <a:pt x="3461933" y="5805040"/>
                  </a:lnTo>
                  <a:lnTo>
                    <a:pt x="3497045" y="5784766"/>
                  </a:lnTo>
                  <a:lnTo>
                    <a:pt x="3517319" y="5819878"/>
                  </a:lnTo>
                  <a:lnTo>
                    <a:pt x="3482207" y="5840153"/>
                  </a:lnTo>
                  <a:close/>
                </a:path>
                <a:path w="6684644" h="7015480">
                  <a:moveTo>
                    <a:pt x="3407719" y="5708785"/>
                  </a:moveTo>
                  <a:lnTo>
                    <a:pt x="3388623" y="5675711"/>
                  </a:lnTo>
                  <a:lnTo>
                    <a:pt x="3421703" y="5656615"/>
                  </a:lnTo>
                  <a:lnTo>
                    <a:pt x="3440799" y="5689689"/>
                  </a:lnTo>
                  <a:lnTo>
                    <a:pt x="3407719" y="5708785"/>
                  </a:lnTo>
                  <a:close/>
                </a:path>
                <a:path w="6684644" h="7015480">
                  <a:moveTo>
                    <a:pt x="3333130" y="5577820"/>
                  </a:moveTo>
                  <a:lnTo>
                    <a:pt x="3314911" y="5546274"/>
                  </a:lnTo>
                  <a:lnTo>
                    <a:pt x="3346463" y="5528061"/>
                  </a:lnTo>
                  <a:lnTo>
                    <a:pt x="3364676" y="5559607"/>
                  </a:lnTo>
                  <a:lnTo>
                    <a:pt x="3333130" y="5577820"/>
                  </a:lnTo>
                  <a:close/>
                </a:path>
                <a:path w="6684644" h="7015480">
                  <a:moveTo>
                    <a:pt x="3258749" y="5446056"/>
                  </a:moveTo>
                  <a:lnTo>
                    <a:pt x="3242004" y="5417044"/>
                  </a:lnTo>
                  <a:lnTo>
                    <a:pt x="3271004" y="5400300"/>
                  </a:lnTo>
                  <a:lnTo>
                    <a:pt x="3287754" y="5429311"/>
                  </a:lnTo>
                  <a:lnTo>
                    <a:pt x="3258749" y="5446056"/>
                  </a:lnTo>
                  <a:close/>
                </a:path>
                <a:path w="6684644" h="7015480">
                  <a:moveTo>
                    <a:pt x="3184147" y="5315091"/>
                  </a:moveTo>
                  <a:lnTo>
                    <a:pt x="3168285" y="5287614"/>
                  </a:lnTo>
                  <a:lnTo>
                    <a:pt x="3195762" y="5271746"/>
                  </a:lnTo>
                  <a:lnTo>
                    <a:pt x="3211630" y="5299223"/>
                  </a:lnTo>
                  <a:lnTo>
                    <a:pt x="3184147" y="5315091"/>
                  </a:lnTo>
                  <a:close/>
                </a:path>
                <a:path w="6684644" h="7015480">
                  <a:moveTo>
                    <a:pt x="3109452" y="5184523"/>
                  </a:moveTo>
                  <a:lnTo>
                    <a:pt x="3094176" y="5158064"/>
                  </a:lnTo>
                  <a:lnTo>
                    <a:pt x="3120634" y="5142789"/>
                  </a:lnTo>
                  <a:lnTo>
                    <a:pt x="3135910" y="5169247"/>
                  </a:lnTo>
                  <a:lnTo>
                    <a:pt x="3109452" y="5184523"/>
                  </a:lnTo>
                  <a:close/>
                </a:path>
                <a:path w="6684644" h="7015480">
                  <a:moveTo>
                    <a:pt x="3034963" y="5053161"/>
                  </a:moveTo>
                  <a:lnTo>
                    <a:pt x="3020861" y="5028734"/>
                  </a:lnTo>
                  <a:lnTo>
                    <a:pt x="3045288" y="5014632"/>
                  </a:lnTo>
                  <a:lnTo>
                    <a:pt x="3059390" y="5039058"/>
                  </a:lnTo>
                  <a:lnTo>
                    <a:pt x="3034963" y="5053161"/>
                  </a:lnTo>
                  <a:close/>
                </a:path>
                <a:path w="6684644" h="7015480">
                  <a:moveTo>
                    <a:pt x="2960475" y="4921799"/>
                  </a:moveTo>
                  <a:lnTo>
                    <a:pt x="2947545" y="4899410"/>
                  </a:lnTo>
                  <a:lnTo>
                    <a:pt x="2969940" y="4886480"/>
                  </a:lnTo>
                  <a:lnTo>
                    <a:pt x="2982864" y="4908869"/>
                  </a:lnTo>
                  <a:lnTo>
                    <a:pt x="2960475" y="4921799"/>
                  </a:lnTo>
                  <a:close/>
                </a:path>
                <a:path w="6684644" h="7015480">
                  <a:moveTo>
                    <a:pt x="2885880" y="4790828"/>
                  </a:moveTo>
                  <a:lnTo>
                    <a:pt x="2873832" y="4769968"/>
                  </a:lnTo>
                  <a:lnTo>
                    <a:pt x="2894700" y="4757920"/>
                  </a:lnTo>
                  <a:lnTo>
                    <a:pt x="2906747" y="4778781"/>
                  </a:lnTo>
                  <a:lnTo>
                    <a:pt x="2885880" y="4790828"/>
                  </a:lnTo>
                  <a:close/>
                </a:path>
                <a:path w="6684644" h="7015480">
                  <a:moveTo>
                    <a:pt x="2811291" y="4659870"/>
                  </a:moveTo>
                  <a:lnTo>
                    <a:pt x="2800126" y="4640531"/>
                  </a:lnTo>
                  <a:lnTo>
                    <a:pt x="2819459" y="4629366"/>
                  </a:lnTo>
                  <a:lnTo>
                    <a:pt x="2830624" y="4648705"/>
                  </a:lnTo>
                  <a:lnTo>
                    <a:pt x="2811291" y="4659870"/>
                  </a:lnTo>
                  <a:close/>
                </a:path>
                <a:path w="6684644" h="7015480">
                  <a:moveTo>
                    <a:pt x="2736696" y="4528899"/>
                  </a:moveTo>
                  <a:lnTo>
                    <a:pt x="2726414" y="4511095"/>
                  </a:lnTo>
                  <a:lnTo>
                    <a:pt x="2744218" y="4500812"/>
                  </a:lnTo>
                  <a:lnTo>
                    <a:pt x="2754501" y="4518616"/>
                  </a:lnTo>
                  <a:lnTo>
                    <a:pt x="2736696" y="4528899"/>
                  </a:lnTo>
                  <a:close/>
                </a:path>
                <a:path w="6684644" h="7015480">
                  <a:moveTo>
                    <a:pt x="2662101" y="4397941"/>
                  </a:moveTo>
                  <a:lnTo>
                    <a:pt x="2652701" y="4381652"/>
                  </a:lnTo>
                  <a:lnTo>
                    <a:pt x="2668978" y="4372252"/>
                  </a:lnTo>
                  <a:lnTo>
                    <a:pt x="2678383" y="4388541"/>
                  </a:lnTo>
                  <a:lnTo>
                    <a:pt x="2662101" y="4397941"/>
                  </a:lnTo>
                  <a:close/>
                </a:path>
                <a:path w="6684644" h="7015480">
                  <a:moveTo>
                    <a:pt x="2587500" y="4266976"/>
                  </a:moveTo>
                  <a:lnTo>
                    <a:pt x="2578983" y="4252221"/>
                  </a:lnTo>
                  <a:lnTo>
                    <a:pt x="2593737" y="4243698"/>
                  </a:lnTo>
                  <a:lnTo>
                    <a:pt x="2602261" y="4258458"/>
                  </a:lnTo>
                  <a:lnTo>
                    <a:pt x="2587500" y="4266976"/>
                  </a:lnTo>
                  <a:close/>
                </a:path>
                <a:path w="6684644" h="7015480">
                  <a:moveTo>
                    <a:pt x="2512911" y="4136017"/>
                  </a:moveTo>
                  <a:lnTo>
                    <a:pt x="2505270" y="4122779"/>
                  </a:lnTo>
                  <a:lnTo>
                    <a:pt x="2518502" y="4115138"/>
                  </a:lnTo>
                  <a:lnTo>
                    <a:pt x="2526143" y="4128376"/>
                  </a:lnTo>
                  <a:lnTo>
                    <a:pt x="2512911" y="4136017"/>
                  </a:lnTo>
                  <a:close/>
                </a:path>
                <a:path w="6684644" h="7015480">
                  <a:moveTo>
                    <a:pt x="2438316" y="4005046"/>
                  </a:moveTo>
                  <a:lnTo>
                    <a:pt x="2431558" y="3993342"/>
                  </a:lnTo>
                  <a:lnTo>
                    <a:pt x="2443261" y="3986584"/>
                  </a:lnTo>
                  <a:lnTo>
                    <a:pt x="2450020" y="3998288"/>
                  </a:lnTo>
                  <a:lnTo>
                    <a:pt x="2438316" y="4005046"/>
                  </a:lnTo>
                  <a:close/>
                </a:path>
                <a:path w="6684644" h="7015480">
                  <a:moveTo>
                    <a:pt x="2363721" y="3874081"/>
                  </a:moveTo>
                  <a:lnTo>
                    <a:pt x="2357845" y="3863906"/>
                  </a:lnTo>
                  <a:lnTo>
                    <a:pt x="2368021" y="3858030"/>
                  </a:lnTo>
                  <a:lnTo>
                    <a:pt x="2373897" y="3868206"/>
                  </a:lnTo>
                  <a:lnTo>
                    <a:pt x="2363721" y="3874081"/>
                  </a:lnTo>
                  <a:close/>
                </a:path>
                <a:path w="6684644" h="7015480">
                  <a:moveTo>
                    <a:pt x="2289126" y="3743116"/>
                  </a:moveTo>
                  <a:lnTo>
                    <a:pt x="2284133" y="3734463"/>
                  </a:lnTo>
                  <a:lnTo>
                    <a:pt x="2292780" y="3729470"/>
                  </a:lnTo>
                  <a:lnTo>
                    <a:pt x="2297779" y="3738123"/>
                  </a:lnTo>
                  <a:lnTo>
                    <a:pt x="2289126" y="3743116"/>
                  </a:lnTo>
                  <a:close/>
                </a:path>
                <a:path w="6684644" h="7015480">
                  <a:moveTo>
                    <a:pt x="2214424" y="3612555"/>
                  </a:moveTo>
                  <a:lnTo>
                    <a:pt x="2210018" y="3604926"/>
                  </a:lnTo>
                  <a:lnTo>
                    <a:pt x="2217652" y="3600519"/>
                  </a:lnTo>
                  <a:lnTo>
                    <a:pt x="2222059" y="3608148"/>
                  </a:lnTo>
                  <a:lnTo>
                    <a:pt x="2214424" y="3612555"/>
                  </a:lnTo>
                  <a:close/>
                </a:path>
                <a:path w="6684644" h="7015480">
                  <a:moveTo>
                    <a:pt x="2139723" y="3481993"/>
                  </a:moveTo>
                  <a:lnTo>
                    <a:pt x="2135902" y="3475377"/>
                  </a:lnTo>
                  <a:lnTo>
                    <a:pt x="2142518" y="3471556"/>
                  </a:lnTo>
                  <a:lnTo>
                    <a:pt x="2146339" y="3478172"/>
                  </a:lnTo>
                  <a:lnTo>
                    <a:pt x="2139723" y="3481993"/>
                  </a:lnTo>
                  <a:close/>
                </a:path>
                <a:path w="6684644" h="7015480">
                  <a:moveTo>
                    <a:pt x="2065021" y="3351431"/>
                  </a:moveTo>
                  <a:lnTo>
                    <a:pt x="2061787" y="3345834"/>
                  </a:lnTo>
                  <a:lnTo>
                    <a:pt x="2067390" y="3342600"/>
                  </a:lnTo>
                  <a:lnTo>
                    <a:pt x="2070618" y="3348197"/>
                  </a:lnTo>
                  <a:lnTo>
                    <a:pt x="2065021" y="3351431"/>
                  </a:lnTo>
                  <a:close/>
                </a:path>
                <a:path w="6684644" h="7015480">
                  <a:moveTo>
                    <a:pt x="1990320" y="3220863"/>
                  </a:moveTo>
                  <a:lnTo>
                    <a:pt x="1987678" y="3216284"/>
                  </a:lnTo>
                  <a:lnTo>
                    <a:pt x="1992250" y="3213642"/>
                  </a:lnTo>
                  <a:lnTo>
                    <a:pt x="1994898" y="3218221"/>
                  </a:lnTo>
                  <a:lnTo>
                    <a:pt x="1990320" y="3220863"/>
                  </a:lnTo>
                  <a:close/>
                </a:path>
                <a:path w="6684644" h="7015480">
                  <a:moveTo>
                    <a:pt x="1915618" y="3090301"/>
                  </a:moveTo>
                  <a:lnTo>
                    <a:pt x="1913562" y="3086742"/>
                  </a:lnTo>
                  <a:lnTo>
                    <a:pt x="1917122" y="3084686"/>
                  </a:lnTo>
                  <a:lnTo>
                    <a:pt x="1919177" y="3088246"/>
                  </a:lnTo>
                  <a:lnTo>
                    <a:pt x="1915618" y="3090301"/>
                  </a:lnTo>
                  <a:close/>
                </a:path>
                <a:path w="6684644" h="7015480">
                  <a:moveTo>
                    <a:pt x="1840916" y="2959739"/>
                  </a:moveTo>
                  <a:lnTo>
                    <a:pt x="1839447" y="2957198"/>
                  </a:lnTo>
                  <a:lnTo>
                    <a:pt x="1841988" y="2955729"/>
                  </a:lnTo>
                  <a:lnTo>
                    <a:pt x="1843457" y="2958270"/>
                  </a:lnTo>
                  <a:lnTo>
                    <a:pt x="1840916" y="2959739"/>
                  </a:lnTo>
                  <a:close/>
                </a:path>
                <a:path w="6684644" h="7015480">
                  <a:moveTo>
                    <a:pt x="1766208" y="2829177"/>
                  </a:moveTo>
                  <a:lnTo>
                    <a:pt x="1765326" y="2827649"/>
                  </a:lnTo>
                  <a:lnTo>
                    <a:pt x="1766860" y="2826766"/>
                  </a:lnTo>
                  <a:lnTo>
                    <a:pt x="1767742" y="2828294"/>
                  </a:lnTo>
                  <a:lnTo>
                    <a:pt x="1766208" y="2829177"/>
                  </a:lnTo>
                  <a:close/>
                </a:path>
                <a:path w="6684644" h="7015480">
                  <a:moveTo>
                    <a:pt x="4391020" y="7015287"/>
                  </a:moveTo>
                  <a:lnTo>
                    <a:pt x="4344195" y="7015287"/>
                  </a:lnTo>
                  <a:lnTo>
                    <a:pt x="4379314" y="6995012"/>
                  </a:lnTo>
                  <a:lnTo>
                    <a:pt x="4391020" y="7015287"/>
                  </a:lnTo>
                  <a:close/>
                </a:path>
                <a:path w="6684644" h="7015480">
                  <a:moveTo>
                    <a:pt x="4282353" y="6947520"/>
                  </a:moveTo>
                  <a:lnTo>
                    <a:pt x="4251506" y="6894094"/>
                  </a:lnTo>
                  <a:lnTo>
                    <a:pt x="4304938" y="6863247"/>
                  </a:lnTo>
                  <a:lnTo>
                    <a:pt x="4335785" y="6916673"/>
                  </a:lnTo>
                  <a:lnTo>
                    <a:pt x="4282353" y="6947520"/>
                  </a:lnTo>
                  <a:close/>
                </a:path>
                <a:path w="6684644" h="7015480">
                  <a:moveTo>
                    <a:pt x="4207865" y="6816159"/>
                  </a:moveTo>
                  <a:lnTo>
                    <a:pt x="4178190" y="6764758"/>
                  </a:lnTo>
                  <a:lnTo>
                    <a:pt x="4229585" y="6735090"/>
                  </a:lnTo>
                  <a:lnTo>
                    <a:pt x="4259259" y="6786490"/>
                  </a:lnTo>
                  <a:lnTo>
                    <a:pt x="4207865" y="6816159"/>
                  </a:lnTo>
                  <a:close/>
                </a:path>
                <a:path w="6684644" h="7015480">
                  <a:moveTo>
                    <a:pt x="4133270" y="6685194"/>
                  </a:moveTo>
                  <a:lnTo>
                    <a:pt x="4104477" y="6635321"/>
                  </a:lnTo>
                  <a:lnTo>
                    <a:pt x="4154350" y="6606529"/>
                  </a:lnTo>
                  <a:lnTo>
                    <a:pt x="4183142" y="6656401"/>
                  </a:lnTo>
                  <a:lnTo>
                    <a:pt x="4133270" y="6685194"/>
                  </a:lnTo>
                  <a:close/>
                </a:path>
                <a:path w="6684644" h="7015480">
                  <a:moveTo>
                    <a:pt x="4058781" y="6553826"/>
                  </a:moveTo>
                  <a:lnTo>
                    <a:pt x="4031168" y="6505997"/>
                  </a:lnTo>
                  <a:lnTo>
                    <a:pt x="4078997" y="6478378"/>
                  </a:lnTo>
                  <a:lnTo>
                    <a:pt x="4106616" y="6526213"/>
                  </a:lnTo>
                  <a:lnTo>
                    <a:pt x="4058781" y="6553826"/>
                  </a:lnTo>
                  <a:close/>
                </a:path>
                <a:path w="6684644" h="7015480">
                  <a:moveTo>
                    <a:pt x="3984299" y="6422464"/>
                  </a:moveTo>
                  <a:lnTo>
                    <a:pt x="3957859" y="6376667"/>
                  </a:lnTo>
                  <a:lnTo>
                    <a:pt x="4003656" y="6350227"/>
                  </a:lnTo>
                  <a:lnTo>
                    <a:pt x="4030096" y="6396024"/>
                  </a:lnTo>
                  <a:lnTo>
                    <a:pt x="3984299" y="6422464"/>
                  </a:lnTo>
                  <a:close/>
                </a:path>
                <a:path w="6684644" h="7015480">
                  <a:moveTo>
                    <a:pt x="3909917" y="6290694"/>
                  </a:moveTo>
                  <a:lnTo>
                    <a:pt x="3884945" y="6247444"/>
                  </a:lnTo>
                  <a:lnTo>
                    <a:pt x="3928195" y="6222473"/>
                  </a:lnTo>
                  <a:lnTo>
                    <a:pt x="3953167" y="6265723"/>
                  </a:lnTo>
                  <a:lnTo>
                    <a:pt x="3909917" y="6290694"/>
                  </a:lnTo>
                  <a:close/>
                </a:path>
                <a:path w="6684644" h="7015480">
                  <a:moveTo>
                    <a:pt x="3835316" y="6159729"/>
                  </a:moveTo>
                  <a:lnTo>
                    <a:pt x="3811227" y="6118007"/>
                  </a:lnTo>
                  <a:lnTo>
                    <a:pt x="3852955" y="6093912"/>
                  </a:lnTo>
                  <a:lnTo>
                    <a:pt x="3877044" y="6135640"/>
                  </a:lnTo>
                  <a:lnTo>
                    <a:pt x="3835316" y="6159729"/>
                  </a:lnTo>
                  <a:close/>
                </a:path>
                <a:path w="6684644" h="7015480">
                  <a:moveTo>
                    <a:pt x="3760833" y="6028362"/>
                  </a:moveTo>
                  <a:lnTo>
                    <a:pt x="3737917" y="5988671"/>
                  </a:lnTo>
                  <a:lnTo>
                    <a:pt x="3777607" y="5965755"/>
                  </a:lnTo>
                  <a:lnTo>
                    <a:pt x="3800524" y="6005445"/>
                  </a:lnTo>
                  <a:lnTo>
                    <a:pt x="3760833" y="6028362"/>
                  </a:lnTo>
                  <a:close/>
                </a:path>
                <a:path w="6684644" h="7015480">
                  <a:moveTo>
                    <a:pt x="3686245" y="5897403"/>
                  </a:moveTo>
                  <a:lnTo>
                    <a:pt x="3664205" y="5859235"/>
                  </a:lnTo>
                  <a:lnTo>
                    <a:pt x="3702367" y="5837201"/>
                  </a:lnTo>
                  <a:lnTo>
                    <a:pt x="3724407" y="5875369"/>
                  </a:lnTo>
                  <a:lnTo>
                    <a:pt x="3686245" y="5897403"/>
                  </a:lnTo>
                  <a:close/>
                </a:path>
                <a:path w="6684644" h="7015480">
                  <a:moveTo>
                    <a:pt x="3611756" y="5766036"/>
                  </a:moveTo>
                  <a:lnTo>
                    <a:pt x="3590896" y="5729905"/>
                  </a:lnTo>
                  <a:lnTo>
                    <a:pt x="3627020" y="5709050"/>
                  </a:lnTo>
                  <a:lnTo>
                    <a:pt x="3647881" y="5745181"/>
                  </a:lnTo>
                  <a:lnTo>
                    <a:pt x="3611756" y="5766036"/>
                  </a:lnTo>
                  <a:close/>
                </a:path>
                <a:path w="6684644" h="7015480">
                  <a:moveTo>
                    <a:pt x="3537262" y="5634668"/>
                  </a:moveTo>
                  <a:lnTo>
                    <a:pt x="3517580" y="5600581"/>
                  </a:lnTo>
                  <a:lnTo>
                    <a:pt x="3551679" y="5580893"/>
                  </a:lnTo>
                  <a:lnTo>
                    <a:pt x="3571362" y="5614986"/>
                  </a:lnTo>
                  <a:lnTo>
                    <a:pt x="3537262" y="5634668"/>
                  </a:lnTo>
                  <a:close/>
                </a:path>
                <a:path w="6684644" h="7015480">
                  <a:moveTo>
                    <a:pt x="3462673" y="5503710"/>
                  </a:moveTo>
                  <a:lnTo>
                    <a:pt x="3443868" y="5471138"/>
                  </a:lnTo>
                  <a:lnTo>
                    <a:pt x="3476439" y="5452339"/>
                  </a:lnTo>
                  <a:lnTo>
                    <a:pt x="3495239" y="5484904"/>
                  </a:lnTo>
                  <a:lnTo>
                    <a:pt x="3462673" y="5503710"/>
                  </a:lnTo>
                  <a:close/>
                </a:path>
                <a:path w="6684644" h="7015480">
                  <a:moveTo>
                    <a:pt x="3388191" y="5372342"/>
                  </a:moveTo>
                  <a:lnTo>
                    <a:pt x="3370558" y="5341803"/>
                  </a:lnTo>
                  <a:lnTo>
                    <a:pt x="3401092" y="5324176"/>
                  </a:lnTo>
                  <a:lnTo>
                    <a:pt x="3418718" y="5354715"/>
                  </a:lnTo>
                  <a:lnTo>
                    <a:pt x="3388191" y="5372342"/>
                  </a:lnTo>
                  <a:close/>
                </a:path>
                <a:path w="6684644" h="7015480">
                  <a:moveTo>
                    <a:pt x="3313697" y="5240974"/>
                  </a:moveTo>
                  <a:lnTo>
                    <a:pt x="3297249" y="5212478"/>
                  </a:lnTo>
                  <a:lnTo>
                    <a:pt x="3325739" y="5196024"/>
                  </a:lnTo>
                  <a:lnTo>
                    <a:pt x="3342193" y="5224520"/>
                  </a:lnTo>
                  <a:lnTo>
                    <a:pt x="3313697" y="5240974"/>
                  </a:lnTo>
                  <a:close/>
                </a:path>
                <a:path w="6684644" h="7015480">
                  <a:moveTo>
                    <a:pt x="3238995" y="5110413"/>
                  </a:moveTo>
                  <a:lnTo>
                    <a:pt x="3223133" y="5082936"/>
                  </a:lnTo>
                  <a:lnTo>
                    <a:pt x="3250610" y="5067074"/>
                  </a:lnTo>
                  <a:lnTo>
                    <a:pt x="3266472" y="5094545"/>
                  </a:lnTo>
                  <a:lnTo>
                    <a:pt x="3238995" y="5110413"/>
                  </a:lnTo>
                  <a:close/>
                </a:path>
                <a:path w="6684644" h="7015480">
                  <a:moveTo>
                    <a:pt x="3164513" y="4979045"/>
                  </a:moveTo>
                  <a:lnTo>
                    <a:pt x="3149824" y="4953600"/>
                  </a:lnTo>
                  <a:lnTo>
                    <a:pt x="3175263" y="4938911"/>
                  </a:lnTo>
                  <a:lnTo>
                    <a:pt x="3189953" y="4964356"/>
                  </a:lnTo>
                  <a:lnTo>
                    <a:pt x="3164513" y="4979045"/>
                  </a:lnTo>
                  <a:close/>
                </a:path>
                <a:path w="6684644" h="7015480">
                  <a:moveTo>
                    <a:pt x="3090024" y="4847677"/>
                  </a:moveTo>
                  <a:lnTo>
                    <a:pt x="3076508" y="4824276"/>
                  </a:lnTo>
                  <a:lnTo>
                    <a:pt x="3099916" y="4810759"/>
                  </a:lnTo>
                  <a:lnTo>
                    <a:pt x="3113426" y="4834167"/>
                  </a:lnTo>
                  <a:lnTo>
                    <a:pt x="3090024" y="4847677"/>
                  </a:lnTo>
                  <a:close/>
                </a:path>
                <a:path w="6684644" h="7015480">
                  <a:moveTo>
                    <a:pt x="3015429" y="4716719"/>
                  </a:moveTo>
                  <a:lnTo>
                    <a:pt x="3002795" y="4694833"/>
                  </a:lnTo>
                  <a:lnTo>
                    <a:pt x="3024681" y="4682199"/>
                  </a:lnTo>
                  <a:lnTo>
                    <a:pt x="3037315" y="4704085"/>
                  </a:lnTo>
                  <a:lnTo>
                    <a:pt x="3015429" y="4716719"/>
                  </a:lnTo>
                  <a:close/>
                </a:path>
                <a:path w="6684644" h="7015480">
                  <a:moveTo>
                    <a:pt x="2940834" y="4585754"/>
                  </a:moveTo>
                  <a:lnTo>
                    <a:pt x="2929083" y="4565396"/>
                  </a:lnTo>
                  <a:lnTo>
                    <a:pt x="2949441" y="4553645"/>
                  </a:lnTo>
                  <a:lnTo>
                    <a:pt x="2961192" y="4574003"/>
                  </a:lnTo>
                  <a:lnTo>
                    <a:pt x="2940834" y="4585754"/>
                  </a:lnTo>
                  <a:close/>
                </a:path>
                <a:path w="6684644" h="7015480">
                  <a:moveTo>
                    <a:pt x="2866346" y="4454386"/>
                  </a:moveTo>
                  <a:lnTo>
                    <a:pt x="2855773" y="4436073"/>
                  </a:lnTo>
                  <a:lnTo>
                    <a:pt x="2874087" y="4425494"/>
                  </a:lnTo>
                  <a:lnTo>
                    <a:pt x="2884666" y="4443814"/>
                  </a:lnTo>
                  <a:lnTo>
                    <a:pt x="2866346" y="4454386"/>
                  </a:lnTo>
                  <a:close/>
                </a:path>
                <a:path w="6684644" h="7015480">
                  <a:moveTo>
                    <a:pt x="2791750" y="4323422"/>
                  </a:moveTo>
                  <a:lnTo>
                    <a:pt x="2782060" y="4306630"/>
                  </a:lnTo>
                  <a:lnTo>
                    <a:pt x="2798852" y="4296934"/>
                  </a:lnTo>
                  <a:lnTo>
                    <a:pt x="2808548" y="4313725"/>
                  </a:lnTo>
                  <a:lnTo>
                    <a:pt x="2791750" y="4323422"/>
                  </a:lnTo>
                  <a:close/>
                </a:path>
                <a:path w="6684644" h="7015480">
                  <a:moveTo>
                    <a:pt x="2717161" y="4192457"/>
                  </a:moveTo>
                  <a:lnTo>
                    <a:pt x="2708348" y="4177193"/>
                  </a:lnTo>
                  <a:lnTo>
                    <a:pt x="2723612" y="4168380"/>
                  </a:lnTo>
                  <a:lnTo>
                    <a:pt x="2732425" y="4183643"/>
                  </a:lnTo>
                  <a:lnTo>
                    <a:pt x="2717161" y="4192457"/>
                  </a:lnTo>
                  <a:close/>
                </a:path>
                <a:path w="6684644" h="7015480">
                  <a:moveTo>
                    <a:pt x="2642560" y="4061492"/>
                  </a:moveTo>
                  <a:lnTo>
                    <a:pt x="2634629" y="4047756"/>
                  </a:lnTo>
                  <a:lnTo>
                    <a:pt x="2648371" y="4039825"/>
                  </a:lnTo>
                  <a:lnTo>
                    <a:pt x="2656302" y="4053561"/>
                  </a:lnTo>
                  <a:lnTo>
                    <a:pt x="2642560" y="4061492"/>
                  </a:lnTo>
                  <a:close/>
                </a:path>
                <a:path w="6684644" h="7015480">
                  <a:moveTo>
                    <a:pt x="2567859" y="3930930"/>
                  </a:moveTo>
                  <a:lnTo>
                    <a:pt x="2560514" y="3918207"/>
                  </a:lnTo>
                  <a:lnTo>
                    <a:pt x="2573237" y="3910862"/>
                  </a:lnTo>
                  <a:lnTo>
                    <a:pt x="2580581" y="3923585"/>
                  </a:lnTo>
                  <a:lnTo>
                    <a:pt x="2567859" y="3930930"/>
                  </a:lnTo>
                  <a:close/>
                </a:path>
                <a:path w="6684644" h="7015480">
                  <a:moveTo>
                    <a:pt x="2493370" y="3799568"/>
                  </a:moveTo>
                  <a:lnTo>
                    <a:pt x="2487205" y="3788883"/>
                  </a:lnTo>
                  <a:lnTo>
                    <a:pt x="2497890" y="3782711"/>
                  </a:lnTo>
                  <a:lnTo>
                    <a:pt x="2504056" y="3793396"/>
                  </a:lnTo>
                  <a:lnTo>
                    <a:pt x="2493370" y="3799568"/>
                  </a:lnTo>
                  <a:close/>
                </a:path>
                <a:path w="6684644" h="7015480">
                  <a:moveTo>
                    <a:pt x="2418776" y="3668597"/>
                  </a:moveTo>
                  <a:lnTo>
                    <a:pt x="2413492" y="3659440"/>
                  </a:lnTo>
                  <a:lnTo>
                    <a:pt x="2422655" y="3654151"/>
                  </a:lnTo>
                  <a:lnTo>
                    <a:pt x="2427939" y="3663308"/>
                  </a:lnTo>
                  <a:lnTo>
                    <a:pt x="2418776" y="3668597"/>
                  </a:lnTo>
                  <a:close/>
                </a:path>
                <a:path w="6684644" h="7015480">
                  <a:moveTo>
                    <a:pt x="2344074" y="3538035"/>
                  </a:moveTo>
                  <a:lnTo>
                    <a:pt x="2339377" y="3529897"/>
                  </a:lnTo>
                  <a:lnTo>
                    <a:pt x="2347515" y="3525194"/>
                  </a:lnTo>
                  <a:lnTo>
                    <a:pt x="2352218" y="3533338"/>
                  </a:lnTo>
                  <a:lnTo>
                    <a:pt x="2344074" y="3538035"/>
                  </a:lnTo>
                  <a:close/>
                </a:path>
                <a:path w="6684644" h="7015480">
                  <a:moveTo>
                    <a:pt x="2269373" y="3407474"/>
                  </a:moveTo>
                  <a:lnTo>
                    <a:pt x="2265262" y="3400355"/>
                  </a:lnTo>
                  <a:lnTo>
                    <a:pt x="2272387" y="3396238"/>
                  </a:lnTo>
                  <a:lnTo>
                    <a:pt x="2276497" y="3403364"/>
                  </a:lnTo>
                  <a:lnTo>
                    <a:pt x="2269373" y="3407474"/>
                  </a:lnTo>
                  <a:close/>
                </a:path>
                <a:path w="6684644" h="7015480">
                  <a:moveTo>
                    <a:pt x="2194670" y="3276917"/>
                  </a:moveTo>
                  <a:lnTo>
                    <a:pt x="2191146" y="3270805"/>
                  </a:lnTo>
                  <a:lnTo>
                    <a:pt x="2197253" y="3267281"/>
                  </a:lnTo>
                  <a:lnTo>
                    <a:pt x="2200783" y="3273387"/>
                  </a:lnTo>
                  <a:lnTo>
                    <a:pt x="2194670" y="3276917"/>
                  </a:lnTo>
                  <a:close/>
                </a:path>
                <a:path w="6684644" h="7015480">
                  <a:moveTo>
                    <a:pt x="2120076" y="3145947"/>
                  </a:moveTo>
                  <a:lnTo>
                    <a:pt x="2117434" y="3141368"/>
                  </a:lnTo>
                  <a:lnTo>
                    <a:pt x="2122012" y="3138727"/>
                  </a:lnTo>
                  <a:lnTo>
                    <a:pt x="2124660" y="3143306"/>
                  </a:lnTo>
                  <a:lnTo>
                    <a:pt x="2120076" y="3145947"/>
                  </a:lnTo>
                  <a:close/>
                </a:path>
                <a:path w="6684644" h="7015480">
                  <a:moveTo>
                    <a:pt x="2045273" y="3015788"/>
                  </a:moveTo>
                  <a:lnTo>
                    <a:pt x="2042922" y="3011719"/>
                  </a:lnTo>
                  <a:lnTo>
                    <a:pt x="2046991" y="3009367"/>
                  </a:lnTo>
                  <a:lnTo>
                    <a:pt x="2049342" y="3013436"/>
                  </a:lnTo>
                  <a:lnTo>
                    <a:pt x="2045273" y="3015788"/>
                  </a:lnTo>
                  <a:close/>
                </a:path>
                <a:path w="6684644" h="7015480">
                  <a:moveTo>
                    <a:pt x="1970566" y="2885226"/>
                  </a:moveTo>
                  <a:lnTo>
                    <a:pt x="1968801" y="2882170"/>
                  </a:lnTo>
                  <a:lnTo>
                    <a:pt x="1971857" y="2880404"/>
                  </a:lnTo>
                  <a:lnTo>
                    <a:pt x="1973622" y="2883467"/>
                  </a:lnTo>
                  <a:lnTo>
                    <a:pt x="1970566" y="2885226"/>
                  </a:lnTo>
                  <a:close/>
                </a:path>
                <a:path w="6684644" h="7015480">
                  <a:moveTo>
                    <a:pt x="1895865" y="2754664"/>
                  </a:moveTo>
                  <a:lnTo>
                    <a:pt x="1894685" y="2752626"/>
                  </a:lnTo>
                  <a:lnTo>
                    <a:pt x="1896723" y="2751454"/>
                  </a:lnTo>
                  <a:lnTo>
                    <a:pt x="1897902" y="2753485"/>
                  </a:lnTo>
                  <a:lnTo>
                    <a:pt x="1895865" y="2754664"/>
                  </a:lnTo>
                  <a:close/>
                </a:path>
                <a:path w="6684644" h="7015480">
                  <a:moveTo>
                    <a:pt x="1822182" y="2623509"/>
                  </a:moveTo>
                  <a:lnTo>
                    <a:pt x="1820828" y="2623509"/>
                  </a:lnTo>
                  <a:lnTo>
                    <a:pt x="1820576" y="2623077"/>
                  </a:lnTo>
                  <a:lnTo>
                    <a:pt x="1821933" y="2623077"/>
                  </a:lnTo>
                  <a:lnTo>
                    <a:pt x="1822182" y="2623509"/>
                  </a:lnTo>
                  <a:close/>
                </a:path>
                <a:path w="6684644" h="7015480">
                  <a:moveTo>
                    <a:pt x="4486279" y="7005175"/>
                  </a:moveTo>
                  <a:lnTo>
                    <a:pt x="4453370" y="6948183"/>
                  </a:lnTo>
                  <a:lnTo>
                    <a:pt x="4510361" y="6915275"/>
                  </a:lnTo>
                  <a:lnTo>
                    <a:pt x="4543269" y="6972273"/>
                  </a:lnTo>
                  <a:lnTo>
                    <a:pt x="4486279" y="7005175"/>
                  </a:lnTo>
                  <a:close/>
                </a:path>
                <a:path w="6684644" h="7015480">
                  <a:moveTo>
                    <a:pt x="4411790" y="6873807"/>
                  </a:moveTo>
                  <a:lnTo>
                    <a:pt x="4380060" y="6818853"/>
                  </a:lnTo>
                  <a:lnTo>
                    <a:pt x="4435014" y="6787123"/>
                  </a:lnTo>
                  <a:lnTo>
                    <a:pt x="4466744" y="6842083"/>
                  </a:lnTo>
                  <a:lnTo>
                    <a:pt x="4411790" y="6873807"/>
                  </a:lnTo>
                  <a:close/>
                </a:path>
                <a:path w="6684644" h="7015480">
                  <a:moveTo>
                    <a:pt x="4337194" y="6742849"/>
                  </a:moveTo>
                  <a:lnTo>
                    <a:pt x="4306347" y="6689417"/>
                  </a:lnTo>
                  <a:lnTo>
                    <a:pt x="4359779" y="6658569"/>
                  </a:lnTo>
                  <a:lnTo>
                    <a:pt x="4390626" y="6711995"/>
                  </a:lnTo>
                  <a:lnTo>
                    <a:pt x="4337194" y="6742849"/>
                  </a:lnTo>
                  <a:close/>
                </a:path>
                <a:path w="6684644" h="7015480">
                  <a:moveTo>
                    <a:pt x="4262706" y="6611480"/>
                  </a:moveTo>
                  <a:lnTo>
                    <a:pt x="4233032" y="6560081"/>
                  </a:lnTo>
                  <a:lnTo>
                    <a:pt x="4284426" y="6530412"/>
                  </a:lnTo>
                  <a:lnTo>
                    <a:pt x="4314100" y="6581806"/>
                  </a:lnTo>
                  <a:lnTo>
                    <a:pt x="4262706" y="6611480"/>
                  </a:lnTo>
                  <a:close/>
                </a:path>
                <a:path w="6684644" h="7015480">
                  <a:moveTo>
                    <a:pt x="4188218" y="6480113"/>
                  </a:moveTo>
                  <a:lnTo>
                    <a:pt x="4159722" y="6430757"/>
                  </a:lnTo>
                  <a:lnTo>
                    <a:pt x="4209085" y="6402255"/>
                  </a:lnTo>
                  <a:lnTo>
                    <a:pt x="4237581" y="6451617"/>
                  </a:lnTo>
                  <a:lnTo>
                    <a:pt x="4188218" y="6480113"/>
                  </a:lnTo>
                  <a:close/>
                </a:path>
                <a:path w="6684644" h="7015480">
                  <a:moveTo>
                    <a:pt x="4113736" y="6348752"/>
                  </a:moveTo>
                  <a:lnTo>
                    <a:pt x="4086413" y="6301426"/>
                  </a:lnTo>
                  <a:lnTo>
                    <a:pt x="4133732" y="6274103"/>
                  </a:lnTo>
                  <a:lnTo>
                    <a:pt x="4161055" y="6321429"/>
                  </a:lnTo>
                  <a:lnTo>
                    <a:pt x="4113736" y="6348752"/>
                  </a:lnTo>
                  <a:close/>
                </a:path>
                <a:path w="6684644" h="7015480">
                  <a:moveTo>
                    <a:pt x="4039247" y="6217378"/>
                  </a:moveTo>
                  <a:lnTo>
                    <a:pt x="4013097" y="6172091"/>
                  </a:lnTo>
                  <a:lnTo>
                    <a:pt x="4058384" y="6145947"/>
                  </a:lnTo>
                  <a:lnTo>
                    <a:pt x="4084535" y="6191234"/>
                  </a:lnTo>
                  <a:lnTo>
                    <a:pt x="4039247" y="6217378"/>
                  </a:lnTo>
                  <a:close/>
                </a:path>
                <a:path w="6684644" h="7015480">
                  <a:moveTo>
                    <a:pt x="3964760" y="6086017"/>
                  </a:moveTo>
                  <a:lnTo>
                    <a:pt x="3939787" y="6042767"/>
                  </a:lnTo>
                  <a:lnTo>
                    <a:pt x="3983044" y="6017789"/>
                  </a:lnTo>
                  <a:lnTo>
                    <a:pt x="4008015" y="6061046"/>
                  </a:lnTo>
                  <a:lnTo>
                    <a:pt x="3964760" y="6086017"/>
                  </a:lnTo>
                  <a:close/>
                </a:path>
                <a:path w="6684644" h="7015480">
                  <a:moveTo>
                    <a:pt x="3890271" y="5954649"/>
                  </a:moveTo>
                  <a:lnTo>
                    <a:pt x="3866478" y="5913436"/>
                  </a:lnTo>
                  <a:lnTo>
                    <a:pt x="3907696" y="5889638"/>
                  </a:lnTo>
                  <a:lnTo>
                    <a:pt x="3931489" y="5930856"/>
                  </a:lnTo>
                  <a:lnTo>
                    <a:pt x="3890271" y="5954649"/>
                  </a:lnTo>
                  <a:close/>
                </a:path>
                <a:path w="6684644" h="7015480">
                  <a:moveTo>
                    <a:pt x="3815783" y="5823287"/>
                  </a:moveTo>
                  <a:lnTo>
                    <a:pt x="3793162" y="5784100"/>
                  </a:lnTo>
                  <a:lnTo>
                    <a:pt x="3832349" y="5761480"/>
                  </a:lnTo>
                  <a:lnTo>
                    <a:pt x="3854970" y="5800661"/>
                  </a:lnTo>
                  <a:lnTo>
                    <a:pt x="3815783" y="5823287"/>
                  </a:lnTo>
                  <a:close/>
                </a:path>
                <a:path w="6684644" h="7015480">
                  <a:moveTo>
                    <a:pt x="3741187" y="5692322"/>
                  </a:moveTo>
                  <a:lnTo>
                    <a:pt x="3719450" y="5654664"/>
                  </a:lnTo>
                  <a:lnTo>
                    <a:pt x="3757103" y="5632926"/>
                  </a:lnTo>
                  <a:lnTo>
                    <a:pt x="3778846" y="5670579"/>
                  </a:lnTo>
                  <a:lnTo>
                    <a:pt x="3741187" y="5692322"/>
                  </a:lnTo>
                  <a:close/>
                </a:path>
                <a:path w="6684644" h="7015480">
                  <a:moveTo>
                    <a:pt x="3666699" y="5560954"/>
                  </a:moveTo>
                  <a:lnTo>
                    <a:pt x="3646134" y="5525340"/>
                  </a:lnTo>
                  <a:lnTo>
                    <a:pt x="3681762" y="5504769"/>
                  </a:lnTo>
                  <a:lnTo>
                    <a:pt x="3702327" y="5540390"/>
                  </a:lnTo>
                  <a:lnTo>
                    <a:pt x="3666699" y="5560954"/>
                  </a:lnTo>
                  <a:close/>
                </a:path>
                <a:path w="6684644" h="7015480">
                  <a:moveTo>
                    <a:pt x="3592217" y="5429587"/>
                  </a:moveTo>
                  <a:lnTo>
                    <a:pt x="3572830" y="5396009"/>
                  </a:lnTo>
                  <a:lnTo>
                    <a:pt x="3606414" y="5376617"/>
                  </a:lnTo>
                  <a:lnTo>
                    <a:pt x="3625800" y="5410201"/>
                  </a:lnTo>
                  <a:lnTo>
                    <a:pt x="3592217" y="5429587"/>
                  </a:lnTo>
                  <a:close/>
                </a:path>
                <a:path w="6684644" h="7015480">
                  <a:moveTo>
                    <a:pt x="3517621" y="5298622"/>
                  </a:moveTo>
                  <a:lnTo>
                    <a:pt x="3499118" y="5266567"/>
                  </a:lnTo>
                  <a:lnTo>
                    <a:pt x="3531173" y="5248063"/>
                  </a:lnTo>
                  <a:lnTo>
                    <a:pt x="3549677" y="5280119"/>
                  </a:lnTo>
                  <a:lnTo>
                    <a:pt x="3517621" y="5298622"/>
                  </a:lnTo>
                  <a:close/>
                </a:path>
                <a:path w="6684644" h="7015480">
                  <a:moveTo>
                    <a:pt x="3443245" y="5166858"/>
                  </a:moveTo>
                  <a:lnTo>
                    <a:pt x="3426205" y="5137344"/>
                  </a:lnTo>
                  <a:lnTo>
                    <a:pt x="3455714" y="5120309"/>
                  </a:lnTo>
                  <a:lnTo>
                    <a:pt x="3472754" y="5149824"/>
                  </a:lnTo>
                  <a:lnTo>
                    <a:pt x="3443245" y="5166858"/>
                  </a:lnTo>
                  <a:close/>
                </a:path>
                <a:path w="6684644" h="7015480">
                  <a:moveTo>
                    <a:pt x="3368644" y="5035893"/>
                  </a:moveTo>
                  <a:lnTo>
                    <a:pt x="3352486" y="5007907"/>
                  </a:lnTo>
                  <a:lnTo>
                    <a:pt x="3380478" y="4991748"/>
                  </a:lnTo>
                  <a:lnTo>
                    <a:pt x="3396637" y="5019735"/>
                  </a:lnTo>
                  <a:lnTo>
                    <a:pt x="3368644" y="5035893"/>
                  </a:lnTo>
                  <a:close/>
                </a:path>
                <a:path w="6684644" h="7015480">
                  <a:moveTo>
                    <a:pt x="3294055" y="4904935"/>
                  </a:moveTo>
                  <a:lnTo>
                    <a:pt x="3278774" y="4878471"/>
                  </a:lnTo>
                  <a:lnTo>
                    <a:pt x="3305238" y="4863195"/>
                  </a:lnTo>
                  <a:lnTo>
                    <a:pt x="3320520" y="4889653"/>
                  </a:lnTo>
                  <a:lnTo>
                    <a:pt x="3294055" y="4904935"/>
                  </a:lnTo>
                  <a:close/>
                </a:path>
                <a:path w="6684644" h="7015480">
                  <a:moveTo>
                    <a:pt x="3219567" y="4773561"/>
                  </a:moveTo>
                  <a:lnTo>
                    <a:pt x="3205470" y="4749140"/>
                  </a:lnTo>
                  <a:lnTo>
                    <a:pt x="3229892" y="4735044"/>
                  </a:lnTo>
                  <a:lnTo>
                    <a:pt x="3243988" y="4759465"/>
                  </a:lnTo>
                  <a:lnTo>
                    <a:pt x="3219567" y="4773561"/>
                  </a:lnTo>
                  <a:close/>
                </a:path>
                <a:path w="6684644" h="7015480">
                  <a:moveTo>
                    <a:pt x="3145079" y="4642200"/>
                  </a:moveTo>
                  <a:lnTo>
                    <a:pt x="3132155" y="4619811"/>
                  </a:lnTo>
                  <a:lnTo>
                    <a:pt x="3154544" y="4606880"/>
                  </a:lnTo>
                  <a:lnTo>
                    <a:pt x="3167468" y="4629269"/>
                  </a:lnTo>
                  <a:lnTo>
                    <a:pt x="3145079" y="4642200"/>
                  </a:lnTo>
                  <a:close/>
                </a:path>
                <a:path w="6684644" h="7015480">
                  <a:moveTo>
                    <a:pt x="3070490" y="4511235"/>
                  </a:moveTo>
                  <a:lnTo>
                    <a:pt x="3058443" y="4490367"/>
                  </a:lnTo>
                  <a:lnTo>
                    <a:pt x="3079304" y="4478326"/>
                  </a:lnTo>
                  <a:lnTo>
                    <a:pt x="3091351" y="4499193"/>
                  </a:lnTo>
                  <a:lnTo>
                    <a:pt x="3070490" y="4511235"/>
                  </a:lnTo>
                  <a:close/>
                </a:path>
                <a:path w="6684644" h="7015480">
                  <a:moveTo>
                    <a:pt x="2995895" y="4380269"/>
                  </a:moveTo>
                  <a:lnTo>
                    <a:pt x="2984730" y="4360931"/>
                  </a:lnTo>
                  <a:lnTo>
                    <a:pt x="3004063" y="4349772"/>
                  </a:lnTo>
                  <a:lnTo>
                    <a:pt x="3015228" y="4369104"/>
                  </a:lnTo>
                  <a:lnTo>
                    <a:pt x="2995895" y="4380269"/>
                  </a:lnTo>
                  <a:close/>
                </a:path>
                <a:path w="6684644" h="7015480">
                  <a:moveTo>
                    <a:pt x="2921294" y="4249305"/>
                  </a:moveTo>
                  <a:lnTo>
                    <a:pt x="2911011" y="4231494"/>
                  </a:lnTo>
                  <a:lnTo>
                    <a:pt x="2928828" y="4221211"/>
                  </a:lnTo>
                  <a:lnTo>
                    <a:pt x="2939110" y="4239022"/>
                  </a:lnTo>
                  <a:lnTo>
                    <a:pt x="2921294" y="4249305"/>
                  </a:lnTo>
                  <a:close/>
                </a:path>
                <a:path w="6684644" h="7015480">
                  <a:moveTo>
                    <a:pt x="2846699" y="4118346"/>
                  </a:moveTo>
                  <a:lnTo>
                    <a:pt x="2837299" y="4102058"/>
                  </a:lnTo>
                  <a:lnTo>
                    <a:pt x="2853587" y="4092652"/>
                  </a:lnTo>
                  <a:lnTo>
                    <a:pt x="2862987" y="4108940"/>
                  </a:lnTo>
                  <a:lnTo>
                    <a:pt x="2846699" y="4118346"/>
                  </a:lnTo>
                  <a:close/>
                </a:path>
                <a:path w="6684644" h="7015480">
                  <a:moveTo>
                    <a:pt x="2772216" y="3986979"/>
                  </a:moveTo>
                  <a:lnTo>
                    <a:pt x="2763989" y="3972728"/>
                  </a:lnTo>
                  <a:lnTo>
                    <a:pt x="2778234" y="3964501"/>
                  </a:lnTo>
                  <a:lnTo>
                    <a:pt x="2786461" y="3978752"/>
                  </a:lnTo>
                  <a:lnTo>
                    <a:pt x="2772216" y="3986979"/>
                  </a:lnTo>
                  <a:close/>
                </a:path>
                <a:path w="6684644" h="7015480">
                  <a:moveTo>
                    <a:pt x="2697515" y="3856417"/>
                  </a:moveTo>
                  <a:lnTo>
                    <a:pt x="2689874" y="3843179"/>
                  </a:lnTo>
                  <a:lnTo>
                    <a:pt x="2703100" y="3835544"/>
                  </a:lnTo>
                  <a:lnTo>
                    <a:pt x="2710741" y="3848776"/>
                  </a:lnTo>
                  <a:lnTo>
                    <a:pt x="2697515" y="3856417"/>
                  </a:lnTo>
                  <a:close/>
                </a:path>
                <a:path w="6684644" h="7015480">
                  <a:moveTo>
                    <a:pt x="2622920" y="3725446"/>
                  </a:moveTo>
                  <a:lnTo>
                    <a:pt x="2616167" y="3713748"/>
                  </a:lnTo>
                  <a:lnTo>
                    <a:pt x="2627865" y="3706990"/>
                  </a:lnTo>
                  <a:lnTo>
                    <a:pt x="2634618" y="3718694"/>
                  </a:lnTo>
                  <a:lnTo>
                    <a:pt x="2622920" y="3725446"/>
                  </a:lnTo>
                  <a:close/>
                </a:path>
                <a:path w="6684644" h="7015480">
                  <a:moveTo>
                    <a:pt x="2548431" y="3594084"/>
                  </a:moveTo>
                  <a:lnTo>
                    <a:pt x="2542852" y="3584418"/>
                  </a:lnTo>
                  <a:lnTo>
                    <a:pt x="2552518" y="3578832"/>
                  </a:lnTo>
                  <a:lnTo>
                    <a:pt x="2558098" y="3588499"/>
                  </a:lnTo>
                  <a:lnTo>
                    <a:pt x="2548431" y="3594084"/>
                  </a:lnTo>
                  <a:close/>
                </a:path>
                <a:path w="6684644" h="7015480">
                  <a:moveTo>
                    <a:pt x="2473730" y="3463523"/>
                  </a:moveTo>
                  <a:lnTo>
                    <a:pt x="2468736" y="3454875"/>
                  </a:lnTo>
                  <a:lnTo>
                    <a:pt x="2477390" y="3449876"/>
                  </a:lnTo>
                  <a:lnTo>
                    <a:pt x="2482383" y="3458523"/>
                  </a:lnTo>
                  <a:lnTo>
                    <a:pt x="2473730" y="3463523"/>
                  </a:lnTo>
                  <a:close/>
                </a:path>
                <a:path w="6684644" h="7015480">
                  <a:moveTo>
                    <a:pt x="2399022" y="3332961"/>
                  </a:moveTo>
                  <a:lnTo>
                    <a:pt x="2394615" y="3325326"/>
                  </a:lnTo>
                  <a:lnTo>
                    <a:pt x="2402250" y="3320919"/>
                  </a:lnTo>
                  <a:lnTo>
                    <a:pt x="2406657" y="3328554"/>
                  </a:lnTo>
                  <a:lnTo>
                    <a:pt x="2399022" y="3332961"/>
                  </a:lnTo>
                  <a:close/>
                </a:path>
                <a:path w="6684644" h="7015480">
                  <a:moveTo>
                    <a:pt x="2324326" y="3202393"/>
                  </a:moveTo>
                  <a:lnTo>
                    <a:pt x="2320506" y="3195777"/>
                  </a:lnTo>
                  <a:lnTo>
                    <a:pt x="2327116" y="3191962"/>
                  </a:lnTo>
                  <a:lnTo>
                    <a:pt x="2330937" y="3198578"/>
                  </a:lnTo>
                  <a:lnTo>
                    <a:pt x="2324326" y="3202393"/>
                  </a:lnTo>
                  <a:close/>
                </a:path>
                <a:path w="6684644" h="7015480">
                  <a:moveTo>
                    <a:pt x="2249732" y="3071434"/>
                  </a:moveTo>
                  <a:lnTo>
                    <a:pt x="2246794" y="3066346"/>
                  </a:lnTo>
                  <a:lnTo>
                    <a:pt x="2251882" y="3063408"/>
                  </a:lnTo>
                  <a:lnTo>
                    <a:pt x="2254819" y="3068496"/>
                  </a:lnTo>
                  <a:lnTo>
                    <a:pt x="2249732" y="3071434"/>
                  </a:lnTo>
                  <a:close/>
                </a:path>
                <a:path w="6684644" h="7015480">
                  <a:moveTo>
                    <a:pt x="2175030" y="2940872"/>
                  </a:moveTo>
                  <a:lnTo>
                    <a:pt x="2172678" y="2936797"/>
                  </a:lnTo>
                  <a:lnTo>
                    <a:pt x="2176748" y="2934452"/>
                  </a:lnTo>
                  <a:lnTo>
                    <a:pt x="2179099" y="2938521"/>
                  </a:lnTo>
                  <a:lnTo>
                    <a:pt x="2175030" y="2940872"/>
                  </a:lnTo>
                  <a:close/>
                </a:path>
                <a:path w="6684644" h="7015480">
                  <a:moveTo>
                    <a:pt x="2100328" y="2810310"/>
                  </a:moveTo>
                  <a:lnTo>
                    <a:pt x="2098563" y="2807248"/>
                  </a:lnTo>
                  <a:lnTo>
                    <a:pt x="2101613" y="2805488"/>
                  </a:lnTo>
                  <a:lnTo>
                    <a:pt x="2103379" y="2808545"/>
                  </a:lnTo>
                  <a:lnTo>
                    <a:pt x="2100328" y="2810310"/>
                  </a:lnTo>
                  <a:close/>
                </a:path>
                <a:path w="6684644" h="7015480">
                  <a:moveTo>
                    <a:pt x="2025514" y="2680145"/>
                  </a:moveTo>
                  <a:lnTo>
                    <a:pt x="2024045" y="2677598"/>
                  </a:lnTo>
                  <a:lnTo>
                    <a:pt x="2026592" y="2676129"/>
                  </a:lnTo>
                  <a:lnTo>
                    <a:pt x="2028061" y="2678676"/>
                  </a:lnTo>
                  <a:lnTo>
                    <a:pt x="2025514" y="2680145"/>
                  </a:lnTo>
                  <a:close/>
                </a:path>
                <a:path w="6684644" h="7015480">
                  <a:moveTo>
                    <a:pt x="1950818" y="2549577"/>
                  </a:moveTo>
                  <a:lnTo>
                    <a:pt x="1949936" y="2548055"/>
                  </a:lnTo>
                  <a:lnTo>
                    <a:pt x="1951458" y="2547178"/>
                  </a:lnTo>
                  <a:lnTo>
                    <a:pt x="1952341" y="2548701"/>
                  </a:lnTo>
                  <a:lnTo>
                    <a:pt x="1950818" y="2549577"/>
                  </a:lnTo>
                  <a:close/>
                </a:path>
                <a:path w="6684644" h="7015480">
                  <a:moveTo>
                    <a:pt x="4743151" y="7015287"/>
                  </a:moveTo>
                  <a:lnTo>
                    <a:pt x="4663089" y="7015287"/>
                  </a:lnTo>
                  <a:lnTo>
                    <a:pt x="4655636" y="7002379"/>
                  </a:lnTo>
                  <a:lnTo>
                    <a:pt x="4715684" y="6967711"/>
                  </a:lnTo>
                  <a:lnTo>
                    <a:pt x="4743151" y="7015287"/>
                  </a:lnTo>
                  <a:close/>
                </a:path>
                <a:path w="6684644" h="7015480">
                  <a:moveTo>
                    <a:pt x="4615602" y="6931865"/>
                  </a:moveTo>
                  <a:lnTo>
                    <a:pt x="4581526" y="6872835"/>
                  </a:lnTo>
                  <a:lnTo>
                    <a:pt x="4640556" y="6838754"/>
                  </a:lnTo>
                  <a:lnTo>
                    <a:pt x="4674631" y="6897783"/>
                  </a:lnTo>
                  <a:lnTo>
                    <a:pt x="4615602" y="6931865"/>
                  </a:lnTo>
                  <a:close/>
                </a:path>
                <a:path w="6684644" h="7015480">
                  <a:moveTo>
                    <a:pt x="4541120" y="6800497"/>
                  </a:moveTo>
                  <a:lnTo>
                    <a:pt x="4508211" y="6743499"/>
                  </a:lnTo>
                  <a:lnTo>
                    <a:pt x="4565209" y="6710597"/>
                  </a:lnTo>
                  <a:lnTo>
                    <a:pt x="4598112" y="6767588"/>
                  </a:lnTo>
                  <a:lnTo>
                    <a:pt x="4541120" y="6800497"/>
                  </a:lnTo>
                  <a:close/>
                </a:path>
                <a:path w="6684644" h="7015480">
                  <a:moveTo>
                    <a:pt x="4466631" y="6669135"/>
                  </a:moveTo>
                  <a:lnTo>
                    <a:pt x="4434901" y="6614175"/>
                  </a:lnTo>
                  <a:lnTo>
                    <a:pt x="4489855" y="6582445"/>
                  </a:lnTo>
                  <a:lnTo>
                    <a:pt x="4521586" y="6637405"/>
                  </a:lnTo>
                  <a:lnTo>
                    <a:pt x="4466631" y="6669135"/>
                  </a:lnTo>
                  <a:close/>
                </a:path>
                <a:path w="6684644" h="7015480">
                  <a:moveTo>
                    <a:pt x="4392036" y="6538165"/>
                  </a:moveTo>
                  <a:lnTo>
                    <a:pt x="4361189" y="6484739"/>
                  </a:lnTo>
                  <a:lnTo>
                    <a:pt x="4414615" y="6453891"/>
                  </a:lnTo>
                  <a:lnTo>
                    <a:pt x="4445462" y="6507317"/>
                  </a:lnTo>
                  <a:lnTo>
                    <a:pt x="4392036" y="6538165"/>
                  </a:lnTo>
                  <a:close/>
                </a:path>
                <a:path w="6684644" h="7015480">
                  <a:moveTo>
                    <a:pt x="4317548" y="6406803"/>
                  </a:moveTo>
                  <a:lnTo>
                    <a:pt x="4287873" y="6355409"/>
                  </a:lnTo>
                  <a:lnTo>
                    <a:pt x="4339274" y="6325735"/>
                  </a:lnTo>
                  <a:lnTo>
                    <a:pt x="4368942" y="6377129"/>
                  </a:lnTo>
                  <a:lnTo>
                    <a:pt x="4317548" y="6406803"/>
                  </a:lnTo>
                  <a:close/>
                </a:path>
                <a:path w="6684644" h="7015480">
                  <a:moveTo>
                    <a:pt x="4243065" y="6275435"/>
                  </a:moveTo>
                  <a:lnTo>
                    <a:pt x="4214563" y="6226073"/>
                  </a:lnTo>
                  <a:lnTo>
                    <a:pt x="4263926" y="6197577"/>
                  </a:lnTo>
                  <a:lnTo>
                    <a:pt x="4292422" y="6246939"/>
                  </a:lnTo>
                  <a:lnTo>
                    <a:pt x="4243065" y="6275435"/>
                  </a:lnTo>
                  <a:close/>
                </a:path>
                <a:path w="6684644" h="7015480">
                  <a:moveTo>
                    <a:pt x="4168683" y="6143665"/>
                  </a:moveTo>
                  <a:lnTo>
                    <a:pt x="4141657" y="6096855"/>
                  </a:lnTo>
                  <a:lnTo>
                    <a:pt x="4188473" y="6069828"/>
                  </a:lnTo>
                  <a:lnTo>
                    <a:pt x="4215499" y="6116638"/>
                  </a:lnTo>
                  <a:lnTo>
                    <a:pt x="4168683" y="6143665"/>
                  </a:lnTo>
                  <a:close/>
                </a:path>
                <a:path w="6684644" h="7015480">
                  <a:moveTo>
                    <a:pt x="4094195" y="6012304"/>
                  </a:moveTo>
                  <a:lnTo>
                    <a:pt x="4068341" y="5967525"/>
                  </a:lnTo>
                  <a:lnTo>
                    <a:pt x="4113119" y="5941671"/>
                  </a:lnTo>
                  <a:lnTo>
                    <a:pt x="4138973" y="5986449"/>
                  </a:lnTo>
                  <a:lnTo>
                    <a:pt x="4094195" y="6012304"/>
                  </a:lnTo>
                  <a:close/>
                </a:path>
                <a:path w="6684644" h="7015480">
                  <a:moveTo>
                    <a:pt x="4019713" y="5880936"/>
                  </a:moveTo>
                  <a:lnTo>
                    <a:pt x="3995031" y="5838195"/>
                  </a:lnTo>
                  <a:lnTo>
                    <a:pt x="4037778" y="5813514"/>
                  </a:lnTo>
                  <a:lnTo>
                    <a:pt x="4062454" y="5856260"/>
                  </a:lnTo>
                  <a:lnTo>
                    <a:pt x="4019713" y="5880936"/>
                  </a:lnTo>
                  <a:close/>
                </a:path>
                <a:path w="6684644" h="7015480">
                  <a:moveTo>
                    <a:pt x="3945331" y="5749172"/>
                  </a:moveTo>
                  <a:lnTo>
                    <a:pt x="3922125" y="5708972"/>
                  </a:lnTo>
                  <a:lnTo>
                    <a:pt x="3962324" y="5685759"/>
                  </a:lnTo>
                  <a:lnTo>
                    <a:pt x="3985531" y="5725959"/>
                  </a:lnTo>
                  <a:lnTo>
                    <a:pt x="3945331" y="5749172"/>
                  </a:lnTo>
                  <a:close/>
                </a:path>
                <a:path w="6684644" h="7015480">
                  <a:moveTo>
                    <a:pt x="3870742" y="5618207"/>
                  </a:moveTo>
                  <a:lnTo>
                    <a:pt x="3848412" y="5579529"/>
                  </a:lnTo>
                  <a:lnTo>
                    <a:pt x="3887084" y="5557205"/>
                  </a:lnTo>
                  <a:lnTo>
                    <a:pt x="3909414" y="5595882"/>
                  </a:lnTo>
                  <a:lnTo>
                    <a:pt x="3870742" y="5618207"/>
                  </a:lnTo>
                  <a:close/>
                </a:path>
                <a:path w="6684644" h="7015480">
                  <a:moveTo>
                    <a:pt x="3796248" y="5486839"/>
                  </a:moveTo>
                  <a:lnTo>
                    <a:pt x="3775097" y="5450205"/>
                  </a:lnTo>
                  <a:lnTo>
                    <a:pt x="3811737" y="5429048"/>
                  </a:lnTo>
                  <a:lnTo>
                    <a:pt x="3832888" y="5465682"/>
                  </a:lnTo>
                  <a:lnTo>
                    <a:pt x="3796248" y="5486839"/>
                  </a:lnTo>
                  <a:close/>
                </a:path>
                <a:path w="6684644" h="7015480">
                  <a:moveTo>
                    <a:pt x="3721659" y="5355874"/>
                  </a:moveTo>
                  <a:lnTo>
                    <a:pt x="3701384" y="5320769"/>
                  </a:lnTo>
                  <a:lnTo>
                    <a:pt x="3736496" y="5300494"/>
                  </a:lnTo>
                  <a:lnTo>
                    <a:pt x="3756771" y="5335606"/>
                  </a:lnTo>
                  <a:lnTo>
                    <a:pt x="3721659" y="5355874"/>
                  </a:lnTo>
                  <a:close/>
                </a:path>
                <a:path w="6684644" h="7015480">
                  <a:moveTo>
                    <a:pt x="3647171" y="5224513"/>
                  </a:moveTo>
                  <a:lnTo>
                    <a:pt x="3628069" y="5191432"/>
                  </a:lnTo>
                  <a:lnTo>
                    <a:pt x="3661143" y="5172336"/>
                  </a:lnTo>
                  <a:lnTo>
                    <a:pt x="3680245" y="5205416"/>
                  </a:lnTo>
                  <a:lnTo>
                    <a:pt x="3647171" y="5224513"/>
                  </a:lnTo>
                  <a:close/>
                </a:path>
                <a:path w="6684644" h="7015480">
                  <a:moveTo>
                    <a:pt x="3572683" y="5093139"/>
                  </a:moveTo>
                  <a:lnTo>
                    <a:pt x="3554760" y="5062102"/>
                  </a:lnTo>
                  <a:lnTo>
                    <a:pt x="3585803" y="5044185"/>
                  </a:lnTo>
                  <a:lnTo>
                    <a:pt x="3603720" y="5075222"/>
                  </a:lnTo>
                  <a:lnTo>
                    <a:pt x="3572683" y="5093139"/>
                  </a:lnTo>
                  <a:close/>
                </a:path>
                <a:path w="6684644" h="7015480">
                  <a:moveTo>
                    <a:pt x="3498194" y="4961777"/>
                  </a:moveTo>
                  <a:lnTo>
                    <a:pt x="3481450" y="4932778"/>
                  </a:lnTo>
                  <a:lnTo>
                    <a:pt x="3510455" y="4916028"/>
                  </a:lnTo>
                  <a:lnTo>
                    <a:pt x="3527200" y="4945033"/>
                  </a:lnTo>
                  <a:lnTo>
                    <a:pt x="3498194" y="4961777"/>
                  </a:lnTo>
                  <a:close/>
                </a:path>
                <a:path w="6684644" h="7015480">
                  <a:moveTo>
                    <a:pt x="3423599" y="4830818"/>
                  </a:moveTo>
                  <a:lnTo>
                    <a:pt x="3407737" y="4803336"/>
                  </a:lnTo>
                  <a:lnTo>
                    <a:pt x="3435214" y="4787474"/>
                  </a:lnTo>
                  <a:lnTo>
                    <a:pt x="3451082" y="4814950"/>
                  </a:lnTo>
                  <a:lnTo>
                    <a:pt x="3423599" y="4830818"/>
                  </a:lnTo>
                  <a:close/>
                </a:path>
                <a:path w="6684644" h="7015480">
                  <a:moveTo>
                    <a:pt x="3349111" y="4699451"/>
                  </a:moveTo>
                  <a:lnTo>
                    <a:pt x="3334422" y="4674006"/>
                  </a:lnTo>
                  <a:lnTo>
                    <a:pt x="3359862" y="4659317"/>
                  </a:lnTo>
                  <a:lnTo>
                    <a:pt x="3374556" y="4684762"/>
                  </a:lnTo>
                  <a:lnTo>
                    <a:pt x="3349111" y="4699451"/>
                  </a:lnTo>
                  <a:close/>
                </a:path>
                <a:path w="6684644" h="7015480">
                  <a:moveTo>
                    <a:pt x="3274628" y="4568084"/>
                  </a:moveTo>
                  <a:lnTo>
                    <a:pt x="3261112" y="4544676"/>
                  </a:lnTo>
                  <a:lnTo>
                    <a:pt x="3284520" y="4531160"/>
                  </a:lnTo>
                  <a:lnTo>
                    <a:pt x="3298030" y="4554567"/>
                  </a:lnTo>
                  <a:lnTo>
                    <a:pt x="3274628" y="4568084"/>
                  </a:lnTo>
                  <a:close/>
                </a:path>
                <a:path w="6684644" h="7015480">
                  <a:moveTo>
                    <a:pt x="3200028" y="4437125"/>
                  </a:moveTo>
                  <a:lnTo>
                    <a:pt x="3187394" y="4415239"/>
                  </a:lnTo>
                  <a:lnTo>
                    <a:pt x="3209279" y="4402606"/>
                  </a:lnTo>
                  <a:lnTo>
                    <a:pt x="3221913" y="4424491"/>
                  </a:lnTo>
                  <a:lnTo>
                    <a:pt x="3200028" y="4437125"/>
                  </a:lnTo>
                  <a:close/>
                </a:path>
                <a:path w="6684644" h="7015480">
                  <a:moveTo>
                    <a:pt x="3125545" y="4305758"/>
                  </a:moveTo>
                  <a:lnTo>
                    <a:pt x="3114090" y="4285910"/>
                  </a:lnTo>
                  <a:lnTo>
                    <a:pt x="3133932" y="4274455"/>
                  </a:lnTo>
                  <a:lnTo>
                    <a:pt x="3145393" y="4294297"/>
                  </a:lnTo>
                  <a:lnTo>
                    <a:pt x="3125545" y="4305758"/>
                  </a:lnTo>
                  <a:close/>
                </a:path>
                <a:path w="6684644" h="7015480">
                  <a:moveTo>
                    <a:pt x="3050950" y="4174786"/>
                  </a:moveTo>
                  <a:lnTo>
                    <a:pt x="3040377" y="4156473"/>
                  </a:lnTo>
                  <a:lnTo>
                    <a:pt x="3058691" y="4145894"/>
                  </a:lnTo>
                  <a:lnTo>
                    <a:pt x="3069270" y="4164214"/>
                  </a:lnTo>
                  <a:lnTo>
                    <a:pt x="3050950" y="4174786"/>
                  </a:lnTo>
                  <a:close/>
                </a:path>
                <a:path w="6684644" h="7015480">
                  <a:moveTo>
                    <a:pt x="2976355" y="4043828"/>
                  </a:moveTo>
                  <a:lnTo>
                    <a:pt x="2966658" y="4027037"/>
                  </a:lnTo>
                  <a:lnTo>
                    <a:pt x="2983450" y="4017341"/>
                  </a:lnTo>
                  <a:lnTo>
                    <a:pt x="2993146" y="4034132"/>
                  </a:lnTo>
                  <a:lnTo>
                    <a:pt x="2976355" y="4043828"/>
                  </a:lnTo>
                  <a:close/>
                </a:path>
                <a:path w="6684644" h="7015480">
                  <a:moveTo>
                    <a:pt x="2901759" y="3912863"/>
                  </a:moveTo>
                  <a:lnTo>
                    <a:pt x="2892946" y="3897600"/>
                  </a:lnTo>
                  <a:lnTo>
                    <a:pt x="2908209" y="3888787"/>
                  </a:lnTo>
                  <a:lnTo>
                    <a:pt x="2917023" y="3904050"/>
                  </a:lnTo>
                  <a:lnTo>
                    <a:pt x="2901759" y="3912863"/>
                  </a:lnTo>
                  <a:close/>
                </a:path>
                <a:path w="6684644" h="7015480">
                  <a:moveTo>
                    <a:pt x="2827164" y="3781899"/>
                  </a:moveTo>
                  <a:lnTo>
                    <a:pt x="2819233" y="3768157"/>
                  </a:lnTo>
                  <a:lnTo>
                    <a:pt x="2832969" y="3760226"/>
                  </a:lnTo>
                  <a:lnTo>
                    <a:pt x="2840900" y="3773968"/>
                  </a:lnTo>
                  <a:lnTo>
                    <a:pt x="2827164" y="3781899"/>
                  </a:lnTo>
                  <a:close/>
                </a:path>
                <a:path w="6684644" h="7015480">
                  <a:moveTo>
                    <a:pt x="2752575" y="3650934"/>
                  </a:moveTo>
                  <a:lnTo>
                    <a:pt x="2745520" y="3638720"/>
                  </a:lnTo>
                  <a:lnTo>
                    <a:pt x="2757734" y="3631671"/>
                  </a:lnTo>
                  <a:lnTo>
                    <a:pt x="2764788" y="3643885"/>
                  </a:lnTo>
                  <a:lnTo>
                    <a:pt x="2752575" y="3650934"/>
                  </a:lnTo>
                  <a:close/>
                </a:path>
                <a:path w="6684644" h="7015480">
                  <a:moveTo>
                    <a:pt x="2678087" y="3519572"/>
                  </a:moveTo>
                  <a:lnTo>
                    <a:pt x="2672211" y="3509396"/>
                  </a:lnTo>
                  <a:lnTo>
                    <a:pt x="2682387" y="3503521"/>
                  </a:lnTo>
                  <a:lnTo>
                    <a:pt x="2688263" y="3513696"/>
                  </a:lnTo>
                  <a:lnTo>
                    <a:pt x="2678087" y="3519572"/>
                  </a:lnTo>
                  <a:close/>
                </a:path>
                <a:path w="6684644" h="7015480">
                  <a:moveTo>
                    <a:pt x="2603379" y="3389010"/>
                  </a:moveTo>
                  <a:lnTo>
                    <a:pt x="2598090" y="3379847"/>
                  </a:lnTo>
                  <a:lnTo>
                    <a:pt x="2607253" y="3374558"/>
                  </a:lnTo>
                  <a:lnTo>
                    <a:pt x="2612542" y="3383721"/>
                  </a:lnTo>
                  <a:lnTo>
                    <a:pt x="2603379" y="3389010"/>
                  </a:lnTo>
                  <a:close/>
                </a:path>
                <a:path w="6684644" h="7015480">
                  <a:moveTo>
                    <a:pt x="2528684" y="3258441"/>
                  </a:moveTo>
                  <a:lnTo>
                    <a:pt x="2523981" y="3250298"/>
                  </a:lnTo>
                  <a:lnTo>
                    <a:pt x="2532119" y="3245595"/>
                  </a:lnTo>
                  <a:lnTo>
                    <a:pt x="2536822" y="3253745"/>
                  </a:lnTo>
                  <a:lnTo>
                    <a:pt x="2528684" y="3258441"/>
                  </a:lnTo>
                  <a:close/>
                </a:path>
                <a:path w="6684644" h="7015480">
                  <a:moveTo>
                    <a:pt x="2453982" y="3127880"/>
                  </a:moveTo>
                  <a:lnTo>
                    <a:pt x="2449865" y="3120755"/>
                  </a:lnTo>
                  <a:lnTo>
                    <a:pt x="2456991" y="3116644"/>
                  </a:lnTo>
                  <a:lnTo>
                    <a:pt x="2461107" y="3123769"/>
                  </a:lnTo>
                  <a:lnTo>
                    <a:pt x="2453982" y="3127880"/>
                  </a:lnTo>
                  <a:close/>
                </a:path>
                <a:path w="6684644" h="7015480">
                  <a:moveTo>
                    <a:pt x="2379387" y="2996915"/>
                  </a:moveTo>
                  <a:lnTo>
                    <a:pt x="2376153" y="2991318"/>
                  </a:lnTo>
                  <a:lnTo>
                    <a:pt x="2381750" y="2988084"/>
                  </a:lnTo>
                  <a:lnTo>
                    <a:pt x="2384984" y="2993681"/>
                  </a:lnTo>
                  <a:lnTo>
                    <a:pt x="2379387" y="2996915"/>
                  </a:lnTo>
                  <a:close/>
                </a:path>
                <a:path w="6684644" h="7015480">
                  <a:moveTo>
                    <a:pt x="2304679" y="2866353"/>
                  </a:moveTo>
                  <a:lnTo>
                    <a:pt x="2302038" y="2861769"/>
                  </a:lnTo>
                  <a:lnTo>
                    <a:pt x="2306616" y="2859127"/>
                  </a:lnTo>
                  <a:lnTo>
                    <a:pt x="2309264" y="2863706"/>
                  </a:lnTo>
                  <a:lnTo>
                    <a:pt x="2304679" y="2866353"/>
                  </a:lnTo>
                  <a:close/>
                </a:path>
                <a:path w="6684644" h="7015480">
                  <a:moveTo>
                    <a:pt x="2229978" y="2735791"/>
                  </a:moveTo>
                  <a:lnTo>
                    <a:pt x="2227922" y="2732226"/>
                  </a:lnTo>
                  <a:lnTo>
                    <a:pt x="2231482" y="2730170"/>
                  </a:lnTo>
                  <a:lnTo>
                    <a:pt x="2233537" y="2733736"/>
                  </a:lnTo>
                  <a:lnTo>
                    <a:pt x="2229978" y="2735791"/>
                  </a:lnTo>
                  <a:close/>
                </a:path>
                <a:path w="6684644" h="7015480">
                  <a:moveTo>
                    <a:pt x="2155276" y="2605223"/>
                  </a:moveTo>
                  <a:lnTo>
                    <a:pt x="2153807" y="2602682"/>
                  </a:lnTo>
                  <a:lnTo>
                    <a:pt x="2156348" y="2601214"/>
                  </a:lnTo>
                  <a:lnTo>
                    <a:pt x="2157817" y="2603755"/>
                  </a:lnTo>
                  <a:lnTo>
                    <a:pt x="2155276" y="2605223"/>
                  </a:lnTo>
                  <a:close/>
                </a:path>
                <a:path w="6684644" h="7015480">
                  <a:moveTo>
                    <a:pt x="2080574" y="2474661"/>
                  </a:moveTo>
                  <a:lnTo>
                    <a:pt x="2079692" y="2473139"/>
                  </a:lnTo>
                  <a:lnTo>
                    <a:pt x="2081220" y="2472257"/>
                  </a:lnTo>
                  <a:lnTo>
                    <a:pt x="2082103" y="2473779"/>
                  </a:lnTo>
                  <a:lnTo>
                    <a:pt x="2080574" y="2474661"/>
                  </a:lnTo>
                  <a:close/>
                </a:path>
                <a:path w="6684644" h="7015480">
                  <a:moveTo>
                    <a:pt x="4819420" y="6989915"/>
                  </a:moveTo>
                  <a:lnTo>
                    <a:pt x="4782994" y="6926817"/>
                  </a:lnTo>
                  <a:lnTo>
                    <a:pt x="4846092" y="6890384"/>
                  </a:lnTo>
                  <a:lnTo>
                    <a:pt x="4882525" y="6953483"/>
                  </a:lnTo>
                  <a:lnTo>
                    <a:pt x="4819420" y="6989915"/>
                  </a:lnTo>
                  <a:close/>
                </a:path>
                <a:path w="6684644" h="7015480">
                  <a:moveTo>
                    <a:pt x="4744937" y="6858554"/>
                  </a:moveTo>
                  <a:lnTo>
                    <a:pt x="4709678" y="6797487"/>
                  </a:lnTo>
                  <a:lnTo>
                    <a:pt x="4770744" y="6762233"/>
                  </a:lnTo>
                  <a:lnTo>
                    <a:pt x="4805998" y="6823300"/>
                  </a:lnTo>
                  <a:lnTo>
                    <a:pt x="4744937" y="6858554"/>
                  </a:lnTo>
                  <a:close/>
                </a:path>
                <a:path w="6684644" h="7015480">
                  <a:moveTo>
                    <a:pt x="4670556" y="6726783"/>
                  </a:moveTo>
                  <a:lnTo>
                    <a:pt x="4636771" y="6668264"/>
                  </a:lnTo>
                  <a:lnTo>
                    <a:pt x="4695291" y="6634479"/>
                  </a:lnTo>
                  <a:lnTo>
                    <a:pt x="4729076" y="6692998"/>
                  </a:lnTo>
                  <a:lnTo>
                    <a:pt x="4670556" y="6726783"/>
                  </a:lnTo>
                  <a:close/>
                </a:path>
                <a:path w="6684644" h="7015480">
                  <a:moveTo>
                    <a:pt x="4596068" y="6595422"/>
                  </a:moveTo>
                  <a:lnTo>
                    <a:pt x="4563456" y="6538933"/>
                  </a:lnTo>
                  <a:lnTo>
                    <a:pt x="4619944" y="6506321"/>
                  </a:lnTo>
                  <a:lnTo>
                    <a:pt x="4652556" y="6562810"/>
                  </a:lnTo>
                  <a:lnTo>
                    <a:pt x="4596068" y="6595422"/>
                  </a:lnTo>
                  <a:close/>
                </a:path>
                <a:path w="6684644" h="7015480">
                  <a:moveTo>
                    <a:pt x="4521473" y="6464451"/>
                  </a:moveTo>
                  <a:lnTo>
                    <a:pt x="4489743" y="6409497"/>
                  </a:lnTo>
                  <a:lnTo>
                    <a:pt x="4544703" y="6377767"/>
                  </a:lnTo>
                  <a:lnTo>
                    <a:pt x="4576433" y="6432721"/>
                  </a:lnTo>
                  <a:lnTo>
                    <a:pt x="4521473" y="6464451"/>
                  </a:lnTo>
                  <a:close/>
                </a:path>
                <a:path w="6684644" h="7015480">
                  <a:moveTo>
                    <a:pt x="4446984" y="6333089"/>
                  </a:moveTo>
                  <a:lnTo>
                    <a:pt x="4416433" y="6280167"/>
                  </a:lnTo>
                  <a:lnTo>
                    <a:pt x="4469356" y="6249610"/>
                  </a:lnTo>
                  <a:lnTo>
                    <a:pt x="4499913" y="6302532"/>
                  </a:lnTo>
                  <a:lnTo>
                    <a:pt x="4446984" y="6333089"/>
                  </a:lnTo>
                  <a:close/>
                </a:path>
                <a:path w="6684644" h="7015480">
                  <a:moveTo>
                    <a:pt x="4372502" y="6201722"/>
                  </a:moveTo>
                  <a:lnTo>
                    <a:pt x="4343124" y="6150837"/>
                  </a:lnTo>
                  <a:lnTo>
                    <a:pt x="4394009" y="6121458"/>
                  </a:lnTo>
                  <a:lnTo>
                    <a:pt x="4423387" y="6172344"/>
                  </a:lnTo>
                  <a:lnTo>
                    <a:pt x="4372502" y="6201722"/>
                  </a:lnTo>
                  <a:close/>
                </a:path>
                <a:path w="6684644" h="7015480">
                  <a:moveTo>
                    <a:pt x="4298120" y="6069952"/>
                  </a:moveTo>
                  <a:lnTo>
                    <a:pt x="4270211" y="6021613"/>
                  </a:lnTo>
                  <a:lnTo>
                    <a:pt x="4318555" y="5993704"/>
                  </a:lnTo>
                  <a:lnTo>
                    <a:pt x="4346464" y="6042042"/>
                  </a:lnTo>
                  <a:lnTo>
                    <a:pt x="4298120" y="6069952"/>
                  </a:lnTo>
                  <a:close/>
                </a:path>
                <a:path w="6684644" h="7015480">
                  <a:moveTo>
                    <a:pt x="4223632" y="5938590"/>
                  </a:moveTo>
                  <a:lnTo>
                    <a:pt x="4196896" y="5892284"/>
                  </a:lnTo>
                  <a:lnTo>
                    <a:pt x="4243208" y="5865547"/>
                  </a:lnTo>
                  <a:lnTo>
                    <a:pt x="4269945" y="5911853"/>
                  </a:lnTo>
                  <a:lnTo>
                    <a:pt x="4223632" y="5938590"/>
                  </a:lnTo>
                  <a:close/>
                </a:path>
                <a:path w="6684644" h="7015480">
                  <a:moveTo>
                    <a:pt x="4149256" y="5806825"/>
                  </a:moveTo>
                  <a:lnTo>
                    <a:pt x="4123988" y="5763060"/>
                  </a:lnTo>
                  <a:lnTo>
                    <a:pt x="4167753" y="5737792"/>
                  </a:lnTo>
                  <a:lnTo>
                    <a:pt x="4193015" y="5781558"/>
                  </a:lnTo>
                  <a:lnTo>
                    <a:pt x="4149256" y="5806825"/>
                  </a:lnTo>
                  <a:close/>
                </a:path>
                <a:path w="6684644" h="7015480">
                  <a:moveTo>
                    <a:pt x="4074768" y="5675458"/>
                  </a:moveTo>
                  <a:lnTo>
                    <a:pt x="4050679" y="5633730"/>
                  </a:lnTo>
                  <a:lnTo>
                    <a:pt x="4092401" y="5609641"/>
                  </a:lnTo>
                  <a:lnTo>
                    <a:pt x="4116496" y="5651369"/>
                  </a:lnTo>
                  <a:lnTo>
                    <a:pt x="4074768" y="5675458"/>
                  </a:lnTo>
                  <a:close/>
                </a:path>
                <a:path w="6684644" h="7015480">
                  <a:moveTo>
                    <a:pt x="4000280" y="5544090"/>
                  </a:moveTo>
                  <a:lnTo>
                    <a:pt x="3977363" y="5504400"/>
                  </a:lnTo>
                  <a:lnTo>
                    <a:pt x="4017059" y="5481484"/>
                  </a:lnTo>
                  <a:lnTo>
                    <a:pt x="4039976" y="5521174"/>
                  </a:lnTo>
                  <a:lnTo>
                    <a:pt x="4000280" y="5544090"/>
                  </a:lnTo>
                  <a:close/>
                </a:path>
                <a:path w="6684644" h="7015480">
                  <a:moveTo>
                    <a:pt x="3925791" y="5412729"/>
                  </a:moveTo>
                  <a:lnTo>
                    <a:pt x="3904054" y="5375076"/>
                  </a:lnTo>
                  <a:lnTo>
                    <a:pt x="3941712" y="5353332"/>
                  </a:lnTo>
                  <a:lnTo>
                    <a:pt x="3963456" y="5390985"/>
                  </a:lnTo>
                  <a:lnTo>
                    <a:pt x="3925791" y="5412729"/>
                  </a:lnTo>
                  <a:close/>
                </a:path>
                <a:path w="6684644" h="7015480">
                  <a:moveTo>
                    <a:pt x="3851196" y="5281764"/>
                  </a:moveTo>
                  <a:lnTo>
                    <a:pt x="3830341" y="5245633"/>
                  </a:lnTo>
                  <a:lnTo>
                    <a:pt x="3866472" y="5224772"/>
                  </a:lnTo>
                  <a:lnTo>
                    <a:pt x="3887332" y="5260903"/>
                  </a:lnTo>
                  <a:lnTo>
                    <a:pt x="3851196" y="5281764"/>
                  </a:lnTo>
                  <a:close/>
                </a:path>
                <a:path w="6684644" h="7015480">
                  <a:moveTo>
                    <a:pt x="3776820" y="5149994"/>
                  </a:moveTo>
                  <a:lnTo>
                    <a:pt x="3757428" y="5116410"/>
                  </a:lnTo>
                  <a:lnTo>
                    <a:pt x="3791017" y="5097018"/>
                  </a:lnTo>
                  <a:lnTo>
                    <a:pt x="3810404" y="5130601"/>
                  </a:lnTo>
                  <a:lnTo>
                    <a:pt x="3776820" y="5149994"/>
                  </a:lnTo>
                  <a:close/>
                </a:path>
                <a:path w="6684644" h="7015480">
                  <a:moveTo>
                    <a:pt x="3702225" y="5019035"/>
                  </a:moveTo>
                  <a:lnTo>
                    <a:pt x="3683715" y="4986974"/>
                  </a:lnTo>
                  <a:lnTo>
                    <a:pt x="3715777" y="4968464"/>
                  </a:lnTo>
                  <a:lnTo>
                    <a:pt x="3734286" y="5000526"/>
                  </a:lnTo>
                  <a:lnTo>
                    <a:pt x="3702225" y="5019035"/>
                  </a:lnTo>
                  <a:close/>
                </a:path>
                <a:path w="6684644" h="7015480">
                  <a:moveTo>
                    <a:pt x="3627742" y="4887668"/>
                  </a:moveTo>
                  <a:lnTo>
                    <a:pt x="3610412" y="4857643"/>
                  </a:lnTo>
                  <a:lnTo>
                    <a:pt x="3640424" y="4840313"/>
                  </a:lnTo>
                  <a:lnTo>
                    <a:pt x="3657760" y="4870337"/>
                  </a:lnTo>
                  <a:lnTo>
                    <a:pt x="3627742" y="4887668"/>
                  </a:lnTo>
                  <a:close/>
                </a:path>
                <a:path w="6684644" h="7015480">
                  <a:moveTo>
                    <a:pt x="3553248" y="4756300"/>
                  </a:moveTo>
                  <a:lnTo>
                    <a:pt x="3537090" y="4728314"/>
                  </a:lnTo>
                  <a:lnTo>
                    <a:pt x="3565082" y="4712155"/>
                  </a:lnTo>
                  <a:lnTo>
                    <a:pt x="3581241" y="4740142"/>
                  </a:lnTo>
                  <a:lnTo>
                    <a:pt x="3553248" y="4756300"/>
                  </a:lnTo>
                  <a:close/>
                </a:path>
                <a:path w="6684644" h="7015480">
                  <a:moveTo>
                    <a:pt x="3478659" y="4625335"/>
                  </a:moveTo>
                  <a:lnTo>
                    <a:pt x="3463384" y="4598871"/>
                  </a:lnTo>
                  <a:lnTo>
                    <a:pt x="3489836" y="4583595"/>
                  </a:lnTo>
                  <a:lnTo>
                    <a:pt x="3505118" y="4610059"/>
                  </a:lnTo>
                  <a:lnTo>
                    <a:pt x="3478659" y="4625335"/>
                  </a:lnTo>
                  <a:close/>
                </a:path>
                <a:path w="6684644" h="7015480">
                  <a:moveTo>
                    <a:pt x="3404171" y="4493973"/>
                  </a:moveTo>
                  <a:lnTo>
                    <a:pt x="3390069" y="4469546"/>
                  </a:lnTo>
                  <a:lnTo>
                    <a:pt x="3414495" y="4455444"/>
                  </a:lnTo>
                  <a:lnTo>
                    <a:pt x="3428598" y="4479871"/>
                  </a:lnTo>
                  <a:lnTo>
                    <a:pt x="3404171" y="4493973"/>
                  </a:lnTo>
                  <a:close/>
                </a:path>
                <a:path w="6684644" h="7015480">
                  <a:moveTo>
                    <a:pt x="3329683" y="4362600"/>
                  </a:moveTo>
                  <a:lnTo>
                    <a:pt x="3316759" y="4340211"/>
                  </a:lnTo>
                  <a:lnTo>
                    <a:pt x="3339142" y="4327287"/>
                  </a:lnTo>
                  <a:lnTo>
                    <a:pt x="3352072" y="4349676"/>
                  </a:lnTo>
                  <a:lnTo>
                    <a:pt x="3329683" y="4362600"/>
                  </a:lnTo>
                  <a:close/>
                </a:path>
                <a:path w="6684644" h="7015480">
                  <a:moveTo>
                    <a:pt x="3255087" y="4231641"/>
                  </a:moveTo>
                  <a:lnTo>
                    <a:pt x="3243046" y="4210781"/>
                  </a:lnTo>
                  <a:lnTo>
                    <a:pt x="3263907" y="4198733"/>
                  </a:lnTo>
                  <a:lnTo>
                    <a:pt x="3275954" y="4219594"/>
                  </a:lnTo>
                  <a:lnTo>
                    <a:pt x="3255087" y="4231641"/>
                  </a:lnTo>
                  <a:close/>
                </a:path>
                <a:path w="6684644" h="7015480">
                  <a:moveTo>
                    <a:pt x="3180605" y="4100274"/>
                  </a:moveTo>
                  <a:lnTo>
                    <a:pt x="3169730" y="4081444"/>
                  </a:lnTo>
                  <a:lnTo>
                    <a:pt x="3188560" y="4070576"/>
                  </a:lnTo>
                  <a:lnTo>
                    <a:pt x="3199428" y="4089405"/>
                  </a:lnTo>
                  <a:lnTo>
                    <a:pt x="3180605" y="4100274"/>
                  </a:lnTo>
                  <a:close/>
                </a:path>
                <a:path w="6684644" h="7015480">
                  <a:moveTo>
                    <a:pt x="3105903" y="3969712"/>
                  </a:moveTo>
                  <a:lnTo>
                    <a:pt x="3095621" y="3951901"/>
                  </a:lnTo>
                  <a:lnTo>
                    <a:pt x="3113425" y="3941619"/>
                  </a:lnTo>
                  <a:lnTo>
                    <a:pt x="3123708" y="3959429"/>
                  </a:lnTo>
                  <a:lnTo>
                    <a:pt x="3105903" y="3969712"/>
                  </a:lnTo>
                  <a:close/>
                </a:path>
                <a:path w="6684644" h="7015480">
                  <a:moveTo>
                    <a:pt x="3031415" y="3838350"/>
                  </a:moveTo>
                  <a:lnTo>
                    <a:pt x="3022306" y="3822572"/>
                  </a:lnTo>
                  <a:lnTo>
                    <a:pt x="3038079" y="3813462"/>
                  </a:lnTo>
                  <a:lnTo>
                    <a:pt x="3047188" y="3829241"/>
                  </a:lnTo>
                  <a:lnTo>
                    <a:pt x="3031415" y="3838350"/>
                  </a:lnTo>
                  <a:close/>
                </a:path>
                <a:path w="6684644" h="7015480">
                  <a:moveTo>
                    <a:pt x="2956820" y="3707380"/>
                  </a:moveTo>
                  <a:lnTo>
                    <a:pt x="2948593" y="3693135"/>
                  </a:lnTo>
                  <a:lnTo>
                    <a:pt x="2962838" y="3684908"/>
                  </a:lnTo>
                  <a:lnTo>
                    <a:pt x="2971065" y="3699153"/>
                  </a:lnTo>
                  <a:lnTo>
                    <a:pt x="2956820" y="3707380"/>
                  </a:lnTo>
                  <a:close/>
                </a:path>
                <a:path w="6684644" h="7015480">
                  <a:moveTo>
                    <a:pt x="2882225" y="3576415"/>
                  </a:moveTo>
                  <a:lnTo>
                    <a:pt x="2874880" y="3563692"/>
                  </a:lnTo>
                  <a:lnTo>
                    <a:pt x="2887597" y="3556347"/>
                  </a:lnTo>
                  <a:lnTo>
                    <a:pt x="2894941" y="3569070"/>
                  </a:lnTo>
                  <a:lnTo>
                    <a:pt x="2882225" y="3576415"/>
                  </a:lnTo>
                  <a:close/>
                </a:path>
                <a:path w="6684644" h="7015480">
                  <a:moveTo>
                    <a:pt x="2807629" y="3445456"/>
                  </a:moveTo>
                  <a:lnTo>
                    <a:pt x="2801167" y="3434255"/>
                  </a:lnTo>
                  <a:lnTo>
                    <a:pt x="2812356" y="3427793"/>
                  </a:lnTo>
                  <a:lnTo>
                    <a:pt x="2818824" y="3438994"/>
                  </a:lnTo>
                  <a:lnTo>
                    <a:pt x="2807629" y="3445456"/>
                  </a:lnTo>
                  <a:close/>
                </a:path>
                <a:path w="6684644" h="7015480">
                  <a:moveTo>
                    <a:pt x="2733141" y="3314089"/>
                  </a:moveTo>
                  <a:lnTo>
                    <a:pt x="2727852" y="3304926"/>
                  </a:lnTo>
                  <a:lnTo>
                    <a:pt x="2737015" y="3299637"/>
                  </a:lnTo>
                  <a:lnTo>
                    <a:pt x="2742304" y="3308799"/>
                  </a:lnTo>
                  <a:lnTo>
                    <a:pt x="2733141" y="3314089"/>
                  </a:lnTo>
                  <a:close/>
                </a:path>
                <a:path w="6684644" h="7015480">
                  <a:moveTo>
                    <a:pt x="2658440" y="3183527"/>
                  </a:moveTo>
                  <a:lnTo>
                    <a:pt x="2653737" y="3175383"/>
                  </a:lnTo>
                  <a:lnTo>
                    <a:pt x="2661881" y="3170679"/>
                  </a:lnTo>
                  <a:lnTo>
                    <a:pt x="2666584" y="3178824"/>
                  </a:lnTo>
                  <a:lnTo>
                    <a:pt x="2658440" y="3183527"/>
                  </a:lnTo>
                  <a:close/>
                </a:path>
                <a:path w="6684644" h="7015480">
                  <a:moveTo>
                    <a:pt x="2583738" y="3052965"/>
                  </a:moveTo>
                  <a:lnTo>
                    <a:pt x="2579627" y="3045839"/>
                  </a:lnTo>
                  <a:lnTo>
                    <a:pt x="2586747" y="3041729"/>
                  </a:lnTo>
                  <a:lnTo>
                    <a:pt x="2590864" y="3048854"/>
                  </a:lnTo>
                  <a:lnTo>
                    <a:pt x="2583738" y="3052965"/>
                  </a:lnTo>
                  <a:close/>
                </a:path>
                <a:path w="6684644" h="7015480">
                  <a:moveTo>
                    <a:pt x="2509036" y="2922397"/>
                  </a:moveTo>
                  <a:lnTo>
                    <a:pt x="2505512" y="2916290"/>
                  </a:lnTo>
                  <a:lnTo>
                    <a:pt x="2511613" y="2912766"/>
                  </a:lnTo>
                  <a:lnTo>
                    <a:pt x="2515143" y="2918873"/>
                  </a:lnTo>
                  <a:lnTo>
                    <a:pt x="2509036" y="2922397"/>
                  </a:lnTo>
                  <a:close/>
                </a:path>
                <a:path w="6684644" h="7015480">
                  <a:moveTo>
                    <a:pt x="2434335" y="2791835"/>
                  </a:moveTo>
                  <a:lnTo>
                    <a:pt x="2431397" y="2786747"/>
                  </a:lnTo>
                  <a:lnTo>
                    <a:pt x="2436485" y="2783809"/>
                  </a:lnTo>
                  <a:lnTo>
                    <a:pt x="2439422" y="2788897"/>
                  </a:lnTo>
                  <a:lnTo>
                    <a:pt x="2434335" y="2791835"/>
                  </a:lnTo>
                  <a:close/>
                </a:path>
                <a:path w="6684644" h="7015480">
                  <a:moveTo>
                    <a:pt x="2359633" y="2661273"/>
                  </a:moveTo>
                  <a:lnTo>
                    <a:pt x="2357281" y="2657204"/>
                  </a:lnTo>
                  <a:lnTo>
                    <a:pt x="2361351" y="2654852"/>
                  </a:lnTo>
                  <a:lnTo>
                    <a:pt x="2363702" y="2658921"/>
                  </a:lnTo>
                  <a:lnTo>
                    <a:pt x="2359633" y="2661273"/>
                  </a:lnTo>
                  <a:close/>
                </a:path>
                <a:path w="6684644" h="7015480">
                  <a:moveTo>
                    <a:pt x="2284925" y="2530711"/>
                  </a:moveTo>
                  <a:lnTo>
                    <a:pt x="2283166" y="2527660"/>
                  </a:lnTo>
                  <a:lnTo>
                    <a:pt x="2286223" y="2525895"/>
                  </a:lnTo>
                  <a:lnTo>
                    <a:pt x="2287988" y="2528946"/>
                  </a:lnTo>
                  <a:lnTo>
                    <a:pt x="2284925" y="2530711"/>
                  </a:lnTo>
                  <a:close/>
                </a:path>
                <a:path w="6684644" h="7015480">
                  <a:moveTo>
                    <a:pt x="2210230" y="2400149"/>
                  </a:moveTo>
                  <a:lnTo>
                    <a:pt x="2209057" y="2398111"/>
                  </a:lnTo>
                  <a:lnTo>
                    <a:pt x="2211083" y="2396938"/>
                  </a:lnTo>
                  <a:lnTo>
                    <a:pt x="2212262" y="2398976"/>
                  </a:lnTo>
                  <a:lnTo>
                    <a:pt x="2210230" y="2400149"/>
                  </a:lnTo>
                  <a:close/>
                </a:path>
                <a:path w="6684644" h="7015480">
                  <a:moveTo>
                    <a:pt x="2136541" y="2269000"/>
                  </a:moveTo>
                  <a:lnTo>
                    <a:pt x="2135191" y="2269000"/>
                  </a:lnTo>
                  <a:lnTo>
                    <a:pt x="2134942" y="2268568"/>
                  </a:lnTo>
                  <a:lnTo>
                    <a:pt x="2136292" y="2268568"/>
                  </a:lnTo>
                  <a:lnTo>
                    <a:pt x="2136541" y="2269000"/>
                  </a:lnTo>
                  <a:close/>
                </a:path>
                <a:path w="6684644" h="7015480">
                  <a:moveTo>
                    <a:pt x="5080434" y="7015287"/>
                  </a:moveTo>
                  <a:lnTo>
                    <a:pt x="5004031" y="7015287"/>
                  </a:lnTo>
                  <a:lnTo>
                    <a:pt x="4984057" y="6980692"/>
                  </a:lnTo>
                  <a:lnTo>
                    <a:pt x="5051740" y="6941618"/>
                  </a:lnTo>
                  <a:lnTo>
                    <a:pt x="5090814" y="7009295"/>
                  </a:lnTo>
                  <a:lnTo>
                    <a:pt x="5080434" y="7015287"/>
                  </a:lnTo>
                  <a:close/>
                </a:path>
                <a:path w="6684644" h="7015480">
                  <a:moveTo>
                    <a:pt x="4948750" y="6916599"/>
                  </a:moveTo>
                  <a:lnTo>
                    <a:pt x="4911144" y="6851469"/>
                  </a:lnTo>
                  <a:lnTo>
                    <a:pt x="4976280" y="6813863"/>
                  </a:lnTo>
                  <a:lnTo>
                    <a:pt x="5013885" y="6878993"/>
                  </a:lnTo>
                  <a:lnTo>
                    <a:pt x="4948750" y="6916599"/>
                  </a:lnTo>
                  <a:close/>
                </a:path>
                <a:path w="6684644" h="7015480">
                  <a:moveTo>
                    <a:pt x="4874261" y="6785237"/>
                  </a:moveTo>
                  <a:lnTo>
                    <a:pt x="4837835" y="6722139"/>
                  </a:lnTo>
                  <a:lnTo>
                    <a:pt x="4900933" y="6685712"/>
                  </a:lnTo>
                  <a:lnTo>
                    <a:pt x="4937360" y="6748810"/>
                  </a:lnTo>
                  <a:lnTo>
                    <a:pt x="4874261" y="6785237"/>
                  </a:lnTo>
                  <a:close/>
                </a:path>
                <a:path w="6684644" h="7015480">
                  <a:moveTo>
                    <a:pt x="4799885" y="6653467"/>
                  </a:moveTo>
                  <a:lnTo>
                    <a:pt x="4764921" y="6592915"/>
                  </a:lnTo>
                  <a:lnTo>
                    <a:pt x="4825479" y="6557951"/>
                  </a:lnTo>
                  <a:lnTo>
                    <a:pt x="4860437" y="6618509"/>
                  </a:lnTo>
                  <a:lnTo>
                    <a:pt x="4799885" y="6653467"/>
                  </a:lnTo>
                  <a:close/>
                </a:path>
                <a:path w="6684644" h="7015480">
                  <a:moveTo>
                    <a:pt x="4725403" y="6522105"/>
                  </a:moveTo>
                  <a:lnTo>
                    <a:pt x="4691618" y="6463586"/>
                  </a:lnTo>
                  <a:lnTo>
                    <a:pt x="4750132" y="6429800"/>
                  </a:lnTo>
                  <a:lnTo>
                    <a:pt x="4783917" y="6488320"/>
                  </a:lnTo>
                  <a:lnTo>
                    <a:pt x="4725403" y="6522105"/>
                  </a:lnTo>
                  <a:close/>
                </a:path>
                <a:path w="6684644" h="7015480">
                  <a:moveTo>
                    <a:pt x="4650915" y="6390738"/>
                  </a:moveTo>
                  <a:lnTo>
                    <a:pt x="4618303" y="6334255"/>
                  </a:lnTo>
                  <a:lnTo>
                    <a:pt x="4674785" y="6301643"/>
                  </a:lnTo>
                  <a:lnTo>
                    <a:pt x="4707397" y="6358126"/>
                  </a:lnTo>
                  <a:lnTo>
                    <a:pt x="4650915" y="6390738"/>
                  </a:lnTo>
                  <a:close/>
                </a:path>
                <a:path w="6684644" h="7015480">
                  <a:moveTo>
                    <a:pt x="4576421" y="6259376"/>
                  </a:moveTo>
                  <a:lnTo>
                    <a:pt x="4544987" y="6204926"/>
                  </a:lnTo>
                  <a:lnTo>
                    <a:pt x="4599437" y="6173492"/>
                  </a:lnTo>
                  <a:lnTo>
                    <a:pt x="4630871" y="6227936"/>
                  </a:lnTo>
                  <a:lnTo>
                    <a:pt x="4576421" y="6259376"/>
                  </a:lnTo>
                  <a:close/>
                </a:path>
                <a:path w="6684644" h="7015480">
                  <a:moveTo>
                    <a:pt x="4501938" y="6128009"/>
                  </a:moveTo>
                  <a:lnTo>
                    <a:pt x="4471677" y="6075595"/>
                  </a:lnTo>
                  <a:lnTo>
                    <a:pt x="4524091" y="6045334"/>
                  </a:lnTo>
                  <a:lnTo>
                    <a:pt x="4554351" y="6097748"/>
                  </a:lnTo>
                  <a:lnTo>
                    <a:pt x="4501938" y="6128009"/>
                  </a:lnTo>
                  <a:close/>
                </a:path>
                <a:path w="6684644" h="7015480">
                  <a:moveTo>
                    <a:pt x="4427562" y="5996244"/>
                  </a:moveTo>
                  <a:lnTo>
                    <a:pt x="4398770" y="5946372"/>
                  </a:lnTo>
                  <a:lnTo>
                    <a:pt x="4448636" y="5917580"/>
                  </a:lnTo>
                  <a:lnTo>
                    <a:pt x="4477429" y="5967452"/>
                  </a:lnTo>
                  <a:lnTo>
                    <a:pt x="4427562" y="5996244"/>
                  </a:lnTo>
                  <a:close/>
                </a:path>
                <a:path w="6684644" h="7015480">
                  <a:moveTo>
                    <a:pt x="4353074" y="5864877"/>
                  </a:moveTo>
                  <a:lnTo>
                    <a:pt x="4325455" y="5817048"/>
                  </a:lnTo>
                  <a:lnTo>
                    <a:pt x="4373289" y="5789429"/>
                  </a:lnTo>
                  <a:lnTo>
                    <a:pt x="4400903" y="5837263"/>
                  </a:lnTo>
                  <a:lnTo>
                    <a:pt x="4353074" y="5864877"/>
                  </a:lnTo>
                  <a:close/>
                </a:path>
                <a:path w="6684644" h="7015480">
                  <a:moveTo>
                    <a:pt x="4278693" y="5733112"/>
                  </a:moveTo>
                  <a:lnTo>
                    <a:pt x="4252542" y="5687819"/>
                  </a:lnTo>
                  <a:lnTo>
                    <a:pt x="4297829" y="5661675"/>
                  </a:lnTo>
                  <a:lnTo>
                    <a:pt x="4323980" y="5706962"/>
                  </a:lnTo>
                  <a:lnTo>
                    <a:pt x="4278693" y="5733112"/>
                  </a:lnTo>
                  <a:close/>
                </a:path>
                <a:path w="6684644" h="7015480">
                  <a:moveTo>
                    <a:pt x="4204310" y="5601342"/>
                  </a:moveTo>
                  <a:lnTo>
                    <a:pt x="4179635" y="5558596"/>
                  </a:lnTo>
                  <a:lnTo>
                    <a:pt x="4222376" y="5533920"/>
                  </a:lnTo>
                  <a:lnTo>
                    <a:pt x="4247057" y="5576661"/>
                  </a:lnTo>
                  <a:lnTo>
                    <a:pt x="4204310" y="5601342"/>
                  </a:lnTo>
                  <a:close/>
                </a:path>
                <a:path w="6684644" h="7015480">
                  <a:moveTo>
                    <a:pt x="4129828" y="5469975"/>
                  </a:moveTo>
                  <a:lnTo>
                    <a:pt x="4106325" y="5429265"/>
                  </a:lnTo>
                  <a:lnTo>
                    <a:pt x="4147035" y="5405763"/>
                  </a:lnTo>
                  <a:lnTo>
                    <a:pt x="4170537" y="5446472"/>
                  </a:lnTo>
                  <a:lnTo>
                    <a:pt x="4129828" y="5469975"/>
                  </a:lnTo>
                  <a:close/>
                </a:path>
                <a:path w="6684644" h="7015480">
                  <a:moveTo>
                    <a:pt x="4055340" y="5338613"/>
                  </a:moveTo>
                  <a:lnTo>
                    <a:pt x="4033010" y="5299936"/>
                  </a:lnTo>
                  <a:lnTo>
                    <a:pt x="4071681" y="5277605"/>
                  </a:lnTo>
                  <a:lnTo>
                    <a:pt x="4094011" y="5316283"/>
                  </a:lnTo>
                  <a:lnTo>
                    <a:pt x="4055340" y="5338613"/>
                  </a:lnTo>
                  <a:close/>
                </a:path>
                <a:path w="6684644" h="7015480">
                  <a:moveTo>
                    <a:pt x="3980744" y="5207642"/>
                  </a:moveTo>
                  <a:lnTo>
                    <a:pt x="3959297" y="5170499"/>
                  </a:lnTo>
                  <a:lnTo>
                    <a:pt x="3996446" y="5149051"/>
                  </a:lnTo>
                  <a:lnTo>
                    <a:pt x="4017894" y="5186195"/>
                  </a:lnTo>
                  <a:lnTo>
                    <a:pt x="3980744" y="5207642"/>
                  </a:lnTo>
                  <a:close/>
                </a:path>
                <a:path w="6684644" h="7015480">
                  <a:moveTo>
                    <a:pt x="3906256" y="5076280"/>
                  </a:moveTo>
                  <a:lnTo>
                    <a:pt x="3885981" y="5041168"/>
                  </a:lnTo>
                  <a:lnTo>
                    <a:pt x="3921093" y="5020900"/>
                  </a:lnTo>
                  <a:lnTo>
                    <a:pt x="3941368" y="5056012"/>
                  </a:lnTo>
                  <a:lnTo>
                    <a:pt x="3906256" y="5076280"/>
                  </a:lnTo>
                  <a:close/>
                </a:path>
                <a:path w="6684644" h="7015480">
                  <a:moveTo>
                    <a:pt x="3831774" y="4944913"/>
                  </a:moveTo>
                  <a:lnTo>
                    <a:pt x="3812678" y="4911839"/>
                  </a:lnTo>
                  <a:lnTo>
                    <a:pt x="3845752" y="4892743"/>
                  </a:lnTo>
                  <a:lnTo>
                    <a:pt x="3864848" y="4925817"/>
                  </a:lnTo>
                  <a:lnTo>
                    <a:pt x="3831774" y="4944913"/>
                  </a:lnTo>
                  <a:close/>
                </a:path>
                <a:path w="6684644" h="7015480">
                  <a:moveTo>
                    <a:pt x="3757285" y="4813551"/>
                  </a:moveTo>
                  <a:lnTo>
                    <a:pt x="3739362" y="4782508"/>
                  </a:lnTo>
                  <a:lnTo>
                    <a:pt x="3770399" y="4764585"/>
                  </a:lnTo>
                  <a:lnTo>
                    <a:pt x="3788323" y="4795628"/>
                  </a:lnTo>
                  <a:lnTo>
                    <a:pt x="3757285" y="4813551"/>
                  </a:lnTo>
                  <a:close/>
                </a:path>
                <a:path w="6684644" h="7015480">
                  <a:moveTo>
                    <a:pt x="3682904" y="4681781"/>
                  </a:moveTo>
                  <a:lnTo>
                    <a:pt x="3666456" y="4653291"/>
                  </a:lnTo>
                  <a:lnTo>
                    <a:pt x="3694945" y="4636837"/>
                  </a:lnTo>
                  <a:lnTo>
                    <a:pt x="3711400" y="4665333"/>
                  </a:lnTo>
                  <a:lnTo>
                    <a:pt x="3682904" y="4681781"/>
                  </a:lnTo>
                  <a:close/>
                </a:path>
                <a:path w="6684644" h="7015480">
                  <a:moveTo>
                    <a:pt x="3608204" y="4551219"/>
                  </a:moveTo>
                  <a:lnTo>
                    <a:pt x="3592334" y="4523742"/>
                  </a:lnTo>
                  <a:lnTo>
                    <a:pt x="3619817" y="4507875"/>
                  </a:lnTo>
                  <a:lnTo>
                    <a:pt x="3635679" y="4535358"/>
                  </a:lnTo>
                  <a:lnTo>
                    <a:pt x="3608204" y="4551219"/>
                  </a:lnTo>
                  <a:close/>
                </a:path>
                <a:path w="6684644" h="7015480">
                  <a:moveTo>
                    <a:pt x="3533720" y="4419852"/>
                  </a:moveTo>
                  <a:lnTo>
                    <a:pt x="3519030" y="4394412"/>
                  </a:lnTo>
                  <a:lnTo>
                    <a:pt x="3544470" y="4379723"/>
                  </a:lnTo>
                  <a:lnTo>
                    <a:pt x="3559159" y="4405163"/>
                  </a:lnTo>
                  <a:lnTo>
                    <a:pt x="3533720" y="4419852"/>
                  </a:lnTo>
                  <a:close/>
                </a:path>
                <a:path w="6684644" h="7015480">
                  <a:moveTo>
                    <a:pt x="3459338" y="4288087"/>
                  </a:moveTo>
                  <a:lnTo>
                    <a:pt x="3446117" y="4265189"/>
                  </a:lnTo>
                  <a:lnTo>
                    <a:pt x="3469016" y="4251968"/>
                  </a:lnTo>
                  <a:lnTo>
                    <a:pt x="3482236" y="4274867"/>
                  </a:lnTo>
                  <a:lnTo>
                    <a:pt x="3459338" y="4288087"/>
                  </a:lnTo>
                  <a:close/>
                </a:path>
                <a:path w="6684644" h="7015480">
                  <a:moveTo>
                    <a:pt x="3384742" y="4157117"/>
                  </a:moveTo>
                  <a:lnTo>
                    <a:pt x="3372405" y="4135752"/>
                  </a:lnTo>
                  <a:lnTo>
                    <a:pt x="3393775" y="4123414"/>
                  </a:lnTo>
                  <a:lnTo>
                    <a:pt x="3406113" y="4144779"/>
                  </a:lnTo>
                  <a:lnTo>
                    <a:pt x="3384742" y="4157117"/>
                  </a:lnTo>
                  <a:close/>
                </a:path>
                <a:path w="6684644" h="7015480">
                  <a:moveTo>
                    <a:pt x="3310147" y="4026158"/>
                  </a:moveTo>
                  <a:lnTo>
                    <a:pt x="3298686" y="4006316"/>
                  </a:lnTo>
                  <a:lnTo>
                    <a:pt x="3318534" y="3994855"/>
                  </a:lnTo>
                  <a:lnTo>
                    <a:pt x="3329989" y="4014703"/>
                  </a:lnTo>
                  <a:lnTo>
                    <a:pt x="3310147" y="4026158"/>
                  </a:lnTo>
                  <a:close/>
                </a:path>
                <a:path w="6684644" h="7015480">
                  <a:moveTo>
                    <a:pt x="3235551" y="3895193"/>
                  </a:moveTo>
                  <a:lnTo>
                    <a:pt x="3224973" y="3876873"/>
                  </a:lnTo>
                  <a:lnTo>
                    <a:pt x="3243293" y="3866301"/>
                  </a:lnTo>
                  <a:lnTo>
                    <a:pt x="3253865" y="3884621"/>
                  </a:lnTo>
                  <a:lnTo>
                    <a:pt x="3235551" y="3895193"/>
                  </a:lnTo>
                  <a:close/>
                </a:path>
                <a:path w="6684644" h="7015480">
                  <a:moveTo>
                    <a:pt x="3161064" y="3763826"/>
                  </a:moveTo>
                  <a:lnTo>
                    <a:pt x="3151664" y="3747543"/>
                  </a:lnTo>
                  <a:lnTo>
                    <a:pt x="3167946" y="3738143"/>
                  </a:lnTo>
                  <a:lnTo>
                    <a:pt x="3177346" y="3754426"/>
                  </a:lnTo>
                  <a:lnTo>
                    <a:pt x="3161064" y="3763826"/>
                  </a:lnTo>
                  <a:close/>
                </a:path>
                <a:path w="6684644" h="7015480">
                  <a:moveTo>
                    <a:pt x="3086468" y="3632867"/>
                  </a:moveTo>
                  <a:lnTo>
                    <a:pt x="3077951" y="3618113"/>
                  </a:lnTo>
                  <a:lnTo>
                    <a:pt x="3092706" y="3609590"/>
                  </a:lnTo>
                  <a:lnTo>
                    <a:pt x="3101229" y="3624350"/>
                  </a:lnTo>
                  <a:lnTo>
                    <a:pt x="3086468" y="3632867"/>
                  </a:lnTo>
                  <a:close/>
                </a:path>
                <a:path w="6684644" h="7015480">
                  <a:moveTo>
                    <a:pt x="3011875" y="3501902"/>
                  </a:moveTo>
                  <a:lnTo>
                    <a:pt x="3004239" y="3488670"/>
                  </a:lnTo>
                  <a:lnTo>
                    <a:pt x="3017465" y="3481036"/>
                  </a:lnTo>
                  <a:lnTo>
                    <a:pt x="3025106" y="3494262"/>
                  </a:lnTo>
                  <a:lnTo>
                    <a:pt x="3011875" y="3501902"/>
                  </a:lnTo>
                  <a:close/>
                </a:path>
                <a:path w="6684644" h="7015480">
                  <a:moveTo>
                    <a:pt x="2937278" y="3370931"/>
                  </a:moveTo>
                  <a:lnTo>
                    <a:pt x="2930525" y="3359233"/>
                  </a:lnTo>
                  <a:lnTo>
                    <a:pt x="2942229" y="3352475"/>
                  </a:lnTo>
                  <a:lnTo>
                    <a:pt x="2948982" y="3364173"/>
                  </a:lnTo>
                  <a:lnTo>
                    <a:pt x="2937278" y="3370931"/>
                  </a:lnTo>
                  <a:close/>
                </a:path>
                <a:path w="6684644" h="7015480">
                  <a:moveTo>
                    <a:pt x="2862790" y="3239570"/>
                  </a:moveTo>
                  <a:lnTo>
                    <a:pt x="2857210" y="3229903"/>
                  </a:lnTo>
                  <a:lnTo>
                    <a:pt x="2866877" y="3224318"/>
                  </a:lnTo>
                  <a:lnTo>
                    <a:pt x="2872462" y="3233990"/>
                  </a:lnTo>
                  <a:lnTo>
                    <a:pt x="2862790" y="3239570"/>
                  </a:lnTo>
                  <a:close/>
                </a:path>
                <a:path w="6684644" h="7015480">
                  <a:moveTo>
                    <a:pt x="2788094" y="3109008"/>
                  </a:moveTo>
                  <a:lnTo>
                    <a:pt x="2783101" y="3100354"/>
                  </a:lnTo>
                  <a:lnTo>
                    <a:pt x="2791748" y="3095361"/>
                  </a:lnTo>
                  <a:lnTo>
                    <a:pt x="2796741" y="3104015"/>
                  </a:lnTo>
                  <a:lnTo>
                    <a:pt x="2788094" y="3109008"/>
                  </a:lnTo>
                  <a:close/>
                </a:path>
                <a:path w="6684644" h="7015480">
                  <a:moveTo>
                    <a:pt x="2713392" y="2978440"/>
                  </a:moveTo>
                  <a:lnTo>
                    <a:pt x="2708985" y="2970811"/>
                  </a:lnTo>
                  <a:lnTo>
                    <a:pt x="2716614" y="2966405"/>
                  </a:lnTo>
                  <a:lnTo>
                    <a:pt x="2721021" y="2974033"/>
                  </a:lnTo>
                  <a:lnTo>
                    <a:pt x="2713392" y="2978440"/>
                  </a:lnTo>
                  <a:close/>
                </a:path>
                <a:path w="6684644" h="7015480">
                  <a:moveTo>
                    <a:pt x="2638685" y="2847878"/>
                  </a:moveTo>
                  <a:lnTo>
                    <a:pt x="2634870" y="2841268"/>
                  </a:lnTo>
                  <a:lnTo>
                    <a:pt x="2641486" y="2837447"/>
                  </a:lnTo>
                  <a:lnTo>
                    <a:pt x="2645301" y="2844057"/>
                  </a:lnTo>
                  <a:lnTo>
                    <a:pt x="2638685" y="2847878"/>
                  </a:lnTo>
                  <a:close/>
                </a:path>
                <a:path w="6684644" h="7015480">
                  <a:moveTo>
                    <a:pt x="2564096" y="2716919"/>
                  </a:moveTo>
                  <a:lnTo>
                    <a:pt x="2561158" y="2711831"/>
                  </a:lnTo>
                  <a:lnTo>
                    <a:pt x="2566246" y="2708893"/>
                  </a:lnTo>
                  <a:lnTo>
                    <a:pt x="2569183" y="2713981"/>
                  </a:lnTo>
                  <a:lnTo>
                    <a:pt x="2564096" y="2716919"/>
                  </a:lnTo>
                  <a:close/>
                </a:path>
                <a:path w="6684644" h="7015480">
                  <a:moveTo>
                    <a:pt x="2489394" y="2586357"/>
                  </a:moveTo>
                  <a:lnTo>
                    <a:pt x="2487042" y="2582282"/>
                  </a:lnTo>
                  <a:lnTo>
                    <a:pt x="2491111" y="2579930"/>
                  </a:lnTo>
                  <a:lnTo>
                    <a:pt x="2493463" y="2584005"/>
                  </a:lnTo>
                  <a:lnTo>
                    <a:pt x="2489394" y="2586357"/>
                  </a:lnTo>
                  <a:close/>
                </a:path>
                <a:path w="6684644" h="7015480">
                  <a:moveTo>
                    <a:pt x="2414686" y="2455795"/>
                  </a:moveTo>
                  <a:lnTo>
                    <a:pt x="2412927" y="2452739"/>
                  </a:lnTo>
                  <a:lnTo>
                    <a:pt x="2415977" y="2450979"/>
                  </a:lnTo>
                  <a:lnTo>
                    <a:pt x="2417743" y="2454030"/>
                  </a:lnTo>
                  <a:lnTo>
                    <a:pt x="2414686" y="2455795"/>
                  </a:lnTo>
                  <a:close/>
                </a:path>
                <a:path w="6684644" h="7015480">
                  <a:moveTo>
                    <a:pt x="2339985" y="2325233"/>
                  </a:moveTo>
                  <a:lnTo>
                    <a:pt x="2338812" y="2323195"/>
                  </a:lnTo>
                  <a:lnTo>
                    <a:pt x="2340844" y="2322017"/>
                  </a:lnTo>
                  <a:lnTo>
                    <a:pt x="2342023" y="2324054"/>
                  </a:lnTo>
                  <a:lnTo>
                    <a:pt x="2339985" y="2325233"/>
                  </a:lnTo>
                  <a:close/>
                </a:path>
                <a:path w="6684644" h="7015480">
                  <a:moveTo>
                    <a:pt x="2265177" y="2195068"/>
                  </a:moveTo>
                  <a:lnTo>
                    <a:pt x="2264294" y="2193540"/>
                  </a:lnTo>
                  <a:lnTo>
                    <a:pt x="2265822" y="2192657"/>
                  </a:lnTo>
                  <a:lnTo>
                    <a:pt x="2266705" y="2194185"/>
                  </a:lnTo>
                  <a:lnTo>
                    <a:pt x="2265177" y="2195068"/>
                  </a:lnTo>
                  <a:close/>
                </a:path>
                <a:path w="6684644" h="7015480">
                  <a:moveTo>
                    <a:pt x="5262876" y="7015287"/>
                  </a:moveTo>
                  <a:lnTo>
                    <a:pt x="5231446" y="7015287"/>
                  </a:lnTo>
                  <a:lnTo>
                    <a:pt x="5255017" y="7001677"/>
                  </a:lnTo>
                  <a:lnTo>
                    <a:pt x="5262876" y="7015287"/>
                  </a:lnTo>
                  <a:close/>
                </a:path>
                <a:path w="6684644" h="7015480">
                  <a:moveTo>
                    <a:pt x="5152673" y="6974253"/>
                  </a:moveTo>
                  <a:lnTo>
                    <a:pt x="5113012" y="6905557"/>
                  </a:lnTo>
                  <a:lnTo>
                    <a:pt x="5181714" y="6865897"/>
                  </a:lnTo>
                  <a:lnTo>
                    <a:pt x="5221375" y="6934592"/>
                  </a:lnTo>
                  <a:lnTo>
                    <a:pt x="5152673" y="6974253"/>
                  </a:lnTo>
                  <a:close/>
                </a:path>
                <a:path w="6684644" h="7015480">
                  <a:moveTo>
                    <a:pt x="5077977" y="6843692"/>
                  </a:moveTo>
                  <a:lnTo>
                    <a:pt x="5038903" y="6776009"/>
                  </a:lnTo>
                  <a:lnTo>
                    <a:pt x="5106579" y="6736935"/>
                  </a:lnTo>
                  <a:lnTo>
                    <a:pt x="5145654" y="6804617"/>
                  </a:lnTo>
                  <a:lnTo>
                    <a:pt x="5077977" y="6843692"/>
                  </a:lnTo>
                  <a:close/>
                </a:path>
                <a:path w="6684644" h="7015480">
                  <a:moveTo>
                    <a:pt x="5003595" y="6711921"/>
                  </a:moveTo>
                  <a:lnTo>
                    <a:pt x="4965990" y="6646791"/>
                  </a:lnTo>
                  <a:lnTo>
                    <a:pt x="5031125" y="6609186"/>
                  </a:lnTo>
                  <a:lnTo>
                    <a:pt x="5068731" y="6674316"/>
                  </a:lnTo>
                  <a:lnTo>
                    <a:pt x="5003595" y="6711921"/>
                  </a:lnTo>
                  <a:close/>
                </a:path>
                <a:path w="6684644" h="7015480">
                  <a:moveTo>
                    <a:pt x="4929219" y="6580157"/>
                  </a:moveTo>
                  <a:lnTo>
                    <a:pt x="4893083" y="6517568"/>
                  </a:lnTo>
                  <a:lnTo>
                    <a:pt x="4955672" y="6481432"/>
                  </a:lnTo>
                  <a:lnTo>
                    <a:pt x="4991808" y="6544021"/>
                  </a:lnTo>
                  <a:lnTo>
                    <a:pt x="4929219" y="6580157"/>
                  </a:lnTo>
                  <a:close/>
                </a:path>
                <a:path w="6684644" h="7015480">
                  <a:moveTo>
                    <a:pt x="4854837" y="6448393"/>
                  </a:moveTo>
                  <a:lnTo>
                    <a:pt x="4820170" y="6388345"/>
                  </a:lnTo>
                  <a:lnTo>
                    <a:pt x="4880217" y="6353677"/>
                  </a:lnTo>
                  <a:lnTo>
                    <a:pt x="4914885" y="6413725"/>
                  </a:lnTo>
                  <a:lnTo>
                    <a:pt x="4854837" y="6448393"/>
                  </a:lnTo>
                  <a:close/>
                </a:path>
                <a:path w="6684644" h="7015480">
                  <a:moveTo>
                    <a:pt x="4780349" y="6317025"/>
                  </a:moveTo>
                  <a:lnTo>
                    <a:pt x="4746854" y="6259015"/>
                  </a:lnTo>
                  <a:lnTo>
                    <a:pt x="4804865" y="6225526"/>
                  </a:lnTo>
                  <a:lnTo>
                    <a:pt x="4838360" y="6283536"/>
                  </a:lnTo>
                  <a:lnTo>
                    <a:pt x="4780349" y="6317025"/>
                  </a:lnTo>
                  <a:close/>
                </a:path>
                <a:path w="6684644" h="7015480">
                  <a:moveTo>
                    <a:pt x="4705862" y="6185663"/>
                  </a:moveTo>
                  <a:lnTo>
                    <a:pt x="4673539" y="6129685"/>
                  </a:lnTo>
                  <a:lnTo>
                    <a:pt x="4729517" y="6097369"/>
                  </a:lnTo>
                  <a:lnTo>
                    <a:pt x="4761840" y="6153342"/>
                  </a:lnTo>
                  <a:lnTo>
                    <a:pt x="4705862" y="6185663"/>
                  </a:lnTo>
                  <a:close/>
                </a:path>
                <a:path w="6684644" h="7015480">
                  <a:moveTo>
                    <a:pt x="4631479" y="6053893"/>
                  </a:moveTo>
                  <a:lnTo>
                    <a:pt x="4600632" y="6000467"/>
                  </a:lnTo>
                  <a:lnTo>
                    <a:pt x="4654064" y="5969614"/>
                  </a:lnTo>
                  <a:lnTo>
                    <a:pt x="4684911" y="6023046"/>
                  </a:lnTo>
                  <a:lnTo>
                    <a:pt x="4631479" y="6053893"/>
                  </a:lnTo>
                  <a:close/>
                </a:path>
                <a:path w="6684644" h="7015480">
                  <a:moveTo>
                    <a:pt x="4556997" y="5922532"/>
                  </a:moveTo>
                  <a:lnTo>
                    <a:pt x="4527322" y="5871131"/>
                  </a:lnTo>
                  <a:lnTo>
                    <a:pt x="4578716" y="5841457"/>
                  </a:lnTo>
                  <a:lnTo>
                    <a:pt x="4608391" y="5892857"/>
                  </a:lnTo>
                  <a:lnTo>
                    <a:pt x="4556997" y="5922532"/>
                  </a:lnTo>
                  <a:close/>
                </a:path>
                <a:path w="6684644" h="7015480">
                  <a:moveTo>
                    <a:pt x="4482503" y="5791158"/>
                  </a:moveTo>
                  <a:lnTo>
                    <a:pt x="4454007" y="5741801"/>
                  </a:lnTo>
                  <a:lnTo>
                    <a:pt x="4503369" y="5713305"/>
                  </a:lnTo>
                  <a:lnTo>
                    <a:pt x="4531865" y="5762662"/>
                  </a:lnTo>
                  <a:lnTo>
                    <a:pt x="4482503" y="5791158"/>
                  </a:lnTo>
                  <a:close/>
                </a:path>
                <a:path w="6684644" h="7015480">
                  <a:moveTo>
                    <a:pt x="4408127" y="5659400"/>
                  </a:moveTo>
                  <a:lnTo>
                    <a:pt x="4381100" y="5612578"/>
                  </a:lnTo>
                  <a:lnTo>
                    <a:pt x="4427916" y="5585551"/>
                  </a:lnTo>
                  <a:lnTo>
                    <a:pt x="4454942" y="5632367"/>
                  </a:lnTo>
                  <a:lnTo>
                    <a:pt x="4408127" y="5659400"/>
                  </a:lnTo>
                  <a:close/>
                </a:path>
                <a:path w="6684644" h="7015480">
                  <a:moveTo>
                    <a:pt x="4333745" y="5527630"/>
                  </a:moveTo>
                  <a:lnTo>
                    <a:pt x="4308187" y="5483355"/>
                  </a:lnTo>
                  <a:lnTo>
                    <a:pt x="4352461" y="5457797"/>
                  </a:lnTo>
                  <a:lnTo>
                    <a:pt x="4378020" y="5502066"/>
                  </a:lnTo>
                  <a:lnTo>
                    <a:pt x="4333745" y="5527630"/>
                  </a:lnTo>
                  <a:close/>
                </a:path>
                <a:path w="6684644" h="7015480">
                  <a:moveTo>
                    <a:pt x="4259262" y="5396262"/>
                  </a:moveTo>
                  <a:lnTo>
                    <a:pt x="4234877" y="5354025"/>
                  </a:lnTo>
                  <a:lnTo>
                    <a:pt x="4277108" y="5329646"/>
                  </a:lnTo>
                  <a:lnTo>
                    <a:pt x="4301494" y="5371883"/>
                  </a:lnTo>
                  <a:lnTo>
                    <a:pt x="4259262" y="5396262"/>
                  </a:lnTo>
                  <a:close/>
                </a:path>
                <a:path w="6684644" h="7015480">
                  <a:moveTo>
                    <a:pt x="4184887" y="5264498"/>
                  </a:moveTo>
                  <a:lnTo>
                    <a:pt x="4161970" y="5224802"/>
                  </a:lnTo>
                  <a:lnTo>
                    <a:pt x="4201654" y="5201892"/>
                  </a:lnTo>
                  <a:lnTo>
                    <a:pt x="4224571" y="5241582"/>
                  </a:lnTo>
                  <a:lnTo>
                    <a:pt x="4184887" y="5264498"/>
                  </a:lnTo>
                  <a:close/>
                </a:path>
                <a:path w="6684644" h="7015480">
                  <a:moveTo>
                    <a:pt x="4110285" y="5133532"/>
                  </a:moveTo>
                  <a:lnTo>
                    <a:pt x="4088251" y="5095364"/>
                  </a:lnTo>
                  <a:lnTo>
                    <a:pt x="4126420" y="5073330"/>
                  </a:lnTo>
                  <a:lnTo>
                    <a:pt x="4148454" y="5111493"/>
                  </a:lnTo>
                  <a:lnTo>
                    <a:pt x="4110285" y="5133532"/>
                  </a:lnTo>
                  <a:close/>
                </a:path>
                <a:path w="6684644" h="7015480">
                  <a:moveTo>
                    <a:pt x="4035803" y="5002165"/>
                  </a:moveTo>
                  <a:lnTo>
                    <a:pt x="4014942" y="4966035"/>
                  </a:lnTo>
                  <a:lnTo>
                    <a:pt x="4051067" y="4945180"/>
                  </a:lnTo>
                  <a:lnTo>
                    <a:pt x="4071928" y="4981304"/>
                  </a:lnTo>
                  <a:lnTo>
                    <a:pt x="4035803" y="5002165"/>
                  </a:lnTo>
                  <a:close/>
                </a:path>
                <a:path w="6684644" h="7015480">
                  <a:moveTo>
                    <a:pt x="3961421" y="4870395"/>
                  </a:moveTo>
                  <a:lnTo>
                    <a:pt x="3942029" y="4836811"/>
                  </a:lnTo>
                  <a:lnTo>
                    <a:pt x="3975613" y="4817425"/>
                  </a:lnTo>
                  <a:lnTo>
                    <a:pt x="3995005" y="4851009"/>
                  </a:lnTo>
                  <a:lnTo>
                    <a:pt x="3961421" y="4870395"/>
                  </a:lnTo>
                  <a:close/>
                </a:path>
                <a:path w="6684644" h="7015480">
                  <a:moveTo>
                    <a:pt x="3886826" y="4739437"/>
                  </a:moveTo>
                  <a:lnTo>
                    <a:pt x="3868316" y="4707375"/>
                  </a:lnTo>
                  <a:lnTo>
                    <a:pt x="3900372" y="4688871"/>
                  </a:lnTo>
                  <a:lnTo>
                    <a:pt x="3918881" y="4720927"/>
                  </a:lnTo>
                  <a:lnTo>
                    <a:pt x="3886826" y="4739437"/>
                  </a:lnTo>
                  <a:close/>
                </a:path>
                <a:path w="6684644" h="7015480">
                  <a:moveTo>
                    <a:pt x="3812450" y="4607667"/>
                  </a:moveTo>
                  <a:lnTo>
                    <a:pt x="3795409" y="4578152"/>
                  </a:lnTo>
                  <a:lnTo>
                    <a:pt x="3824918" y="4561112"/>
                  </a:lnTo>
                  <a:lnTo>
                    <a:pt x="3841959" y="4590632"/>
                  </a:lnTo>
                  <a:lnTo>
                    <a:pt x="3812450" y="4607667"/>
                  </a:lnTo>
                  <a:close/>
                </a:path>
                <a:path w="6684644" h="7015480">
                  <a:moveTo>
                    <a:pt x="3737849" y="4476708"/>
                  </a:moveTo>
                  <a:lnTo>
                    <a:pt x="3721690" y="4448716"/>
                  </a:lnTo>
                  <a:lnTo>
                    <a:pt x="3749683" y="4432557"/>
                  </a:lnTo>
                  <a:lnTo>
                    <a:pt x="3765841" y="4460550"/>
                  </a:lnTo>
                  <a:lnTo>
                    <a:pt x="3737849" y="4476708"/>
                  </a:lnTo>
                  <a:close/>
                </a:path>
                <a:path w="6684644" h="7015480">
                  <a:moveTo>
                    <a:pt x="3663366" y="4345335"/>
                  </a:moveTo>
                  <a:lnTo>
                    <a:pt x="3648381" y="4319386"/>
                  </a:lnTo>
                  <a:lnTo>
                    <a:pt x="3674330" y="4304407"/>
                  </a:lnTo>
                  <a:lnTo>
                    <a:pt x="3689315" y="4330355"/>
                  </a:lnTo>
                  <a:lnTo>
                    <a:pt x="3663366" y="4345335"/>
                  </a:lnTo>
                  <a:close/>
                </a:path>
                <a:path w="6684644" h="7015480">
                  <a:moveTo>
                    <a:pt x="3588878" y="4213972"/>
                  </a:moveTo>
                  <a:lnTo>
                    <a:pt x="3575072" y="4190061"/>
                  </a:lnTo>
                  <a:lnTo>
                    <a:pt x="3598989" y="4176249"/>
                  </a:lnTo>
                  <a:lnTo>
                    <a:pt x="3612795" y="4200166"/>
                  </a:lnTo>
                  <a:lnTo>
                    <a:pt x="3588878" y="4213972"/>
                  </a:lnTo>
                  <a:close/>
                </a:path>
                <a:path w="6684644" h="7015480">
                  <a:moveTo>
                    <a:pt x="3514390" y="4082605"/>
                  </a:moveTo>
                  <a:lnTo>
                    <a:pt x="3501756" y="4060725"/>
                  </a:lnTo>
                  <a:lnTo>
                    <a:pt x="3523636" y="4048091"/>
                  </a:lnTo>
                  <a:lnTo>
                    <a:pt x="3536270" y="4069977"/>
                  </a:lnTo>
                  <a:lnTo>
                    <a:pt x="3514390" y="4082605"/>
                  </a:lnTo>
                  <a:close/>
                </a:path>
                <a:path w="6684644" h="7015480">
                  <a:moveTo>
                    <a:pt x="3439794" y="3951640"/>
                  </a:moveTo>
                  <a:lnTo>
                    <a:pt x="3428043" y="3931289"/>
                  </a:lnTo>
                  <a:lnTo>
                    <a:pt x="3448401" y="3919532"/>
                  </a:lnTo>
                  <a:lnTo>
                    <a:pt x="3460152" y="3939889"/>
                  </a:lnTo>
                  <a:lnTo>
                    <a:pt x="3439794" y="3951640"/>
                  </a:lnTo>
                  <a:close/>
                </a:path>
                <a:path w="6684644" h="7015480">
                  <a:moveTo>
                    <a:pt x="3365199" y="3820682"/>
                  </a:moveTo>
                  <a:lnTo>
                    <a:pt x="3354331" y="3801852"/>
                  </a:lnTo>
                  <a:lnTo>
                    <a:pt x="3373160" y="3790977"/>
                  </a:lnTo>
                  <a:lnTo>
                    <a:pt x="3384029" y="3809807"/>
                  </a:lnTo>
                  <a:lnTo>
                    <a:pt x="3365199" y="3820682"/>
                  </a:lnTo>
                  <a:close/>
                </a:path>
                <a:path w="6684644" h="7015480">
                  <a:moveTo>
                    <a:pt x="3290604" y="3689711"/>
                  </a:moveTo>
                  <a:lnTo>
                    <a:pt x="3280618" y="3672410"/>
                  </a:lnTo>
                  <a:lnTo>
                    <a:pt x="3297919" y="3662423"/>
                  </a:lnTo>
                  <a:lnTo>
                    <a:pt x="3307905" y="3679725"/>
                  </a:lnTo>
                  <a:lnTo>
                    <a:pt x="3290604" y="3689711"/>
                  </a:lnTo>
                  <a:close/>
                </a:path>
                <a:path w="6684644" h="7015480">
                  <a:moveTo>
                    <a:pt x="3216117" y="3558349"/>
                  </a:moveTo>
                  <a:lnTo>
                    <a:pt x="3207302" y="3543086"/>
                  </a:lnTo>
                  <a:lnTo>
                    <a:pt x="3222572" y="3534267"/>
                  </a:lnTo>
                  <a:lnTo>
                    <a:pt x="3231386" y="3549537"/>
                  </a:lnTo>
                  <a:lnTo>
                    <a:pt x="3216117" y="3558349"/>
                  </a:lnTo>
                  <a:close/>
                </a:path>
                <a:path w="6684644" h="7015480">
                  <a:moveTo>
                    <a:pt x="3141527" y="3427391"/>
                  </a:moveTo>
                  <a:lnTo>
                    <a:pt x="3133590" y="3413649"/>
                  </a:lnTo>
                  <a:lnTo>
                    <a:pt x="3147331" y="3405712"/>
                  </a:lnTo>
                  <a:lnTo>
                    <a:pt x="3155269" y="3419454"/>
                  </a:lnTo>
                  <a:lnTo>
                    <a:pt x="3141527" y="3427391"/>
                  </a:lnTo>
                  <a:close/>
                </a:path>
                <a:path w="6684644" h="7015480">
                  <a:moveTo>
                    <a:pt x="3066932" y="3296420"/>
                  </a:moveTo>
                  <a:lnTo>
                    <a:pt x="3059877" y="3284207"/>
                  </a:lnTo>
                  <a:lnTo>
                    <a:pt x="3072091" y="3277158"/>
                  </a:lnTo>
                  <a:lnTo>
                    <a:pt x="3079145" y="3289371"/>
                  </a:lnTo>
                  <a:lnTo>
                    <a:pt x="3066932" y="3296420"/>
                  </a:lnTo>
                  <a:close/>
                </a:path>
                <a:path w="6684644" h="7015480">
                  <a:moveTo>
                    <a:pt x="2992449" y="3165053"/>
                  </a:moveTo>
                  <a:lnTo>
                    <a:pt x="2986574" y="3154877"/>
                  </a:lnTo>
                  <a:lnTo>
                    <a:pt x="2996749" y="3149001"/>
                  </a:lnTo>
                  <a:lnTo>
                    <a:pt x="3002625" y="3159177"/>
                  </a:lnTo>
                  <a:lnTo>
                    <a:pt x="2992449" y="3165053"/>
                  </a:lnTo>
                  <a:close/>
                </a:path>
                <a:path w="6684644" h="7015480">
                  <a:moveTo>
                    <a:pt x="2917742" y="3034490"/>
                  </a:moveTo>
                  <a:lnTo>
                    <a:pt x="2912453" y="3025333"/>
                  </a:lnTo>
                  <a:lnTo>
                    <a:pt x="2921610" y="3020044"/>
                  </a:lnTo>
                  <a:lnTo>
                    <a:pt x="2926899" y="3029207"/>
                  </a:lnTo>
                  <a:lnTo>
                    <a:pt x="2917742" y="3034490"/>
                  </a:lnTo>
                  <a:close/>
                </a:path>
                <a:path w="6684644" h="7015480">
                  <a:moveTo>
                    <a:pt x="2843040" y="2903928"/>
                  </a:moveTo>
                  <a:lnTo>
                    <a:pt x="2838343" y="2895790"/>
                  </a:lnTo>
                  <a:lnTo>
                    <a:pt x="2846482" y="2891087"/>
                  </a:lnTo>
                  <a:lnTo>
                    <a:pt x="2851178" y="2899231"/>
                  </a:lnTo>
                  <a:lnTo>
                    <a:pt x="2843040" y="2903928"/>
                  </a:lnTo>
                  <a:close/>
                </a:path>
                <a:path w="6684644" h="7015480">
                  <a:moveTo>
                    <a:pt x="2768339" y="2773366"/>
                  </a:moveTo>
                  <a:lnTo>
                    <a:pt x="2764222" y="2766241"/>
                  </a:lnTo>
                  <a:lnTo>
                    <a:pt x="2771347" y="2762130"/>
                  </a:lnTo>
                  <a:lnTo>
                    <a:pt x="2775464" y="2769256"/>
                  </a:lnTo>
                  <a:lnTo>
                    <a:pt x="2768339" y="2773366"/>
                  </a:lnTo>
                  <a:close/>
                </a:path>
                <a:path w="6684644" h="7015480">
                  <a:moveTo>
                    <a:pt x="2693743" y="2642402"/>
                  </a:moveTo>
                  <a:lnTo>
                    <a:pt x="2690509" y="2636804"/>
                  </a:lnTo>
                  <a:lnTo>
                    <a:pt x="2696107" y="2633570"/>
                  </a:lnTo>
                  <a:lnTo>
                    <a:pt x="2699341" y="2639168"/>
                  </a:lnTo>
                  <a:lnTo>
                    <a:pt x="2693743" y="2642402"/>
                  </a:lnTo>
                  <a:close/>
                </a:path>
                <a:path w="6684644" h="7015480">
                  <a:moveTo>
                    <a:pt x="2619042" y="2511840"/>
                  </a:moveTo>
                  <a:lnTo>
                    <a:pt x="2616400" y="2507261"/>
                  </a:lnTo>
                  <a:lnTo>
                    <a:pt x="2620979" y="2504619"/>
                  </a:lnTo>
                  <a:lnTo>
                    <a:pt x="2623620" y="2509192"/>
                  </a:lnTo>
                  <a:lnTo>
                    <a:pt x="2619042" y="2511840"/>
                  </a:lnTo>
                  <a:close/>
                </a:path>
                <a:path w="6684644" h="7015480">
                  <a:moveTo>
                    <a:pt x="2544334" y="2381278"/>
                  </a:moveTo>
                  <a:lnTo>
                    <a:pt x="2542279" y="2377718"/>
                  </a:lnTo>
                  <a:lnTo>
                    <a:pt x="2545845" y="2375657"/>
                  </a:lnTo>
                  <a:lnTo>
                    <a:pt x="2547900" y="2379216"/>
                  </a:lnTo>
                  <a:lnTo>
                    <a:pt x="2544334" y="2381278"/>
                  </a:lnTo>
                  <a:close/>
                </a:path>
                <a:path w="6684644" h="7015480">
                  <a:moveTo>
                    <a:pt x="2469639" y="2250710"/>
                  </a:moveTo>
                  <a:lnTo>
                    <a:pt x="2468170" y="2248169"/>
                  </a:lnTo>
                  <a:lnTo>
                    <a:pt x="2470711" y="2246700"/>
                  </a:lnTo>
                  <a:lnTo>
                    <a:pt x="2472180" y="2249241"/>
                  </a:lnTo>
                  <a:lnTo>
                    <a:pt x="2469639" y="2250710"/>
                  </a:lnTo>
                  <a:close/>
                </a:path>
                <a:path w="6684644" h="7015480">
                  <a:moveTo>
                    <a:pt x="2394937" y="2120154"/>
                  </a:moveTo>
                  <a:lnTo>
                    <a:pt x="2394054" y="2118625"/>
                  </a:lnTo>
                  <a:lnTo>
                    <a:pt x="2395576" y="2117743"/>
                  </a:lnTo>
                  <a:lnTo>
                    <a:pt x="2396459" y="2119271"/>
                  </a:lnTo>
                  <a:lnTo>
                    <a:pt x="2394937" y="2120154"/>
                  </a:lnTo>
                  <a:close/>
                </a:path>
                <a:path w="6684644" h="7015480">
                  <a:moveTo>
                    <a:pt x="5385977" y="7015287"/>
                  </a:moveTo>
                  <a:lnTo>
                    <a:pt x="5346662" y="7015287"/>
                  </a:lnTo>
                  <a:lnTo>
                    <a:pt x="5314478" y="6959541"/>
                  </a:lnTo>
                  <a:lnTo>
                    <a:pt x="5387243" y="6917529"/>
                  </a:lnTo>
                  <a:lnTo>
                    <a:pt x="5429255" y="6990300"/>
                  </a:lnTo>
                  <a:lnTo>
                    <a:pt x="5385977" y="7015287"/>
                  </a:lnTo>
                  <a:close/>
                </a:path>
                <a:path w="6684644" h="7015480">
                  <a:moveTo>
                    <a:pt x="5282008" y="6900944"/>
                  </a:moveTo>
                  <a:lnTo>
                    <a:pt x="5241168" y="6830211"/>
                  </a:lnTo>
                  <a:lnTo>
                    <a:pt x="5311896" y="6789372"/>
                  </a:lnTo>
                  <a:lnTo>
                    <a:pt x="5352735" y="6860111"/>
                  </a:lnTo>
                  <a:lnTo>
                    <a:pt x="5282008" y="6900944"/>
                  </a:lnTo>
                  <a:close/>
                </a:path>
                <a:path w="6684644" h="7015480">
                  <a:moveTo>
                    <a:pt x="5207514" y="6769577"/>
                  </a:moveTo>
                  <a:lnTo>
                    <a:pt x="5167853" y="6700881"/>
                  </a:lnTo>
                  <a:lnTo>
                    <a:pt x="5236549" y="6661220"/>
                  </a:lnTo>
                  <a:lnTo>
                    <a:pt x="5276210" y="6729916"/>
                  </a:lnTo>
                  <a:lnTo>
                    <a:pt x="5207514" y="6769577"/>
                  </a:lnTo>
                  <a:close/>
                </a:path>
                <a:path w="6684644" h="7015480">
                  <a:moveTo>
                    <a:pt x="5133026" y="6638215"/>
                  </a:moveTo>
                  <a:lnTo>
                    <a:pt x="5094544" y="6571557"/>
                  </a:lnTo>
                  <a:lnTo>
                    <a:pt x="5161208" y="6533069"/>
                  </a:lnTo>
                  <a:lnTo>
                    <a:pt x="5199690" y="6599727"/>
                  </a:lnTo>
                  <a:lnTo>
                    <a:pt x="5133026" y="6638215"/>
                  </a:lnTo>
                  <a:close/>
                </a:path>
                <a:path w="6684644" h="7015480">
                  <a:moveTo>
                    <a:pt x="5058543" y="6506848"/>
                  </a:moveTo>
                  <a:lnTo>
                    <a:pt x="5021234" y="6442221"/>
                  </a:lnTo>
                  <a:lnTo>
                    <a:pt x="5085860" y="6404906"/>
                  </a:lnTo>
                  <a:lnTo>
                    <a:pt x="5123170" y="6469532"/>
                  </a:lnTo>
                  <a:lnTo>
                    <a:pt x="5058543" y="6506848"/>
                  </a:lnTo>
                  <a:close/>
                </a:path>
                <a:path w="6684644" h="7015480">
                  <a:moveTo>
                    <a:pt x="4984161" y="6375078"/>
                  </a:moveTo>
                  <a:lnTo>
                    <a:pt x="4948321" y="6312998"/>
                  </a:lnTo>
                  <a:lnTo>
                    <a:pt x="5010407" y="6277158"/>
                  </a:lnTo>
                  <a:lnTo>
                    <a:pt x="5046247" y="6339237"/>
                  </a:lnTo>
                  <a:lnTo>
                    <a:pt x="4984161" y="6375078"/>
                  </a:lnTo>
                  <a:close/>
                </a:path>
                <a:path w="6684644" h="7015480">
                  <a:moveTo>
                    <a:pt x="4909785" y="6243313"/>
                  </a:moveTo>
                  <a:lnTo>
                    <a:pt x="4875414" y="6183775"/>
                  </a:lnTo>
                  <a:lnTo>
                    <a:pt x="4934952" y="6149403"/>
                  </a:lnTo>
                  <a:lnTo>
                    <a:pt x="4969324" y="6208942"/>
                  </a:lnTo>
                  <a:lnTo>
                    <a:pt x="4909785" y="6243313"/>
                  </a:lnTo>
                  <a:close/>
                </a:path>
                <a:path w="6684644" h="7015480">
                  <a:moveTo>
                    <a:pt x="4835403" y="6111548"/>
                  </a:moveTo>
                  <a:lnTo>
                    <a:pt x="4802501" y="6054551"/>
                  </a:lnTo>
                  <a:lnTo>
                    <a:pt x="4859493" y="6021649"/>
                  </a:lnTo>
                  <a:lnTo>
                    <a:pt x="4892401" y="6078640"/>
                  </a:lnTo>
                  <a:lnTo>
                    <a:pt x="4835403" y="6111548"/>
                  </a:lnTo>
                  <a:close/>
                </a:path>
                <a:path w="6684644" h="7015480">
                  <a:moveTo>
                    <a:pt x="4760915" y="5980181"/>
                  </a:moveTo>
                  <a:lnTo>
                    <a:pt x="4729185" y="5925227"/>
                  </a:lnTo>
                  <a:lnTo>
                    <a:pt x="4784145" y="5893497"/>
                  </a:lnTo>
                  <a:lnTo>
                    <a:pt x="4815875" y="5948451"/>
                  </a:lnTo>
                  <a:lnTo>
                    <a:pt x="4760915" y="5980181"/>
                  </a:lnTo>
                  <a:close/>
                </a:path>
                <a:path w="6684644" h="7015480">
                  <a:moveTo>
                    <a:pt x="4686433" y="5848814"/>
                  </a:moveTo>
                  <a:lnTo>
                    <a:pt x="4655876" y="5795892"/>
                  </a:lnTo>
                  <a:lnTo>
                    <a:pt x="4708798" y="5765335"/>
                  </a:lnTo>
                  <a:lnTo>
                    <a:pt x="4739349" y="5818257"/>
                  </a:lnTo>
                  <a:lnTo>
                    <a:pt x="4686433" y="5848814"/>
                  </a:lnTo>
                  <a:close/>
                </a:path>
                <a:path w="6684644" h="7015480">
                  <a:moveTo>
                    <a:pt x="4612052" y="5717050"/>
                  </a:moveTo>
                  <a:lnTo>
                    <a:pt x="4582969" y="5666674"/>
                  </a:lnTo>
                  <a:lnTo>
                    <a:pt x="4633344" y="5637586"/>
                  </a:lnTo>
                  <a:lnTo>
                    <a:pt x="4662433" y="5687961"/>
                  </a:lnTo>
                  <a:lnTo>
                    <a:pt x="4612052" y="5717050"/>
                  </a:lnTo>
                  <a:close/>
                </a:path>
                <a:path w="6684644" h="7015480">
                  <a:moveTo>
                    <a:pt x="4537563" y="5585688"/>
                  </a:moveTo>
                  <a:lnTo>
                    <a:pt x="4509653" y="5537338"/>
                  </a:lnTo>
                  <a:lnTo>
                    <a:pt x="4557992" y="5509428"/>
                  </a:lnTo>
                  <a:lnTo>
                    <a:pt x="4585907" y="5557778"/>
                  </a:lnTo>
                  <a:lnTo>
                    <a:pt x="4537563" y="5585688"/>
                  </a:lnTo>
                  <a:close/>
                </a:path>
                <a:path w="6684644" h="7015480">
                  <a:moveTo>
                    <a:pt x="4463294" y="5453514"/>
                  </a:moveTo>
                  <a:lnTo>
                    <a:pt x="4437150" y="5408227"/>
                  </a:lnTo>
                  <a:lnTo>
                    <a:pt x="4482437" y="5382076"/>
                  </a:lnTo>
                  <a:lnTo>
                    <a:pt x="4508581" y="5427364"/>
                  </a:lnTo>
                  <a:lnTo>
                    <a:pt x="4463294" y="5453514"/>
                  </a:lnTo>
                  <a:close/>
                </a:path>
                <a:path w="6684644" h="7015480">
                  <a:moveTo>
                    <a:pt x="4388806" y="5322147"/>
                  </a:moveTo>
                  <a:lnTo>
                    <a:pt x="4363834" y="5278897"/>
                  </a:lnTo>
                  <a:lnTo>
                    <a:pt x="4407084" y="5253925"/>
                  </a:lnTo>
                  <a:lnTo>
                    <a:pt x="4432055" y="5297175"/>
                  </a:lnTo>
                  <a:lnTo>
                    <a:pt x="4388806" y="5322147"/>
                  </a:lnTo>
                  <a:close/>
                </a:path>
                <a:path w="6684644" h="7015480">
                  <a:moveTo>
                    <a:pt x="4314424" y="5190383"/>
                  </a:moveTo>
                  <a:lnTo>
                    <a:pt x="4290921" y="5149673"/>
                  </a:lnTo>
                  <a:lnTo>
                    <a:pt x="4331631" y="5126171"/>
                  </a:lnTo>
                  <a:lnTo>
                    <a:pt x="4355133" y="5166880"/>
                  </a:lnTo>
                  <a:lnTo>
                    <a:pt x="4314424" y="5190383"/>
                  </a:lnTo>
                  <a:close/>
                </a:path>
                <a:path w="6684644" h="7015480">
                  <a:moveTo>
                    <a:pt x="4239941" y="5059015"/>
                  </a:moveTo>
                  <a:lnTo>
                    <a:pt x="4217617" y="5020343"/>
                  </a:lnTo>
                  <a:lnTo>
                    <a:pt x="4256289" y="4998019"/>
                  </a:lnTo>
                  <a:lnTo>
                    <a:pt x="4278613" y="5036685"/>
                  </a:lnTo>
                  <a:lnTo>
                    <a:pt x="4239941" y="5059015"/>
                  </a:lnTo>
                  <a:close/>
                </a:path>
                <a:path w="6684644" h="7015480">
                  <a:moveTo>
                    <a:pt x="4165340" y="4928050"/>
                  </a:moveTo>
                  <a:lnTo>
                    <a:pt x="4143899" y="4890907"/>
                  </a:lnTo>
                  <a:lnTo>
                    <a:pt x="4181048" y="4869459"/>
                  </a:lnTo>
                  <a:lnTo>
                    <a:pt x="4202489" y="4906603"/>
                  </a:lnTo>
                  <a:lnTo>
                    <a:pt x="4165340" y="4928050"/>
                  </a:lnTo>
                  <a:close/>
                </a:path>
                <a:path w="6684644" h="7015480">
                  <a:moveTo>
                    <a:pt x="4090964" y="4796286"/>
                  </a:moveTo>
                  <a:lnTo>
                    <a:pt x="4070985" y="4761683"/>
                  </a:lnTo>
                  <a:lnTo>
                    <a:pt x="4105588" y="4741705"/>
                  </a:lnTo>
                  <a:lnTo>
                    <a:pt x="4125567" y="4776307"/>
                  </a:lnTo>
                  <a:lnTo>
                    <a:pt x="4090964" y="4796286"/>
                  </a:lnTo>
                  <a:close/>
                </a:path>
                <a:path w="6684644" h="7015480">
                  <a:moveTo>
                    <a:pt x="4016482" y="4664924"/>
                  </a:moveTo>
                  <a:lnTo>
                    <a:pt x="3997676" y="4632353"/>
                  </a:lnTo>
                  <a:lnTo>
                    <a:pt x="4030247" y="4613553"/>
                  </a:lnTo>
                  <a:lnTo>
                    <a:pt x="4049047" y="4646118"/>
                  </a:lnTo>
                  <a:lnTo>
                    <a:pt x="4016482" y="4664924"/>
                  </a:lnTo>
                  <a:close/>
                </a:path>
                <a:path w="6684644" h="7015480">
                  <a:moveTo>
                    <a:pt x="3941988" y="4533551"/>
                  </a:moveTo>
                  <a:lnTo>
                    <a:pt x="3924361" y="4503023"/>
                  </a:lnTo>
                  <a:lnTo>
                    <a:pt x="3954894" y="4485396"/>
                  </a:lnTo>
                  <a:lnTo>
                    <a:pt x="3972521" y="4515924"/>
                  </a:lnTo>
                  <a:lnTo>
                    <a:pt x="3941988" y="4533551"/>
                  </a:lnTo>
                  <a:close/>
                </a:path>
                <a:path w="6684644" h="7015480">
                  <a:moveTo>
                    <a:pt x="3867505" y="4402189"/>
                  </a:moveTo>
                  <a:lnTo>
                    <a:pt x="3851057" y="4373693"/>
                  </a:lnTo>
                  <a:lnTo>
                    <a:pt x="3879547" y="4357239"/>
                  </a:lnTo>
                  <a:lnTo>
                    <a:pt x="3896001" y="4385735"/>
                  </a:lnTo>
                  <a:lnTo>
                    <a:pt x="3867505" y="4402189"/>
                  </a:lnTo>
                  <a:close/>
                </a:path>
                <a:path w="6684644" h="7015480">
                  <a:moveTo>
                    <a:pt x="3792910" y="4271230"/>
                  </a:moveTo>
                  <a:lnTo>
                    <a:pt x="3777338" y="4244257"/>
                  </a:lnTo>
                  <a:lnTo>
                    <a:pt x="3804306" y="4228685"/>
                  </a:lnTo>
                  <a:lnTo>
                    <a:pt x="3819878" y="4255659"/>
                  </a:lnTo>
                  <a:lnTo>
                    <a:pt x="3792910" y="4271230"/>
                  </a:lnTo>
                  <a:close/>
                </a:path>
                <a:path w="6684644" h="7015480">
                  <a:moveTo>
                    <a:pt x="3718422" y="4139857"/>
                  </a:moveTo>
                  <a:lnTo>
                    <a:pt x="3704029" y="4114921"/>
                  </a:lnTo>
                  <a:lnTo>
                    <a:pt x="3728959" y="4100528"/>
                  </a:lnTo>
                  <a:lnTo>
                    <a:pt x="3743358" y="4125458"/>
                  </a:lnTo>
                  <a:lnTo>
                    <a:pt x="3718422" y="4139857"/>
                  </a:lnTo>
                  <a:close/>
                </a:path>
                <a:path w="6684644" h="7015480">
                  <a:moveTo>
                    <a:pt x="3644046" y="4008093"/>
                  </a:moveTo>
                  <a:lnTo>
                    <a:pt x="3631121" y="3985704"/>
                  </a:lnTo>
                  <a:lnTo>
                    <a:pt x="3653510" y="3972774"/>
                  </a:lnTo>
                  <a:lnTo>
                    <a:pt x="3666435" y="3995168"/>
                  </a:lnTo>
                  <a:lnTo>
                    <a:pt x="3644046" y="4008093"/>
                  </a:lnTo>
                  <a:close/>
                </a:path>
                <a:path w="6684644" h="7015480">
                  <a:moveTo>
                    <a:pt x="3569450" y="3877128"/>
                  </a:moveTo>
                  <a:lnTo>
                    <a:pt x="3557409" y="3856267"/>
                  </a:lnTo>
                  <a:lnTo>
                    <a:pt x="3578270" y="3844220"/>
                  </a:lnTo>
                  <a:lnTo>
                    <a:pt x="3590311" y="3865080"/>
                  </a:lnTo>
                  <a:lnTo>
                    <a:pt x="3569450" y="3877128"/>
                  </a:lnTo>
                  <a:close/>
                </a:path>
                <a:path w="6684644" h="7015480">
                  <a:moveTo>
                    <a:pt x="3494855" y="3746169"/>
                  </a:moveTo>
                  <a:lnTo>
                    <a:pt x="3483691" y="3726830"/>
                  </a:lnTo>
                  <a:lnTo>
                    <a:pt x="3503030" y="3715666"/>
                  </a:lnTo>
                  <a:lnTo>
                    <a:pt x="3514194" y="3735005"/>
                  </a:lnTo>
                  <a:lnTo>
                    <a:pt x="3494855" y="3746169"/>
                  </a:lnTo>
                  <a:close/>
                </a:path>
                <a:path w="6684644" h="7015480">
                  <a:moveTo>
                    <a:pt x="3420260" y="3615199"/>
                  </a:moveTo>
                  <a:lnTo>
                    <a:pt x="3409977" y="3597388"/>
                  </a:lnTo>
                  <a:lnTo>
                    <a:pt x="3427788" y="3587105"/>
                  </a:lnTo>
                  <a:lnTo>
                    <a:pt x="3438071" y="3604916"/>
                  </a:lnTo>
                  <a:lnTo>
                    <a:pt x="3420260" y="3615199"/>
                  </a:lnTo>
                  <a:close/>
                </a:path>
                <a:path w="6684644" h="7015480">
                  <a:moveTo>
                    <a:pt x="3345778" y="3483831"/>
                  </a:moveTo>
                  <a:lnTo>
                    <a:pt x="3336668" y="3468058"/>
                  </a:lnTo>
                  <a:lnTo>
                    <a:pt x="3352441" y="3458948"/>
                  </a:lnTo>
                  <a:lnTo>
                    <a:pt x="3361551" y="3474727"/>
                  </a:lnTo>
                  <a:lnTo>
                    <a:pt x="3345778" y="3483831"/>
                  </a:lnTo>
                  <a:close/>
                </a:path>
                <a:path w="6684644" h="7015480">
                  <a:moveTo>
                    <a:pt x="3271176" y="3352872"/>
                  </a:moveTo>
                  <a:lnTo>
                    <a:pt x="3262950" y="3338628"/>
                  </a:lnTo>
                  <a:lnTo>
                    <a:pt x="3277200" y="3330401"/>
                  </a:lnTo>
                  <a:lnTo>
                    <a:pt x="3285427" y="3344646"/>
                  </a:lnTo>
                  <a:lnTo>
                    <a:pt x="3271176" y="3352872"/>
                  </a:lnTo>
                  <a:close/>
                </a:path>
                <a:path w="6684644" h="7015480">
                  <a:moveTo>
                    <a:pt x="3196581" y="3221908"/>
                  </a:moveTo>
                  <a:lnTo>
                    <a:pt x="3189236" y="3209184"/>
                  </a:lnTo>
                  <a:lnTo>
                    <a:pt x="3201959" y="3201840"/>
                  </a:lnTo>
                  <a:lnTo>
                    <a:pt x="3209304" y="3214563"/>
                  </a:lnTo>
                  <a:lnTo>
                    <a:pt x="3196581" y="3221908"/>
                  </a:lnTo>
                  <a:close/>
                </a:path>
                <a:path w="6684644" h="7015480">
                  <a:moveTo>
                    <a:pt x="3121986" y="3090942"/>
                  </a:moveTo>
                  <a:lnTo>
                    <a:pt x="3115524" y="3079748"/>
                  </a:lnTo>
                  <a:lnTo>
                    <a:pt x="3126724" y="3073286"/>
                  </a:lnTo>
                  <a:lnTo>
                    <a:pt x="3133187" y="3084474"/>
                  </a:lnTo>
                  <a:lnTo>
                    <a:pt x="3121986" y="3090942"/>
                  </a:lnTo>
                  <a:close/>
                </a:path>
                <a:path w="6684644" h="7015480">
                  <a:moveTo>
                    <a:pt x="3047498" y="2959575"/>
                  </a:moveTo>
                  <a:lnTo>
                    <a:pt x="3042209" y="2950418"/>
                  </a:lnTo>
                  <a:lnTo>
                    <a:pt x="3051371" y="2945129"/>
                  </a:lnTo>
                  <a:lnTo>
                    <a:pt x="3056661" y="2954286"/>
                  </a:lnTo>
                  <a:lnTo>
                    <a:pt x="3047498" y="2959575"/>
                  </a:lnTo>
                  <a:close/>
                </a:path>
                <a:path w="6684644" h="7015480">
                  <a:moveTo>
                    <a:pt x="2972801" y="2829013"/>
                  </a:moveTo>
                  <a:lnTo>
                    <a:pt x="2968099" y="2820869"/>
                  </a:lnTo>
                  <a:lnTo>
                    <a:pt x="2976243" y="2816172"/>
                  </a:lnTo>
                  <a:lnTo>
                    <a:pt x="2980940" y="2824310"/>
                  </a:lnTo>
                  <a:lnTo>
                    <a:pt x="2972801" y="2829013"/>
                  </a:lnTo>
                  <a:close/>
                </a:path>
                <a:path w="6684644" h="7015480">
                  <a:moveTo>
                    <a:pt x="2898100" y="2698451"/>
                  </a:moveTo>
                  <a:lnTo>
                    <a:pt x="2893984" y="2691326"/>
                  </a:lnTo>
                  <a:lnTo>
                    <a:pt x="2901109" y="2687209"/>
                  </a:lnTo>
                  <a:lnTo>
                    <a:pt x="2905226" y="2694334"/>
                  </a:lnTo>
                  <a:lnTo>
                    <a:pt x="2898100" y="2698451"/>
                  </a:lnTo>
                  <a:close/>
                </a:path>
                <a:path w="6684644" h="7015480">
                  <a:moveTo>
                    <a:pt x="2823393" y="2567889"/>
                  </a:moveTo>
                  <a:lnTo>
                    <a:pt x="2819868" y="2561782"/>
                  </a:lnTo>
                  <a:lnTo>
                    <a:pt x="2825981" y="2558258"/>
                  </a:lnTo>
                  <a:lnTo>
                    <a:pt x="2829506" y="2564358"/>
                  </a:lnTo>
                  <a:lnTo>
                    <a:pt x="2823393" y="2567889"/>
                  </a:lnTo>
                  <a:close/>
                </a:path>
                <a:path w="6684644" h="7015480">
                  <a:moveTo>
                    <a:pt x="2748798" y="2436918"/>
                  </a:moveTo>
                  <a:lnTo>
                    <a:pt x="2746156" y="2432345"/>
                  </a:lnTo>
                  <a:lnTo>
                    <a:pt x="2750741" y="2429698"/>
                  </a:lnTo>
                  <a:lnTo>
                    <a:pt x="2753382" y="2434276"/>
                  </a:lnTo>
                  <a:lnTo>
                    <a:pt x="2748798" y="2436918"/>
                  </a:lnTo>
                  <a:close/>
                </a:path>
                <a:path w="6684644" h="7015480">
                  <a:moveTo>
                    <a:pt x="2674096" y="2306356"/>
                  </a:moveTo>
                  <a:lnTo>
                    <a:pt x="2672041" y="2302796"/>
                  </a:lnTo>
                  <a:lnTo>
                    <a:pt x="2675606" y="2300741"/>
                  </a:lnTo>
                  <a:lnTo>
                    <a:pt x="2677662" y="2304301"/>
                  </a:lnTo>
                  <a:lnTo>
                    <a:pt x="2674096" y="2306356"/>
                  </a:lnTo>
                  <a:close/>
                </a:path>
                <a:path w="6684644" h="7015480">
                  <a:moveTo>
                    <a:pt x="2599394" y="2175794"/>
                  </a:moveTo>
                  <a:lnTo>
                    <a:pt x="2597925" y="2173253"/>
                  </a:lnTo>
                  <a:lnTo>
                    <a:pt x="2600467" y="2171784"/>
                  </a:lnTo>
                  <a:lnTo>
                    <a:pt x="2601935" y="2174325"/>
                  </a:lnTo>
                  <a:lnTo>
                    <a:pt x="2599394" y="2175794"/>
                  </a:lnTo>
                  <a:close/>
                </a:path>
                <a:path w="6684644" h="7015480">
                  <a:moveTo>
                    <a:pt x="2524693" y="2045238"/>
                  </a:moveTo>
                  <a:lnTo>
                    <a:pt x="2523810" y="2043710"/>
                  </a:lnTo>
                  <a:lnTo>
                    <a:pt x="2525338" y="2042827"/>
                  </a:lnTo>
                  <a:lnTo>
                    <a:pt x="2526221" y="2044355"/>
                  </a:lnTo>
                  <a:lnTo>
                    <a:pt x="2524693" y="2045238"/>
                  </a:lnTo>
                  <a:close/>
                </a:path>
                <a:path w="6684644" h="7015480">
                  <a:moveTo>
                    <a:pt x="5617376" y="7015287"/>
                  </a:moveTo>
                  <a:lnTo>
                    <a:pt x="5519001" y="7015287"/>
                  </a:lnTo>
                  <a:lnTo>
                    <a:pt x="5518355" y="7014168"/>
                  </a:lnTo>
                  <a:lnTo>
                    <a:pt x="5592132" y="6971569"/>
                  </a:lnTo>
                  <a:lnTo>
                    <a:pt x="5617376" y="7015287"/>
                  </a:lnTo>
                  <a:close/>
                </a:path>
                <a:path w="6684644" h="7015480">
                  <a:moveTo>
                    <a:pt x="5485712" y="6959398"/>
                  </a:moveTo>
                  <a:lnTo>
                    <a:pt x="5442231" y="6884086"/>
                  </a:lnTo>
                  <a:lnTo>
                    <a:pt x="5517543" y="6840604"/>
                  </a:lnTo>
                  <a:lnTo>
                    <a:pt x="5561024" y="6915916"/>
                  </a:lnTo>
                  <a:lnTo>
                    <a:pt x="5485712" y="6959398"/>
                  </a:lnTo>
                  <a:close/>
                </a:path>
                <a:path w="6684644" h="7015480">
                  <a:moveTo>
                    <a:pt x="5411331" y="6827633"/>
                  </a:moveTo>
                  <a:lnTo>
                    <a:pt x="5369319" y="6754862"/>
                  </a:lnTo>
                  <a:lnTo>
                    <a:pt x="5442089" y="6712850"/>
                  </a:lnTo>
                  <a:lnTo>
                    <a:pt x="5484102" y="6785621"/>
                  </a:lnTo>
                  <a:lnTo>
                    <a:pt x="5411331" y="6827633"/>
                  </a:lnTo>
                  <a:close/>
                </a:path>
                <a:path w="6684644" h="7015480">
                  <a:moveTo>
                    <a:pt x="5336955" y="6695863"/>
                  </a:moveTo>
                  <a:lnTo>
                    <a:pt x="5296411" y="6625640"/>
                  </a:lnTo>
                  <a:lnTo>
                    <a:pt x="5366629" y="6585096"/>
                  </a:lnTo>
                  <a:lnTo>
                    <a:pt x="5407172" y="6655320"/>
                  </a:lnTo>
                  <a:lnTo>
                    <a:pt x="5336955" y="6695863"/>
                  </a:lnTo>
                  <a:close/>
                </a:path>
                <a:path w="6684644" h="7015480">
                  <a:moveTo>
                    <a:pt x="5262466" y="6564501"/>
                  </a:moveTo>
                  <a:lnTo>
                    <a:pt x="5223096" y="6496309"/>
                  </a:lnTo>
                  <a:lnTo>
                    <a:pt x="5291288" y="6456939"/>
                  </a:lnTo>
                  <a:lnTo>
                    <a:pt x="5330653" y="6525131"/>
                  </a:lnTo>
                  <a:lnTo>
                    <a:pt x="5262466" y="6564501"/>
                  </a:lnTo>
                  <a:close/>
                </a:path>
                <a:path w="6684644" h="7015480">
                  <a:moveTo>
                    <a:pt x="5187978" y="6433134"/>
                  </a:moveTo>
                  <a:lnTo>
                    <a:pt x="5149786" y="6366979"/>
                  </a:lnTo>
                  <a:lnTo>
                    <a:pt x="5215941" y="6328787"/>
                  </a:lnTo>
                  <a:lnTo>
                    <a:pt x="5254133" y="6394942"/>
                  </a:lnTo>
                  <a:lnTo>
                    <a:pt x="5187978" y="6433134"/>
                  </a:lnTo>
                  <a:close/>
                </a:path>
                <a:path w="6684644" h="7015480">
                  <a:moveTo>
                    <a:pt x="5113602" y="6301364"/>
                  </a:moveTo>
                  <a:lnTo>
                    <a:pt x="5076879" y="6237756"/>
                  </a:lnTo>
                  <a:lnTo>
                    <a:pt x="5140481" y="6201033"/>
                  </a:lnTo>
                  <a:lnTo>
                    <a:pt x="5177204" y="6264641"/>
                  </a:lnTo>
                  <a:lnTo>
                    <a:pt x="5113602" y="6301364"/>
                  </a:lnTo>
                  <a:close/>
                </a:path>
                <a:path w="6684644" h="7015480">
                  <a:moveTo>
                    <a:pt x="5039220" y="6169600"/>
                  </a:moveTo>
                  <a:lnTo>
                    <a:pt x="5003967" y="6108533"/>
                  </a:lnTo>
                  <a:lnTo>
                    <a:pt x="5065027" y="6073279"/>
                  </a:lnTo>
                  <a:lnTo>
                    <a:pt x="5100281" y="6134346"/>
                  </a:lnTo>
                  <a:lnTo>
                    <a:pt x="5039220" y="6169600"/>
                  </a:lnTo>
                  <a:close/>
                </a:path>
                <a:path w="6684644" h="7015480">
                  <a:moveTo>
                    <a:pt x="4964844" y="6037835"/>
                  </a:moveTo>
                  <a:lnTo>
                    <a:pt x="4931053" y="5979310"/>
                  </a:lnTo>
                  <a:lnTo>
                    <a:pt x="4989573" y="5945525"/>
                  </a:lnTo>
                  <a:lnTo>
                    <a:pt x="5023358" y="6004050"/>
                  </a:lnTo>
                  <a:lnTo>
                    <a:pt x="4964844" y="6037835"/>
                  </a:lnTo>
                  <a:close/>
                </a:path>
                <a:path w="6684644" h="7015480">
                  <a:moveTo>
                    <a:pt x="4890462" y="5906065"/>
                  </a:moveTo>
                  <a:lnTo>
                    <a:pt x="4858147" y="5850092"/>
                  </a:lnTo>
                  <a:lnTo>
                    <a:pt x="4914119" y="5817776"/>
                  </a:lnTo>
                  <a:lnTo>
                    <a:pt x="4946435" y="5873749"/>
                  </a:lnTo>
                  <a:lnTo>
                    <a:pt x="4890462" y="5906065"/>
                  </a:lnTo>
                  <a:close/>
                </a:path>
                <a:path w="6684644" h="7015480">
                  <a:moveTo>
                    <a:pt x="4815974" y="5774703"/>
                  </a:moveTo>
                  <a:lnTo>
                    <a:pt x="4784831" y="5720762"/>
                  </a:lnTo>
                  <a:lnTo>
                    <a:pt x="4838772" y="5689618"/>
                  </a:lnTo>
                  <a:lnTo>
                    <a:pt x="4869916" y="5743560"/>
                  </a:lnTo>
                  <a:lnTo>
                    <a:pt x="4815974" y="5774703"/>
                  </a:lnTo>
                  <a:close/>
                </a:path>
                <a:path w="6684644" h="7015480">
                  <a:moveTo>
                    <a:pt x="4741592" y="5642933"/>
                  </a:moveTo>
                  <a:lnTo>
                    <a:pt x="4711918" y="5591539"/>
                  </a:lnTo>
                  <a:lnTo>
                    <a:pt x="4763319" y="5561865"/>
                  </a:lnTo>
                  <a:lnTo>
                    <a:pt x="4792993" y="5613259"/>
                  </a:lnTo>
                  <a:lnTo>
                    <a:pt x="4741592" y="5642933"/>
                  </a:lnTo>
                  <a:close/>
                </a:path>
                <a:path w="6684644" h="7015480">
                  <a:moveTo>
                    <a:pt x="4667110" y="5511566"/>
                  </a:moveTo>
                  <a:lnTo>
                    <a:pt x="4638614" y="5462209"/>
                  </a:lnTo>
                  <a:lnTo>
                    <a:pt x="4687965" y="5433713"/>
                  </a:lnTo>
                  <a:lnTo>
                    <a:pt x="4716467" y="5483070"/>
                  </a:lnTo>
                  <a:lnTo>
                    <a:pt x="4667110" y="5511566"/>
                  </a:lnTo>
                  <a:close/>
                </a:path>
                <a:path w="6684644" h="7015480">
                  <a:moveTo>
                    <a:pt x="4592728" y="5379801"/>
                  </a:moveTo>
                  <a:lnTo>
                    <a:pt x="4565701" y="5332985"/>
                  </a:lnTo>
                  <a:lnTo>
                    <a:pt x="4612511" y="5305959"/>
                  </a:lnTo>
                  <a:lnTo>
                    <a:pt x="4639544" y="5352775"/>
                  </a:lnTo>
                  <a:lnTo>
                    <a:pt x="4592728" y="5379801"/>
                  </a:lnTo>
                  <a:close/>
                </a:path>
                <a:path w="6684644" h="7015480">
                  <a:moveTo>
                    <a:pt x="4518352" y="5248031"/>
                  </a:moveTo>
                  <a:lnTo>
                    <a:pt x="4492794" y="5203762"/>
                  </a:lnTo>
                  <a:lnTo>
                    <a:pt x="4537057" y="5178204"/>
                  </a:lnTo>
                  <a:lnTo>
                    <a:pt x="4562615" y="5222473"/>
                  </a:lnTo>
                  <a:lnTo>
                    <a:pt x="4518352" y="5248031"/>
                  </a:lnTo>
                  <a:close/>
                </a:path>
                <a:path w="6684644" h="7015480">
                  <a:moveTo>
                    <a:pt x="4443970" y="5116267"/>
                  </a:moveTo>
                  <a:lnTo>
                    <a:pt x="4419881" y="5074539"/>
                  </a:lnTo>
                  <a:lnTo>
                    <a:pt x="4461604" y="5050450"/>
                  </a:lnTo>
                  <a:lnTo>
                    <a:pt x="4485693" y="5092178"/>
                  </a:lnTo>
                  <a:lnTo>
                    <a:pt x="4443970" y="5116267"/>
                  </a:lnTo>
                  <a:close/>
                </a:path>
                <a:path w="6684644" h="7015480">
                  <a:moveTo>
                    <a:pt x="4369482" y="4984899"/>
                  </a:moveTo>
                  <a:lnTo>
                    <a:pt x="4346566" y="4945209"/>
                  </a:lnTo>
                  <a:lnTo>
                    <a:pt x="4386256" y="4922293"/>
                  </a:lnTo>
                  <a:lnTo>
                    <a:pt x="4409172" y="4961983"/>
                  </a:lnTo>
                  <a:lnTo>
                    <a:pt x="4369482" y="4984899"/>
                  </a:lnTo>
                  <a:close/>
                </a:path>
                <a:path w="6684644" h="7015480">
                  <a:moveTo>
                    <a:pt x="4295000" y="4853532"/>
                  </a:moveTo>
                  <a:lnTo>
                    <a:pt x="4273256" y="4815879"/>
                  </a:lnTo>
                  <a:lnTo>
                    <a:pt x="4310915" y="4794135"/>
                  </a:lnTo>
                  <a:lnTo>
                    <a:pt x="4332653" y="4831794"/>
                  </a:lnTo>
                  <a:lnTo>
                    <a:pt x="4295000" y="4853532"/>
                  </a:lnTo>
                  <a:close/>
                </a:path>
                <a:path w="6684644" h="7015480">
                  <a:moveTo>
                    <a:pt x="4220511" y="4722170"/>
                  </a:moveTo>
                  <a:lnTo>
                    <a:pt x="4199947" y="4686549"/>
                  </a:lnTo>
                  <a:lnTo>
                    <a:pt x="4235562" y="4665984"/>
                  </a:lnTo>
                  <a:lnTo>
                    <a:pt x="4256127" y="4701605"/>
                  </a:lnTo>
                  <a:lnTo>
                    <a:pt x="4220511" y="4722170"/>
                  </a:lnTo>
                  <a:close/>
                </a:path>
                <a:path w="6684644" h="7015480">
                  <a:moveTo>
                    <a:pt x="4146023" y="4590808"/>
                  </a:moveTo>
                  <a:lnTo>
                    <a:pt x="4126631" y="4557219"/>
                  </a:lnTo>
                  <a:lnTo>
                    <a:pt x="4160215" y="4537827"/>
                  </a:lnTo>
                  <a:lnTo>
                    <a:pt x="4179607" y="4571416"/>
                  </a:lnTo>
                  <a:lnTo>
                    <a:pt x="4146023" y="4590808"/>
                  </a:lnTo>
                  <a:close/>
                </a:path>
                <a:path w="6684644" h="7015480">
                  <a:moveTo>
                    <a:pt x="4071535" y="4459441"/>
                  </a:moveTo>
                  <a:lnTo>
                    <a:pt x="4053321" y="4427889"/>
                  </a:lnTo>
                  <a:lnTo>
                    <a:pt x="4084868" y="4409676"/>
                  </a:lnTo>
                  <a:lnTo>
                    <a:pt x="4103087" y="4441227"/>
                  </a:lnTo>
                  <a:lnTo>
                    <a:pt x="4071535" y="4459441"/>
                  </a:lnTo>
                  <a:close/>
                </a:path>
                <a:path w="6684644" h="7015480">
                  <a:moveTo>
                    <a:pt x="3997158" y="4327671"/>
                  </a:moveTo>
                  <a:lnTo>
                    <a:pt x="3980408" y="4298666"/>
                  </a:lnTo>
                  <a:lnTo>
                    <a:pt x="4009413" y="4281921"/>
                  </a:lnTo>
                  <a:lnTo>
                    <a:pt x="4026158" y="4310927"/>
                  </a:lnTo>
                  <a:lnTo>
                    <a:pt x="3997158" y="4327671"/>
                  </a:lnTo>
                  <a:close/>
                </a:path>
                <a:path w="6684644" h="7015480">
                  <a:moveTo>
                    <a:pt x="3922564" y="4196706"/>
                  </a:moveTo>
                  <a:lnTo>
                    <a:pt x="3906696" y="4169229"/>
                  </a:lnTo>
                  <a:lnTo>
                    <a:pt x="3934179" y="4153361"/>
                  </a:lnTo>
                  <a:lnTo>
                    <a:pt x="3950041" y="4180838"/>
                  </a:lnTo>
                  <a:lnTo>
                    <a:pt x="3922564" y="4196706"/>
                  </a:lnTo>
                  <a:close/>
                </a:path>
                <a:path w="6684644" h="7015480">
                  <a:moveTo>
                    <a:pt x="3848075" y="4065344"/>
                  </a:moveTo>
                  <a:lnTo>
                    <a:pt x="3833386" y="4039899"/>
                  </a:lnTo>
                  <a:lnTo>
                    <a:pt x="3858826" y="4025210"/>
                  </a:lnTo>
                  <a:lnTo>
                    <a:pt x="3873515" y="4050655"/>
                  </a:lnTo>
                  <a:lnTo>
                    <a:pt x="3848075" y="4065344"/>
                  </a:lnTo>
                  <a:close/>
                </a:path>
                <a:path w="6684644" h="7015480">
                  <a:moveTo>
                    <a:pt x="3773587" y="3933976"/>
                  </a:moveTo>
                  <a:lnTo>
                    <a:pt x="3760071" y="3910575"/>
                  </a:lnTo>
                  <a:lnTo>
                    <a:pt x="3783485" y="3897058"/>
                  </a:lnTo>
                  <a:lnTo>
                    <a:pt x="3796995" y="3920460"/>
                  </a:lnTo>
                  <a:lnTo>
                    <a:pt x="3773587" y="3933976"/>
                  </a:lnTo>
                  <a:close/>
                </a:path>
                <a:path w="6684644" h="7015480">
                  <a:moveTo>
                    <a:pt x="3699105" y="3802609"/>
                  </a:moveTo>
                  <a:lnTo>
                    <a:pt x="3686761" y="3781239"/>
                  </a:lnTo>
                  <a:lnTo>
                    <a:pt x="3708132" y="3768901"/>
                  </a:lnTo>
                  <a:lnTo>
                    <a:pt x="3720469" y="3790271"/>
                  </a:lnTo>
                  <a:lnTo>
                    <a:pt x="3699105" y="3802609"/>
                  </a:lnTo>
                  <a:close/>
                </a:path>
                <a:path w="6684644" h="7015480">
                  <a:moveTo>
                    <a:pt x="3624509" y="3671644"/>
                  </a:moveTo>
                  <a:lnTo>
                    <a:pt x="3613049" y="3651796"/>
                  </a:lnTo>
                  <a:lnTo>
                    <a:pt x="3632897" y="3640341"/>
                  </a:lnTo>
                  <a:lnTo>
                    <a:pt x="3644352" y="3660189"/>
                  </a:lnTo>
                  <a:lnTo>
                    <a:pt x="3624509" y="3671644"/>
                  </a:lnTo>
                  <a:close/>
                </a:path>
                <a:path w="6684644" h="7015480">
                  <a:moveTo>
                    <a:pt x="3549908" y="3540685"/>
                  </a:moveTo>
                  <a:lnTo>
                    <a:pt x="3539330" y="3522366"/>
                  </a:lnTo>
                  <a:lnTo>
                    <a:pt x="3557656" y="3511787"/>
                  </a:lnTo>
                  <a:lnTo>
                    <a:pt x="3568235" y="3530107"/>
                  </a:lnTo>
                  <a:lnTo>
                    <a:pt x="3549908" y="3540685"/>
                  </a:lnTo>
                  <a:close/>
                </a:path>
                <a:path w="6684644" h="7015480">
                  <a:moveTo>
                    <a:pt x="3475426" y="3409312"/>
                  </a:moveTo>
                  <a:lnTo>
                    <a:pt x="3466026" y="3393035"/>
                  </a:lnTo>
                  <a:lnTo>
                    <a:pt x="3482303" y="3383635"/>
                  </a:lnTo>
                  <a:lnTo>
                    <a:pt x="3491703" y="3399912"/>
                  </a:lnTo>
                  <a:lnTo>
                    <a:pt x="3475426" y="3409312"/>
                  </a:lnTo>
                  <a:close/>
                </a:path>
                <a:path w="6684644" h="7015480">
                  <a:moveTo>
                    <a:pt x="3400831" y="3278354"/>
                  </a:moveTo>
                  <a:lnTo>
                    <a:pt x="3392313" y="3263593"/>
                  </a:lnTo>
                  <a:lnTo>
                    <a:pt x="3407068" y="3255076"/>
                  </a:lnTo>
                  <a:lnTo>
                    <a:pt x="3415591" y="3269831"/>
                  </a:lnTo>
                  <a:lnTo>
                    <a:pt x="3400831" y="3278354"/>
                  </a:lnTo>
                  <a:close/>
                </a:path>
                <a:path w="6684644" h="7015480">
                  <a:moveTo>
                    <a:pt x="3326230" y="3147389"/>
                  </a:moveTo>
                  <a:lnTo>
                    <a:pt x="3318595" y="3134162"/>
                  </a:lnTo>
                  <a:lnTo>
                    <a:pt x="3331827" y="3126521"/>
                  </a:lnTo>
                  <a:lnTo>
                    <a:pt x="3339468" y="3139748"/>
                  </a:lnTo>
                  <a:lnTo>
                    <a:pt x="3326230" y="3147389"/>
                  </a:lnTo>
                  <a:close/>
                </a:path>
                <a:path w="6684644" h="7015480">
                  <a:moveTo>
                    <a:pt x="3251641" y="3016424"/>
                  </a:moveTo>
                  <a:lnTo>
                    <a:pt x="3244883" y="3004720"/>
                  </a:lnTo>
                  <a:lnTo>
                    <a:pt x="3256586" y="2997962"/>
                  </a:lnTo>
                  <a:lnTo>
                    <a:pt x="3263345" y="3009666"/>
                  </a:lnTo>
                  <a:lnTo>
                    <a:pt x="3251641" y="3016424"/>
                  </a:lnTo>
                  <a:close/>
                </a:path>
                <a:path w="6684644" h="7015480">
                  <a:moveTo>
                    <a:pt x="3177153" y="2885056"/>
                  </a:moveTo>
                  <a:lnTo>
                    <a:pt x="3171573" y="2875390"/>
                  </a:lnTo>
                  <a:lnTo>
                    <a:pt x="3181240" y="2869811"/>
                  </a:lnTo>
                  <a:lnTo>
                    <a:pt x="3186819" y="2879477"/>
                  </a:lnTo>
                  <a:lnTo>
                    <a:pt x="3177153" y="2885056"/>
                  </a:lnTo>
                  <a:close/>
                </a:path>
                <a:path w="6684644" h="7015480">
                  <a:moveTo>
                    <a:pt x="3102451" y="2754500"/>
                  </a:moveTo>
                  <a:lnTo>
                    <a:pt x="3097458" y="2745847"/>
                  </a:lnTo>
                  <a:lnTo>
                    <a:pt x="3106105" y="2740854"/>
                  </a:lnTo>
                  <a:lnTo>
                    <a:pt x="3111105" y="2749507"/>
                  </a:lnTo>
                  <a:lnTo>
                    <a:pt x="3102451" y="2754500"/>
                  </a:lnTo>
                  <a:close/>
                </a:path>
                <a:path w="6684644" h="7015480">
                  <a:moveTo>
                    <a:pt x="3027749" y="2623938"/>
                  </a:moveTo>
                  <a:lnTo>
                    <a:pt x="3023342" y="2616303"/>
                  </a:lnTo>
                  <a:lnTo>
                    <a:pt x="3030977" y="2611897"/>
                  </a:lnTo>
                  <a:lnTo>
                    <a:pt x="3035384" y="2619532"/>
                  </a:lnTo>
                  <a:lnTo>
                    <a:pt x="3027749" y="2623938"/>
                  </a:lnTo>
                  <a:close/>
                </a:path>
                <a:path w="6684644" h="7015480">
                  <a:moveTo>
                    <a:pt x="2953154" y="2492968"/>
                  </a:moveTo>
                  <a:lnTo>
                    <a:pt x="2949630" y="2486867"/>
                  </a:lnTo>
                  <a:lnTo>
                    <a:pt x="2955736" y="2483343"/>
                  </a:lnTo>
                  <a:lnTo>
                    <a:pt x="2959260" y="2489443"/>
                  </a:lnTo>
                  <a:lnTo>
                    <a:pt x="2953154" y="2492968"/>
                  </a:lnTo>
                  <a:close/>
                </a:path>
                <a:path w="6684644" h="7015480">
                  <a:moveTo>
                    <a:pt x="2878452" y="2362406"/>
                  </a:moveTo>
                  <a:lnTo>
                    <a:pt x="2875514" y="2357318"/>
                  </a:lnTo>
                  <a:lnTo>
                    <a:pt x="2880602" y="2354380"/>
                  </a:lnTo>
                  <a:lnTo>
                    <a:pt x="2883540" y="2359468"/>
                  </a:lnTo>
                  <a:lnTo>
                    <a:pt x="2878452" y="2362406"/>
                  </a:lnTo>
                  <a:close/>
                </a:path>
                <a:path w="6684644" h="7015480">
                  <a:moveTo>
                    <a:pt x="2803751" y="2231843"/>
                  </a:moveTo>
                  <a:lnTo>
                    <a:pt x="2801399" y="2227768"/>
                  </a:lnTo>
                  <a:lnTo>
                    <a:pt x="2805469" y="2225417"/>
                  </a:lnTo>
                  <a:lnTo>
                    <a:pt x="2807820" y="2229492"/>
                  </a:lnTo>
                  <a:lnTo>
                    <a:pt x="2803751" y="2231843"/>
                  </a:lnTo>
                  <a:close/>
                </a:path>
                <a:path w="6684644" h="7015480">
                  <a:moveTo>
                    <a:pt x="2729043" y="2101281"/>
                  </a:moveTo>
                  <a:lnTo>
                    <a:pt x="2727284" y="2098231"/>
                  </a:lnTo>
                  <a:lnTo>
                    <a:pt x="2730340" y="2096466"/>
                  </a:lnTo>
                  <a:lnTo>
                    <a:pt x="2732105" y="2099516"/>
                  </a:lnTo>
                  <a:lnTo>
                    <a:pt x="2729043" y="2101281"/>
                  </a:lnTo>
                  <a:close/>
                </a:path>
                <a:path w="6684644" h="7015480">
                  <a:moveTo>
                    <a:pt x="2654348" y="1970714"/>
                  </a:moveTo>
                  <a:lnTo>
                    <a:pt x="2653175" y="1968676"/>
                  </a:lnTo>
                  <a:lnTo>
                    <a:pt x="2655200" y="1967503"/>
                  </a:lnTo>
                  <a:lnTo>
                    <a:pt x="2656379" y="1969541"/>
                  </a:lnTo>
                  <a:lnTo>
                    <a:pt x="2654348" y="1970714"/>
                  </a:lnTo>
                  <a:close/>
                </a:path>
                <a:path w="6684644" h="7015480">
                  <a:moveTo>
                    <a:pt x="2580659" y="1839565"/>
                  </a:moveTo>
                  <a:lnTo>
                    <a:pt x="2579306" y="1839565"/>
                  </a:lnTo>
                  <a:lnTo>
                    <a:pt x="2579059" y="1839139"/>
                  </a:lnTo>
                  <a:lnTo>
                    <a:pt x="2580412" y="1839139"/>
                  </a:lnTo>
                  <a:lnTo>
                    <a:pt x="2580659" y="1839565"/>
                  </a:lnTo>
                  <a:close/>
                </a:path>
                <a:path w="6684644" h="7015480">
                  <a:moveTo>
                    <a:pt x="5693859" y="7015287"/>
                  </a:moveTo>
                  <a:lnTo>
                    <a:pt x="5687937" y="7015287"/>
                  </a:lnTo>
                  <a:lnTo>
                    <a:pt x="5643294" y="6937962"/>
                  </a:lnTo>
                  <a:lnTo>
                    <a:pt x="5723184" y="6891833"/>
                  </a:lnTo>
                  <a:lnTo>
                    <a:pt x="5769313" y="6971729"/>
                  </a:lnTo>
                  <a:lnTo>
                    <a:pt x="5693859" y="7015287"/>
                  </a:lnTo>
                  <a:close/>
                </a:path>
                <a:path w="6684644" h="7015480">
                  <a:moveTo>
                    <a:pt x="5615040" y="6886088"/>
                  </a:moveTo>
                  <a:lnTo>
                    <a:pt x="5570381" y="6808739"/>
                  </a:lnTo>
                  <a:lnTo>
                    <a:pt x="5647730" y="6764078"/>
                  </a:lnTo>
                  <a:lnTo>
                    <a:pt x="5692384" y="6841428"/>
                  </a:lnTo>
                  <a:lnTo>
                    <a:pt x="5615040" y="6886088"/>
                  </a:lnTo>
                  <a:close/>
                </a:path>
                <a:path w="6684644" h="7015480">
                  <a:moveTo>
                    <a:pt x="5540659" y="6754318"/>
                  </a:moveTo>
                  <a:lnTo>
                    <a:pt x="5497474" y="6679521"/>
                  </a:lnTo>
                  <a:lnTo>
                    <a:pt x="5572276" y="6636330"/>
                  </a:lnTo>
                  <a:lnTo>
                    <a:pt x="5615462" y="6711127"/>
                  </a:lnTo>
                  <a:lnTo>
                    <a:pt x="5540659" y="6754318"/>
                  </a:lnTo>
                  <a:close/>
                </a:path>
                <a:path w="6684644" h="7015480">
                  <a:moveTo>
                    <a:pt x="5466390" y="6622151"/>
                  </a:moveTo>
                  <a:lnTo>
                    <a:pt x="5424964" y="6550399"/>
                  </a:lnTo>
                  <a:lnTo>
                    <a:pt x="5496716" y="6508973"/>
                  </a:lnTo>
                  <a:lnTo>
                    <a:pt x="5538142" y="6580724"/>
                  </a:lnTo>
                  <a:lnTo>
                    <a:pt x="5466390" y="6622151"/>
                  </a:lnTo>
                  <a:close/>
                </a:path>
                <a:path w="6684644" h="7015480">
                  <a:moveTo>
                    <a:pt x="5391902" y="6490789"/>
                  </a:moveTo>
                  <a:lnTo>
                    <a:pt x="5351649" y="6421069"/>
                  </a:lnTo>
                  <a:lnTo>
                    <a:pt x="5421363" y="6380821"/>
                  </a:lnTo>
                  <a:lnTo>
                    <a:pt x="5461617" y="6450536"/>
                  </a:lnTo>
                  <a:lnTo>
                    <a:pt x="5391902" y="6490789"/>
                  </a:lnTo>
                  <a:close/>
                </a:path>
                <a:path w="6684644" h="7015480">
                  <a:moveTo>
                    <a:pt x="5317420" y="6359421"/>
                  </a:moveTo>
                  <a:lnTo>
                    <a:pt x="5278345" y="6291739"/>
                  </a:lnTo>
                  <a:lnTo>
                    <a:pt x="5346022" y="6252665"/>
                  </a:lnTo>
                  <a:lnTo>
                    <a:pt x="5385096" y="6320347"/>
                  </a:lnTo>
                  <a:lnTo>
                    <a:pt x="5317420" y="6359421"/>
                  </a:lnTo>
                  <a:close/>
                </a:path>
                <a:path w="6684644" h="7015480">
                  <a:moveTo>
                    <a:pt x="5243038" y="6227651"/>
                  </a:moveTo>
                  <a:lnTo>
                    <a:pt x="5205432" y="6162516"/>
                  </a:lnTo>
                  <a:lnTo>
                    <a:pt x="5270568" y="6124910"/>
                  </a:lnTo>
                  <a:lnTo>
                    <a:pt x="5308173" y="6190046"/>
                  </a:lnTo>
                  <a:lnTo>
                    <a:pt x="5243038" y="6227651"/>
                  </a:lnTo>
                  <a:close/>
                </a:path>
                <a:path w="6684644" h="7015480">
                  <a:moveTo>
                    <a:pt x="5168656" y="6095887"/>
                  </a:moveTo>
                  <a:lnTo>
                    <a:pt x="5132519" y="6033292"/>
                  </a:lnTo>
                  <a:lnTo>
                    <a:pt x="5195108" y="5997156"/>
                  </a:lnTo>
                  <a:lnTo>
                    <a:pt x="5231245" y="6059750"/>
                  </a:lnTo>
                  <a:lnTo>
                    <a:pt x="5168656" y="6095887"/>
                  </a:lnTo>
                  <a:close/>
                </a:path>
                <a:path w="6684644" h="7015480">
                  <a:moveTo>
                    <a:pt x="5094280" y="5964117"/>
                  </a:moveTo>
                  <a:lnTo>
                    <a:pt x="5059612" y="5904069"/>
                  </a:lnTo>
                  <a:lnTo>
                    <a:pt x="5119654" y="5869401"/>
                  </a:lnTo>
                  <a:lnTo>
                    <a:pt x="5154322" y="5929449"/>
                  </a:lnTo>
                  <a:lnTo>
                    <a:pt x="5094280" y="5964117"/>
                  </a:lnTo>
                  <a:close/>
                </a:path>
                <a:path w="6684644" h="7015480">
                  <a:moveTo>
                    <a:pt x="5019898" y="5832352"/>
                  </a:moveTo>
                  <a:lnTo>
                    <a:pt x="4986699" y="5774851"/>
                  </a:lnTo>
                  <a:lnTo>
                    <a:pt x="5044201" y="5741653"/>
                  </a:lnTo>
                  <a:lnTo>
                    <a:pt x="5077399" y="5799154"/>
                  </a:lnTo>
                  <a:lnTo>
                    <a:pt x="5019898" y="5832352"/>
                  </a:lnTo>
                  <a:close/>
                </a:path>
                <a:path w="6684644" h="7015480">
                  <a:moveTo>
                    <a:pt x="4945522" y="5700588"/>
                  </a:moveTo>
                  <a:lnTo>
                    <a:pt x="4913792" y="5645628"/>
                  </a:lnTo>
                  <a:lnTo>
                    <a:pt x="4968746" y="5613898"/>
                  </a:lnTo>
                  <a:lnTo>
                    <a:pt x="5000476" y="5668858"/>
                  </a:lnTo>
                  <a:lnTo>
                    <a:pt x="4945522" y="5700588"/>
                  </a:lnTo>
                  <a:close/>
                </a:path>
                <a:path w="6684644" h="7015480">
                  <a:moveTo>
                    <a:pt x="4871034" y="5569221"/>
                  </a:moveTo>
                  <a:lnTo>
                    <a:pt x="4840477" y="5516298"/>
                  </a:lnTo>
                  <a:lnTo>
                    <a:pt x="4893399" y="5485747"/>
                  </a:lnTo>
                  <a:lnTo>
                    <a:pt x="4923950" y="5538669"/>
                  </a:lnTo>
                  <a:lnTo>
                    <a:pt x="4871034" y="5569221"/>
                  </a:lnTo>
                  <a:close/>
                </a:path>
                <a:path w="6684644" h="7015480">
                  <a:moveTo>
                    <a:pt x="4796652" y="5437456"/>
                  </a:moveTo>
                  <a:lnTo>
                    <a:pt x="4767564" y="5387075"/>
                  </a:lnTo>
                  <a:lnTo>
                    <a:pt x="4817945" y="5357993"/>
                  </a:lnTo>
                  <a:lnTo>
                    <a:pt x="4847027" y="5408369"/>
                  </a:lnTo>
                  <a:lnTo>
                    <a:pt x="4796652" y="5437456"/>
                  </a:lnTo>
                  <a:close/>
                </a:path>
                <a:path w="6684644" h="7015480">
                  <a:moveTo>
                    <a:pt x="4722270" y="5305686"/>
                  </a:moveTo>
                  <a:lnTo>
                    <a:pt x="4694657" y="5257852"/>
                  </a:lnTo>
                  <a:lnTo>
                    <a:pt x="4742486" y="5230238"/>
                  </a:lnTo>
                  <a:lnTo>
                    <a:pt x="4770105" y="5278073"/>
                  </a:lnTo>
                  <a:lnTo>
                    <a:pt x="4722270" y="5305686"/>
                  </a:lnTo>
                  <a:close/>
                </a:path>
                <a:path w="6684644" h="7015480">
                  <a:moveTo>
                    <a:pt x="4647888" y="5173916"/>
                  </a:moveTo>
                  <a:lnTo>
                    <a:pt x="4621744" y="5128628"/>
                  </a:lnTo>
                  <a:lnTo>
                    <a:pt x="4667032" y="5102484"/>
                  </a:lnTo>
                  <a:lnTo>
                    <a:pt x="4693176" y="5147772"/>
                  </a:lnTo>
                  <a:lnTo>
                    <a:pt x="4647888" y="5173916"/>
                  </a:lnTo>
                  <a:close/>
                </a:path>
                <a:path w="6684644" h="7015480">
                  <a:moveTo>
                    <a:pt x="4573512" y="5042158"/>
                  </a:moveTo>
                  <a:lnTo>
                    <a:pt x="4548837" y="4999411"/>
                  </a:lnTo>
                  <a:lnTo>
                    <a:pt x="4591578" y="4974735"/>
                  </a:lnTo>
                  <a:lnTo>
                    <a:pt x="4616259" y="5017476"/>
                  </a:lnTo>
                  <a:lnTo>
                    <a:pt x="4573512" y="5042158"/>
                  </a:lnTo>
                  <a:close/>
                </a:path>
                <a:path w="6684644" h="7015480">
                  <a:moveTo>
                    <a:pt x="4499131" y="4910387"/>
                  </a:moveTo>
                  <a:lnTo>
                    <a:pt x="4475924" y="4870188"/>
                  </a:lnTo>
                  <a:lnTo>
                    <a:pt x="4516124" y="4846975"/>
                  </a:lnTo>
                  <a:lnTo>
                    <a:pt x="4539330" y="4887181"/>
                  </a:lnTo>
                  <a:lnTo>
                    <a:pt x="4499131" y="4910387"/>
                  </a:lnTo>
                  <a:close/>
                </a:path>
                <a:path w="6684644" h="7015480">
                  <a:moveTo>
                    <a:pt x="4424648" y="4779020"/>
                  </a:moveTo>
                  <a:lnTo>
                    <a:pt x="4402614" y="4740851"/>
                  </a:lnTo>
                  <a:lnTo>
                    <a:pt x="4440776" y="4718818"/>
                  </a:lnTo>
                  <a:lnTo>
                    <a:pt x="4462810" y="4756986"/>
                  </a:lnTo>
                  <a:lnTo>
                    <a:pt x="4424648" y="4779020"/>
                  </a:lnTo>
                  <a:close/>
                </a:path>
                <a:path w="6684644" h="7015480">
                  <a:moveTo>
                    <a:pt x="4350053" y="4648055"/>
                  </a:moveTo>
                  <a:lnTo>
                    <a:pt x="4328902" y="4611415"/>
                  </a:lnTo>
                  <a:lnTo>
                    <a:pt x="4365535" y="4590263"/>
                  </a:lnTo>
                  <a:lnTo>
                    <a:pt x="4386687" y="4626904"/>
                  </a:lnTo>
                  <a:lnTo>
                    <a:pt x="4350053" y="4648055"/>
                  </a:lnTo>
                  <a:close/>
                </a:path>
                <a:path w="6684644" h="7015480">
                  <a:moveTo>
                    <a:pt x="4275677" y="4516285"/>
                  </a:moveTo>
                  <a:lnTo>
                    <a:pt x="4255994" y="4482198"/>
                  </a:lnTo>
                  <a:lnTo>
                    <a:pt x="4290081" y="4462515"/>
                  </a:lnTo>
                  <a:lnTo>
                    <a:pt x="4309764" y="4496602"/>
                  </a:lnTo>
                  <a:lnTo>
                    <a:pt x="4275677" y="4516285"/>
                  </a:lnTo>
                  <a:close/>
                </a:path>
                <a:path w="6684644" h="7015480">
                  <a:moveTo>
                    <a:pt x="4201189" y="4384923"/>
                  </a:moveTo>
                  <a:lnTo>
                    <a:pt x="4182679" y="4352862"/>
                  </a:lnTo>
                  <a:lnTo>
                    <a:pt x="4214735" y="4334352"/>
                  </a:lnTo>
                  <a:lnTo>
                    <a:pt x="4233244" y="4366414"/>
                  </a:lnTo>
                  <a:lnTo>
                    <a:pt x="4201189" y="4384923"/>
                  </a:lnTo>
                  <a:close/>
                </a:path>
                <a:path w="6684644" h="7015480">
                  <a:moveTo>
                    <a:pt x="4126807" y="4253153"/>
                  </a:moveTo>
                  <a:lnTo>
                    <a:pt x="4109766" y="4223644"/>
                  </a:lnTo>
                  <a:lnTo>
                    <a:pt x="4139281" y="4206604"/>
                  </a:lnTo>
                  <a:lnTo>
                    <a:pt x="4156321" y="4236113"/>
                  </a:lnTo>
                  <a:lnTo>
                    <a:pt x="4126807" y="4253153"/>
                  </a:lnTo>
                  <a:close/>
                </a:path>
                <a:path w="6684644" h="7015480">
                  <a:moveTo>
                    <a:pt x="4052212" y="4122194"/>
                  </a:moveTo>
                  <a:lnTo>
                    <a:pt x="4036053" y="4094208"/>
                  </a:lnTo>
                  <a:lnTo>
                    <a:pt x="4064040" y="4078050"/>
                  </a:lnTo>
                  <a:lnTo>
                    <a:pt x="4080198" y="4106036"/>
                  </a:lnTo>
                  <a:lnTo>
                    <a:pt x="4052212" y="4122194"/>
                  </a:lnTo>
                  <a:close/>
                </a:path>
                <a:path w="6684644" h="7015480">
                  <a:moveTo>
                    <a:pt x="3977723" y="3990827"/>
                  </a:moveTo>
                  <a:lnTo>
                    <a:pt x="3962738" y="3964872"/>
                  </a:lnTo>
                  <a:lnTo>
                    <a:pt x="3988693" y="3949887"/>
                  </a:lnTo>
                  <a:lnTo>
                    <a:pt x="4003678" y="3975842"/>
                  </a:lnTo>
                  <a:lnTo>
                    <a:pt x="3977723" y="3990827"/>
                  </a:lnTo>
                  <a:close/>
                </a:path>
                <a:path w="6684644" h="7015480">
                  <a:moveTo>
                    <a:pt x="3903241" y="3859459"/>
                  </a:moveTo>
                  <a:lnTo>
                    <a:pt x="3889434" y="3835542"/>
                  </a:lnTo>
                  <a:lnTo>
                    <a:pt x="3913346" y="3821736"/>
                  </a:lnTo>
                  <a:lnTo>
                    <a:pt x="3927152" y="3845653"/>
                  </a:lnTo>
                  <a:lnTo>
                    <a:pt x="3903241" y="3859459"/>
                  </a:lnTo>
                  <a:close/>
                </a:path>
                <a:path w="6684644" h="7015480">
                  <a:moveTo>
                    <a:pt x="3828753" y="3728092"/>
                  </a:moveTo>
                  <a:lnTo>
                    <a:pt x="3816119" y="3706218"/>
                  </a:lnTo>
                  <a:lnTo>
                    <a:pt x="3838004" y="3693584"/>
                  </a:lnTo>
                  <a:lnTo>
                    <a:pt x="3850633" y="3715458"/>
                  </a:lnTo>
                  <a:lnTo>
                    <a:pt x="3828753" y="3728092"/>
                  </a:lnTo>
                  <a:close/>
                </a:path>
                <a:path w="6684644" h="7015480">
                  <a:moveTo>
                    <a:pt x="3754157" y="3597133"/>
                  </a:moveTo>
                  <a:lnTo>
                    <a:pt x="3742406" y="3576781"/>
                  </a:lnTo>
                  <a:lnTo>
                    <a:pt x="3762764" y="3565030"/>
                  </a:lnTo>
                  <a:lnTo>
                    <a:pt x="3774515" y="3585382"/>
                  </a:lnTo>
                  <a:lnTo>
                    <a:pt x="3754157" y="3597133"/>
                  </a:lnTo>
                  <a:close/>
                </a:path>
                <a:path w="6684644" h="7015480">
                  <a:moveTo>
                    <a:pt x="3679669" y="3465771"/>
                  </a:moveTo>
                  <a:lnTo>
                    <a:pt x="3669090" y="3447445"/>
                  </a:lnTo>
                  <a:lnTo>
                    <a:pt x="3687410" y="3436873"/>
                  </a:lnTo>
                  <a:lnTo>
                    <a:pt x="3697989" y="3455193"/>
                  </a:lnTo>
                  <a:lnTo>
                    <a:pt x="3679669" y="3465771"/>
                  </a:lnTo>
                  <a:close/>
                </a:path>
                <a:path w="6684644" h="7015480">
                  <a:moveTo>
                    <a:pt x="3605074" y="3334801"/>
                  </a:moveTo>
                  <a:lnTo>
                    <a:pt x="3595378" y="3318009"/>
                  </a:lnTo>
                  <a:lnTo>
                    <a:pt x="3612176" y="3308313"/>
                  </a:lnTo>
                  <a:lnTo>
                    <a:pt x="3621872" y="3325105"/>
                  </a:lnTo>
                  <a:lnTo>
                    <a:pt x="3605074" y="3334801"/>
                  </a:lnTo>
                  <a:close/>
                </a:path>
                <a:path w="6684644" h="7015480">
                  <a:moveTo>
                    <a:pt x="3530479" y="3203836"/>
                  </a:moveTo>
                  <a:lnTo>
                    <a:pt x="3521665" y="3188572"/>
                  </a:lnTo>
                  <a:lnTo>
                    <a:pt x="3536935" y="3179759"/>
                  </a:lnTo>
                  <a:lnTo>
                    <a:pt x="3545748" y="3195022"/>
                  </a:lnTo>
                  <a:lnTo>
                    <a:pt x="3530479" y="3203836"/>
                  </a:lnTo>
                  <a:close/>
                </a:path>
                <a:path w="6684644" h="7015480">
                  <a:moveTo>
                    <a:pt x="3455890" y="3072871"/>
                  </a:moveTo>
                  <a:lnTo>
                    <a:pt x="3447953" y="3059129"/>
                  </a:lnTo>
                  <a:lnTo>
                    <a:pt x="3461688" y="3051198"/>
                  </a:lnTo>
                  <a:lnTo>
                    <a:pt x="3469626" y="3064940"/>
                  </a:lnTo>
                  <a:lnTo>
                    <a:pt x="3455890" y="3072871"/>
                  </a:lnTo>
                  <a:close/>
                </a:path>
                <a:path w="6684644" h="7015480">
                  <a:moveTo>
                    <a:pt x="3381401" y="2941509"/>
                  </a:moveTo>
                  <a:lnTo>
                    <a:pt x="3374643" y="2929806"/>
                  </a:lnTo>
                  <a:lnTo>
                    <a:pt x="3386347" y="2923047"/>
                  </a:lnTo>
                  <a:lnTo>
                    <a:pt x="3393105" y="2934751"/>
                  </a:lnTo>
                  <a:lnTo>
                    <a:pt x="3381401" y="2941509"/>
                  </a:lnTo>
                  <a:close/>
                </a:path>
                <a:path w="6684644" h="7015480">
                  <a:moveTo>
                    <a:pt x="3306806" y="2810545"/>
                  </a:moveTo>
                  <a:lnTo>
                    <a:pt x="3300931" y="2800363"/>
                  </a:lnTo>
                  <a:lnTo>
                    <a:pt x="3311106" y="2794487"/>
                  </a:lnTo>
                  <a:lnTo>
                    <a:pt x="3316982" y="2804669"/>
                  </a:lnTo>
                  <a:lnTo>
                    <a:pt x="3306806" y="2810545"/>
                  </a:lnTo>
                  <a:close/>
                </a:path>
                <a:path w="6684644" h="7015480">
                  <a:moveTo>
                    <a:pt x="3232211" y="2679580"/>
                  </a:moveTo>
                  <a:lnTo>
                    <a:pt x="3227218" y="2670927"/>
                  </a:lnTo>
                  <a:lnTo>
                    <a:pt x="3235865" y="2665933"/>
                  </a:lnTo>
                  <a:lnTo>
                    <a:pt x="3240858" y="2674587"/>
                  </a:lnTo>
                  <a:lnTo>
                    <a:pt x="3232211" y="2679580"/>
                  </a:lnTo>
                  <a:close/>
                </a:path>
                <a:path w="6684644" h="7015480">
                  <a:moveTo>
                    <a:pt x="3157509" y="2549018"/>
                  </a:moveTo>
                  <a:lnTo>
                    <a:pt x="3153102" y="2541383"/>
                  </a:lnTo>
                  <a:lnTo>
                    <a:pt x="3160737" y="2536976"/>
                  </a:lnTo>
                  <a:lnTo>
                    <a:pt x="3165144" y="2544611"/>
                  </a:lnTo>
                  <a:lnTo>
                    <a:pt x="3157509" y="2549018"/>
                  </a:lnTo>
                  <a:close/>
                </a:path>
                <a:path w="6684644" h="7015480">
                  <a:moveTo>
                    <a:pt x="3082808" y="2418456"/>
                  </a:moveTo>
                  <a:lnTo>
                    <a:pt x="3078987" y="2411840"/>
                  </a:lnTo>
                  <a:lnTo>
                    <a:pt x="3085603" y="2408019"/>
                  </a:lnTo>
                  <a:lnTo>
                    <a:pt x="3089424" y="2414635"/>
                  </a:lnTo>
                  <a:lnTo>
                    <a:pt x="3082808" y="2418456"/>
                  </a:lnTo>
                  <a:close/>
                </a:path>
                <a:path w="6684644" h="7015480">
                  <a:moveTo>
                    <a:pt x="3008212" y="2287491"/>
                  </a:moveTo>
                  <a:lnTo>
                    <a:pt x="3005275" y="2282397"/>
                  </a:lnTo>
                  <a:lnTo>
                    <a:pt x="3010362" y="2279460"/>
                  </a:lnTo>
                  <a:lnTo>
                    <a:pt x="3013300" y="2284553"/>
                  </a:lnTo>
                  <a:lnTo>
                    <a:pt x="3008212" y="2287491"/>
                  </a:lnTo>
                  <a:close/>
                </a:path>
                <a:path w="6684644" h="7015480">
                  <a:moveTo>
                    <a:pt x="2933511" y="2156923"/>
                  </a:moveTo>
                  <a:lnTo>
                    <a:pt x="2931159" y="2152854"/>
                  </a:lnTo>
                  <a:lnTo>
                    <a:pt x="2935229" y="2150503"/>
                  </a:lnTo>
                  <a:lnTo>
                    <a:pt x="2937580" y="2154572"/>
                  </a:lnTo>
                  <a:lnTo>
                    <a:pt x="2933511" y="2156923"/>
                  </a:lnTo>
                  <a:close/>
                </a:path>
                <a:path w="6684644" h="7015480">
                  <a:moveTo>
                    <a:pt x="2858804" y="2026361"/>
                  </a:moveTo>
                  <a:lnTo>
                    <a:pt x="2857044" y="2023311"/>
                  </a:lnTo>
                  <a:lnTo>
                    <a:pt x="2860095" y="2021552"/>
                  </a:lnTo>
                  <a:lnTo>
                    <a:pt x="2861860" y="2024602"/>
                  </a:lnTo>
                  <a:lnTo>
                    <a:pt x="2858804" y="2026361"/>
                  </a:lnTo>
                  <a:close/>
                </a:path>
                <a:path w="6684644" h="7015480">
                  <a:moveTo>
                    <a:pt x="2784101" y="1895799"/>
                  </a:moveTo>
                  <a:lnTo>
                    <a:pt x="2782929" y="1893762"/>
                  </a:lnTo>
                  <a:lnTo>
                    <a:pt x="2784960" y="1892589"/>
                  </a:lnTo>
                  <a:lnTo>
                    <a:pt x="2786139" y="1894627"/>
                  </a:lnTo>
                  <a:lnTo>
                    <a:pt x="2784101" y="1895799"/>
                  </a:lnTo>
                  <a:close/>
                </a:path>
                <a:path w="6684644" h="7015480">
                  <a:moveTo>
                    <a:pt x="2710419" y="1764651"/>
                  </a:moveTo>
                  <a:lnTo>
                    <a:pt x="2709068" y="1764651"/>
                  </a:lnTo>
                  <a:lnTo>
                    <a:pt x="2708819" y="1764218"/>
                  </a:lnTo>
                  <a:lnTo>
                    <a:pt x="2710170" y="1764218"/>
                  </a:lnTo>
                  <a:lnTo>
                    <a:pt x="2710419" y="1764651"/>
                  </a:lnTo>
                  <a:close/>
                </a:path>
                <a:path w="6684644" h="7015480">
                  <a:moveTo>
                    <a:pt x="4441848" y="1458286"/>
                  </a:moveTo>
                  <a:lnTo>
                    <a:pt x="4435232" y="1458286"/>
                  </a:lnTo>
                  <a:lnTo>
                    <a:pt x="4431412" y="1445586"/>
                  </a:lnTo>
                  <a:lnTo>
                    <a:pt x="4438028" y="1445586"/>
                  </a:lnTo>
                  <a:lnTo>
                    <a:pt x="4441848" y="1458286"/>
                  </a:lnTo>
                  <a:close/>
                </a:path>
                <a:path w="6684644" h="7015480">
                  <a:moveTo>
                    <a:pt x="5642354" y="1458286"/>
                  </a:moveTo>
                  <a:lnTo>
                    <a:pt x="5636182" y="1445586"/>
                  </a:lnTo>
                  <a:lnTo>
                    <a:pt x="5653039" y="1445586"/>
                  </a:lnTo>
                  <a:lnTo>
                    <a:pt x="5642354" y="1458286"/>
                  </a:lnTo>
                  <a:close/>
                </a:path>
                <a:path w="6684644" h="7015480">
                  <a:moveTo>
                    <a:pt x="6529002" y="1470986"/>
                  </a:moveTo>
                  <a:lnTo>
                    <a:pt x="6515254" y="1470986"/>
                  </a:lnTo>
                  <a:lnTo>
                    <a:pt x="6507323" y="1458286"/>
                  </a:lnTo>
                  <a:lnTo>
                    <a:pt x="6521065" y="1445586"/>
                  </a:lnTo>
                  <a:lnTo>
                    <a:pt x="6529002" y="1470986"/>
                  </a:lnTo>
                  <a:close/>
                </a:path>
                <a:path w="6684644" h="7015480">
                  <a:moveTo>
                    <a:pt x="5317808" y="1470986"/>
                  </a:moveTo>
                  <a:lnTo>
                    <a:pt x="5302556" y="1470986"/>
                  </a:lnTo>
                  <a:lnTo>
                    <a:pt x="5312223" y="1458286"/>
                  </a:lnTo>
                  <a:lnTo>
                    <a:pt x="5317808" y="1470986"/>
                  </a:lnTo>
                  <a:close/>
                </a:path>
                <a:path w="6684644" h="7015480">
                  <a:moveTo>
                    <a:pt x="6180929" y="1496386"/>
                  </a:moveTo>
                  <a:lnTo>
                    <a:pt x="6173288" y="1483686"/>
                  </a:lnTo>
                  <a:lnTo>
                    <a:pt x="6186520" y="1470986"/>
                  </a:lnTo>
                  <a:lnTo>
                    <a:pt x="6194161" y="1483686"/>
                  </a:lnTo>
                  <a:lnTo>
                    <a:pt x="6180929" y="1496386"/>
                  </a:lnTo>
                  <a:close/>
                </a:path>
                <a:path w="6684644" h="7015480">
                  <a:moveTo>
                    <a:pt x="4973912" y="1496386"/>
                  </a:moveTo>
                  <a:lnTo>
                    <a:pt x="4968919" y="1483686"/>
                  </a:lnTo>
                  <a:lnTo>
                    <a:pt x="4982565" y="1483686"/>
                  </a:lnTo>
                  <a:lnTo>
                    <a:pt x="4973912" y="1496386"/>
                  </a:lnTo>
                  <a:close/>
                </a:path>
                <a:path w="6684644" h="7015480">
                  <a:moveTo>
                    <a:pt x="4647330" y="1509086"/>
                  </a:moveTo>
                  <a:lnTo>
                    <a:pt x="4635288" y="1509086"/>
                  </a:lnTo>
                  <a:lnTo>
                    <a:pt x="4642923" y="1496386"/>
                  </a:lnTo>
                  <a:lnTo>
                    <a:pt x="4647330" y="1509086"/>
                  </a:lnTo>
                  <a:close/>
                </a:path>
                <a:path w="6684644" h="7015480">
                  <a:moveTo>
                    <a:pt x="5858924" y="1509086"/>
                  </a:moveTo>
                  <a:lnTo>
                    <a:pt x="5846710" y="1509086"/>
                  </a:lnTo>
                  <a:lnTo>
                    <a:pt x="5839656" y="1496386"/>
                  </a:lnTo>
                  <a:lnTo>
                    <a:pt x="5851869" y="1496386"/>
                  </a:lnTo>
                  <a:lnTo>
                    <a:pt x="5858924" y="1509086"/>
                  </a:lnTo>
                  <a:close/>
                </a:path>
                <a:path w="6684644" h="7015480">
                  <a:moveTo>
                    <a:pt x="5512486" y="1534486"/>
                  </a:moveTo>
                  <a:lnTo>
                    <a:pt x="5506024" y="1521786"/>
                  </a:lnTo>
                  <a:lnTo>
                    <a:pt x="5517219" y="1509086"/>
                  </a:lnTo>
                  <a:lnTo>
                    <a:pt x="5523681" y="1521786"/>
                  </a:lnTo>
                  <a:lnTo>
                    <a:pt x="5512486" y="1534486"/>
                  </a:lnTo>
                  <a:close/>
                </a:path>
                <a:path w="6684644" h="7015480">
                  <a:moveTo>
                    <a:pt x="4312087" y="1534486"/>
                  </a:moveTo>
                  <a:lnTo>
                    <a:pt x="4305477" y="1534486"/>
                  </a:lnTo>
                  <a:lnTo>
                    <a:pt x="4301656" y="1521786"/>
                  </a:lnTo>
                  <a:lnTo>
                    <a:pt x="4308266" y="1521786"/>
                  </a:lnTo>
                  <a:lnTo>
                    <a:pt x="4312087" y="1534486"/>
                  </a:lnTo>
                  <a:close/>
                </a:path>
                <a:path w="6684644" h="7015480">
                  <a:moveTo>
                    <a:pt x="6385392" y="1547186"/>
                  </a:moveTo>
                  <a:lnTo>
                    <a:pt x="6377165" y="1534486"/>
                  </a:lnTo>
                  <a:lnTo>
                    <a:pt x="6391416" y="1521786"/>
                  </a:lnTo>
                  <a:lnTo>
                    <a:pt x="6399643" y="1534486"/>
                  </a:lnTo>
                  <a:lnTo>
                    <a:pt x="6385392" y="1547186"/>
                  </a:lnTo>
                  <a:close/>
                </a:path>
                <a:path w="6684644" h="7015480">
                  <a:moveTo>
                    <a:pt x="5188046" y="1547186"/>
                  </a:moveTo>
                  <a:lnTo>
                    <a:pt x="5178374" y="1547186"/>
                  </a:lnTo>
                  <a:lnTo>
                    <a:pt x="5172795" y="1534486"/>
                  </a:lnTo>
                  <a:lnTo>
                    <a:pt x="5182461" y="1534486"/>
                  </a:lnTo>
                  <a:lnTo>
                    <a:pt x="5188046" y="1547186"/>
                  </a:lnTo>
                  <a:close/>
                </a:path>
                <a:path w="6684644" h="7015480">
                  <a:moveTo>
                    <a:pt x="6051168" y="1572586"/>
                  </a:moveTo>
                  <a:lnTo>
                    <a:pt x="6043527" y="1559886"/>
                  </a:lnTo>
                  <a:lnTo>
                    <a:pt x="6056765" y="1547186"/>
                  </a:lnTo>
                  <a:lnTo>
                    <a:pt x="6064400" y="1559886"/>
                  </a:lnTo>
                  <a:lnTo>
                    <a:pt x="6051168" y="1572586"/>
                  </a:lnTo>
                  <a:close/>
                </a:path>
                <a:path w="6684644" h="7015480">
                  <a:moveTo>
                    <a:pt x="4844157" y="1572586"/>
                  </a:moveTo>
                  <a:lnTo>
                    <a:pt x="4839164" y="1559886"/>
                  </a:lnTo>
                  <a:lnTo>
                    <a:pt x="4852804" y="1559886"/>
                  </a:lnTo>
                  <a:lnTo>
                    <a:pt x="4844157" y="1572586"/>
                  </a:lnTo>
                  <a:close/>
                </a:path>
                <a:path w="6684644" h="7015480">
                  <a:moveTo>
                    <a:pt x="4517568" y="1585286"/>
                  </a:moveTo>
                  <a:lnTo>
                    <a:pt x="4505527" y="1585286"/>
                  </a:lnTo>
                  <a:lnTo>
                    <a:pt x="4513161" y="1572586"/>
                  </a:lnTo>
                  <a:lnTo>
                    <a:pt x="4517568" y="1585286"/>
                  </a:lnTo>
                  <a:close/>
                </a:path>
                <a:path w="6684644" h="7015480">
                  <a:moveTo>
                    <a:pt x="5729565" y="1585286"/>
                  </a:moveTo>
                  <a:lnTo>
                    <a:pt x="5716842" y="1585286"/>
                  </a:lnTo>
                  <a:lnTo>
                    <a:pt x="5709498" y="1572586"/>
                  </a:lnTo>
                  <a:lnTo>
                    <a:pt x="5722221" y="1572586"/>
                  </a:lnTo>
                  <a:lnTo>
                    <a:pt x="5729565" y="1585286"/>
                  </a:lnTo>
                  <a:close/>
                </a:path>
                <a:path w="6684644" h="7015480">
                  <a:moveTo>
                    <a:pt x="5382731" y="1610686"/>
                  </a:moveTo>
                  <a:lnTo>
                    <a:pt x="5376269" y="1597986"/>
                  </a:lnTo>
                  <a:lnTo>
                    <a:pt x="5387457" y="1585286"/>
                  </a:lnTo>
                  <a:lnTo>
                    <a:pt x="5393920" y="1597986"/>
                  </a:lnTo>
                  <a:lnTo>
                    <a:pt x="5382731" y="1610686"/>
                  </a:lnTo>
                  <a:close/>
                </a:path>
                <a:path w="6684644" h="7015480">
                  <a:moveTo>
                    <a:pt x="6605113" y="1597986"/>
                  </a:moveTo>
                  <a:lnTo>
                    <a:pt x="6589849" y="1597986"/>
                  </a:lnTo>
                  <a:lnTo>
                    <a:pt x="6581036" y="1585286"/>
                  </a:lnTo>
                  <a:lnTo>
                    <a:pt x="6596299" y="1585286"/>
                  </a:lnTo>
                  <a:lnTo>
                    <a:pt x="6605113" y="1597986"/>
                  </a:lnTo>
                  <a:close/>
                </a:path>
                <a:path w="6684644" h="7015480">
                  <a:moveTo>
                    <a:pt x="4175716" y="1610686"/>
                  </a:moveTo>
                  <a:lnTo>
                    <a:pt x="4171895" y="1597986"/>
                  </a:lnTo>
                  <a:lnTo>
                    <a:pt x="4182332" y="1597986"/>
                  </a:lnTo>
                  <a:lnTo>
                    <a:pt x="4175716" y="1610686"/>
                  </a:lnTo>
                  <a:close/>
                </a:path>
                <a:path w="6684644" h="7015480">
                  <a:moveTo>
                    <a:pt x="6255524" y="1623386"/>
                  </a:moveTo>
                  <a:lnTo>
                    <a:pt x="6247001" y="1610686"/>
                  </a:lnTo>
                  <a:lnTo>
                    <a:pt x="6261761" y="1597986"/>
                  </a:lnTo>
                  <a:lnTo>
                    <a:pt x="6270279" y="1610686"/>
                  </a:lnTo>
                  <a:lnTo>
                    <a:pt x="6255524" y="1623386"/>
                  </a:lnTo>
                  <a:close/>
                </a:path>
                <a:path w="6684644" h="7015480">
                  <a:moveTo>
                    <a:pt x="5058689" y="1623386"/>
                  </a:moveTo>
                  <a:lnTo>
                    <a:pt x="5048507" y="1623386"/>
                  </a:lnTo>
                  <a:lnTo>
                    <a:pt x="5042631" y="1610686"/>
                  </a:lnTo>
                  <a:lnTo>
                    <a:pt x="5052813" y="1610686"/>
                  </a:lnTo>
                  <a:lnTo>
                    <a:pt x="5058689" y="1623386"/>
                  </a:lnTo>
                  <a:close/>
                </a:path>
                <a:path w="6684644" h="7015480">
                  <a:moveTo>
                    <a:pt x="5921300" y="1648786"/>
                  </a:moveTo>
                  <a:lnTo>
                    <a:pt x="5913368" y="1623386"/>
                  </a:lnTo>
                  <a:lnTo>
                    <a:pt x="5927110" y="1623386"/>
                  </a:lnTo>
                  <a:lnTo>
                    <a:pt x="5935047" y="1636086"/>
                  </a:lnTo>
                  <a:lnTo>
                    <a:pt x="5921300" y="1648786"/>
                  </a:lnTo>
                  <a:close/>
                </a:path>
                <a:path w="6684644" h="7015480">
                  <a:moveTo>
                    <a:pt x="4714397" y="1648786"/>
                  </a:moveTo>
                  <a:lnTo>
                    <a:pt x="4709404" y="1636086"/>
                  </a:lnTo>
                  <a:lnTo>
                    <a:pt x="4723044" y="1636086"/>
                  </a:lnTo>
                  <a:lnTo>
                    <a:pt x="4714397" y="1648786"/>
                  </a:lnTo>
                  <a:close/>
                </a:path>
                <a:path w="6684644" h="7015480">
                  <a:moveTo>
                    <a:pt x="5587081" y="1661486"/>
                  </a:moveTo>
                  <a:lnTo>
                    <a:pt x="5579736" y="1648786"/>
                  </a:lnTo>
                  <a:lnTo>
                    <a:pt x="5592459" y="1636086"/>
                  </a:lnTo>
                  <a:lnTo>
                    <a:pt x="5599804" y="1648786"/>
                  </a:lnTo>
                  <a:lnTo>
                    <a:pt x="5587081" y="1661486"/>
                  </a:lnTo>
                  <a:close/>
                </a:path>
                <a:path w="6684644" h="7015480">
                  <a:moveTo>
                    <a:pt x="4387814" y="1661486"/>
                  </a:moveTo>
                  <a:lnTo>
                    <a:pt x="4375765" y="1661486"/>
                  </a:lnTo>
                  <a:lnTo>
                    <a:pt x="4383406" y="1648786"/>
                  </a:lnTo>
                  <a:lnTo>
                    <a:pt x="4387814" y="1661486"/>
                  </a:lnTo>
                  <a:close/>
                </a:path>
                <a:path w="6684644" h="7015480">
                  <a:moveTo>
                    <a:pt x="6475760" y="1674186"/>
                  </a:moveTo>
                  <a:lnTo>
                    <a:pt x="6459987" y="1674186"/>
                  </a:lnTo>
                  <a:lnTo>
                    <a:pt x="6450878" y="1661486"/>
                  </a:lnTo>
                  <a:lnTo>
                    <a:pt x="6466651" y="1648786"/>
                  </a:lnTo>
                  <a:lnTo>
                    <a:pt x="6475760" y="1674186"/>
                  </a:lnTo>
                  <a:close/>
                </a:path>
                <a:path w="6684644" h="7015480">
                  <a:moveTo>
                    <a:pt x="5252856" y="1686886"/>
                  </a:moveTo>
                  <a:lnTo>
                    <a:pt x="5246098" y="1674186"/>
                  </a:lnTo>
                  <a:lnTo>
                    <a:pt x="5257808" y="1661486"/>
                  </a:lnTo>
                  <a:lnTo>
                    <a:pt x="5264566" y="1674186"/>
                  </a:lnTo>
                  <a:lnTo>
                    <a:pt x="5252856" y="1686886"/>
                  </a:lnTo>
                  <a:close/>
                </a:path>
                <a:path w="6684644" h="7015480">
                  <a:moveTo>
                    <a:pt x="4045955" y="1686886"/>
                  </a:moveTo>
                  <a:lnTo>
                    <a:pt x="4042135" y="1674186"/>
                  </a:lnTo>
                  <a:lnTo>
                    <a:pt x="4052571" y="1674186"/>
                  </a:lnTo>
                  <a:lnTo>
                    <a:pt x="4045955" y="1686886"/>
                  </a:lnTo>
                  <a:close/>
                </a:path>
                <a:path w="6684644" h="7015480">
                  <a:moveTo>
                    <a:pt x="6125769" y="1699586"/>
                  </a:moveTo>
                  <a:lnTo>
                    <a:pt x="6117246" y="1686886"/>
                  </a:lnTo>
                  <a:lnTo>
                    <a:pt x="6132007" y="1674186"/>
                  </a:lnTo>
                  <a:lnTo>
                    <a:pt x="6140524" y="1686886"/>
                  </a:lnTo>
                  <a:lnTo>
                    <a:pt x="6125769" y="1699586"/>
                  </a:lnTo>
                  <a:close/>
                </a:path>
                <a:path w="6684644" h="7015480">
                  <a:moveTo>
                    <a:pt x="4928928" y="1699586"/>
                  </a:moveTo>
                  <a:lnTo>
                    <a:pt x="4918752" y="1699586"/>
                  </a:lnTo>
                  <a:lnTo>
                    <a:pt x="4912876" y="1686886"/>
                  </a:lnTo>
                  <a:lnTo>
                    <a:pt x="4923052" y="1686886"/>
                  </a:lnTo>
                  <a:lnTo>
                    <a:pt x="4928928" y="1699586"/>
                  </a:lnTo>
                  <a:close/>
                </a:path>
                <a:path w="6684644" h="7015480">
                  <a:moveTo>
                    <a:pt x="4584635" y="1724986"/>
                  </a:moveTo>
                  <a:lnTo>
                    <a:pt x="4579642" y="1712286"/>
                  </a:lnTo>
                  <a:lnTo>
                    <a:pt x="4588290" y="1699586"/>
                  </a:lnTo>
                  <a:lnTo>
                    <a:pt x="4593289" y="1712286"/>
                  </a:lnTo>
                  <a:lnTo>
                    <a:pt x="4584635" y="1724986"/>
                  </a:lnTo>
                  <a:close/>
                </a:path>
                <a:path w="6684644" h="7015480">
                  <a:moveTo>
                    <a:pt x="5805683" y="1712286"/>
                  </a:moveTo>
                  <a:lnTo>
                    <a:pt x="5791438" y="1712286"/>
                  </a:lnTo>
                  <a:lnTo>
                    <a:pt x="5783211" y="1699586"/>
                  </a:lnTo>
                  <a:lnTo>
                    <a:pt x="5797456" y="1699586"/>
                  </a:lnTo>
                  <a:lnTo>
                    <a:pt x="5805683" y="1712286"/>
                  </a:lnTo>
                  <a:close/>
                </a:path>
                <a:path w="6684644" h="7015480">
                  <a:moveTo>
                    <a:pt x="5457213" y="1737686"/>
                  </a:moveTo>
                  <a:lnTo>
                    <a:pt x="5449573" y="1724986"/>
                  </a:lnTo>
                  <a:lnTo>
                    <a:pt x="5462810" y="1712286"/>
                  </a:lnTo>
                  <a:lnTo>
                    <a:pt x="5470445" y="1724986"/>
                  </a:lnTo>
                  <a:lnTo>
                    <a:pt x="5457213" y="1737686"/>
                  </a:lnTo>
                  <a:close/>
                </a:path>
                <a:path w="6684644" h="7015480">
                  <a:moveTo>
                    <a:pt x="6664450" y="1737686"/>
                  </a:moveTo>
                  <a:lnTo>
                    <a:pt x="6654754" y="1712286"/>
                  </a:lnTo>
                  <a:lnTo>
                    <a:pt x="6671540" y="1712286"/>
                  </a:lnTo>
                  <a:lnTo>
                    <a:pt x="6681236" y="1724986"/>
                  </a:lnTo>
                  <a:lnTo>
                    <a:pt x="6664450" y="1737686"/>
                  </a:lnTo>
                  <a:close/>
                </a:path>
                <a:path w="6684644" h="7015480">
                  <a:moveTo>
                    <a:pt x="4258052" y="1737686"/>
                  </a:moveTo>
                  <a:lnTo>
                    <a:pt x="4250418" y="1737686"/>
                  </a:lnTo>
                  <a:lnTo>
                    <a:pt x="4246011" y="1724986"/>
                  </a:lnTo>
                  <a:lnTo>
                    <a:pt x="4253645" y="1724986"/>
                  </a:lnTo>
                  <a:lnTo>
                    <a:pt x="4258052" y="1737686"/>
                  </a:lnTo>
                  <a:close/>
                </a:path>
                <a:path w="6684644" h="7015480">
                  <a:moveTo>
                    <a:pt x="6346402" y="1750386"/>
                  </a:moveTo>
                  <a:lnTo>
                    <a:pt x="6330120" y="1750386"/>
                  </a:lnTo>
                  <a:lnTo>
                    <a:pt x="6320720" y="1737686"/>
                  </a:lnTo>
                  <a:lnTo>
                    <a:pt x="6337002" y="1724986"/>
                  </a:lnTo>
                  <a:lnTo>
                    <a:pt x="6346402" y="1750386"/>
                  </a:lnTo>
                  <a:close/>
                </a:path>
                <a:path w="6684644" h="7015480">
                  <a:moveTo>
                    <a:pt x="5134806" y="1750386"/>
                  </a:moveTo>
                  <a:lnTo>
                    <a:pt x="5116344" y="1750386"/>
                  </a:lnTo>
                  <a:lnTo>
                    <a:pt x="5128048" y="1737686"/>
                  </a:lnTo>
                  <a:lnTo>
                    <a:pt x="5134806" y="1750386"/>
                  </a:lnTo>
                  <a:close/>
                </a:path>
                <a:path w="6684644" h="7015480">
                  <a:moveTo>
                    <a:pt x="3916195" y="1763086"/>
                  </a:moveTo>
                  <a:lnTo>
                    <a:pt x="3912374" y="1750386"/>
                  </a:lnTo>
                  <a:lnTo>
                    <a:pt x="3922816" y="1750386"/>
                  </a:lnTo>
                  <a:lnTo>
                    <a:pt x="3916195" y="1763086"/>
                  </a:lnTo>
                  <a:close/>
                </a:path>
                <a:path w="6684644" h="7015480">
                  <a:moveTo>
                    <a:pt x="5995894" y="1775786"/>
                  </a:moveTo>
                  <a:lnTo>
                    <a:pt x="5987081" y="1763086"/>
                  </a:lnTo>
                  <a:lnTo>
                    <a:pt x="6002344" y="1750386"/>
                  </a:lnTo>
                  <a:lnTo>
                    <a:pt x="6011158" y="1763086"/>
                  </a:lnTo>
                  <a:lnTo>
                    <a:pt x="5995894" y="1775786"/>
                  </a:lnTo>
                  <a:close/>
                </a:path>
                <a:path w="6684644" h="7015480">
                  <a:moveTo>
                    <a:pt x="4799168" y="1775786"/>
                  </a:moveTo>
                  <a:lnTo>
                    <a:pt x="4788992" y="1775786"/>
                  </a:lnTo>
                  <a:lnTo>
                    <a:pt x="4783116" y="1763086"/>
                  </a:lnTo>
                  <a:lnTo>
                    <a:pt x="4793292" y="1763086"/>
                  </a:lnTo>
                  <a:lnTo>
                    <a:pt x="4799168" y="1775786"/>
                  </a:lnTo>
                  <a:close/>
                </a:path>
                <a:path w="6684644" h="7015480">
                  <a:moveTo>
                    <a:pt x="4463534" y="1788486"/>
                  </a:moveTo>
                  <a:lnTo>
                    <a:pt x="4449881" y="1788486"/>
                  </a:lnTo>
                  <a:lnTo>
                    <a:pt x="4458534" y="1775786"/>
                  </a:lnTo>
                  <a:lnTo>
                    <a:pt x="4463534" y="1788486"/>
                  </a:lnTo>
                  <a:close/>
                </a:path>
                <a:path w="6684644" h="7015480">
                  <a:moveTo>
                    <a:pt x="5675927" y="1788486"/>
                  </a:moveTo>
                  <a:lnTo>
                    <a:pt x="5661676" y="1788486"/>
                  </a:lnTo>
                  <a:lnTo>
                    <a:pt x="5653450" y="1775786"/>
                  </a:lnTo>
                  <a:lnTo>
                    <a:pt x="5667700" y="1775786"/>
                  </a:lnTo>
                  <a:lnTo>
                    <a:pt x="5675927" y="1788486"/>
                  </a:lnTo>
                  <a:close/>
                </a:path>
                <a:path w="6684644" h="7015480">
                  <a:moveTo>
                    <a:pt x="5327457" y="1813886"/>
                  </a:moveTo>
                  <a:lnTo>
                    <a:pt x="5319817" y="1801186"/>
                  </a:lnTo>
                  <a:lnTo>
                    <a:pt x="5333049" y="1788486"/>
                  </a:lnTo>
                  <a:lnTo>
                    <a:pt x="5340683" y="1801186"/>
                  </a:lnTo>
                  <a:lnTo>
                    <a:pt x="5327457" y="1813886"/>
                  </a:lnTo>
                  <a:close/>
                </a:path>
                <a:path w="6684644" h="7015480">
                  <a:moveTo>
                    <a:pt x="6534475" y="1813886"/>
                  </a:moveTo>
                  <a:lnTo>
                    <a:pt x="6524193" y="1788486"/>
                  </a:lnTo>
                  <a:lnTo>
                    <a:pt x="6542004" y="1788486"/>
                  </a:lnTo>
                  <a:lnTo>
                    <a:pt x="6552286" y="1801186"/>
                  </a:lnTo>
                  <a:lnTo>
                    <a:pt x="6534475" y="1813886"/>
                  </a:lnTo>
                  <a:close/>
                </a:path>
                <a:path w="6684644" h="7015480">
                  <a:moveTo>
                    <a:pt x="4128292" y="1813886"/>
                  </a:moveTo>
                  <a:lnTo>
                    <a:pt x="4120663" y="1813886"/>
                  </a:lnTo>
                  <a:lnTo>
                    <a:pt x="4116256" y="1801186"/>
                  </a:lnTo>
                  <a:lnTo>
                    <a:pt x="4123885" y="1801186"/>
                  </a:lnTo>
                  <a:lnTo>
                    <a:pt x="4128292" y="1813886"/>
                  </a:lnTo>
                  <a:close/>
                </a:path>
                <a:path w="6684644" h="7015480">
                  <a:moveTo>
                    <a:pt x="6217044" y="1826586"/>
                  </a:moveTo>
                  <a:lnTo>
                    <a:pt x="6200252" y="1826586"/>
                  </a:lnTo>
                  <a:lnTo>
                    <a:pt x="6190556" y="1813886"/>
                  </a:lnTo>
                  <a:lnTo>
                    <a:pt x="6207347" y="1801186"/>
                  </a:lnTo>
                  <a:lnTo>
                    <a:pt x="6217044" y="1826586"/>
                  </a:lnTo>
                  <a:close/>
                </a:path>
                <a:path w="6684644" h="7015480">
                  <a:moveTo>
                    <a:pt x="5005448" y="1826586"/>
                  </a:moveTo>
                  <a:lnTo>
                    <a:pt x="4993234" y="1826586"/>
                  </a:lnTo>
                  <a:lnTo>
                    <a:pt x="4986186" y="1813886"/>
                  </a:lnTo>
                  <a:lnTo>
                    <a:pt x="4998399" y="1813886"/>
                  </a:lnTo>
                  <a:lnTo>
                    <a:pt x="5005448" y="1826586"/>
                  </a:lnTo>
                  <a:close/>
                </a:path>
                <a:path w="6684644" h="7015480">
                  <a:moveTo>
                    <a:pt x="5866033" y="1851986"/>
                  </a:moveTo>
                  <a:lnTo>
                    <a:pt x="5856923" y="1839286"/>
                  </a:lnTo>
                  <a:lnTo>
                    <a:pt x="5872696" y="1826586"/>
                  </a:lnTo>
                  <a:lnTo>
                    <a:pt x="5881806" y="1839286"/>
                  </a:lnTo>
                  <a:lnTo>
                    <a:pt x="5866033" y="1851986"/>
                  </a:lnTo>
                  <a:close/>
                </a:path>
                <a:path w="6684644" h="7015480">
                  <a:moveTo>
                    <a:pt x="4659231" y="1851986"/>
                  </a:moveTo>
                  <a:lnTo>
                    <a:pt x="4653355" y="1839286"/>
                  </a:lnTo>
                  <a:lnTo>
                    <a:pt x="4669406" y="1839286"/>
                  </a:lnTo>
                  <a:lnTo>
                    <a:pt x="4659231" y="1851986"/>
                  </a:lnTo>
                  <a:close/>
                </a:path>
                <a:path w="6684644" h="7015480">
                  <a:moveTo>
                    <a:pt x="5546569" y="1864686"/>
                  </a:moveTo>
                  <a:lnTo>
                    <a:pt x="5531815" y="1864686"/>
                  </a:lnTo>
                  <a:lnTo>
                    <a:pt x="5523291" y="1851986"/>
                  </a:lnTo>
                  <a:lnTo>
                    <a:pt x="5538052" y="1839286"/>
                  </a:lnTo>
                  <a:lnTo>
                    <a:pt x="5546569" y="1864686"/>
                  </a:lnTo>
                  <a:close/>
                </a:path>
                <a:path w="6684644" h="7015480">
                  <a:moveTo>
                    <a:pt x="4333773" y="1864686"/>
                  </a:moveTo>
                  <a:lnTo>
                    <a:pt x="4320120" y="1864686"/>
                  </a:lnTo>
                  <a:lnTo>
                    <a:pt x="4328774" y="1851986"/>
                  </a:lnTo>
                  <a:lnTo>
                    <a:pt x="4333773" y="1864686"/>
                  </a:lnTo>
                  <a:close/>
                </a:path>
                <a:path w="6684644" h="7015480">
                  <a:moveTo>
                    <a:pt x="6404715" y="1890086"/>
                  </a:moveTo>
                  <a:lnTo>
                    <a:pt x="6394432" y="1864686"/>
                  </a:lnTo>
                  <a:lnTo>
                    <a:pt x="6412243" y="1851986"/>
                  </a:lnTo>
                  <a:lnTo>
                    <a:pt x="6422526" y="1877386"/>
                  </a:lnTo>
                  <a:lnTo>
                    <a:pt x="6404715" y="1890086"/>
                  </a:lnTo>
                  <a:close/>
                </a:path>
                <a:path w="6684644" h="7015480">
                  <a:moveTo>
                    <a:pt x="5197590" y="1890086"/>
                  </a:moveTo>
                  <a:lnTo>
                    <a:pt x="5189660" y="1877386"/>
                  </a:lnTo>
                  <a:lnTo>
                    <a:pt x="5203401" y="1864686"/>
                  </a:lnTo>
                  <a:lnTo>
                    <a:pt x="5211332" y="1877386"/>
                  </a:lnTo>
                  <a:lnTo>
                    <a:pt x="5197590" y="1890086"/>
                  </a:lnTo>
                  <a:close/>
                </a:path>
                <a:path w="6684644" h="7015480">
                  <a:moveTo>
                    <a:pt x="3998531" y="1890086"/>
                  </a:moveTo>
                  <a:lnTo>
                    <a:pt x="3990902" y="1890086"/>
                  </a:lnTo>
                  <a:lnTo>
                    <a:pt x="3986495" y="1877386"/>
                  </a:lnTo>
                  <a:lnTo>
                    <a:pt x="3994124" y="1877386"/>
                  </a:lnTo>
                  <a:lnTo>
                    <a:pt x="3998531" y="1890086"/>
                  </a:lnTo>
                  <a:close/>
                </a:path>
                <a:path w="6684644" h="7015480">
                  <a:moveTo>
                    <a:pt x="6070382" y="1902786"/>
                  </a:moveTo>
                  <a:lnTo>
                    <a:pt x="6060396" y="1890086"/>
                  </a:lnTo>
                  <a:lnTo>
                    <a:pt x="6077697" y="1877386"/>
                  </a:lnTo>
                  <a:lnTo>
                    <a:pt x="6087689" y="1890086"/>
                  </a:lnTo>
                  <a:lnTo>
                    <a:pt x="6070382" y="1902786"/>
                  </a:lnTo>
                  <a:close/>
                </a:path>
                <a:path w="6684644" h="7015480">
                  <a:moveTo>
                    <a:pt x="4875688" y="1902786"/>
                  </a:moveTo>
                  <a:lnTo>
                    <a:pt x="4863480" y="1902786"/>
                  </a:lnTo>
                  <a:lnTo>
                    <a:pt x="4856431" y="1890086"/>
                  </a:lnTo>
                  <a:lnTo>
                    <a:pt x="4868639" y="1890086"/>
                  </a:lnTo>
                  <a:lnTo>
                    <a:pt x="4875688" y="1902786"/>
                  </a:lnTo>
                  <a:close/>
                </a:path>
                <a:path w="6684644" h="7015480">
                  <a:moveTo>
                    <a:pt x="5736165" y="1928186"/>
                  </a:moveTo>
                  <a:lnTo>
                    <a:pt x="5726765" y="1902786"/>
                  </a:lnTo>
                  <a:lnTo>
                    <a:pt x="5743047" y="1902786"/>
                  </a:lnTo>
                  <a:lnTo>
                    <a:pt x="5752447" y="1915486"/>
                  </a:lnTo>
                  <a:lnTo>
                    <a:pt x="5736165" y="1928186"/>
                  </a:lnTo>
                  <a:close/>
                </a:path>
                <a:path w="6684644" h="7015480">
                  <a:moveTo>
                    <a:pt x="4529469" y="1928186"/>
                  </a:moveTo>
                  <a:lnTo>
                    <a:pt x="4523593" y="1915486"/>
                  </a:lnTo>
                  <a:lnTo>
                    <a:pt x="4539651" y="1915486"/>
                  </a:lnTo>
                  <a:lnTo>
                    <a:pt x="4529469" y="1928186"/>
                  </a:lnTo>
                  <a:close/>
                </a:path>
                <a:path w="6684644" h="7015480">
                  <a:moveTo>
                    <a:pt x="5416807" y="1940886"/>
                  </a:moveTo>
                  <a:lnTo>
                    <a:pt x="5402053" y="1940886"/>
                  </a:lnTo>
                  <a:lnTo>
                    <a:pt x="5393530" y="1928186"/>
                  </a:lnTo>
                  <a:lnTo>
                    <a:pt x="5408290" y="1915486"/>
                  </a:lnTo>
                  <a:lnTo>
                    <a:pt x="5416807" y="1940886"/>
                  </a:lnTo>
                  <a:close/>
                </a:path>
                <a:path w="6684644" h="7015480">
                  <a:moveTo>
                    <a:pt x="6609171" y="1940886"/>
                  </a:moveTo>
                  <a:lnTo>
                    <a:pt x="6598303" y="1928186"/>
                  </a:lnTo>
                  <a:lnTo>
                    <a:pt x="6617132" y="1915486"/>
                  </a:lnTo>
                  <a:lnTo>
                    <a:pt x="6628001" y="1928186"/>
                  </a:lnTo>
                  <a:lnTo>
                    <a:pt x="6609171" y="1940886"/>
                  </a:lnTo>
                  <a:close/>
                </a:path>
                <a:path w="6684644" h="7015480">
                  <a:moveTo>
                    <a:pt x="4204012" y="1940886"/>
                  </a:moveTo>
                  <a:lnTo>
                    <a:pt x="4190365" y="1940886"/>
                  </a:lnTo>
                  <a:lnTo>
                    <a:pt x="4199013" y="1928186"/>
                  </a:lnTo>
                  <a:lnTo>
                    <a:pt x="4204012" y="1940886"/>
                  </a:lnTo>
                  <a:close/>
                </a:path>
                <a:path w="6684644" h="7015480">
                  <a:moveTo>
                    <a:pt x="6274847" y="1966286"/>
                  </a:moveTo>
                  <a:lnTo>
                    <a:pt x="6264268" y="1940886"/>
                  </a:lnTo>
                  <a:lnTo>
                    <a:pt x="6282588" y="1928186"/>
                  </a:lnTo>
                  <a:lnTo>
                    <a:pt x="6293167" y="1953586"/>
                  </a:lnTo>
                  <a:lnTo>
                    <a:pt x="6274847" y="1966286"/>
                  </a:lnTo>
                  <a:close/>
                </a:path>
                <a:path w="6684644" h="7015480">
                  <a:moveTo>
                    <a:pt x="5067835" y="1966286"/>
                  </a:moveTo>
                  <a:lnTo>
                    <a:pt x="5059905" y="1953586"/>
                  </a:lnTo>
                  <a:lnTo>
                    <a:pt x="5073641" y="1940886"/>
                  </a:lnTo>
                  <a:lnTo>
                    <a:pt x="5081571" y="1953586"/>
                  </a:lnTo>
                  <a:lnTo>
                    <a:pt x="5067835" y="1966286"/>
                  </a:lnTo>
                  <a:close/>
                </a:path>
                <a:path w="6684644" h="7015480">
                  <a:moveTo>
                    <a:pt x="3861141" y="1966286"/>
                  </a:moveTo>
                  <a:lnTo>
                    <a:pt x="3856734" y="1953586"/>
                  </a:lnTo>
                  <a:lnTo>
                    <a:pt x="3868775" y="1953586"/>
                  </a:lnTo>
                  <a:lnTo>
                    <a:pt x="3861141" y="1966286"/>
                  </a:lnTo>
                  <a:close/>
                </a:path>
                <a:path w="6684644" h="7015480">
                  <a:moveTo>
                    <a:pt x="5940521" y="1978986"/>
                  </a:moveTo>
                  <a:lnTo>
                    <a:pt x="5930239" y="1966286"/>
                  </a:lnTo>
                  <a:lnTo>
                    <a:pt x="5948049" y="1953586"/>
                  </a:lnTo>
                  <a:lnTo>
                    <a:pt x="5958332" y="1966286"/>
                  </a:lnTo>
                  <a:lnTo>
                    <a:pt x="5940521" y="1978986"/>
                  </a:lnTo>
                  <a:close/>
                </a:path>
                <a:path w="6684644" h="7015480">
                  <a:moveTo>
                    <a:pt x="4745932" y="1978986"/>
                  </a:moveTo>
                  <a:lnTo>
                    <a:pt x="4733719" y="1978986"/>
                  </a:lnTo>
                  <a:lnTo>
                    <a:pt x="4726670" y="1966286"/>
                  </a:lnTo>
                  <a:lnTo>
                    <a:pt x="4738884" y="1966286"/>
                  </a:lnTo>
                  <a:lnTo>
                    <a:pt x="4745932" y="1978986"/>
                  </a:lnTo>
                  <a:close/>
                </a:path>
                <a:path w="6684644" h="7015480">
                  <a:moveTo>
                    <a:pt x="4399715" y="2004386"/>
                  </a:moveTo>
                  <a:lnTo>
                    <a:pt x="4393839" y="1991686"/>
                  </a:lnTo>
                  <a:lnTo>
                    <a:pt x="4404015" y="1978986"/>
                  </a:lnTo>
                  <a:lnTo>
                    <a:pt x="4409890" y="1991686"/>
                  </a:lnTo>
                  <a:lnTo>
                    <a:pt x="4399715" y="2004386"/>
                  </a:lnTo>
                  <a:close/>
                </a:path>
                <a:path w="6684644" h="7015480">
                  <a:moveTo>
                    <a:pt x="5606410" y="2004386"/>
                  </a:moveTo>
                  <a:lnTo>
                    <a:pt x="5597004" y="1978986"/>
                  </a:lnTo>
                  <a:lnTo>
                    <a:pt x="5613287" y="1978986"/>
                  </a:lnTo>
                  <a:lnTo>
                    <a:pt x="5622687" y="1991686"/>
                  </a:lnTo>
                  <a:lnTo>
                    <a:pt x="5606410" y="2004386"/>
                  </a:lnTo>
                  <a:close/>
                </a:path>
                <a:path w="6684644" h="7015480">
                  <a:moveTo>
                    <a:pt x="5272292" y="2017086"/>
                  </a:moveTo>
                  <a:lnTo>
                    <a:pt x="5263769" y="2004386"/>
                  </a:lnTo>
                  <a:lnTo>
                    <a:pt x="5278529" y="1991686"/>
                  </a:lnTo>
                  <a:lnTo>
                    <a:pt x="5287047" y="2004386"/>
                  </a:lnTo>
                  <a:lnTo>
                    <a:pt x="5272292" y="2017086"/>
                  </a:lnTo>
                  <a:close/>
                </a:path>
                <a:path w="6684644" h="7015480">
                  <a:moveTo>
                    <a:pt x="6479197" y="2017086"/>
                  </a:moveTo>
                  <a:lnTo>
                    <a:pt x="6467742" y="1991686"/>
                  </a:lnTo>
                  <a:lnTo>
                    <a:pt x="6487584" y="1991686"/>
                  </a:lnTo>
                  <a:lnTo>
                    <a:pt x="6499045" y="2004386"/>
                  </a:lnTo>
                  <a:lnTo>
                    <a:pt x="6479197" y="2017086"/>
                  </a:lnTo>
                  <a:close/>
                </a:path>
                <a:path w="6684644" h="7015480">
                  <a:moveTo>
                    <a:pt x="4074251" y="2017086"/>
                  </a:moveTo>
                  <a:lnTo>
                    <a:pt x="4065604" y="2017086"/>
                  </a:lnTo>
                  <a:lnTo>
                    <a:pt x="4060604" y="2004386"/>
                  </a:lnTo>
                  <a:lnTo>
                    <a:pt x="4069258" y="2004386"/>
                  </a:lnTo>
                  <a:lnTo>
                    <a:pt x="4074251" y="2017086"/>
                  </a:lnTo>
                  <a:close/>
                </a:path>
                <a:path w="6684644" h="7015480">
                  <a:moveTo>
                    <a:pt x="6144978" y="2042486"/>
                  </a:moveTo>
                  <a:lnTo>
                    <a:pt x="6134109" y="2017086"/>
                  </a:lnTo>
                  <a:lnTo>
                    <a:pt x="6152939" y="2004386"/>
                  </a:lnTo>
                  <a:lnTo>
                    <a:pt x="6163807" y="2029786"/>
                  </a:lnTo>
                  <a:lnTo>
                    <a:pt x="6144978" y="2042486"/>
                  </a:lnTo>
                  <a:close/>
                </a:path>
                <a:path w="6684644" h="7015480">
                  <a:moveTo>
                    <a:pt x="4938075" y="2042486"/>
                  </a:moveTo>
                  <a:lnTo>
                    <a:pt x="4930145" y="2029786"/>
                  </a:lnTo>
                  <a:lnTo>
                    <a:pt x="4943880" y="2017086"/>
                  </a:lnTo>
                  <a:lnTo>
                    <a:pt x="4951811" y="2029786"/>
                  </a:lnTo>
                  <a:lnTo>
                    <a:pt x="4938075" y="2042486"/>
                  </a:lnTo>
                  <a:close/>
                </a:path>
                <a:path w="6684644" h="7015480">
                  <a:moveTo>
                    <a:pt x="5810760" y="2055186"/>
                  </a:moveTo>
                  <a:lnTo>
                    <a:pt x="5800477" y="2042486"/>
                  </a:lnTo>
                  <a:lnTo>
                    <a:pt x="5818288" y="2029786"/>
                  </a:lnTo>
                  <a:lnTo>
                    <a:pt x="5828571" y="2042486"/>
                  </a:lnTo>
                  <a:lnTo>
                    <a:pt x="5810760" y="2055186"/>
                  </a:lnTo>
                  <a:close/>
                </a:path>
                <a:path w="6684644" h="7015480">
                  <a:moveTo>
                    <a:pt x="4616171" y="2055186"/>
                  </a:moveTo>
                  <a:lnTo>
                    <a:pt x="4603957" y="2055186"/>
                  </a:lnTo>
                  <a:lnTo>
                    <a:pt x="4596908" y="2042486"/>
                  </a:lnTo>
                  <a:lnTo>
                    <a:pt x="4609122" y="2042486"/>
                  </a:lnTo>
                  <a:lnTo>
                    <a:pt x="4616171" y="2055186"/>
                  </a:lnTo>
                  <a:close/>
                </a:path>
                <a:path w="6684644" h="7015480">
                  <a:moveTo>
                    <a:pt x="5476536" y="2080586"/>
                  </a:moveTo>
                  <a:lnTo>
                    <a:pt x="5466839" y="2055186"/>
                  </a:lnTo>
                  <a:lnTo>
                    <a:pt x="5483637" y="2042486"/>
                  </a:lnTo>
                  <a:lnTo>
                    <a:pt x="5493327" y="2067886"/>
                  </a:lnTo>
                  <a:lnTo>
                    <a:pt x="5476536" y="2080586"/>
                  </a:lnTo>
                  <a:close/>
                </a:path>
                <a:path w="6684644" h="7015480">
                  <a:moveTo>
                    <a:pt x="6684595" y="2067886"/>
                  </a:moveTo>
                  <a:lnTo>
                    <a:pt x="6683660" y="2067886"/>
                  </a:lnTo>
                  <a:lnTo>
                    <a:pt x="6671618" y="2055186"/>
                  </a:lnTo>
                  <a:lnTo>
                    <a:pt x="6684595" y="2042486"/>
                  </a:lnTo>
                  <a:lnTo>
                    <a:pt x="6684595" y="2067886"/>
                  </a:lnTo>
                  <a:close/>
                </a:path>
                <a:path w="6684644" h="7015480">
                  <a:moveTo>
                    <a:pt x="4269953" y="2080586"/>
                  </a:moveTo>
                  <a:lnTo>
                    <a:pt x="4264078" y="2067886"/>
                  </a:lnTo>
                  <a:lnTo>
                    <a:pt x="4274253" y="2055186"/>
                  </a:lnTo>
                  <a:lnTo>
                    <a:pt x="4280129" y="2067886"/>
                  </a:lnTo>
                  <a:lnTo>
                    <a:pt x="4269953" y="2080586"/>
                  </a:lnTo>
                  <a:close/>
                </a:path>
                <a:path w="6684644" h="7015480">
                  <a:moveTo>
                    <a:pt x="6349335" y="2093286"/>
                  </a:moveTo>
                  <a:lnTo>
                    <a:pt x="6337584" y="2067886"/>
                  </a:lnTo>
                  <a:lnTo>
                    <a:pt x="6357936" y="2055186"/>
                  </a:lnTo>
                  <a:lnTo>
                    <a:pt x="6369687" y="2080586"/>
                  </a:lnTo>
                  <a:lnTo>
                    <a:pt x="6349335" y="2093286"/>
                  </a:lnTo>
                  <a:close/>
                </a:path>
                <a:path w="6684644" h="7015480">
                  <a:moveTo>
                    <a:pt x="5142431" y="2093286"/>
                  </a:moveTo>
                  <a:lnTo>
                    <a:pt x="5133617" y="2080586"/>
                  </a:lnTo>
                  <a:lnTo>
                    <a:pt x="5148881" y="2067886"/>
                  </a:lnTo>
                  <a:lnTo>
                    <a:pt x="5157694" y="2080586"/>
                  </a:lnTo>
                  <a:lnTo>
                    <a:pt x="5142431" y="2093286"/>
                  </a:lnTo>
                  <a:close/>
                </a:path>
                <a:path w="6684644" h="7015480">
                  <a:moveTo>
                    <a:pt x="3944496" y="2093286"/>
                  </a:moveTo>
                  <a:lnTo>
                    <a:pt x="3935842" y="2093286"/>
                  </a:lnTo>
                  <a:lnTo>
                    <a:pt x="3930850" y="2080586"/>
                  </a:lnTo>
                  <a:lnTo>
                    <a:pt x="3939503" y="2080586"/>
                  </a:lnTo>
                  <a:lnTo>
                    <a:pt x="3944496" y="2093286"/>
                  </a:lnTo>
                  <a:close/>
                </a:path>
                <a:path w="6684644" h="7015480">
                  <a:moveTo>
                    <a:pt x="6034449" y="2105986"/>
                  </a:moveTo>
                  <a:lnTo>
                    <a:pt x="6015116" y="2105986"/>
                  </a:lnTo>
                  <a:lnTo>
                    <a:pt x="6003952" y="2093286"/>
                  </a:lnTo>
                  <a:lnTo>
                    <a:pt x="6023284" y="2080586"/>
                  </a:lnTo>
                  <a:lnTo>
                    <a:pt x="6034449" y="2105986"/>
                  </a:lnTo>
                  <a:close/>
                </a:path>
                <a:path w="6684644" h="7015480">
                  <a:moveTo>
                    <a:pt x="4808314" y="2118686"/>
                  </a:moveTo>
                  <a:lnTo>
                    <a:pt x="4800383" y="2093286"/>
                  </a:lnTo>
                  <a:lnTo>
                    <a:pt x="4814119" y="2093286"/>
                  </a:lnTo>
                  <a:lnTo>
                    <a:pt x="4822050" y="2105986"/>
                  </a:lnTo>
                  <a:lnTo>
                    <a:pt x="4808314" y="2118686"/>
                  </a:lnTo>
                  <a:close/>
                </a:path>
                <a:path w="6684644" h="7015480">
                  <a:moveTo>
                    <a:pt x="4474197" y="2131386"/>
                  </a:moveTo>
                  <a:lnTo>
                    <a:pt x="4467148" y="2118686"/>
                  </a:lnTo>
                  <a:lnTo>
                    <a:pt x="4479362" y="2105986"/>
                  </a:lnTo>
                  <a:lnTo>
                    <a:pt x="4486410" y="2118686"/>
                  </a:lnTo>
                  <a:lnTo>
                    <a:pt x="4474197" y="2131386"/>
                  </a:lnTo>
                  <a:close/>
                </a:path>
                <a:path w="6684644" h="7015480">
                  <a:moveTo>
                    <a:pt x="5680892" y="2131386"/>
                  </a:moveTo>
                  <a:lnTo>
                    <a:pt x="5670314" y="2118686"/>
                  </a:lnTo>
                  <a:lnTo>
                    <a:pt x="5688633" y="2105986"/>
                  </a:lnTo>
                  <a:lnTo>
                    <a:pt x="5699212" y="2118686"/>
                  </a:lnTo>
                  <a:lnTo>
                    <a:pt x="5680892" y="2131386"/>
                  </a:lnTo>
                  <a:close/>
                </a:path>
                <a:path w="6684644" h="7015480">
                  <a:moveTo>
                    <a:pt x="5363566" y="2144086"/>
                  </a:moveTo>
                  <a:lnTo>
                    <a:pt x="5346780" y="2144086"/>
                  </a:lnTo>
                  <a:lnTo>
                    <a:pt x="5337084" y="2131386"/>
                  </a:lnTo>
                  <a:lnTo>
                    <a:pt x="5353876" y="2118686"/>
                  </a:lnTo>
                  <a:lnTo>
                    <a:pt x="5363566" y="2144086"/>
                  </a:lnTo>
                  <a:close/>
                </a:path>
                <a:path w="6684644" h="7015480">
                  <a:moveTo>
                    <a:pt x="6553798" y="2144086"/>
                  </a:moveTo>
                  <a:lnTo>
                    <a:pt x="6541455" y="2131386"/>
                  </a:lnTo>
                  <a:lnTo>
                    <a:pt x="6562825" y="2118686"/>
                  </a:lnTo>
                  <a:lnTo>
                    <a:pt x="6575169" y="2131386"/>
                  </a:lnTo>
                  <a:lnTo>
                    <a:pt x="6553798" y="2144086"/>
                  </a:lnTo>
                  <a:close/>
                </a:path>
                <a:path w="6684644" h="7015480">
                  <a:moveTo>
                    <a:pt x="4150375" y="2144086"/>
                  </a:moveTo>
                  <a:lnTo>
                    <a:pt x="4134317" y="2144086"/>
                  </a:lnTo>
                  <a:lnTo>
                    <a:pt x="4144499" y="2131386"/>
                  </a:lnTo>
                  <a:lnTo>
                    <a:pt x="4150375" y="2144086"/>
                  </a:lnTo>
                  <a:close/>
                </a:path>
                <a:path w="6684644" h="7015480">
                  <a:moveTo>
                    <a:pt x="6219467" y="2169486"/>
                  </a:moveTo>
                  <a:lnTo>
                    <a:pt x="6207419" y="2144086"/>
                  </a:lnTo>
                  <a:lnTo>
                    <a:pt x="6228286" y="2131386"/>
                  </a:lnTo>
                  <a:lnTo>
                    <a:pt x="6240327" y="2156786"/>
                  </a:lnTo>
                  <a:lnTo>
                    <a:pt x="6219467" y="2169486"/>
                  </a:lnTo>
                  <a:close/>
                </a:path>
                <a:path w="6684644" h="7015480">
                  <a:moveTo>
                    <a:pt x="5012671" y="2169486"/>
                  </a:moveTo>
                  <a:lnTo>
                    <a:pt x="5003857" y="2156786"/>
                  </a:lnTo>
                  <a:lnTo>
                    <a:pt x="5019121" y="2144086"/>
                  </a:lnTo>
                  <a:lnTo>
                    <a:pt x="5027934" y="2156786"/>
                  </a:lnTo>
                  <a:lnTo>
                    <a:pt x="5012671" y="2169486"/>
                  </a:lnTo>
                  <a:close/>
                </a:path>
                <a:path w="6684644" h="7015480">
                  <a:moveTo>
                    <a:pt x="5885355" y="2182186"/>
                  </a:moveTo>
                  <a:lnTo>
                    <a:pt x="5874190" y="2169486"/>
                  </a:lnTo>
                  <a:lnTo>
                    <a:pt x="5893529" y="2156786"/>
                  </a:lnTo>
                  <a:lnTo>
                    <a:pt x="5904694" y="2169486"/>
                  </a:lnTo>
                  <a:lnTo>
                    <a:pt x="5885355" y="2182186"/>
                  </a:lnTo>
                  <a:close/>
                </a:path>
                <a:path w="6684644" h="7015480">
                  <a:moveTo>
                    <a:pt x="4692294" y="2182186"/>
                  </a:moveTo>
                  <a:lnTo>
                    <a:pt x="4678552" y="2182186"/>
                  </a:lnTo>
                  <a:lnTo>
                    <a:pt x="4670622" y="2169486"/>
                  </a:lnTo>
                  <a:lnTo>
                    <a:pt x="4684363" y="2169486"/>
                  </a:lnTo>
                  <a:lnTo>
                    <a:pt x="4692294" y="2182186"/>
                  </a:lnTo>
                  <a:close/>
                </a:path>
                <a:path w="6684644" h="7015480">
                  <a:moveTo>
                    <a:pt x="4344442" y="2207586"/>
                  </a:moveTo>
                  <a:lnTo>
                    <a:pt x="4337393" y="2194886"/>
                  </a:lnTo>
                  <a:lnTo>
                    <a:pt x="4349601" y="2182186"/>
                  </a:lnTo>
                  <a:lnTo>
                    <a:pt x="4356649" y="2194886"/>
                  </a:lnTo>
                  <a:lnTo>
                    <a:pt x="4344442" y="2207586"/>
                  </a:lnTo>
                  <a:close/>
                </a:path>
                <a:path w="6684644" h="7015480">
                  <a:moveTo>
                    <a:pt x="5551136" y="2207586"/>
                  </a:moveTo>
                  <a:lnTo>
                    <a:pt x="5540557" y="2182186"/>
                  </a:lnTo>
                  <a:lnTo>
                    <a:pt x="5558871" y="2182186"/>
                  </a:lnTo>
                  <a:lnTo>
                    <a:pt x="5569450" y="2194886"/>
                  </a:lnTo>
                  <a:lnTo>
                    <a:pt x="5551136" y="2207586"/>
                  </a:lnTo>
                  <a:close/>
                </a:path>
                <a:path w="6684644" h="7015480">
                  <a:moveTo>
                    <a:pt x="5234214" y="2220286"/>
                  </a:moveTo>
                  <a:lnTo>
                    <a:pt x="5216913" y="2220286"/>
                  </a:lnTo>
                  <a:lnTo>
                    <a:pt x="5206921" y="2207586"/>
                  </a:lnTo>
                  <a:lnTo>
                    <a:pt x="5224222" y="2194886"/>
                  </a:lnTo>
                  <a:lnTo>
                    <a:pt x="5234214" y="2220286"/>
                  </a:lnTo>
                  <a:close/>
                </a:path>
                <a:path w="6684644" h="7015480">
                  <a:moveTo>
                    <a:pt x="6423924" y="2220286"/>
                  </a:moveTo>
                  <a:lnTo>
                    <a:pt x="6411296" y="2207586"/>
                  </a:lnTo>
                  <a:lnTo>
                    <a:pt x="6433176" y="2194886"/>
                  </a:lnTo>
                  <a:lnTo>
                    <a:pt x="6445810" y="2207586"/>
                  </a:lnTo>
                  <a:lnTo>
                    <a:pt x="6423924" y="2220286"/>
                  </a:lnTo>
                  <a:close/>
                </a:path>
                <a:path w="6684644" h="7015480">
                  <a:moveTo>
                    <a:pt x="4020613" y="2220286"/>
                  </a:moveTo>
                  <a:lnTo>
                    <a:pt x="4004562" y="2220286"/>
                  </a:lnTo>
                  <a:lnTo>
                    <a:pt x="4014738" y="2207586"/>
                  </a:lnTo>
                  <a:lnTo>
                    <a:pt x="4020613" y="2220286"/>
                  </a:lnTo>
                  <a:close/>
                </a:path>
                <a:path w="6684644" h="7015480">
                  <a:moveTo>
                    <a:pt x="6089599" y="2245686"/>
                  </a:moveTo>
                  <a:lnTo>
                    <a:pt x="6077255" y="2220286"/>
                  </a:lnTo>
                  <a:lnTo>
                    <a:pt x="6098632" y="2207586"/>
                  </a:lnTo>
                  <a:lnTo>
                    <a:pt x="6110975" y="2232986"/>
                  </a:lnTo>
                  <a:lnTo>
                    <a:pt x="6089599" y="2245686"/>
                  </a:lnTo>
                  <a:close/>
                </a:path>
                <a:path w="6684644" h="7015480">
                  <a:moveTo>
                    <a:pt x="4882909" y="2245686"/>
                  </a:moveTo>
                  <a:lnTo>
                    <a:pt x="4874096" y="2232986"/>
                  </a:lnTo>
                  <a:lnTo>
                    <a:pt x="4889359" y="2220286"/>
                  </a:lnTo>
                  <a:lnTo>
                    <a:pt x="4898173" y="2232986"/>
                  </a:lnTo>
                  <a:lnTo>
                    <a:pt x="4882909" y="2245686"/>
                  </a:lnTo>
                  <a:close/>
                </a:path>
                <a:path w="6684644" h="7015480">
                  <a:moveTo>
                    <a:pt x="5755487" y="2258386"/>
                  </a:moveTo>
                  <a:lnTo>
                    <a:pt x="5744032" y="2245686"/>
                  </a:lnTo>
                  <a:lnTo>
                    <a:pt x="5763875" y="2232986"/>
                  </a:lnTo>
                  <a:lnTo>
                    <a:pt x="5775336" y="2245686"/>
                  </a:lnTo>
                  <a:lnTo>
                    <a:pt x="5755487" y="2258386"/>
                  </a:lnTo>
                  <a:close/>
                </a:path>
                <a:path w="6684644" h="7015480">
                  <a:moveTo>
                    <a:pt x="4562534" y="2258386"/>
                  </a:moveTo>
                  <a:lnTo>
                    <a:pt x="4548792" y="2258386"/>
                  </a:lnTo>
                  <a:lnTo>
                    <a:pt x="4540861" y="2245686"/>
                  </a:lnTo>
                  <a:lnTo>
                    <a:pt x="4554603" y="2245686"/>
                  </a:lnTo>
                  <a:lnTo>
                    <a:pt x="4562534" y="2258386"/>
                  </a:lnTo>
                  <a:close/>
                </a:path>
                <a:path w="6684644" h="7015480">
                  <a:moveTo>
                    <a:pt x="5421376" y="2283786"/>
                  </a:moveTo>
                  <a:lnTo>
                    <a:pt x="5410797" y="2258386"/>
                  </a:lnTo>
                  <a:lnTo>
                    <a:pt x="5429111" y="2245686"/>
                  </a:lnTo>
                  <a:lnTo>
                    <a:pt x="5439690" y="2271086"/>
                  </a:lnTo>
                  <a:lnTo>
                    <a:pt x="5421376" y="2283786"/>
                  </a:lnTo>
                  <a:close/>
                </a:path>
                <a:path w="6684644" h="7015480">
                  <a:moveTo>
                    <a:pt x="6628387" y="2283786"/>
                  </a:moveTo>
                  <a:lnTo>
                    <a:pt x="6615167" y="2258386"/>
                  </a:lnTo>
                  <a:lnTo>
                    <a:pt x="6638065" y="2245686"/>
                  </a:lnTo>
                  <a:lnTo>
                    <a:pt x="6651286" y="2271086"/>
                  </a:lnTo>
                  <a:lnTo>
                    <a:pt x="6628387" y="2283786"/>
                  </a:lnTo>
                  <a:close/>
                </a:path>
                <a:path w="6684644" h="7015480">
                  <a:moveTo>
                    <a:pt x="4214681" y="2283786"/>
                  </a:moveTo>
                  <a:lnTo>
                    <a:pt x="4207632" y="2271086"/>
                  </a:lnTo>
                  <a:lnTo>
                    <a:pt x="4219846" y="2258386"/>
                  </a:lnTo>
                  <a:lnTo>
                    <a:pt x="4226894" y="2271086"/>
                  </a:lnTo>
                  <a:lnTo>
                    <a:pt x="4214681" y="2283786"/>
                  </a:lnTo>
                  <a:close/>
                </a:path>
                <a:path w="6684644" h="7015480">
                  <a:moveTo>
                    <a:pt x="6294061" y="2296486"/>
                  </a:moveTo>
                  <a:lnTo>
                    <a:pt x="6281131" y="2271086"/>
                  </a:lnTo>
                  <a:lnTo>
                    <a:pt x="6303526" y="2258386"/>
                  </a:lnTo>
                  <a:lnTo>
                    <a:pt x="6316450" y="2283786"/>
                  </a:lnTo>
                  <a:lnTo>
                    <a:pt x="6294061" y="2296486"/>
                  </a:lnTo>
                  <a:close/>
                </a:path>
                <a:path w="6684644" h="7015480">
                  <a:moveTo>
                    <a:pt x="5087159" y="2296486"/>
                  </a:moveTo>
                  <a:lnTo>
                    <a:pt x="5077167" y="2283786"/>
                  </a:lnTo>
                  <a:lnTo>
                    <a:pt x="5094468" y="2271086"/>
                  </a:lnTo>
                  <a:lnTo>
                    <a:pt x="5104454" y="2283786"/>
                  </a:lnTo>
                  <a:lnTo>
                    <a:pt x="5087159" y="2296486"/>
                  </a:lnTo>
                  <a:close/>
                </a:path>
                <a:path w="6684644" h="7015480">
                  <a:moveTo>
                    <a:pt x="3890456" y="2296486"/>
                  </a:moveTo>
                  <a:lnTo>
                    <a:pt x="3880789" y="2296486"/>
                  </a:lnTo>
                  <a:lnTo>
                    <a:pt x="3875204" y="2283786"/>
                  </a:lnTo>
                  <a:lnTo>
                    <a:pt x="3884876" y="2283786"/>
                  </a:lnTo>
                  <a:lnTo>
                    <a:pt x="3890456" y="2296486"/>
                  </a:lnTo>
                  <a:close/>
                </a:path>
                <a:path w="6684644" h="7015480">
                  <a:moveTo>
                    <a:pt x="5959843" y="2321886"/>
                  </a:moveTo>
                  <a:lnTo>
                    <a:pt x="5947500" y="2296486"/>
                  </a:lnTo>
                  <a:lnTo>
                    <a:pt x="5968870" y="2283786"/>
                  </a:lnTo>
                  <a:lnTo>
                    <a:pt x="5981214" y="2309186"/>
                  </a:lnTo>
                  <a:lnTo>
                    <a:pt x="5959843" y="2321886"/>
                  </a:lnTo>
                  <a:close/>
                </a:path>
                <a:path w="6684644" h="7015480">
                  <a:moveTo>
                    <a:pt x="4753148" y="2321886"/>
                  </a:moveTo>
                  <a:lnTo>
                    <a:pt x="4744334" y="2309186"/>
                  </a:lnTo>
                  <a:lnTo>
                    <a:pt x="4759604" y="2296486"/>
                  </a:lnTo>
                  <a:lnTo>
                    <a:pt x="4768417" y="2309186"/>
                  </a:lnTo>
                  <a:lnTo>
                    <a:pt x="4753148" y="2321886"/>
                  </a:lnTo>
                  <a:close/>
                </a:path>
                <a:path w="6684644" h="7015480">
                  <a:moveTo>
                    <a:pt x="5625619" y="2334586"/>
                  </a:moveTo>
                  <a:lnTo>
                    <a:pt x="5613867" y="2321886"/>
                  </a:lnTo>
                  <a:lnTo>
                    <a:pt x="5634219" y="2309186"/>
                  </a:lnTo>
                  <a:lnTo>
                    <a:pt x="5645971" y="2321886"/>
                  </a:lnTo>
                  <a:lnTo>
                    <a:pt x="5625619" y="2334586"/>
                  </a:lnTo>
                  <a:close/>
                </a:path>
                <a:path w="6684644" h="7015480">
                  <a:moveTo>
                    <a:pt x="4432773" y="2334586"/>
                  </a:moveTo>
                  <a:lnTo>
                    <a:pt x="4419037" y="2334586"/>
                  </a:lnTo>
                  <a:lnTo>
                    <a:pt x="4411106" y="2321886"/>
                  </a:lnTo>
                  <a:lnTo>
                    <a:pt x="4424842" y="2321886"/>
                  </a:lnTo>
                  <a:lnTo>
                    <a:pt x="4432773" y="2334586"/>
                  </a:lnTo>
                  <a:close/>
                </a:path>
                <a:path w="6684644" h="7015480">
                  <a:moveTo>
                    <a:pt x="5291508" y="2359986"/>
                  </a:moveTo>
                  <a:lnTo>
                    <a:pt x="5280640" y="2334586"/>
                  </a:lnTo>
                  <a:lnTo>
                    <a:pt x="5299463" y="2321886"/>
                  </a:lnTo>
                  <a:lnTo>
                    <a:pt x="5310332" y="2347286"/>
                  </a:lnTo>
                  <a:lnTo>
                    <a:pt x="5291508" y="2359986"/>
                  </a:lnTo>
                  <a:close/>
                </a:path>
                <a:path w="6684644" h="7015480">
                  <a:moveTo>
                    <a:pt x="6498413" y="2359986"/>
                  </a:moveTo>
                  <a:lnTo>
                    <a:pt x="6484606" y="2334586"/>
                  </a:lnTo>
                  <a:lnTo>
                    <a:pt x="6508523" y="2321886"/>
                  </a:lnTo>
                  <a:lnTo>
                    <a:pt x="6522330" y="2347286"/>
                  </a:lnTo>
                  <a:lnTo>
                    <a:pt x="6498413" y="2359986"/>
                  </a:lnTo>
                  <a:close/>
                </a:path>
                <a:path w="6684644" h="7015480">
                  <a:moveTo>
                    <a:pt x="4085033" y="2359986"/>
                  </a:moveTo>
                  <a:lnTo>
                    <a:pt x="4078275" y="2347286"/>
                  </a:lnTo>
                  <a:lnTo>
                    <a:pt x="4089979" y="2334586"/>
                  </a:lnTo>
                  <a:lnTo>
                    <a:pt x="4096737" y="2347286"/>
                  </a:lnTo>
                  <a:lnTo>
                    <a:pt x="4085033" y="2359986"/>
                  </a:lnTo>
                  <a:close/>
                </a:path>
                <a:path w="6684644" h="7015480">
                  <a:moveTo>
                    <a:pt x="6164194" y="2372686"/>
                  </a:moveTo>
                  <a:lnTo>
                    <a:pt x="6150974" y="2347286"/>
                  </a:lnTo>
                  <a:lnTo>
                    <a:pt x="6173872" y="2334586"/>
                  </a:lnTo>
                  <a:lnTo>
                    <a:pt x="6187093" y="2359986"/>
                  </a:lnTo>
                  <a:lnTo>
                    <a:pt x="6164194" y="2372686"/>
                  </a:lnTo>
                  <a:close/>
                </a:path>
                <a:path w="6684644" h="7015480">
                  <a:moveTo>
                    <a:pt x="4957398" y="2372686"/>
                  </a:moveTo>
                  <a:lnTo>
                    <a:pt x="4947405" y="2359986"/>
                  </a:lnTo>
                  <a:lnTo>
                    <a:pt x="4964712" y="2347286"/>
                  </a:lnTo>
                  <a:lnTo>
                    <a:pt x="4974699" y="2359986"/>
                  </a:lnTo>
                  <a:lnTo>
                    <a:pt x="4957398" y="2372686"/>
                  </a:lnTo>
                  <a:close/>
                </a:path>
                <a:path w="6684644" h="7015480">
                  <a:moveTo>
                    <a:pt x="5829976" y="2398086"/>
                  </a:moveTo>
                  <a:lnTo>
                    <a:pt x="5817342" y="2372686"/>
                  </a:lnTo>
                  <a:lnTo>
                    <a:pt x="5839222" y="2359986"/>
                  </a:lnTo>
                  <a:lnTo>
                    <a:pt x="5851856" y="2385386"/>
                  </a:lnTo>
                  <a:lnTo>
                    <a:pt x="5829976" y="2398086"/>
                  </a:lnTo>
                  <a:close/>
                </a:path>
                <a:path w="6684644" h="7015480">
                  <a:moveTo>
                    <a:pt x="4623393" y="2398086"/>
                  </a:moveTo>
                  <a:lnTo>
                    <a:pt x="4614580" y="2372686"/>
                  </a:lnTo>
                  <a:lnTo>
                    <a:pt x="4629843" y="2372686"/>
                  </a:lnTo>
                  <a:lnTo>
                    <a:pt x="4638657" y="2385386"/>
                  </a:lnTo>
                  <a:lnTo>
                    <a:pt x="4623393" y="2398086"/>
                  </a:lnTo>
                  <a:close/>
                </a:path>
                <a:path w="6684644" h="7015480">
                  <a:moveTo>
                    <a:pt x="4289276" y="2410786"/>
                  </a:moveTo>
                  <a:lnTo>
                    <a:pt x="4281345" y="2398086"/>
                  </a:lnTo>
                  <a:lnTo>
                    <a:pt x="4295087" y="2385386"/>
                  </a:lnTo>
                  <a:lnTo>
                    <a:pt x="4303018" y="2398086"/>
                  </a:lnTo>
                  <a:lnTo>
                    <a:pt x="4289276" y="2410786"/>
                  </a:lnTo>
                  <a:close/>
                </a:path>
                <a:path w="6684644" h="7015480">
                  <a:moveTo>
                    <a:pt x="5495858" y="2410786"/>
                  </a:moveTo>
                  <a:lnTo>
                    <a:pt x="5484107" y="2398086"/>
                  </a:lnTo>
                  <a:lnTo>
                    <a:pt x="5504464" y="2385386"/>
                  </a:lnTo>
                  <a:lnTo>
                    <a:pt x="5516216" y="2398086"/>
                  </a:lnTo>
                  <a:lnTo>
                    <a:pt x="5495858" y="2410786"/>
                  </a:lnTo>
                  <a:close/>
                </a:path>
                <a:path w="6684644" h="7015480">
                  <a:moveTo>
                    <a:pt x="6368544" y="2436186"/>
                  </a:moveTo>
                  <a:lnTo>
                    <a:pt x="6354441" y="2410786"/>
                  </a:lnTo>
                  <a:lnTo>
                    <a:pt x="6378868" y="2385386"/>
                  </a:lnTo>
                  <a:lnTo>
                    <a:pt x="6392971" y="2410786"/>
                  </a:lnTo>
                  <a:lnTo>
                    <a:pt x="6368544" y="2436186"/>
                  </a:lnTo>
                  <a:close/>
                </a:path>
                <a:path w="6684644" h="7015480">
                  <a:moveTo>
                    <a:pt x="5161748" y="2436186"/>
                  </a:moveTo>
                  <a:lnTo>
                    <a:pt x="5150879" y="2410786"/>
                  </a:lnTo>
                  <a:lnTo>
                    <a:pt x="5169709" y="2398086"/>
                  </a:lnTo>
                  <a:lnTo>
                    <a:pt x="5180577" y="2423486"/>
                  </a:lnTo>
                  <a:lnTo>
                    <a:pt x="5161748" y="2436186"/>
                  </a:lnTo>
                  <a:close/>
                </a:path>
                <a:path w="6684644" h="7015480">
                  <a:moveTo>
                    <a:pt x="3955278" y="2436186"/>
                  </a:moveTo>
                  <a:lnTo>
                    <a:pt x="3948519" y="2423486"/>
                  </a:lnTo>
                  <a:lnTo>
                    <a:pt x="3960217" y="2410786"/>
                  </a:lnTo>
                  <a:lnTo>
                    <a:pt x="3966976" y="2423486"/>
                  </a:lnTo>
                  <a:lnTo>
                    <a:pt x="3955278" y="2436186"/>
                  </a:lnTo>
                  <a:close/>
                </a:path>
                <a:path w="6684644" h="7015480">
                  <a:moveTo>
                    <a:pt x="6034432" y="2448886"/>
                  </a:moveTo>
                  <a:lnTo>
                    <a:pt x="6021212" y="2423486"/>
                  </a:lnTo>
                  <a:lnTo>
                    <a:pt x="6044110" y="2410786"/>
                  </a:lnTo>
                  <a:lnTo>
                    <a:pt x="6057331" y="2436186"/>
                  </a:lnTo>
                  <a:lnTo>
                    <a:pt x="6034432" y="2448886"/>
                  </a:lnTo>
                  <a:close/>
                </a:path>
                <a:path w="6684644" h="7015480">
                  <a:moveTo>
                    <a:pt x="4827636" y="2448886"/>
                  </a:moveTo>
                  <a:lnTo>
                    <a:pt x="4817649" y="2436186"/>
                  </a:lnTo>
                  <a:lnTo>
                    <a:pt x="4834951" y="2423486"/>
                  </a:lnTo>
                  <a:lnTo>
                    <a:pt x="4844937" y="2436186"/>
                  </a:lnTo>
                  <a:lnTo>
                    <a:pt x="4827636" y="2448886"/>
                  </a:lnTo>
                  <a:close/>
                </a:path>
                <a:path w="6684644" h="7015480">
                  <a:moveTo>
                    <a:pt x="5700214" y="2474286"/>
                  </a:moveTo>
                  <a:lnTo>
                    <a:pt x="5687580" y="2448886"/>
                  </a:lnTo>
                  <a:lnTo>
                    <a:pt x="5709460" y="2436186"/>
                  </a:lnTo>
                  <a:lnTo>
                    <a:pt x="5722094" y="2461586"/>
                  </a:lnTo>
                  <a:lnTo>
                    <a:pt x="5700214" y="2474286"/>
                  </a:lnTo>
                  <a:close/>
                </a:path>
                <a:path w="6684644" h="7015480">
                  <a:moveTo>
                    <a:pt x="4493632" y="2474286"/>
                  </a:moveTo>
                  <a:lnTo>
                    <a:pt x="4484819" y="2448886"/>
                  </a:lnTo>
                  <a:lnTo>
                    <a:pt x="4500088" y="2448886"/>
                  </a:lnTo>
                  <a:lnTo>
                    <a:pt x="4508902" y="2461586"/>
                  </a:lnTo>
                  <a:lnTo>
                    <a:pt x="4493632" y="2474286"/>
                  </a:lnTo>
                  <a:close/>
                </a:path>
                <a:path w="6684644" h="7015480">
                  <a:moveTo>
                    <a:pt x="5365997" y="2486986"/>
                  </a:moveTo>
                  <a:lnTo>
                    <a:pt x="5353949" y="2461586"/>
                  </a:lnTo>
                  <a:lnTo>
                    <a:pt x="5374810" y="2448886"/>
                  </a:lnTo>
                  <a:lnTo>
                    <a:pt x="5386858" y="2474286"/>
                  </a:lnTo>
                  <a:lnTo>
                    <a:pt x="5365997" y="2486986"/>
                  </a:lnTo>
                  <a:close/>
                </a:path>
                <a:path w="6684644" h="7015480">
                  <a:moveTo>
                    <a:pt x="6572901" y="2486986"/>
                  </a:moveTo>
                  <a:lnTo>
                    <a:pt x="6557916" y="2461586"/>
                  </a:lnTo>
                  <a:lnTo>
                    <a:pt x="6583871" y="2448886"/>
                  </a:lnTo>
                  <a:lnTo>
                    <a:pt x="6598856" y="2474286"/>
                  </a:lnTo>
                  <a:lnTo>
                    <a:pt x="6572901" y="2486986"/>
                  </a:lnTo>
                  <a:close/>
                </a:path>
                <a:path w="6684644" h="7015480">
                  <a:moveTo>
                    <a:pt x="4159521" y="2486986"/>
                  </a:moveTo>
                  <a:lnTo>
                    <a:pt x="4151590" y="2474286"/>
                  </a:lnTo>
                  <a:lnTo>
                    <a:pt x="4165332" y="2461586"/>
                  </a:lnTo>
                  <a:lnTo>
                    <a:pt x="4173263" y="2474286"/>
                  </a:lnTo>
                  <a:lnTo>
                    <a:pt x="4159521" y="2486986"/>
                  </a:lnTo>
                  <a:close/>
                </a:path>
                <a:path w="6684644" h="7015480">
                  <a:moveTo>
                    <a:pt x="6238682" y="2499686"/>
                  </a:moveTo>
                  <a:lnTo>
                    <a:pt x="6224284" y="2474286"/>
                  </a:lnTo>
                  <a:lnTo>
                    <a:pt x="6249220" y="2461586"/>
                  </a:lnTo>
                  <a:lnTo>
                    <a:pt x="6263618" y="2486986"/>
                  </a:lnTo>
                  <a:lnTo>
                    <a:pt x="6238682" y="2499686"/>
                  </a:lnTo>
                  <a:close/>
                </a:path>
                <a:path w="6684644" h="7015480">
                  <a:moveTo>
                    <a:pt x="5050822" y="2499686"/>
                  </a:moveTo>
                  <a:lnTo>
                    <a:pt x="5031987" y="2499686"/>
                  </a:lnTo>
                  <a:lnTo>
                    <a:pt x="5021118" y="2486986"/>
                  </a:lnTo>
                  <a:lnTo>
                    <a:pt x="5039953" y="2474286"/>
                  </a:lnTo>
                  <a:lnTo>
                    <a:pt x="5050822" y="2499686"/>
                  </a:lnTo>
                  <a:close/>
                </a:path>
                <a:path w="6684644" h="7015480">
                  <a:moveTo>
                    <a:pt x="5904565" y="2525086"/>
                  </a:moveTo>
                  <a:lnTo>
                    <a:pt x="5891054" y="2499686"/>
                  </a:lnTo>
                  <a:lnTo>
                    <a:pt x="5914462" y="2486986"/>
                  </a:lnTo>
                  <a:lnTo>
                    <a:pt x="5927979" y="2512386"/>
                  </a:lnTo>
                  <a:lnTo>
                    <a:pt x="5904565" y="2525086"/>
                  </a:lnTo>
                  <a:close/>
                </a:path>
                <a:path w="6684644" h="7015480">
                  <a:moveTo>
                    <a:pt x="4697876" y="2525086"/>
                  </a:moveTo>
                  <a:lnTo>
                    <a:pt x="4687889" y="2512386"/>
                  </a:lnTo>
                  <a:lnTo>
                    <a:pt x="4705191" y="2499686"/>
                  </a:lnTo>
                  <a:lnTo>
                    <a:pt x="4715177" y="2512386"/>
                  </a:lnTo>
                  <a:lnTo>
                    <a:pt x="4697876" y="2525086"/>
                  </a:lnTo>
                  <a:close/>
                </a:path>
                <a:path w="6684644" h="7015480">
                  <a:moveTo>
                    <a:pt x="5570459" y="2537786"/>
                  </a:moveTo>
                  <a:lnTo>
                    <a:pt x="5557825" y="2525086"/>
                  </a:lnTo>
                  <a:lnTo>
                    <a:pt x="5579699" y="2512386"/>
                  </a:lnTo>
                  <a:lnTo>
                    <a:pt x="5592333" y="2525086"/>
                  </a:lnTo>
                  <a:lnTo>
                    <a:pt x="5570459" y="2537786"/>
                  </a:lnTo>
                  <a:close/>
                </a:path>
                <a:path w="6684644" h="7015480">
                  <a:moveTo>
                    <a:pt x="4379141" y="2537786"/>
                  </a:moveTo>
                  <a:lnTo>
                    <a:pt x="4363871" y="2537786"/>
                  </a:lnTo>
                  <a:lnTo>
                    <a:pt x="4355058" y="2525086"/>
                  </a:lnTo>
                  <a:lnTo>
                    <a:pt x="4370328" y="2525086"/>
                  </a:lnTo>
                  <a:lnTo>
                    <a:pt x="4379141" y="2537786"/>
                  </a:lnTo>
                  <a:close/>
                </a:path>
                <a:path w="6684644" h="7015480">
                  <a:moveTo>
                    <a:pt x="5236236" y="2563186"/>
                  </a:moveTo>
                  <a:lnTo>
                    <a:pt x="5224189" y="2537786"/>
                  </a:lnTo>
                  <a:lnTo>
                    <a:pt x="5245056" y="2525086"/>
                  </a:lnTo>
                  <a:lnTo>
                    <a:pt x="5257103" y="2550486"/>
                  </a:lnTo>
                  <a:lnTo>
                    <a:pt x="5236236" y="2563186"/>
                  </a:lnTo>
                  <a:close/>
                </a:path>
                <a:path w="6684644" h="7015480">
                  <a:moveTo>
                    <a:pt x="6443032" y="2563186"/>
                  </a:moveTo>
                  <a:lnTo>
                    <a:pt x="6427756" y="2537786"/>
                  </a:lnTo>
                  <a:lnTo>
                    <a:pt x="6454220" y="2525086"/>
                  </a:lnTo>
                  <a:lnTo>
                    <a:pt x="6469496" y="2550486"/>
                  </a:lnTo>
                  <a:lnTo>
                    <a:pt x="6443032" y="2563186"/>
                  </a:lnTo>
                  <a:close/>
                </a:path>
                <a:path w="6684644" h="7015480">
                  <a:moveTo>
                    <a:pt x="4029867" y="2563186"/>
                  </a:moveTo>
                  <a:lnTo>
                    <a:pt x="4022232" y="2550486"/>
                  </a:lnTo>
                  <a:lnTo>
                    <a:pt x="4035458" y="2537786"/>
                  </a:lnTo>
                  <a:lnTo>
                    <a:pt x="4043099" y="2550486"/>
                  </a:lnTo>
                  <a:lnTo>
                    <a:pt x="4029867" y="2563186"/>
                  </a:lnTo>
                  <a:close/>
                </a:path>
                <a:path w="6684644" h="7015480">
                  <a:moveTo>
                    <a:pt x="6108814" y="2575886"/>
                  </a:moveTo>
                  <a:lnTo>
                    <a:pt x="6094125" y="2550486"/>
                  </a:lnTo>
                  <a:lnTo>
                    <a:pt x="6119565" y="2537786"/>
                  </a:lnTo>
                  <a:lnTo>
                    <a:pt x="6134254" y="2563186"/>
                  </a:lnTo>
                  <a:lnTo>
                    <a:pt x="6108814" y="2575886"/>
                  </a:lnTo>
                  <a:close/>
                </a:path>
                <a:path w="6684644" h="7015480">
                  <a:moveTo>
                    <a:pt x="4921061" y="2575886"/>
                  </a:moveTo>
                  <a:lnTo>
                    <a:pt x="4902231" y="2575886"/>
                  </a:lnTo>
                  <a:lnTo>
                    <a:pt x="4891362" y="2563186"/>
                  </a:lnTo>
                  <a:lnTo>
                    <a:pt x="4910192" y="2550486"/>
                  </a:lnTo>
                  <a:lnTo>
                    <a:pt x="4921061" y="2575886"/>
                  </a:lnTo>
                  <a:close/>
                </a:path>
                <a:path w="6684644" h="7015480">
                  <a:moveTo>
                    <a:pt x="5774702" y="2601286"/>
                  </a:moveTo>
                  <a:lnTo>
                    <a:pt x="5760889" y="2575886"/>
                  </a:lnTo>
                  <a:lnTo>
                    <a:pt x="5784812" y="2563186"/>
                  </a:lnTo>
                  <a:lnTo>
                    <a:pt x="5798619" y="2588586"/>
                  </a:lnTo>
                  <a:lnTo>
                    <a:pt x="5774702" y="2601286"/>
                  </a:lnTo>
                  <a:close/>
                </a:path>
                <a:path w="6684644" h="7015480">
                  <a:moveTo>
                    <a:pt x="4568114" y="2601286"/>
                  </a:moveTo>
                  <a:lnTo>
                    <a:pt x="4558128" y="2588586"/>
                  </a:lnTo>
                  <a:lnTo>
                    <a:pt x="4575429" y="2575886"/>
                  </a:lnTo>
                  <a:lnTo>
                    <a:pt x="4585422" y="2588586"/>
                  </a:lnTo>
                  <a:lnTo>
                    <a:pt x="4568114" y="2601286"/>
                  </a:lnTo>
                  <a:close/>
                </a:path>
                <a:path w="6684644" h="7015480">
                  <a:moveTo>
                    <a:pt x="6647389" y="2613986"/>
                  </a:moveTo>
                  <a:lnTo>
                    <a:pt x="6631231" y="2588586"/>
                  </a:lnTo>
                  <a:lnTo>
                    <a:pt x="6659217" y="2575886"/>
                  </a:lnTo>
                  <a:lnTo>
                    <a:pt x="6675375" y="2601286"/>
                  </a:lnTo>
                  <a:lnTo>
                    <a:pt x="6647389" y="2613986"/>
                  </a:lnTo>
                  <a:close/>
                </a:path>
                <a:path w="6684644" h="7015480">
                  <a:moveTo>
                    <a:pt x="4249380" y="2613986"/>
                  </a:moveTo>
                  <a:lnTo>
                    <a:pt x="4234117" y="2613986"/>
                  </a:lnTo>
                  <a:lnTo>
                    <a:pt x="4225303" y="2601286"/>
                  </a:lnTo>
                  <a:lnTo>
                    <a:pt x="4240566" y="2588586"/>
                  </a:lnTo>
                  <a:lnTo>
                    <a:pt x="4249380" y="2613986"/>
                  </a:lnTo>
                  <a:close/>
                </a:path>
                <a:path w="6684644" h="7015480">
                  <a:moveTo>
                    <a:pt x="5440586" y="2613986"/>
                  </a:moveTo>
                  <a:lnTo>
                    <a:pt x="5427661" y="2601286"/>
                  </a:lnTo>
                  <a:lnTo>
                    <a:pt x="5450050" y="2588586"/>
                  </a:lnTo>
                  <a:lnTo>
                    <a:pt x="5462975" y="2601286"/>
                  </a:lnTo>
                  <a:lnTo>
                    <a:pt x="5440586" y="2613986"/>
                  </a:lnTo>
                  <a:close/>
                </a:path>
                <a:path w="6684644" h="7015480">
                  <a:moveTo>
                    <a:pt x="6313171" y="2639386"/>
                  </a:moveTo>
                  <a:lnTo>
                    <a:pt x="6297599" y="2613986"/>
                  </a:lnTo>
                  <a:lnTo>
                    <a:pt x="6324567" y="2588586"/>
                  </a:lnTo>
                  <a:lnTo>
                    <a:pt x="6340138" y="2626686"/>
                  </a:lnTo>
                  <a:lnTo>
                    <a:pt x="6313171" y="2639386"/>
                  </a:lnTo>
                  <a:close/>
                </a:path>
                <a:path w="6684644" h="7015480">
                  <a:moveTo>
                    <a:pt x="5106481" y="2639386"/>
                  </a:moveTo>
                  <a:lnTo>
                    <a:pt x="5094433" y="2613986"/>
                  </a:lnTo>
                  <a:lnTo>
                    <a:pt x="5115294" y="2601286"/>
                  </a:lnTo>
                  <a:lnTo>
                    <a:pt x="5127341" y="2626686"/>
                  </a:lnTo>
                  <a:lnTo>
                    <a:pt x="5106481" y="2639386"/>
                  </a:lnTo>
                  <a:close/>
                </a:path>
                <a:path w="6684644" h="7015480">
                  <a:moveTo>
                    <a:pt x="3900106" y="2639386"/>
                  </a:moveTo>
                  <a:lnTo>
                    <a:pt x="3892471" y="2626686"/>
                  </a:lnTo>
                  <a:lnTo>
                    <a:pt x="3905703" y="2613986"/>
                  </a:lnTo>
                  <a:lnTo>
                    <a:pt x="3913344" y="2626686"/>
                  </a:lnTo>
                  <a:lnTo>
                    <a:pt x="3900106" y="2639386"/>
                  </a:lnTo>
                  <a:close/>
                </a:path>
                <a:path w="6684644" h="7015480">
                  <a:moveTo>
                    <a:pt x="5978946" y="2652086"/>
                  </a:moveTo>
                  <a:lnTo>
                    <a:pt x="5963961" y="2626686"/>
                  </a:lnTo>
                  <a:lnTo>
                    <a:pt x="5989916" y="2613986"/>
                  </a:lnTo>
                  <a:lnTo>
                    <a:pt x="6004901" y="2639386"/>
                  </a:lnTo>
                  <a:lnTo>
                    <a:pt x="5978946" y="2652086"/>
                  </a:lnTo>
                  <a:close/>
                </a:path>
                <a:path w="6684644" h="7015480">
                  <a:moveTo>
                    <a:pt x="4772471" y="2652086"/>
                  </a:moveTo>
                  <a:lnTo>
                    <a:pt x="4761602" y="2639386"/>
                  </a:lnTo>
                  <a:lnTo>
                    <a:pt x="4780432" y="2626686"/>
                  </a:lnTo>
                  <a:lnTo>
                    <a:pt x="4791300" y="2639386"/>
                  </a:lnTo>
                  <a:lnTo>
                    <a:pt x="4772471" y="2652086"/>
                  </a:lnTo>
                  <a:close/>
                </a:path>
                <a:path w="6684644" h="7015480">
                  <a:moveTo>
                    <a:pt x="5644835" y="2677486"/>
                  </a:moveTo>
                  <a:lnTo>
                    <a:pt x="5630738" y="2652086"/>
                  </a:lnTo>
                  <a:lnTo>
                    <a:pt x="5655159" y="2639386"/>
                  </a:lnTo>
                  <a:lnTo>
                    <a:pt x="5669256" y="2664786"/>
                  </a:lnTo>
                  <a:lnTo>
                    <a:pt x="5644835" y="2677486"/>
                  </a:lnTo>
                  <a:close/>
                </a:path>
                <a:path w="6684644" h="7015480">
                  <a:moveTo>
                    <a:pt x="4438360" y="2677486"/>
                  </a:moveTo>
                  <a:lnTo>
                    <a:pt x="4428373" y="2652086"/>
                  </a:lnTo>
                  <a:lnTo>
                    <a:pt x="4445674" y="2652086"/>
                  </a:lnTo>
                  <a:lnTo>
                    <a:pt x="4455667" y="2664786"/>
                  </a:lnTo>
                  <a:lnTo>
                    <a:pt x="4438360" y="2677486"/>
                  </a:lnTo>
                  <a:close/>
                </a:path>
                <a:path w="6684644" h="7015480">
                  <a:moveTo>
                    <a:pt x="5310831" y="2690186"/>
                  </a:moveTo>
                  <a:lnTo>
                    <a:pt x="5297907" y="2664786"/>
                  </a:lnTo>
                  <a:lnTo>
                    <a:pt x="5320290" y="2652086"/>
                  </a:lnTo>
                  <a:lnTo>
                    <a:pt x="5333220" y="2677486"/>
                  </a:lnTo>
                  <a:lnTo>
                    <a:pt x="5310831" y="2690186"/>
                  </a:lnTo>
                  <a:close/>
                </a:path>
                <a:path w="6684644" h="7015480">
                  <a:moveTo>
                    <a:pt x="6517627" y="2690186"/>
                  </a:moveTo>
                  <a:lnTo>
                    <a:pt x="6501469" y="2664786"/>
                  </a:lnTo>
                  <a:lnTo>
                    <a:pt x="6529455" y="2652086"/>
                  </a:lnTo>
                  <a:lnTo>
                    <a:pt x="6545614" y="2677486"/>
                  </a:lnTo>
                  <a:lnTo>
                    <a:pt x="6517627" y="2690186"/>
                  </a:lnTo>
                  <a:close/>
                </a:path>
                <a:path w="6684644" h="7015480">
                  <a:moveTo>
                    <a:pt x="4119222" y="2690186"/>
                  </a:moveTo>
                  <a:lnTo>
                    <a:pt x="4104462" y="2690186"/>
                  </a:lnTo>
                  <a:lnTo>
                    <a:pt x="4095944" y="2677486"/>
                  </a:lnTo>
                  <a:lnTo>
                    <a:pt x="4110699" y="2664786"/>
                  </a:lnTo>
                  <a:lnTo>
                    <a:pt x="4119222" y="2690186"/>
                  </a:lnTo>
                  <a:close/>
                </a:path>
                <a:path w="6684644" h="7015480">
                  <a:moveTo>
                    <a:pt x="6183297" y="2715586"/>
                  </a:moveTo>
                  <a:lnTo>
                    <a:pt x="6167434" y="2690186"/>
                  </a:lnTo>
                  <a:lnTo>
                    <a:pt x="6194911" y="2664786"/>
                  </a:lnTo>
                  <a:lnTo>
                    <a:pt x="6210773" y="2690186"/>
                  </a:lnTo>
                  <a:lnTo>
                    <a:pt x="6183297" y="2715586"/>
                  </a:lnTo>
                  <a:close/>
                </a:path>
                <a:path w="6684644" h="7015480">
                  <a:moveTo>
                    <a:pt x="4976719" y="2715586"/>
                  </a:moveTo>
                  <a:lnTo>
                    <a:pt x="4964672" y="2690186"/>
                  </a:lnTo>
                  <a:lnTo>
                    <a:pt x="4985533" y="2677486"/>
                  </a:lnTo>
                  <a:lnTo>
                    <a:pt x="4997580" y="2702886"/>
                  </a:lnTo>
                  <a:lnTo>
                    <a:pt x="4976719" y="2715586"/>
                  </a:lnTo>
                  <a:close/>
                </a:path>
                <a:path w="6684644" h="7015480">
                  <a:moveTo>
                    <a:pt x="5849078" y="2728286"/>
                  </a:moveTo>
                  <a:lnTo>
                    <a:pt x="5833803" y="2702886"/>
                  </a:lnTo>
                  <a:lnTo>
                    <a:pt x="5860267" y="2690186"/>
                  </a:lnTo>
                  <a:lnTo>
                    <a:pt x="5875542" y="2715586"/>
                  </a:lnTo>
                  <a:lnTo>
                    <a:pt x="5849078" y="2728286"/>
                  </a:lnTo>
                  <a:close/>
                </a:path>
                <a:path w="6684644" h="7015480">
                  <a:moveTo>
                    <a:pt x="4642716" y="2728286"/>
                  </a:moveTo>
                  <a:lnTo>
                    <a:pt x="4631847" y="2715586"/>
                  </a:lnTo>
                  <a:lnTo>
                    <a:pt x="4650671" y="2702886"/>
                  </a:lnTo>
                  <a:lnTo>
                    <a:pt x="4661539" y="2715586"/>
                  </a:lnTo>
                  <a:lnTo>
                    <a:pt x="4642716" y="2728286"/>
                  </a:lnTo>
                  <a:close/>
                </a:path>
                <a:path w="6684644" h="7015480">
                  <a:moveTo>
                    <a:pt x="5515074" y="2753686"/>
                  </a:moveTo>
                  <a:lnTo>
                    <a:pt x="5500977" y="2728286"/>
                  </a:lnTo>
                  <a:lnTo>
                    <a:pt x="5525404" y="2715586"/>
                  </a:lnTo>
                  <a:lnTo>
                    <a:pt x="5539501" y="2740986"/>
                  </a:lnTo>
                  <a:lnTo>
                    <a:pt x="5515074" y="2753686"/>
                  </a:lnTo>
                  <a:close/>
                </a:path>
                <a:path w="6684644" h="7015480">
                  <a:moveTo>
                    <a:pt x="4308712" y="2753686"/>
                  </a:moveTo>
                  <a:lnTo>
                    <a:pt x="4299016" y="2728286"/>
                  </a:lnTo>
                  <a:lnTo>
                    <a:pt x="4315807" y="2728286"/>
                  </a:lnTo>
                  <a:lnTo>
                    <a:pt x="4325498" y="2740986"/>
                  </a:lnTo>
                  <a:lnTo>
                    <a:pt x="4308712" y="2753686"/>
                  </a:lnTo>
                  <a:close/>
                </a:path>
                <a:path w="6684644" h="7015480">
                  <a:moveTo>
                    <a:pt x="5181069" y="2766386"/>
                  </a:moveTo>
                  <a:lnTo>
                    <a:pt x="5168145" y="2740986"/>
                  </a:lnTo>
                  <a:lnTo>
                    <a:pt x="5190534" y="2728286"/>
                  </a:lnTo>
                  <a:lnTo>
                    <a:pt x="5203464" y="2753686"/>
                  </a:lnTo>
                  <a:lnTo>
                    <a:pt x="5181069" y="2766386"/>
                  </a:lnTo>
                  <a:close/>
                </a:path>
                <a:path w="6684644" h="7015480">
                  <a:moveTo>
                    <a:pt x="6387759" y="2766386"/>
                  </a:moveTo>
                  <a:lnTo>
                    <a:pt x="6371311" y="2740986"/>
                  </a:lnTo>
                  <a:lnTo>
                    <a:pt x="6399807" y="2728286"/>
                  </a:lnTo>
                  <a:lnTo>
                    <a:pt x="6416256" y="2753686"/>
                  </a:lnTo>
                  <a:lnTo>
                    <a:pt x="6387759" y="2766386"/>
                  </a:lnTo>
                  <a:close/>
                </a:path>
                <a:path w="6684644" h="7015480">
                  <a:moveTo>
                    <a:pt x="3974700" y="2766386"/>
                  </a:moveTo>
                  <a:lnTo>
                    <a:pt x="3966183" y="2753686"/>
                  </a:lnTo>
                  <a:lnTo>
                    <a:pt x="3980938" y="2740986"/>
                  </a:lnTo>
                  <a:lnTo>
                    <a:pt x="3989461" y="2753686"/>
                  </a:lnTo>
                  <a:lnTo>
                    <a:pt x="3974700" y="2766386"/>
                  </a:lnTo>
                  <a:close/>
                </a:path>
                <a:path w="6684644" h="7015480">
                  <a:moveTo>
                    <a:pt x="6053542" y="2791786"/>
                  </a:moveTo>
                  <a:lnTo>
                    <a:pt x="6037680" y="2753686"/>
                  </a:lnTo>
                  <a:lnTo>
                    <a:pt x="6065156" y="2740986"/>
                  </a:lnTo>
                  <a:lnTo>
                    <a:pt x="6081019" y="2766386"/>
                  </a:lnTo>
                  <a:lnTo>
                    <a:pt x="6053542" y="2791786"/>
                  </a:lnTo>
                  <a:close/>
                </a:path>
                <a:path w="6684644" h="7015480">
                  <a:moveTo>
                    <a:pt x="4846959" y="2791786"/>
                  </a:moveTo>
                  <a:lnTo>
                    <a:pt x="4834912" y="2766386"/>
                  </a:lnTo>
                  <a:lnTo>
                    <a:pt x="4855773" y="2753686"/>
                  </a:lnTo>
                  <a:lnTo>
                    <a:pt x="4867820" y="2779086"/>
                  </a:lnTo>
                  <a:lnTo>
                    <a:pt x="4846959" y="2791786"/>
                  </a:lnTo>
                  <a:close/>
                </a:path>
                <a:path w="6684644" h="7015480">
                  <a:moveTo>
                    <a:pt x="5719318" y="2804486"/>
                  </a:moveTo>
                  <a:lnTo>
                    <a:pt x="5704042" y="2779086"/>
                  </a:lnTo>
                  <a:lnTo>
                    <a:pt x="5730506" y="2766386"/>
                  </a:lnTo>
                  <a:lnTo>
                    <a:pt x="5745782" y="2791786"/>
                  </a:lnTo>
                  <a:lnTo>
                    <a:pt x="5719318" y="2804486"/>
                  </a:lnTo>
                  <a:close/>
                </a:path>
                <a:path w="6684644" h="7015480">
                  <a:moveTo>
                    <a:pt x="4512955" y="2804486"/>
                  </a:moveTo>
                  <a:lnTo>
                    <a:pt x="4502086" y="2791786"/>
                  </a:lnTo>
                  <a:lnTo>
                    <a:pt x="4520910" y="2779086"/>
                  </a:lnTo>
                  <a:lnTo>
                    <a:pt x="4531778" y="2791786"/>
                  </a:lnTo>
                  <a:lnTo>
                    <a:pt x="4512955" y="2804486"/>
                  </a:lnTo>
                  <a:close/>
                </a:path>
                <a:path w="6684644" h="7015480">
                  <a:moveTo>
                    <a:pt x="6592009" y="2829886"/>
                  </a:moveTo>
                  <a:lnTo>
                    <a:pt x="6574376" y="2791786"/>
                  </a:lnTo>
                  <a:lnTo>
                    <a:pt x="6604910" y="2779086"/>
                  </a:lnTo>
                  <a:lnTo>
                    <a:pt x="6622536" y="2804486"/>
                  </a:lnTo>
                  <a:lnTo>
                    <a:pt x="6592009" y="2829886"/>
                  </a:lnTo>
                  <a:close/>
                </a:path>
                <a:path w="6684644" h="7015480">
                  <a:moveTo>
                    <a:pt x="4178950" y="2829886"/>
                  </a:moveTo>
                  <a:lnTo>
                    <a:pt x="4169260" y="2804486"/>
                  </a:lnTo>
                  <a:lnTo>
                    <a:pt x="4186051" y="2791786"/>
                  </a:lnTo>
                  <a:lnTo>
                    <a:pt x="4195742" y="2817186"/>
                  </a:lnTo>
                  <a:lnTo>
                    <a:pt x="4178950" y="2829886"/>
                  </a:lnTo>
                  <a:close/>
                </a:path>
                <a:path w="6684644" h="7015480">
                  <a:moveTo>
                    <a:pt x="5385213" y="2829886"/>
                  </a:moveTo>
                  <a:lnTo>
                    <a:pt x="5370814" y="2804486"/>
                  </a:lnTo>
                  <a:lnTo>
                    <a:pt x="5395744" y="2791786"/>
                  </a:lnTo>
                  <a:lnTo>
                    <a:pt x="5410143" y="2804486"/>
                  </a:lnTo>
                  <a:lnTo>
                    <a:pt x="5385213" y="2829886"/>
                  </a:lnTo>
                  <a:close/>
                </a:path>
                <a:path w="6684644" h="7015480">
                  <a:moveTo>
                    <a:pt x="6257898" y="2842586"/>
                  </a:moveTo>
                  <a:lnTo>
                    <a:pt x="6241147" y="2817186"/>
                  </a:lnTo>
                  <a:lnTo>
                    <a:pt x="6270152" y="2791786"/>
                  </a:lnTo>
                  <a:lnTo>
                    <a:pt x="6286903" y="2829886"/>
                  </a:lnTo>
                  <a:lnTo>
                    <a:pt x="6257898" y="2842586"/>
                  </a:lnTo>
                  <a:close/>
                </a:path>
                <a:path w="6684644" h="7015480">
                  <a:moveTo>
                    <a:pt x="5051315" y="2842586"/>
                  </a:moveTo>
                  <a:lnTo>
                    <a:pt x="5038385" y="2817186"/>
                  </a:lnTo>
                  <a:lnTo>
                    <a:pt x="5060774" y="2804486"/>
                  </a:lnTo>
                  <a:lnTo>
                    <a:pt x="5073704" y="2829886"/>
                  </a:lnTo>
                  <a:lnTo>
                    <a:pt x="5051315" y="2842586"/>
                  </a:lnTo>
                  <a:close/>
                </a:path>
                <a:path w="6684644" h="7015480">
                  <a:moveTo>
                    <a:pt x="3845052" y="2842586"/>
                  </a:moveTo>
                  <a:lnTo>
                    <a:pt x="3836825" y="2829886"/>
                  </a:lnTo>
                  <a:lnTo>
                    <a:pt x="3851076" y="2817186"/>
                  </a:lnTo>
                  <a:lnTo>
                    <a:pt x="3859297" y="2829886"/>
                  </a:lnTo>
                  <a:lnTo>
                    <a:pt x="3845052" y="2842586"/>
                  </a:lnTo>
                  <a:close/>
                </a:path>
                <a:path w="6684644" h="7015480">
                  <a:moveTo>
                    <a:pt x="5923673" y="2867986"/>
                  </a:moveTo>
                  <a:lnTo>
                    <a:pt x="5907515" y="2829886"/>
                  </a:lnTo>
                  <a:lnTo>
                    <a:pt x="5935502" y="2817186"/>
                  </a:lnTo>
                  <a:lnTo>
                    <a:pt x="5951660" y="2842586"/>
                  </a:lnTo>
                  <a:lnTo>
                    <a:pt x="5923673" y="2867986"/>
                  </a:lnTo>
                  <a:close/>
                </a:path>
                <a:path w="6684644" h="7015480">
                  <a:moveTo>
                    <a:pt x="4717198" y="2867986"/>
                  </a:moveTo>
                  <a:lnTo>
                    <a:pt x="4705151" y="2842586"/>
                  </a:lnTo>
                  <a:lnTo>
                    <a:pt x="4726018" y="2829886"/>
                  </a:lnTo>
                  <a:lnTo>
                    <a:pt x="4738065" y="2855286"/>
                  </a:lnTo>
                  <a:lnTo>
                    <a:pt x="4717198" y="2867986"/>
                  </a:lnTo>
                  <a:close/>
                </a:path>
                <a:path w="6684644" h="7015480">
                  <a:moveTo>
                    <a:pt x="5589456" y="2880686"/>
                  </a:moveTo>
                  <a:lnTo>
                    <a:pt x="5573884" y="2855286"/>
                  </a:lnTo>
                  <a:lnTo>
                    <a:pt x="5600858" y="2842586"/>
                  </a:lnTo>
                  <a:lnTo>
                    <a:pt x="5616429" y="2867986"/>
                  </a:lnTo>
                  <a:lnTo>
                    <a:pt x="5589456" y="2880686"/>
                  </a:lnTo>
                  <a:close/>
                </a:path>
                <a:path w="6684644" h="7015480">
                  <a:moveTo>
                    <a:pt x="4383194" y="2880686"/>
                  </a:moveTo>
                  <a:lnTo>
                    <a:pt x="4372326" y="2867986"/>
                  </a:lnTo>
                  <a:lnTo>
                    <a:pt x="4391155" y="2855286"/>
                  </a:lnTo>
                  <a:lnTo>
                    <a:pt x="4402024" y="2867986"/>
                  </a:lnTo>
                  <a:lnTo>
                    <a:pt x="4383194" y="2880686"/>
                  </a:lnTo>
                  <a:close/>
                </a:path>
                <a:path w="6684644" h="7015480">
                  <a:moveTo>
                    <a:pt x="5255451" y="2906086"/>
                  </a:moveTo>
                  <a:lnTo>
                    <a:pt x="5241058" y="2880686"/>
                  </a:lnTo>
                  <a:lnTo>
                    <a:pt x="5265988" y="2855286"/>
                  </a:lnTo>
                  <a:lnTo>
                    <a:pt x="5280387" y="2880686"/>
                  </a:lnTo>
                  <a:lnTo>
                    <a:pt x="5255451" y="2906086"/>
                  </a:lnTo>
                  <a:close/>
                </a:path>
                <a:path w="6684644" h="7015480">
                  <a:moveTo>
                    <a:pt x="6462141" y="2893386"/>
                  </a:moveTo>
                  <a:lnTo>
                    <a:pt x="6444224" y="2867986"/>
                  </a:lnTo>
                  <a:lnTo>
                    <a:pt x="6475261" y="2855286"/>
                  </a:lnTo>
                  <a:lnTo>
                    <a:pt x="6493178" y="2880686"/>
                  </a:lnTo>
                  <a:lnTo>
                    <a:pt x="6462141" y="2893386"/>
                  </a:lnTo>
                  <a:close/>
                </a:path>
                <a:path w="6684644" h="7015480">
                  <a:moveTo>
                    <a:pt x="4065584" y="2893386"/>
                  </a:moveTo>
                  <a:lnTo>
                    <a:pt x="4049301" y="2893386"/>
                  </a:lnTo>
                  <a:lnTo>
                    <a:pt x="4039896" y="2880686"/>
                  </a:lnTo>
                  <a:lnTo>
                    <a:pt x="4056178" y="2867986"/>
                  </a:lnTo>
                  <a:lnTo>
                    <a:pt x="4065584" y="2893386"/>
                  </a:lnTo>
                  <a:close/>
                </a:path>
                <a:path w="6684644" h="7015480">
                  <a:moveTo>
                    <a:pt x="6128030" y="2918786"/>
                  </a:moveTo>
                  <a:lnTo>
                    <a:pt x="6110990" y="2893386"/>
                  </a:lnTo>
                  <a:lnTo>
                    <a:pt x="6140504" y="2867986"/>
                  </a:lnTo>
                  <a:lnTo>
                    <a:pt x="6157545" y="2906086"/>
                  </a:lnTo>
                  <a:lnTo>
                    <a:pt x="6128030" y="2918786"/>
                  </a:lnTo>
                  <a:close/>
                </a:path>
                <a:path w="6684644" h="7015480">
                  <a:moveTo>
                    <a:pt x="4921555" y="2918786"/>
                  </a:moveTo>
                  <a:lnTo>
                    <a:pt x="4908624" y="2893386"/>
                  </a:lnTo>
                  <a:lnTo>
                    <a:pt x="4931013" y="2880686"/>
                  </a:lnTo>
                  <a:lnTo>
                    <a:pt x="4943944" y="2906086"/>
                  </a:lnTo>
                  <a:lnTo>
                    <a:pt x="4921555" y="2918786"/>
                  </a:lnTo>
                  <a:close/>
                </a:path>
                <a:path w="6684644" h="7015480">
                  <a:moveTo>
                    <a:pt x="5793913" y="2931486"/>
                  </a:moveTo>
                  <a:lnTo>
                    <a:pt x="5777755" y="2906086"/>
                  </a:lnTo>
                  <a:lnTo>
                    <a:pt x="5805747" y="2893386"/>
                  </a:lnTo>
                  <a:lnTo>
                    <a:pt x="5821905" y="2918786"/>
                  </a:lnTo>
                  <a:lnTo>
                    <a:pt x="5793913" y="2931486"/>
                  </a:lnTo>
                  <a:close/>
                </a:path>
                <a:path w="6684644" h="7015480">
                  <a:moveTo>
                    <a:pt x="4587443" y="2931486"/>
                  </a:moveTo>
                  <a:lnTo>
                    <a:pt x="4575396" y="2918786"/>
                  </a:lnTo>
                  <a:lnTo>
                    <a:pt x="4596263" y="2906086"/>
                  </a:lnTo>
                  <a:lnTo>
                    <a:pt x="4608310" y="2918786"/>
                  </a:lnTo>
                  <a:lnTo>
                    <a:pt x="4587443" y="2931486"/>
                  </a:lnTo>
                  <a:close/>
                </a:path>
                <a:path w="6684644" h="7015480">
                  <a:moveTo>
                    <a:pt x="6666497" y="2956886"/>
                  </a:moveTo>
                  <a:lnTo>
                    <a:pt x="6647692" y="2918786"/>
                  </a:lnTo>
                  <a:lnTo>
                    <a:pt x="6680263" y="2906086"/>
                  </a:lnTo>
                  <a:lnTo>
                    <a:pt x="6684595" y="2906086"/>
                  </a:lnTo>
                  <a:lnTo>
                    <a:pt x="6684595" y="2944186"/>
                  </a:lnTo>
                  <a:lnTo>
                    <a:pt x="6666497" y="2956886"/>
                  </a:lnTo>
                  <a:close/>
                </a:path>
                <a:path w="6684644" h="7015480">
                  <a:moveTo>
                    <a:pt x="5459696" y="2956886"/>
                  </a:moveTo>
                  <a:lnTo>
                    <a:pt x="5444124" y="2931486"/>
                  </a:lnTo>
                  <a:lnTo>
                    <a:pt x="5471097" y="2918786"/>
                  </a:lnTo>
                  <a:lnTo>
                    <a:pt x="5486669" y="2944186"/>
                  </a:lnTo>
                  <a:lnTo>
                    <a:pt x="5459696" y="2956886"/>
                  </a:lnTo>
                  <a:close/>
                </a:path>
                <a:path w="6684644" h="7015480">
                  <a:moveTo>
                    <a:pt x="6332279" y="2969586"/>
                  </a:moveTo>
                  <a:lnTo>
                    <a:pt x="6314060" y="2944186"/>
                  </a:lnTo>
                  <a:lnTo>
                    <a:pt x="6345606" y="2918786"/>
                  </a:lnTo>
                  <a:lnTo>
                    <a:pt x="6363825" y="2956886"/>
                  </a:lnTo>
                  <a:lnTo>
                    <a:pt x="6332279" y="2969586"/>
                  </a:lnTo>
                  <a:close/>
                </a:path>
                <a:path w="6684644" h="7015480">
                  <a:moveTo>
                    <a:pt x="4253545" y="2956886"/>
                  </a:moveTo>
                  <a:lnTo>
                    <a:pt x="4242966" y="2931486"/>
                  </a:lnTo>
                  <a:lnTo>
                    <a:pt x="4261286" y="2931486"/>
                  </a:lnTo>
                  <a:lnTo>
                    <a:pt x="4271865" y="2944186"/>
                  </a:lnTo>
                  <a:lnTo>
                    <a:pt x="4253545" y="2956886"/>
                  </a:lnTo>
                  <a:close/>
                </a:path>
                <a:path w="6684644" h="7015480">
                  <a:moveTo>
                    <a:pt x="5125691" y="2969586"/>
                  </a:moveTo>
                  <a:lnTo>
                    <a:pt x="5111298" y="2944186"/>
                  </a:lnTo>
                  <a:lnTo>
                    <a:pt x="5136234" y="2931486"/>
                  </a:lnTo>
                  <a:lnTo>
                    <a:pt x="5150626" y="2956886"/>
                  </a:lnTo>
                  <a:lnTo>
                    <a:pt x="5125691" y="2969586"/>
                  </a:lnTo>
                  <a:close/>
                </a:path>
                <a:path w="6684644" h="7015480">
                  <a:moveTo>
                    <a:pt x="3935823" y="2969586"/>
                  </a:moveTo>
                  <a:lnTo>
                    <a:pt x="3919540" y="2969586"/>
                  </a:lnTo>
                  <a:lnTo>
                    <a:pt x="3910140" y="2956886"/>
                  </a:lnTo>
                  <a:lnTo>
                    <a:pt x="3926417" y="2944186"/>
                  </a:lnTo>
                  <a:lnTo>
                    <a:pt x="3935823" y="2969586"/>
                  </a:lnTo>
                  <a:close/>
                </a:path>
                <a:path w="6684644" h="7015480">
                  <a:moveTo>
                    <a:pt x="5998161" y="2994986"/>
                  </a:moveTo>
                  <a:lnTo>
                    <a:pt x="5980831" y="2969586"/>
                  </a:lnTo>
                  <a:lnTo>
                    <a:pt x="6010849" y="2944186"/>
                  </a:lnTo>
                  <a:lnTo>
                    <a:pt x="6028185" y="2982286"/>
                  </a:lnTo>
                  <a:lnTo>
                    <a:pt x="5998161" y="2994986"/>
                  </a:lnTo>
                  <a:close/>
                </a:path>
                <a:path w="6684644" h="7015480">
                  <a:moveTo>
                    <a:pt x="4791793" y="2994986"/>
                  </a:moveTo>
                  <a:lnTo>
                    <a:pt x="4778863" y="2969586"/>
                  </a:lnTo>
                  <a:lnTo>
                    <a:pt x="4801258" y="2956886"/>
                  </a:lnTo>
                  <a:lnTo>
                    <a:pt x="4814182" y="2982286"/>
                  </a:lnTo>
                  <a:lnTo>
                    <a:pt x="4791793" y="2994986"/>
                  </a:lnTo>
                  <a:close/>
                </a:path>
                <a:path w="6684644" h="7015480">
                  <a:moveTo>
                    <a:pt x="5664051" y="3007686"/>
                  </a:moveTo>
                  <a:lnTo>
                    <a:pt x="5647596" y="2982286"/>
                  </a:lnTo>
                  <a:lnTo>
                    <a:pt x="5676093" y="2969586"/>
                  </a:lnTo>
                  <a:lnTo>
                    <a:pt x="5692547" y="2994986"/>
                  </a:lnTo>
                  <a:lnTo>
                    <a:pt x="5664051" y="3007686"/>
                  </a:lnTo>
                  <a:close/>
                </a:path>
                <a:path w="6684644" h="7015480">
                  <a:moveTo>
                    <a:pt x="4457789" y="3007686"/>
                  </a:moveTo>
                  <a:lnTo>
                    <a:pt x="4446038" y="2994986"/>
                  </a:lnTo>
                  <a:lnTo>
                    <a:pt x="4466390" y="2982286"/>
                  </a:lnTo>
                  <a:lnTo>
                    <a:pt x="4478141" y="2994986"/>
                  </a:lnTo>
                  <a:lnTo>
                    <a:pt x="4457789" y="3007686"/>
                  </a:lnTo>
                  <a:close/>
                </a:path>
                <a:path w="6684644" h="7015480">
                  <a:moveTo>
                    <a:pt x="6536630" y="3033086"/>
                  </a:moveTo>
                  <a:lnTo>
                    <a:pt x="6517533" y="2994986"/>
                  </a:lnTo>
                  <a:lnTo>
                    <a:pt x="6550608" y="2982286"/>
                  </a:lnTo>
                  <a:lnTo>
                    <a:pt x="6569704" y="3007686"/>
                  </a:lnTo>
                  <a:lnTo>
                    <a:pt x="6536630" y="3033086"/>
                  </a:lnTo>
                  <a:close/>
                </a:path>
                <a:path w="6684644" h="7015480">
                  <a:moveTo>
                    <a:pt x="4123784" y="3033086"/>
                  </a:moveTo>
                  <a:lnTo>
                    <a:pt x="4113205" y="3007686"/>
                  </a:lnTo>
                  <a:lnTo>
                    <a:pt x="4131531" y="2994986"/>
                  </a:lnTo>
                  <a:lnTo>
                    <a:pt x="4142110" y="3020386"/>
                  </a:lnTo>
                  <a:lnTo>
                    <a:pt x="4123784" y="3033086"/>
                  </a:lnTo>
                  <a:close/>
                </a:path>
                <a:path w="6684644" h="7015480">
                  <a:moveTo>
                    <a:pt x="5329934" y="3033086"/>
                  </a:moveTo>
                  <a:lnTo>
                    <a:pt x="5314362" y="3007686"/>
                  </a:lnTo>
                  <a:lnTo>
                    <a:pt x="5341336" y="2994986"/>
                  </a:lnTo>
                  <a:lnTo>
                    <a:pt x="5356907" y="3020386"/>
                  </a:lnTo>
                  <a:lnTo>
                    <a:pt x="5329934" y="3033086"/>
                  </a:lnTo>
                  <a:close/>
                </a:path>
                <a:path w="6684644" h="7015480">
                  <a:moveTo>
                    <a:pt x="6202406" y="3045786"/>
                  </a:moveTo>
                  <a:lnTo>
                    <a:pt x="6183902" y="3020386"/>
                  </a:lnTo>
                  <a:lnTo>
                    <a:pt x="6215958" y="2994986"/>
                  </a:lnTo>
                  <a:lnTo>
                    <a:pt x="6234467" y="3033086"/>
                  </a:lnTo>
                  <a:lnTo>
                    <a:pt x="6202406" y="3045786"/>
                  </a:lnTo>
                  <a:close/>
                </a:path>
                <a:path w="6684644" h="7015480">
                  <a:moveTo>
                    <a:pt x="4995931" y="3045786"/>
                  </a:moveTo>
                  <a:lnTo>
                    <a:pt x="4981538" y="3020386"/>
                  </a:lnTo>
                  <a:lnTo>
                    <a:pt x="5006473" y="3007686"/>
                  </a:lnTo>
                  <a:lnTo>
                    <a:pt x="5020866" y="3033086"/>
                  </a:lnTo>
                  <a:lnTo>
                    <a:pt x="4995931" y="3045786"/>
                  </a:lnTo>
                  <a:close/>
                </a:path>
                <a:path w="6684644" h="7015480">
                  <a:moveTo>
                    <a:pt x="5868295" y="3071186"/>
                  </a:moveTo>
                  <a:lnTo>
                    <a:pt x="5850668" y="3033086"/>
                  </a:lnTo>
                  <a:lnTo>
                    <a:pt x="5881201" y="3020386"/>
                  </a:lnTo>
                  <a:lnTo>
                    <a:pt x="5898828" y="3045786"/>
                  </a:lnTo>
                  <a:lnTo>
                    <a:pt x="5868295" y="3071186"/>
                  </a:lnTo>
                  <a:close/>
                </a:path>
                <a:path w="6684644" h="7015480">
                  <a:moveTo>
                    <a:pt x="4662038" y="3071186"/>
                  </a:moveTo>
                  <a:lnTo>
                    <a:pt x="4649108" y="3045786"/>
                  </a:lnTo>
                  <a:lnTo>
                    <a:pt x="4671503" y="3033086"/>
                  </a:lnTo>
                  <a:lnTo>
                    <a:pt x="4684427" y="3058486"/>
                  </a:lnTo>
                  <a:lnTo>
                    <a:pt x="4662038" y="3071186"/>
                  </a:lnTo>
                  <a:close/>
                </a:path>
                <a:path w="6684644" h="7015480">
                  <a:moveTo>
                    <a:pt x="5534291" y="3083886"/>
                  </a:moveTo>
                  <a:lnTo>
                    <a:pt x="5517836" y="3058486"/>
                  </a:lnTo>
                  <a:lnTo>
                    <a:pt x="5546338" y="3045786"/>
                  </a:lnTo>
                  <a:lnTo>
                    <a:pt x="5562793" y="3071186"/>
                  </a:lnTo>
                  <a:lnTo>
                    <a:pt x="5534291" y="3083886"/>
                  </a:lnTo>
                  <a:close/>
                </a:path>
                <a:path w="6684644" h="7015480">
                  <a:moveTo>
                    <a:pt x="4328033" y="3083886"/>
                  </a:moveTo>
                  <a:lnTo>
                    <a:pt x="4316282" y="3071186"/>
                  </a:lnTo>
                  <a:lnTo>
                    <a:pt x="4336634" y="3058486"/>
                  </a:lnTo>
                  <a:lnTo>
                    <a:pt x="4348385" y="3071186"/>
                  </a:lnTo>
                  <a:lnTo>
                    <a:pt x="4328033" y="3083886"/>
                  </a:lnTo>
                  <a:close/>
                </a:path>
                <a:path w="6684644" h="7015480">
                  <a:moveTo>
                    <a:pt x="5200179" y="3109286"/>
                  </a:moveTo>
                  <a:lnTo>
                    <a:pt x="5184607" y="3083886"/>
                  </a:lnTo>
                  <a:lnTo>
                    <a:pt x="5211575" y="3058486"/>
                  </a:lnTo>
                  <a:lnTo>
                    <a:pt x="5227147" y="3096586"/>
                  </a:lnTo>
                  <a:lnTo>
                    <a:pt x="5200179" y="3109286"/>
                  </a:lnTo>
                  <a:close/>
                </a:path>
                <a:path w="6684644" h="7015480">
                  <a:moveTo>
                    <a:pt x="6406762" y="3109286"/>
                  </a:moveTo>
                  <a:lnTo>
                    <a:pt x="6387370" y="3071186"/>
                  </a:lnTo>
                  <a:lnTo>
                    <a:pt x="6420959" y="3058486"/>
                  </a:lnTo>
                  <a:lnTo>
                    <a:pt x="6440352" y="3083886"/>
                  </a:lnTo>
                  <a:lnTo>
                    <a:pt x="6406762" y="3109286"/>
                  </a:lnTo>
                  <a:close/>
                </a:path>
                <a:path w="6684644" h="7015480">
                  <a:moveTo>
                    <a:pt x="3994135" y="3109286"/>
                  </a:moveTo>
                  <a:lnTo>
                    <a:pt x="3983853" y="3083886"/>
                  </a:lnTo>
                  <a:lnTo>
                    <a:pt x="4001657" y="3071186"/>
                  </a:lnTo>
                  <a:lnTo>
                    <a:pt x="4011940" y="3096586"/>
                  </a:lnTo>
                  <a:lnTo>
                    <a:pt x="3994135" y="3109286"/>
                  </a:lnTo>
                  <a:close/>
                </a:path>
                <a:path w="6684644" h="7015480">
                  <a:moveTo>
                    <a:pt x="6072644" y="3121986"/>
                  </a:moveTo>
                  <a:lnTo>
                    <a:pt x="6054140" y="3096586"/>
                  </a:lnTo>
                  <a:lnTo>
                    <a:pt x="6086196" y="3071186"/>
                  </a:lnTo>
                  <a:lnTo>
                    <a:pt x="6104706" y="3109286"/>
                  </a:lnTo>
                  <a:lnTo>
                    <a:pt x="6072644" y="3121986"/>
                  </a:lnTo>
                  <a:close/>
                </a:path>
                <a:path w="6684644" h="7015480">
                  <a:moveTo>
                    <a:pt x="4866175" y="3121986"/>
                  </a:moveTo>
                  <a:lnTo>
                    <a:pt x="4851776" y="3096586"/>
                  </a:lnTo>
                  <a:lnTo>
                    <a:pt x="4876712" y="3083886"/>
                  </a:lnTo>
                  <a:lnTo>
                    <a:pt x="4891105" y="3109286"/>
                  </a:lnTo>
                  <a:lnTo>
                    <a:pt x="4866175" y="3121986"/>
                  </a:lnTo>
                  <a:close/>
                </a:path>
                <a:path w="6684644" h="7015480">
                  <a:moveTo>
                    <a:pt x="5738539" y="3147386"/>
                  </a:moveTo>
                  <a:lnTo>
                    <a:pt x="5720912" y="3109286"/>
                  </a:lnTo>
                  <a:lnTo>
                    <a:pt x="5751445" y="3096586"/>
                  </a:lnTo>
                  <a:lnTo>
                    <a:pt x="5769072" y="3121986"/>
                  </a:lnTo>
                  <a:lnTo>
                    <a:pt x="5738539" y="3147386"/>
                  </a:lnTo>
                  <a:close/>
                </a:path>
                <a:path w="6684644" h="7015480">
                  <a:moveTo>
                    <a:pt x="4532278" y="3147386"/>
                  </a:moveTo>
                  <a:lnTo>
                    <a:pt x="4519353" y="3121986"/>
                  </a:lnTo>
                  <a:lnTo>
                    <a:pt x="4541742" y="3109286"/>
                  </a:lnTo>
                  <a:lnTo>
                    <a:pt x="4554667" y="3134686"/>
                  </a:lnTo>
                  <a:lnTo>
                    <a:pt x="4532278" y="3147386"/>
                  </a:lnTo>
                  <a:close/>
                </a:path>
                <a:path w="6684644" h="7015480">
                  <a:moveTo>
                    <a:pt x="6611006" y="3160086"/>
                  </a:moveTo>
                  <a:lnTo>
                    <a:pt x="6590441" y="3121986"/>
                  </a:lnTo>
                  <a:lnTo>
                    <a:pt x="6626062" y="3109286"/>
                  </a:lnTo>
                  <a:lnTo>
                    <a:pt x="6646627" y="3147386"/>
                  </a:lnTo>
                  <a:lnTo>
                    <a:pt x="6611006" y="3160086"/>
                  </a:lnTo>
                  <a:close/>
                </a:path>
                <a:path w="6684644" h="7015480">
                  <a:moveTo>
                    <a:pt x="5404535" y="3160086"/>
                  </a:moveTo>
                  <a:lnTo>
                    <a:pt x="5388080" y="3134686"/>
                  </a:lnTo>
                  <a:lnTo>
                    <a:pt x="5416576" y="3121986"/>
                  </a:lnTo>
                  <a:lnTo>
                    <a:pt x="5433031" y="3147386"/>
                  </a:lnTo>
                  <a:lnTo>
                    <a:pt x="5404535" y="3160086"/>
                  </a:lnTo>
                  <a:close/>
                </a:path>
                <a:path w="6684644" h="7015480">
                  <a:moveTo>
                    <a:pt x="6276900" y="3185486"/>
                  </a:moveTo>
                  <a:lnTo>
                    <a:pt x="6257212" y="3147386"/>
                  </a:lnTo>
                  <a:lnTo>
                    <a:pt x="6291304" y="3121986"/>
                  </a:lnTo>
                  <a:lnTo>
                    <a:pt x="6310987" y="3160086"/>
                  </a:lnTo>
                  <a:lnTo>
                    <a:pt x="6276900" y="3185486"/>
                  </a:lnTo>
                  <a:close/>
                </a:path>
                <a:path w="6684644" h="7015480">
                  <a:moveTo>
                    <a:pt x="4198379" y="3160086"/>
                  </a:moveTo>
                  <a:lnTo>
                    <a:pt x="4186918" y="3147386"/>
                  </a:lnTo>
                  <a:lnTo>
                    <a:pt x="4206766" y="3134686"/>
                  </a:lnTo>
                  <a:lnTo>
                    <a:pt x="4218221" y="3147386"/>
                  </a:lnTo>
                  <a:lnTo>
                    <a:pt x="4198379" y="3160086"/>
                  </a:lnTo>
                  <a:close/>
                </a:path>
                <a:path w="6684644" h="7015480">
                  <a:moveTo>
                    <a:pt x="5070419" y="3185486"/>
                  </a:moveTo>
                  <a:lnTo>
                    <a:pt x="5054847" y="3160086"/>
                  </a:lnTo>
                  <a:lnTo>
                    <a:pt x="5081821" y="3134686"/>
                  </a:lnTo>
                  <a:lnTo>
                    <a:pt x="5097392" y="3160086"/>
                  </a:lnTo>
                  <a:lnTo>
                    <a:pt x="5070419" y="3185486"/>
                  </a:lnTo>
                  <a:close/>
                </a:path>
                <a:path w="6684644" h="7015480">
                  <a:moveTo>
                    <a:pt x="3864377" y="3185486"/>
                  </a:moveTo>
                  <a:lnTo>
                    <a:pt x="3854094" y="3160086"/>
                  </a:lnTo>
                  <a:lnTo>
                    <a:pt x="3871905" y="3147386"/>
                  </a:lnTo>
                  <a:lnTo>
                    <a:pt x="3882187" y="3172786"/>
                  </a:lnTo>
                  <a:lnTo>
                    <a:pt x="3864377" y="3185486"/>
                  </a:lnTo>
                  <a:close/>
                </a:path>
                <a:path w="6684644" h="7015480">
                  <a:moveTo>
                    <a:pt x="5942783" y="3198186"/>
                  </a:moveTo>
                  <a:lnTo>
                    <a:pt x="5923977" y="3172786"/>
                  </a:lnTo>
                  <a:lnTo>
                    <a:pt x="5956548" y="3147386"/>
                  </a:lnTo>
                  <a:lnTo>
                    <a:pt x="5975348" y="3185486"/>
                  </a:lnTo>
                  <a:lnTo>
                    <a:pt x="5942783" y="3198186"/>
                  </a:lnTo>
                  <a:close/>
                </a:path>
                <a:path w="6684644" h="7015480">
                  <a:moveTo>
                    <a:pt x="4736521" y="3198186"/>
                  </a:moveTo>
                  <a:lnTo>
                    <a:pt x="4722424" y="3172786"/>
                  </a:lnTo>
                  <a:lnTo>
                    <a:pt x="4746851" y="3160086"/>
                  </a:lnTo>
                  <a:lnTo>
                    <a:pt x="4760948" y="3185486"/>
                  </a:lnTo>
                  <a:lnTo>
                    <a:pt x="4736521" y="3198186"/>
                  </a:lnTo>
                  <a:close/>
                </a:path>
                <a:path w="6684644" h="7015480">
                  <a:moveTo>
                    <a:pt x="5608667" y="3223586"/>
                  </a:moveTo>
                  <a:lnTo>
                    <a:pt x="5590750" y="3185486"/>
                  </a:lnTo>
                  <a:lnTo>
                    <a:pt x="5621792" y="3172786"/>
                  </a:lnTo>
                  <a:lnTo>
                    <a:pt x="5639710" y="3198186"/>
                  </a:lnTo>
                  <a:lnTo>
                    <a:pt x="5608667" y="3223586"/>
                  </a:lnTo>
                  <a:close/>
                </a:path>
                <a:path w="6684644" h="7015480">
                  <a:moveTo>
                    <a:pt x="4402629" y="3223586"/>
                  </a:moveTo>
                  <a:lnTo>
                    <a:pt x="4389995" y="3198186"/>
                  </a:lnTo>
                  <a:lnTo>
                    <a:pt x="4411875" y="3185486"/>
                  </a:lnTo>
                  <a:lnTo>
                    <a:pt x="4424509" y="3210886"/>
                  </a:lnTo>
                  <a:lnTo>
                    <a:pt x="4402629" y="3223586"/>
                  </a:lnTo>
                  <a:close/>
                </a:path>
                <a:path w="6684644" h="7015480">
                  <a:moveTo>
                    <a:pt x="6481144" y="3236286"/>
                  </a:moveTo>
                  <a:lnTo>
                    <a:pt x="6460283" y="3198186"/>
                  </a:lnTo>
                  <a:lnTo>
                    <a:pt x="6496413" y="3185486"/>
                  </a:lnTo>
                  <a:lnTo>
                    <a:pt x="6517274" y="3210886"/>
                  </a:lnTo>
                  <a:lnTo>
                    <a:pt x="6481144" y="3236286"/>
                  </a:lnTo>
                  <a:close/>
                </a:path>
                <a:path w="6684644" h="7015480">
                  <a:moveTo>
                    <a:pt x="5274774" y="3236286"/>
                  </a:moveTo>
                  <a:lnTo>
                    <a:pt x="5258320" y="3210886"/>
                  </a:lnTo>
                  <a:lnTo>
                    <a:pt x="5286816" y="3198186"/>
                  </a:lnTo>
                  <a:lnTo>
                    <a:pt x="5303270" y="3223586"/>
                  </a:lnTo>
                  <a:lnTo>
                    <a:pt x="5274774" y="3236286"/>
                  </a:lnTo>
                  <a:close/>
                </a:path>
                <a:path w="6684644" h="7015480">
                  <a:moveTo>
                    <a:pt x="6147026" y="3261686"/>
                  </a:moveTo>
                  <a:lnTo>
                    <a:pt x="6127047" y="3223586"/>
                  </a:lnTo>
                  <a:lnTo>
                    <a:pt x="6161650" y="3198186"/>
                  </a:lnTo>
                  <a:lnTo>
                    <a:pt x="6181628" y="3236286"/>
                  </a:lnTo>
                  <a:lnTo>
                    <a:pt x="6147026" y="3261686"/>
                  </a:lnTo>
                  <a:close/>
                </a:path>
                <a:path w="6684644" h="7015480">
                  <a:moveTo>
                    <a:pt x="4068624" y="3236286"/>
                  </a:moveTo>
                  <a:lnTo>
                    <a:pt x="4057163" y="3210886"/>
                  </a:lnTo>
                  <a:lnTo>
                    <a:pt x="4077011" y="3210886"/>
                  </a:lnTo>
                  <a:lnTo>
                    <a:pt x="4088466" y="3223586"/>
                  </a:lnTo>
                  <a:lnTo>
                    <a:pt x="4068624" y="3236286"/>
                  </a:lnTo>
                  <a:close/>
                </a:path>
                <a:path w="6684644" h="7015480">
                  <a:moveTo>
                    <a:pt x="4940663" y="3261686"/>
                  </a:moveTo>
                  <a:lnTo>
                    <a:pt x="4925092" y="3223586"/>
                  </a:lnTo>
                  <a:lnTo>
                    <a:pt x="4952059" y="3210886"/>
                  </a:lnTo>
                  <a:lnTo>
                    <a:pt x="4967631" y="3236286"/>
                  </a:lnTo>
                  <a:lnTo>
                    <a:pt x="4940663" y="3261686"/>
                  </a:lnTo>
                  <a:close/>
                </a:path>
                <a:path w="6684644" h="7015480">
                  <a:moveTo>
                    <a:pt x="5813022" y="3274386"/>
                  </a:moveTo>
                  <a:lnTo>
                    <a:pt x="5794222" y="3248986"/>
                  </a:lnTo>
                  <a:lnTo>
                    <a:pt x="5826787" y="3223586"/>
                  </a:lnTo>
                  <a:lnTo>
                    <a:pt x="5845593" y="3261686"/>
                  </a:lnTo>
                  <a:lnTo>
                    <a:pt x="5813022" y="3274386"/>
                  </a:lnTo>
                  <a:close/>
                </a:path>
                <a:path w="6684644" h="7015480">
                  <a:moveTo>
                    <a:pt x="4606766" y="3274386"/>
                  </a:moveTo>
                  <a:lnTo>
                    <a:pt x="4592669" y="3248986"/>
                  </a:lnTo>
                  <a:lnTo>
                    <a:pt x="4617090" y="3236286"/>
                  </a:lnTo>
                  <a:lnTo>
                    <a:pt x="4631187" y="3261686"/>
                  </a:lnTo>
                  <a:lnTo>
                    <a:pt x="4606766" y="3274386"/>
                  </a:lnTo>
                  <a:close/>
                </a:path>
                <a:path w="6684644" h="7015480">
                  <a:moveTo>
                    <a:pt x="5478911" y="3299786"/>
                  </a:moveTo>
                  <a:lnTo>
                    <a:pt x="5460994" y="3261686"/>
                  </a:lnTo>
                  <a:lnTo>
                    <a:pt x="5492031" y="3248986"/>
                  </a:lnTo>
                  <a:lnTo>
                    <a:pt x="5509954" y="3274386"/>
                  </a:lnTo>
                  <a:lnTo>
                    <a:pt x="5478911" y="3299786"/>
                  </a:lnTo>
                  <a:close/>
                </a:path>
                <a:path w="6684644" h="7015480">
                  <a:moveTo>
                    <a:pt x="6684595" y="3287086"/>
                  </a:moveTo>
                  <a:lnTo>
                    <a:pt x="6663750" y="3261686"/>
                  </a:lnTo>
                  <a:lnTo>
                    <a:pt x="6684595" y="3248986"/>
                  </a:lnTo>
                  <a:lnTo>
                    <a:pt x="6684595" y="3287086"/>
                  </a:lnTo>
                  <a:close/>
                </a:path>
                <a:path w="6684644" h="7015480">
                  <a:moveTo>
                    <a:pt x="4272867" y="3287086"/>
                  </a:moveTo>
                  <a:lnTo>
                    <a:pt x="4260233" y="3274386"/>
                  </a:lnTo>
                  <a:lnTo>
                    <a:pt x="4282119" y="3261686"/>
                  </a:lnTo>
                  <a:lnTo>
                    <a:pt x="4294753" y="3274386"/>
                  </a:lnTo>
                  <a:lnTo>
                    <a:pt x="4272867" y="3287086"/>
                  </a:lnTo>
                  <a:close/>
                </a:path>
                <a:path w="6684644" h="7015480">
                  <a:moveTo>
                    <a:pt x="5145014" y="3312486"/>
                  </a:moveTo>
                  <a:lnTo>
                    <a:pt x="5128560" y="3287086"/>
                  </a:lnTo>
                  <a:lnTo>
                    <a:pt x="5157056" y="3261686"/>
                  </a:lnTo>
                  <a:lnTo>
                    <a:pt x="5173510" y="3299786"/>
                  </a:lnTo>
                  <a:lnTo>
                    <a:pt x="5145014" y="3312486"/>
                  </a:lnTo>
                  <a:close/>
                </a:path>
                <a:path w="6684644" h="7015480">
                  <a:moveTo>
                    <a:pt x="6351276" y="3312486"/>
                  </a:moveTo>
                  <a:lnTo>
                    <a:pt x="6330125" y="3274386"/>
                  </a:lnTo>
                  <a:lnTo>
                    <a:pt x="6366759" y="3261686"/>
                  </a:lnTo>
                  <a:lnTo>
                    <a:pt x="6387910" y="3287086"/>
                  </a:lnTo>
                  <a:lnTo>
                    <a:pt x="6351276" y="3312486"/>
                  </a:lnTo>
                  <a:close/>
                </a:path>
                <a:path w="6684644" h="7015480">
                  <a:moveTo>
                    <a:pt x="3938978" y="3312486"/>
                  </a:moveTo>
                  <a:lnTo>
                    <a:pt x="3927813" y="3287086"/>
                  </a:lnTo>
                  <a:lnTo>
                    <a:pt x="3947145" y="3274386"/>
                  </a:lnTo>
                  <a:lnTo>
                    <a:pt x="3958310" y="3299786"/>
                  </a:lnTo>
                  <a:lnTo>
                    <a:pt x="3938978" y="3312486"/>
                  </a:lnTo>
                  <a:close/>
                </a:path>
                <a:path w="6684644" h="7015480">
                  <a:moveTo>
                    <a:pt x="6017165" y="3337886"/>
                  </a:moveTo>
                  <a:lnTo>
                    <a:pt x="5996890" y="3299786"/>
                  </a:lnTo>
                  <a:lnTo>
                    <a:pt x="6032002" y="3274386"/>
                  </a:lnTo>
                  <a:lnTo>
                    <a:pt x="6052277" y="3312486"/>
                  </a:lnTo>
                  <a:lnTo>
                    <a:pt x="6017165" y="3337886"/>
                  </a:lnTo>
                  <a:close/>
                </a:path>
                <a:path w="6684644" h="7015480">
                  <a:moveTo>
                    <a:pt x="4810903" y="3325186"/>
                  </a:moveTo>
                  <a:lnTo>
                    <a:pt x="4795331" y="3299786"/>
                  </a:lnTo>
                  <a:lnTo>
                    <a:pt x="4822299" y="3287086"/>
                  </a:lnTo>
                  <a:lnTo>
                    <a:pt x="4837870" y="3312486"/>
                  </a:lnTo>
                  <a:lnTo>
                    <a:pt x="4810903" y="3325186"/>
                  </a:lnTo>
                  <a:close/>
                </a:path>
                <a:path w="6684644" h="7015480">
                  <a:moveTo>
                    <a:pt x="5683161" y="3350586"/>
                  </a:moveTo>
                  <a:lnTo>
                    <a:pt x="5664059" y="3312486"/>
                  </a:lnTo>
                  <a:lnTo>
                    <a:pt x="5697133" y="3299786"/>
                  </a:lnTo>
                  <a:lnTo>
                    <a:pt x="5716235" y="3325186"/>
                  </a:lnTo>
                  <a:lnTo>
                    <a:pt x="5683161" y="3350586"/>
                  </a:lnTo>
                  <a:close/>
                </a:path>
                <a:path w="6684644" h="7015480">
                  <a:moveTo>
                    <a:pt x="4477111" y="3350586"/>
                  </a:moveTo>
                  <a:lnTo>
                    <a:pt x="4463305" y="3325186"/>
                  </a:lnTo>
                  <a:lnTo>
                    <a:pt x="4487222" y="3312486"/>
                  </a:lnTo>
                  <a:lnTo>
                    <a:pt x="4501028" y="3337886"/>
                  </a:lnTo>
                  <a:lnTo>
                    <a:pt x="4477111" y="3350586"/>
                  </a:lnTo>
                  <a:close/>
                </a:path>
                <a:path w="6684644" h="7015480">
                  <a:moveTo>
                    <a:pt x="6555632" y="3363286"/>
                  </a:moveTo>
                  <a:lnTo>
                    <a:pt x="6533598" y="3325186"/>
                  </a:lnTo>
                  <a:lnTo>
                    <a:pt x="6571760" y="3312486"/>
                  </a:lnTo>
                  <a:lnTo>
                    <a:pt x="6593794" y="3350586"/>
                  </a:lnTo>
                  <a:lnTo>
                    <a:pt x="6555632" y="3363286"/>
                  </a:lnTo>
                  <a:close/>
                </a:path>
                <a:path w="6684644" h="7015480">
                  <a:moveTo>
                    <a:pt x="5349150" y="3363286"/>
                  </a:moveTo>
                  <a:lnTo>
                    <a:pt x="5331233" y="3337886"/>
                  </a:lnTo>
                  <a:lnTo>
                    <a:pt x="5362270" y="3325186"/>
                  </a:lnTo>
                  <a:lnTo>
                    <a:pt x="5380193" y="3350586"/>
                  </a:lnTo>
                  <a:lnTo>
                    <a:pt x="5349150" y="3363286"/>
                  </a:lnTo>
                  <a:close/>
                </a:path>
                <a:path w="6684644" h="7015480">
                  <a:moveTo>
                    <a:pt x="6221514" y="3388686"/>
                  </a:moveTo>
                  <a:lnTo>
                    <a:pt x="6200363" y="3350586"/>
                  </a:lnTo>
                  <a:lnTo>
                    <a:pt x="6237003" y="3325186"/>
                  </a:lnTo>
                  <a:lnTo>
                    <a:pt x="6258154" y="3363286"/>
                  </a:lnTo>
                  <a:lnTo>
                    <a:pt x="6221514" y="3388686"/>
                  </a:lnTo>
                  <a:close/>
                </a:path>
                <a:path w="6684644" h="7015480">
                  <a:moveTo>
                    <a:pt x="4143219" y="3363286"/>
                  </a:moveTo>
                  <a:lnTo>
                    <a:pt x="4130875" y="3350586"/>
                  </a:lnTo>
                  <a:lnTo>
                    <a:pt x="4152246" y="3337886"/>
                  </a:lnTo>
                  <a:lnTo>
                    <a:pt x="4164584" y="3350586"/>
                  </a:lnTo>
                  <a:lnTo>
                    <a:pt x="4143219" y="3363286"/>
                  </a:lnTo>
                  <a:close/>
                </a:path>
                <a:path w="6684644" h="7015480">
                  <a:moveTo>
                    <a:pt x="5015259" y="3388686"/>
                  </a:moveTo>
                  <a:lnTo>
                    <a:pt x="4998804" y="3363286"/>
                  </a:lnTo>
                  <a:lnTo>
                    <a:pt x="5027300" y="3337886"/>
                  </a:lnTo>
                  <a:lnTo>
                    <a:pt x="5043755" y="3375986"/>
                  </a:lnTo>
                  <a:lnTo>
                    <a:pt x="5015259" y="3388686"/>
                  </a:lnTo>
                  <a:close/>
                </a:path>
                <a:path w="6684644" h="7015480">
                  <a:moveTo>
                    <a:pt x="5887403" y="3401386"/>
                  </a:moveTo>
                  <a:lnTo>
                    <a:pt x="5867128" y="3375986"/>
                  </a:lnTo>
                  <a:lnTo>
                    <a:pt x="5902241" y="3350586"/>
                  </a:lnTo>
                  <a:lnTo>
                    <a:pt x="5922515" y="3388686"/>
                  </a:lnTo>
                  <a:lnTo>
                    <a:pt x="5887403" y="3401386"/>
                  </a:lnTo>
                  <a:close/>
                </a:path>
                <a:path w="6684644" h="7015480">
                  <a:moveTo>
                    <a:pt x="4681248" y="3401386"/>
                  </a:moveTo>
                  <a:lnTo>
                    <a:pt x="4665973" y="3375986"/>
                  </a:lnTo>
                  <a:lnTo>
                    <a:pt x="4692437" y="3363286"/>
                  </a:lnTo>
                  <a:lnTo>
                    <a:pt x="4707712" y="3388686"/>
                  </a:lnTo>
                  <a:lnTo>
                    <a:pt x="4681248" y="3401386"/>
                  </a:lnTo>
                  <a:close/>
                </a:path>
                <a:path w="6684644" h="7015480">
                  <a:moveTo>
                    <a:pt x="5553399" y="3426786"/>
                  </a:moveTo>
                  <a:lnTo>
                    <a:pt x="5534297" y="3388686"/>
                  </a:lnTo>
                  <a:lnTo>
                    <a:pt x="5567377" y="3375986"/>
                  </a:lnTo>
                  <a:lnTo>
                    <a:pt x="5586473" y="3401386"/>
                  </a:lnTo>
                  <a:lnTo>
                    <a:pt x="5553399" y="3426786"/>
                  </a:lnTo>
                  <a:close/>
                </a:path>
                <a:path w="6684644" h="7015480">
                  <a:moveTo>
                    <a:pt x="4347463" y="3426786"/>
                  </a:moveTo>
                  <a:lnTo>
                    <a:pt x="4333946" y="3401386"/>
                  </a:lnTo>
                  <a:lnTo>
                    <a:pt x="4357360" y="3388686"/>
                  </a:lnTo>
                  <a:lnTo>
                    <a:pt x="4370870" y="3414086"/>
                  </a:lnTo>
                  <a:lnTo>
                    <a:pt x="4347463" y="3426786"/>
                  </a:lnTo>
                  <a:close/>
                </a:path>
                <a:path w="6684644" h="7015480">
                  <a:moveTo>
                    <a:pt x="6425758" y="3439486"/>
                  </a:moveTo>
                  <a:lnTo>
                    <a:pt x="6403428" y="3401386"/>
                  </a:lnTo>
                  <a:lnTo>
                    <a:pt x="6442106" y="3388686"/>
                  </a:lnTo>
                  <a:lnTo>
                    <a:pt x="6464436" y="3426786"/>
                  </a:lnTo>
                  <a:lnTo>
                    <a:pt x="6425758" y="3439486"/>
                  </a:lnTo>
                  <a:close/>
                </a:path>
                <a:path w="6684644" h="7015480">
                  <a:moveTo>
                    <a:pt x="5219396" y="3439486"/>
                  </a:moveTo>
                  <a:lnTo>
                    <a:pt x="5201473" y="3414086"/>
                  </a:lnTo>
                  <a:lnTo>
                    <a:pt x="5232510" y="3401386"/>
                  </a:lnTo>
                  <a:lnTo>
                    <a:pt x="5250433" y="3426786"/>
                  </a:lnTo>
                  <a:lnTo>
                    <a:pt x="5219396" y="3439486"/>
                  </a:lnTo>
                  <a:close/>
                </a:path>
                <a:path w="6684644" h="7015480">
                  <a:moveTo>
                    <a:pt x="6091653" y="3464886"/>
                  </a:moveTo>
                  <a:lnTo>
                    <a:pt x="6070206" y="3426786"/>
                  </a:lnTo>
                  <a:lnTo>
                    <a:pt x="6107349" y="3401386"/>
                  </a:lnTo>
                  <a:lnTo>
                    <a:pt x="6128796" y="3439486"/>
                  </a:lnTo>
                  <a:lnTo>
                    <a:pt x="6091653" y="3464886"/>
                  </a:lnTo>
                  <a:close/>
                </a:path>
                <a:path w="6684644" h="7015480">
                  <a:moveTo>
                    <a:pt x="4013460" y="3439486"/>
                  </a:moveTo>
                  <a:lnTo>
                    <a:pt x="4001116" y="3414086"/>
                  </a:lnTo>
                  <a:lnTo>
                    <a:pt x="4022493" y="3414086"/>
                  </a:lnTo>
                  <a:lnTo>
                    <a:pt x="4034830" y="3426786"/>
                  </a:lnTo>
                  <a:lnTo>
                    <a:pt x="4013460" y="3439486"/>
                  </a:lnTo>
                  <a:close/>
                </a:path>
                <a:path w="6684644" h="7015480">
                  <a:moveTo>
                    <a:pt x="4885504" y="3464886"/>
                  </a:moveTo>
                  <a:lnTo>
                    <a:pt x="4869049" y="3439486"/>
                  </a:lnTo>
                  <a:lnTo>
                    <a:pt x="4897539" y="3414086"/>
                  </a:lnTo>
                  <a:lnTo>
                    <a:pt x="4913993" y="3439486"/>
                  </a:lnTo>
                  <a:lnTo>
                    <a:pt x="4885504" y="3464886"/>
                  </a:lnTo>
                  <a:close/>
                </a:path>
                <a:path w="6684644" h="7015480">
                  <a:moveTo>
                    <a:pt x="5757537" y="3477586"/>
                  </a:moveTo>
                  <a:lnTo>
                    <a:pt x="5736972" y="3452186"/>
                  </a:lnTo>
                  <a:lnTo>
                    <a:pt x="5772593" y="3426786"/>
                  </a:lnTo>
                  <a:lnTo>
                    <a:pt x="5793158" y="3464886"/>
                  </a:lnTo>
                  <a:lnTo>
                    <a:pt x="5757537" y="3477586"/>
                  </a:lnTo>
                  <a:close/>
                </a:path>
                <a:path w="6684644" h="7015480">
                  <a:moveTo>
                    <a:pt x="4551487" y="3477586"/>
                  </a:moveTo>
                  <a:lnTo>
                    <a:pt x="4536212" y="3452186"/>
                  </a:lnTo>
                  <a:lnTo>
                    <a:pt x="4562676" y="3439486"/>
                  </a:lnTo>
                  <a:lnTo>
                    <a:pt x="4577951" y="3464886"/>
                  </a:lnTo>
                  <a:lnTo>
                    <a:pt x="4551487" y="3477586"/>
                  </a:lnTo>
                  <a:close/>
                </a:path>
                <a:path w="6684644" h="7015480">
                  <a:moveTo>
                    <a:pt x="6630114" y="3502986"/>
                  </a:moveTo>
                  <a:lnTo>
                    <a:pt x="6606902" y="3464886"/>
                  </a:lnTo>
                  <a:lnTo>
                    <a:pt x="6647102" y="3439486"/>
                  </a:lnTo>
                  <a:lnTo>
                    <a:pt x="6670314" y="3477586"/>
                  </a:lnTo>
                  <a:lnTo>
                    <a:pt x="6630114" y="3502986"/>
                  </a:lnTo>
                  <a:close/>
                </a:path>
                <a:path w="6684644" h="7015480">
                  <a:moveTo>
                    <a:pt x="5423638" y="3502986"/>
                  </a:moveTo>
                  <a:lnTo>
                    <a:pt x="5404542" y="3464886"/>
                  </a:lnTo>
                  <a:lnTo>
                    <a:pt x="5437622" y="3452186"/>
                  </a:lnTo>
                  <a:lnTo>
                    <a:pt x="5456718" y="3477586"/>
                  </a:lnTo>
                  <a:lnTo>
                    <a:pt x="5423638" y="3502986"/>
                  </a:lnTo>
                  <a:close/>
                </a:path>
                <a:path w="6684644" h="7015480">
                  <a:moveTo>
                    <a:pt x="4217808" y="3502986"/>
                  </a:moveTo>
                  <a:lnTo>
                    <a:pt x="4204587" y="3477586"/>
                  </a:lnTo>
                  <a:lnTo>
                    <a:pt x="4227486" y="3464886"/>
                  </a:lnTo>
                  <a:lnTo>
                    <a:pt x="4240707" y="3490286"/>
                  </a:lnTo>
                  <a:lnTo>
                    <a:pt x="4217808" y="3502986"/>
                  </a:lnTo>
                  <a:close/>
                </a:path>
                <a:path w="6684644" h="7015480">
                  <a:moveTo>
                    <a:pt x="5089635" y="3515686"/>
                  </a:moveTo>
                  <a:lnTo>
                    <a:pt x="5071712" y="3490286"/>
                  </a:lnTo>
                  <a:lnTo>
                    <a:pt x="5102754" y="3464886"/>
                  </a:lnTo>
                  <a:lnTo>
                    <a:pt x="5120677" y="3502986"/>
                  </a:lnTo>
                  <a:lnTo>
                    <a:pt x="5089635" y="3515686"/>
                  </a:lnTo>
                  <a:close/>
                </a:path>
                <a:path w="6684644" h="7015480">
                  <a:moveTo>
                    <a:pt x="6296002" y="3515686"/>
                  </a:moveTo>
                  <a:lnTo>
                    <a:pt x="6273678" y="3477586"/>
                  </a:lnTo>
                  <a:lnTo>
                    <a:pt x="6312344" y="3464886"/>
                  </a:lnTo>
                  <a:lnTo>
                    <a:pt x="6334674" y="3502986"/>
                  </a:lnTo>
                  <a:lnTo>
                    <a:pt x="6296002" y="3515686"/>
                  </a:lnTo>
                  <a:close/>
                </a:path>
                <a:path w="6684644" h="7015480">
                  <a:moveTo>
                    <a:pt x="3883805" y="3515686"/>
                  </a:moveTo>
                  <a:lnTo>
                    <a:pt x="3871764" y="3490286"/>
                  </a:lnTo>
                  <a:lnTo>
                    <a:pt x="3892624" y="3477586"/>
                  </a:lnTo>
                  <a:lnTo>
                    <a:pt x="3904666" y="3502986"/>
                  </a:lnTo>
                  <a:lnTo>
                    <a:pt x="3883805" y="3515686"/>
                  </a:lnTo>
                  <a:close/>
                </a:path>
                <a:path w="6684644" h="7015480">
                  <a:moveTo>
                    <a:pt x="5961892" y="3541086"/>
                  </a:moveTo>
                  <a:lnTo>
                    <a:pt x="5940444" y="3502986"/>
                  </a:lnTo>
                  <a:lnTo>
                    <a:pt x="5977594" y="3477586"/>
                  </a:lnTo>
                  <a:lnTo>
                    <a:pt x="5999041" y="3515686"/>
                  </a:lnTo>
                  <a:lnTo>
                    <a:pt x="5961892" y="3541086"/>
                  </a:lnTo>
                  <a:close/>
                </a:path>
                <a:path w="6684644" h="7015480">
                  <a:moveTo>
                    <a:pt x="4755844" y="3541086"/>
                  </a:moveTo>
                  <a:lnTo>
                    <a:pt x="4739685" y="3502986"/>
                  </a:lnTo>
                  <a:lnTo>
                    <a:pt x="4767678" y="3490286"/>
                  </a:lnTo>
                  <a:lnTo>
                    <a:pt x="4783836" y="3515686"/>
                  </a:lnTo>
                  <a:lnTo>
                    <a:pt x="4755844" y="3541086"/>
                  </a:lnTo>
                  <a:close/>
                </a:path>
                <a:path w="6684644" h="7015480">
                  <a:moveTo>
                    <a:pt x="5627775" y="3553786"/>
                  </a:moveTo>
                  <a:lnTo>
                    <a:pt x="5607210" y="3515686"/>
                  </a:lnTo>
                  <a:lnTo>
                    <a:pt x="5642831" y="3502986"/>
                  </a:lnTo>
                  <a:lnTo>
                    <a:pt x="5663396" y="3541086"/>
                  </a:lnTo>
                  <a:lnTo>
                    <a:pt x="5627775" y="3553786"/>
                  </a:lnTo>
                  <a:close/>
                </a:path>
                <a:path w="6684644" h="7015480">
                  <a:moveTo>
                    <a:pt x="4421839" y="3553786"/>
                  </a:moveTo>
                  <a:lnTo>
                    <a:pt x="4406859" y="3528386"/>
                  </a:lnTo>
                  <a:lnTo>
                    <a:pt x="4432814" y="3515686"/>
                  </a:lnTo>
                  <a:lnTo>
                    <a:pt x="4447794" y="3541086"/>
                  </a:lnTo>
                  <a:lnTo>
                    <a:pt x="4421839" y="3553786"/>
                  </a:lnTo>
                  <a:close/>
                </a:path>
                <a:path w="6684644" h="7015480">
                  <a:moveTo>
                    <a:pt x="6500252" y="3579186"/>
                  </a:moveTo>
                  <a:lnTo>
                    <a:pt x="6476744" y="3541086"/>
                  </a:lnTo>
                  <a:lnTo>
                    <a:pt x="6517453" y="3515686"/>
                  </a:lnTo>
                  <a:lnTo>
                    <a:pt x="6540956" y="3553786"/>
                  </a:lnTo>
                  <a:lnTo>
                    <a:pt x="6500252" y="3579186"/>
                  </a:lnTo>
                  <a:close/>
                </a:path>
                <a:path w="6684644" h="7015480">
                  <a:moveTo>
                    <a:pt x="5293884" y="3579186"/>
                  </a:moveTo>
                  <a:lnTo>
                    <a:pt x="5274788" y="3541086"/>
                  </a:lnTo>
                  <a:lnTo>
                    <a:pt x="5307862" y="3528386"/>
                  </a:lnTo>
                  <a:lnTo>
                    <a:pt x="5326958" y="3553786"/>
                  </a:lnTo>
                  <a:lnTo>
                    <a:pt x="5293884" y="3579186"/>
                  </a:lnTo>
                  <a:close/>
                </a:path>
                <a:path w="6684644" h="7015480">
                  <a:moveTo>
                    <a:pt x="6166135" y="3591886"/>
                  </a:moveTo>
                  <a:lnTo>
                    <a:pt x="6143509" y="3553786"/>
                  </a:lnTo>
                  <a:lnTo>
                    <a:pt x="6182696" y="3528386"/>
                  </a:lnTo>
                  <a:lnTo>
                    <a:pt x="6205317" y="3566486"/>
                  </a:lnTo>
                  <a:lnTo>
                    <a:pt x="6166135" y="3591886"/>
                  </a:lnTo>
                  <a:close/>
                </a:path>
                <a:path w="6684644" h="7015480">
                  <a:moveTo>
                    <a:pt x="4088049" y="3566486"/>
                  </a:moveTo>
                  <a:lnTo>
                    <a:pt x="4074828" y="3553786"/>
                  </a:lnTo>
                  <a:lnTo>
                    <a:pt x="4097727" y="3541086"/>
                  </a:lnTo>
                  <a:lnTo>
                    <a:pt x="4110948" y="3553786"/>
                  </a:lnTo>
                  <a:lnTo>
                    <a:pt x="4088049" y="3566486"/>
                  </a:lnTo>
                  <a:close/>
                </a:path>
                <a:path w="6684644" h="7015480">
                  <a:moveTo>
                    <a:pt x="4959986" y="3591886"/>
                  </a:moveTo>
                  <a:lnTo>
                    <a:pt x="4942359" y="3566486"/>
                  </a:lnTo>
                  <a:lnTo>
                    <a:pt x="4972887" y="3541086"/>
                  </a:lnTo>
                  <a:lnTo>
                    <a:pt x="4990514" y="3579186"/>
                  </a:lnTo>
                  <a:lnTo>
                    <a:pt x="4959986" y="3591886"/>
                  </a:lnTo>
                  <a:close/>
                </a:path>
                <a:path w="6684644" h="7015480">
                  <a:moveTo>
                    <a:pt x="5832031" y="3617286"/>
                  </a:moveTo>
                  <a:lnTo>
                    <a:pt x="5810287" y="3579186"/>
                  </a:lnTo>
                  <a:lnTo>
                    <a:pt x="5847946" y="3553786"/>
                  </a:lnTo>
                  <a:lnTo>
                    <a:pt x="5869684" y="3591886"/>
                  </a:lnTo>
                  <a:lnTo>
                    <a:pt x="5832031" y="3617286"/>
                  </a:lnTo>
                  <a:close/>
                </a:path>
                <a:path w="6684644" h="7015480">
                  <a:moveTo>
                    <a:pt x="4626088" y="3617286"/>
                  </a:moveTo>
                  <a:lnTo>
                    <a:pt x="4609930" y="3579186"/>
                  </a:lnTo>
                  <a:lnTo>
                    <a:pt x="4637916" y="3566486"/>
                  </a:lnTo>
                  <a:lnTo>
                    <a:pt x="4654075" y="3591886"/>
                  </a:lnTo>
                  <a:lnTo>
                    <a:pt x="4626088" y="3617286"/>
                  </a:lnTo>
                  <a:close/>
                </a:path>
                <a:path w="6684644" h="7015480">
                  <a:moveTo>
                    <a:pt x="5498014" y="3629986"/>
                  </a:moveTo>
                  <a:lnTo>
                    <a:pt x="5477450" y="3591886"/>
                  </a:lnTo>
                  <a:lnTo>
                    <a:pt x="5513077" y="3579186"/>
                  </a:lnTo>
                  <a:lnTo>
                    <a:pt x="5533642" y="3617286"/>
                  </a:lnTo>
                  <a:lnTo>
                    <a:pt x="5498014" y="3629986"/>
                  </a:lnTo>
                  <a:close/>
                </a:path>
                <a:path w="6684644" h="7015480">
                  <a:moveTo>
                    <a:pt x="4292190" y="3629986"/>
                  </a:moveTo>
                  <a:lnTo>
                    <a:pt x="4277501" y="3604586"/>
                  </a:lnTo>
                  <a:lnTo>
                    <a:pt x="4302940" y="3591886"/>
                  </a:lnTo>
                  <a:lnTo>
                    <a:pt x="4317629" y="3617286"/>
                  </a:lnTo>
                  <a:lnTo>
                    <a:pt x="4292190" y="3629986"/>
                  </a:lnTo>
                  <a:close/>
                </a:path>
                <a:path w="6684644" h="7015480">
                  <a:moveTo>
                    <a:pt x="5164123" y="3655386"/>
                  </a:moveTo>
                  <a:lnTo>
                    <a:pt x="5145027" y="3617286"/>
                  </a:lnTo>
                  <a:lnTo>
                    <a:pt x="5178101" y="3591886"/>
                  </a:lnTo>
                  <a:lnTo>
                    <a:pt x="5197197" y="3629986"/>
                  </a:lnTo>
                  <a:lnTo>
                    <a:pt x="5164123" y="3655386"/>
                  </a:lnTo>
                  <a:close/>
                </a:path>
                <a:path w="6684644" h="7015480">
                  <a:moveTo>
                    <a:pt x="6370384" y="3655386"/>
                  </a:moveTo>
                  <a:lnTo>
                    <a:pt x="6346586" y="3604586"/>
                  </a:lnTo>
                  <a:lnTo>
                    <a:pt x="6387804" y="3591886"/>
                  </a:lnTo>
                  <a:lnTo>
                    <a:pt x="6411597" y="3629986"/>
                  </a:lnTo>
                  <a:lnTo>
                    <a:pt x="6370384" y="3655386"/>
                  </a:lnTo>
                  <a:close/>
                </a:path>
                <a:path w="6684644" h="7015480">
                  <a:moveTo>
                    <a:pt x="6036374" y="3668086"/>
                  </a:moveTo>
                  <a:lnTo>
                    <a:pt x="6013754" y="3629986"/>
                  </a:lnTo>
                  <a:lnTo>
                    <a:pt x="6052935" y="3604586"/>
                  </a:lnTo>
                  <a:lnTo>
                    <a:pt x="6075561" y="3642686"/>
                  </a:lnTo>
                  <a:lnTo>
                    <a:pt x="6036374" y="3668086"/>
                  </a:lnTo>
                  <a:close/>
                </a:path>
                <a:path w="6684644" h="7015480">
                  <a:moveTo>
                    <a:pt x="3958400" y="3642686"/>
                  </a:moveTo>
                  <a:lnTo>
                    <a:pt x="3945476" y="3629986"/>
                  </a:lnTo>
                  <a:lnTo>
                    <a:pt x="3967865" y="3617286"/>
                  </a:lnTo>
                  <a:lnTo>
                    <a:pt x="3980790" y="3629986"/>
                  </a:lnTo>
                  <a:lnTo>
                    <a:pt x="3958400" y="3642686"/>
                  </a:lnTo>
                  <a:close/>
                </a:path>
                <a:path w="6684644" h="7015480">
                  <a:moveTo>
                    <a:pt x="4830225" y="3668086"/>
                  </a:moveTo>
                  <a:lnTo>
                    <a:pt x="4812599" y="3642686"/>
                  </a:lnTo>
                  <a:lnTo>
                    <a:pt x="4843132" y="3617286"/>
                  </a:lnTo>
                  <a:lnTo>
                    <a:pt x="4860759" y="3655386"/>
                  </a:lnTo>
                  <a:lnTo>
                    <a:pt x="4830225" y="3668086"/>
                  </a:lnTo>
                  <a:close/>
                </a:path>
                <a:path w="6684644" h="7015480">
                  <a:moveTo>
                    <a:pt x="5702269" y="3693486"/>
                  </a:moveTo>
                  <a:lnTo>
                    <a:pt x="5680526" y="3655386"/>
                  </a:lnTo>
                  <a:lnTo>
                    <a:pt x="5718184" y="3629986"/>
                  </a:lnTo>
                  <a:lnTo>
                    <a:pt x="5739922" y="3668086"/>
                  </a:lnTo>
                  <a:lnTo>
                    <a:pt x="5702269" y="3693486"/>
                  </a:lnTo>
                  <a:close/>
                </a:path>
                <a:path w="6684644" h="7015480">
                  <a:moveTo>
                    <a:pt x="4496327" y="3680786"/>
                  </a:moveTo>
                  <a:lnTo>
                    <a:pt x="4480169" y="3655386"/>
                  </a:lnTo>
                  <a:lnTo>
                    <a:pt x="4508155" y="3642686"/>
                  </a:lnTo>
                  <a:lnTo>
                    <a:pt x="4524313" y="3668086"/>
                  </a:lnTo>
                  <a:lnTo>
                    <a:pt x="4496327" y="3680786"/>
                  </a:lnTo>
                  <a:close/>
                </a:path>
                <a:path w="6684644" h="7015480">
                  <a:moveTo>
                    <a:pt x="6574741" y="3706186"/>
                  </a:moveTo>
                  <a:lnTo>
                    <a:pt x="6550059" y="3668086"/>
                  </a:lnTo>
                  <a:lnTo>
                    <a:pt x="6592806" y="3642686"/>
                  </a:lnTo>
                  <a:lnTo>
                    <a:pt x="6617482" y="3680786"/>
                  </a:lnTo>
                  <a:lnTo>
                    <a:pt x="6574741" y="3706186"/>
                  </a:lnTo>
                  <a:close/>
                </a:path>
                <a:path w="6684644" h="7015480">
                  <a:moveTo>
                    <a:pt x="5368260" y="3706186"/>
                  </a:moveTo>
                  <a:lnTo>
                    <a:pt x="5347695" y="3668086"/>
                  </a:lnTo>
                  <a:lnTo>
                    <a:pt x="5383316" y="3655386"/>
                  </a:lnTo>
                  <a:lnTo>
                    <a:pt x="5403881" y="3680786"/>
                  </a:lnTo>
                  <a:lnTo>
                    <a:pt x="5368260" y="3706186"/>
                  </a:lnTo>
                  <a:close/>
                </a:path>
                <a:path w="6684644" h="7015480">
                  <a:moveTo>
                    <a:pt x="6240624" y="3731586"/>
                  </a:moveTo>
                  <a:lnTo>
                    <a:pt x="6216825" y="3680786"/>
                  </a:lnTo>
                  <a:lnTo>
                    <a:pt x="6258043" y="3655386"/>
                  </a:lnTo>
                  <a:lnTo>
                    <a:pt x="6281836" y="3706186"/>
                  </a:lnTo>
                  <a:lnTo>
                    <a:pt x="6240624" y="3731586"/>
                  </a:lnTo>
                  <a:close/>
                </a:path>
                <a:path w="6684644" h="7015480">
                  <a:moveTo>
                    <a:pt x="4162431" y="3706186"/>
                  </a:moveTo>
                  <a:lnTo>
                    <a:pt x="4147742" y="3680786"/>
                  </a:lnTo>
                  <a:lnTo>
                    <a:pt x="4173181" y="3668086"/>
                  </a:lnTo>
                  <a:lnTo>
                    <a:pt x="4187870" y="3693486"/>
                  </a:lnTo>
                  <a:lnTo>
                    <a:pt x="4162431" y="3706186"/>
                  </a:lnTo>
                  <a:close/>
                </a:path>
                <a:path w="6684644" h="7015480">
                  <a:moveTo>
                    <a:pt x="5034362" y="3718886"/>
                  </a:moveTo>
                  <a:lnTo>
                    <a:pt x="5015266" y="3693486"/>
                  </a:lnTo>
                  <a:lnTo>
                    <a:pt x="5048340" y="3668086"/>
                  </a:lnTo>
                  <a:lnTo>
                    <a:pt x="5067442" y="3706186"/>
                  </a:lnTo>
                  <a:lnTo>
                    <a:pt x="5034362" y="3718886"/>
                  </a:lnTo>
                  <a:close/>
                </a:path>
                <a:path w="6684644" h="7015480">
                  <a:moveTo>
                    <a:pt x="5906513" y="3744286"/>
                  </a:moveTo>
                  <a:lnTo>
                    <a:pt x="5883597" y="3706186"/>
                  </a:lnTo>
                  <a:lnTo>
                    <a:pt x="5923287" y="3680786"/>
                  </a:lnTo>
                  <a:lnTo>
                    <a:pt x="5946204" y="3718886"/>
                  </a:lnTo>
                  <a:lnTo>
                    <a:pt x="5906513" y="3744286"/>
                  </a:lnTo>
                  <a:close/>
                </a:path>
                <a:path w="6684644" h="7015480">
                  <a:moveTo>
                    <a:pt x="4700571" y="3744286"/>
                  </a:moveTo>
                  <a:lnTo>
                    <a:pt x="4683240" y="3718886"/>
                  </a:lnTo>
                  <a:lnTo>
                    <a:pt x="4713264" y="3693486"/>
                  </a:lnTo>
                  <a:lnTo>
                    <a:pt x="4730595" y="3731586"/>
                  </a:lnTo>
                  <a:lnTo>
                    <a:pt x="4700571" y="3744286"/>
                  </a:lnTo>
                  <a:close/>
                </a:path>
                <a:path w="6684644" h="7015480">
                  <a:moveTo>
                    <a:pt x="5572508" y="3769686"/>
                  </a:moveTo>
                  <a:lnTo>
                    <a:pt x="5550765" y="3731586"/>
                  </a:lnTo>
                  <a:lnTo>
                    <a:pt x="5588424" y="3706186"/>
                  </a:lnTo>
                  <a:lnTo>
                    <a:pt x="5610161" y="3744286"/>
                  </a:lnTo>
                  <a:lnTo>
                    <a:pt x="5572508" y="3769686"/>
                  </a:lnTo>
                  <a:close/>
                </a:path>
                <a:path w="6684644" h="7015480">
                  <a:moveTo>
                    <a:pt x="4366678" y="3756986"/>
                  </a:moveTo>
                  <a:lnTo>
                    <a:pt x="4350810" y="3731586"/>
                  </a:lnTo>
                  <a:lnTo>
                    <a:pt x="4378293" y="3718886"/>
                  </a:lnTo>
                  <a:lnTo>
                    <a:pt x="4394155" y="3744286"/>
                  </a:lnTo>
                  <a:lnTo>
                    <a:pt x="4366678" y="3756986"/>
                  </a:lnTo>
                  <a:close/>
                </a:path>
                <a:path w="6684644" h="7015480">
                  <a:moveTo>
                    <a:pt x="6444867" y="3782386"/>
                  </a:moveTo>
                  <a:lnTo>
                    <a:pt x="6419895" y="3744286"/>
                  </a:lnTo>
                  <a:lnTo>
                    <a:pt x="6463145" y="3718886"/>
                  </a:lnTo>
                  <a:lnTo>
                    <a:pt x="6488117" y="3756986"/>
                  </a:lnTo>
                  <a:lnTo>
                    <a:pt x="6444867" y="3782386"/>
                  </a:lnTo>
                  <a:close/>
                </a:path>
                <a:path w="6684644" h="7015480">
                  <a:moveTo>
                    <a:pt x="5238505" y="3782386"/>
                  </a:moveTo>
                  <a:lnTo>
                    <a:pt x="5217940" y="3744286"/>
                  </a:lnTo>
                  <a:lnTo>
                    <a:pt x="5253555" y="3731586"/>
                  </a:lnTo>
                  <a:lnTo>
                    <a:pt x="5274120" y="3756986"/>
                  </a:lnTo>
                  <a:lnTo>
                    <a:pt x="5238505" y="3782386"/>
                  </a:lnTo>
                  <a:close/>
                </a:path>
                <a:path w="6684644" h="7015480">
                  <a:moveTo>
                    <a:pt x="6110756" y="3807786"/>
                  </a:moveTo>
                  <a:lnTo>
                    <a:pt x="6086661" y="3756986"/>
                  </a:lnTo>
                  <a:lnTo>
                    <a:pt x="6128389" y="3731586"/>
                  </a:lnTo>
                  <a:lnTo>
                    <a:pt x="6152484" y="3782386"/>
                  </a:lnTo>
                  <a:lnTo>
                    <a:pt x="6110756" y="3807786"/>
                  </a:lnTo>
                  <a:close/>
                </a:path>
                <a:path w="6684644" h="7015480">
                  <a:moveTo>
                    <a:pt x="4032889" y="3782386"/>
                  </a:moveTo>
                  <a:lnTo>
                    <a:pt x="4018786" y="3756986"/>
                  </a:lnTo>
                  <a:lnTo>
                    <a:pt x="4043207" y="3744286"/>
                  </a:lnTo>
                  <a:lnTo>
                    <a:pt x="4057310" y="3769686"/>
                  </a:lnTo>
                  <a:lnTo>
                    <a:pt x="4032889" y="3782386"/>
                  </a:lnTo>
                  <a:close/>
                </a:path>
                <a:path w="6684644" h="7015480">
                  <a:moveTo>
                    <a:pt x="4904714" y="3795086"/>
                  </a:moveTo>
                  <a:lnTo>
                    <a:pt x="4885908" y="3769686"/>
                  </a:lnTo>
                  <a:lnTo>
                    <a:pt x="4918479" y="3744286"/>
                  </a:lnTo>
                  <a:lnTo>
                    <a:pt x="4937279" y="3782386"/>
                  </a:lnTo>
                  <a:lnTo>
                    <a:pt x="4904714" y="3795086"/>
                  </a:lnTo>
                  <a:close/>
                </a:path>
                <a:path w="6684644" h="7015480">
                  <a:moveTo>
                    <a:pt x="5776752" y="3820486"/>
                  </a:moveTo>
                  <a:lnTo>
                    <a:pt x="5753835" y="3782386"/>
                  </a:lnTo>
                  <a:lnTo>
                    <a:pt x="5793525" y="3756986"/>
                  </a:lnTo>
                  <a:lnTo>
                    <a:pt x="5816442" y="3795086"/>
                  </a:lnTo>
                  <a:lnTo>
                    <a:pt x="5776752" y="3820486"/>
                  </a:lnTo>
                  <a:close/>
                </a:path>
                <a:path w="6684644" h="7015480">
                  <a:moveTo>
                    <a:pt x="4570922" y="3820486"/>
                  </a:moveTo>
                  <a:lnTo>
                    <a:pt x="4553882" y="3782386"/>
                  </a:lnTo>
                  <a:lnTo>
                    <a:pt x="4583396" y="3769686"/>
                  </a:lnTo>
                  <a:lnTo>
                    <a:pt x="4600437" y="3795086"/>
                  </a:lnTo>
                  <a:lnTo>
                    <a:pt x="4570922" y="3820486"/>
                  </a:lnTo>
                  <a:close/>
                </a:path>
                <a:path w="6684644" h="7015480">
                  <a:moveTo>
                    <a:pt x="6649004" y="3845886"/>
                  </a:moveTo>
                  <a:lnTo>
                    <a:pt x="6622564" y="3795086"/>
                  </a:lnTo>
                  <a:lnTo>
                    <a:pt x="6668361" y="3769686"/>
                  </a:lnTo>
                  <a:lnTo>
                    <a:pt x="6684595" y="3795086"/>
                  </a:lnTo>
                  <a:lnTo>
                    <a:pt x="6684595" y="3820486"/>
                  </a:lnTo>
                  <a:lnTo>
                    <a:pt x="6649004" y="3845886"/>
                  </a:lnTo>
                  <a:close/>
                </a:path>
                <a:path w="6684644" h="7015480">
                  <a:moveTo>
                    <a:pt x="5442748" y="3833186"/>
                  </a:moveTo>
                  <a:lnTo>
                    <a:pt x="5421011" y="3795086"/>
                  </a:lnTo>
                  <a:lnTo>
                    <a:pt x="5458664" y="3782386"/>
                  </a:lnTo>
                  <a:lnTo>
                    <a:pt x="5480407" y="3820486"/>
                  </a:lnTo>
                  <a:lnTo>
                    <a:pt x="5442748" y="3833186"/>
                  </a:lnTo>
                  <a:close/>
                </a:path>
                <a:path w="6684644" h="7015480">
                  <a:moveTo>
                    <a:pt x="4237026" y="3833186"/>
                  </a:moveTo>
                  <a:lnTo>
                    <a:pt x="4221454" y="3807786"/>
                  </a:lnTo>
                  <a:lnTo>
                    <a:pt x="4248422" y="3795086"/>
                  </a:lnTo>
                  <a:lnTo>
                    <a:pt x="4263994" y="3820486"/>
                  </a:lnTo>
                  <a:lnTo>
                    <a:pt x="4237026" y="3833186"/>
                  </a:lnTo>
                  <a:close/>
                </a:path>
                <a:path w="6684644" h="7015480">
                  <a:moveTo>
                    <a:pt x="5108850" y="3858586"/>
                  </a:moveTo>
                  <a:lnTo>
                    <a:pt x="5088582" y="3820486"/>
                  </a:lnTo>
                  <a:lnTo>
                    <a:pt x="5123694" y="3795086"/>
                  </a:lnTo>
                  <a:lnTo>
                    <a:pt x="5143962" y="3833186"/>
                  </a:lnTo>
                  <a:lnTo>
                    <a:pt x="5108850" y="3858586"/>
                  </a:lnTo>
                  <a:close/>
                </a:path>
                <a:path w="6684644" h="7015480">
                  <a:moveTo>
                    <a:pt x="6315005" y="3858586"/>
                  </a:moveTo>
                  <a:lnTo>
                    <a:pt x="6289737" y="3820486"/>
                  </a:lnTo>
                  <a:lnTo>
                    <a:pt x="6333497" y="3795086"/>
                  </a:lnTo>
                  <a:lnTo>
                    <a:pt x="6358765" y="3833186"/>
                  </a:lnTo>
                  <a:lnTo>
                    <a:pt x="6315005" y="3858586"/>
                  </a:lnTo>
                  <a:close/>
                </a:path>
                <a:path w="6684644" h="7015480">
                  <a:moveTo>
                    <a:pt x="5980889" y="3871286"/>
                  </a:moveTo>
                  <a:lnTo>
                    <a:pt x="5956504" y="3833186"/>
                  </a:lnTo>
                  <a:lnTo>
                    <a:pt x="5998741" y="3807786"/>
                  </a:lnTo>
                  <a:lnTo>
                    <a:pt x="6023126" y="3858586"/>
                  </a:lnTo>
                  <a:lnTo>
                    <a:pt x="5980889" y="3871286"/>
                  </a:lnTo>
                  <a:close/>
                </a:path>
                <a:path w="6684644" h="7015480">
                  <a:moveTo>
                    <a:pt x="4774952" y="3871286"/>
                  </a:moveTo>
                  <a:lnTo>
                    <a:pt x="4756153" y="3845886"/>
                  </a:lnTo>
                  <a:lnTo>
                    <a:pt x="4788718" y="3820486"/>
                  </a:lnTo>
                  <a:lnTo>
                    <a:pt x="4807518" y="3858586"/>
                  </a:lnTo>
                  <a:lnTo>
                    <a:pt x="4774952" y="3871286"/>
                  </a:lnTo>
                  <a:close/>
                </a:path>
                <a:path w="6684644" h="7015480">
                  <a:moveTo>
                    <a:pt x="5646997" y="3896686"/>
                  </a:moveTo>
                  <a:lnTo>
                    <a:pt x="5624080" y="3858586"/>
                  </a:lnTo>
                  <a:lnTo>
                    <a:pt x="5663765" y="3833186"/>
                  </a:lnTo>
                  <a:lnTo>
                    <a:pt x="5686681" y="3871286"/>
                  </a:lnTo>
                  <a:lnTo>
                    <a:pt x="5646997" y="3896686"/>
                  </a:lnTo>
                  <a:close/>
                </a:path>
                <a:path w="6684644" h="7015480">
                  <a:moveTo>
                    <a:pt x="4441273" y="3896686"/>
                  </a:moveTo>
                  <a:lnTo>
                    <a:pt x="4424523" y="3858586"/>
                  </a:lnTo>
                  <a:lnTo>
                    <a:pt x="4453528" y="3845886"/>
                  </a:lnTo>
                  <a:lnTo>
                    <a:pt x="4470272" y="3871286"/>
                  </a:lnTo>
                  <a:lnTo>
                    <a:pt x="4441273" y="3896686"/>
                  </a:lnTo>
                  <a:close/>
                </a:path>
                <a:path w="6684644" h="7015480">
                  <a:moveTo>
                    <a:pt x="6519142" y="3909386"/>
                  </a:moveTo>
                  <a:lnTo>
                    <a:pt x="6492406" y="3871286"/>
                  </a:lnTo>
                  <a:lnTo>
                    <a:pt x="6538712" y="3845886"/>
                  </a:lnTo>
                  <a:lnTo>
                    <a:pt x="6565448" y="3883986"/>
                  </a:lnTo>
                  <a:lnTo>
                    <a:pt x="6519142" y="3909386"/>
                  </a:lnTo>
                  <a:close/>
                </a:path>
                <a:path w="6684644" h="7015480">
                  <a:moveTo>
                    <a:pt x="5312987" y="3909386"/>
                  </a:moveTo>
                  <a:lnTo>
                    <a:pt x="5291249" y="3871286"/>
                  </a:lnTo>
                  <a:lnTo>
                    <a:pt x="5328902" y="3858586"/>
                  </a:lnTo>
                  <a:lnTo>
                    <a:pt x="5350646" y="3896686"/>
                  </a:lnTo>
                  <a:lnTo>
                    <a:pt x="5312987" y="3909386"/>
                  </a:lnTo>
                  <a:close/>
                </a:path>
                <a:path w="6684644" h="7015480">
                  <a:moveTo>
                    <a:pt x="6185132" y="3934786"/>
                  </a:moveTo>
                  <a:lnTo>
                    <a:pt x="6159574" y="3883986"/>
                  </a:lnTo>
                  <a:lnTo>
                    <a:pt x="6203849" y="3858586"/>
                  </a:lnTo>
                  <a:lnTo>
                    <a:pt x="6229407" y="3909386"/>
                  </a:lnTo>
                  <a:lnTo>
                    <a:pt x="6185132" y="3934786"/>
                  </a:lnTo>
                  <a:close/>
                </a:path>
                <a:path w="6684644" h="7015480">
                  <a:moveTo>
                    <a:pt x="4107270" y="3909386"/>
                  </a:moveTo>
                  <a:lnTo>
                    <a:pt x="4091699" y="3883986"/>
                  </a:lnTo>
                  <a:lnTo>
                    <a:pt x="4118667" y="3871286"/>
                  </a:lnTo>
                  <a:lnTo>
                    <a:pt x="4134238" y="3896686"/>
                  </a:lnTo>
                  <a:lnTo>
                    <a:pt x="4107270" y="3909386"/>
                  </a:lnTo>
                  <a:close/>
                </a:path>
                <a:path w="6684644" h="7015480">
                  <a:moveTo>
                    <a:pt x="4979095" y="3934786"/>
                  </a:moveTo>
                  <a:lnTo>
                    <a:pt x="4958821" y="3896686"/>
                  </a:lnTo>
                  <a:lnTo>
                    <a:pt x="4993933" y="3871286"/>
                  </a:lnTo>
                  <a:lnTo>
                    <a:pt x="5014208" y="3909386"/>
                  </a:lnTo>
                  <a:lnTo>
                    <a:pt x="4979095" y="3934786"/>
                  </a:lnTo>
                  <a:close/>
                </a:path>
                <a:path w="6684644" h="7015480">
                  <a:moveTo>
                    <a:pt x="5851128" y="3947486"/>
                  </a:moveTo>
                  <a:lnTo>
                    <a:pt x="5826748" y="3909386"/>
                  </a:lnTo>
                  <a:lnTo>
                    <a:pt x="5868979" y="3883986"/>
                  </a:lnTo>
                  <a:lnTo>
                    <a:pt x="5893365" y="3922086"/>
                  </a:lnTo>
                  <a:lnTo>
                    <a:pt x="5851128" y="3947486"/>
                  </a:lnTo>
                  <a:close/>
                </a:path>
                <a:path w="6684644" h="7015480">
                  <a:moveTo>
                    <a:pt x="4645304" y="3947486"/>
                  </a:moveTo>
                  <a:lnTo>
                    <a:pt x="4626794" y="3922086"/>
                  </a:lnTo>
                  <a:lnTo>
                    <a:pt x="4658856" y="3896686"/>
                  </a:lnTo>
                  <a:lnTo>
                    <a:pt x="4677360" y="3934786"/>
                  </a:lnTo>
                  <a:lnTo>
                    <a:pt x="4645304" y="3947486"/>
                  </a:lnTo>
                  <a:close/>
                </a:path>
                <a:path w="6684644" h="7015480">
                  <a:moveTo>
                    <a:pt x="5517237" y="3972886"/>
                  </a:moveTo>
                  <a:lnTo>
                    <a:pt x="5494320" y="3934786"/>
                  </a:lnTo>
                  <a:lnTo>
                    <a:pt x="5534010" y="3909386"/>
                  </a:lnTo>
                  <a:lnTo>
                    <a:pt x="5556927" y="3947486"/>
                  </a:lnTo>
                  <a:lnTo>
                    <a:pt x="5517237" y="3972886"/>
                  </a:lnTo>
                  <a:close/>
                </a:path>
                <a:path w="6684644" h="7015480">
                  <a:moveTo>
                    <a:pt x="4311621" y="3960186"/>
                  </a:moveTo>
                  <a:lnTo>
                    <a:pt x="4295173" y="3934786"/>
                  </a:lnTo>
                  <a:lnTo>
                    <a:pt x="4323663" y="3922086"/>
                  </a:lnTo>
                  <a:lnTo>
                    <a:pt x="4340117" y="3947486"/>
                  </a:lnTo>
                  <a:lnTo>
                    <a:pt x="4311621" y="3960186"/>
                  </a:lnTo>
                  <a:close/>
                </a:path>
                <a:path w="6684644" h="7015480">
                  <a:moveTo>
                    <a:pt x="6389274" y="3985586"/>
                  </a:moveTo>
                  <a:lnTo>
                    <a:pt x="6362248" y="3947486"/>
                  </a:lnTo>
                  <a:lnTo>
                    <a:pt x="6409063" y="3922086"/>
                  </a:lnTo>
                  <a:lnTo>
                    <a:pt x="6436090" y="3960186"/>
                  </a:lnTo>
                  <a:lnTo>
                    <a:pt x="6389274" y="3985586"/>
                  </a:lnTo>
                  <a:close/>
                </a:path>
                <a:path w="6684644" h="7015480">
                  <a:moveTo>
                    <a:pt x="5183232" y="3985586"/>
                  </a:moveTo>
                  <a:lnTo>
                    <a:pt x="5161494" y="3947486"/>
                  </a:lnTo>
                  <a:lnTo>
                    <a:pt x="5199148" y="3934786"/>
                  </a:lnTo>
                  <a:lnTo>
                    <a:pt x="5220891" y="3972886"/>
                  </a:lnTo>
                  <a:lnTo>
                    <a:pt x="5183232" y="3985586"/>
                  </a:lnTo>
                  <a:close/>
                </a:path>
                <a:path w="6684644" h="7015480">
                  <a:moveTo>
                    <a:pt x="6055271" y="4010986"/>
                  </a:moveTo>
                  <a:lnTo>
                    <a:pt x="6029417" y="3960186"/>
                  </a:lnTo>
                  <a:lnTo>
                    <a:pt x="6074195" y="3934786"/>
                  </a:lnTo>
                  <a:lnTo>
                    <a:pt x="6100049" y="3985586"/>
                  </a:lnTo>
                  <a:lnTo>
                    <a:pt x="6055271" y="4010986"/>
                  </a:lnTo>
                  <a:close/>
                </a:path>
                <a:path w="6684644" h="7015480">
                  <a:moveTo>
                    <a:pt x="4849441" y="4010986"/>
                  </a:moveTo>
                  <a:lnTo>
                    <a:pt x="4829462" y="3972886"/>
                  </a:lnTo>
                  <a:lnTo>
                    <a:pt x="4864064" y="3947486"/>
                  </a:lnTo>
                  <a:lnTo>
                    <a:pt x="4884043" y="3985586"/>
                  </a:lnTo>
                  <a:lnTo>
                    <a:pt x="4849441" y="4010986"/>
                  </a:lnTo>
                  <a:close/>
                </a:path>
                <a:path w="6684644" h="7015480">
                  <a:moveTo>
                    <a:pt x="5721373" y="4023686"/>
                  </a:moveTo>
                  <a:lnTo>
                    <a:pt x="5696993" y="3985586"/>
                  </a:lnTo>
                  <a:lnTo>
                    <a:pt x="5739225" y="3960186"/>
                  </a:lnTo>
                  <a:lnTo>
                    <a:pt x="5763604" y="3998286"/>
                  </a:lnTo>
                  <a:lnTo>
                    <a:pt x="5721373" y="4023686"/>
                  </a:lnTo>
                  <a:close/>
                </a:path>
                <a:path w="6684644" h="7015480">
                  <a:moveTo>
                    <a:pt x="4515649" y="4023686"/>
                  </a:moveTo>
                  <a:lnTo>
                    <a:pt x="4497436" y="3998286"/>
                  </a:lnTo>
                  <a:lnTo>
                    <a:pt x="4528982" y="3972886"/>
                  </a:lnTo>
                  <a:lnTo>
                    <a:pt x="4547201" y="4010986"/>
                  </a:lnTo>
                  <a:lnTo>
                    <a:pt x="4515649" y="4023686"/>
                  </a:lnTo>
                  <a:close/>
                </a:path>
                <a:path w="6684644" h="7015480">
                  <a:moveTo>
                    <a:pt x="6593524" y="4049086"/>
                  </a:moveTo>
                  <a:lnTo>
                    <a:pt x="6565318" y="3998286"/>
                  </a:lnTo>
                  <a:lnTo>
                    <a:pt x="6614165" y="3972886"/>
                  </a:lnTo>
                  <a:lnTo>
                    <a:pt x="6642371" y="4023686"/>
                  </a:lnTo>
                  <a:lnTo>
                    <a:pt x="6593524" y="4049086"/>
                  </a:lnTo>
                  <a:close/>
                </a:path>
                <a:path w="6684644" h="7015480">
                  <a:moveTo>
                    <a:pt x="5387475" y="4049086"/>
                  </a:moveTo>
                  <a:lnTo>
                    <a:pt x="5364559" y="4010986"/>
                  </a:lnTo>
                  <a:lnTo>
                    <a:pt x="5404255" y="3985586"/>
                  </a:lnTo>
                  <a:lnTo>
                    <a:pt x="5427171" y="4023686"/>
                  </a:lnTo>
                  <a:lnTo>
                    <a:pt x="5387475" y="4049086"/>
                  </a:lnTo>
                  <a:close/>
                </a:path>
                <a:path w="6684644" h="7015480">
                  <a:moveTo>
                    <a:pt x="6259407" y="4061786"/>
                  </a:moveTo>
                  <a:lnTo>
                    <a:pt x="6232084" y="4023686"/>
                  </a:lnTo>
                  <a:lnTo>
                    <a:pt x="6279410" y="3985586"/>
                  </a:lnTo>
                  <a:lnTo>
                    <a:pt x="6306733" y="4036386"/>
                  </a:lnTo>
                  <a:lnTo>
                    <a:pt x="6259407" y="4061786"/>
                  </a:lnTo>
                  <a:close/>
                </a:path>
                <a:path w="6684644" h="7015480">
                  <a:moveTo>
                    <a:pt x="4181859" y="4036386"/>
                  </a:moveTo>
                  <a:lnTo>
                    <a:pt x="4165411" y="4010986"/>
                  </a:lnTo>
                  <a:lnTo>
                    <a:pt x="4193907" y="3998286"/>
                  </a:lnTo>
                  <a:lnTo>
                    <a:pt x="4210355" y="4023686"/>
                  </a:lnTo>
                  <a:lnTo>
                    <a:pt x="4181859" y="4036386"/>
                  </a:lnTo>
                  <a:close/>
                </a:path>
                <a:path w="6684644" h="7015480">
                  <a:moveTo>
                    <a:pt x="5053584" y="4061786"/>
                  </a:moveTo>
                  <a:lnTo>
                    <a:pt x="5032136" y="4023686"/>
                  </a:lnTo>
                  <a:lnTo>
                    <a:pt x="5069280" y="3998286"/>
                  </a:lnTo>
                  <a:lnTo>
                    <a:pt x="5090727" y="4036386"/>
                  </a:lnTo>
                  <a:lnTo>
                    <a:pt x="5053584" y="4061786"/>
                  </a:lnTo>
                  <a:close/>
                </a:path>
                <a:path w="6684644" h="7015480">
                  <a:moveTo>
                    <a:pt x="5925509" y="4087186"/>
                  </a:moveTo>
                  <a:lnTo>
                    <a:pt x="5899655" y="4036386"/>
                  </a:lnTo>
                  <a:lnTo>
                    <a:pt x="5944433" y="4010986"/>
                  </a:lnTo>
                  <a:lnTo>
                    <a:pt x="5970287" y="4061786"/>
                  </a:lnTo>
                  <a:lnTo>
                    <a:pt x="5925509" y="4087186"/>
                  </a:lnTo>
                  <a:close/>
                </a:path>
                <a:path w="6684644" h="7015480">
                  <a:moveTo>
                    <a:pt x="4719792" y="4074486"/>
                  </a:moveTo>
                  <a:lnTo>
                    <a:pt x="4700110" y="4049086"/>
                  </a:lnTo>
                  <a:lnTo>
                    <a:pt x="4734197" y="4023686"/>
                  </a:lnTo>
                  <a:lnTo>
                    <a:pt x="4753885" y="4061786"/>
                  </a:lnTo>
                  <a:lnTo>
                    <a:pt x="4719792" y="4074486"/>
                  </a:lnTo>
                  <a:close/>
                </a:path>
                <a:path w="6684644" h="7015480">
                  <a:moveTo>
                    <a:pt x="5591613" y="4099886"/>
                  </a:moveTo>
                  <a:lnTo>
                    <a:pt x="5567233" y="4061786"/>
                  </a:lnTo>
                  <a:lnTo>
                    <a:pt x="5609470" y="4036386"/>
                  </a:lnTo>
                  <a:lnTo>
                    <a:pt x="5633850" y="4074486"/>
                  </a:lnTo>
                  <a:lnTo>
                    <a:pt x="5591613" y="4099886"/>
                  </a:lnTo>
                  <a:close/>
                </a:path>
                <a:path w="6684644" h="7015480">
                  <a:moveTo>
                    <a:pt x="4386003" y="4099886"/>
                  </a:moveTo>
                  <a:lnTo>
                    <a:pt x="4368080" y="4061786"/>
                  </a:lnTo>
                  <a:lnTo>
                    <a:pt x="4399123" y="4049086"/>
                  </a:lnTo>
                  <a:lnTo>
                    <a:pt x="4417040" y="4074486"/>
                  </a:lnTo>
                  <a:lnTo>
                    <a:pt x="4386003" y="4099886"/>
                  </a:lnTo>
                  <a:close/>
                </a:path>
                <a:path w="6684644" h="7015480">
                  <a:moveTo>
                    <a:pt x="6463650" y="4125286"/>
                  </a:moveTo>
                  <a:lnTo>
                    <a:pt x="6435154" y="4074486"/>
                  </a:lnTo>
                  <a:lnTo>
                    <a:pt x="6484517" y="4049086"/>
                  </a:lnTo>
                  <a:lnTo>
                    <a:pt x="6513013" y="4087186"/>
                  </a:lnTo>
                  <a:lnTo>
                    <a:pt x="6463650" y="4125286"/>
                  </a:lnTo>
                  <a:close/>
                </a:path>
                <a:path w="6684644" h="7015480">
                  <a:moveTo>
                    <a:pt x="5257715" y="4125286"/>
                  </a:moveTo>
                  <a:lnTo>
                    <a:pt x="5234798" y="4074486"/>
                  </a:lnTo>
                  <a:lnTo>
                    <a:pt x="5274494" y="4061786"/>
                  </a:lnTo>
                  <a:lnTo>
                    <a:pt x="5297411" y="4099886"/>
                  </a:lnTo>
                  <a:lnTo>
                    <a:pt x="5257715" y="4125286"/>
                  </a:lnTo>
                  <a:close/>
                </a:path>
                <a:path w="6684644" h="7015480">
                  <a:moveTo>
                    <a:pt x="6129647" y="4137986"/>
                  </a:moveTo>
                  <a:lnTo>
                    <a:pt x="6102324" y="4087186"/>
                  </a:lnTo>
                  <a:lnTo>
                    <a:pt x="6149650" y="4061786"/>
                  </a:lnTo>
                  <a:lnTo>
                    <a:pt x="6176973" y="4112586"/>
                  </a:lnTo>
                  <a:lnTo>
                    <a:pt x="6129647" y="4137986"/>
                  </a:lnTo>
                  <a:close/>
                </a:path>
                <a:path w="6684644" h="7015480">
                  <a:moveTo>
                    <a:pt x="4923823" y="4137986"/>
                  </a:moveTo>
                  <a:lnTo>
                    <a:pt x="4902375" y="4099886"/>
                  </a:lnTo>
                  <a:lnTo>
                    <a:pt x="4939524" y="4074486"/>
                  </a:lnTo>
                  <a:lnTo>
                    <a:pt x="4960972" y="4112586"/>
                  </a:lnTo>
                  <a:lnTo>
                    <a:pt x="4923823" y="4137986"/>
                  </a:lnTo>
                  <a:close/>
                </a:path>
                <a:path w="6684644" h="7015480">
                  <a:moveTo>
                    <a:pt x="5795754" y="4163386"/>
                  </a:moveTo>
                  <a:lnTo>
                    <a:pt x="5769900" y="4112586"/>
                  </a:lnTo>
                  <a:lnTo>
                    <a:pt x="5814672" y="4087186"/>
                  </a:lnTo>
                  <a:lnTo>
                    <a:pt x="5840527" y="4137986"/>
                  </a:lnTo>
                  <a:lnTo>
                    <a:pt x="5795754" y="4163386"/>
                  </a:lnTo>
                  <a:close/>
                </a:path>
                <a:path w="6684644" h="7015480">
                  <a:moveTo>
                    <a:pt x="4590137" y="4150686"/>
                  </a:moveTo>
                  <a:lnTo>
                    <a:pt x="4570745" y="4125286"/>
                  </a:lnTo>
                  <a:lnTo>
                    <a:pt x="4604335" y="4099886"/>
                  </a:lnTo>
                  <a:lnTo>
                    <a:pt x="4623721" y="4137986"/>
                  </a:lnTo>
                  <a:lnTo>
                    <a:pt x="4590137" y="4150686"/>
                  </a:lnTo>
                  <a:close/>
                </a:path>
                <a:path w="6684644" h="7015480">
                  <a:moveTo>
                    <a:pt x="6667900" y="4176086"/>
                  </a:moveTo>
                  <a:lnTo>
                    <a:pt x="6638231" y="4125286"/>
                  </a:lnTo>
                  <a:lnTo>
                    <a:pt x="6684595" y="4099886"/>
                  </a:lnTo>
                  <a:lnTo>
                    <a:pt x="6684595" y="4163386"/>
                  </a:lnTo>
                  <a:lnTo>
                    <a:pt x="6667900" y="4176086"/>
                  </a:lnTo>
                  <a:close/>
                </a:path>
                <a:path w="6684644" h="7015480">
                  <a:moveTo>
                    <a:pt x="5461851" y="4176086"/>
                  </a:moveTo>
                  <a:lnTo>
                    <a:pt x="5437472" y="4137986"/>
                  </a:lnTo>
                  <a:lnTo>
                    <a:pt x="5479709" y="4112586"/>
                  </a:lnTo>
                  <a:lnTo>
                    <a:pt x="5504088" y="4150686"/>
                  </a:lnTo>
                  <a:lnTo>
                    <a:pt x="5461851" y="4176086"/>
                  </a:lnTo>
                  <a:close/>
                </a:path>
                <a:path w="6684644" h="7015480">
                  <a:moveTo>
                    <a:pt x="6333789" y="4201486"/>
                  </a:moveTo>
                  <a:lnTo>
                    <a:pt x="6304997" y="4150686"/>
                  </a:lnTo>
                  <a:lnTo>
                    <a:pt x="6354863" y="4112586"/>
                  </a:lnTo>
                  <a:lnTo>
                    <a:pt x="6383656" y="4163386"/>
                  </a:lnTo>
                  <a:lnTo>
                    <a:pt x="6333789" y="4201486"/>
                  </a:lnTo>
                  <a:close/>
                </a:path>
                <a:path w="6684644" h="7015480">
                  <a:moveTo>
                    <a:pt x="4256353" y="4176086"/>
                  </a:moveTo>
                  <a:lnTo>
                    <a:pt x="4238721" y="4137986"/>
                  </a:lnTo>
                  <a:lnTo>
                    <a:pt x="4269254" y="4125286"/>
                  </a:lnTo>
                  <a:lnTo>
                    <a:pt x="4286881" y="4150686"/>
                  </a:lnTo>
                  <a:lnTo>
                    <a:pt x="4256353" y="4176086"/>
                  </a:lnTo>
                  <a:close/>
                </a:path>
                <a:path w="6684644" h="7015480">
                  <a:moveTo>
                    <a:pt x="5128066" y="4188786"/>
                  </a:moveTo>
                  <a:lnTo>
                    <a:pt x="5105440" y="4150686"/>
                  </a:lnTo>
                  <a:lnTo>
                    <a:pt x="5144627" y="4137986"/>
                  </a:lnTo>
                  <a:lnTo>
                    <a:pt x="5167247" y="4176086"/>
                  </a:lnTo>
                  <a:lnTo>
                    <a:pt x="5128066" y="4188786"/>
                  </a:lnTo>
                  <a:close/>
                </a:path>
                <a:path w="6684644" h="7015480">
                  <a:moveTo>
                    <a:pt x="5999785" y="4214186"/>
                  </a:moveTo>
                  <a:lnTo>
                    <a:pt x="5972171" y="4163386"/>
                  </a:lnTo>
                  <a:lnTo>
                    <a:pt x="6020000" y="4137986"/>
                  </a:lnTo>
                  <a:lnTo>
                    <a:pt x="6047619" y="4188786"/>
                  </a:lnTo>
                  <a:lnTo>
                    <a:pt x="5999785" y="4214186"/>
                  </a:lnTo>
                  <a:close/>
                </a:path>
                <a:path w="6684644" h="7015480">
                  <a:moveTo>
                    <a:pt x="4794168" y="4214186"/>
                  </a:moveTo>
                  <a:lnTo>
                    <a:pt x="4773017" y="4176086"/>
                  </a:lnTo>
                  <a:lnTo>
                    <a:pt x="4809651" y="4150686"/>
                  </a:lnTo>
                  <a:lnTo>
                    <a:pt x="4830802" y="4188786"/>
                  </a:lnTo>
                  <a:lnTo>
                    <a:pt x="4794168" y="4214186"/>
                  </a:lnTo>
                  <a:close/>
                </a:path>
                <a:path w="6684644" h="7015480">
                  <a:moveTo>
                    <a:pt x="5665994" y="4239586"/>
                  </a:moveTo>
                  <a:lnTo>
                    <a:pt x="5640140" y="4188786"/>
                  </a:lnTo>
                  <a:lnTo>
                    <a:pt x="5684918" y="4163386"/>
                  </a:lnTo>
                  <a:lnTo>
                    <a:pt x="5710772" y="4201486"/>
                  </a:lnTo>
                  <a:lnTo>
                    <a:pt x="5665994" y="4239586"/>
                  </a:lnTo>
                  <a:close/>
                </a:path>
                <a:path w="6684644" h="7015480">
                  <a:moveTo>
                    <a:pt x="4460485" y="4226886"/>
                  </a:moveTo>
                  <a:lnTo>
                    <a:pt x="4441389" y="4201486"/>
                  </a:lnTo>
                  <a:lnTo>
                    <a:pt x="4474464" y="4176086"/>
                  </a:lnTo>
                  <a:lnTo>
                    <a:pt x="4493560" y="4214186"/>
                  </a:lnTo>
                  <a:lnTo>
                    <a:pt x="4460485" y="4226886"/>
                  </a:lnTo>
                  <a:close/>
                </a:path>
                <a:path w="6684644" h="7015480">
                  <a:moveTo>
                    <a:pt x="6538032" y="4252286"/>
                  </a:moveTo>
                  <a:lnTo>
                    <a:pt x="6508062" y="4201486"/>
                  </a:lnTo>
                  <a:lnTo>
                    <a:pt x="6559971" y="4176086"/>
                  </a:lnTo>
                  <a:lnTo>
                    <a:pt x="6589936" y="4226886"/>
                  </a:lnTo>
                  <a:lnTo>
                    <a:pt x="6538032" y="4252286"/>
                  </a:lnTo>
                  <a:close/>
                </a:path>
                <a:path w="6684644" h="7015480">
                  <a:moveTo>
                    <a:pt x="5332203" y="4252286"/>
                  </a:moveTo>
                  <a:lnTo>
                    <a:pt x="5308114" y="4214186"/>
                  </a:lnTo>
                  <a:lnTo>
                    <a:pt x="5349842" y="4188786"/>
                  </a:lnTo>
                  <a:lnTo>
                    <a:pt x="5373937" y="4226886"/>
                  </a:lnTo>
                  <a:lnTo>
                    <a:pt x="5332203" y="4252286"/>
                  </a:lnTo>
                  <a:close/>
                </a:path>
                <a:path w="6684644" h="7015480">
                  <a:moveTo>
                    <a:pt x="6203916" y="4277686"/>
                  </a:moveTo>
                  <a:lnTo>
                    <a:pt x="6174834" y="4226886"/>
                  </a:lnTo>
                  <a:lnTo>
                    <a:pt x="6225215" y="4188786"/>
                  </a:lnTo>
                  <a:lnTo>
                    <a:pt x="6254297" y="4239586"/>
                  </a:lnTo>
                  <a:lnTo>
                    <a:pt x="6203916" y="4277686"/>
                  </a:lnTo>
                  <a:close/>
                </a:path>
                <a:path w="6684644" h="7015480">
                  <a:moveTo>
                    <a:pt x="4998411" y="4264986"/>
                  </a:moveTo>
                  <a:lnTo>
                    <a:pt x="4976087" y="4226886"/>
                  </a:lnTo>
                  <a:lnTo>
                    <a:pt x="5014759" y="4201486"/>
                  </a:lnTo>
                  <a:lnTo>
                    <a:pt x="5037083" y="4252286"/>
                  </a:lnTo>
                  <a:lnTo>
                    <a:pt x="4998411" y="4264986"/>
                  </a:lnTo>
                  <a:close/>
                </a:path>
                <a:path w="6684644" h="7015480">
                  <a:moveTo>
                    <a:pt x="5870024" y="4290386"/>
                  </a:moveTo>
                  <a:lnTo>
                    <a:pt x="5842410" y="4239586"/>
                  </a:lnTo>
                  <a:lnTo>
                    <a:pt x="5890239" y="4214186"/>
                  </a:lnTo>
                  <a:lnTo>
                    <a:pt x="5917858" y="4264986"/>
                  </a:lnTo>
                  <a:lnTo>
                    <a:pt x="5870024" y="4290386"/>
                  </a:lnTo>
                  <a:close/>
                </a:path>
                <a:path w="6684644" h="7015480">
                  <a:moveTo>
                    <a:pt x="4664513" y="4290386"/>
                  </a:moveTo>
                  <a:lnTo>
                    <a:pt x="4643653" y="4252286"/>
                  </a:lnTo>
                  <a:lnTo>
                    <a:pt x="4679789" y="4226886"/>
                  </a:lnTo>
                  <a:lnTo>
                    <a:pt x="4700650" y="4264986"/>
                  </a:lnTo>
                  <a:lnTo>
                    <a:pt x="4664513" y="4290386"/>
                  </a:lnTo>
                  <a:close/>
                </a:path>
                <a:path w="6684644" h="7015480">
                  <a:moveTo>
                    <a:pt x="5536233" y="4303086"/>
                  </a:moveTo>
                  <a:lnTo>
                    <a:pt x="5510379" y="4264986"/>
                  </a:lnTo>
                  <a:lnTo>
                    <a:pt x="5555163" y="4239586"/>
                  </a:lnTo>
                  <a:lnTo>
                    <a:pt x="5581018" y="4277686"/>
                  </a:lnTo>
                  <a:lnTo>
                    <a:pt x="5536233" y="4303086"/>
                  </a:lnTo>
                  <a:close/>
                </a:path>
                <a:path w="6684644" h="7015480">
                  <a:moveTo>
                    <a:pt x="4330836" y="4303086"/>
                  </a:moveTo>
                  <a:lnTo>
                    <a:pt x="4312036" y="4277686"/>
                  </a:lnTo>
                  <a:lnTo>
                    <a:pt x="4344601" y="4252286"/>
                  </a:lnTo>
                  <a:lnTo>
                    <a:pt x="4363401" y="4290386"/>
                  </a:lnTo>
                  <a:lnTo>
                    <a:pt x="4330836" y="4303086"/>
                  </a:lnTo>
                  <a:close/>
                </a:path>
                <a:path w="6684644" h="7015480">
                  <a:moveTo>
                    <a:pt x="6408171" y="4328486"/>
                  </a:moveTo>
                  <a:lnTo>
                    <a:pt x="6377910" y="4277686"/>
                  </a:lnTo>
                  <a:lnTo>
                    <a:pt x="6430323" y="4252286"/>
                  </a:lnTo>
                  <a:lnTo>
                    <a:pt x="6460584" y="4303086"/>
                  </a:lnTo>
                  <a:lnTo>
                    <a:pt x="6408171" y="4328486"/>
                  </a:lnTo>
                  <a:close/>
                </a:path>
                <a:path w="6684644" h="7015480">
                  <a:moveTo>
                    <a:pt x="5202448" y="4328486"/>
                  </a:moveTo>
                  <a:lnTo>
                    <a:pt x="5178353" y="4290386"/>
                  </a:lnTo>
                  <a:lnTo>
                    <a:pt x="5220081" y="4264986"/>
                  </a:lnTo>
                  <a:lnTo>
                    <a:pt x="5244176" y="4303086"/>
                  </a:lnTo>
                  <a:lnTo>
                    <a:pt x="5202448" y="4328486"/>
                  </a:lnTo>
                  <a:close/>
                </a:path>
                <a:path w="6684644" h="7015480">
                  <a:moveTo>
                    <a:pt x="6074161" y="4341186"/>
                  </a:moveTo>
                  <a:lnTo>
                    <a:pt x="6045079" y="4303086"/>
                  </a:lnTo>
                  <a:lnTo>
                    <a:pt x="6095454" y="4264986"/>
                  </a:lnTo>
                  <a:lnTo>
                    <a:pt x="6124543" y="4315786"/>
                  </a:lnTo>
                  <a:lnTo>
                    <a:pt x="6074161" y="4341186"/>
                  </a:lnTo>
                  <a:close/>
                </a:path>
                <a:path w="6684644" h="7015480">
                  <a:moveTo>
                    <a:pt x="4868651" y="4341186"/>
                  </a:moveTo>
                  <a:lnTo>
                    <a:pt x="4846326" y="4303086"/>
                  </a:lnTo>
                  <a:lnTo>
                    <a:pt x="4885004" y="4277686"/>
                  </a:lnTo>
                  <a:lnTo>
                    <a:pt x="4907328" y="4315786"/>
                  </a:lnTo>
                  <a:lnTo>
                    <a:pt x="4868651" y="4341186"/>
                  </a:lnTo>
                  <a:close/>
                </a:path>
                <a:path w="6684644" h="7015480">
                  <a:moveTo>
                    <a:pt x="5740263" y="4366586"/>
                  </a:moveTo>
                  <a:lnTo>
                    <a:pt x="5712650" y="4315786"/>
                  </a:lnTo>
                  <a:lnTo>
                    <a:pt x="5760485" y="4290386"/>
                  </a:lnTo>
                  <a:lnTo>
                    <a:pt x="5788098" y="4341186"/>
                  </a:lnTo>
                  <a:lnTo>
                    <a:pt x="5740263" y="4366586"/>
                  </a:lnTo>
                  <a:close/>
                </a:path>
                <a:path w="6684644" h="7015480">
                  <a:moveTo>
                    <a:pt x="4534867" y="4366586"/>
                  </a:moveTo>
                  <a:lnTo>
                    <a:pt x="4514303" y="4328486"/>
                  </a:lnTo>
                  <a:lnTo>
                    <a:pt x="4549924" y="4303086"/>
                  </a:lnTo>
                  <a:lnTo>
                    <a:pt x="4570488" y="4341186"/>
                  </a:lnTo>
                  <a:lnTo>
                    <a:pt x="4534867" y="4366586"/>
                  </a:lnTo>
                  <a:close/>
                </a:path>
                <a:path w="6684644" h="7015480">
                  <a:moveTo>
                    <a:pt x="6612414" y="4379286"/>
                  </a:moveTo>
                  <a:lnTo>
                    <a:pt x="6580974" y="4328486"/>
                  </a:lnTo>
                  <a:lnTo>
                    <a:pt x="6635425" y="4303086"/>
                  </a:lnTo>
                  <a:lnTo>
                    <a:pt x="6666865" y="4353886"/>
                  </a:lnTo>
                  <a:lnTo>
                    <a:pt x="6612414" y="4379286"/>
                  </a:lnTo>
                  <a:close/>
                </a:path>
                <a:path w="6684644" h="7015480">
                  <a:moveTo>
                    <a:pt x="5406585" y="4379286"/>
                  </a:moveTo>
                  <a:lnTo>
                    <a:pt x="5381026" y="4341186"/>
                  </a:lnTo>
                  <a:lnTo>
                    <a:pt x="5425296" y="4315786"/>
                  </a:lnTo>
                  <a:lnTo>
                    <a:pt x="5450860" y="4353886"/>
                  </a:lnTo>
                  <a:lnTo>
                    <a:pt x="5406585" y="4379286"/>
                  </a:lnTo>
                  <a:close/>
                </a:path>
                <a:path w="6684644" h="7015480">
                  <a:moveTo>
                    <a:pt x="6278410" y="4404686"/>
                  </a:moveTo>
                  <a:lnTo>
                    <a:pt x="6248149" y="4353886"/>
                  </a:lnTo>
                  <a:lnTo>
                    <a:pt x="6300563" y="4315786"/>
                  </a:lnTo>
                  <a:lnTo>
                    <a:pt x="6330824" y="4379286"/>
                  </a:lnTo>
                  <a:lnTo>
                    <a:pt x="6278410" y="4404686"/>
                  </a:lnTo>
                  <a:close/>
                </a:path>
                <a:path w="6684644" h="7015480">
                  <a:moveTo>
                    <a:pt x="5072793" y="4404686"/>
                  </a:moveTo>
                  <a:lnTo>
                    <a:pt x="5049000" y="4353886"/>
                  </a:lnTo>
                  <a:lnTo>
                    <a:pt x="5090213" y="4341186"/>
                  </a:lnTo>
                  <a:lnTo>
                    <a:pt x="5114012" y="4379286"/>
                  </a:lnTo>
                  <a:lnTo>
                    <a:pt x="5072793" y="4404686"/>
                  </a:lnTo>
                  <a:close/>
                </a:path>
                <a:path w="6684644" h="7015480">
                  <a:moveTo>
                    <a:pt x="5944405" y="4417386"/>
                  </a:moveTo>
                  <a:lnTo>
                    <a:pt x="5915317" y="4366586"/>
                  </a:lnTo>
                  <a:lnTo>
                    <a:pt x="5965692" y="4341186"/>
                  </a:lnTo>
                  <a:lnTo>
                    <a:pt x="5994781" y="4391986"/>
                  </a:lnTo>
                  <a:lnTo>
                    <a:pt x="5944405" y="4417386"/>
                  </a:lnTo>
                  <a:close/>
                </a:path>
                <a:path w="6684644" h="7015480">
                  <a:moveTo>
                    <a:pt x="4739002" y="4417386"/>
                  </a:moveTo>
                  <a:lnTo>
                    <a:pt x="4716968" y="4379286"/>
                  </a:lnTo>
                  <a:lnTo>
                    <a:pt x="4755136" y="4353886"/>
                  </a:lnTo>
                  <a:lnTo>
                    <a:pt x="4777170" y="4391986"/>
                  </a:lnTo>
                  <a:lnTo>
                    <a:pt x="4739002" y="4417386"/>
                  </a:lnTo>
                  <a:close/>
                </a:path>
                <a:path w="6684644" h="7015480">
                  <a:moveTo>
                    <a:pt x="5610615" y="4442786"/>
                  </a:moveTo>
                  <a:lnTo>
                    <a:pt x="5583292" y="4391986"/>
                  </a:lnTo>
                  <a:lnTo>
                    <a:pt x="5630617" y="4366586"/>
                  </a:lnTo>
                  <a:lnTo>
                    <a:pt x="5657940" y="4417386"/>
                  </a:lnTo>
                  <a:lnTo>
                    <a:pt x="5610615" y="4442786"/>
                  </a:lnTo>
                  <a:close/>
                </a:path>
                <a:path w="6684644" h="7015480">
                  <a:moveTo>
                    <a:pt x="4405324" y="4430086"/>
                  </a:moveTo>
                  <a:lnTo>
                    <a:pt x="4385345" y="4404686"/>
                  </a:lnTo>
                  <a:lnTo>
                    <a:pt x="4419942" y="4379286"/>
                  </a:lnTo>
                  <a:lnTo>
                    <a:pt x="4439921" y="4417386"/>
                  </a:lnTo>
                  <a:lnTo>
                    <a:pt x="4405324" y="4430086"/>
                  </a:lnTo>
                  <a:close/>
                </a:path>
                <a:path w="6684644" h="7015480">
                  <a:moveTo>
                    <a:pt x="6482547" y="4455486"/>
                  </a:moveTo>
                  <a:lnTo>
                    <a:pt x="6450817" y="4404686"/>
                  </a:lnTo>
                  <a:lnTo>
                    <a:pt x="6505777" y="4379286"/>
                  </a:lnTo>
                  <a:lnTo>
                    <a:pt x="6537507" y="4430086"/>
                  </a:lnTo>
                  <a:lnTo>
                    <a:pt x="6482547" y="4455486"/>
                  </a:lnTo>
                  <a:close/>
                </a:path>
                <a:path w="6684644" h="7015480">
                  <a:moveTo>
                    <a:pt x="5276936" y="4455486"/>
                  </a:moveTo>
                  <a:lnTo>
                    <a:pt x="5251668" y="4417386"/>
                  </a:lnTo>
                  <a:lnTo>
                    <a:pt x="5295428" y="4391986"/>
                  </a:lnTo>
                  <a:lnTo>
                    <a:pt x="5320696" y="4430086"/>
                  </a:lnTo>
                  <a:lnTo>
                    <a:pt x="5276936" y="4455486"/>
                  </a:lnTo>
                  <a:close/>
                </a:path>
                <a:path w="6684644" h="7015480">
                  <a:moveTo>
                    <a:pt x="6148543" y="4480886"/>
                  </a:moveTo>
                  <a:lnTo>
                    <a:pt x="6117991" y="4430086"/>
                  </a:lnTo>
                  <a:lnTo>
                    <a:pt x="6170908" y="4391986"/>
                  </a:lnTo>
                  <a:lnTo>
                    <a:pt x="6201465" y="4442786"/>
                  </a:lnTo>
                  <a:lnTo>
                    <a:pt x="6148543" y="4480886"/>
                  </a:lnTo>
                  <a:close/>
                </a:path>
                <a:path w="6684644" h="7015480">
                  <a:moveTo>
                    <a:pt x="4943145" y="4480886"/>
                  </a:moveTo>
                  <a:lnTo>
                    <a:pt x="4919636" y="4430086"/>
                  </a:lnTo>
                  <a:lnTo>
                    <a:pt x="4960345" y="4404686"/>
                  </a:lnTo>
                  <a:lnTo>
                    <a:pt x="4983854" y="4455486"/>
                  </a:lnTo>
                  <a:lnTo>
                    <a:pt x="4943145" y="4480886"/>
                  </a:lnTo>
                  <a:close/>
                </a:path>
                <a:path w="6684644" h="7015480">
                  <a:moveTo>
                    <a:pt x="5814645" y="4493586"/>
                  </a:moveTo>
                  <a:lnTo>
                    <a:pt x="5785557" y="4442786"/>
                  </a:lnTo>
                  <a:lnTo>
                    <a:pt x="5835932" y="4417386"/>
                  </a:lnTo>
                  <a:lnTo>
                    <a:pt x="5865021" y="4468186"/>
                  </a:lnTo>
                  <a:lnTo>
                    <a:pt x="5814645" y="4493586"/>
                  </a:lnTo>
                  <a:close/>
                </a:path>
                <a:path w="6684644" h="7015480">
                  <a:moveTo>
                    <a:pt x="4609356" y="4493586"/>
                  </a:moveTo>
                  <a:lnTo>
                    <a:pt x="4587612" y="4455486"/>
                  </a:lnTo>
                  <a:lnTo>
                    <a:pt x="4625271" y="4430086"/>
                  </a:lnTo>
                  <a:lnTo>
                    <a:pt x="4647009" y="4468186"/>
                  </a:lnTo>
                  <a:lnTo>
                    <a:pt x="4609356" y="4493586"/>
                  </a:lnTo>
                  <a:close/>
                </a:path>
                <a:path w="6684644" h="7015480">
                  <a:moveTo>
                    <a:pt x="5480854" y="4518986"/>
                  </a:moveTo>
                  <a:lnTo>
                    <a:pt x="5453531" y="4468186"/>
                  </a:lnTo>
                  <a:lnTo>
                    <a:pt x="5500856" y="4442786"/>
                  </a:lnTo>
                  <a:lnTo>
                    <a:pt x="5528179" y="4493586"/>
                  </a:lnTo>
                  <a:lnTo>
                    <a:pt x="5480854" y="4518986"/>
                  </a:lnTo>
                  <a:close/>
                </a:path>
                <a:path w="6684644" h="7015480">
                  <a:moveTo>
                    <a:pt x="6352786" y="4531686"/>
                  </a:moveTo>
                  <a:lnTo>
                    <a:pt x="6321056" y="4480886"/>
                  </a:lnTo>
                  <a:lnTo>
                    <a:pt x="6376016" y="4442786"/>
                  </a:lnTo>
                  <a:lnTo>
                    <a:pt x="6407746" y="4506286"/>
                  </a:lnTo>
                  <a:lnTo>
                    <a:pt x="6352786" y="4531686"/>
                  </a:lnTo>
                  <a:close/>
                </a:path>
                <a:path w="6684644" h="7015480">
                  <a:moveTo>
                    <a:pt x="6684595" y="4518986"/>
                  </a:moveTo>
                  <a:lnTo>
                    <a:pt x="6653888" y="4455486"/>
                  </a:lnTo>
                  <a:lnTo>
                    <a:pt x="6684595" y="4442786"/>
                  </a:lnTo>
                  <a:lnTo>
                    <a:pt x="6684595" y="4518986"/>
                  </a:lnTo>
                  <a:close/>
                </a:path>
                <a:path w="6684644" h="7015480">
                  <a:moveTo>
                    <a:pt x="5147175" y="4531686"/>
                  </a:moveTo>
                  <a:lnTo>
                    <a:pt x="5121907" y="4493586"/>
                  </a:lnTo>
                  <a:lnTo>
                    <a:pt x="5165667" y="4468186"/>
                  </a:lnTo>
                  <a:lnTo>
                    <a:pt x="5190934" y="4506286"/>
                  </a:lnTo>
                  <a:lnTo>
                    <a:pt x="5147175" y="4531686"/>
                  </a:lnTo>
                  <a:close/>
                </a:path>
                <a:path w="6684644" h="7015480">
                  <a:moveTo>
                    <a:pt x="6018781" y="4557086"/>
                  </a:moveTo>
                  <a:lnTo>
                    <a:pt x="5988230" y="4506286"/>
                  </a:lnTo>
                  <a:lnTo>
                    <a:pt x="6041152" y="4468186"/>
                  </a:lnTo>
                  <a:lnTo>
                    <a:pt x="6071704" y="4518986"/>
                  </a:lnTo>
                  <a:lnTo>
                    <a:pt x="6018781" y="4557086"/>
                  </a:lnTo>
                  <a:close/>
                </a:path>
                <a:path w="6684644" h="7015480">
                  <a:moveTo>
                    <a:pt x="4813490" y="4544386"/>
                  </a:moveTo>
                  <a:lnTo>
                    <a:pt x="4790284" y="4506286"/>
                  </a:lnTo>
                  <a:lnTo>
                    <a:pt x="4830483" y="4480886"/>
                  </a:lnTo>
                  <a:lnTo>
                    <a:pt x="4853690" y="4531686"/>
                  </a:lnTo>
                  <a:lnTo>
                    <a:pt x="4813490" y="4544386"/>
                  </a:lnTo>
                  <a:close/>
                </a:path>
                <a:path w="6684644" h="7015480">
                  <a:moveTo>
                    <a:pt x="5684883" y="4569786"/>
                  </a:moveTo>
                  <a:lnTo>
                    <a:pt x="5655796" y="4518986"/>
                  </a:lnTo>
                  <a:lnTo>
                    <a:pt x="5706177" y="4493586"/>
                  </a:lnTo>
                  <a:lnTo>
                    <a:pt x="5735259" y="4544386"/>
                  </a:lnTo>
                  <a:lnTo>
                    <a:pt x="5684883" y="4569786"/>
                  </a:lnTo>
                  <a:close/>
                </a:path>
                <a:path w="6684644" h="7015480">
                  <a:moveTo>
                    <a:pt x="4479706" y="4569786"/>
                  </a:moveTo>
                  <a:lnTo>
                    <a:pt x="4458259" y="4531686"/>
                  </a:lnTo>
                  <a:lnTo>
                    <a:pt x="4495408" y="4506286"/>
                  </a:lnTo>
                  <a:lnTo>
                    <a:pt x="4516855" y="4544386"/>
                  </a:lnTo>
                  <a:lnTo>
                    <a:pt x="4479706" y="4569786"/>
                  </a:lnTo>
                  <a:close/>
                </a:path>
                <a:path w="6684644" h="7015480">
                  <a:moveTo>
                    <a:pt x="6556929" y="4595186"/>
                  </a:moveTo>
                  <a:lnTo>
                    <a:pt x="6523730" y="4531686"/>
                  </a:lnTo>
                  <a:lnTo>
                    <a:pt x="6581231" y="4506286"/>
                  </a:lnTo>
                  <a:lnTo>
                    <a:pt x="6614430" y="4557086"/>
                  </a:lnTo>
                  <a:lnTo>
                    <a:pt x="6556929" y="4595186"/>
                  </a:lnTo>
                  <a:close/>
                </a:path>
                <a:path w="6684644" h="7015480">
                  <a:moveTo>
                    <a:pt x="5351205" y="4595186"/>
                  </a:moveTo>
                  <a:lnTo>
                    <a:pt x="5324178" y="4544386"/>
                  </a:lnTo>
                  <a:lnTo>
                    <a:pt x="5370994" y="4518986"/>
                  </a:lnTo>
                  <a:lnTo>
                    <a:pt x="5398021" y="4557086"/>
                  </a:lnTo>
                  <a:lnTo>
                    <a:pt x="5351205" y="4595186"/>
                  </a:lnTo>
                  <a:close/>
                </a:path>
                <a:path w="6684644" h="7015480">
                  <a:moveTo>
                    <a:pt x="6222924" y="4607886"/>
                  </a:moveTo>
                  <a:lnTo>
                    <a:pt x="6190898" y="4557086"/>
                  </a:lnTo>
                  <a:lnTo>
                    <a:pt x="6246368" y="4518986"/>
                  </a:lnTo>
                  <a:lnTo>
                    <a:pt x="6278388" y="4582486"/>
                  </a:lnTo>
                  <a:lnTo>
                    <a:pt x="6222924" y="4607886"/>
                  </a:lnTo>
                  <a:close/>
                </a:path>
                <a:path w="6684644" h="7015480">
                  <a:moveTo>
                    <a:pt x="5017521" y="4607886"/>
                  </a:moveTo>
                  <a:lnTo>
                    <a:pt x="4992549" y="4569786"/>
                  </a:lnTo>
                  <a:lnTo>
                    <a:pt x="5035805" y="4544386"/>
                  </a:lnTo>
                  <a:lnTo>
                    <a:pt x="5060777" y="4582486"/>
                  </a:lnTo>
                  <a:lnTo>
                    <a:pt x="5017521" y="4607886"/>
                  </a:lnTo>
                  <a:close/>
                </a:path>
                <a:path w="6684644" h="7015480">
                  <a:moveTo>
                    <a:pt x="5889021" y="4633286"/>
                  </a:moveTo>
                  <a:lnTo>
                    <a:pt x="5858470" y="4582486"/>
                  </a:lnTo>
                  <a:lnTo>
                    <a:pt x="5911392" y="4544386"/>
                  </a:lnTo>
                  <a:lnTo>
                    <a:pt x="5941944" y="4595186"/>
                  </a:lnTo>
                  <a:lnTo>
                    <a:pt x="5889021" y="4633286"/>
                  </a:lnTo>
                  <a:close/>
                </a:path>
                <a:path w="6684644" h="7015480">
                  <a:moveTo>
                    <a:pt x="4683838" y="4620586"/>
                  </a:moveTo>
                  <a:lnTo>
                    <a:pt x="4660928" y="4582486"/>
                  </a:lnTo>
                  <a:lnTo>
                    <a:pt x="4700618" y="4557086"/>
                  </a:lnTo>
                  <a:lnTo>
                    <a:pt x="4723528" y="4595186"/>
                  </a:lnTo>
                  <a:lnTo>
                    <a:pt x="4683838" y="4620586"/>
                  </a:lnTo>
                  <a:close/>
                </a:path>
                <a:path w="6684644" h="7015480">
                  <a:moveTo>
                    <a:pt x="5555236" y="4645986"/>
                  </a:moveTo>
                  <a:lnTo>
                    <a:pt x="5526443" y="4595186"/>
                  </a:lnTo>
                  <a:lnTo>
                    <a:pt x="5576310" y="4569786"/>
                  </a:lnTo>
                  <a:lnTo>
                    <a:pt x="5605102" y="4620586"/>
                  </a:lnTo>
                  <a:lnTo>
                    <a:pt x="5555236" y="4645986"/>
                  </a:lnTo>
                  <a:close/>
                </a:path>
                <a:path w="6684644" h="7015480">
                  <a:moveTo>
                    <a:pt x="6427168" y="4671386"/>
                  </a:moveTo>
                  <a:lnTo>
                    <a:pt x="6393969" y="4607886"/>
                  </a:lnTo>
                  <a:lnTo>
                    <a:pt x="6451471" y="4582486"/>
                  </a:lnTo>
                  <a:lnTo>
                    <a:pt x="6484669" y="4633286"/>
                  </a:lnTo>
                  <a:lnTo>
                    <a:pt x="6427168" y="4671386"/>
                  </a:lnTo>
                  <a:close/>
                </a:path>
                <a:path w="6684644" h="7015480">
                  <a:moveTo>
                    <a:pt x="5221551" y="4658686"/>
                  </a:moveTo>
                  <a:lnTo>
                    <a:pt x="5194815" y="4620586"/>
                  </a:lnTo>
                  <a:lnTo>
                    <a:pt x="5241121" y="4595186"/>
                  </a:lnTo>
                  <a:lnTo>
                    <a:pt x="5267857" y="4633286"/>
                  </a:lnTo>
                  <a:lnTo>
                    <a:pt x="5221551" y="4658686"/>
                  </a:lnTo>
                  <a:close/>
                </a:path>
                <a:path w="6684644" h="7015480">
                  <a:moveTo>
                    <a:pt x="6093163" y="4684086"/>
                  </a:moveTo>
                  <a:lnTo>
                    <a:pt x="6061137" y="4633286"/>
                  </a:lnTo>
                  <a:lnTo>
                    <a:pt x="6116607" y="4595186"/>
                  </a:lnTo>
                  <a:lnTo>
                    <a:pt x="6148626" y="4658686"/>
                  </a:lnTo>
                  <a:lnTo>
                    <a:pt x="6093163" y="4684086"/>
                  </a:lnTo>
                  <a:close/>
                </a:path>
                <a:path w="6684644" h="7015480">
                  <a:moveTo>
                    <a:pt x="4887872" y="4684086"/>
                  </a:moveTo>
                  <a:lnTo>
                    <a:pt x="4863196" y="4633286"/>
                  </a:lnTo>
                  <a:lnTo>
                    <a:pt x="4905937" y="4607886"/>
                  </a:lnTo>
                  <a:lnTo>
                    <a:pt x="4930618" y="4658686"/>
                  </a:lnTo>
                  <a:lnTo>
                    <a:pt x="4887872" y="4684086"/>
                  </a:lnTo>
                  <a:close/>
                </a:path>
                <a:path w="6684644" h="7015480">
                  <a:moveTo>
                    <a:pt x="5759266" y="4709486"/>
                  </a:moveTo>
                  <a:lnTo>
                    <a:pt x="5728709" y="4645986"/>
                  </a:lnTo>
                  <a:lnTo>
                    <a:pt x="5781637" y="4620586"/>
                  </a:lnTo>
                  <a:lnTo>
                    <a:pt x="5812189" y="4671386"/>
                  </a:lnTo>
                  <a:lnTo>
                    <a:pt x="5759266" y="4709486"/>
                  </a:lnTo>
                  <a:close/>
                </a:path>
                <a:path w="6684644" h="7015480">
                  <a:moveTo>
                    <a:pt x="4554188" y="4696786"/>
                  </a:moveTo>
                  <a:lnTo>
                    <a:pt x="4531562" y="4658686"/>
                  </a:lnTo>
                  <a:lnTo>
                    <a:pt x="4570749" y="4633286"/>
                  </a:lnTo>
                  <a:lnTo>
                    <a:pt x="4593375" y="4671386"/>
                  </a:lnTo>
                  <a:lnTo>
                    <a:pt x="4554188" y="4696786"/>
                  </a:lnTo>
                  <a:close/>
                </a:path>
                <a:path w="6684644" h="7015480">
                  <a:moveTo>
                    <a:pt x="6631305" y="4722186"/>
                  </a:moveTo>
                  <a:lnTo>
                    <a:pt x="6596637" y="4658686"/>
                  </a:lnTo>
                  <a:lnTo>
                    <a:pt x="6656685" y="4633286"/>
                  </a:lnTo>
                  <a:lnTo>
                    <a:pt x="6684595" y="4684086"/>
                  </a:lnTo>
                  <a:lnTo>
                    <a:pt x="6684595" y="4696786"/>
                  </a:lnTo>
                  <a:lnTo>
                    <a:pt x="6631305" y="4722186"/>
                  </a:lnTo>
                  <a:close/>
                </a:path>
                <a:path w="6684644" h="7015480">
                  <a:moveTo>
                    <a:pt x="5425581" y="4722186"/>
                  </a:moveTo>
                  <a:lnTo>
                    <a:pt x="5397085" y="4671386"/>
                  </a:lnTo>
                  <a:lnTo>
                    <a:pt x="5446448" y="4645986"/>
                  </a:lnTo>
                  <a:lnTo>
                    <a:pt x="5474944" y="4696786"/>
                  </a:lnTo>
                  <a:lnTo>
                    <a:pt x="5425581" y="4722186"/>
                  </a:lnTo>
                  <a:close/>
                </a:path>
                <a:path w="6684644" h="7015480">
                  <a:moveTo>
                    <a:pt x="6297307" y="4747586"/>
                  </a:moveTo>
                  <a:lnTo>
                    <a:pt x="6263811" y="4684086"/>
                  </a:lnTo>
                  <a:lnTo>
                    <a:pt x="6321822" y="4645986"/>
                  </a:lnTo>
                  <a:lnTo>
                    <a:pt x="6355311" y="4709486"/>
                  </a:lnTo>
                  <a:lnTo>
                    <a:pt x="6297307" y="4747586"/>
                  </a:lnTo>
                  <a:close/>
                </a:path>
                <a:path w="6684644" h="7015480">
                  <a:moveTo>
                    <a:pt x="5091903" y="4734886"/>
                  </a:moveTo>
                  <a:lnTo>
                    <a:pt x="5065462" y="4696786"/>
                  </a:lnTo>
                  <a:lnTo>
                    <a:pt x="5111260" y="4671386"/>
                  </a:lnTo>
                  <a:lnTo>
                    <a:pt x="5137700" y="4709486"/>
                  </a:lnTo>
                  <a:lnTo>
                    <a:pt x="5091903" y="4734886"/>
                  </a:lnTo>
                  <a:close/>
                </a:path>
                <a:path w="6684644" h="7015480">
                  <a:moveTo>
                    <a:pt x="5963403" y="4760286"/>
                  </a:moveTo>
                  <a:lnTo>
                    <a:pt x="5931383" y="4709486"/>
                  </a:lnTo>
                  <a:lnTo>
                    <a:pt x="5986847" y="4671386"/>
                  </a:lnTo>
                  <a:lnTo>
                    <a:pt x="6018866" y="4734886"/>
                  </a:lnTo>
                  <a:lnTo>
                    <a:pt x="5963403" y="4760286"/>
                  </a:lnTo>
                  <a:close/>
                </a:path>
                <a:path w="6684644" h="7015480">
                  <a:moveTo>
                    <a:pt x="4758332" y="4760286"/>
                  </a:moveTo>
                  <a:lnTo>
                    <a:pt x="4734237" y="4709486"/>
                  </a:lnTo>
                  <a:lnTo>
                    <a:pt x="4775965" y="4684086"/>
                  </a:lnTo>
                  <a:lnTo>
                    <a:pt x="4800060" y="4734886"/>
                  </a:lnTo>
                  <a:lnTo>
                    <a:pt x="4758332" y="4760286"/>
                  </a:lnTo>
                  <a:close/>
                </a:path>
                <a:path w="6684644" h="7015480">
                  <a:moveTo>
                    <a:pt x="5629617" y="4772986"/>
                  </a:moveTo>
                  <a:lnTo>
                    <a:pt x="5599357" y="4722186"/>
                  </a:lnTo>
                  <a:lnTo>
                    <a:pt x="5651770" y="4696786"/>
                  </a:lnTo>
                  <a:lnTo>
                    <a:pt x="5682031" y="4747586"/>
                  </a:lnTo>
                  <a:lnTo>
                    <a:pt x="5629617" y="4772986"/>
                  </a:lnTo>
                  <a:close/>
                </a:path>
                <a:path w="6684644" h="7015480">
                  <a:moveTo>
                    <a:pt x="6501437" y="4798386"/>
                  </a:moveTo>
                  <a:lnTo>
                    <a:pt x="6466473" y="4734886"/>
                  </a:lnTo>
                  <a:lnTo>
                    <a:pt x="6527036" y="4709486"/>
                  </a:lnTo>
                  <a:lnTo>
                    <a:pt x="6561994" y="4760286"/>
                  </a:lnTo>
                  <a:lnTo>
                    <a:pt x="6501437" y="4798386"/>
                  </a:lnTo>
                  <a:close/>
                </a:path>
                <a:path w="6684644" h="7015480">
                  <a:moveTo>
                    <a:pt x="5295933" y="4798386"/>
                  </a:moveTo>
                  <a:lnTo>
                    <a:pt x="5267727" y="4747586"/>
                  </a:lnTo>
                  <a:lnTo>
                    <a:pt x="5316574" y="4722186"/>
                  </a:lnTo>
                  <a:lnTo>
                    <a:pt x="5344780" y="4772986"/>
                  </a:lnTo>
                  <a:lnTo>
                    <a:pt x="5295933" y="4798386"/>
                  </a:lnTo>
                  <a:close/>
                </a:path>
                <a:path w="6684644" h="7015480">
                  <a:moveTo>
                    <a:pt x="6167545" y="4823786"/>
                  </a:moveTo>
                  <a:lnTo>
                    <a:pt x="6134050" y="4760286"/>
                  </a:lnTo>
                  <a:lnTo>
                    <a:pt x="6192061" y="4722186"/>
                  </a:lnTo>
                  <a:lnTo>
                    <a:pt x="6225556" y="4785686"/>
                  </a:lnTo>
                  <a:lnTo>
                    <a:pt x="6167545" y="4823786"/>
                  </a:lnTo>
                  <a:close/>
                </a:path>
                <a:path w="6684644" h="7015480">
                  <a:moveTo>
                    <a:pt x="4962253" y="4811086"/>
                  </a:moveTo>
                  <a:lnTo>
                    <a:pt x="4936103" y="4772986"/>
                  </a:lnTo>
                  <a:lnTo>
                    <a:pt x="4981396" y="4747586"/>
                  </a:lnTo>
                  <a:lnTo>
                    <a:pt x="5007541" y="4785686"/>
                  </a:lnTo>
                  <a:lnTo>
                    <a:pt x="4962253" y="4811086"/>
                  </a:lnTo>
                  <a:close/>
                </a:path>
                <a:path w="6684644" h="7015480">
                  <a:moveTo>
                    <a:pt x="5833642" y="4836486"/>
                  </a:moveTo>
                  <a:lnTo>
                    <a:pt x="5801622" y="4785686"/>
                  </a:lnTo>
                  <a:lnTo>
                    <a:pt x="5857092" y="4747586"/>
                  </a:lnTo>
                  <a:lnTo>
                    <a:pt x="5889111" y="4798386"/>
                  </a:lnTo>
                  <a:lnTo>
                    <a:pt x="5833642" y="4836486"/>
                  </a:lnTo>
                  <a:close/>
                </a:path>
                <a:path w="6684644" h="7015480">
                  <a:moveTo>
                    <a:pt x="4628677" y="4823786"/>
                  </a:moveTo>
                  <a:lnTo>
                    <a:pt x="4604884" y="4785686"/>
                  </a:lnTo>
                  <a:lnTo>
                    <a:pt x="4646096" y="4760286"/>
                  </a:lnTo>
                  <a:lnTo>
                    <a:pt x="4669895" y="4811086"/>
                  </a:lnTo>
                  <a:lnTo>
                    <a:pt x="4628677" y="4823786"/>
                  </a:lnTo>
                  <a:close/>
                </a:path>
                <a:path w="6684644" h="7015480">
                  <a:moveTo>
                    <a:pt x="5499963" y="4849186"/>
                  </a:moveTo>
                  <a:lnTo>
                    <a:pt x="5469993" y="4798386"/>
                  </a:lnTo>
                  <a:lnTo>
                    <a:pt x="5521902" y="4772986"/>
                  </a:lnTo>
                  <a:lnTo>
                    <a:pt x="5551867" y="4823786"/>
                  </a:lnTo>
                  <a:lnTo>
                    <a:pt x="5499963" y="4849186"/>
                  </a:lnTo>
                  <a:close/>
                </a:path>
                <a:path w="6684644" h="7015480">
                  <a:moveTo>
                    <a:pt x="6371682" y="4874586"/>
                  </a:moveTo>
                  <a:lnTo>
                    <a:pt x="6336718" y="4811086"/>
                  </a:lnTo>
                  <a:lnTo>
                    <a:pt x="6397276" y="4772986"/>
                  </a:lnTo>
                  <a:lnTo>
                    <a:pt x="6432233" y="4836486"/>
                  </a:lnTo>
                  <a:lnTo>
                    <a:pt x="6371682" y="4874586"/>
                  </a:lnTo>
                  <a:close/>
                </a:path>
                <a:path w="6684644" h="7015480">
                  <a:moveTo>
                    <a:pt x="6684595" y="4823786"/>
                  </a:moveTo>
                  <a:lnTo>
                    <a:pt x="6669947" y="4798386"/>
                  </a:lnTo>
                  <a:lnTo>
                    <a:pt x="6684595" y="4785686"/>
                  </a:lnTo>
                  <a:lnTo>
                    <a:pt x="6684595" y="4823786"/>
                  </a:lnTo>
                  <a:close/>
                </a:path>
                <a:path w="6684644" h="7015480">
                  <a:moveTo>
                    <a:pt x="5166284" y="4874586"/>
                  </a:moveTo>
                  <a:lnTo>
                    <a:pt x="5138375" y="4823786"/>
                  </a:lnTo>
                  <a:lnTo>
                    <a:pt x="5186713" y="4798386"/>
                  </a:lnTo>
                  <a:lnTo>
                    <a:pt x="5214623" y="4836486"/>
                  </a:lnTo>
                  <a:lnTo>
                    <a:pt x="5166284" y="4874586"/>
                  </a:lnTo>
                  <a:close/>
                </a:path>
                <a:path w="6684644" h="7015480">
                  <a:moveTo>
                    <a:pt x="6037785" y="4887286"/>
                  </a:moveTo>
                  <a:lnTo>
                    <a:pt x="6004290" y="4836486"/>
                  </a:lnTo>
                  <a:lnTo>
                    <a:pt x="6062301" y="4798386"/>
                  </a:lnTo>
                  <a:lnTo>
                    <a:pt x="6095796" y="4861886"/>
                  </a:lnTo>
                  <a:lnTo>
                    <a:pt x="6037785" y="4887286"/>
                  </a:lnTo>
                  <a:close/>
                </a:path>
                <a:path w="6684644" h="7015480">
                  <a:moveTo>
                    <a:pt x="4832708" y="4887286"/>
                  </a:moveTo>
                  <a:lnTo>
                    <a:pt x="4807150" y="4849186"/>
                  </a:lnTo>
                  <a:lnTo>
                    <a:pt x="4851419" y="4811086"/>
                  </a:lnTo>
                  <a:lnTo>
                    <a:pt x="4876977" y="4861886"/>
                  </a:lnTo>
                  <a:lnTo>
                    <a:pt x="4832708" y="4887286"/>
                  </a:lnTo>
                  <a:close/>
                </a:path>
                <a:path w="6684644" h="7015480">
                  <a:moveTo>
                    <a:pt x="5703993" y="4912686"/>
                  </a:moveTo>
                  <a:lnTo>
                    <a:pt x="5672263" y="4849186"/>
                  </a:lnTo>
                  <a:lnTo>
                    <a:pt x="5727218" y="4823786"/>
                  </a:lnTo>
                  <a:lnTo>
                    <a:pt x="5758948" y="4874586"/>
                  </a:lnTo>
                  <a:lnTo>
                    <a:pt x="5703993" y="4912686"/>
                  </a:lnTo>
                  <a:close/>
                </a:path>
                <a:path w="6684644" h="7015480">
                  <a:moveTo>
                    <a:pt x="6575712" y="4938086"/>
                  </a:moveTo>
                  <a:lnTo>
                    <a:pt x="6538989" y="4861886"/>
                  </a:lnTo>
                  <a:lnTo>
                    <a:pt x="6602591" y="4836486"/>
                  </a:lnTo>
                  <a:lnTo>
                    <a:pt x="6639320" y="4899986"/>
                  </a:lnTo>
                  <a:lnTo>
                    <a:pt x="6575712" y="4938086"/>
                  </a:lnTo>
                  <a:close/>
                </a:path>
                <a:path w="6684644" h="7015480">
                  <a:moveTo>
                    <a:pt x="5370309" y="4925386"/>
                  </a:moveTo>
                  <a:lnTo>
                    <a:pt x="5340640" y="4874586"/>
                  </a:lnTo>
                  <a:lnTo>
                    <a:pt x="5392034" y="4849186"/>
                  </a:lnTo>
                  <a:lnTo>
                    <a:pt x="5421703" y="4899986"/>
                  </a:lnTo>
                  <a:lnTo>
                    <a:pt x="5370309" y="4925386"/>
                  </a:lnTo>
                  <a:close/>
                </a:path>
                <a:path w="6684644" h="7015480">
                  <a:moveTo>
                    <a:pt x="6241814" y="4950786"/>
                  </a:moveTo>
                  <a:lnTo>
                    <a:pt x="6206560" y="4887286"/>
                  </a:lnTo>
                  <a:lnTo>
                    <a:pt x="6267627" y="4849186"/>
                  </a:lnTo>
                  <a:lnTo>
                    <a:pt x="6302880" y="4912686"/>
                  </a:lnTo>
                  <a:lnTo>
                    <a:pt x="6241814" y="4950786"/>
                  </a:lnTo>
                  <a:close/>
                </a:path>
                <a:path w="6684644" h="7015480">
                  <a:moveTo>
                    <a:pt x="5036630" y="4950786"/>
                  </a:moveTo>
                  <a:lnTo>
                    <a:pt x="5009016" y="4899986"/>
                  </a:lnTo>
                  <a:lnTo>
                    <a:pt x="5056845" y="4874586"/>
                  </a:lnTo>
                  <a:lnTo>
                    <a:pt x="5084464" y="4912686"/>
                  </a:lnTo>
                  <a:lnTo>
                    <a:pt x="5036630" y="4950786"/>
                  </a:lnTo>
                  <a:close/>
                </a:path>
                <a:path w="6684644" h="7015480">
                  <a:moveTo>
                    <a:pt x="5908024" y="4963486"/>
                  </a:moveTo>
                  <a:lnTo>
                    <a:pt x="5874535" y="4912686"/>
                  </a:lnTo>
                  <a:lnTo>
                    <a:pt x="5932545" y="4874586"/>
                  </a:lnTo>
                  <a:lnTo>
                    <a:pt x="5966040" y="4938086"/>
                  </a:lnTo>
                  <a:lnTo>
                    <a:pt x="5908024" y="4963486"/>
                  </a:lnTo>
                  <a:close/>
                </a:path>
                <a:path w="6684644" h="7015480">
                  <a:moveTo>
                    <a:pt x="4703058" y="4963486"/>
                  </a:moveTo>
                  <a:lnTo>
                    <a:pt x="4677791" y="4912686"/>
                  </a:lnTo>
                  <a:lnTo>
                    <a:pt x="4721550" y="4887286"/>
                  </a:lnTo>
                  <a:lnTo>
                    <a:pt x="4746818" y="4938086"/>
                  </a:lnTo>
                  <a:lnTo>
                    <a:pt x="4703058" y="4963486"/>
                  </a:lnTo>
                  <a:close/>
                </a:path>
                <a:path w="6684644" h="7015480">
                  <a:moveTo>
                    <a:pt x="5574345" y="4988886"/>
                  </a:moveTo>
                  <a:lnTo>
                    <a:pt x="5542905" y="4925386"/>
                  </a:lnTo>
                  <a:lnTo>
                    <a:pt x="5597356" y="4899986"/>
                  </a:lnTo>
                  <a:lnTo>
                    <a:pt x="5628795" y="4950786"/>
                  </a:lnTo>
                  <a:lnTo>
                    <a:pt x="5574345" y="4988886"/>
                  </a:lnTo>
                  <a:close/>
                </a:path>
                <a:path w="6684644" h="7015480">
                  <a:moveTo>
                    <a:pt x="6445951" y="5001586"/>
                  </a:moveTo>
                  <a:lnTo>
                    <a:pt x="6409228" y="4938086"/>
                  </a:lnTo>
                  <a:lnTo>
                    <a:pt x="6472830" y="4912686"/>
                  </a:lnTo>
                  <a:lnTo>
                    <a:pt x="6509559" y="4976186"/>
                  </a:lnTo>
                  <a:lnTo>
                    <a:pt x="6445951" y="5001586"/>
                  </a:lnTo>
                  <a:close/>
                </a:path>
                <a:path w="6684644" h="7015480">
                  <a:moveTo>
                    <a:pt x="5240660" y="5001586"/>
                  </a:moveTo>
                  <a:lnTo>
                    <a:pt x="5211282" y="4950786"/>
                  </a:lnTo>
                  <a:lnTo>
                    <a:pt x="5262167" y="4925386"/>
                  </a:lnTo>
                  <a:lnTo>
                    <a:pt x="5291545" y="4976186"/>
                  </a:lnTo>
                  <a:lnTo>
                    <a:pt x="5240660" y="5001586"/>
                  </a:lnTo>
                  <a:close/>
                </a:path>
                <a:path w="6684644" h="7015480">
                  <a:moveTo>
                    <a:pt x="6112060" y="5026986"/>
                  </a:moveTo>
                  <a:lnTo>
                    <a:pt x="6076806" y="4963486"/>
                  </a:lnTo>
                  <a:lnTo>
                    <a:pt x="6137867" y="4925386"/>
                  </a:lnTo>
                  <a:lnTo>
                    <a:pt x="6173121" y="4988886"/>
                  </a:lnTo>
                  <a:lnTo>
                    <a:pt x="6112060" y="5026986"/>
                  </a:lnTo>
                  <a:close/>
                </a:path>
                <a:path w="6684644" h="7015480">
                  <a:moveTo>
                    <a:pt x="4906977" y="5014286"/>
                  </a:moveTo>
                  <a:lnTo>
                    <a:pt x="4879654" y="4976186"/>
                  </a:lnTo>
                  <a:lnTo>
                    <a:pt x="4926980" y="4950786"/>
                  </a:lnTo>
                  <a:lnTo>
                    <a:pt x="4954302" y="4988886"/>
                  </a:lnTo>
                  <a:lnTo>
                    <a:pt x="4906977" y="5014286"/>
                  </a:lnTo>
                  <a:close/>
                </a:path>
                <a:path w="6684644" h="7015480">
                  <a:moveTo>
                    <a:pt x="5778369" y="5039686"/>
                  </a:moveTo>
                  <a:lnTo>
                    <a:pt x="5745171" y="4988886"/>
                  </a:lnTo>
                  <a:lnTo>
                    <a:pt x="5802678" y="4950786"/>
                  </a:lnTo>
                  <a:lnTo>
                    <a:pt x="5835876" y="5014286"/>
                  </a:lnTo>
                  <a:lnTo>
                    <a:pt x="5778369" y="5039686"/>
                  </a:lnTo>
                  <a:close/>
                </a:path>
                <a:path w="6684644" h="7015480">
                  <a:moveTo>
                    <a:pt x="6649982" y="5065086"/>
                  </a:moveTo>
                  <a:lnTo>
                    <a:pt x="6611493" y="5001586"/>
                  </a:lnTo>
                  <a:lnTo>
                    <a:pt x="6678157" y="4963486"/>
                  </a:lnTo>
                  <a:lnTo>
                    <a:pt x="6684595" y="4976186"/>
                  </a:lnTo>
                  <a:lnTo>
                    <a:pt x="6684595" y="5039686"/>
                  </a:lnTo>
                  <a:lnTo>
                    <a:pt x="6649982" y="5065086"/>
                  </a:lnTo>
                  <a:close/>
                </a:path>
                <a:path w="6684644" h="7015480">
                  <a:moveTo>
                    <a:pt x="5444691" y="5065086"/>
                  </a:moveTo>
                  <a:lnTo>
                    <a:pt x="5413553" y="5001586"/>
                  </a:lnTo>
                  <a:lnTo>
                    <a:pt x="5467488" y="4976186"/>
                  </a:lnTo>
                  <a:lnTo>
                    <a:pt x="5498626" y="5026986"/>
                  </a:lnTo>
                  <a:lnTo>
                    <a:pt x="5444691" y="5065086"/>
                  </a:lnTo>
                  <a:close/>
                </a:path>
                <a:path w="6684644" h="7015480">
                  <a:moveTo>
                    <a:pt x="6316083" y="5077786"/>
                  </a:moveTo>
                  <a:lnTo>
                    <a:pt x="6279070" y="5014286"/>
                  </a:lnTo>
                  <a:lnTo>
                    <a:pt x="6343181" y="4976186"/>
                  </a:lnTo>
                  <a:lnTo>
                    <a:pt x="6380200" y="5039686"/>
                  </a:lnTo>
                  <a:lnTo>
                    <a:pt x="6316083" y="5077786"/>
                  </a:lnTo>
                  <a:close/>
                </a:path>
                <a:path w="6684644" h="7015480">
                  <a:moveTo>
                    <a:pt x="5111011" y="5077786"/>
                  </a:moveTo>
                  <a:lnTo>
                    <a:pt x="5081923" y="5026986"/>
                  </a:lnTo>
                  <a:lnTo>
                    <a:pt x="5132304" y="5001586"/>
                  </a:lnTo>
                  <a:lnTo>
                    <a:pt x="5161386" y="5052386"/>
                  </a:lnTo>
                  <a:lnTo>
                    <a:pt x="5111011" y="5077786"/>
                  </a:lnTo>
                  <a:close/>
                </a:path>
                <a:path w="6684644" h="7015480">
                  <a:moveTo>
                    <a:pt x="5982400" y="5103186"/>
                  </a:moveTo>
                  <a:lnTo>
                    <a:pt x="5947442" y="5039686"/>
                  </a:lnTo>
                  <a:lnTo>
                    <a:pt x="6007999" y="5001586"/>
                  </a:lnTo>
                  <a:lnTo>
                    <a:pt x="6042963" y="5065086"/>
                  </a:lnTo>
                  <a:lnTo>
                    <a:pt x="5982400" y="5103186"/>
                  </a:lnTo>
                  <a:close/>
                </a:path>
                <a:path w="6684644" h="7015480">
                  <a:moveTo>
                    <a:pt x="4777434" y="5090486"/>
                  </a:moveTo>
                  <a:lnTo>
                    <a:pt x="4750698" y="5052386"/>
                  </a:lnTo>
                  <a:lnTo>
                    <a:pt x="4797004" y="5014286"/>
                  </a:lnTo>
                  <a:lnTo>
                    <a:pt x="4823741" y="5065086"/>
                  </a:lnTo>
                  <a:lnTo>
                    <a:pt x="4777434" y="5090486"/>
                  </a:lnTo>
                  <a:close/>
                </a:path>
                <a:path w="6684644" h="7015480">
                  <a:moveTo>
                    <a:pt x="5648720" y="5115886"/>
                  </a:moveTo>
                  <a:lnTo>
                    <a:pt x="5615818" y="5065086"/>
                  </a:lnTo>
                  <a:lnTo>
                    <a:pt x="5672810" y="5026986"/>
                  </a:lnTo>
                  <a:lnTo>
                    <a:pt x="5705718" y="5077786"/>
                  </a:lnTo>
                  <a:lnTo>
                    <a:pt x="5648720" y="5115886"/>
                  </a:lnTo>
                  <a:close/>
                </a:path>
                <a:path w="6684644" h="7015480">
                  <a:moveTo>
                    <a:pt x="6520221" y="5141286"/>
                  </a:moveTo>
                  <a:lnTo>
                    <a:pt x="6481738" y="5077786"/>
                  </a:lnTo>
                  <a:lnTo>
                    <a:pt x="6548396" y="5039686"/>
                  </a:lnTo>
                  <a:lnTo>
                    <a:pt x="6586885" y="5103186"/>
                  </a:lnTo>
                  <a:lnTo>
                    <a:pt x="6520221" y="5141286"/>
                  </a:lnTo>
                  <a:close/>
                </a:path>
                <a:path w="6684644" h="7015480">
                  <a:moveTo>
                    <a:pt x="5315042" y="5128586"/>
                  </a:moveTo>
                  <a:lnTo>
                    <a:pt x="5284195" y="5077786"/>
                  </a:lnTo>
                  <a:lnTo>
                    <a:pt x="5337621" y="5052386"/>
                  </a:lnTo>
                  <a:lnTo>
                    <a:pt x="5368474" y="5103186"/>
                  </a:lnTo>
                  <a:lnTo>
                    <a:pt x="5315042" y="5128586"/>
                  </a:lnTo>
                  <a:close/>
                </a:path>
                <a:path w="6684644" h="7015480">
                  <a:moveTo>
                    <a:pt x="6186329" y="5153986"/>
                  </a:moveTo>
                  <a:lnTo>
                    <a:pt x="6149310" y="5090486"/>
                  </a:lnTo>
                  <a:lnTo>
                    <a:pt x="6213427" y="5052386"/>
                  </a:lnTo>
                  <a:lnTo>
                    <a:pt x="6250446" y="5115886"/>
                  </a:lnTo>
                  <a:lnTo>
                    <a:pt x="6186329" y="5153986"/>
                  </a:lnTo>
                  <a:close/>
                </a:path>
                <a:path w="6684644" h="7015480">
                  <a:moveTo>
                    <a:pt x="4981359" y="5153986"/>
                  </a:moveTo>
                  <a:lnTo>
                    <a:pt x="4952567" y="5103186"/>
                  </a:lnTo>
                  <a:lnTo>
                    <a:pt x="5002433" y="5077786"/>
                  </a:lnTo>
                  <a:lnTo>
                    <a:pt x="5031225" y="5128586"/>
                  </a:lnTo>
                  <a:lnTo>
                    <a:pt x="4981359" y="5153986"/>
                  </a:lnTo>
                  <a:close/>
                </a:path>
                <a:path w="6684644" h="7015480">
                  <a:moveTo>
                    <a:pt x="5852645" y="5179386"/>
                  </a:moveTo>
                  <a:lnTo>
                    <a:pt x="5817687" y="5115886"/>
                  </a:lnTo>
                  <a:lnTo>
                    <a:pt x="5878239" y="5077786"/>
                  </a:lnTo>
                  <a:lnTo>
                    <a:pt x="5913203" y="5141286"/>
                  </a:lnTo>
                  <a:lnTo>
                    <a:pt x="5852645" y="5179386"/>
                  </a:lnTo>
                  <a:close/>
                </a:path>
                <a:path w="6684644" h="7015480">
                  <a:moveTo>
                    <a:pt x="5519072" y="5192086"/>
                  </a:moveTo>
                  <a:lnTo>
                    <a:pt x="5486460" y="5128586"/>
                  </a:lnTo>
                  <a:lnTo>
                    <a:pt x="5542943" y="5103186"/>
                  </a:lnTo>
                  <a:lnTo>
                    <a:pt x="5575555" y="5153986"/>
                  </a:lnTo>
                  <a:lnTo>
                    <a:pt x="5519072" y="5192086"/>
                  </a:lnTo>
                  <a:close/>
                </a:path>
                <a:path w="6684644" h="7015480">
                  <a:moveTo>
                    <a:pt x="6390358" y="5217486"/>
                  </a:moveTo>
                  <a:lnTo>
                    <a:pt x="6351574" y="5141286"/>
                  </a:lnTo>
                  <a:lnTo>
                    <a:pt x="6418747" y="5103186"/>
                  </a:lnTo>
                  <a:lnTo>
                    <a:pt x="6457525" y="5179386"/>
                  </a:lnTo>
                  <a:lnTo>
                    <a:pt x="6390358" y="5217486"/>
                  </a:lnTo>
                  <a:close/>
                </a:path>
                <a:path w="6684644" h="7015480">
                  <a:moveTo>
                    <a:pt x="5185393" y="5204786"/>
                  </a:moveTo>
                  <a:lnTo>
                    <a:pt x="5154836" y="5153986"/>
                  </a:lnTo>
                  <a:lnTo>
                    <a:pt x="5207759" y="5128586"/>
                  </a:lnTo>
                  <a:lnTo>
                    <a:pt x="5238310" y="5179386"/>
                  </a:lnTo>
                  <a:lnTo>
                    <a:pt x="5185393" y="5204786"/>
                  </a:lnTo>
                  <a:close/>
                </a:path>
                <a:path w="6684644" h="7015480">
                  <a:moveTo>
                    <a:pt x="6056681" y="5230186"/>
                  </a:moveTo>
                  <a:lnTo>
                    <a:pt x="6019952" y="5166686"/>
                  </a:lnTo>
                  <a:lnTo>
                    <a:pt x="6083560" y="5128586"/>
                  </a:lnTo>
                  <a:lnTo>
                    <a:pt x="6120283" y="5192086"/>
                  </a:lnTo>
                  <a:lnTo>
                    <a:pt x="6056681" y="5230186"/>
                  </a:lnTo>
                  <a:close/>
                </a:path>
                <a:path w="6684644" h="7015480">
                  <a:moveTo>
                    <a:pt x="4851816" y="5230186"/>
                  </a:moveTo>
                  <a:lnTo>
                    <a:pt x="4823611" y="5179386"/>
                  </a:lnTo>
                  <a:lnTo>
                    <a:pt x="4872458" y="5153986"/>
                  </a:lnTo>
                  <a:lnTo>
                    <a:pt x="4900664" y="5192086"/>
                  </a:lnTo>
                  <a:lnTo>
                    <a:pt x="4851816" y="5230186"/>
                  </a:lnTo>
                  <a:close/>
                </a:path>
                <a:path w="6684644" h="7015480">
                  <a:moveTo>
                    <a:pt x="5722990" y="5242886"/>
                  </a:moveTo>
                  <a:lnTo>
                    <a:pt x="5688322" y="5192086"/>
                  </a:lnTo>
                  <a:lnTo>
                    <a:pt x="5748370" y="5153986"/>
                  </a:lnTo>
                  <a:lnTo>
                    <a:pt x="5783038" y="5217486"/>
                  </a:lnTo>
                  <a:lnTo>
                    <a:pt x="5722990" y="5242886"/>
                  </a:lnTo>
                  <a:close/>
                </a:path>
                <a:path w="6684644" h="7015480">
                  <a:moveTo>
                    <a:pt x="6594602" y="5268286"/>
                  </a:moveTo>
                  <a:lnTo>
                    <a:pt x="6554645" y="5204786"/>
                  </a:lnTo>
                  <a:lnTo>
                    <a:pt x="6623850" y="5166686"/>
                  </a:lnTo>
                  <a:lnTo>
                    <a:pt x="6663807" y="5230186"/>
                  </a:lnTo>
                  <a:lnTo>
                    <a:pt x="6594602" y="5268286"/>
                  </a:lnTo>
                  <a:close/>
                </a:path>
                <a:path w="6684644" h="7015480">
                  <a:moveTo>
                    <a:pt x="5389418" y="5268286"/>
                  </a:moveTo>
                  <a:lnTo>
                    <a:pt x="5357102" y="5204786"/>
                  </a:lnTo>
                  <a:lnTo>
                    <a:pt x="5413075" y="5179386"/>
                  </a:lnTo>
                  <a:lnTo>
                    <a:pt x="5445391" y="5230186"/>
                  </a:lnTo>
                  <a:lnTo>
                    <a:pt x="5389418" y="5268286"/>
                  </a:lnTo>
                  <a:close/>
                </a:path>
                <a:path w="6684644" h="7015480">
                  <a:moveTo>
                    <a:pt x="6260598" y="5293686"/>
                  </a:moveTo>
                  <a:lnTo>
                    <a:pt x="6221814" y="5217486"/>
                  </a:lnTo>
                  <a:lnTo>
                    <a:pt x="6288987" y="5179386"/>
                  </a:lnTo>
                  <a:lnTo>
                    <a:pt x="6327772" y="5255586"/>
                  </a:lnTo>
                  <a:lnTo>
                    <a:pt x="6260598" y="5293686"/>
                  </a:lnTo>
                  <a:close/>
                </a:path>
                <a:path w="6684644" h="7015480">
                  <a:moveTo>
                    <a:pt x="5055847" y="5280986"/>
                  </a:moveTo>
                  <a:lnTo>
                    <a:pt x="5025877" y="5230186"/>
                  </a:lnTo>
                  <a:lnTo>
                    <a:pt x="5077786" y="5204786"/>
                  </a:lnTo>
                  <a:lnTo>
                    <a:pt x="5107751" y="5255586"/>
                  </a:lnTo>
                  <a:lnTo>
                    <a:pt x="5055847" y="5280986"/>
                  </a:lnTo>
                  <a:close/>
                </a:path>
                <a:path w="6684644" h="7015480">
                  <a:moveTo>
                    <a:pt x="5926920" y="5306386"/>
                  </a:moveTo>
                  <a:lnTo>
                    <a:pt x="5890191" y="5242886"/>
                  </a:lnTo>
                  <a:lnTo>
                    <a:pt x="5953799" y="5204786"/>
                  </a:lnTo>
                  <a:lnTo>
                    <a:pt x="5990522" y="5268286"/>
                  </a:lnTo>
                  <a:lnTo>
                    <a:pt x="5926920" y="5306386"/>
                  </a:lnTo>
                  <a:close/>
                </a:path>
                <a:path w="6684644" h="7015480">
                  <a:moveTo>
                    <a:pt x="5593454" y="5319086"/>
                  </a:moveTo>
                  <a:lnTo>
                    <a:pt x="5559373" y="5268286"/>
                  </a:lnTo>
                  <a:lnTo>
                    <a:pt x="5618396" y="5230186"/>
                  </a:lnTo>
                  <a:lnTo>
                    <a:pt x="5652478" y="5293686"/>
                  </a:lnTo>
                  <a:lnTo>
                    <a:pt x="5593454" y="5319086"/>
                  </a:lnTo>
                  <a:close/>
                </a:path>
                <a:path w="6684644" h="7015480">
                  <a:moveTo>
                    <a:pt x="6464847" y="5344486"/>
                  </a:moveTo>
                  <a:lnTo>
                    <a:pt x="6424890" y="5280986"/>
                  </a:lnTo>
                  <a:lnTo>
                    <a:pt x="6494089" y="5230186"/>
                  </a:lnTo>
                  <a:lnTo>
                    <a:pt x="6534046" y="5306386"/>
                  </a:lnTo>
                  <a:lnTo>
                    <a:pt x="6464847" y="5344486"/>
                  </a:lnTo>
                  <a:close/>
                </a:path>
                <a:path w="6684644" h="7015480">
                  <a:moveTo>
                    <a:pt x="5259769" y="5344486"/>
                  </a:moveTo>
                  <a:lnTo>
                    <a:pt x="5227749" y="5280986"/>
                  </a:lnTo>
                  <a:lnTo>
                    <a:pt x="5283213" y="5255586"/>
                  </a:lnTo>
                  <a:lnTo>
                    <a:pt x="5315239" y="5306386"/>
                  </a:lnTo>
                  <a:lnTo>
                    <a:pt x="5259769" y="5344486"/>
                  </a:lnTo>
                  <a:close/>
                </a:path>
                <a:path w="6684644" h="7015480">
                  <a:moveTo>
                    <a:pt x="6130944" y="5369886"/>
                  </a:moveTo>
                  <a:lnTo>
                    <a:pt x="6092462" y="5293686"/>
                  </a:lnTo>
                  <a:lnTo>
                    <a:pt x="6159126" y="5255586"/>
                  </a:lnTo>
                  <a:lnTo>
                    <a:pt x="6197608" y="5319086"/>
                  </a:lnTo>
                  <a:lnTo>
                    <a:pt x="6130944" y="5369886"/>
                  </a:lnTo>
                  <a:close/>
                </a:path>
                <a:path w="6684644" h="7015480">
                  <a:moveTo>
                    <a:pt x="4926192" y="5357186"/>
                  </a:moveTo>
                  <a:lnTo>
                    <a:pt x="4896524" y="5306386"/>
                  </a:lnTo>
                  <a:lnTo>
                    <a:pt x="4947918" y="5280986"/>
                  </a:lnTo>
                  <a:lnTo>
                    <a:pt x="4977586" y="5331786"/>
                  </a:lnTo>
                  <a:lnTo>
                    <a:pt x="4926192" y="5357186"/>
                  </a:lnTo>
                  <a:close/>
                </a:path>
                <a:path w="6684644" h="7015480">
                  <a:moveTo>
                    <a:pt x="5797265" y="5382586"/>
                  </a:moveTo>
                  <a:lnTo>
                    <a:pt x="5760839" y="5319086"/>
                  </a:lnTo>
                  <a:lnTo>
                    <a:pt x="5823937" y="5280986"/>
                  </a:lnTo>
                  <a:lnTo>
                    <a:pt x="5860364" y="5344486"/>
                  </a:lnTo>
                  <a:lnTo>
                    <a:pt x="5797265" y="5382586"/>
                  </a:lnTo>
                  <a:close/>
                </a:path>
                <a:path w="6684644" h="7015480">
                  <a:moveTo>
                    <a:pt x="6668984" y="5407986"/>
                  </a:moveTo>
                  <a:lnTo>
                    <a:pt x="6627558" y="5331786"/>
                  </a:lnTo>
                  <a:lnTo>
                    <a:pt x="6684595" y="5293686"/>
                  </a:lnTo>
                  <a:lnTo>
                    <a:pt x="6684595" y="5395286"/>
                  </a:lnTo>
                  <a:lnTo>
                    <a:pt x="6668984" y="5407986"/>
                  </a:lnTo>
                  <a:close/>
                </a:path>
                <a:path w="6684644" h="7015480">
                  <a:moveTo>
                    <a:pt x="5463800" y="5395286"/>
                  </a:moveTo>
                  <a:lnTo>
                    <a:pt x="5430015" y="5344486"/>
                  </a:lnTo>
                  <a:lnTo>
                    <a:pt x="5488535" y="5306386"/>
                  </a:lnTo>
                  <a:lnTo>
                    <a:pt x="5522320" y="5369886"/>
                  </a:lnTo>
                  <a:lnTo>
                    <a:pt x="5463800" y="5395286"/>
                  </a:lnTo>
                  <a:close/>
                </a:path>
                <a:path w="6684644" h="7015480">
                  <a:moveTo>
                    <a:pt x="6335087" y="5420686"/>
                  </a:moveTo>
                  <a:lnTo>
                    <a:pt x="6295130" y="5357186"/>
                  </a:lnTo>
                  <a:lnTo>
                    <a:pt x="6364335" y="5306386"/>
                  </a:lnTo>
                  <a:lnTo>
                    <a:pt x="6404291" y="5382586"/>
                  </a:lnTo>
                  <a:lnTo>
                    <a:pt x="6335087" y="5420686"/>
                  </a:lnTo>
                  <a:close/>
                </a:path>
                <a:path w="6684644" h="7015480">
                  <a:moveTo>
                    <a:pt x="5130223" y="5407986"/>
                  </a:moveTo>
                  <a:lnTo>
                    <a:pt x="5098789" y="5357186"/>
                  </a:lnTo>
                  <a:lnTo>
                    <a:pt x="5153240" y="5331786"/>
                  </a:lnTo>
                  <a:lnTo>
                    <a:pt x="5184674" y="5382586"/>
                  </a:lnTo>
                  <a:lnTo>
                    <a:pt x="5130223" y="5407986"/>
                  </a:lnTo>
                  <a:close/>
                </a:path>
                <a:path w="6684644" h="7015480">
                  <a:moveTo>
                    <a:pt x="6001189" y="5433386"/>
                  </a:moveTo>
                  <a:lnTo>
                    <a:pt x="5962701" y="5369886"/>
                  </a:lnTo>
                  <a:lnTo>
                    <a:pt x="6029365" y="5331786"/>
                  </a:lnTo>
                  <a:lnTo>
                    <a:pt x="6067847" y="5395286"/>
                  </a:lnTo>
                  <a:lnTo>
                    <a:pt x="6001189" y="5433386"/>
                  </a:lnTo>
                  <a:close/>
                </a:path>
                <a:path w="6684644" h="7015480">
                  <a:moveTo>
                    <a:pt x="5667724" y="5458786"/>
                  </a:moveTo>
                  <a:lnTo>
                    <a:pt x="5631877" y="5395286"/>
                  </a:lnTo>
                  <a:lnTo>
                    <a:pt x="5693963" y="5357186"/>
                  </a:lnTo>
                  <a:lnTo>
                    <a:pt x="5729803" y="5420686"/>
                  </a:lnTo>
                  <a:lnTo>
                    <a:pt x="5667724" y="5458786"/>
                  </a:lnTo>
                  <a:close/>
                </a:path>
                <a:path w="6684644" h="7015480">
                  <a:moveTo>
                    <a:pt x="6539116" y="5471486"/>
                  </a:moveTo>
                  <a:lnTo>
                    <a:pt x="6497400" y="5407986"/>
                  </a:lnTo>
                  <a:lnTo>
                    <a:pt x="6569655" y="5369886"/>
                  </a:lnTo>
                  <a:lnTo>
                    <a:pt x="6611371" y="5433386"/>
                  </a:lnTo>
                  <a:lnTo>
                    <a:pt x="6539116" y="5471486"/>
                  </a:lnTo>
                  <a:close/>
                </a:path>
                <a:path w="6684644" h="7015480">
                  <a:moveTo>
                    <a:pt x="5334152" y="5471486"/>
                  </a:moveTo>
                  <a:lnTo>
                    <a:pt x="5300656" y="5407986"/>
                  </a:lnTo>
                  <a:lnTo>
                    <a:pt x="5358667" y="5382586"/>
                  </a:lnTo>
                  <a:lnTo>
                    <a:pt x="5392156" y="5433386"/>
                  </a:lnTo>
                  <a:lnTo>
                    <a:pt x="5334152" y="5471486"/>
                  </a:lnTo>
                  <a:close/>
                </a:path>
                <a:path w="6684644" h="7015480">
                  <a:moveTo>
                    <a:pt x="6205326" y="5496886"/>
                  </a:moveTo>
                  <a:lnTo>
                    <a:pt x="6165369" y="5420686"/>
                  </a:lnTo>
                  <a:lnTo>
                    <a:pt x="6234580" y="5382586"/>
                  </a:lnTo>
                  <a:lnTo>
                    <a:pt x="6274537" y="5458786"/>
                  </a:lnTo>
                  <a:lnTo>
                    <a:pt x="6205326" y="5496886"/>
                  </a:lnTo>
                  <a:close/>
                </a:path>
                <a:path w="6684644" h="7015480">
                  <a:moveTo>
                    <a:pt x="5000681" y="5484186"/>
                  </a:moveTo>
                  <a:lnTo>
                    <a:pt x="4969833" y="5433386"/>
                  </a:lnTo>
                  <a:lnTo>
                    <a:pt x="5023265" y="5407986"/>
                  </a:lnTo>
                  <a:lnTo>
                    <a:pt x="5054112" y="5458786"/>
                  </a:lnTo>
                  <a:lnTo>
                    <a:pt x="5000681" y="5484186"/>
                  </a:lnTo>
                  <a:close/>
                </a:path>
                <a:path w="6684644" h="7015480">
                  <a:moveTo>
                    <a:pt x="5871541" y="5509586"/>
                  </a:moveTo>
                  <a:lnTo>
                    <a:pt x="5833343" y="5446086"/>
                  </a:lnTo>
                  <a:lnTo>
                    <a:pt x="5899498" y="5407986"/>
                  </a:lnTo>
                  <a:lnTo>
                    <a:pt x="5937696" y="5471486"/>
                  </a:lnTo>
                  <a:lnTo>
                    <a:pt x="5871541" y="5509586"/>
                  </a:lnTo>
                  <a:close/>
                </a:path>
                <a:path w="6684644" h="7015480">
                  <a:moveTo>
                    <a:pt x="5538069" y="5534986"/>
                  </a:moveTo>
                  <a:lnTo>
                    <a:pt x="5502519" y="5471486"/>
                  </a:lnTo>
                  <a:lnTo>
                    <a:pt x="5564095" y="5433386"/>
                  </a:lnTo>
                  <a:lnTo>
                    <a:pt x="5599645" y="5496886"/>
                  </a:lnTo>
                  <a:lnTo>
                    <a:pt x="5538069" y="5534986"/>
                  </a:lnTo>
                  <a:close/>
                </a:path>
                <a:path w="6684644" h="7015480">
                  <a:moveTo>
                    <a:pt x="6409356" y="5547686"/>
                  </a:moveTo>
                  <a:lnTo>
                    <a:pt x="6367640" y="5484186"/>
                  </a:lnTo>
                  <a:lnTo>
                    <a:pt x="6439901" y="5433386"/>
                  </a:lnTo>
                  <a:lnTo>
                    <a:pt x="6481617" y="5509586"/>
                  </a:lnTo>
                  <a:lnTo>
                    <a:pt x="6409356" y="5547686"/>
                  </a:lnTo>
                  <a:close/>
                </a:path>
                <a:path w="6684644" h="7015480">
                  <a:moveTo>
                    <a:pt x="5204605" y="5547686"/>
                  </a:moveTo>
                  <a:lnTo>
                    <a:pt x="5171702" y="5484186"/>
                  </a:lnTo>
                  <a:lnTo>
                    <a:pt x="5228694" y="5458786"/>
                  </a:lnTo>
                  <a:lnTo>
                    <a:pt x="5261596" y="5509586"/>
                  </a:lnTo>
                  <a:lnTo>
                    <a:pt x="5204605" y="5547686"/>
                  </a:lnTo>
                  <a:close/>
                </a:path>
                <a:path w="6684644" h="7015480">
                  <a:moveTo>
                    <a:pt x="6075677" y="5573086"/>
                  </a:moveTo>
                  <a:lnTo>
                    <a:pt x="6036017" y="5496886"/>
                  </a:lnTo>
                  <a:lnTo>
                    <a:pt x="6104706" y="5458786"/>
                  </a:lnTo>
                  <a:lnTo>
                    <a:pt x="6144367" y="5534986"/>
                  </a:lnTo>
                  <a:lnTo>
                    <a:pt x="6075677" y="5573086"/>
                  </a:lnTo>
                  <a:close/>
                </a:path>
                <a:path w="6684644" h="7015480">
                  <a:moveTo>
                    <a:pt x="5741992" y="5585786"/>
                  </a:moveTo>
                  <a:lnTo>
                    <a:pt x="5704387" y="5522286"/>
                  </a:lnTo>
                  <a:lnTo>
                    <a:pt x="5769522" y="5484186"/>
                  </a:lnTo>
                  <a:lnTo>
                    <a:pt x="5807128" y="5547686"/>
                  </a:lnTo>
                  <a:lnTo>
                    <a:pt x="5741992" y="5585786"/>
                  </a:lnTo>
                  <a:close/>
                </a:path>
                <a:path w="6684644" h="7015480">
                  <a:moveTo>
                    <a:pt x="6613278" y="5611186"/>
                  </a:moveTo>
                  <a:lnTo>
                    <a:pt x="6569507" y="5534986"/>
                  </a:lnTo>
                  <a:lnTo>
                    <a:pt x="6645322" y="5496886"/>
                  </a:lnTo>
                  <a:lnTo>
                    <a:pt x="6684595" y="5560386"/>
                  </a:lnTo>
                  <a:lnTo>
                    <a:pt x="6684595" y="5573086"/>
                  </a:lnTo>
                  <a:lnTo>
                    <a:pt x="6613278" y="5611186"/>
                  </a:lnTo>
                  <a:close/>
                </a:path>
                <a:path w="6684644" h="7015480">
                  <a:moveTo>
                    <a:pt x="5408528" y="5598486"/>
                  </a:moveTo>
                  <a:lnTo>
                    <a:pt x="5373569" y="5547686"/>
                  </a:lnTo>
                  <a:lnTo>
                    <a:pt x="5434121" y="5509586"/>
                  </a:lnTo>
                  <a:lnTo>
                    <a:pt x="5469085" y="5573086"/>
                  </a:lnTo>
                  <a:lnTo>
                    <a:pt x="5408528" y="5598486"/>
                  </a:lnTo>
                  <a:close/>
                </a:path>
                <a:path w="6684644" h="7015480">
                  <a:moveTo>
                    <a:pt x="6279708" y="5623886"/>
                  </a:moveTo>
                  <a:lnTo>
                    <a:pt x="6238282" y="5560386"/>
                  </a:lnTo>
                  <a:lnTo>
                    <a:pt x="6310033" y="5509586"/>
                  </a:lnTo>
                  <a:lnTo>
                    <a:pt x="6351459" y="5585786"/>
                  </a:lnTo>
                  <a:lnTo>
                    <a:pt x="6279708" y="5623886"/>
                  </a:lnTo>
                  <a:close/>
                </a:path>
                <a:path w="6684644" h="7015480">
                  <a:moveTo>
                    <a:pt x="5075057" y="5623886"/>
                  </a:moveTo>
                  <a:lnTo>
                    <a:pt x="5042741" y="5560386"/>
                  </a:lnTo>
                  <a:lnTo>
                    <a:pt x="5098719" y="5534986"/>
                  </a:lnTo>
                  <a:lnTo>
                    <a:pt x="5131035" y="5585786"/>
                  </a:lnTo>
                  <a:lnTo>
                    <a:pt x="5075057" y="5623886"/>
                  </a:lnTo>
                  <a:close/>
                </a:path>
                <a:path w="6684644" h="7015480">
                  <a:moveTo>
                    <a:pt x="5946029" y="5649286"/>
                  </a:moveTo>
                  <a:lnTo>
                    <a:pt x="5906659" y="5573086"/>
                  </a:lnTo>
                  <a:lnTo>
                    <a:pt x="5974845" y="5534986"/>
                  </a:lnTo>
                  <a:lnTo>
                    <a:pt x="6014215" y="5611186"/>
                  </a:lnTo>
                  <a:lnTo>
                    <a:pt x="5946029" y="5649286"/>
                  </a:lnTo>
                  <a:close/>
                </a:path>
                <a:path w="6684644" h="7015480">
                  <a:moveTo>
                    <a:pt x="5612338" y="5661986"/>
                  </a:moveTo>
                  <a:lnTo>
                    <a:pt x="5575029" y="5598486"/>
                  </a:lnTo>
                  <a:lnTo>
                    <a:pt x="5639655" y="5560386"/>
                  </a:lnTo>
                  <a:lnTo>
                    <a:pt x="5676965" y="5623886"/>
                  </a:lnTo>
                  <a:lnTo>
                    <a:pt x="5612338" y="5661986"/>
                  </a:lnTo>
                  <a:close/>
                </a:path>
                <a:path w="6684644" h="7015480">
                  <a:moveTo>
                    <a:pt x="6483518" y="5687386"/>
                  </a:moveTo>
                  <a:lnTo>
                    <a:pt x="6439746" y="5611186"/>
                  </a:lnTo>
                  <a:lnTo>
                    <a:pt x="6515567" y="5560386"/>
                  </a:lnTo>
                  <a:lnTo>
                    <a:pt x="6559339" y="5636586"/>
                  </a:lnTo>
                  <a:lnTo>
                    <a:pt x="6483518" y="5687386"/>
                  </a:lnTo>
                  <a:close/>
                </a:path>
                <a:path w="6684644" h="7015480">
                  <a:moveTo>
                    <a:pt x="5278987" y="5674686"/>
                  </a:moveTo>
                  <a:lnTo>
                    <a:pt x="5244609" y="5623886"/>
                  </a:lnTo>
                  <a:lnTo>
                    <a:pt x="5304148" y="5585786"/>
                  </a:lnTo>
                  <a:lnTo>
                    <a:pt x="5338525" y="5649286"/>
                  </a:lnTo>
                  <a:lnTo>
                    <a:pt x="5278987" y="5674686"/>
                  </a:lnTo>
                  <a:close/>
                </a:path>
                <a:path w="6684644" h="7015480">
                  <a:moveTo>
                    <a:pt x="6150053" y="5700086"/>
                  </a:moveTo>
                  <a:lnTo>
                    <a:pt x="6108923" y="5636586"/>
                  </a:lnTo>
                  <a:lnTo>
                    <a:pt x="6180166" y="5585786"/>
                  </a:lnTo>
                  <a:lnTo>
                    <a:pt x="6221296" y="5661986"/>
                  </a:lnTo>
                  <a:lnTo>
                    <a:pt x="6150053" y="5700086"/>
                  </a:lnTo>
                  <a:close/>
                </a:path>
                <a:path w="6684644" h="7015480">
                  <a:moveTo>
                    <a:pt x="5816268" y="5725486"/>
                  </a:moveTo>
                  <a:lnTo>
                    <a:pt x="5776897" y="5649286"/>
                  </a:lnTo>
                  <a:lnTo>
                    <a:pt x="5845084" y="5611186"/>
                  </a:lnTo>
                  <a:lnTo>
                    <a:pt x="5884454" y="5674686"/>
                  </a:lnTo>
                  <a:lnTo>
                    <a:pt x="5816268" y="5725486"/>
                  </a:lnTo>
                  <a:close/>
                </a:path>
                <a:path w="6684644" h="7015480">
                  <a:moveTo>
                    <a:pt x="5482802" y="5738186"/>
                  </a:moveTo>
                  <a:lnTo>
                    <a:pt x="5446074" y="5674686"/>
                  </a:lnTo>
                  <a:lnTo>
                    <a:pt x="5509681" y="5636586"/>
                  </a:lnTo>
                  <a:lnTo>
                    <a:pt x="5546404" y="5700086"/>
                  </a:lnTo>
                  <a:lnTo>
                    <a:pt x="5482802" y="5738186"/>
                  </a:lnTo>
                  <a:close/>
                </a:path>
                <a:path w="6684644" h="7015480">
                  <a:moveTo>
                    <a:pt x="6353870" y="5763586"/>
                  </a:moveTo>
                  <a:lnTo>
                    <a:pt x="6310389" y="5687386"/>
                  </a:lnTo>
                  <a:lnTo>
                    <a:pt x="6385701" y="5636586"/>
                  </a:lnTo>
                  <a:lnTo>
                    <a:pt x="6429182" y="5712786"/>
                  </a:lnTo>
                  <a:lnTo>
                    <a:pt x="6353870" y="5763586"/>
                  </a:lnTo>
                  <a:close/>
                </a:path>
                <a:path w="6684644" h="7015480">
                  <a:moveTo>
                    <a:pt x="6684595" y="5738186"/>
                  </a:moveTo>
                  <a:lnTo>
                    <a:pt x="6642011" y="5661986"/>
                  </a:lnTo>
                  <a:lnTo>
                    <a:pt x="6684595" y="5636586"/>
                  </a:lnTo>
                  <a:lnTo>
                    <a:pt x="6684595" y="5738186"/>
                  </a:lnTo>
                  <a:close/>
                </a:path>
                <a:path w="6684644" h="7015480">
                  <a:moveTo>
                    <a:pt x="5149438" y="5750886"/>
                  </a:moveTo>
                  <a:lnTo>
                    <a:pt x="5115653" y="5687386"/>
                  </a:lnTo>
                  <a:lnTo>
                    <a:pt x="5174173" y="5661986"/>
                  </a:lnTo>
                  <a:lnTo>
                    <a:pt x="5207964" y="5712786"/>
                  </a:lnTo>
                  <a:lnTo>
                    <a:pt x="5149438" y="5750886"/>
                  </a:lnTo>
                  <a:close/>
                </a:path>
                <a:path w="6684644" h="7015480">
                  <a:moveTo>
                    <a:pt x="6020405" y="5776286"/>
                  </a:moveTo>
                  <a:lnTo>
                    <a:pt x="5979565" y="5700086"/>
                  </a:lnTo>
                  <a:lnTo>
                    <a:pt x="6050298" y="5661986"/>
                  </a:lnTo>
                  <a:lnTo>
                    <a:pt x="6091138" y="5738186"/>
                  </a:lnTo>
                  <a:lnTo>
                    <a:pt x="6020405" y="5776286"/>
                  </a:lnTo>
                  <a:close/>
                </a:path>
                <a:path w="6684644" h="7015480">
                  <a:moveTo>
                    <a:pt x="5686720" y="5788986"/>
                  </a:moveTo>
                  <a:lnTo>
                    <a:pt x="5647942" y="5725486"/>
                  </a:lnTo>
                  <a:lnTo>
                    <a:pt x="5715109" y="5687386"/>
                  </a:lnTo>
                  <a:lnTo>
                    <a:pt x="5753894" y="5750886"/>
                  </a:lnTo>
                  <a:lnTo>
                    <a:pt x="5686720" y="5788986"/>
                  </a:lnTo>
                  <a:close/>
                </a:path>
                <a:path w="6684644" h="7015480">
                  <a:moveTo>
                    <a:pt x="6557793" y="5814386"/>
                  </a:moveTo>
                  <a:lnTo>
                    <a:pt x="6512251" y="5738186"/>
                  </a:lnTo>
                  <a:lnTo>
                    <a:pt x="6591129" y="5687386"/>
                  </a:lnTo>
                  <a:lnTo>
                    <a:pt x="6636671" y="5776286"/>
                  </a:lnTo>
                  <a:lnTo>
                    <a:pt x="6557793" y="5814386"/>
                  </a:lnTo>
                  <a:close/>
                </a:path>
                <a:path w="6684644" h="7015480">
                  <a:moveTo>
                    <a:pt x="5353362" y="5814386"/>
                  </a:moveTo>
                  <a:lnTo>
                    <a:pt x="5317522" y="5750886"/>
                  </a:lnTo>
                  <a:lnTo>
                    <a:pt x="5379602" y="5712786"/>
                  </a:lnTo>
                  <a:lnTo>
                    <a:pt x="5415448" y="5776286"/>
                  </a:lnTo>
                  <a:lnTo>
                    <a:pt x="5353362" y="5814386"/>
                  </a:lnTo>
                  <a:close/>
                </a:path>
                <a:path w="6684644" h="7015480">
                  <a:moveTo>
                    <a:pt x="6224222" y="5839786"/>
                  </a:moveTo>
                  <a:lnTo>
                    <a:pt x="6181031" y="5763586"/>
                  </a:lnTo>
                  <a:lnTo>
                    <a:pt x="6255839" y="5712786"/>
                  </a:lnTo>
                  <a:lnTo>
                    <a:pt x="6299024" y="5788986"/>
                  </a:lnTo>
                  <a:lnTo>
                    <a:pt x="6224222" y="5839786"/>
                  </a:lnTo>
                  <a:close/>
                </a:path>
                <a:path w="6684644" h="7015480">
                  <a:moveTo>
                    <a:pt x="5890756" y="5852486"/>
                  </a:moveTo>
                  <a:lnTo>
                    <a:pt x="5850212" y="5776286"/>
                  </a:lnTo>
                  <a:lnTo>
                    <a:pt x="5920436" y="5738186"/>
                  </a:lnTo>
                  <a:lnTo>
                    <a:pt x="5960979" y="5814386"/>
                  </a:lnTo>
                  <a:lnTo>
                    <a:pt x="5890756" y="5852486"/>
                  </a:lnTo>
                  <a:close/>
                </a:path>
                <a:path w="6684644" h="7015480">
                  <a:moveTo>
                    <a:pt x="5557178" y="5865186"/>
                  </a:moveTo>
                  <a:lnTo>
                    <a:pt x="5518986" y="5801686"/>
                  </a:lnTo>
                  <a:lnTo>
                    <a:pt x="5585135" y="5763586"/>
                  </a:lnTo>
                  <a:lnTo>
                    <a:pt x="5623327" y="5827086"/>
                  </a:lnTo>
                  <a:lnTo>
                    <a:pt x="5557178" y="5865186"/>
                  </a:lnTo>
                  <a:close/>
                </a:path>
                <a:path w="6684644" h="7015480">
                  <a:moveTo>
                    <a:pt x="6428139" y="5890586"/>
                  </a:moveTo>
                  <a:lnTo>
                    <a:pt x="6382899" y="5814386"/>
                  </a:lnTo>
                  <a:lnTo>
                    <a:pt x="6461267" y="5763586"/>
                  </a:lnTo>
                  <a:lnTo>
                    <a:pt x="6506507" y="5852486"/>
                  </a:lnTo>
                  <a:lnTo>
                    <a:pt x="6428139" y="5890586"/>
                  </a:lnTo>
                  <a:close/>
                </a:path>
                <a:path w="6684644" h="7015480">
                  <a:moveTo>
                    <a:pt x="5223820" y="5877886"/>
                  </a:moveTo>
                  <a:lnTo>
                    <a:pt x="5188560" y="5827086"/>
                  </a:lnTo>
                  <a:lnTo>
                    <a:pt x="5249627" y="5788986"/>
                  </a:lnTo>
                  <a:lnTo>
                    <a:pt x="5284887" y="5852486"/>
                  </a:lnTo>
                  <a:lnTo>
                    <a:pt x="5223820" y="5877886"/>
                  </a:lnTo>
                  <a:close/>
                </a:path>
                <a:path w="6684644" h="7015480">
                  <a:moveTo>
                    <a:pt x="6094573" y="5903286"/>
                  </a:moveTo>
                  <a:lnTo>
                    <a:pt x="6051679" y="5839786"/>
                  </a:lnTo>
                  <a:lnTo>
                    <a:pt x="6125966" y="5788986"/>
                  </a:lnTo>
                  <a:lnTo>
                    <a:pt x="6168860" y="5865186"/>
                  </a:lnTo>
                  <a:lnTo>
                    <a:pt x="6094573" y="5903286"/>
                  </a:lnTo>
                  <a:close/>
                </a:path>
                <a:path w="6684644" h="7015480">
                  <a:moveTo>
                    <a:pt x="5761208" y="5928686"/>
                  </a:moveTo>
                  <a:lnTo>
                    <a:pt x="5721251" y="5852486"/>
                  </a:lnTo>
                  <a:lnTo>
                    <a:pt x="5790462" y="5814386"/>
                  </a:lnTo>
                  <a:lnTo>
                    <a:pt x="5830419" y="5890586"/>
                  </a:lnTo>
                  <a:lnTo>
                    <a:pt x="5761208" y="5928686"/>
                  </a:lnTo>
                  <a:close/>
                </a:path>
                <a:path w="6684644" h="7015480">
                  <a:moveTo>
                    <a:pt x="6632069" y="5954086"/>
                  </a:moveTo>
                  <a:lnTo>
                    <a:pt x="6584767" y="5865186"/>
                  </a:lnTo>
                  <a:lnTo>
                    <a:pt x="6666695" y="5814386"/>
                  </a:lnTo>
                  <a:lnTo>
                    <a:pt x="6684595" y="5852486"/>
                  </a:lnTo>
                  <a:lnTo>
                    <a:pt x="6684595" y="5915986"/>
                  </a:lnTo>
                  <a:lnTo>
                    <a:pt x="6632069" y="5954086"/>
                  </a:lnTo>
                  <a:close/>
                </a:path>
                <a:path w="6684644" h="7015480">
                  <a:moveTo>
                    <a:pt x="5427632" y="5941386"/>
                  </a:moveTo>
                  <a:lnTo>
                    <a:pt x="5390026" y="5877886"/>
                  </a:lnTo>
                  <a:lnTo>
                    <a:pt x="5455162" y="5839786"/>
                  </a:lnTo>
                  <a:lnTo>
                    <a:pt x="5492767" y="5903286"/>
                  </a:lnTo>
                  <a:lnTo>
                    <a:pt x="5427632" y="5941386"/>
                  </a:lnTo>
                  <a:close/>
                </a:path>
                <a:path w="6684644" h="7015480">
                  <a:moveTo>
                    <a:pt x="6298491" y="5966786"/>
                  </a:moveTo>
                  <a:lnTo>
                    <a:pt x="6253541" y="5890586"/>
                  </a:lnTo>
                  <a:lnTo>
                    <a:pt x="6331394" y="5839786"/>
                  </a:lnTo>
                  <a:lnTo>
                    <a:pt x="6376350" y="5915986"/>
                  </a:lnTo>
                  <a:lnTo>
                    <a:pt x="6298491" y="5966786"/>
                  </a:lnTo>
                  <a:close/>
                </a:path>
                <a:path w="6684644" h="7015480">
                  <a:moveTo>
                    <a:pt x="5965025" y="5979486"/>
                  </a:moveTo>
                  <a:lnTo>
                    <a:pt x="5922717" y="5903286"/>
                  </a:lnTo>
                  <a:lnTo>
                    <a:pt x="5995991" y="5865186"/>
                  </a:lnTo>
                  <a:lnTo>
                    <a:pt x="6038299" y="5941386"/>
                  </a:lnTo>
                  <a:lnTo>
                    <a:pt x="5965025" y="5979486"/>
                  </a:lnTo>
                  <a:close/>
                </a:path>
                <a:path w="6684644" h="7015480">
                  <a:moveTo>
                    <a:pt x="5631560" y="6004886"/>
                  </a:moveTo>
                  <a:lnTo>
                    <a:pt x="5591900" y="5928686"/>
                  </a:lnTo>
                  <a:lnTo>
                    <a:pt x="5660589" y="5890586"/>
                  </a:lnTo>
                  <a:lnTo>
                    <a:pt x="5700250" y="5954086"/>
                  </a:lnTo>
                  <a:lnTo>
                    <a:pt x="5631560" y="6004886"/>
                  </a:lnTo>
                  <a:close/>
                </a:path>
                <a:path w="6684644" h="7015480">
                  <a:moveTo>
                    <a:pt x="6502415" y="6030286"/>
                  </a:moveTo>
                  <a:lnTo>
                    <a:pt x="6455409" y="5941386"/>
                  </a:lnTo>
                  <a:lnTo>
                    <a:pt x="6536827" y="5890586"/>
                  </a:lnTo>
                  <a:lnTo>
                    <a:pt x="6583833" y="5979486"/>
                  </a:lnTo>
                  <a:lnTo>
                    <a:pt x="6502415" y="6030286"/>
                  </a:lnTo>
                  <a:close/>
                </a:path>
                <a:path w="6684644" h="7015480">
                  <a:moveTo>
                    <a:pt x="5298096" y="6017586"/>
                  </a:moveTo>
                  <a:lnTo>
                    <a:pt x="5261076" y="5954086"/>
                  </a:lnTo>
                  <a:lnTo>
                    <a:pt x="5325188" y="5915986"/>
                  </a:lnTo>
                  <a:lnTo>
                    <a:pt x="5362207" y="5979486"/>
                  </a:lnTo>
                  <a:lnTo>
                    <a:pt x="5298096" y="6017586"/>
                  </a:lnTo>
                  <a:close/>
                </a:path>
                <a:path w="6684644" h="7015480">
                  <a:moveTo>
                    <a:pt x="6168842" y="6042986"/>
                  </a:moveTo>
                  <a:lnTo>
                    <a:pt x="6124182" y="5966786"/>
                  </a:lnTo>
                  <a:lnTo>
                    <a:pt x="6201531" y="5915986"/>
                  </a:lnTo>
                  <a:lnTo>
                    <a:pt x="6246191" y="5992186"/>
                  </a:lnTo>
                  <a:lnTo>
                    <a:pt x="6168842" y="6042986"/>
                  </a:lnTo>
                  <a:close/>
                </a:path>
                <a:path w="6684644" h="7015480">
                  <a:moveTo>
                    <a:pt x="5835478" y="6055686"/>
                  </a:moveTo>
                  <a:lnTo>
                    <a:pt x="5793761" y="5979486"/>
                  </a:lnTo>
                  <a:lnTo>
                    <a:pt x="5866017" y="5941386"/>
                  </a:lnTo>
                  <a:lnTo>
                    <a:pt x="5907739" y="6017586"/>
                  </a:lnTo>
                  <a:lnTo>
                    <a:pt x="5835478" y="6055686"/>
                  </a:lnTo>
                  <a:close/>
                </a:path>
                <a:path w="6684644" h="7015480">
                  <a:moveTo>
                    <a:pt x="5502014" y="6068386"/>
                  </a:moveTo>
                  <a:lnTo>
                    <a:pt x="5462939" y="6004886"/>
                  </a:lnTo>
                  <a:lnTo>
                    <a:pt x="5530616" y="5966786"/>
                  </a:lnTo>
                  <a:lnTo>
                    <a:pt x="5569690" y="6030286"/>
                  </a:lnTo>
                  <a:lnTo>
                    <a:pt x="5502014" y="6068386"/>
                  </a:lnTo>
                  <a:close/>
                </a:path>
                <a:path w="6684644" h="7015480">
                  <a:moveTo>
                    <a:pt x="6372766" y="6093786"/>
                  </a:moveTo>
                  <a:lnTo>
                    <a:pt x="6326057" y="6017586"/>
                  </a:lnTo>
                  <a:lnTo>
                    <a:pt x="6406960" y="5966786"/>
                  </a:lnTo>
                  <a:lnTo>
                    <a:pt x="6453675" y="6055686"/>
                  </a:lnTo>
                  <a:lnTo>
                    <a:pt x="6372766" y="6093786"/>
                  </a:lnTo>
                  <a:close/>
                </a:path>
                <a:path w="6684644" h="7015480">
                  <a:moveTo>
                    <a:pt x="6684595" y="6042986"/>
                  </a:moveTo>
                  <a:lnTo>
                    <a:pt x="6659280" y="5992186"/>
                  </a:lnTo>
                  <a:lnTo>
                    <a:pt x="6684595" y="5979486"/>
                  </a:lnTo>
                  <a:lnTo>
                    <a:pt x="6684595" y="6042986"/>
                  </a:lnTo>
                  <a:close/>
                </a:path>
                <a:path w="6684644" h="7015480">
                  <a:moveTo>
                    <a:pt x="6039294" y="6119186"/>
                  </a:moveTo>
                  <a:lnTo>
                    <a:pt x="5995226" y="6042986"/>
                  </a:lnTo>
                  <a:lnTo>
                    <a:pt x="6071557" y="5992186"/>
                  </a:lnTo>
                  <a:lnTo>
                    <a:pt x="6115624" y="6068386"/>
                  </a:lnTo>
                  <a:lnTo>
                    <a:pt x="6039294" y="6119186"/>
                  </a:lnTo>
                  <a:close/>
                </a:path>
                <a:path w="6684644" h="7015480">
                  <a:moveTo>
                    <a:pt x="5705936" y="6131886"/>
                  </a:moveTo>
                  <a:lnTo>
                    <a:pt x="5664806" y="6055686"/>
                  </a:lnTo>
                  <a:lnTo>
                    <a:pt x="5736049" y="6017586"/>
                  </a:lnTo>
                  <a:lnTo>
                    <a:pt x="5777179" y="6093786"/>
                  </a:lnTo>
                  <a:lnTo>
                    <a:pt x="5705936" y="6131886"/>
                  </a:lnTo>
                  <a:close/>
                </a:path>
                <a:path w="6684644" h="7015480">
                  <a:moveTo>
                    <a:pt x="6576796" y="6157286"/>
                  </a:moveTo>
                  <a:lnTo>
                    <a:pt x="6528322" y="6068386"/>
                  </a:lnTo>
                  <a:lnTo>
                    <a:pt x="6612282" y="6017586"/>
                  </a:lnTo>
                  <a:lnTo>
                    <a:pt x="6660756" y="6106486"/>
                  </a:lnTo>
                  <a:lnTo>
                    <a:pt x="6576796" y="6157286"/>
                  </a:lnTo>
                  <a:close/>
                </a:path>
                <a:path w="6684644" h="7015480">
                  <a:moveTo>
                    <a:pt x="5372472" y="6144586"/>
                  </a:moveTo>
                  <a:lnTo>
                    <a:pt x="5333983" y="6081086"/>
                  </a:lnTo>
                  <a:lnTo>
                    <a:pt x="5400641" y="6042986"/>
                  </a:lnTo>
                  <a:lnTo>
                    <a:pt x="5439130" y="6106486"/>
                  </a:lnTo>
                  <a:lnTo>
                    <a:pt x="5372472" y="6144586"/>
                  </a:lnTo>
                  <a:close/>
                </a:path>
                <a:path w="6684644" h="7015480">
                  <a:moveTo>
                    <a:pt x="6243111" y="6169986"/>
                  </a:moveTo>
                  <a:lnTo>
                    <a:pt x="6196692" y="6093786"/>
                  </a:lnTo>
                  <a:lnTo>
                    <a:pt x="6277092" y="6042986"/>
                  </a:lnTo>
                  <a:lnTo>
                    <a:pt x="6323511" y="6131886"/>
                  </a:lnTo>
                  <a:lnTo>
                    <a:pt x="6243111" y="6169986"/>
                  </a:lnTo>
                  <a:close/>
                </a:path>
                <a:path w="6684644" h="7015480">
                  <a:moveTo>
                    <a:pt x="5909753" y="6195386"/>
                  </a:moveTo>
                  <a:lnTo>
                    <a:pt x="5866271" y="6119186"/>
                  </a:lnTo>
                  <a:lnTo>
                    <a:pt x="5941583" y="6068386"/>
                  </a:lnTo>
                  <a:lnTo>
                    <a:pt x="5985064" y="6144586"/>
                  </a:lnTo>
                  <a:lnTo>
                    <a:pt x="5909753" y="6195386"/>
                  </a:lnTo>
                  <a:close/>
                </a:path>
                <a:path w="6684644" h="7015480">
                  <a:moveTo>
                    <a:pt x="5576502" y="6208086"/>
                  </a:moveTo>
                  <a:lnTo>
                    <a:pt x="5536255" y="6131886"/>
                  </a:lnTo>
                  <a:lnTo>
                    <a:pt x="5605969" y="6093786"/>
                  </a:lnTo>
                  <a:lnTo>
                    <a:pt x="5646216" y="6169986"/>
                  </a:lnTo>
                  <a:lnTo>
                    <a:pt x="5576502" y="6208086"/>
                  </a:lnTo>
                  <a:close/>
                </a:path>
                <a:path w="6684644" h="7015480">
                  <a:moveTo>
                    <a:pt x="6447148" y="6233486"/>
                  </a:moveTo>
                  <a:lnTo>
                    <a:pt x="6398964" y="6144586"/>
                  </a:lnTo>
                  <a:lnTo>
                    <a:pt x="6482414" y="6093786"/>
                  </a:lnTo>
                  <a:lnTo>
                    <a:pt x="6530598" y="6182686"/>
                  </a:lnTo>
                  <a:lnTo>
                    <a:pt x="6447148" y="6233486"/>
                  </a:lnTo>
                  <a:close/>
                </a:path>
                <a:path w="6684644" h="7015480">
                  <a:moveTo>
                    <a:pt x="6113569" y="6246186"/>
                  </a:moveTo>
                  <a:lnTo>
                    <a:pt x="6067737" y="6169986"/>
                  </a:lnTo>
                  <a:lnTo>
                    <a:pt x="6147117" y="6119186"/>
                  </a:lnTo>
                  <a:lnTo>
                    <a:pt x="6192950" y="6195386"/>
                  </a:lnTo>
                  <a:lnTo>
                    <a:pt x="6113569" y="6246186"/>
                  </a:lnTo>
                  <a:close/>
                </a:path>
                <a:path w="6684644" h="7015480">
                  <a:moveTo>
                    <a:pt x="5780205" y="6258886"/>
                  </a:moveTo>
                  <a:lnTo>
                    <a:pt x="5737316" y="6182686"/>
                  </a:lnTo>
                  <a:lnTo>
                    <a:pt x="5811609" y="6144586"/>
                  </a:lnTo>
                  <a:lnTo>
                    <a:pt x="5854504" y="6220786"/>
                  </a:lnTo>
                  <a:lnTo>
                    <a:pt x="5780205" y="6258886"/>
                  </a:lnTo>
                  <a:close/>
                </a:path>
                <a:path w="6684644" h="7015480">
                  <a:moveTo>
                    <a:pt x="6650953" y="6284286"/>
                  </a:moveTo>
                  <a:lnTo>
                    <a:pt x="6600424" y="6195386"/>
                  </a:lnTo>
                  <a:lnTo>
                    <a:pt x="6684595" y="6157286"/>
                  </a:lnTo>
                  <a:lnTo>
                    <a:pt x="6684595" y="6271586"/>
                  </a:lnTo>
                  <a:lnTo>
                    <a:pt x="6650953" y="6284286"/>
                  </a:lnTo>
                  <a:close/>
                </a:path>
                <a:path w="6684644" h="7015480">
                  <a:moveTo>
                    <a:pt x="5446954" y="6284286"/>
                  </a:moveTo>
                  <a:lnTo>
                    <a:pt x="5407293" y="6208086"/>
                  </a:lnTo>
                  <a:lnTo>
                    <a:pt x="5475995" y="6169986"/>
                  </a:lnTo>
                  <a:lnTo>
                    <a:pt x="5515656" y="6233486"/>
                  </a:lnTo>
                  <a:lnTo>
                    <a:pt x="5446954" y="6284286"/>
                  </a:lnTo>
                  <a:close/>
                </a:path>
                <a:path w="6684644" h="7015480">
                  <a:moveTo>
                    <a:pt x="6317487" y="6309686"/>
                  </a:moveTo>
                  <a:lnTo>
                    <a:pt x="6269600" y="6220786"/>
                  </a:lnTo>
                  <a:lnTo>
                    <a:pt x="6352546" y="6169986"/>
                  </a:lnTo>
                  <a:lnTo>
                    <a:pt x="6400434" y="6258886"/>
                  </a:lnTo>
                  <a:lnTo>
                    <a:pt x="6317487" y="6309686"/>
                  </a:lnTo>
                  <a:close/>
                </a:path>
                <a:path w="6684644" h="7015480">
                  <a:moveTo>
                    <a:pt x="5984022" y="6322386"/>
                  </a:moveTo>
                  <a:lnTo>
                    <a:pt x="5938781" y="6246186"/>
                  </a:lnTo>
                  <a:lnTo>
                    <a:pt x="6017149" y="6195386"/>
                  </a:lnTo>
                  <a:lnTo>
                    <a:pt x="6062389" y="6271586"/>
                  </a:lnTo>
                  <a:lnTo>
                    <a:pt x="5984022" y="6322386"/>
                  </a:lnTo>
                  <a:close/>
                </a:path>
                <a:path w="6684644" h="7015480">
                  <a:moveTo>
                    <a:pt x="5650771" y="6335086"/>
                  </a:moveTo>
                  <a:lnTo>
                    <a:pt x="5608759" y="6258886"/>
                  </a:lnTo>
                  <a:lnTo>
                    <a:pt x="5681523" y="6220786"/>
                  </a:lnTo>
                  <a:lnTo>
                    <a:pt x="5723542" y="6296986"/>
                  </a:lnTo>
                  <a:lnTo>
                    <a:pt x="5650771" y="6335086"/>
                  </a:lnTo>
                  <a:close/>
                </a:path>
                <a:path w="6684644" h="7015480">
                  <a:moveTo>
                    <a:pt x="6521417" y="6360486"/>
                  </a:moveTo>
                  <a:lnTo>
                    <a:pt x="6471474" y="6271586"/>
                  </a:lnTo>
                  <a:lnTo>
                    <a:pt x="6557974" y="6220786"/>
                  </a:lnTo>
                  <a:lnTo>
                    <a:pt x="6607917" y="6309686"/>
                  </a:lnTo>
                  <a:lnTo>
                    <a:pt x="6521417" y="6360486"/>
                  </a:lnTo>
                  <a:close/>
                </a:path>
                <a:path w="6684644" h="7015480">
                  <a:moveTo>
                    <a:pt x="6187838" y="6373186"/>
                  </a:moveTo>
                  <a:lnTo>
                    <a:pt x="6140247" y="6296986"/>
                  </a:lnTo>
                  <a:lnTo>
                    <a:pt x="6222684" y="6246186"/>
                  </a:lnTo>
                  <a:lnTo>
                    <a:pt x="6270275" y="6335086"/>
                  </a:lnTo>
                  <a:lnTo>
                    <a:pt x="6187838" y="6373186"/>
                  </a:lnTo>
                  <a:close/>
                </a:path>
                <a:path w="6684644" h="7015480">
                  <a:moveTo>
                    <a:pt x="5854587" y="6398586"/>
                  </a:moveTo>
                  <a:lnTo>
                    <a:pt x="5810223" y="6322386"/>
                  </a:lnTo>
                  <a:lnTo>
                    <a:pt x="5887063" y="6271586"/>
                  </a:lnTo>
                  <a:lnTo>
                    <a:pt x="5931427" y="6347786"/>
                  </a:lnTo>
                  <a:lnTo>
                    <a:pt x="5854587" y="6398586"/>
                  </a:lnTo>
                  <a:close/>
                </a:path>
                <a:path w="6684644" h="7015480">
                  <a:moveTo>
                    <a:pt x="5521336" y="6411286"/>
                  </a:moveTo>
                  <a:lnTo>
                    <a:pt x="5480206" y="6335086"/>
                  </a:lnTo>
                  <a:lnTo>
                    <a:pt x="5551449" y="6296986"/>
                  </a:lnTo>
                  <a:lnTo>
                    <a:pt x="5592579" y="6373186"/>
                  </a:lnTo>
                  <a:lnTo>
                    <a:pt x="5521336" y="6411286"/>
                  </a:lnTo>
                  <a:close/>
                </a:path>
                <a:path w="6684644" h="7015480">
                  <a:moveTo>
                    <a:pt x="6391763" y="6436686"/>
                  </a:moveTo>
                  <a:lnTo>
                    <a:pt x="6342116" y="6347786"/>
                  </a:lnTo>
                  <a:lnTo>
                    <a:pt x="6428113" y="6296986"/>
                  </a:lnTo>
                  <a:lnTo>
                    <a:pt x="6477760" y="6385886"/>
                  </a:lnTo>
                  <a:lnTo>
                    <a:pt x="6391763" y="6436686"/>
                  </a:lnTo>
                  <a:close/>
                </a:path>
                <a:path w="6684644" h="7015480">
                  <a:moveTo>
                    <a:pt x="6058403" y="6449386"/>
                  </a:moveTo>
                  <a:lnTo>
                    <a:pt x="6011688" y="6373186"/>
                  </a:lnTo>
                  <a:lnTo>
                    <a:pt x="6092603" y="6322386"/>
                  </a:lnTo>
                  <a:lnTo>
                    <a:pt x="6139318" y="6411286"/>
                  </a:lnTo>
                  <a:lnTo>
                    <a:pt x="6058403" y="6449386"/>
                  </a:lnTo>
                  <a:close/>
                </a:path>
                <a:path w="6684644" h="7015480">
                  <a:moveTo>
                    <a:pt x="5725046" y="6474786"/>
                  </a:moveTo>
                  <a:lnTo>
                    <a:pt x="5681275" y="6398586"/>
                  </a:lnTo>
                  <a:lnTo>
                    <a:pt x="5757090" y="6347786"/>
                  </a:lnTo>
                  <a:lnTo>
                    <a:pt x="5800867" y="6423986"/>
                  </a:lnTo>
                  <a:lnTo>
                    <a:pt x="5725046" y="6474786"/>
                  </a:lnTo>
                  <a:close/>
                </a:path>
                <a:path w="6684644" h="7015480">
                  <a:moveTo>
                    <a:pt x="6595579" y="6500186"/>
                  </a:moveTo>
                  <a:lnTo>
                    <a:pt x="6543581" y="6411286"/>
                  </a:lnTo>
                  <a:lnTo>
                    <a:pt x="6633647" y="6347786"/>
                  </a:lnTo>
                  <a:lnTo>
                    <a:pt x="6684595" y="6436686"/>
                  </a:lnTo>
                  <a:lnTo>
                    <a:pt x="6684595" y="6449386"/>
                  </a:lnTo>
                  <a:lnTo>
                    <a:pt x="6595579" y="6500186"/>
                  </a:lnTo>
                  <a:close/>
                </a:path>
                <a:path w="6684644" h="7015480">
                  <a:moveTo>
                    <a:pt x="6262327" y="6512886"/>
                  </a:moveTo>
                  <a:lnTo>
                    <a:pt x="6213556" y="6423986"/>
                  </a:lnTo>
                  <a:lnTo>
                    <a:pt x="6298031" y="6373186"/>
                  </a:lnTo>
                  <a:lnTo>
                    <a:pt x="6346801" y="6462086"/>
                  </a:lnTo>
                  <a:lnTo>
                    <a:pt x="6262327" y="6512886"/>
                  </a:lnTo>
                  <a:close/>
                </a:path>
                <a:path w="6684644" h="7015480">
                  <a:moveTo>
                    <a:pt x="5928862" y="6525586"/>
                  </a:moveTo>
                  <a:lnTo>
                    <a:pt x="5882740" y="6449386"/>
                  </a:lnTo>
                  <a:lnTo>
                    <a:pt x="5962630" y="6398586"/>
                  </a:lnTo>
                  <a:lnTo>
                    <a:pt x="6008753" y="6474786"/>
                  </a:lnTo>
                  <a:lnTo>
                    <a:pt x="5928862" y="6525586"/>
                  </a:lnTo>
                  <a:close/>
                </a:path>
                <a:path w="6684644" h="7015480">
                  <a:moveTo>
                    <a:pt x="5595712" y="6538286"/>
                  </a:moveTo>
                  <a:lnTo>
                    <a:pt x="5553113" y="6474786"/>
                  </a:lnTo>
                  <a:lnTo>
                    <a:pt x="5626903" y="6423986"/>
                  </a:lnTo>
                  <a:lnTo>
                    <a:pt x="5669501" y="6500186"/>
                  </a:lnTo>
                  <a:lnTo>
                    <a:pt x="5595712" y="6538286"/>
                  </a:lnTo>
                  <a:close/>
                </a:path>
                <a:path w="6684644" h="7015480">
                  <a:moveTo>
                    <a:pt x="6466038" y="6563686"/>
                  </a:moveTo>
                  <a:lnTo>
                    <a:pt x="6414620" y="6474786"/>
                  </a:lnTo>
                  <a:lnTo>
                    <a:pt x="6503673" y="6423986"/>
                  </a:lnTo>
                  <a:lnTo>
                    <a:pt x="6555091" y="6512886"/>
                  </a:lnTo>
                  <a:lnTo>
                    <a:pt x="6466038" y="6563686"/>
                  </a:lnTo>
                  <a:close/>
                </a:path>
                <a:path w="6684644" h="7015480">
                  <a:moveTo>
                    <a:pt x="6132779" y="6589086"/>
                  </a:moveTo>
                  <a:lnTo>
                    <a:pt x="6084601" y="6500186"/>
                  </a:lnTo>
                  <a:lnTo>
                    <a:pt x="6168057" y="6449386"/>
                  </a:lnTo>
                  <a:lnTo>
                    <a:pt x="6216235" y="6538286"/>
                  </a:lnTo>
                  <a:lnTo>
                    <a:pt x="6132779" y="6589086"/>
                  </a:lnTo>
                  <a:close/>
                </a:path>
                <a:path w="6684644" h="7015480">
                  <a:moveTo>
                    <a:pt x="5799428" y="6601786"/>
                  </a:moveTo>
                  <a:lnTo>
                    <a:pt x="5754182" y="6525586"/>
                  </a:lnTo>
                  <a:lnTo>
                    <a:pt x="5832544" y="6474786"/>
                  </a:lnTo>
                  <a:lnTo>
                    <a:pt x="5877790" y="6550986"/>
                  </a:lnTo>
                  <a:lnTo>
                    <a:pt x="5799428" y="6601786"/>
                  </a:lnTo>
                  <a:close/>
                </a:path>
                <a:path w="6684644" h="7015480">
                  <a:moveTo>
                    <a:pt x="6336495" y="6639886"/>
                  </a:moveTo>
                  <a:lnTo>
                    <a:pt x="6285663" y="6550986"/>
                  </a:lnTo>
                  <a:lnTo>
                    <a:pt x="6373697" y="6500186"/>
                  </a:lnTo>
                  <a:lnTo>
                    <a:pt x="6424529" y="6589086"/>
                  </a:lnTo>
                  <a:lnTo>
                    <a:pt x="6336495" y="6639886"/>
                  </a:lnTo>
                  <a:close/>
                </a:path>
                <a:path w="6684644" h="7015480">
                  <a:moveTo>
                    <a:pt x="6669849" y="6627186"/>
                  </a:moveTo>
                  <a:lnTo>
                    <a:pt x="6616085" y="6538286"/>
                  </a:lnTo>
                  <a:lnTo>
                    <a:pt x="6684595" y="6500186"/>
                  </a:lnTo>
                  <a:lnTo>
                    <a:pt x="6684595" y="6614486"/>
                  </a:lnTo>
                  <a:lnTo>
                    <a:pt x="6669849" y="6627186"/>
                  </a:lnTo>
                  <a:close/>
                </a:path>
                <a:path w="6684644" h="7015480">
                  <a:moveTo>
                    <a:pt x="6003244" y="6665286"/>
                  </a:moveTo>
                  <a:lnTo>
                    <a:pt x="5955646" y="6576386"/>
                  </a:lnTo>
                  <a:lnTo>
                    <a:pt x="6038083" y="6525586"/>
                  </a:lnTo>
                  <a:lnTo>
                    <a:pt x="6085675" y="6614486"/>
                  </a:lnTo>
                  <a:lnTo>
                    <a:pt x="6003244" y="6665286"/>
                  </a:lnTo>
                  <a:close/>
                </a:path>
                <a:path w="6684644" h="7015480">
                  <a:moveTo>
                    <a:pt x="5669993" y="6677986"/>
                  </a:moveTo>
                  <a:lnTo>
                    <a:pt x="5625629" y="6601786"/>
                  </a:lnTo>
                  <a:lnTo>
                    <a:pt x="5702463" y="6550986"/>
                  </a:lnTo>
                  <a:lnTo>
                    <a:pt x="5746827" y="6627186"/>
                  </a:lnTo>
                  <a:lnTo>
                    <a:pt x="5669993" y="6677986"/>
                  </a:lnTo>
                  <a:close/>
                </a:path>
                <a:path w="6684644" h="7015480">
                  <a:moveTo>
                    <a:pt x="6540307" y="6703386"/>
                  </a:moveTo>
                  <a:lnTo>
                    <a:pt x="6487130" y="6614486"/>
                  </a:lnTo>
                  <a:lnTo>
                    <a:pt x="6579233" y="6550986"/>
                  </a:lnTo>
                  <a:lnTo>
                    <a:pt x="6632411" y="6652586"/>
                  </a:lnTo>
                  <a:lnTo>
                    <a:pt x="6540307" y="6703386"/>
                  </a:lnTo>
                  <a:close/>
                </a:path>
                <a:path w="6684644" h="7015480">
                  <a:moveTo>
                    <a:pt x="6207061" y="6716086"/>
                  </a:moveTo>
                  <a:lnTo>
                    <a:pt x="6157111" y="6627186"/>
                  </a:lnTo>
                  <a:lnTo>
                    <a:pt x="6243617" y="6576386"/>
                  </a:lnTo>
                  <a:lnTo>
                    <a:pt x="6293561" y="6665286"/>
                  </a:lnTo>
                  <a:lnTo>
                    <a:pt x="6207061" y="6716086"/>
                  </a:lnTo>
                  <a:close/>
                </a:path>
                <a:path w="6684644" h="7015480">
                  <a:moveTo>
                    <a:pt x="5873804" y="6728786"/>
                  </a:moveTo>
                  <a:lnTo>
                    <a:pt x="5827095" y="6652586"/>
                  </a:lnTo>
                  <a:lnTo>
                    <a:pt x="5908003" y="6601786"/>
                  </a:lnTo>
                  <a:lnTo>
                    <a:pt x="5954713" y="6690686"/>
                  </a:lnTo>
                  <a:lnTo>
                    <a:pt x="5873804" y="6728786"/>
                  </a:lnTo>
                  <a:close/>
                </a:path>
                <a:path w="6684644" h="7015480">
                  <a:moveTo>
                    <a:pt x="6410871" y="6779586"/>
                  </a:moveTo>
                  <a:lnTo>
                    <a:pt x="6358576" y="6690686"/>
                  </a:lnTo>
                  <a:lnTo>
                    <a:pt x="6449152" y="6627186"/>
                  </a:lnTo>
                  <a:lnTo>
                    <a:pt x="6501446" y="6728786"/>
                  </a:lnTo>
                  <a:lnTo>
                    <a:pt x="6410871" y="6779586"/>
                  </a:lnTo>
                  <a:close/>
                </a:path>
                <a:path w="6684644" h="7015480">
                  <a:moveTo>
                    <a:pt x="6077620" y="6792286"/>
                  </a:moveTo>
                  <a:lnTo>
                    <a:pt x="6028560" y="6703386"/>
                  </a:lnTo>
                  <a:lnTo>
                    <a:pt x="6113538" y="6652586"/>
                  </a:lnTo>
                  <a:lnTo>
                    <a:pt x="6162604" y="6741486"/>
                  </a:lnTo>
                  <a:lnTo>
                    <a:pt x="6077620" y="6792286"/>
                  </a:lnTo>
                  <a:close/>
                </a:path>
                <a:path w="6684644" h="7015480">
                  <a:moveTo>
                    <a:pt x="5744369" y="6804986"/>
                  </a:moveTo>
                  <a:lnTo>
                    <a:pt x="5698537" y="6728786"/>
                  </a:lnTo>
                  <a:lnTo>
                    <a:pt x="5777917" y="6677986"/>
                  </a:lnTo>
                  <a:lnTo>
                    <a:pt x="5823750" y="6766886"/>
                  </a:lnTo>
                  <a:lnTo>
                    <a:pt x="5744369" y="6804986"/>
                  </a:lnTo>
                  <a:close/>
                </a:path>
                <a:path w="6684644" h="7015480">
                  <a:moveTo>
                    <a:pt x="6614583" y="6830386"/>
                  </a:moveTo>
                  <a:lnTo>
                    <a:pt x="6559640" y="6741486"/>
                  </a:lnTo>
                  <a:lnTo>
                    <a:pt x="6654800" y="6677986"/>
                  </a:lnTo>
                  <a:lnTo>
                    <a:pt x="6684595" y="6728786"/>
                  </a:lnTo>
                  <a:lnTo>
                    <a:pt x="6684595" y="6792286"/>
                  </a:lnTo>
                  <a:lnTo>
                    <a:pt x="6614583" y="6830386"/>
                  </a:lnTo>
                  <a:close/>
                </a:path>
                <a:path w="6684644" h="7015480">
                  <a:moveTo>
                    <a:pt x="6281437" y="6843086"/>
                  </a:moveTo>
                  <a:lnTo>
                    <a:pt x="6230025" y="6754186"/>
                  </a:lnTo>
                  <a:lnTo>
                    <a:pt x="6319072" y="6703386"/>
                  </a:lnTo>
                  <a:lnTo>
                    <a:pt x="6370484" y="6792286"/>
                  </a:lnTo>
                  <a:lnTo>
                    <a:pt x="6281437" y="6843086"/>
                  </a:lnTo>
                  <a:close/>
                </a:path>
                <a:path w="6684644" h="7015480">
                  <a:moveTo>
                    <a:pt x="5948186" y="6868486"/>
                  </a:moveTo>
                  <a:lnTo>
                    <a:pt x="5900002" y="6779586"/>
                  </a:lnTo>
                  <a:lnTo>
                    <a:pt x="5983458" y="6728786"/>
                  </a:lnTo>
                  <a:lnTo>
                    <a:pt x="6031636" y="6817686"/>
                  </a:lnTo>
                  <a:lnTo>
                    <a:pt x="5948186" y="6868486"/>
                  </a:lnTo>
                  <a:close/>
                </a:path>
                <a:path w="6684644" h="7015480">
                  <a:moveTo>
                    <a:pt x="6485146" y="6906586"/>
                  </a:moveTo>
                  <a:lnTo>
                    <a:pt x="6431087" y="6817686"/>
                  </a:lnTo>
                  <a:lnTo>
                    <a:pt x="6524713" y="6754186"/>
                  </a:lnTo>
                  <a:lnTo>
                    <a:pt x="6578772" y="6855786"/>
                  </a:lnTo>
                  <a:lnTo>
                    <a:pt x="6485146" y="6906586"/>
                  </a:lnTo>
                  <a:close/>
                </a:path>
                <a:path w="6684644" h="7015480">
                  <a:moveTo>
                    <a:pt x="6152002" y="6919286"/>
                  </a:moveTo>
                  <a:lnTo>
                    <a:pt x="6101466" y="6830386"/>
                  </a:lnTo>
                  <a:lnTo>
                    <a:pt x="6188991" y="6779586"/>
                  </a:lnTo>
                  <a:lnTo>
                    <a:pt x="6239527" y="6868486"/>
                  </a:lnTo>
                  <a:lnTo>
                    <a:pt x="6152002" y="6919286"/>
                  </a:lnTo>
                  <a:close/>
                </a:path>
                <a:path w="6684644" h="7015480">
                  <a:moveTo>
                    <a:pt x="5818751" y="6931986"/>
                  </a:moveTo>
                  <a:lnTo>
                    <a:pt x="5771449" y="6855786"/>
                  </a:lnTo>
                  <a:lnTo>
                    <a:pt x="5853371" y="6804986"/>
                  </a:lnTo>
                  <a:lnTo>
                    <a:pt x="5900672" y="6893886"/>
                  </a:lnTo>
                  <a:lnTo>
                    <a:pt x="5818751" y="6931986"/>
                  </a:lnTo>
                  <a:close/>
                </a:path>
                <a:path w="6684644" h="7015480">
                  <a:moveTo>
                    <a:pt x="6355706" y="6982786"/>
                  </a:moveTo>
                  <a:lnTo>
                    <a:pt x="6302528" y="6893886"/>
                  </a:lnTo>
                  <a:lnTo>
                    <a:pt x="6394638" y="6830386"/>
                  </a:lnTo>
                  <a:lnTo>
                    <a:pt x="6447815" y="6931986"/>
                  </a:lnTo>
                  <a:lnTo>
                    <a:pt x="6355706" y="6982786"/>
                  </a:lnTo>
                  <a:close/>
                </a:path>
                <a:path w="6684644" h="7015480">
                  <a:moveTo>
                    <a:pt x="6684595" y="6957386"/>
                  </a:moveTo>
                  <a:lnTo>
                    <a:pt x="6632150" y="6868486"/>
                  </a:lnTo>
                  <a:lnTo>
                    <a:pt x="6684595" y="6843086"/>
                  </a:lnTo>
                  <a:lnTo>
                    <a:pt x="6684595" y="6957386"/>
                  </a:lnTo>
                  <a:close/>
                </a:path>
                <a:path w="6684644" h="7015480">
                  <a:moveTo>
                    <a:pt x="6022668" y="6995486"/>
                  </a:moveTo>
                  <a:lnTo>
                    <a:pt x="5973311" y="6906586"/>
                  </a:lnTo>
                  <a:lnTo>
                    <a:pt x="6058799" y="6855786"/>
                  </a:lnTo>
                  <a:lnTo>
                    <a:pt x="6108156" y="6944686"/>
                  </a:lnTo>
                  <a:lnTo>
                    <a:pt x="6022668" y="6995486"/>
                  </a:lnTo>
                  <a:close/>
                </a:path>
                <a:path w="6684644" h="7015480">
                  <a:moveTo>
                    <a:pt x="6612250" y="7008186"/>
                  </a:moveTo>
                  <a:lnTo>
                    <a:pt x="6541798" y="7008186"/>
                  </a:lnTo>
                  <a:lnTo>
                    <a:pt x="6503591" y="6944686"/>
                  </a:lnTo>
                  <a:lnTo>
                    <a:pt x="6600279" y="6881186"/>
                  </a:lnTo>
                  <a:lnTo>
                    <a:pt x="6656098" y="6982786"/>
                  </a:lnTo>
                  <a:lnTo>
                    <a:pt x="6612250" y="7008186"/>
                  </a:lnTo>
                  <a:close/>
                </a:path>
                <a:path w="6684644" h="7015480">
                  <a:moveTo>
                    <a:pt x="6316450" y="7008186"/>
                  </a:moveTo>
                  <a:lnTo>
                    <a:pt x="6200192" y="7008186"/>
                  </a:lnTo>
                  <a:lnTo>
                    <a:pt x="6174380" y="6970086"/>
                  </a:lnTo>
                  <a:lnTo>
                    <a:pt x="6264452" y="6906586"/>
                  </a:lnTo>
                  <a:lnTo>
                    <a:pt x="6316450" y="7008186"/>
                  </a:lnTo>
                  <a:close/>
                </a:path>
                <a:path w="6684644" h="7015480">
                  <a:moveTo>
                    <a:pt x="5969846" y="7008186"/>
                  </a:moveTo>
                  <a:lnTo>
                    <a:pt x="5858578" y="7008186"/>
                  </a:lnTo>
                  <a:lnTo>
                    <a:pt x="5845162" y="6982786"/>
                  </a:lnTo>
                  <a:lnTo>
                    <a:pt x="5928612" y="6931986"/>
                  </a:lnTo>
                  <a:lnTo>
                    <a:pt x="5969846" y="7008186"/>
                  </a:lnTo>
                  <a:close/>
                </a:path>
                <a:path w="6684644" h="7015480">
                  <a:moveTo>
                    <a:pt x="6489899" y="7008186"/>
                  </a:moveTo>
                  <a:lnTo>
                    <a:pt x="6402475" y="7008186"/>
                  </a:lnTo>
                  <a:lnTo>
                    <a:pt x="6468042" y="6970086"/>
                  </a:lnTo>
                  <a:lnTo>
                    <a:pt x="6489899" y="7008186"/>
                  </a:lnTo>
                  <a:close/>
                </a:path>
                <a:path w="6684644" h="7015480">
                  <a:moveTo>
                    <a:pt x="3809318" y="3391253"/>
                  </a:moveTo>
                  <a:lnTo>
                    <a:pt x="3798448" y="3372423"/>
                  </a:lnTo>
                  <a:lnTo>
                    <a:pt x="3817278" y="3361555"/>
                  </a:lnTo>
                  <a:lnTo>
                    <a:pt x="3828146" y="3380378"/>
                  </a:lnTo>
                  <a:lnTo>
                    <a:pt x="3809318" y="3391253"/>
                  </a:lnTo>
                  <a:close/>
                </a:path>
                <a:path w="6684644" h="7015480">
                  <a:moveTo>
                    <a:pt x="3734728" y="3260288"/>
                  </a:moveTo>
                  <a:lnTo>
                    <a:pt x="3724736" y="3242986"/>
                  </a:lnTo>
                  <a:lnTo>
                    <a:pt x="3742037" y="3232994"/>
                  </a:lnTo>
                  <a:lnTo>
                    <a:pt x="3752029" y="3250301"/>
                  </a:lnTo>
                  <a:lnTo>
                    <a:pt x="3734728" y="3260288"/>
                  </a:lnTo>
                  <a:close/>
                </a:path>
                <a:path w="6684644" h="7015480">
                  <a:moveTo>
                    <a:pt x="3660240" y="3128914"/>
                  </a:moveTo>
                  <a:lnTo>
                    <a:pt x="3651426" y="3113651"/>
                  </a:lnTo>
                  <a:lnTo>
                    <a:pt x="3666690" y="3104837"/>
                  </a:lnTo>
                  <a:lnTo>
                    <a:pt x="3675503" y="3120101"/>
                  </a:lnTo>
                  <a:lnTo>
                    <a:pt x="3660240" y="3128914"/>
                  </a:lnTo>
                  <a:close/>
                </a:path>
                <a:path w="6684644" h="7015480">
                  <a:moveTo>
                    <a:pt x="3585645" y="2997955"/>
                  </a:moveTo>
                  <a:lnTo>
                    <a:pt x="3577707" y="2984214"/>
                  </a:lnTo>
                  <a:lnTo>
                    <a:pt x="3591449" y="2976283"/>
                  </a:lnTo>
                  <a:lnTo>
                    <a:pt x="3599386" y="2990024"/>
                  </a:lnTo>
                  <a:lnTo>
                    <a:pt x="3585645" y="2997955"/>
                  </a:lnTo>
                  <a:close/>
                </a:path>
                <a:path w="6684644" h="7015480">
                  <a:moveTo>
                    <a:pt x="3511049" y="2866991"/>
                  </a:moveTo>
                  <a:lnTo>
                    <a:pt x="3503995" y="2854777"/>
                  </a:lnTo>
                  <a:lnTo>
                    <a:pt x="3516208" y="2847723"/>
                  </a:lnTo>
                  <a:lnTo>
                    <a:pt x="3523263" y="2859936"/>
                  </a:lnTo>
                  <a:lnTo>
                    <a:pt x="3511049" y="2866991"/>
                  </a:lnTo>
                  <a:close/>
                </a:path>
                <a:path w="6684644" h="7015480">
                  <a:moveTo>
                    <a:pt x="3436567" y="2735623"/>
                  </a:moveTo>
                  <a:lnTo>
                    <a:pt x="3430691" y="2725447"/>
                  </a:lnTo>
                  <a:lnTo>
                    <a:pt x="3440867" y="2719572"/>
                  </a:lnTo>
                  <a:lnTo>
                    <a:pt x="3446743" y="2729748"/>
                  </a:lnTo>
                  <a:lnTo>
                    <a:pt x="3436567" y="2735623"/>
                  </a:lnTo>
                  <a:close/>
                </a:path>
                <a:path w="6684644" h="7015480">
                  <a:moveTo>
                    <a:pt x="3361859" y="2605061"/>
                  </a:moveTo>
                  <a:lnTo>
                    <a:pt x="3356570" y="2595898"/>
                  </a:lnTo>
                  <a:lnTo>
                    <a:pt x="3365727" y="2590615"/>
                  </a:lnTo>
                  <a:lnTo>
                    <a:pt x="3371016" y="2599778"/>
                  </a:lnTo>
                  <a:lnTo>
                    <a:pt x="3361859" y="2605061"/>
                  </a:lnTo>
                  <a:close/>
                </a:path>
                <a:path w="6684644" h="7015480">
                  <a:moveTo>
                    <a:pt x="3287158" y="2474499"/>
                  </a:moveTo>
                  <a:lnTo>
                    <a:pt x="3282461" y="2466361"/>
                  </a:lnTo>
                  <a:lnTo>
                    <a:pt x="3290599" y="2461658"/>
                  </a:lnTo>
                  <a:lnTo>
                    <a:pt x="3295296" y="2469796"/>
                  </a:lnTo>
                  <a:lnTo>
                    <a:pt x="3287158" y="2474499"/>
                  </a:lnTo>
                  <a:close/>
                </a:path>
                <a:path w="6684644" h="7015480">
                  <a:moveTo>
                    <a:pt x="3212456" y="2343937"/>
                  </a:moveTo>
                  <a:lnTo>
                    <a:pt x="3208339" y="2336812"/>
                  </a:lnTo>
                  <a:lnTo>
                    <a:pt x="3215465" y="2332695"/>
                  </a:lnTo>
                  <a:lnTo>
                    <a:pt x="3219582" y="2339820"/>
                  </a:lnTo>
                  <a:lnTo>
                    <a:pt x="3212456" y="2343937"/>
                  </a:lnTo>
                  <a:close/>
                </a:path>
                <a:path w="6684644" h="7015480">
                  <a:moveTo>
                    <a:pt x="3137861" y="2212972"/>
                  </a:moveTo>
                  <a:lnTo>
                    <a:pt x="3134627" y="2207375"/>
                  </a:lnTo>
                  <a:lnTo>
                    <a:pt x="3140224" y="2204141"/>
                  </a:lnTo>
                  <a:lnTo>
                    <a:pt x="3143458" y="2209744"/>
                  </a:lnTo>
                  <a:lnTo>
                    <a:pt x="3137861" y="2212972"/>
                  </a:lnTo>
                  <a:close/>
                </a:path>
                <a:path w="6684644" h="7015480">
                  <a:moveTo>
                    <a:pt x="3063159" y="2082410"/>
                  </a:moveTo>
                  <a:lnTo>
                    <a:pt x="3060518" y="2077832"/>
                  </a:lnTo>
                  <a:lnTo>
                    <a:pt x="3065096" y="2075184"/>
                  </a:lnTo>
                  <a:lnTo>
                    <a:pt x="3067738" y="2079769"/>
                  </a:lnTo>
                  <a:lnTo>
                    <a:pt x="3063159" y="2082410"/>
                  </a:lnTo>
                  <a:close/>
                </a:path>
                <a:path w="6684644" h="7015480">
                  <a:moveTo>
                    <a:pt x="2988457" y="1951848"/>
                  </a:moveTo>
                  <a:lnTo>
                    <a:pt x="2986396" y="1948283"/>
                  </a:lnTo>
                  <a:lnTo>
                    <a:pt x="2989961" y="1946227"/>
                  </a:lnTo>
                  <a:lnTo>
                    <a:pt x="2992023" y="1949793"/>
                  </a:lnTo>
                  <a:lnTo>
                    <a:pt x="2988457" y="1951848"/>
                  </a:lnTo>
                  <a:close/>
                </a:path>
                <a:path w="6684644" h="7015480">
                  <a:moveTo>
                    <a:pt x="2913756" y="1821286"/>
                  </a:moveTo>
                  <a:lnTo>
                    <a:pt x="2912287" y="1818739"/>
                  </a:lnTo>
                  <a:lnTo>
                    <a:pt x="2914833" y="1817270"/>
                  </a:lnTo>
                  <a:lnTo>
                    <a:pt x="2916303" y="1819817"/>
                  </a:lnTo>
                  <a:lnTo>
                    <a:pt x="2913756" y="1821286"/>
                  </a:lnTo>
                  <a:close/>
                </a:path>
                <a:path w="6684644" h="7015480">
                  <a:moveTo>
                    <a:pt x="2839055" y="1690724"/>
                  </a:moveTo>
                  <a:lnTo>
                    <a:pt x="2838171" y="1689190"/>
                  </a:lnTo>
                  <a:lnTo>
                    <a:pt x="2839694" y="1688314"/>
                  </a:lnTo>
                  <a:lnTo>
                    <a:pt x="2840577" y="1689842"/>
                  </a:lnTo>
                  <a:lnTo>
                    <a:pt x="2839055" y="1690724"/>
                  </a:lnTo>
                  <a:close/>
                </a:path>
                <a:path w="6684644" h="7015480">
                  <a:moveTo>
                    <a:pt x="3789894" y="3054402"/>
                  </a:moveTo>
                  <a:lnTo>
                    <a:pt x="3780784" y="3038629"/>
                  </a:lnTo>
                  <a:lnTo>
                    <a:pt x="3796558" y="3029526"/>
                  </a:lnTo>
                  <a:lnTo>
                    <a:pt x="3805667" y="3045299"/>
                  </a:lnTo>
                  <a:lnTo>
                    <a:pt x="3789894" y="3054402"/>
                  </a:lnTo>
                  <a:close/>
                </a:path>
                <a:path w="6684644" h="7015480">
                  <a:moveTo>
                    <a:pt x="3715299" y="2923438"/>
                  </a:moveTo>
                  <a:lnTo>
                    <a:pt x="3707072" y="2909193"/>
                  </a:lnTo>
                  <a:lnTo>
                    <a:pt x="3721317" y="2900966"/>
                  </a:lnTo>
                  <a:lnTo>
                    <a:pt x="3729544" y="2915211"/>
                  </a:lnTo>
                  <a:lnTo>
                    <a:pt x="3715299" y="2923438"/>
                  </a:lnTo>
                  <a:close/>
                </a:path>
                <a:path w="6684644" h="7015480">
                  <a:moveTo>
                    <a:pt x="3640698" y="2792479"/>
                  </a:moveTo>
                  <a:lnTo>
                    <a:pt x="3633353" y="2779756"/>
                  </a:lnTo>
                  <a:lnTo>
                    <a:pt x="3646076" y="2772412"/>
                  </a:lnTo>
                  <a:lnTo>
                    <a:pt x="3653421" y="2785134"/>
                  </a:lnTo>
                  <a:lnTo>
                    <a:pt x="3640698" y="2792479"/>
                  </a:lnTo>
                  <a:close/>
                </a:path>
                <a:path w="6684644" h="7015480">
                  <a:moveTo>
                    <a:pt x="3566215" y="2661111"/>
                  </a:moveTo>
                  <a:lnTo>
                    <a:pt x="3560044" y="2650420"/>
                  </a:lnTo>
                  <a:lnTo>
                    <a:pt x="3570729" y="2644254"/>
                  </a:lnTo>
                  <a:lnTo>
                    <a:pt x="3576901" y="2654940"/>
                  </a:lnTo>
                  <a:lnTo>
                    <a:pt x="3566215" y="2661111"/>
                  </a:lnTo>
                  <a:close/>
                </a:path>
                <a:path w="6684644" h="7015480">
                  <a:moveTo>
                    <a:pt x="3491620" y="2530147"/>
                  </a:moveTo>
                  <a:lnTo>
                    <a:pt x="3486331" y="2520984"/>
                  </a:lnTo>
                  <a:lnTo>
                    <a:pt x="3495488" y="2515694"/>
                  </a:lnTo>
                  <a:lnTo>
                    <a:pt x="3500777" y="2524857"/>
                  </a:lnTo>
                  <a:lnTo>
                    <a:pt x="3491620" y="2530147"/>
                  </a:lnTo>
                  <a:close/>
                </a:path>
                <a:path w="6684644" h="7015480">
                  <a:moveTo>
                    <a:pt x="3416918" y="2399579"/>
                  </a:moveTo>
                  <a:lnTo>
                    <a:pt x="3412215" y="2391440"/>
                  </a:lnTo>
                  <a:lnTo>
                    <a:pt x="3420359" y="2386743"/>
                  </a:lnTo>
                  <a:lnTo>
                    <a:pt x="3425056" y="2394882"/>
                  </a:lnTo>
                  <a:lnTo>
                    <a:pt x="3416918" y="2399579"/>
                  </a:lnTo>
                  <a:close/>
                </a:path>
                <a:path w="6684644" h="7015480">
                  <a:moveTo>
                    <a:pt x="3342217" y="2269017"/>
                  </a:moveTo>
                  <a:lnTo>
                    <a:pt x="3338100" y="2261891"/>
                  </a:lnTo>
                  <a:lnTo>
                    <a:pt x="3345226" y="2257781"/>
                  </a:lnTo>
                  <a:lnTo>
                    <a:pt x="3349342" y="2264906"/>
                  </a:lnTo>
                  <a:lnTo>
                    <a:pt x="3342217" y="2269017"/>
                  </a:lnTo>
                  <a:close/>
                </a:path>
                <a:path w="6684644" h="7015480">
                  <a:moveTo>
                    <a:pt x="3267622" y="2138058"/>
                  </a:moveTo>
                  <a:lnTo>
                    <a:pt x="3264388" y="2132455"/>
                  </a:lnTo>
                  <a:lnTo>
                    <a:pt x="3269985" y="2129227"/>
                  </a:lnTo>
                  <a:lnTo>
                    <a:pt x="3273219" y="2134824"/>
                  </a:lnTo>
                  <a:lnTo>
                    <a:pt x="3267622" y="2138058"/>
                  </a:lnTo>
                  <a:close/>
                </a:path>
                <a:path w="6684644" h="7015480">
                  <a:moveTo>
                    <a:pt x="3192920" y="2007496"/>
                  </a:moveTo>
                  <a:lnTo>
                    <a:pt x="3190272" y="2002911"/>
                  </a:lnTo>
                  <a:lnTo>
                    <a:pt x="3194857" y="2000270"/>
                  </a:lnTo>
                  <a:lnTo>
                    <a:pt x="3197499" y="2004848"/>
                  </a:lnTo>
                  <a:lnTo>
                    <a:pt x="3192920" y="2007496"/>
                  </a:lnTo>
                  <a:close/>
                </a:path>
                <a:path w="6684644" h="7015480">
                  <a:moveTo>
                    <a:pt x="3118218" y="1876934"/>
                  </a:moveTo>
                  <a:lnTo>
                    <a:pt x="3116157" y="1873368"/>
                  </a:lnTo>
                  <a:lnTo>
                    <a:pt x="3119722" y="1871307"/>
                  </a:lnTo>
                  <a:lnTo>
                    <a:pt x="3121784" y="1874873"/>
                  </a:lnTo>
                  <a:lnTo>
                    <a:pt x="3118218" y="1876934"/>
                  </a:lnTo>
                  <a:close/>
                </a:path>
                <a:path w="6684644" h="7015480">
                  <a:moveTo>
                    <a:pt x="3043511" y="1746372"/>
                  </a:moveTo>
                  <a:lnTo>
                    <a:pt x="3042041" y="1743825"/>
                  </a:lnTo>
                  <a:lnTo>
                    <a:pt x="3044588" y="1742356"/>
                  </a:lnTo>
                  <a:lnTo>
                    <a:pt x="3046057" y="1744903"/>
                  </a:lnTo>
                  <a:lnTo>
                    <a:pt x="3043511" y="1746372"/>
                  </a:lnTo>
                  <a:close/>
                </a:path>
                <a:path w="6684644" h="7015480">
                  <a:moveTo>
                    <a:pt x="2968815" y="1615804"/>
                  </a:moveTo>
                  <a:lnTo>
                    <a:pt x="2967932" y="1614276"/>
                  </a:lnTo>
                  <a:lnTo>
                    <a:pt x="2969455" y="1613393"/>
                  </a:lnTo>
                  <a:lnTo>
                    <a:pt x="2970337" y="1614927"/>
                  </a:lnTo>
                  <a:lnTo>
                    <a:pt x="2968815" y="1615804"/>
                  </a:lnTo>
                  <a:close/>
                </a:path>
                <a:path w="6684644" h="7015480">
                  <a:moveTo>
                    <a:pt x="3770457" y="2717559"/>
                  </a:moveTo>
                  <a:lnTo>
                    <a:pt x="3763112" y="2704836"/>
                  </a:lnTo>
                  <a:lnTo>
                    <a:pt x="3775835" y="2697491"/>
                  </a:lnTo>
                  <a:lnTo>
                    <a:pt x="3783180" y="2710214"/>
                  </a:lnTo>
                  <a:lnTo>
                    <a:pt x="3770457" y="2717559"/>
                  </a:lnTo>
                  <a:close/>
                </a:path>
                <a:path w="6684644" h="7015480">
                  <a:moveTo>
                    <a:pt x="3695862" y="2586594"/>
                  </a:moveTo>
                  <a:lnTo>
                    <a:pt x="3689399" y="2575399"/>
                  </a:lnTo>
                  <a:lnTo>
                    <a:pt x="3700594" y="2568937"/>
                  </a:lnTo>
                  <a:lnTo>
                    <a:pt x="3707056" y="2580132"/>
                  </a:lnTo>
                  <a:lnTo>
                    <a:pt x="3695862" y="2586594"/>
                  </a:lnTo>
                  <a:close/>
                </a:path>
                <a:path w="6684644" h="7015480">
                  <a:moveTo>
                    <a:pt x="3621373" y="2455232"/>
                  </a:moveTo>
                  <a:lnTo>
                    <a:pt x="3616084" y="2446069"/>
                  </a:lnTo>
                  <a:lnTo>
                    <a:pt x="3625247" y="2440780"/>
                  </a:lnTo>
                  <a:lnTo>
                    <a:pt x="3630536" y="2449943"/>
                  </a:lnTo>
                  <a:lnTo>
                    <a:pt x="3621373" y="2455232"/>
                  </a:lnTo>
                  <a:close/>
                </a:path>
                <a:path w="6684644" h="7015480">
                  <a:moveTo>
                    <a:pt x="3546671" y="2324665"/>
                  </a:moveTo>
                  <a:lnTo>
                    <a:pt x="3541968" y="2316526"/>
                  </a:lnTo>
                  <a:lnTo>
                    <a:pt x="3550118" y="2311823"/>
                  </a:lnTo>
                  <a:lnTo>
                    <a:pt x="3554815" y="2319962"/>
                  </a:lnTo>
                  <a:lnTo>
                    <a:pt x="3546671" y="2324665"/>
                  </a:lnTo>
                  <a:close/>
                </a:path>
                <a:path w="6684644" h="7015480">
                  <a:moveTo>
                    <a:pt x="3471976" y="2194102"/>
                  </a:moveTo>
                  <a:lnTo>
                    <a:pt x="3467859" y="2186977"/>
                  </a:lnTo>
                  <a:lnTo>
                    <a:pt x="3474985" y="2182861"/>
                  </a:lnTo>
                  <a:lnTo>
                    <a:pt x="3479095" y="2189986"/>
                  </a:lnTo>
                  <a:lnTo>
                    <a:pt x="3471976" y="2194102"/>
                  </a:lnTo>
                  <a:close/>
                </a:path>
                <a:path w="6684644" h="7015480">
                  <a:moveTo>
                    <a:pt x="3397268" y="2063540"/>
                  </a:moveTo>
                  <a:lnTo>
                    <a:pt x="3393744" y="2057434"/>
                  </a:lnTo>
                  <a:lnTo>
                    <a:pt x="3399850" y="2053909"/>
                  </a:lnTo>
                  <a:lnTo>
                    <a:pt x="3403375" y="2060016"/>
                  </a:lnTo>
                  <a:lnTo>
                    <a:pt x="3397268" y="2063540"/>
                  </a:lnTo>
                  <a:close/>
                </a:path>
                <a:path w="6684644" h="7015480">
                  <a:moveTo>
                    <a:pt x="3322679" y="1932576"/>
                  </a:moveTo>
                  <a:lnTo>
                    <a:pt x="3320032" y="1927997"/>
                  </a:lnTo>
                  <a:lnTo>
                    <a:pt x="3324616" y="1925350"/>
                  </a:lnTo>
                  <a:lnTo>
                    <a:pt x="3327258" y="1929934"/>
                  </a:lnTo>
                  <a:lnTo>
                    <a:pt x="3322679" y="1932576"/>
                  </a:lnTo>
                  <a:close/>
                </a:path>
                <a:path w="6684644" h="7015480">
                  <a:moveTo>
                    <a:pt x="3247978" y="1802014"/>
                  </a:moveTo>
                  <a:lnTo>
                    <a:pt x="3245916" y="1798448"/>
                  </a:lnTo>
                  <a:lnTo>
                    <a:pt x="3249476" y="1796393"/>
                  </a:lnTo>
                  <a:lnTo>
                    <a:pt x="3251537" y="1799958"/>
                  </a:lnTo>
                  <a:lnTo>
                    <a:pt x="3247978" y="1802014"/>
                  </a:lnTo>
                  <a:close/>
                </a:path>
                <a:path w="6684644" h="7015480">
                  <a:moveTo>
                    <a:pt x="3173270" y="1671452"/>
                  </a:moveTo>
                  <a:lnTo>
                    <a:pt x="3171801" y="1668911"/>
                  </a:lnTo>
                  <a:lnTo>
                    <a:pt x="3174348" y="1667442"/>
                  </a:lnTo>
                  <a:lnTo>
                    <a:pt x="3175817" y="1669983"/>
                  </a:lnTo>
                  <a:lnTo>
                    <a:pt x="3173270" y="1671452"/>
                  </a:lnTo>
                  <a:close/>
                </a:path>
                <a:path w="6684644" h="7015480">
                  <a:moveTo>
                    <a:pt x="3098569" y="1540890"/>
                  </a:moveTo>
                  <a:lnTo>
                    <a:pt x="3097686" y="1539361"/>
                  </a:lnTo>
                  <a:lnTo>
                    <a:pt x="3099214" y="1538479"/>
                  </a:lnTo>
                  <a:lnTo>
                    <a:pt x="3100097" y="1540007"/>
                  </a:lnTo>
                  <a:lnTo>
                    <a:pt x="3098569" y="1540890"/>
                  </a:lnTo>
                  <a:close/>
                </a:path>
                <a:path w="6684644" h="7015480">
                  <a:moveTo>
                    <a:pt x="3825623" y="2511674"/>
                  </a:moveTo>
                  <a:lnTo>
                    <a:pt x="3819161" y="2500486"/>
                  </a:lnTo>
                  <a:lnTo>
                    <a:pt x="3830355" y="2494024"/>
                  </a:lnTo>
                  <a:lnTo>
                    <a:pt x="3836818" y="2505212"/>
                  </a:lnTo>
                  <a:lnTo>
                    <a:pt x="3825623" y="2511674"/>
                  </a:lnTo>
                  <a:close/>
                </a:path>
                <a:path w="6684644" h="7015480">
                  <a:moveTo>
                    <a:pt x="3751028" y="2380716"/>
                  </a:moveTo>
                  <a:lnTo>
                    <a:pt x="3745442" y="2371049"/>
                  </a:lnTo>
                  <a:lnTo>
                    <a:pt x="3755115" y="2365464"/>
                  </a:lnTo>
                  <a:lnTo>
                    <a:pt x="3760694" y="2375136"/>
                  </a:lnTo>
                  <a:lnTo>
                    <a:pt x="3751028" y="2380716"/>
                  </a:lnTo>
                  <a:close/>
                </a:path>
                <a:path w="6684644" h="7015480">
                  <a:moveTo>
                    <a:pt x="3676326" y="2250154"/>
                  </a:moveTo>
                  <a:lnTo>
                    <a:pt x="3671333" y="2241500"/>
                  </a:lnTo>
                  <a:lnTo>
                    <a:pt x="3679980" y="2236507"/>
                  </a:lnTo>
                  <a:lnTo>
                    <a:pt x="3684973" y="2245160"/>
                  </a:lnTo>
                  <a:lnTo>
                    <a:pt x="3676326" y="2250154"/>
                  </a:lnTo>
                  <a:close/>
                </a:path>
                <a:path w="6684644" h="7015480">
                  <a:moveTo>
                    <a:pt x="3601624" y="2119591"/>
                  </a:moveTo>
                  <a:lnTo>
                    <a:pt x="3597217" y="2111957"/>
                  </a:lnTo>
                  <a:lnTo>
                    <a:pt x="3604852" y="2107550"/>
                  </a:lnTo>
                  <a:lnTo>
                    <a:pt x="3609259" y="2115185"/>
                  </a:lnTo>
                  <a:lnTo>
                    <a:pt x="3601624" y="2119591"/>
                  </a:lnTo>
                  <a:close/>
                </a:path>
                <a:path w="6684644" h="7015480">
                  <a:moveTo>
                    <a:pt x="3527029" y="1988621"/>
                  </a:moveTo>
                  <a:lnTo>
                    <a:pt x="3523505" y="1982520"/>
                  </a:lnTo>
                  <a:lnTo>
                    <a:pt x="3529611" y="1978996"/>
                  </a:lnTo>
                  <a:lnTo>
                    <a:pt x="3533135" y="1985096"/>
                  </a:lnTo>
                  <a:lnTo>
                    <a:pt x="3527029" y="1988621"/>
                  </a:lnTo>
                  <a:close/>
                </a:path>
                <a:path w="6684644" h="7015480">
                  <a:moveTo>
                    <a:pt x="3452327" y="1858059"/>
                  </a:moveTo>
                  <a:lnTo>
                    <a:pt x="3449389" y="1852971"/>
                  </a:lnTo>
                  <a:lnTo>
                    <a:pt x="3454477" y="1850033"/>
                  </a:lnTo>
                  <a:lnTo>
                    <a:pt x="3457415" y="1855121"/>
                  </a:lnTo>
                  <a:lnTo>
                    <a:pt x="3452327" y="1858059"/>
                  </a:lnTo>
                  <a:close/>
                </a:path>
                <a:path w="6684644" h="7015480">
                  <a:moveTo>
                    <a:pt x="3377626" y="1727497"/>
                  </a:moveTo>
                  <a:lnTo>
                    <a:pt x="3375274" y="1723427"/>
                  </a:lnTo>
                  <a:lnTo>
                    <a:pt x="3379349" y="1721076"/>
                  </a:lnTo>
                  <a:lnTo>
                    <a:pt x="3381695" y="1725145"/>
                  </a:lnTo>
                  <a:lnTo>
                    <a:pt x="3377626" y="1727497"/>
                  </a:lnTo>
                  <a:close/>
                </a:path>
                <a:path w="6684644" h="7015480">
                  <a:moveTo>
                    <a:pt x="3302919" y="1596934"/>
                  </a:moveTo>
                  <a:lnTo>
                    <a:pt x="3301159" y="1593884"/>
                  </a:lnTo>
                  <a:lnTo>
                    <a:pt x="3304210" y="1592119"/>
                  </a:lnTo>
                  <a:lnTo>
                    <a:pt x="3305975" y="1595175"/>
                  </a:lnTo>
                  <a:lnTo>
                    <a:pt x="3302919" y="1596934"/>
                  </a:lnTo>
                  <a:close/>
                </a:path>
                <a:path w="6684644" h="7015480">
                  <a:moveTo>
                    <a:pt x="3228216" y="1466372"/>
                  </a:moveTo>
                  <a:lnTo>
                    <a:pt x="3227043" y="1464341"/>
                  </a:lnTo>
                  <a:lnTo>
                    <a:pt x="3229081" y="1463168"/>
                  </a:lnTo>
                  <a:lnTo>
                    <a:pt x="3230254" y="1465194"/>
                  </a:lnTo>
                  <a:lnTo>
                    <a:pt x="3228216" y="1466372"/>
                  </a:lnTo>
                  <a:close/>
                </a:path>
                <a:path w="6684644" h="7015480">
                  <a:moveTo>
                    <a:pt x="3806082" y="2175239"/>
                  </a:moveTo>
                  <a:lnTo>
                    <a:pt x="3801089" y="2166585"/>
                  </a:lnTo>
                  <a:lnTo>
                    <a:pt x="3809743" y="2161586"/>
                  </a:lnTo>
                  <a:lnTo>
                    <a:pt x="3814736" y="2170240"/>
                  </a:lnTo>
                  <a:lnTo>
                    <a:pt x="3806082" y="2175239"/>
                  </a:lnTo>
                  <a:close/>
                </a:path>
                <a:path w="6684644" h="7015480">
                  <a:moveTo>
                    <a:pt x="3731386" y="2044671"/>
                  </a:moveTo>
                  <a:lnTo>
                    <a:pt x="3726979" y="2037042"/>
                  </a:lnTo>
                  <a:lnTo>
                    <a:pt x="3734614" y="2032636"/>
                  </a:lnTo>
                  <a:lnTo>
                    <a:pt x="3739021" y="2040264"/>
                  </a:lnTo>
                  <a:lnTo>
                    <a:pt x="3731386" y="2044671"/>
                  </a:lnTo>
                  <a:close/>
                </a:path>
                <a:path w="6684644" h="7015480">
                  <a:moveTo>
                    <a:pt x="3656785" y="1913706"/>
                  </a:moveTo>
                  <a:lnTo>
                    <a:pt x="3653261" y="1907606"/>
                  </a:lnTo>
                  <a:lnTo>
                    <a:pt x="3659367" y="1904076"/>
                  </a:lnTo>
                  <a:lnTo>
                    <a:pt x="3662891" y="1910182"/>
                  </a:lnTo>
                  <a:lnTo>
                    <a:pt x="3656785" y="1913706"/>
                  </a:lnTo>
                  <a:close/>
                </a:path>
                <a:path w="6684644" h="7015480">
                  <a:moveTo>
                    <a:pt x="3582089" y="1783144"/>
                  </a:moveTo>
                  <a:lnTo>
                    <a:pt x="3579151" y="1778057"/>
                  </a:lnTo>
                  <a:lnTo>
                    <a:pt x="3584239" y="1775119"/>
                  </a:lnTo>
                  <a:lnTo>
                    <a:pt x="3587177" y="1780207"/>
                  </a:lnTo>
                  <a:lnTo>
                    <a:pt x="3582089" y="1783144"/>
                  </a:lnTo>
                  <a:close/>
                </a:path>
                <a:path w="6684644" h="7015480">
                  <a:moveTo>
                    <a:pt x="3507382" y="1652582"/>
                  </a:moveTo>
                  <a:lnTo>
                    <a:pt x="3505036" y="1648513"/>
                  </a:lnTo>
                  <a:lnTo>
                    <a:pt x="3509105" y="1646162"/>
                  </a:lnTo>
                  <a:lnTo>
                    <a:pt x="3511451" y="1650231"/>
                  </a:lnTo>
                  <a:lnTo>
                    <a:pt x="3507382" y="1652582"/>
                  </a:lnTo>
                  <a:close/>
                </a:path>
                <a:path w="6684644" h="7015480">
                  <a:moveTo>
                    <a:pt x="3432680" y="1522020"/>
                  </a:moveTo>
                  <a:lnTo>
                    <a:pt x="3430921" y="1518964"/>
                  </a:lnTo>
                  <a:lnTo>
                    <a:pt x="3433972" y="1517205"/>
                  </a:lnTo>
                  <a:lnTo>
                    <a:pt x="3435731" y="1520255"/>
                  </a:lnTo>
                  <a:lnTo>
                    <a:pt x="3432680" y="1522020"/>
                  </a:lnTo>
                  <a:close/>
                </a:path>
                <a:path w="6684644" h="7015480">
                  <a:moveTo>
                    <a:pt x="3357978" y="1391452"/>
                  </a:moveTo>
                  <a:lnTo>
                    <a:pt x="3356805" y="1389427"/>
                  </a:lnTo>
                  <a:lnTo>
                    <a:pt x="3358843" y="1388248"/>
                  </a:lnTo>
                  <a:lnTo>
                    <a:pt x="3360016" y="1390280"/>
                  </a:lnTo>
                  <a:lnTo>
                    <a:pt x="3357978" y="1391452"/>
                  </a:lnTo>
                  <a:close/>
                </a:path>
                <a:path w="6684644" h="7015480">
                  <a:moveTo>
                    <a:pt x="3786439" y="1839196"/>
                  </a:moveTo>
                  <a:lnTo>
                    <a:pt x="3782619" y="1832574"/>
                  </a:lnTo>
                  <a:lnTo>
                    <a:pt x="3789235" y="1828759"/>
                  </a:lnTo>
                  <a:lnTo>
                    <a:pt x="3793055" y="1835375"/>
                  </a:lnTo>
                  <a:lnTo>
                    <a:pt x="3786439" y="1839196"/>
                  </a:lnTo>
                  <a:close/>
                </a:path>
                <a:path w="6684644" h="7015480">
                  <a:moveTo>
                    <a:pt x="3711844" y="1708231"/>
                  </a:moveTo>
                  <a:lnTo>
                    <a:pt x="3708906" y="1703143"/>
                  </a:lnTo>
                  <a:lnTo>
                    <a:pt x="3713994" y="1700205"/>
                  </a:lnTo>
                  <a:lnTo>
                    <a:pt x="3716932" y="1705293"/>
                  </a:lnTo>
                  <a:lnTo>
                    <a:pt x="3711844" y="1708231"/>
                  </a:lnTo>
                  <a:close/>
                </a:path>
                <a:path w="6684644" h="7015480">
                  <a:moveTo>
                    <a:pt x="3637142" y="1577663"/>
                  </a:moveTo>
                  <a:lnTo>
                    <a:pt x="3634797" y="1573594"/>
                  </a:lnTo>
                  <a:lnTo>
                    <a:pt x="3638866" y="1571248"/>
                  </a:lnTo>
                  <a:lnTo>
                    <a:pt x="3641211" y="1575318"/>
                  </a:lnTo>
                  <a:lnTo>
                    <a:pt x="3637142" y="1577663"/>
                  </a:lnTo>
                  <a:close/>
                </a:path>
                <a:path w="6684644" h="7015480">
                  <a:moveTo>
                    <a:pt x="3562441" y="1447101"/>
                  </a:moveTo>
                  <a:lnTo>
                    <a:pt x="3560675" y="1444051"/>
                  </a:lnTo>
                  <a:lnTo>
                    <a:pt x="3563732" y="1442286"/>
                  </a:lnTo>
                  <a:lnTo>
                    <a:pt x="3565491" y="1445342"/>
                  </a:lnTo>
                  <a:lnTo>
                    <a:pt x="3562441" y="1447101"/>
                  </a:lnTo>
                  <a:close/>
                </a:path>
                <a:path w="6684644" h="7015480">
                  <a:moveTo>
                    <a:pt x="3487739" y="1316539"/>
                  </a:moveTo>
                  <a:lnTo>
                    <a:pt x="3486566" y="1314507"/>
                  </a:lnTo>
                  <a:lnTo>
                    <a:pt x="3488604" y="1313335"/>
                  </a:lnTo>
                  <a:lnTo>
                    <a:pt x="3489777" y="1315360"/>
                  </a:lnTo>
                  <a:lnTo>
                    <a:pt x="3487739" y="1316539"/>
                  </a:lnTo>
                  <a:close/>
                </a:path>
                <a:path w="6684644" h="7015480">
                  <a:moveTo>
                    <a:pt x="3414056" y="1185384"/>
                  </a:moveTo>
                  <a:lnTo>
                    <a:pt x="3412690" y="1185384"/>
                  </a:lnTo>
                  <a:lnTo>
                    <a:pt x="3412445" y="1184958"/>
                  </a:lnTo>
                  <a:lnTo>
                    <a:pt x="3413810" y="1184958"/>
                  </a:lnTo>
                  <a:lnTo>
                    <a:pt x="3414056" y="1185384"/>
                  </a:lnTo>
                  <a:close/>
                </a:path>
                <a:path w="6684644" h="7015480">
                  <a:moveTo>
                    <a:pt x="3766898" y="1502749"/>
                  </a:moveTo>
                  <a:lnTo>
                    <a:pt x="3764552" y="1498679"/>
                  </a:lnTo>
                  <a:lnTo>
                    <a:pt x="3768621" y="1496328"/>
                  </a:lnTo>
                  <a:lnTo>
                    <a:pt x="3770973" y="1500397"/>
                  </a:lnTo>
                  <a:lnTo>
                    <a:pt x="3766898" y="1502749"/>
                  </a:lnTo>
                  <a:close/>
                </a:path>
                <a:path w="6684644" h="7015480">
                  <a:moveTo>
                    <a:pt x="3692201" y="1372186"/>
                  </a:moveTo>
                  <a:lnTo>
                    <a:pt x="3690436" y="1369130"/>
                  </a:lnTo>
                  <a:lnTo>
                    <a:pt x="3693493" y="1367371"/>
                  </a:lnTo>
                  <a:lnTo>
                    <a:pt x="3695252" y="1370421"/>
                  </a:lnTo>
                  <a:lnTo>
                    <a:pt x="3692201" y="1372186"/>
                  </a:lnTo>
                  <a:close/>
                </a:path>
                <a:path w="6684644" h="7015480">
                  <a:moveTo>
                    <a:pt x="3617500" y="1241619"/>
                  </a:moveTo>
                  <a:lnTo>
                    <a:pt x="3616327" y="1239593"/>
                  </a:lnTo>
                  <a:lnTo>
                    <a:pt x="3618359" y="1238414"/>
                  </a:lnTo>
                  <a:lnTo>
                    <a:pt x="3619532" y="1240446"/>
                  </a:lnTo>
                  <a:lnTo>
                    <a:pt x="3617500" y="1241619"/>
                  </a:lnTo>
                  <a:close/>
                </a:path>
                <a:path w="6684644" h="7015480">
                  <a:moveTo>
                    <a:pt x="3543811" y="1110470"/>
                  </a:moveTo>
                  <a:lnTo>
                    <a:pt x="3542453" y="1110470"/>
                  </a:lnTo>
                  <a:lnTo>
                    <a:pt x="3542206" y="1110044"/>
                  </a:lnTo>
                  <a:lnTo>
                    <a:pt x="3543564" y="1110044"/>
                  </a:lnTo>
                  <a:lnTo>
                    <a:pt x="3543811" y="1110470"/>
                  </a:lnTo>
                  <a:close/>
                </a:path>
                <a:path w="6684644" h="7015480">
                  <a:moveTo>
                    <a:pt x="3896658" y="1427835"/>
                  </a:moveTo>
                  <a:lnTo>
                    <a:pt x="3894313" y="1423765"/>
                  </a:lnTo>
                  <a:lnTo>
                    <a:pt x="3898382" y="1421414"/>
                  </a:lnTo>
                  <a:lnTo>
                    <a:pt x="3900733" y="1425483"/>
                  </a:lnTo>
                  <a:lnTo>
                    <a:pt x="3896658" y="1427835"/>
                  </a:lnTo>
                  <a:close/>
                </a:path>
                <a:path w="6684644" h="7015480">
                  <a:moveTo>
                    <a:pt x="3821957" y="1297273"/>
                  </a:moveTo>
                  <a:lnTo>
                    <a:pt x="3820191" y="1294216"/>
                  </a:lnTo>
                  <a:lnTo>
                    <a:pt x="3823248" y="1292451"/>
                  </a:lnTo>
                  <a:lnTo>
                    <a:pt x="3825013" y="1295508"/>
                  </a:lnTo>
                  <a:lnTo>
                    <a:pt x="3821957" y="1297273"/>
                  </a:lnTo>
                  <a:close/>
                </a:path>
                <a:path w="6684644" h="7015480">
                  <a:moveTo>
                    <a:pt x="3747255" y="1166705"/>
                  </a:moveTo>
                  <a:lnTo>
                    <a:pt x="3746082" y="1164673"/>
                  </a:lnTo>
                  <a:lnTo>
                    <a:pt x="3748113" y="1163500"/>
                  </a:lnTo>
                  <a:lnTo>
                    <a:pt x="3749286" y="1165532"/>
                  </a:lnTo>
                  <a:lnTo>
                    <a:pt x="3747255" y="1166705"/>
                  </a:lnTo>
                  <a:close/>
                </a:path>
                <a:path w="6684644" h="7015480">
                  <a:moveTo>
                    <a:pt x="3673572" y="1035556"/>
                  </a:moveTo>
                  <a:lnTo>
                    <a:pt x="3672216" y="1035556"/>
                  </a:lnTo>
                  <a:lnTo>
                    <a:pt x="3671967" y="1035124"/>
                  </a:lnTo>
                  <a:lnTo>
                    <a:pt x="3673323" y="1035124"/>
                  </a:lnTo>
                  <a:lnTo>
                    <a:pt x="3673572" y="1035556"/>
                  </a:lnTo>
                  <a:close/>
                </a:path>
                <a:path w="6684644" h="7015480">
                  <a:moveTo>
                    <a:pt x="4026419" y="1352914"/>
                  </a:moveTo>
                  <a:lnTo>
                    <a:pt x="4024068" y="1348845"/>
                  </a:lnTo>
                  <a:lnTo>
                    <a:pt x="4028143" y="1346493"/>
                  </a:lnTo>
                  <a:lnTo>
                    <a:pt x="4030494" y="1350562"/>
                  </a:lnTo>
                  <a:lnTo>
                    <a:pt x="4026419" y="1352914"/>
                  </a:lnTo>
                  <a:close/>
                </a:path>
                <a:path w="6684644" h="7015480">
                  <a:moveTo>
                    <a:pt x="3951718" y="1222352"/>
                  </a:moveTo>
                  <a:lnTo>
                    <a:pt x="3949952" y="1219301"/>
                  </a:lnTo>
                  <a:lnTo>
                    <a:pt x="3953003" y="1217536"/>
                  </a:lnTo>
                  <a:lnTo>
                    <a:pt x="3954768" y="1220593"/>
                  </a:lnTo>
                  <a:lnTo>
                    <a:pt x="3951718" y="1222352"/>
                  </a:lnTo>
                  <a:close/>
                </a:path>
                <a:path w="6684644" h="7015480">
                  <a:moveTo>
                    <a:pt x="3877010" y="1091790"/>
                  </a:moveTo>
                  <a:lnTo>
                    <a:pt x="3875837" y="1089758"/>
                  </a:lnTo>
                  <a:lnTo>
                    <a:pt x="3877875" y="1088585"/>
                  </a:lnTo>
                  <a:lnTo>
                    <a:pt x="3879048" y="1090611"/>
                  </a:lnTo>
                  <a:lnTo>
                    <a:pt x="3877010" y="1091790"/>
                  </a:lnTo>
                  <a:close/>
                </a:path>
                <a:path w="6684644" h="7015480">
                  <a:moveTo>
                    <a:pt x="3803327" y="960635"/>
                  </a:moveTo>
                  <a:lnTo>
                    <a:pt x="3801974" y="960635"/>
                  </a:lnTo>
                  <a:lnTo>
                    <a:pt x="3801727" y="960209"/>
                  </a:lnTo>
                  <a:lnTo>
                    <a:pt x="3803080" y="960209"/>
                  </a:lnTo>
                  <a:lnTo>
                    <a:pt x="3803327" y="960635"/>
                  </a:lnTo>
                  <a:close/>
                </a:path>
                <a:path w="6684644" h="7015480">
                  <a:moveTo>
                    <a:pt x="4230876" y="1408561"/>
                  </a:moveTo>
                  <a:lnTo>
                    <a:pt x="4227938" y="1403473"/>
                  </a:lnTo>
                  <a:lnTo>
                    <a:pt x="4233026" y="1400535"/>
                  </a:lnTo>
                  <a:lnTo>
                    <a:pt x="4235963" y="1405623"/>
                  </a:lnTo>
                  <a:lnTo>
                    <a:pt x="4230876" y="1408561"/>
                  </a:lnTo>
                  <a:close/>
                </a:path>
                <a:path w="6684644" h="7015480">
                  <a:moveTo>
                    <a:pt x="4156180" y="1277999"/>
                  </a:moveTo>
                  <a:lnTo>
                    <a:pt x="4153828" y="1273930"/>
                  </a:lnTo>
                  <a:lnTo>
                    <a:pt x="4157898" y="1271578"/>
                  </a:lnTo>
                  <a:lnTo>
                    <a:pt x="4160249" y="1275647"/>
                  </a:lnTo>
                  <a:lnTo>
                    <a:pt x="4156180" y="1277999"/>
                  </a:lnTo>
                  <a:close/>
                </a:path>
                <a:path w="6684644" h="7015480">
                  <a:moveTo>
                    <a:pt x="4081473" y="1147437"/>
                  </a:moveTo>
                  <a:lnTo>
                    <a:pt x="4079713" y="1144380"/>
                  </a:lnTo>
                  <a:lnTo>
                    <a:pt x="4082764" y="1142621"/>
                  </a:lnTo>
                  <a:lnTo>
                    <a:pt x="4084529" y="1145672"/>
                  </a:lnTo>
                  <a:lnTo>
                    <a:pt x="4081473" y="1147437"/>
                  </a:lnTo>
                  <a:close/>
                </a:path>
                <a:path w="6684644" h="7015480">
                  <a:moveTo>
                    <a:pt x="4006771" y="1016869"/>
                  </a:moveTo>
                  <a:lnTo>
                    <a:pt x="4005598" y="1014843"/>
                  </a:lnTo>
                  <a:lnTo>
                    <a:pt x="4007635" y="1013664"/>
                  </a:lnTo>
                  <a:lnTo>
                    <a:pt x="4008808" y="1015696"/>
                  </a:lnTo>
                  <a:lnTo>
                    <a:pt x="4006771" y="1016869"/>
                  </a:lnTo>
                  <a:close/>
                </a:path>
                <a:path w="6684644" h="7015480">
                  <a:moveTo>
                    <a:pt x="3933088" y="885721"/>
                  </a:moveTo>
                  <a:lnTo>
                    <a:pt x="3931729" y="885721"/>
                  </a:lnTo>
                  <a:lnTo>
                    <a:pt x="3931482" y="885294"/>
                  </a:lnTo>
                  <a:lnTo>
                    <a:pt x="3932842" y="885294"/>
                  </a:lnTo>
                  <a:lnTo>
                    <a:pt x="3933088" y="885721"/>
                  </a:lnTo>
                  <a:close/>
                </a:path>
                <a:path w="6684644" h="7015480">
                  <a:moveTo>
                    <a:pt x="4360637" y="1333647"/>
                  </a:moveTo>
                  <a:lnTo>
                    <a:pt x="4357699" y="1328559"/>
                  </a:lnTo>
                  <a:lnTo>
                    <a:pt x="4362787" y="1325621"/>
                  </a:lnTo>
                  <a:lnTo>
                    <a:pt x="4365725" y="1330709"/>
                  </a:lnTo>
                  <a:lnTo>
                    <a:pt x="4360637" y="1333647"/>
                  </a:lnTo>
                  <a:close/>
                </a:path>
                <a:path w="6684644" h="7015480">
                  <a:moveTo>
                    <a:pt x="4285935" y="1203085"/>
                  </a:moveTo>
                  <a:lnTo>
                    <a:pt x="4283584" y="1199015"/>
                  </a:lnTo>
                  <a:lnTo>
                    <a:pt x="4287659" y="1196664"/>
                  </a:lnTo>
                  <a:lnTo>
                    <a:pt x="4290004" y="1200733"/>
                  </a:lnTo>
                  <a:lnTo>
                    <a:pt x="4285935" y="1203085"/>
                  </a:lnTo>
                  <a:close/>
                </a:path>
                <a:path w="6684644" h="7015480">
                  <a:moveTo>
                    <a:pt x="4211234" y="1072517"/>
                  </a:moveTo>
                  <a:lnTo>
                    <a:pt x="4209475" y="1069467"/>
                  </a:lnTo>
                  <a:lnTo>
                    <a:pt x="4212525" y="1067701"/>
                  </a:lnTo>
                  <a:lnTo>
                    <a:pt x="4214290" y="1070758"/>
                  </a:lnTo>
                  <a:lnTo>
                    <a:pt x="4211234" y="1072517"/>
                  </a:lnTo>
                  <a:close/>
                </a:path>
                <a:path w="6684644" h="7015480">
                  <a:moveTo>
                    <a:pt x="4136532" y="941955"/>
                  </a:moveTo>
                  <a:lnTo>
                    <a:pt x="4135359" y="939923"/>
                  </a:lnTo>
                  <a:lnTo>
                    <a:pt x="4137397" y="938750"/>
                  </a:lnTo>
                  <a:lnTo>
                    <a:pt x="4138570" y="940776"/>
                  </a:lnTo>
                  <a:lnTo>
                    <a:pt x="4136532" y="941955"/>
                  </a:lnTo>
                  <a:close/>
                </a:path>
                <a:path w="6684644" h="7015480">
                  <a:moveTo>
                    <a:pt x="4062843" y="810806"/>
                  </a:moveTo>
                  <a:lnTo>
                    <a:pt x="4061493" y="810806"/>
                  </a:lnTo>
                  <a:lnTo>
                    <a:pt x="4061244" y="810374"/>
                  </a:lnTo>
                  <a:lnTo>
                    <a:pt x="4062594" y="810374"/>
                  </a:lnTo>
                  <a:lnTo>
                    <a:pt x="4062843" y="810806"/>
                  </a:lnTo>
                  <a:close/>
                </a:path>
                <a:path w="6684644" h="7015480">
                  <a:moveTo>
                    <a:pt x="4564993" y="1389697"/>
                  </a:moveTo>
                  <a:lnTo>
                    <a:pt x="4561173" y="1383074"/>
                  </a:lnTo>
                  <a:lnTo>
                    <a:pt x="4567789" y="1379254"/>
                  </a:lnTo>
                  <a:lnTo>
                    <a:pt x="4571609" y="1385876"/>
                  </a:lnTo>
                  <a:lnTo>
                    <a:pt x="4564993" y="1389697"/>
                  </a:lnTo>
                  <a:close/>
                </a:path>
                <a:path w="6684644" h="7015480">
                  <a:moveTo>
                    <a:pt x="4490398" y="1258726"/>
                  </a:moveTo>
                  <a:lnTo>
                    <a:pt x="4487460" y="1253638"/>
                  </a:lnTo>
                  <a:lnTo>
                    <a:pt x="4492548" y="1250700"/>
                  </a:lnTo>
                  <a:lnTo>
                    <a:pt x="4495486" y="1255788"/>
                  </a:lnTo>
                  <a:lnTo>
                    <a:pt x="4490398" y="1258726"/>
                  </a:lnTo>
                  <a:close/>
                </a:path>
                <a:path w="6684644" h="7015480">
                  <a:moveTo>
                    <a:pt x="4415696" y="1128164"/>
                  </a:moveTo>
                  <a:lnTo>
                    <a:pt x="4413345" y="1124095"/>
                  </a:lnTo>
                  <a:lnTo>
                    <a:pt x="4417420" y="1121743"/>
                  </a:lnTo>
                  <a:lnTo>
                    <a:pt x="4419766" y="1125812"/>
                  </a:lnTo>
                  <a:lnTo>
                    <a:pt x="4415696" y="1128164"/>
                  </a:lnTo>
                  <a:close/>
                </a:path>
                <a:path w="6684644" h="7015480">
                  <a:moveTo>
                    <a:pt x="4340989" y="997602"/>
                  </a:moveTo>
                  <a:lnTo>
                    <a:pt x="4339230" y="994551"/>
                  </a:lnTo>
                  <a:lnTo>
                    <a:pt x="4342286" y="992786"/>
                  </a:lnTo>
                  <a:lnTo>
                    <a:pt x="4344045" y="995837"/>
                  </a:lnTo>
                  <a:lnTo>
                    <a:pt x="4340989" y="997602"/>
                  </a:lnTo>
                  <a:close/>
                </a:path>
                <a:path w="6684644" h="7015480">
                  <a:moveTo>
                    <a:pt x="4266293" y="867034"/>
                  </a:moveTo>
                  <a:lnTo>
                    <a:pt x="4265120" y="865008"/>
                  </a:lnTo>
                  <a:lnTo>
                    <a:pt x="4267151" y="863835"/>
                  </a:lnTo>
                  <a:lnTo>
                    <a:pt x="4268324" y="865861"/>
                  </a:lnTo>
                  <a:lnTo>
                    <a:pt x="4266293" y="867034"/>
                  </a:lnTo>
                  <a:close/>
                </a:path>
                <a:path w="6684644" h="7015480">
                  <a:moveTo>
                    <a:pt x="4192604" y="735885"/>
                  </a:moveTo>
                  <a:lnTo>
                    <a:pt x="4191252" y="735885"/>
                  </a:lnTo>
                  <a:lnTo>
                    <a:pt x="4191005" y="735459"/>
                  </a:lnTo>
                  <a:lnTo>
                    <a:pt x="4192357" y="735459"/>
                  </a:lnTo>
                  <a:lnTo>
                    <a:pt x="4192604" y="735885"/>
                  </a:lnTo>
                  <a:close/>
                </a:path>
                <a:path w="6684644" h="7015480">
                  <a:moveTo>
                    <a:pt x="4769455" y="1445338"/>
                  </a:moveTo>
                  <a:lnTo>
                    <a:pt x="4765048" y="1437709"/>
                  </a:lnTo>
                  <a:lnTo>
                    <a:pt x="4772683" y="1433303"/>
                  </a:lnTo>
                  <a:lnTo>
                    <a:pt x="4777090" y="1440932"/>
                  </a:lnTo>
                  <a:lnTo>
                    <a:pt x="4769455" y="1445338"/>
                  </a:lnTo>
                  <a:close/>
                </a:path>
                <a:path w="6684644" h="7015480">
                  <a:moveTo>
                    <a:pt x="4694753" y="1314776"/>
                  </a:moveTo>
                  <a:lnTo>
                    <a:pt x="4690933" y="1308160"/>
                  </a:lnTo>
                  <a:lnTo>
                    <a:pt x="4697549" y="1304340"/>
                  </a:lnTo>
                  <a:lnTo>
                    <a:pt x="4701369" y="1310956"/>
                  </a:lnTo>
                  <a:lnTo>
                    <a:pt x="4694753" y="1314776"/>
                  </a:lnTo>
                  <a:close/>
                </a:path>
                <a:path w="6684644" h="7015480">
                  <a:moveTo>
                    <a:pt x="4620158" y="1183812"/>
                  </a:moveTo>
                  <a:lnTo>
                    <a:pt x="4617220" y="1178724"/>
                  </a:lnTo>
                  <a:lnTo>
                    <a:pt x="4622308" y="1175786"/>
                  </a:lnTo>
                  <a:lnTo>
                    <a:pt x="4625246" y="1180874"/>
                  </a:lnTo>
                  <a:lnTo>
                    <a:pt x="4620158" y="1183812"/>
                  </a:lnTo>
                  <a:close/>
                </a:path>
                <a:path w="6684644" h="7015480">
                  <a:moveTo>
                    <a:pt x="4545451" y="1053250"/>
                  </a:moveTo>
                  <a:lnTo>
                    <a:pt x="4543105" y="1049180"/>
                  </a:lnTo>
                  <a:lnTo>
                    <a:pt x="4547180" y="1046829"/>
                  </a:lnTo>
                  <a:lnTo>
                    <a:pt x="4549526" y="1050898"/>
                  </a:lnTo>
                  <a:lnTo>
                    <a:pt x="4545451" y="1053250"/>
                  </a:lnTo>
                  <a:close/>
                </a:path>
                <a:path w="6684644" h="7015480">
                  <a:moveTo>
                    <a:pt x="4470749" y="922687"/>
                  </a:moveTo>
                  <a:lnTo>
                    <a:pt x="4468990" y="919631"/>
                  </a:lnTo>
                  <a:lnTo>
                    <a:pt x="4472041" y="917872"/>
                  </a:lnTo>
                  <a:lnTo>
                    <a:pt x="4473800" y="920922"/>
                  </a:lnTo>
                  <a:lnTo>
                    <a:pt x="4470749" y="922687"/>
                  </a:lnTo>
                  <a:close/>
                </a:path>
                <a:path w="6684644" h="7015480">
                  <a:moveTo>
                    <a:pt x="4396047" y="792120"/>
                  </a:moveTo>
                  <a:lnTo>
                    <a:pt x="4394874" y="790094"/>
                  </a:lnTo>
                  <a:lnTo>
                    <a:pt x="4396912" y="788915"/>
                  </a:lnTo>
                  <a:lnTo>
                    <a:pt x="4398085" y="790947"/>
                  </a:lnTo>
                  <a:lnTo>
                    <a:pt x="4396047" y="792120"/>
                  </a:lnTo>
                  <a:close/>
                </a:path>
                <a:path w="6684644" h="7015480">
                  <a:moveTo>
                    <a:pt x="4322364" y="660971"/>
                  </a:moveTo>
                  <a:lnTo>
                    <a:pt x="4321014" y="660971"/>
                  </a:lnTo>
                  <a:lnTo>
                    <a:pt x="4320765" y="660539"/>
                  </a:lnTo>
                  <a:lnTo>
                    <a:pt x="4322115" y="660539"/>
                  </a:lnTo>
                  <a:lnTo>
                    <a:pt x="4322364" y="660971"/>
                  </a:lnTo>
                  <a:close/>
                </a:path>
                <a:path w="6684644" h="7015480">
                  <a:moveTo>
                    <a:pt x="4899216" y="1370423"/>
                  </a:moveTo>
                  <a:lnTo>
                    <a:pt x="4894809" y="1362789"/>
                  </a:lnTo>
                  <a:lnTo>
                    <a:pt x="4902438" y="1358382"/>
                  </a:lnTo>
                  <a:lnTo>
                    <a:pt x="4906845" y="1366017"/>
                  </a:lnTo>
                  <a:lnTo>
                    <a:pt x="4899216" y="1370423"/>
                  </a:lnTo>
                  <a:close/>
                </a:path>
                <a:path w="6684644" h="7015480">
                  <a:moveTo>
                    <a:pt x="4824508" y="1239861"/>
                  </a:moveTo>
                  <a:lnTo>
                    <a:pt x="4820688" y="1233239"/>
                  </a:lnTo>
                  <a:lnTo>
                    <a:pt x="4827304" y="1229425"/>
                  </a:lnTo>
                  <a:lnTo>
                    <a:pt x="4831124" y="1236041"/>
                  </a:lnTo>
                  <a:lnTo>
                    <a:pt x="4824508" y="1239861"/>
                  </a:lnTo>
                  <a:close/>
                </a:path>
                <a:path w="6684644" h="7015480">
                  <a:moveTo>
                    <a:pt x="4749919" y="1108891"/>
                  </a:moveTo>
                  <a:lnTo>
                    <a:pt x="4746982" y="1103803"/>
                  </a:lnTo>
                  <a:lnTo>
                    <a:pt x="4752069" y="1100865"/>
                  </a:lnTo>
                  <a:lnTo>
                    <a:pt x="4755007" y="1105953"/>
                  </a:lnTo>
                  <a:lnTo>
                    <a:pt x="4749919" y="1108891"/>
                  </a:lnTo>
                  <a:close/>
                </a:path>
                <a:path w="6684644" h="7015480">
                  <a:moveTo>
                    <a:pt x="4675212" y="978329"/>
                  </a:moveTo>
                  <a:lnTo>
                    <a:pt x="4672866" y="974259"/>
                  </a:lnTo>
                  <a:lnTo>
                    <a:pt x="4676936" y="971914"/>
                  </a:lnTo>
                  <a:lnTo>
                    <a:pt x="4679281" y="975983"/>
                  </a:lnTo>
                  <a:lnTo>
                    <a:pt x="4675212" y="978329"/>
                  </a:lnTo>
                  <a:close/>
                </a:path>
                <a:path w="6684644" h="7015480">
                  <a:moveTo>
                    <a:pt x="4600511" y="847767"/>
                  </a:moveTo>
                  <a:lnTo>
                    <a:pt x="4598751" y="844716"/>
                  </a:lnTo>
                  <a:lnTo>
                    <a:pt x="4601802" y="842951"/>
                  </a:lnTo>
                  <a:lnTo>
                    <a:pt x="4603561" y="846008"/>
                  </a:lnTo>
                  <a:lnTo>
                    <a:pt x="4600511" y="847767"/>
                  </a:lnTo>
                  <a:close/>
                </a:path>
                <a:path w="6684644" h="7015480">
                  <a:moveTo>
                    <a:pt x="4525809" y="717204"/>
                  </a:moveTo>
                  <a:lnTo>
                    <a:pt x="4524636" y="715173"/>
                  </a:lnTo>
                  <a:lnTo>
                    <a:pt x="4526673" y="714000"/>
                  </a:lnTo>
                  <a:lnTo>
                    <a:pt x="4527846" y="716026"/>
                  </a:lnTo>
                  <a:lnTo>
                    <a:pt x="4525809" y="717204"/>
                  </a:lnTo>
                  <a:close/>
                </a:path>
                <a:path w="6684644" h="7015480">
                  <a:moveTo>
                    <a:pt x="4452126" y="586050"/>
                  </a:moveTo>
                  <a:lnTo>
                    <a:pt x="4450760" y="586050"/>
                  </a:lnTo>
                  <a:lnTo>
                    <a:pt x="4450515" y="585624"/>
                  </a:lnTo>
                  <a:lnTo>
                    <a:pt x="4451879" y="585624"/>
                  </a:lnTo>
                  <a:lnTo>
                    <a:pt x="4452126" y="586050"/>
                  </a:lnTo>
                  <a:close/>
                </a:path>
                <a:path w="6684644" h="7015480">
                  <a:moveTo>
                    <a:pt x="5103672" y="1426070"/>
                  </a:moveTo>
                  <a:lnTo>
                    <a:pt x="5098679" y="1417417"/>
                  </a:lnTo>
                  <a:lnTo>
                    <a:pt x="5107327" y="1412418"/>
                  </a:lnTo>
                  <a:lnTo>
                    <a:pt x="5112326" y="1421071"/>
                  </a:lnTo>
                  <a:lnTo>
                    <a:pt x="5103672" y="1426070"/>
                  </a:lnTo>
                  <a:close/>
                </a:path>
                <a:path w="6684644" h="7015480">
                  <a:moveTo>
                    <a:pt x="5028971" y="1295508"/>
                  </a:moveTo>
                  <a:lnTo>
                    <a:pt x="5024564" y="1287873"/>
                  </a:lnTo>
                  <a:lnTo>
                    <a:pt x="5032192" y="1283466"/>
                  </a:lnTo>
                  <a:lnTo>
                    <a:pt x="5036599" y="1291101"/>
                  </a:lnTo>
                  <a:lnTo>
                    <a:pt x="5028971" y="1295508"/>
                  </a:lnTo>
                  <a:close/>
                </a:path>
                <a:path w="6684644" h="7015480">
                  <a:moveTo>
                    <a:pt x="4954376" y="1164537"/>
                  </a:moveTo>
                  <a:lnTo>
                    <a:pt x="4950851" y="1158437"/>
                  </a:lnTo>
                  <a:lnTo>
                    <a:pt x="4956958" y="1154907"/>
                  </a:lnTo>
                  <a:lnTo>
                    <a:pt x="4960482" y="1161013"/>
                  </a:lnTo>
                  <a:lnTo>
                    <a:pt x="4954376" y="1164537"/>
                  </a:lnTo>
                  <a:close/>
                </a:path>
                <a:path w="6684644" h="7015480">
                  <a:moveTo>
                    <a:pt x="4879674" y="1033975"/>
                  </a:moveTo>
                  <a:lnTo>
                    <a:pt x="4876736" y="1028887"/>
                  </a:lnTo>
                  <a:lnTo>
                    <a:pt x="4881824" y="1025950"/>
                  </a:lnTo>
                  <a:lnTo>
                    <a:pt x="4884762" y="1031037"/>
                  </a:lnTo>
                  <a:lnTo>
                    <a:pt x="4879674" y="1033975"/>
                  </a:lnTo>
                  <a:close/>
                </a:path>
                <a:path w="6684644" h="7015480">
                  <a:moveTo>
                    <a:pt x="4804966" y="903413"/>
                  </a:moveTo>
                  <a:lnTo>
                    <a:pt x="4802621" y="899344"/>
                  </a:lnTo>
                  <a:lnTo>
                    <a:pt x="4806690" y="896992"/>
                  </a:lnTo>
                  <a:lnTo>
                    <a:pt x="4809041" y="901062"/>
                  </a:lnTo>
                  <a:lnTo>
                    <a:pt x="4804966" y="903413"/>
                  </a:lnTo>
                  <a:close/>
                </a:path>
                <a:path w="6684644" h="7015480">
                  <a:moveTo>
                    <a:pt x="4730270" y="772851"/>
                  </a:moveTo>
                  <a:lnTo>
                    <a:pt x="4728505" y="769795"/>
                  </a:lnTo>
                  <a:lnTo>
                    <a:pt x="4731561" y="768035"/>
                  </a:lnTo>
                  <a:lnTo>
                    <a:pt x="4733320" y="771086"/>
                  </a:lnTo>
                  <a:lnTo>
                    <a:pt x="4730270" y="772851"/>
                  </a:lnTo>
                  <a:close/>
                </a:path>
                <a:path w="6684644" h="7015480">
                  <a:moveTo>
                    <a:pt x="4655569" y="642283"/>
                  </a:moveTo>
                  <a:lnTo>
                    <a:pt x="4654396" y="640258"/>
                  </a:lnTo>
                  <a:lnTo>
                    <a:pt x="4656427" y="639079"/>
                  </a:lnTo>
                  <a:lnTo>
                    <a:pt x="4657600" y="641111"/>
                  </a:lnTo>
                  <a:lnTo>
                    <a:pt x="4655569" y="642283"/>
                  </a:lnTo>
                  <a:close/>
                </a:path>
                <a:path w="6684644" h="7015480">
                  <a:moveTo>
                    <a:pt x="5233535" y="1350746"/>
                  </a:moveTo>
                  <a:lnTo>
                    <a:pt x="5228838" y="1342608"/>
                  </a:lnTo>
                  <a:lnTo>
                    <a:pt x="5236982" y="1337905"/>
                  </a:lnTo>
                  <a:lnTo>
                    <a:pt x="5241685" y="1346044"/>
                  </a:lnTo>
                  <a:lnTo>
                    <a:pt x="5233535" y="1350746"/>
                  </a:lnTo>
                  <a:close/>
                </a:path>
                <a:path w="6684644" h="7015480">
                  <a:moveTo>
                    <a:pt x="5158839" y="1220184"/>
                  </a:moveTo>
                  <a:lnTo>
                    <a:pt x="5154722" y="1213059"/>
                  </a:lnTo>
                  <a:lnTo>
                    <a:pt x="5161841" y="1208948"/>
                  </a:lnTo>
                  <a:lnTo>
                    <a:pt x="5165958" y="1216074"/>
                  </a:lnTo>
                  <a:lnTo>
                    <a:pt x="5158839" y="1220184"/>
                  </a:lnTo>
                  <a:close/>
                </a:path>
                <a:path w="6684644" h="7015480">
                  <a:moveTo>
                    <a:pt x="5084137" y="1089622"/>
                  </a:moveTo>
                  <a:lnTo>
                    <a:pt x="5080613" y="1083516"/>
                  </a:lnTo>
                  <a:lnTo>
                    <a:pt x="5086714" y="1079991"/>
                  </a:lnTo>
                  <a:lnTo>
                    <a:pt x="5090238" y="1086098"/>
                  </a:lnTo>
                  <a:lnTo>
                    <a:pt x="5084137" y="1089622"/>
                  </a:lnTo>
                  <a:close/>
                </a:path>
                <a:path w="6684644" h="7015480">
                  <a:moveTo>
                    <a:pt x="5009430" y="959060"/>
                  </a:moveTo>
                  <a:lnTo>
                    <a:pt x="5006492" y="953972"/>
                  </a:lnTo>
                  <a:lnTo>
                    <a:pt x="5011580" y="951035"/>
                  </a:lnTo>
                  <a:lnTo>
                    <a:pt x="5014518" y="956122"/>
                  </a:lnTo>
                  <a:lnTo>
                    <a:pt x="5009430" y="959060"/>
                  </a:lnTo>
                  <a:close/>
                </a:path>
                <a:path w="6684644" h="7015480">
                  <a:moveTo>
                    <a:pt x="4934728" y="828498"/>
                  </a:moveTo>
                  <a:lnTo>
                    <a:pt x="4932383" y="824429"/>
                  </a:lnTo>
                  <a:lnTo>
                    <a:pt x="4936452" y="822077"/>
                  </a:lnTo>
                  <a:lnTo>
                    <a:pt x="4938803" y="826147"/>
                  </a:lnTo>
                  <a:lnTo>
                    <a:pt x="4934728" y="828498"/>
                  </a:lnTo>
                  <a:close/>
                </a:path>
                <a:path w="6684644" h="7015480">
                  <a:moveTo>
                    <a:pt x="4860026" y="697936"/>
                  </a:moveTo>
                  <a:lnTo>
                    <a:pt x="4858261" y="694880"/>
                  </a:lnTo>
                  <a:lnTo>
                    <a:pt x="4861317" y="693115"/>
                  </a:lnTo>
                  <a:lnTo>
                    <a:pt x="4863083" y="696171"/>
                  </a:lnTo>
                  <a:lnTo>
                    <a:pt x="4860026" y="697936"/>
                  </a:lnTo>
                  <a:close/>
                </a:path>
                <a:path w="6684644" h="7015480">
                  <a:moveTo>
                    <a:pt x="4785325" y="567368"/>
                  </a:moveTo>
                  <a:lnTo>
                    <a:pt x="4784152" y="565337"/>
                  </a:lnTo>
                  <a:lnTo>
                    <a:pt x="4786183" y="564164"/>
                  </a:lnTo>
                  <a:lnTo>
                    <a:pt x="4787356" y="566195"/>
                  </a:lnTo>
                  <a:lnTo>
                    <a:pt x="4785325" y="567368"/>
                  </a:lnTo>
                  <a:close/>
                </a:path>
                <a:path w="6684644" h="7015480">
                  <a:moveTo>
                    <a:pt x="5437998" y="1406393"/>
                  </a:moveTo>
                  <a:lnTo>
                    <a:pt x="5432709" y="1397230"/>
                  </a:lnTo>
                  <a:lnTo>
                    <a:pt x="5441871" y="1391941"/>
                  </a:lnTo>
                  <a:lnTo>
                    <a:pt x="5447161" y="1401104"/>
                  </a:lnTo>
                  <a:lnTo>
                    <a:pt x="5437998" y="1406393"/>
                  </a:lnTo>
                  <a:close/>
                </a:path>
                <a:path w="6684644" h="7015480">
                  <a:moveTo>
                    <a:pt x="5363297" y="1275831"/>
                  </a:moveTo>
                  <a:lnTo>
                    <a:pt x="5358599" y="1267693"/>
                  </a:lnTo>
                  <a:lnTo>
                    <a:pt x="5366738" y="1262990"/>
                  </a:lnTo>
                  <a:lnTo>
                    <a:pt x="5371441" y="1271128"/>
                  </a:lnTo>
                  <a:lnTo>
                    <a:pt x="5363297" y="1275831"/>
                  </a:lnTo>
                  <a:close/>
                </a:path>
                <a:path w="6684644" h="7015480">
                  <a:moveTo>
                    <a:pt x="5288594" y="1145269"/>
                  </a:moveTo>
                  <a:lnTo>
                    <a:pt x="5284478" y="1138144"/>
                  </a:lnTo>
                  <a:lnTo>
                    <a:pt x="5291603" y="1134027"/>
                  </a:lnTo>
                  <a:lnTo>
                    <a:pt x="5295720" y="1141152"/>
                  </a:lnTo>
                  <a:lnTo>
                    <a:pt x="5288594" y="1145269"/>
                  </a:lnTo>
                  <a:close/>
                </a:path>
                <a:path w="6684644" h="7015480">
                  <a:moveTo>
                    <a:pt x="5213999" y="1014304"/>
                  </a:moveTo>
                  <a:lnTo>
                    <a:pt x="5210765" y="1008707"/>
                  </a:lnTo>
                  <a:lnTo>
                    <a:pt x="5216363" y="1005473"/>
                  </a:lnTo>
                  <a:lnTo>
                    <a:pt x="5219597" y="1011076"/>
                  </a:lnTo>
                  <a:lnTo>
                    <a:pt x="5213999" y="1014304"/>
                  </a:lnTo>
                  <a:close/>
                </a:path>
                <a:path w="6684644" h="7015480">
                  <a:moveTo>
                    <a:pt x="5139297" y="883742"/>
                  </a:moveTo>
                  <a:lnTo>
                    <a:pt x="5136656" y="879164"/>
                  </a:lnTo>
                  <a:lnTo>
                    <a:pt x="5141235" y="876516"/>
                  </a:lnTo>
                  <a:lnTo>
                    <a:pt x="5143876" y="881101"/>
                  </a:lnTo>
                  <a:lnTo>
                    <a:pt x="5139297" y="883742"/>
                  </a:lnTo>
                  <a:close/>
                </a:path>
                <a:path w="6684644" h="7015480">
                  <a:moveTo>
                    <a:pt x="5064602" y="753180"/>
                  </a:moveTo>
                  <a:lnTo>
                    <a:pt x="5062540" y="749614"/>
                  </a:lnTo>
                  <a:lnTo>
                    <a:pt x="5066100" y="747559"/>
                  </a:lnTo>
                  <a:lnTo>
                    <a:pt x="5068161" y="751125"/>
                  </a:lnTo>
                  <a:lnTo>
                    <a:pt x="5064602" y="753180"/>
                  </a:lnTo>
                  <a:close/>
                </a:path>
                <a:path w="6684644" h="7015480">
                  <a:moveTo>
                    <a:pt x="4989894" y="622618"/>
                  </a:moveTo>
                  <a:lnTo>
                    <a:pt x="4988425" y="620071"/>
                  </a:lnTo>
                  <a:lnTo>
                    <a:pt x="4990972" y="618602"/>
                  </a:lnTo>
                  <a:lnTo>
                    <a:pt x="4992441" y="621149"/>
                  </a:lnTo>
                  <a:lnTo>
                    <a:pt x="4989894" y="622618"/>
                  </a:lnTo>
                  <a:close/>
                </a:path>
                <a:path w="6684644" h="7015480">
                  <a:moveTo>
                    <a:pt x="4915192" y="492056"/>
                  </a:moveTo>
                  <a:lnTo>
                    <a:pt x="4914310" y="490522"/>
                  </a:lnTo>
                  <a:lnTo>
                    <a:pt x="4915838" y="489640"/>
                  </a:lnTo>
                  <a:lnTo>
                    <a:pt x="4916721" y="491174"/>
                  </a:lnTo>
                  <a:lnTo>
                    <a:pt x="4915192" y="492056"/>
                  </a:lnTo>
                  <a:close/>
                </a:path>
                <a:path w="6684644" h="7015480">
                  <a:moveTo>
                    <a:pt x="5567759" y="1331478"/>
                  </a:moveTo>
                  <a:lnTo>
                    <a:pt x="5562470" y="1322315"/>
                  </a:lnTo>
                  <a:lnTo>
                    <a:pt x="5571627" y="1317025"/>
                  </a:lnTo>
                  <a:lnTo>
                    <a:pt x="5576916" y="1326189"/>
                  </a:lnTo>
                  <a:lnTo>
                    <a:pt x="5567759" y="1331478"/>
                  </a:lnTo>
                  <a:close/>
                </a:path>
                <a:path w="6684644" h="7015480">
                  <a:moveTo>
                    <a:pt x="5493057" y="1200910"/>
                  </a:moveTo>
                  <a:lnTo>
                    <a:pt x="5488354" y="1192772"/>
                  </a:lnTo>
                  <a:lnTo>
                    <a:pt x="5496498" y="1188075"/>
                  </a:lnTo>
                  <a:lnTo>
                    <a:pt x="5501195" y="1196213"/>
                  </a:lnTo>
                  <a:lnTo>
                    <a:pt x="5493057" y="1200910"/>
                  </a:lnTo>
                  <a:close/>
                </a:path>
                <a:path w="6684644" h="7015480">
                  <a:moveTo>
                    <a:pt x="5418356" y="1070348"/>
                  </a:moveTo>
                  <a:lnTo>
                    <a:pt x="5414239" y="1063223"/>
                  </a:lnTo>
                  <a:lnTo>
                    <a:pt x="5421365" y="1059112"/>
                  </a:lnTo>
                  <a:lnTo>
                    <a:pt x="5425481" y="1066237"/>
                  </a:lnTo>
                  <a:lnTo>
                    <a:pt x="5418356" y="1070348"/>
                  </a:lnTo>
                  <a:close/>
                </a:path>
                <a:path w="6684644" h="7015480">
                  <a:moveTo>
                    <a:pt x="5343760" y="939389"/>
                  </a:moveTo>
                  <a:lnTo>
                    <a:pt x="5340526" y="933786"/>
                  </a:lnTo>
                  <a:lnTo>
                    <a:pt x="5346124" y="930558"/>
                  </a:lnTo>
                  <a:lnTo>
                    <a:pt x="5349358" y="936155"/>
                  </a:lnTo>
                  <a:lnTo>
                    <a:pt x="5343760" y="939389"/>
                  </a:lnTo>
                  <a:close/>
                </a:path>
                <a:path w="6684644" h="7015480">
                  <a:moveTo>
                    <a:pt x="5269059" y="808827"/>
                  </a:moveTo>
                  <a:lnTo>
                    <a:pt x="5266411" y="804242"/>
                  </a:lnTo>
                  <a:lnTo>
                    <a:pt x="5270996" y="801601"/>
                  </a:lnTo>
                  <a:lnTo>
                    <a:pt x="5273637" y="806179"/>
                  </a:lnTo>
                  <a:lnTo>
                    <a:pt x="5269059" y="808827"/>
                  </a:lnTo>
                  <a:close/>
                </a:path>
                <a:path w="6684644" h="7015480">
                  <a:moveTo>
                    <a:pt x="5194357" y="678265"/>
                  </a:moveTo>
                  <a:lnTo>
                    <a:pt x="5192296" y="674699"/>
                  </a:lnTo>
                  <a:lnTo>
                    <a:pt x="5195861" y="672638"/>
                  </a:lnTo>
                  <a:lnTo>
                    <a:pt x="5197922" y="676204"/>
                  </a:lnTo>
                  <a:lnTo>
                    <a:pt x="5194357" y="678265"/>
                  </a:lnTo>
                  <a:close/>
                </a:path>
                <a:path w="6684644" h="7015480">
                  <a:moveTo>
                    <a:pt x="5119655" y="547697"/>
                  </a:moveTo>
                  <a:lnTo>
                    <a:pt x="5118186" y="545156"/>
                  </a:lnTo>
                  <a:lnTo>
                    <a:pt x="5120733" y="543687"/>
                  </a:lnTo>
                  <a:lnTo>
                    <a:pt x="5122202" y="546228"/>
                  </a:lnTo>
                  <a:lnTo>
                    <a:pt x="5119655" y="547697"/>
                  </a:lnTo>
                  <a:close/>
                </a:path>
                <a:path w="6684644" h="7015480">
                  <a:moveTo>
                    <a:pt x="5044954" y="417135"/>
                  </a:moveTo>
                  <a:lnTo>
                    <a:pt x="5044071" y="415607"/>
                  </a:lnTo>
                  <a:lnTo>
                    <a:pt x="5045593" y="414724"/>
                  </a:lnTo>
                  <a:lnTo>
                    <a:pt x="5046476" y="416259"/>
                  </a:lnTo>
                  <a:lnTo>
                    <a:pt x="5044954" y="417135"/>
                  </a:lnTo>
                  <a:close/>
                </a:path>
                <a:path w="6684644" h="7015480">
                  <a:moveTo>
                    <a:pt x="5772216" y="1387125"/>
                  </a:moveTo>
                  <a:lnTo>
                    <a:pt x="5766340" y="1376943"/>
                  </a:lnTo>
                  <a:lnTo>
                    <a:pt x="5776522" y="1371068"/>
                  </a:lnTo>
                  <a:lnTo>
                    <a:pt x="5782398" y="1381250"/>
                  </a:lnTo>
                  <a:lnTo>
                    <a:pt x="5772216" y="1387125"/>
                  </a:lnTo>
                  <a:close/>
                </a:path>
                <a:path w="6684644" h="7015480">
                  <a:moveTo>
                    <a:pt x="5697627" y="1256161"/>
                  </a:moveTo>
                  <a:lnTo>
                    <a:pt x="5692634" y="1247507"/>
                  </a:lnTo>
                  <a:lnTo>
                    <a:pt x="5701288" y="1242514"/>
                  </a:lnTo>
                  <a:lnTo>
                    <a:pt x="5706281" y="1251167"/>
                  </a:lnTo>
                  <a:lnTo>
                    <a:pt x="5697627" y="1256161"/>
                  </a:lnTo>
                  <a:close/>
                </a:path>
                <a:path w="6684644" h="7015480">
                  <a:moveTo>
                    <a:pt x="5622926" y="1125598"/>
                  </a:moveTo>
                  <a:lnTo>
                    <a:pt x="5618519" y="1117964"/>
                  </a:lnTo>
                  <a:lnTo>
                    <a:pt x="5626147" y="1113557"/>
                  </a:lnTo>
                  <a:lnTo>
                    <a:pt x="5630554" y="1121192"/>
                  </a:lnTo>
                  <a:lnTo>
                    <a:pt x="5622926" y="1125598"/>
                  </a:lnTo>
                  <a:close/>
                </a:path>
                <a:path w="6684644" h="7015480">
                  <a:moveTo>
                    <a:pt x="5548118" y="995433"/>
                  </a:moveTo>
                  <a:lnTo>
                    <a:pt x="5544001" y="988308"/>
                  </a:lnTo>
                  <a:lnTo>
                    <a:pt x="5551126" y="984192"/>
                  </a:lnTo>
                  <a:lnTo>
                    <a:pt x="5555237" y="991317"/>
                  </a:lnTo>
                  <a:lnTo>
                    <a:pt x="5548118" y="995433"/>
                  </a:lnTo>
                  <a:close/>
                </a:path>
                <a:path w="6684644" h="7015480">
                  <a:moveTo>
                    <a:pt x="5473522" y="864469"/>
                  </a:moveTo>
                  <a:lnTo>
                    <a:pt x="5470288" y="858871"/>
                  </a:lnTo>
                  <a:lnTo>
                    <a:pt x="5475886" y="855637"/>
                  </a:lnTo>
                  <a:lnTo>
                    <a:pt x="5479120" y="861241"/>
                  </a:lnTo>
                  <a:lnTo>
                    <a:pt x="5473522" y="864469"/>
                  </a:lnTo>
                  <a:close/>
                </a:path>
                <a:path w="6684644" h="7015480">
                  <a:moveTo>
                    <a:pt x="5398820" y="733907"/>
                  </a:moveTo>
                  <a:lnTo>
                    <a:pt x="5396173" y="729328"/>
                  </a:lnTo>
                  <a:lnTo>
                    <a:pt x="5400758" y="726680"/>
                  </a:lnTo>
                  <a:lnTo>
                    <a:pt x="5403399" y="731265"/>
                  </a:lnTo>
                  <a:lnTo>
                    <a:pt x="5398820" y="733907"/>
                  </a:lnTo>
                  <a:close/>
                </a:path>
                <a:path w="6684644" h="7015480">
                  <a:moveTo>
                    <a:pt x="5324118" y="603345"/>
                  </a:moveTo>
                  <a:lnTo>
                    <a:pt x="5322057" y="599779"/>
                  </a:lnTo>
                  <a:lnTo>
                    <a:pt x="5325623" y="597724"/>
                  </a:lnTo>
                  <a:lnTo>
                    <a:pt x="5327678" y="601290"/>
                  </a:lnTo>
                  <a:lnTo>
                    <a:pt x="5324118" y="603345"/>
                  </a:lnTo>
                  <a:close/>
                </a:path>
                <a:path w="6684644" h="7015480">
                  <a:moveTo>
                    <a:pt x="5249411" y="472783"/>
                  </a:moveTo>
                  <a:lnTo>
                    <a:pt x="5247942" y="470242"/>
                  </a:lnTo>
                  <a:lnTo>
                    <a:pt x="5250489" y="468773"/>
                  </a:lnTo>
                  <a:lnTo>
                    <a:pt x="5251958" y="471314"/>
                  </a:lnTo>
                  <a:lnTo>
                    <a:pt x="5249411" y="472783"/>
                  </a:lnTo>
                  <a:close/>
                </a:path>
                <a:path w="6684644" h="7015480">
                  <a:moveTo>
                    <a:pt x="5174715" y="342221"/>
                  </a:moveTo>
                  <a:lnTo>
                    <a:pt x="5173833" y="340687"/>
                  </a:lnTo>
                  <a:lnTo>
                    <a:pt x="5175355" y="339810"/>
                  </a:lnTo>
                  <a:lnTo>
                    <a:pt x="5176238" y="341338"/>
                  </a:lnTo>
                  <a:lnTo>
                    <a:pt x="5174715" y="342221"/>
                  </a:lnTo>
                  <a:close/>
                </a:path>
                <a:path w="6684644" h="7015480">
                  <a:moveTo>
                    <a:pt x="5976573" y="1443170"/>
                  </a:moveTo>
                  <a:lnTo>
                    <a:pt x="5969815" y="1431466"/>
                  </a:lnTo>
                  <a:lnTo>
                    <a:pt x="5981524" y="1424708"/>
                  </a:lnTo>
                  <a:lnTo>
                    <a:pt x="5988283" y="1436412"/>
                  </a:lnTo>
                  <a:lnTo>
                    <a:pt x="5976573" y="1443170"/>
                  </a:lnTo>
                  <a:close/>
                </a:path>
                <a:path w="6684644" h="7015480">
                  <a:moveTo>
                    <a:pt x="5901978" y="1312205"/>
                  </a:moveTo>
                  <a:lnTo>
                    <a:pt x="5896102" y="1302030"/>
                  </a:lnTo>
                  <a:lnTo>
                    <a:pt x="5906284" y="1296154"/>
                  </a:lnTo>
                  <a:lnTo>
                    <a:pt x="5912160" y="1306330"/>
                  </a:lnTo>
                  <a:lnTo>
                    <a:pt x="5901978" y="1312205"/>
                  </a:lnTo>
                  <a:close/>
                </a:path>
                <a:path w="6684644" h="7015480">
                  <a:moveTo>
                    <a:pt x="5827389" y="1181247"/>
                  </a:moveTo>
                  <a:lnTo>
                    <a:pt x="5822390" y="1172593"/>
                  </a:lnTo>
                  <a:lnTo>
                    <a:pt x="5831037" y="1167600"/>
                  </a:lnTo>
                  <a:lnTo>
                    <a:pt x="5836036" y="1176253"/>
                  </a:lnTo>
                  <a:lnTo>
                    <a:pt x="5827389" y="1181247"/>
                  </a:lnTo>
                  <a:close/>
                </a:path>
                <a:path w="6684644" h="7015480">
                  <a:moveTo>
                    <a:pt x="5752687" y="1050684"/>
                  </a:moveTo>
                  <a:lnTo>
                    <a:pt x="5748280" y="1043050"/>
                  </a:lnTo>
                  <a:lnTo>
                    <a:pt x="5755909" y="1038643"/>
                  </a:lnTo>
                  <a:lnTo>
                    <a:pt x="5760316" y="1046278"/>
                  </a:lnTo>
                  <a:lnTo>
                    <a:pt x="5752687" y="1050684"/>
                  </a:lnTo>
                  <a:close/>
                </a:path>
                <a:path w="6684644" h="7015480">
                  <a:moveTo>
                    <a:pt x="5677980" y="920117"/>
                  </a:moveTo>
                  <a:lnTo>
                    <a:pt x="5674159" y="913501"/>
                  </a:lnTo>
                  <a:lnTo>
                    <a:pt x="5680781" y="909680"/>
                  </a:lnTo>
                  <a:lnTo>
                    <a:pt x="5684602" y="916296"/>
                  </a:lnTo>
                  <a:lnTo>
                    <a:pt x="5677980" y="920117"/>
                  </a:lnTo>
                  <a:close/>
                </a:path>
                <a:path w="6684644" h="7015480">
                  <a:moveTo>
                    <a:pt x="5603385" y="789152"/>
                  </a:moveTo>
                  <a:lnTo>
                    <a:pt x="5600447" y="784064"/>
                  </a:lnTo>
                  <a:lnTo>
                    <a:pt x="5605535" y="781126"/>
                  </a:lnTo>
                  <a:lnTo>
                    <a:pt x="5608472" y="786214"/>
                  </a:lnTo>
                  <a:lnTo>
                    <a:pt x="5603385" y="789152"/>
                  </a:lnTo>
                  <a:close/>
                </a:path>
                <a:path w="6684644" h="7015480">
                  <a:moveTo>
                    <a:pt x="5528683" y="658590"/>
                  </a:moveTo>
                  <a:lnTo>
                    <a:pt x="5526332" y="654515"/>
                  </a:lnTo>
                  <a:lnTo>
                    <a:pt x="5530407" y="652163"/>
                  </a:lnTo>
                  <a:lnTo>
                    <a:pt x="5532758" y="656238"/>
                  </a:lnTo>
                  <a:lnTo>
                    <a:pt x="5528683" y="658590"/>
                  </a:lnTo>
                  <a:close/>
                </a:path>
                <a:path w="6684644" h="7015480">
                  <a:moveTo>
                    <a:pt x="5453987" y="528022"/>
                  </a:moveTo>
                  <a:lnTo>
                    <a:pt x="5452222" y="524972"/>
                  </a:lnTo>
                  <a:lnTo>
                    <a:pt x="5455272" y="523213"/>
                  </a:lnTo>
                  <a:lnTo>
                    <a:pt x="5457038" y="526263"/>
                  </a:lnTo>
                  <a:lnTo>
                    <a:pt x="5453987" y="528022"/>
                  </a:lnTo>
                  <a:close/>
                </a:path>
                <a:path w="6684644" h="7015480">
                  <a:moveTo>
                    <a:pt x="5379280" y="397460"/>
                  </a:moveTo>
                  <a:lnTo>
                    <a:pt x="5378107" y="395423"/>
                  </a:lnTo>
                  <a:lnTo>
                    <a:pt x="5380144" y="394250"/>
                  </a:lnTo>
                  <a:lnTo>
                    <a:pt x="5381317" y="396287"/>
                  </a:lnTo>
                  <a:lnTo>
                    <a:pt x="5379280" y="397460"/>
                  </a:lnTo>
                  <a:close/>
                </a:path>
                <a:path w="6684644" h="7015480">
                  <a:moveTo>
                    <a:pt x="5305597" y="266312"/>
                  </a:moveTo>
                  <a:lnTo>
                    <a:pt x="5304238" y="266312"/>
                  </a:lnTo>
                  <a:lnTo>
                    <a:pt x="5303991" y="265885"/>
                  </a:lnTo>
                  <a:lnTo>
                    <a:pt x="5305350" y="265885"/>
                  </a:lnTo>
                  <a:lnTo>
                    <a:pt x="5305597" y="266312"/>
                  </a:lnTo>
                  <a:close/>
                </a:path>
                <a:path w="6684644" h="7015480">
                  <a:moveTo>
                    <a:pt x="6106441" y="1367853"/>
                  </a:moveTo>
                  <a:lnTo>
                    <a:pt x="6099979" y="1356658"/>
                  </a:lnTo>
                  <a:lnTo>
                    <a:pt x="6111174" y="1350196"/>
                  </a:lnTo>
                  <a:lnTo>
                    <a:pt x="6117636" y="1361391"/>
                  </a:lnTo>
                  <a:lnTo>
                    <a:pt x="6106441" y="1367853"/>
                  </a:lnTo>
                  <a:close/>
                </a:path>
                <a:path w="6684644" h="7015480">
                  <a:moveTo>
                    <a:pt x="6031846" y="1236888"/>
                  </a:moveTo>
                  <a:lnTo>
                    <a:pt x="6026266" y="1227222"/>
                  </a:lnTo>
                  <a:lnTo>
                    <a:pt x="6035933" y="1221642"/>
                  </a:lnTo>
                  <a:lnTo>
                    <a:pt x="6041512" y="1231303"/>
                  </a:lnTo>
                  <a:lnTo>
                    <a:pt x="6031846" y="1236888"/>
                  </a:lnTo>
                  <a:close/>
                </a:path>
                <a:path w="6684644" h="7015480">
                  <a:moveTo>
                    <a:pt x="5957150" y="1106326"/>
                  </a:moveTo>
                  <a:lnTo>
                    <a:pt x="5952150" y="1097673"/>
                  </a:lnTo>
                  <a:lnTo>
                    <a:pt x="5960798" y="1092680"/>
                  </a:lnTo>
                  <a:lnTo>
                    <a:pt x="5965797" y="1101333"/>
                  </a:lnTo>
                  <a:lnTo>
                    <a:pt x="5957150" y="1106326"/>
                  </a:lnTo>
                  <a:close/>
                </a:path>
                <a:path w="6684644" h="7015480">
                  <a:moveTo>
                    <a:pt x="5882442" y="975764"/>
                  </a:moveTo>
                  <a:lnTo>
                    <a:pt x="5878035" y="968129"/>
                  </a:lnTo>
                  <a:lnTo>
                    <a:pt x="5885670" y="963723"/>
                  </a:lnTo>
                  <a:lnTo>
                    <a:pt x="5890077" y="971357"/>
                  </a:lnTo>
                  <a:lnTo>
                    <a:pt x="5882442" y="975764"/>
                  </a:lnTo>
                  <a:close/>
                </a:path>
                <a:path w="6684644" h="7015480">
                  <a:moveTo>
                    <a:pt x="5807847" y="844800"/>
                  </a:moveTo>
                  <a:lnTo>
                    <a:pt x="5804323" y="838693"/>
                  </a:lnTo>
                  <a:lnTo>
                    <a:pt x="5810429" y="835168"/>
                  </a:lnTo>
                  <a:lnTo>
                    <a:pt x="5813953" y="841275"/>
                  </a:lnTo>
                  <a:lnTo>
                    <a:pt x="5807847" y="844800"/>
                  </a:lnTo>
                  <a:close/>
                </a:path>
                <a:path w="6684644" h="7015480">
                  <a:moveTo>
                    <a:pt x="5733145" y="714237"/>
                  </a:moveTo>
                  <a:lnTo>
                    <a:pt x="5730208" y="709144"/>
                  </a:lnTo>
                  <a:lnTo>
                    <a:pt x="5735295" y="706206"/>
                  </a:lnTo>
                  <a:lnTo>
                    <a:pt x="5738233" y="711300"/>
                  </a:lnTo>
                  <a:lnTo>
                    <a:pt x="5733145" y="714237"/>
                  </a:lnTo>
                  <a:close/>
                </a:path>
                <a:path w="6684644" h="7015480">
                  <a:moveTo>
                    <a:pt x="5658444" y="583670"/>
                  </a:moveTo>
                  <a:lnTo>
                    <a:pt x="5656092" y="579600"/>
                  </a:lnTo>
                  <a:lnTo>
                    <a:pt x="5660167" y="577249"/>
                  </a:lnTo>
                  <a:lnTo>
                    <a:pt x="5662519" y="581318"/>
                  </a:lnTo>
                  <a:lnTo>
                    <a:pt x="5658444" y="583670"/>
                  </a:lnTo>
                  <a:close/>
                </a:path>
                <a:path w="6684644" h="7015480">
                  <a:moveTo>
                    <a:pt x="5583742" y="453108"/>
                  </a:moveTo>
                  <a:lnTo>
                    <a:pt x="5581977" y="450057"/>
                  </a:lnTo>
                  <a:lnTo>
                    <a:pt x="5585033" y="448292"/>
                  </a:lnTo>
                  <a:lnTo>
                    <a:pt x="5586798" y="451343"/>
                  </a:lnTo>
                  <a:lnTo>
                    <a:pt x="5583742" y="453108"/>
                  </a:lnTo>
                  <a:close/>
                </a:path>
                <a:path w="6684644" h="7015480">
                  <a:moveTo>
                    <a:pt x="5509034" y="322546"/>
                  </a:moveTo>
                  <a:lnTo>
                    <a:pt x="5507861" y="320508"/>
                  </a:lnTo>
                  <a:lnTo>
                    <a:pt x="5509899" y="319335"/>
                  </a:lnTo>
                  <a:lnTo>
                    <a:pt x="5511072" y="321373"/>
                  </a:lnTo>
                  <a:lnTo>
                    <a:pt x="5509034" y="322546"/>
                  </a:lnTo>
                  <a:close/>
                </a:path>
                <a:path w="6684644" h="7015480">
                  <a:moveTo>
                    <a:pt x="5435357" y="191397"/>
                  </a:moveTo>
                  <a:lnTo>
                    <a:pt x="5434001" y="191397"/>
                  </a:lnTo>
                  <a:lnTo>
                    <a:pt x="5433752" y="190965"/>
                  </a:lnTo>
                  <a:lnTo>
                    <a:pt x="5435108" y="190965"/>
                  </a:lnTo>
                  <a:lnTo>
                    <a:pt x="5435357" y="191397"/>
                  </a:lnTo>
                  <a:close/>
                </a:path>
                <a:path w="6684644" h="7015480">
                  <a:moveTo>
                    <a:pt x="6310797" y="1423903"/>
                  </a:moveTo>
                  <a:lnTo>
                    <a:pt x="6303452" y="1411180"/>
                  </a:lnTo>
                  <a:lnTo>
                    <a:pt x="6316175" y="1403836"/>
                  </a:lnTo>
                  <a:lnTo>
                    <a:pt x="6323520" y="1416558"/>
                  </a:lnTo>
                  <a:lnTo>
                    <a:pt x="6310797" y="1423903"/>
                  </a:lnTo>
                  <a:close/>
                </a:path>
                <a:path w="6684644" h="7015480">
                  <a:moveTo>
                    <a:pt x="6236309" y="1292529"/>
                  </a:moveTo>
                  <a:lnTo>
                    <a:pt x="6230137" y="1281844"/>
                  </a:lnTo>
                  <a:lnTo>
                    <a:pt x="6240822" y="1275678"/>
                  </a:lnTo>
                  <a:lnTo>
                    <a:pt x="6246994" y="1286364"/>
                  </a:lnTo>
                  <a:lnTo>
                    <a:pt x="6236309" y="1292529"/>
                  </a:lnTo>
                  <a:close/>
                </a:path>
                <a:path w="6684644" h="7015480">
                  <a:moveTo>
                    <a:pt x="6161713" y="1161571"/>
                  </a:moveTo>
                  <a:lnTo>
                    <a:pt x="6156424" y="1152408"/>
                  </a:lnTo>
                  <a:lnTo>
                    <a:pt x="6165581" y="1147124"/>
                  </a:lnTo>
                  <a:lnTo>
                    <a:pt x="6170870" y="1156281"/>
                  </a:lnTo>
                  <a:lnTo>
                    <a:pt x="6161713" y="1161571"/>
                  </a:lnTo>
                  <a:close/>
                </a:path>
                <a:path w="6684644" h="7015480">
                  <a:moveTo>
                    <a:pt x="6087011" y="1031009"/>
                  </a:moveTo>
                  <a:lnTo>
                    <a:pt x="6082308" y="1022864"/>
                  </a:lnTo>
                  <a:lnTo>
                    <a:pt x="6090453" y="1018167"/>
                  </a:lnTo>
                  <a:lnTo>
                    <a:pt x="6095149" y="1026306"/>
                  </a:lnTo>
                  <a:lnTo>
                    <a:pt x="6087011" y="1031009"/>
                  </a:lnTo>
                  <a:close/>
                </a:path>
                <a:path w="6684644" h="7015480">
                  <a:moveTo>
                    <a:pt x="6012310" y="900446"/>
                  </a:moveTo>
                  <a:lnTo>
                    <a:pt x="6008193" y="893321"/>
                  </a:lnTo>
                  <a:lnTo>
                    <a:pt x="6015319" y="889205"/>
                  </a:lnTo>
                  <a:lnTo>
                    <a:pt x="6019436" y="896330"/>
                  </a:lnTo>
                  <a:lnTo>
                    <a:pt x="6012310" y="900446"/>
                  </a:lnTo>
                  <a:close/>
                </a:path>
                <a:path w="6684644" h="7015480">
                  <a:moveTo>
                    <a:pt x="5937715" y="769476"/>
                  </a:moveTo>
                  <a:lnTo>
                    <a:pt x="5934481" y="763878"/>
                  </a:lnTo>
                  <a:lnTo>
                    <a:pt x="5940078" y="760650"/>
                  </a:lnTo>
                  <a:lnTo>
                    <a:pt x="5943312" y="766248"/>
                  </a:lnTo>
                  <a:lnTo>
                    <a:pt x="5937715" y="769476"/>
                  </a:lnTo>
                  <a:close/>
                </a:path>
                <a:path w="6684644" h="7015480">
                  <a:moveTo>
                    <a:pt x="5863007" y="638914"/>
                  </a:moveTo>
                  <a:lnTo>
                    <a:pt x="5860366" y="634341"/>
                  </a:lnTo>
                  <a:lnTo>
                    <a:pt x="5864950" y="631694"/>
                  </a:lnTo>
                  <a:lnTo>
                    <a:pt x="5867592" y="636272"/>
                  </a:lnTo>
                  <a:lnTo>
                    <a:pt x="5863007" y="638914"/>
                  </a:lnTo>
                  <a:close/>
                </a:path>
                <a:path w="6684644" h="7015480">
                  <a:moveTo>
                    <a:pt x="5788306" y="508352"/>
                  </a:moveTo>
                  <a:lnTo>
                    <a:pt x="5786250" y="504792"/>
                  </a:lnTo>
                  <a:lnTo>
                    <a:pt x="5789816" y="502737"/>
                  </a:lnTo>
                  <a:lnTo>
                    <a:pt x="5791871" y="506297"/>
                  </a:lnTo>
                  <a:lnTo>
                    <a:pt x="5788306" y="508352"/>
                  </a:lnTo>
                  <a:close/>
                </a:path>
                <a:path w="6684644" h="7015480">
                  <a:moveTo>
                    <a:pt x="5713610" y="377790"/>
                  </a:moveTo>
                  <a:lnTo>
                    <a:pt x="5712140" y="375243"/>
                  </a:lnTo>
                  <a:lnTo>
                    <a:pt x="5714681" y="373774"/>
                  </a:lnTo>
                  <a:lnTo>
                    <a:pt x="5716151" y="376321"/>
                  </a:lnTo>
                  <a:lnTo>
                    <a:pt x="5713610" y="377790"/>
                  </a:lnTo>
                  <a:close/>
                </a:path>
                <a:path w="6684644" h="7015480">
                  <a:moveTo>
                    <a:pt x="5638908" y="247228"/>
                  </a:moveTo>
                  <a:lnTo>
                    <a:pt x="5638025" y="245700"/>
                  </a:lnTo>
                  <a:lnTo>
                    <a:pt x="5639548" y="244823"/>
                  </a:lnTo>
                  <a:lnTo>
                    <a:pt x="5640430" y="246351"/>
                  </a:lnTo>
                  <a:lnTo>
                    <a:pt x="5638908" y="247228"/>
                  </a:lnTo>
                  <a:close/>
                </a:path>
                <a:path w="6684644" h="7015480">
                  <a:moveTo>
                    <a:pt x="6440665" y="1348579"/>
                  </a:moveTo>
                  <a:lnTo>
                    <a:pt x="6433611" y="1336366"/>
                  </a:lnTo>
                  <a:lnTo>
                    <a:pt x="6445824" y="1329317"/>
                  </a:lnTo>
                  <a:lnTo>
                    <a:pt x="6452878" y="1341531"/>
                  </a:lnTo>
                  <a:lnTo>
                    <a:pt x="6440665" y="1348579"/>
                  </a:lnTo>
                  <a:close/>
                </a:path>
                <a:path w="6684644" h="7015480">
                  <a:moveTo>
                    <a:pt x="6366171" y="1217218"/>
                  </a:moveTo>
                  <a:lnTo>
                    <a:pt x="6360295" y="1207042"/>
                  </a:lnTo>
                  <a:lnTo>
                    <a:pt x="6370477" y="1201166"/>
                  </a:lnTo>
                  <a:lnTo>
                    <a:pt x="6376353" y="1211342"/>
                  </a:lnTo>
                  <a:lnTo>
                    <a:pt x="6366171" y="1217218"/>
                  </a:lnTo>
                  <a:close/>
                </a:path>
                <a:path w="6684644" h="7015480">
                  <a:moveTo>
                    <a:pt x="6291582" y="1086253"/>
                  </a:moveTo>
                  <a:lnTo>
                    <a:pt x="6286589" y="1077599"/>
                  </a:lnTo>
                  <a:lnTo>
                    <a:pt x="6295243" y="1072606"/>
                  </a:lnTo>
                  <a:lnTo>
                    <a:pt x="6300236" y="1081254"/>
                  </a:lnTo>
                  <a:lnTo>
                    <a:pt x="6291582" y="1086253"/>
                  </a:lnTo>
                  <a:close/>
                </a:path>
                <a:path w="6684644" h="7015480">
                  <a:moveTo>
                    <a:pt x="6216773" y="956088"/>
                  </a:moveTo>
                  <a:lnTo>
                    <a:pt x="6212071" y="947950"/>
                  </a:lnTo>
                  <a:lnTo>
                    <a:pt x="6220215" y="943247"/>
                  </a:lnTo>
                  <a:lnTo>
                    <a:pt x="6224912" y="951391"/>
                  </a:lnTo>
                  <a:lnTo>
                    <a:pt x="6216773" y="956088"/>
                  </a:lnTo>
                  <a:close/>
                </a:path>
                <a:path w="6684644" h="7015480">
                  <a:moveTo>
                    <a:pt x="6142073" y="825526"/>
                  </a:moveTo>
                  <a:lnTo>
                    <a:pt x="6137956" y="818401"/>
                  </a:lnTo>
                  <a:lnTo>
                    <a:pt x="6145081" y="814290"/>
                  </a:lnTo>
                  <a:lnTo>
                    <a:pt x="6149192" y="821415"/>
                  </a:lnTo>
                  <a:lnTo>
                    <a:pt x="6142073" y="825526"/>
                  </a:lnTo>
                  <a:close/>
                </a:path>
                <a:path w="6684644" h="7015480">
                  <a:moveTo>
                    <a:pt x="6067477" y="694561"/>
                  </a:moveTo>
                  <a:lnTo>
                    <a:pt x="6064243" y="688964"/>
                  </a:lnTo>
                  <a:lnTo>
                    <a:pt x="6069841" y="685730"/>
                  </a:lnTo>
                  <a:lnTo>
                    <a:pt x="6073069" y="691327"/>
                  </a:lnTo>
                  <a:lnTo>
                    <a:pt x="6067477" y="694561"/>
                  </a:lnTo>
                  <a:close/>
                </a:path>
                <a:path w="6684644" h="7015480">
                  <a:moveTo>
                    <a:pt x="5992770" y="563999"/>
                  </a:moveTo>
                  <a:lnTo>
                    <a:pt x="5990128" y="559421"/>
                  </a:lnTo>
                  <a:lnTo>
                    <a:pt x="5994713" y="556779"/>
                  </a:lnTo>
                  <a:lnTo>
                    <a:pt x="5997354" y="561352"/>
                  </a:lnTo>
                  <a:lnTo>
                    <a:pt x="5992770" y="563999"/>
                  </a:lnTo>
                  <a:close/>
                </a:path>
                <a:path w="6684644" h="7015480">
                  <a:moveTo>
                    <a:pt x="5918068" y="433437"/>
                  </a:moveTo>
                  <a:lnTo>
                    <a:pt x="5916013" y="429878"/>
                  </a:lnTo>
                  <a:lnTo>
                    <a:pt x="5919578" y="427816"/>
                  </a:lnTo>
                  <a:lnTo>
                    <a:pt x="5921633" y="431376"/>
                  </a:lnTo>
                  <a:lnTo>
                    <a:pt x="5918068" y="433437"/>
                  </a:lnTo>
                  <a:close/>
                </a:path>
                <a:path w="6684644" h="7015480">
                  <a:moveTo>
                    <a:pt x="5843366" y="302875"/>
                  </a:moveTo>
                  <a:lnTo>
                    <a:pt x="5841897" y="300328"/>
                  </a:lnTo>
                  <a:lnTo>
                    <a:pt x="5844438" y="298860"/>
                  </a:lnTo>
                  <a:lnTo>
                    <a:pt x="5845907" y="301407"/>
                  </a:lnTo>
                  <a:lnTo>
                    <a:pt x="5843366" y="302875"/>
                  </a:lnTo>
                  <a:close/>
                </a:path>
                <a:path w="6684644" h="7015480">
                  <a:moveTo>
                    <a:pt x="5768670" y="172313"/>
                  </a:moveTo>
                  <a:lnTo>
                    <a:pt x="5767788" y="170785"/>
                  </a:lnTo>
                  <a:lnTo>
                    <a:pt x="5769310" y="169903"/>
                  </a:lnTo>
                  <a:lnTo>
                    <a:pt x="5770193" y="171431"/>
                  </a:lnTo>
                  <a:lnTo>
                    <a:pt x="5768670" y="172313"/>
                  </a:lnTo>
                  <a:close/>
                </a:path>
                <a:path w="6684644" h="7015480">
                  <a:moveTo>
                    <a:pt x="6645128" y="1404227"/>
                  </a:moveTo>
                  <a:lnTo>
                    <a:pt x="6637488" y="1390995"/>
                  </a:lnTo>
                  <a:lnTo>
                    <a:pt x="6650720" y="1383360"/>
                  </a:lnTo>
                  <a:lnTo>
                    <a:pt x="6658354" y="1396586"/>
                  </a:lnTo>
                  <a:lnTo>
                    <a:pt x="6645128" y="1404227"/>
                  </a:lnTo>
                  <a:close/>
                </a:path>
                <a:path w="6684644" h="7015480">
                  <a:moveTo>
                    <a:pt x="6570527" y="1273262"/>
                  </a:moveTo>
                  <a:lnTo>
                    <a:pt x="6563769" y="1261564"/>
                  </a:lnTo>
                  <a:lnTo>
                    <a:pt x="6575479" y="1254806"/>
                  </a:lnTo>
                  <a:lnTo>
                    <a:pt x="6582231" y="1266504"/>
                  </a:lnTo>
                  <a:lnTo>
                    <a:pt x="6570527" y="1273262"/>
                  </a:lnTo>
                  <a:close/>
                </a:path>
                <a:path w="6684644" h="7015480">
                  <a:moveTo>
                    <a:pt x="6496045" y="1141894"/>
                  </a:moveTo>
                  <a:lnTo>
                    <a:pt x="6490460" y="1132228"/>
                  </a:lnTo>
                  <a:lnTo>
                    <a:pt x="6500132" y="1126642"/>
                  </a:lnTo>
                  <a:lnTo>
                    <a:pt x="6505712" y="1136315"/>
                  </a:lnTo>
                  <a:lnTo>
                    <a:pt x="6496045" y="1141894"/>
                  </a:lnTo>
                  <a:close/>
                </a:path>
                <a:path w="6684644" h="7015480">
                  <a:moveTo>
                    <a:pt x="6421338" y="1011332"/>
                  </a:moveTo>
                  <a:lnTo>
                    <a:pt x="6416345" y="1002685"/>
                  </a:lnTo>
                  <a:lnTo>
                    <a:pt x="6424992" y="997691"/>
                  </a:lnTo>
                  <a:lnTo>
                    <a:pt x="6429985" y="1006339"/>
                  </a:lnTo>
                  <a:lnTo>
                    <a:pt x="6421338" y="1011332"/>
                  </a:lnTo>
                  <a:close/>
                </a:path>
                <a:path w="6684644" h="7015480">
                  <a:moveTo>
                    <a:pt x="6346636" y="880770"/>
                  </a:moveTo>
                  <a:lnTo>
                    <a:pt x="6342229" y="873135"/>
                  </a:lnTo>
                  <a:lnTo>
                    <a:pt x="6349864" y="868729"/>
                  </a:lnTo>
                  <a:lnTo>
                    <a:pt x="6354271" y="876364"/>
                  </a:lnTo>
                  <a:lnTo>
                    <a:pt x="6346636" y="880770"/>
                  </a:lnTo>
                  <a:close/>
                </a:path>
                <a:path w="6684644" h="7015480">
                  <a:moveTo>
                    <a:pt x="6271934" y="750208"/>
                  </a:moveTo>
                  <a:lnTo>
                    <a:pt x="6268114" y="743598"/>
                  </a:lnTo>
                  <a:lnTo>
                    <a:pt x="6274736" y="739777"/>
                  </a:lnTo>
                  <a:lnTo>
                    <a:pt x="6278550" y="746388"/>
                  </a:lnTo>
                  <a:lnTo>
                    <a:pt x="6271934" y="750208"/>
                  </a:lnTo>
                  <a:close/>
                </a:path>
                <a:path w="6684644" h="7015480">
                  <a:moveTo>
                    <a:pt x="6197339" y="619243"/>
                  </a:moveTo>
                  <a:lnTo>
                    <a:pt x="6194401" y="614155"/>
                  </a:lnTo>
                  <a:lnTo>
                    <a:pt x="6199489" y="611218"/>
                  </a:lnTo>
                  <a:lnTo>
                    <a:pt x="6202427" y="616306"/>
                  </a:lnTo>
                  <a:lnTo>
                    <a:pt x="6197339" y="619243"/>
                  </a:lnTo>
                  <a:close/>
                </a:path>
                <a:path w="6684644" h="7015480">
                  <a:moveTo>
                    <a:pt x="6122637" y="488681"/>
                  </a:moveTo>
                  <a:lnTo>
                    <a:pt x="6120286" y="484612"/>
                  </a:lnTo>
                  <a:lnTo>
                    <a:pt x="6124361" y="482261"/>
                  </a:lnTo>
                  <a:lnTo>
                    <a:pt x="6126712" y="486330"/>
                  </a:lnTo>
                  <a:lnTo>
                    <a:pt x="6122637" y="488681"/>
                  </a:lnTo>
                  <a:close/>
                </a:path>
                <a:path w="6684644" h="7015480">
                  <a:moveTo>
                    <a:pt x="6047941" y="358119"/>
                  </a:moveTo>
                  <a:lnTo>
                    <a:pt x="6046176" y="355063"/>
                  </a:lnTo>
                  <a:lnTo>
                    <a:pt x="6049232" y="353304"/>
                  </a:lnTo>
                  <a:lnTo>
                    <a:pt x="6050991" y="356354"/>
                  </a:lnTo>
                  <a:lnTo>
                    <a:pt x="6047941" y="358119"/>
                  </a:lnTo>
                  <a:close/>
                </a:path>
                <a:path w="6684644" h="7015480">
                  <a:moveTo>
                    <a:pt x="5973234" y="227558"/>
                  </a:moveTo>
                  <a:lnTo>
                    <a:pt x="5972061" y="225520"/>
                  </a:lnTo>
                  <a:lnTo>
                    <a:pt x="5974099" y="224341"/>
                  </a:lnTo>
                  <a:lnTo>
                    <a:pt x="5975272" y="226379"/>
                  </a:lnTo>
                  <a:lnTo>
                    <a:pt x="5973234" y="227558"/>
                  </a:lnTo>
                  <a:close/>
                </a:path>
                <a:path w="6684644" h="7015480">
                  <a:moveTo>
                    <a:pt x="5899551" y="96409"/>
                  </a:moveTo>
                  <a:lnTo>
                    <a:pt x="5898195" y="96409"/>
                  </a:lnTo>
                  <a:lnTo>
                    <a:pt x="5897946" y="95977"/>
                  </a:lnTo>
                  <a:lnTo>
                    <a:pt x="5899302" y="95977"/>
                  </a:lnTo>
                  <a:lnTo>
                    <a:pt x="5899551" y="96409"/>
                  </a:lnTo>
                  <a:close/>
                </a:path>
                <a:path w="6684644" h="7015480">
                  <a:moveTo>
                    <a:pt x="6625908" y="1066582"/>
                  </a:moveTo>
                  <a:lnTo>
                    <a:pt x="6620618" y="1057419"/>
                  </a:lnTo>
                  <a:lnTo>
                    <a:pt x="6629781" y="1052130"/>
                  </a:lnTo>
                  <a:lnTo>
                    <a:pt x="6635070" y="1061293"/>
                  </a:lnTo>
                  <a:lnTo>
                    <a:pt x="6625908" y="1066582"/>
                  </a:lnTo>
                  <a:close/>
                </a:path>
                <a:path w="6684644" h="7015480">
                  <a:moveTo>
                    <a:pt x="6551206" y="936020"/>
                  </a:moveTo>
                  <a:lnTo>
                    <a:pt x="6546503" y="927870"/>
                  </a:lnTo>
                  <a:lnTo>
                    <a:pt x="6554647" y="923168"/>
                  </a:lnTo>
                  <a:lnTo>
                    <a:pt x="6559350" y="931318"/>
                  </a:lnTo>
                  <a:lnTo>
                    <a:pt x="6551206" y="936020"/>
                  </a:lnTo>
                  <a:close/>
                </a:path>
                <a:path w="6684644" h="7015480">
                  <a:moveTo>
                    <a:pt x="6476510" y="805453"/>
                  </a:moveTo>
                  <a:lnTo>
                    <a:pt x="6472393" y="798327"/>
                  </a:lnTo>
                  <a:lnTo>
                    <a:pt x="6479513" y="794217"/>
                  </a:lnTo>
                  <a:lnTo>
                    <a:pt x="6483629" y="801342"/>
                  </a:lnTo>
                  <a:lnTo>
                    <a:pt x="6476510" y="805453"/>
                  </a:lnTo>
                  <a:close/>
                </a:path>
                <a:path w="6684644" h="7015480">
                  <a:moveTo>
                    <a:pt x="6401802" y="674890"/>
                  </a:moveTo>
                  <a:lnTo>
                    <a:pt x="6398278" y="668784"/>
                  </a:lnTo>
                  <a:lnTo>
                    <a:pt x="6404385" y="665259"/>
                  </a:lnTo>
                  <a:lnTo>
                    <a:pt x="6407909" y="671366"/>
                  </a:lnTo>
                  <a:lnTo>
                    <a:pt x="6401802" y="674890"/>
                  </a:lnTo>
                  <a:close/>
                </a:path>
                <a:path w="6684644" h="7015480">
                  <a:moveTo>
                    <a:pt x="6327214" y="543926"/>
                  </a:moveTo>
                  <a:lnTo>
                    <a:pt x="6324566" y="539341"/>
                  </a:lnTo>
                  <a:lnTo>
                    <a:pt x="6329145" y="536700"/>
                  </a:lnTo>
                  <a:lnTo>
                    <a:pt x="6331787" y="541284"/>
                  </a:lnTo>
                  <a:lnTo>
                    <a:pt x="6327214" y="543926"/>
                  </a:lnTo>
                  <a:close/>
                </a:path>
                <a:path w="6684644" h="7015480">
                  <a:moveTo>
                    <a:pt x="6252400" y="413766"/>
                  </a:moveTo>
                  <a:lnTo>
                    <a:pt x="6250048" y="409691"/>
                  </a:lnTo>
                  <a:lnTo>
                    <a:pt x="6254123" y="407340"/>
                  </a:lnTo>
                  <a:lnTo>
                    <a:pt x="6256475" y="411415"/>
                  </a:lnTo>
                  <a:lnTo>
                    <a:pt x="6252400" y="413766"/>
                  </a:lnTo>
                  <a:close/>
                </a:path>
                <a:path w="6684644" h="7015480">
                  <a:moveTo>
                    <a:pt x="6177698" y="283205"/>
                  </a:moveTo>
                  <a:lnTo>
                    <a:pt x="6175933" y="280148"/>
                  </a:lnTo>
                  <a:lnTo>
                    <a:pt x="6178989" y="278383"/>
                  </a:lnTo>
                  <a:lnTo>
                    <a:pt x="6180754" y="281439"/>
                  </a:lnTo>
                  <a:lnTo>
                    <a:pt x="6177698" y="283205"/>
                  </a:lnTo>
                  <a:close/>
                </a:path>
                <a:path w="6684644" h="7015480">
                  <a:moveTo>
                    <a:pt x="6102996" y="152637"/>
                  </a:moveTo>
                  <a:lnTo>
                    <a:pt x="6101823" y="150599"/>
                  </a:lnTo>
                  <a:lnTo>
                    <a:pt x="6103855" y="149426"/>
                  </a:lnTo>
                  <a:lnTo>
                    <a:pt x="6105028" y="151464"/>
                  </a:lnTo>
                  <a:lnTo>
                    <a:pt x="6102996" y="152637"/>
                  </a:lnTo>
                  <a:close/>
                </a:path>
                <a:path w="6684644" h="7015480">
                  <a:moveTo>
                    <a:pt x="6680969" y="861099"/>
                  </a:moveTo>
                  <a:lnTo>
                    <a:pt x="6676266" y="852955"/>
                  </a:lnTo>
                  <a:lnTo>
                    <a:pt x="6684404" y="848252"/>
                  </a:lnTo>
                  <a:lnTo>
                    <a:pt x="6684595" y="848583"/>
                  </a:lnTo>
                  <a:lnTo>
                    <a:pt x="6684595" y="859007"/>
                  </a:lnTo>
                  <a:lnTo>
                    <a:pt x="6680969" y="861099"/>
                  </a:lnTo>
                  <a:close/>
                </a:path>
                <a:path w="6684644" h="7015480">
                  <a:moveTo>
                    <a:pt x="6606267" y="730537"/>
                  </a:moveTo>
                  <a:lnTo>
                    <a:pt x="6602150" y="723412"/>
                  </a:lnTo>
                  <a:lnTo>
                    <a:pt x="6609276" y="719302"/>
                  </a:lnTo>
                  <a:lnTo>
                    <a:pt x="6613393" y="726427"/>
                  </a:lnTo>
                  <a:lnTo>
                    <a:pt x="6606267" y="730537"/>
                  </a:lnTo>
                  <a:close/>
                </a:path>
                <a:path w="6684644" h="7015480">
                  <a:moveTo>
                    <a:pt x="6531672" y="599573"/>
                  </a:moveTo>
                  <a:lnTo>
                    <a:pt x="6528438" y="593975"/>
                  </a:lnTo>
                  <a:lnTo>
                    <a:pt x="6534035" y="590741"/>
                  </a:lnTo>
                  <a:lnTo>
                    <a:pt x="6537269" y="596339"/>
                  </a:lnTo>
                  <a:lnTo>
                    <a:pt x="6531672" y="599573"/>
                  </a:lnTo>
                  <a:close/>
                </a:path>
                <a:path w="6684644" h="7015480">
                  <a:moveTo>
                    <a:pt x="6456970" y="469011"/>
                  </a:moveTo>
                  <a:lnTo>
                    <a:pt x="6454323" y="464426"/>
                  </a:lnTo>
                  <a:lnTo>
                    <a:pt x="6458902" y="461785"/>
                  </a:lnTo>
                  <a:lnTo>
                    <a:pt x="6461549" y="466363"/>
                  </a:lnTo>
                  <a:lnTo>
                    <a:pt x="6456970" y="469011"/>
                  </a:lnTo>
                  <a:close/>
                </a:path>
                <a:path w="6684644" h="7015480">
                  <a:moveTo>
                    <a:pt x="6382269" y="338443"/>
                  </a:moveTo>
                  <a:lnTo>
                    <a:pt x="6380213" y="334883"/>
                  </a:lnTo>
                  <a:lnTo>
                    <a:pt x="6383773" y="332828"/>
                  </a:lnTo>
                  <a:lnTo>
                    <a:pt x="6385828" y="336388"/>
                  </a:lnTo>
                  <a:lnTo>
                    <a:pt x="6382269" y="338443"/>
                  </a:lnTo>
                  <a:close/>
                </a:path>
                <a:path w="6684644" h="7015480">
                  <a:moveTo>
                    <a:pt x="6307567" y="207881"/>
                  </a:moveTo>
                  <a:lnTo>
                    <a:pt x="6306098" y="205334"/>
                  </a:lnTo>
                  <a:lnTo>
                    <a:pt x="6308639" y="203865"/>
                  </a:lnTo>
                  <a:lnTo>
                    <a:pt x="6310108" y="206412"/>
                  </a:lnTo>
                  <a:lnTo>
                    <a:pt x="6307567" y="207881"/>
                  </a:lnTo>
                  <a:close/>
                </a:path>
                <a:path w="6684644" h="7015480">
                  <a:moveTo>
                    <a:pt x="6232865" y="77319"/>
                  </a:moveTo>
                  <a:lnTo>
                    <a:pt x="6231982" y="75797"/>
                  </a:lnTo>
                  <a:lnTo>
                    <a:pt x="6233511" y="74914"/>
                  </a:lnTo>
                  <a:lnTo>
                    <a:pt x="6234393" y="76436"/>
                  </a:lnTo>
                  <a:lnTo>
                    <a:pt x="6232865" y="77319"/>
                  </a:lnTo>
                  <a:close/>
                </a:path>
                <a:path w="6684644" h="7015480">
                  <a:moveTo>
                    <a:pt x="6661540" y="524255"/>
                  </a:moveTo>
                  <a:lnTo>
                    <a:pt x="6658602" y="519167"/>
                  </a:lnTo>
                  <a:lnTo>
                    <a:pt x="6663696" y="516229"/>
                  </a:lnTo>
                  <a:lnTo>
                    <a:pt x="6666634" y="521317"/>
                  </a:lnTo>
                  <a:lnTo>
                    <a:pt x="6661540" y="524255"/>
                  </a:lnTo>
                  <a:close/>
                </a:path>
                <a:path w="6684644" h="7015480">
                  <a:moveTo>
                    <a:pt x="6586839" y="393693"/>
                  </a:moveTo>
                  <a:lnTo>
                    <a:pt x="6584487" y="389618"/>
                  </a:lnTo>
                  <a:lnTo>
                    <a:pt x="6588556" y="387273"/>
                  </a:lnTo>
                  <a:lnTo>
                    <a:pt x="6590908" y="391342"/>
                  </a:lnTo>
                  <a:lnTo>
                    <a:pt x="6586839" y="393693"/>
                  </a:lnTo>
                  <a:close/>
                </a:path>
                <a:path w="6684644" h="7015480">
                  <a:moveTo>
                    <a:pt x="6512137" y="263131"/>
                  </a:moveTo>
                  <a:lnTo>
                    <a:pt x="6510371" y="260069"/>
                  </a:lnTo>
                  <a:lnTo>
                    <a:pt x="6513422" y="258310"/>
                  </a:lnTo>
                  <a:lnTo>
                    <a:pt x="6515187" y="261366"/>
                  </a:lnTo>
                  <a:lnTo>
                    <a:pt x="6512137" y="263131"/>
                  </a:lnTo>
                  <a:close/>
                </a:path>
                <a:path w="6684644" h="7015480">
                  <a:moveTo>
                    <a:pt x="6437436" y="132563"/>
                  </a:moveTo>
                  <a:lnTo>
                    <a:pt x="6436256" y="130532"/>
                  </a:lnTo>
                  <a:lnTo>
                    <a:pt x="6438294" y="129353"/>
                  </a:lnTo>
                  <a:lnTo>
                    <a:pt x="6439467" y="131391"/>
                  </a:lnTo>
                  <a:lnTo>
                    <a:pt x="6437436" y="132563"/>
                  </a:lnTo>
                  <a:close/>
                </a:path>
                <a:path w="6684644" h="7015480">
                  <a:moveTo>
                    <a:pt x="6362621" y="2398"/>
                  </a:moveTo>
                  <a:lnTo>
                    <a:pt x="6361744" y="876"/>
                  </a:lnTo>
                  <a:lnTo>
                    <a:pt x="6363267" y="0"/>
                  </a:lnTo>
                  <a:lnTo>
                    <a:pt x="6364149" y="1522"/>
                  </a:lnTo>
                  <a:lnTo>
                    <a:pt x="6362621" y="2398"/>
                  </a:lnTo>
                  <a:close/>
                </a:path>
                <a:path w="6684644" h="7015480">
                  <a:moveTo>
                    <a:pt x="6641899" y="188211"/>
                  </a:moveTo>
                  <a:lnTo>
                    <a:pt x="6640134" y="185154"/>
                  </a:lnTo>
                  <a:lnTo>
                    <a:pt x="6643184" y="183389"/>
                  </a:lnTo>
                  <a:lnTo>
                    <a:pt x="6644950" y="186451"/>
                  </a:lnTo>
                  <a:lnTo>
                    <a:pt x="6641899" y="188211"/>
                  </a:lnTo>
                  <a:close/>
                </a:path>
                <a:path w="6684644" h="7015480">
                  <a:moveTo>
                    <a:pt x="6567192" y="57649"/>
                  </a:moveTo>
                  <a:lnTo>
                    <a:pt x="6566019" y="55611"/>
                  </a:lnTo>
                  <a:lnTo>
                    <a:pt x="6568056" y="54438"/>
                  </a:lnTo>
                  <a:lnTo>
                    <a:pt x="6569229" y="56470"/>
                  </a:lnTo>
                  <a:lnTo>
                    <a:pt x="6567192" y="57649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2801" y="483412"/>
              <a:ext cx="5039321" cy="5029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322" y="640329"/>
              <a:ext cx="4838699" cy="48196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395214" y="697608"/>
              <a:ext cx="4612005" cy="4610100"/>
            </a:xfrm>
            <a:custGeom>
              <a:avLst/>
              <a:gdLst/>
              <a:ahLst/>
              <a:cxnLst/>
              <a:rect l="l" t="t" r="r" b="b"/>
              <a:pathLst>
                <a:path w="4612005" h="4610100">
                  <a:moveTo>
                    <a:pt x="2402211" y="12700"/>
                  </a:moveTo>
                  <a:lnTo>
                    <a:pt x="2209714" y="12700"/>
                  </a:lnTo>
                  <a:lnTo>
                    <a:pt x="2257718" y="0"/>
                  </a:lnTo>
                  <a:lnTo>
                    <a:pt x="2354208" y="0"/>
                  </a:lnTo>
                  <a:lnTo>
                    <a:pt x="2402211" y="12700"/>
                  </a:lnTo>
                  <a:close/>
                </a:path>
                <a:path w="4612005" h="4610100">
                  <a:moveTo>
                    <a:pt x="2591619" y="25400"/>
                  </a:moveTo>
                  <a:lnTo>
                    <a:pt x="2020307" y="25400"/>
                  </a:lnTo>
                  <a:lnTo>
                    <a:pt x="2067248" y="12700"/>
                  </a:lnTo>
                  <a:lnTo>
                    <a:pt x="2544677" y="12700"/>
                  </a:lnTo>
                  <a:lnTo>
                    <a:pt x="2591619" y="25400"/>
                  </a:lnTo>
                  <a:close/>
                </a:path>
                <a:path w="4612005" h="4610100">
                  <a:moveTo>
                    <a:pt x="2684624" y="38100"/>
                  </a:moveTo>
                  <a:lnTo>
                    <a:pt x="1927302" y="38100"/>
                  </a:lnTo>
                  <a:lnTo>
                    <a:pt x="1973655" y="25400"/>
                  </a:lnTo>
                  <a:lnTo>
                    <a:pt x="2638271" y="25400"/>
                  </a:lnTo>
                  <a:lnTo>
                    <a:pt x="2684624" y="38100"/>
                  </a:lnTo>
                  <a:close/>
                </a:path>
                <a:path w="4612005" h="4610100">
                  <a:moveTo>
                    <a:pt x="2776393" y="4572000"/>
                  </a:moveTo>
                  <a:lnTo>
                    <a:pt x="1835533" y="4572000"/>
                  </a:lnTo>
                  <a:lnTo>
                    <a:pt x="1525182" y="4483100"/>
                  </a:lnTo>
                  <a:lnTo>
                    <a:pt x="1482351" y="4470400"/>
                  </a:lnTo>
                  <a:lnTo>
                    <a:pt x="1439925" y="4445000"/>
                  </a:lnTo>
                  <a:lnTo>
                    <a:pt x="1397915" y="4432300"/>
                  </a:lnTo>
                  <a:lnTo>
                    <a:pt x="1356328" y="4406900"/>
                  </a:lnTo>
                  <a:lnTo>
                    <a:pt x="1315176" y="4394200"/>
                  </a:lnTo>
                  <a:lnTo>
                    <a:pt x="1274467" y="4368800"/>
                  </a:lnTo>
                  <a:lnTo>
                    <a:pt x="1234211" y="4356100"/>
                  </a:lnTo>
                  <a:lnTo>
                    <a:pt x="1155099" y="4305300"/>
                  </a:lnTo>
                  <a:lnTo>
                    <a:pt x="1116261" y="4292600"/>
                  </a:lnTo>
                  <a:lnTo>
                    <a:pt x="1040071" y="4241800"/>
                  </a:lnTo>
                  <a:lnTo>
                    <a:pt x="965925" y="4191000"/>
                  </a:lnTo>
                  <a:lnTo>
                    <a:pt x="929642" y="4165600"/>
                  </a:lnTo>
                  <a:lnTo>
                    <a:pt x="893900" y="4127500"/>
                  </a:lnTo>
                  <a:lnTo>
                    <a:pt x="858707" y="4102100"/>
                  </a:lnTo>
                  <a:lnTo>
                    <a:pt x="824073" y="4076700"/>
                  </a:lnTo>
                  <a:lnTo>
                    <a:pt x="790008" y="4051300"/>
                  </a:lnTo>
                  <a:lnTo>
                    <a:pt x="756522" y="4013200"/>
                  </a:lnTo>
                  <a:lnTo>
                    <a:pt x="723624" y="3987800"/>
                  </a:lnTo>
                  <a:lnTo>
                    <a:pt x="691324" y="3962400"/>
                  </a:lnTo>
                  <a:lnTo>
                    <a:pt x="659631" y="3924300"/>
                  </a:lnTo>
                  <a:lnTo>
                    <a:pt x="628554" y="3898900"/>
                  </a:lnTo>
                  <a:lnTo>
                    <a:pt x="598105" y="3860800"/>
                  </a:lnTo>
                  <a:lnTo>
                    <a:pt x="568292" y="3822700"/>
                  </a:lnTo>
                  <a:lnTo>
                    <a:pt x="539125" y="3797300"/>
                  </a:lnTo>
                  <a:lnTo>
                    <a:pt x="510613" y="3759200"/>
                  </a:lnTo>
                  <a:lnTo>
                    <a:pt x="482766" y="3721100"/>
                  </a:lnTo>
                  <a:lnTo>
                    <a:pt x="455594" y="3683000"/>
                  </a:lnTo>
                  <a:lnTo>
                    <a:pt x="429107" y="3644900"/>
                  </a:lnTo>
                  <a:lnTo>
                    <a:pt x="403313" y="3619500"/>
                  </a:lnTo>
                  <a:lnTo>
                    <a:pt x="378224" y="3581400"/>
                  </a:lnTo>
                  <a:lnTo>
                    <a:pt x="353847" y="3543300"/>
                  </a:lnTo>
                  <a:lnTo>
                    <a:pt x="330194" y="3505200"/>
                  </a:lnTo>
                  <a:lnTo>
                    <a:pt x="307273" y="3467100"/>
                  </a:lnTo>
                  <a:lnTo>
                    <a:pt x="285094" y="3416300"/>
                  </a:lnTo>
                  <a:lnTo>
                    <a:pt x="263667" y="3378200"/>
                  </a:lnTo>
                  <a:lnTo>
                    <a:pt x="243001" y="3340100"/>
                  </a:lnTo>
                  <a:lnTo>
                    <a:pt x="223107" y="3302000"/>
                  </a:lnTo>
                  <a:lnTo>
                    <a:pt x="203993" y="3263900"/>
                  </a:lnTo>
                  <a:lnTo>
                    <a:pt x="185670" y="3213100"/>
                  </a:lnTo>
                  <a:lnTo>
                    <a:pt x="168146" y="3175000"/>
                  </a:lnTo>
                  <a:lnTo>
                    <a:pt x="151432" y="3136900"/>
                  </a:lnTo>
                  <a:lnTo>
                    <a:pt x="135538" y="3086100"/>
                  </a:lnTo>
                  <a:lnTo>
                    <a:pt x="120472" y="3048000"/>
                  </a:lnTo>
                  <a:lnTo>
                    <a:pt x="106245" y="3009900"/>
                  </a:lnTo>
                  <a:lnTo>
                    <a:pt x="92865" y="2959100"/>
                  </a:lnTo>
                  <a:lnTo>
                    <a:pt x="80344" y="2921000"/>
                  </a:lnTo>
                  <a:lnTo>
                    <a:pt x="68690" y="2870200"/>
                  </a:lnTo>
                  <a:lnTo>
                    <a:pt x="57913" y="2832100"/>
                  </a:lnTo>
                  <a:lnTo>
                    <a:pt x="48022" y="2781300"/>
                  </a:lnTo>
                  <a:lnTo>
                    <a:pt x="39028" y="2730500"/>
                  </a:lnTo>
                  <a:lnTo>
                    <a:pt x="30939" y="2692400"/>
                  </a:lnTo>
                  <a:lnTo>
                    <a:pt x="23766" y="2641600"/>
                  </a:lnTo>
                  <a:lnTo>
                    <a:pt x="17519" y="2590800"/>
                  </a:lnTo>
                  <a:lnTo>
                    <a:pt x="12206" y="2552700"/>
                  </a:lnTo>
                  <a:lnTo>
                    <a:pt x="7837" y="2501900"/>
                  </a:lnTo>
                  <a:lnTo>
                    <a:pt x="4423" y="2451100"/>
                  </a:lnTo>
                  <a:lnTo>
                    <a:pt x="1972" y="2413000"/>
                  </a:lnTo>
                  <a:lnTo>
                    <a:pt x="494" y="2362200"/>
                  </a:lnTo>
                  <a:lnTo>
                    <a:pt x="0" y="2311400"/>
                  </a:lnTo>
                  <a:lnTo>
                    <a:pt x="494" y="2260600"/>
                  </a:lnTo>
                  <a:lnTo>
                    <a:pt x="1972" y="2209800"/>
                  </a:lnTo>
                  <a:lnTo>
                    <a:pt x="4423" y="2171700"/>
                  </a:lnTo>
                  <a:lnTo>
                    <a:pt x="7837" y="2120900"/>
                  </a:lnTo>
                  <a:lnTo>
                    <a:pt x="12206" y="2070100"/>
                  </a:lnTo>
                  <a:lnTo>
                    <a:pt x="17519" y="2019300"/>
                  </a:lnTo>
                  <a:lnTo>
                    <a:pt x="23766" y="1981200"/>
                  </a:lnTo>
                  <a:lnTo>
                    <a:pt x="30939" y="1930400"/>
                  </a:lnTo>
                  <a:lnTo>
                    <a:pt x="39028" y="1879600"/>
                  </a:lnTo>
                  <a:lnTo>
                    <a:pt x="48022" y="1841500"/>
                  </a:lnTo>
                  <a:lnTo>
                    <a:pt x="57913" y="1790700"/>
                  </a:lnTo>
                  <a:lnTo>
                    <a:pt x="68690" y="1752600"/>
                  </a:lnTo>
                  <a:lnTo>
                    <a:pt x="80344" y="1701800"/>
                  </a:lnTo>
                  <a:lnTo>
                    <a:pt x="92865" y="1663700"/>
                  </a:lnTo>
                  <a:lnTo>
                    <a:pt x="106245" y="1612900"/>
                  </a:lnTo>
                  <a:lnTo>
                    <a:pt x="120472" y="1574800"/>
                  </a:lnTo>
                  <a:lnTo>
                    <a:pt x="135538" y="1524000"/>
                  </a:lnTo>
                  <a:lnTo>
                    <a:pt x="151432" y="1485900"/>
                  </a:lnTo>
                  <a:lnTo>
                    <a:pt x="168146" y="1447800"/>
                  </a:lnTo>
                  <a:lnTo>
                    <a:pt x="185670" y="1397000"/>
                  </a:lnTo>
                  <a:lnTo>
                    <a:pt x="203993" y="1358900"/>
                  </a:lnTo>
                  <a:lnTo>
                    <a:pt x="223107" y="1320800"/>
                  </a:lnTo>
                  <a:lnTo>
                    <a:pt x="243001" y="1282700"/>
                  </a:lnTo>
                  <a:lnTo>
                    <a:pt x="263667" y="1244600"/>
                  </a:lnTo>
                  <a:lnTo>
                    <a:pt x="285094" y="1193800"/>
                  </a:lnTo>
                  <a:lnTo>
                    <a:pt x="307273" y="1155700"/>
                  </a:lnTo>
                  <a:lnTo>
                    <a:pt x="330194" y="1117600"/>
                  </a:lnTo>
                  <a:lnTo>
                    <a:pt x="353847" y="1079500"/>
                  </a:lnTo>
                  <a:lnTo>
                    <a:pt x="378224" y="1041400"/>
                  </a:lnTo>
                  <a:lnTo>
                    <a:pt x="403313" y="1003300"/>
                  </a:lnTo>
                  <a:lnTo>
                    <a:pt x="429107" y="965200"/>
                  </a:lnTo>
                  <a:lnTo>
                    <a:pt x="455594" y="939800"/>
                  </a:lnTo>
                  <a:lnTo>
                    <a:pt x="482766" y="901700"/>
                  </a:lnTo>
                  <a:lnTo>
                    <a:pt x="510613" y="863600"/>
                  </a:lnTo>
                  <a:lnTo>
                    <a:pt x="539125" y="825500"/>
                  </a:lnTo>
                  <a:lnTo>
                    <a:pt x="568292" y="800100"/>
                  </a:lnTo>
                  <a:lnTo>
                    <a:pt x="598105" y="762000"/>
                  </a:lnTo>
                  <a:lnTo>
                    <a:pt x="628554" y="723900"/>
                  </a:lnTo>
                  <a:lnTo>
                    <a:pt x="659631" y="698500"/>
                  </a:lnTo>
                  <a:lnTo>
                    <a:pt x="691324" y="660400"/>
                  </a:lnTo>
                  <a:lnTo>
                    <a:pt x="723624" y="635000"/>
                  </a:lnTo>
                  <a:lnTo>
                    <a:pt x="756522" y="596900"/>
                  </a:lnTo>
                  <a:lnTo>
                    <a:pt x="790008" y="571500"/>
                  </a:lnTo>
                  <a:lnTo>
                    <a:pt x="824073" y="546100"/>
                  </a:lnTo>
                  <a:lnTo>
                    <a:pt x="858707" y="520700"/>
                  </a:lnTo>
                  <a:lnTo>
                    <a:pt x="893900" y="482600"/>
                  </a:lnTo>
                  <a:lnTo>
                    <a:pt x="929642" y="457200"/>
                  </a:lnTo>
                  <a:lnTo>
                    <a:pt x="965925" y="431800"/>
                  </a:lnTo>
                  <a:lnTo>
                    <a:pt x="1040071" y="381000"/>
                  </a:lnTo>
                  <a:lnTo>
                    <a:pt x="1116261" y="330200"/>
                  </a:lnTo>
                  <a:lnTo>
                    <a:pt x="1155099" y="317500"/>
                  </a:lnTo>
                  <a:lnTo>
                    <a:pt x="1234211" y="266700"/>
                  </a:lnTo>
                  <a:lnTo>
                    <a:pt x="1274467" y="241300"/>
                  </a:lnTo>
                  <a:lnTo>
                    <a:pt x="1315176" y="228600"/>
                  </a:lnTo>
                  <a:lnTo>
                    <a:pt x="1356328" y="203200"/>
                  </a:lnTo>
                  <a:lnTo>
                    <a:pt x="1439925" y="177800"/>
                  </a:lnTo>
                  <a:lnTo>
                    <a:pt x="1482351" y="152400"/>
                  </a:lnTo>
                  <a:lnTo>
                    <a:pt x="1881258" y="38100"/>
                  </a:lnTo>
                  <a:lnTo>
                    <a:pt x="2730667" y="38100"/>
                  </a:lnTo>
                  <a:lnTo>
                    <a:pt x="3129575" y="152400"/>
                  </a:lnTo>
                  <a:lnTo>
                    <a:pt x="3172000" y="177800"/>
                  </a:lnTo>
                  <a:lnTo>
                    <a:pt x="3255598" y="203200"/>
                  </a:lnTo>
                  <a:lnTo>
                    <a:pt x="3296750" y="228600"/>
                  </a:lnTo>
                  <a:lnTo>
                    <a:pt x="3337459" y="241300"/>
                  </a:lnTo>
                  <a:lnTo>
                    <a:pt x="3377714" y="266700"/>
                  </a:lnTo>
                  <a:lnTo>
                    <a:pt x="3456827" y="317500"/>
                  </a:lnTo>
                  <a:lnTo>
                    <a:pt x="3495664" y="330200"/>
                  </a:lnTo>
                  <a:lnTo>
                    <a:pt x="3571855" y="381000"/>
                  </a:lnTo>
                  <a:lnTo>
                    <a:pt x="3646001" y="431800"/>
                  </a:lnTo>
                  <a:lnTo>
                    <a:pt x="3682283" y="457200"/>
                  </a:lnTo>
                  <a:lnTo>
                    <a:pt x="3718026" y="482600"/>
                  </a:lnTo>
                  <a:lnTo>
                    <a:pt x="3753219" y="520700"/>
                  </a:lnTo>
                  <a:lnTo>
                    <a:pt x="3787852" y="546100"/>
                  </a:lnTo>
                  <a:lnTo>
                    <a:pt x="3821917" y="571500"/>
                  </a:lnTo>
                  <a:lnTo>
                    <a:pt x="3855403" y="596900"/>
                  </a:lnTo>
                  <a:lnTo>
                    <a:pt x="3888302" y="635000"/>
                  </a:lnTo>
                  <a:lnTo>
                    <a:pt x="3920602" y="660400"/>
                  </a:lnTo>
                  <a:lnTo>
                    <a:pt x="3952295" y="698500"/>
                  </a:lnTo>
                  <a:lnTo>
                    <a:pt x="3983371" y="723900"/>
                  </a:lnTo>
                  <a:lnTo>
                    <a:pt x="4013821" y="762000"/>
                  </a:lnTo>
                  <a:lnTo>
                    <a:pt x="4043634" y="800100"/>
                  </a:lnTo>
                  <a:lnTo>
                    <a:pt x="4072801" y="825500"/>
                  </a:lnTo>
                  <a:lnTo>
                    <a:pt x="4101313" y="863600"/>
                  </a:lnTo>
                  <a:lnTo>
                    <a:pt x="4129159" y="901700"/>
                  </a:lnTo>
                  <a:lnTo>
                    <a:pt x="4156331" y="939800"/>
                  </a:lnTo>
                  <a:lnTo>
                    <a:pt x="4182819" y="965200"/>
                  </a:lnTo>
                  <a:lnTo>
                    <a:pt x="4208612" y="1003300"/>
                  </a:lnTo>
                  <a:lnTo>
                    <a:pt x="4233702" y="1041400"/>
                  </a:lnTo>
                  <a:lnTo>
                    <a:pt x="4258078" y="1079500"/>
                  </a:lnTo>
                  <a:lnTo>
                    <a:pt x="4281732" y="1117600"/>
                  </a:lnTo>
                  <a:lnTo>
                    <a:pt x="4304653" y="1155700"/>
                  </a:lnTo>
                  <a:lnTo>
                    <a:pt x="4326832" y="1193800"/>
                  </a:lnTo>
                  <a:lnTo>
                    <a:pt x="4348259" y="1244600"/>
                  </a:lnTo>
                  <a:lnTo>
                    <a:pt x="4368924" y="1282700"/>
                  </a:lnTo>
                  <a:lnTo>
                    <a:pt x="4388819" y="1320800"/>
                  </a:lnTo>
                  <a:lnTo>
                    <a:pt x="4407932" y="1358900"/>
                  </a:lnTo>
                  <a:lnTo>
                    <a:pt x="4426256" y="1397000"/>
                  </a:lnTo>
                  <a:lnTo>
                    <a:pt x="4443779" y="1447800"/>
                  </a:lnTo>
                  <a:lnTo>
                    <a:pt x="4460493" y="1485900"/>
                  </a:lnTo>
                  <a:lnTo>
                    <a:pt x="4476388" y="1524000"/>
                  </a:lnTo>
                  <a:lnTo>
                    <a:pt x="4491454" y="1574800"/>
                  </a:lnTo>
                  <a:lnTo>
                    <a:pt x="4505681" y="1612900"/>
                  </a:lnTo>
                  <a:lnTo>
                    <a:pt x="4519060" y="1663700"/>
                  </a:lnTo>
                  <a:lnTo>
                    <a:pt x="4531582" y="1701800"/>
                  </a:lnTo>
                  <a:lnTo>
                    <a:pt x="4543236" y="1752600"/>
                  </a:lnTo>
                  <a:lnTo>
                    <a:pt x="4554013" y="1790700"/>
                  </a:lnTo>
                  <a:lnTo>
                    <a:pt x="4563904" y="1841500"/>
                  </a:lnTo>
                  <a:lnTo>
                    <a:pt x="4572898" y="1879600"/>
                  </a:lnTo>
                  <a:lnTo>
                    <a:pt x="4580986" y="1930400"/>
                  </a:lnTo>
                  <a:lnTo>
                    <a:pt x="4588159" y="1981200"/>
                  </a:lnTo>
                  <a:lnTo>
                    <a:pt x="4594407" y="2019300"/>
                  </a:lnTo>
                  <a:lnTo>
                    <a:pt x="4599720" y="2070100"/>
                  </a:lnTo>
                  <a:lnTo>
                    <a:pt x="4604088" y="2120900"/>
                  </a:lnTo>
                  <a:lnTo>
                    <a:pt x="4607503" y="2171700"/>
                  </a:lnTo>
                  <a:lnTo>
                    <a:pt x="4609954" y="2209800"/>
                  </a:lnTo>
                  <a:lnTo>
                    <a:pt x="4611431" y="2260600"/>
                  </a:lnTo>
                  <a:lnTo>
                    <a:pt x="4611926" y="2311400"/>
                  </a:lnTo>
                  <a:lnTo>
                    <a:pt x="4611431" y="2362200"/>
                  </a:lnTo>
                  <a:lnTo>
                    <a:pt x="4609954" y="2413000"/>
                  </a:lnTo>
                  <a:lnTo>
                    <a:pt x="4607503" y="2451100"/>
                  </a:lnTo>
                  <a:lnTo>
                    <a:pt x="4604088" y="2501900"/>
                  </a:lnTo>
                  <a:lnTo>
                    <a:pt x="4599720" y="2552700"/>
                  </a:lnTo>
                  <a:lnTo>
                    <a:pt x="4594407" y="2590800"/>
                  </a:lnTo>
                  <a:lnTo>
                    <a:pt x="4588159" y="2641600"/>
                  </a:lnTo>
                  <a:lnTo>
                    <a:pt x="4580986" y="2692400"/>
                  </a:lnTo>
                  <a:lnTo>
                    <a:pt x="4572898" y="2730500"/>
                  </a:lnTo>
                  <a:lnTo>
                    <a:pt x="4563904" y="2781300"/>
                  </a:lnTo>
                  <a:lnTo>
                    <a:pt x="4554013" y="2832100"/>
                  </a:lnTo>
                  <a:lnTo>
                    <a:pt x="4543236" y="2870200"/>
                  </a:lnTo>
                  <a:lnTo>
                    <a:pt x="4531582" y="2921000"/>
                  </a:lnTo>
                  <a:lnTo>
                    <a:pt x="4519060" y="2959100"/>
                  </a:lnTo>
                  <a:lnTo>
                    <a:pt x="4505681" y="3009900"/>
                  </a:lnTo>
                  <a:lnTo>
                    <a:pt x="4491454" y="3048000"/>
                  </a:lnTo>
                  <a:lnTo>
                    <a:pt x="4476388" y="3086100"/>
                  </a:lnTo>
                  <a:lnTo>
                    <a:pt x="4460493" y="3136900"/>
                  </a:lnTo>
                  <a:lnTo>
                    <a:pt x="4443779" y="3175000"/>
                  </a:lnTo>
                  <a:lnTo>
                    <a:pt x="4426256" y="3213100"/>
                  </a:lnTo>
                  <a:lnTo>
                    <a:pt x="4407932" y="3263900"/>
                  </a:lnTo>
                  <a:lnTo>
                    <a:pt x="4388819" y="3302000"/>
                  </a:lnTo>
                  <a:lnTo>
                    <a:pt x="4368924" y="3340100"/>
                  </a:lnTo>
                  <a:lnTo>
                    <a:pt x="4348259" y="3378200"/>
                  </a:lnTo>
                  <a:lnTo>
                    <a:pt x="4326832" y="3416300"/>
                  </a:lnTo>
                  <a:lnTo>
                    <a:pt x="4304653" y="3467100"/>
                  </a:lnTo>
                  <a:lnTo>
                    <a:pt x="4281732" y="3505200"/>
                  </a:lnTo>
                  <a:lnTo>
                    <a:pt x="4258078" y="3543300"/>
                  </a:lnTo>
                  <a:lnTo>
                    <a:pt x="4233702" y="3581400"/>
                  </a:lnTo>
                  <a:lnTo>
                    <a:pt x="4208612" y="3619500"/>
                  </a:lnTo>
                  <a:lnTo>
                    <a:pt x="4182819" y="3644900"/>
                  </a:lnTo>
                  <a:lnTo>
                    <a:pt x="4156331" y="3683000"/>
                  </a:lnTo>
                  <a:lnTo>
                    <a:pt x="4129159" y="3721100"/>
                  </a:lnTo>
                  <a:lnTo>
                    <a:pt x="4101313" y="3759200"/>
                  </a:lnTo>
                  <a:lnTo>
                    <a:pt x="4072801" y="3797300"/>
                  </a:lnTo>
                  <a:lnTo>
                    <a:pt x="4043634" y="3822700"/>
                  </a:lnTo>
                  <a:lnTo>
                    <a:pt x="4013821" y="3860800"/>
                  </a:lnTo>
                  <a:lnTo>
                    <a:pt x="3983371" y="3898900"/>
                  </a:lnTo>
                  <a:lnTo>
                    <a:pt x="3952295" y="3924300"/>
                  </a:lnTo>
                  <a:lnTo>
                    <a:pt x="3920602" y="3962400"/>
                  </a:lnTo>
                  <a:lnTo>
                    <a:pt x="3888302" y="3987800"/>
                  </a:lnTo>
                  <a:lnTo>
                    <a:pt x="3855403" y="4013200"/>
                  </a:lnTo>
                  <a:lnTo>
                    <a:pt x="3821917" y="4051300"/>
                  </a:lnTo>
                  <a:lnTo>
                    <a:pt x="3787852" y="4076700"/>
                  </a:lnTo>
                  <a:lnTo>
                    <a:pt x="3753219" y="4102100"/>
                  </a:lnTo>
                  <a:lnTo>
                    <a:pt x="3718026" y="4127500"/>
                  </a:lnTo>
                  <a:lnTo>
                    <a:pt x="3682283" y="4165600"/>
                  </a:lnTo>
                  <a:lnTo>
                    <a:pt x="3646001" y="4191000"/>
                  </a:lnTo>
                  <a:lnTo>
                    <a:pt x="3571855" y="4241800"/>
                  </a:lnTo>
                  <a:lnTo>
                    <a:pt x="3495664" y="4292600"/>
                  </a:lnTo>
                  <a:lnTo>
                    <a:pt x="3456827" y="4305300"/>
                  </a:lnTo>
                  <a:lnTo>
                    <a:pt x="3377714" y="4356100"/>
                  </a:lnTo>
                  <a:lnTo>
                    <a:pt x="3337459" y="4368800"/>
                  </a:lnTo>
                  <a:lnTo>
                    <a:pt x="3296750" y="4394200"/>
                  </a:lnTo>
                  <a:lnTo>
                    <a:pt x="3255598" y="4406900"/>
                  </a:lnTo>
                  <a:lnTo>
                    <a:pt x="3214011" y="4432300"/>
                  </a:lnTo>
                  <a:lnTo>
                    <a:pt x="3172000" y="4445000"/>
                  </a:lnTo>
                  <a:lnTo>
                    <a:pt x="3129575" y="4470400"/>
                  </a:lnTo>
                  <a:lnTo>
                    <a:pt x="3086744" y="4483100"/>
                  </a:lnTo>
                  <a:lnTo>
                    <a:pt x="2776393" y="4572000"/>
                  </a:lnTo>
                  <a:close/>
                </a:path>
                <a:path w="4612005" h="4610100">
                  <a:moveTo>
                    <a:pt x="2638271" y="4597400"/>
                  </a:moveTo>
                  <a:lnTo>
                    <a:pt x="1973655" y="4597400"/>
                  </a:lnTo>
                  <a:lnTo>
                    <a:pt x="1881258" y="4572000"/>
                  </a:lnTo>
                  <a:lnTo>
                    <a:pt x="2730667" y="4572000"/>
                  </a:lnTo>
                  <a:lnTo>
                    <a:pt x="2638271" y="4597400"/>
                  </a:lnTo>
                  <a:close/>
                </a:path>
                <a:path w="4612005" h="4610100">
                  <a:moveTo>
                    <a:pt x="2544677" y="4610100"/>
                  </a:moveTo>
                  <a:lnTo>
                    <a:pt x="2067248" y="4610100"/>
                  </a:lnTo>
                  <a:lnTo>
                    <a:pt x="2020307" y="4597400"/>
                  </a:lnTo>
                  <a:lnTo>
                    <a:pt x="2591619" y="4597400"/>
                  </a:lnTo>
                  <a:lnTo>
                    <a:pt x="2544677" y="4610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3674" y="945896"/>
              <a:ext cx="4110087" cy="41021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28598" y="1752128"/>
              <a:ext cx="3830701" cy="38227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59526" y="1911323"/>
              <a:ext cx="3596784" cy="35802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626752" y="1952544"/>
              <a:ext cx="3429635" cy="3429635"/>
            </a:xfrm>
            <a:custGeom>
              <a:avLst/>
              <a:gdLst/>
              <a:ahLst/>
              <a:cxnLst/>
              <a:rect l="l" t="t" r="r" b="b"/>
              <a:pathLst>
                <a:path w="3429634" h="3429635">
                  <a:moveTo>
                    <a:pt x="1714798" y="3429596"/>
                  </a:moveTo>
                  <a:lnTo>
                    <a:pt x="1666800" y="3428937"/>
                  </a:lnTo>
                  <a:lnTo>
                    <a:pt x="1619128" y="3426972"/>
                  </a:lnTo>
                  <a:lnTo>
                    <a:pt x="1571800" y="3423718"/>
                  </a:lnTo>
                  <a:lnTo>
                    <a:pt x="1524832" y="3419193"/>
                  </a:lnTo>
                  <a:lnTo>
                    <a:pt x="1478242" y="3413412"/>
                  </a:lnTo>
                  <a:lnTo>
                    <a:pt x="1432047" y="3406395"/>
                  </a:lnTo>
                  <a:lnTo>
                    <a:pt x="1386265" y="3398157"/>
                  </a:lnTo>
                  <a:lnTo>
                    <a:pt x="1340912" y="3388717"/>
                  </a:lnTo>
                  <a:lnTo>
                    <a:pt x="1296005" y="3378090"/>
                  </a:lnTo>
                  <a:lnTo>
                    <a:pt x="1251562" y="3366295"/>
                  </a:lnTo>
                  <a:lnTo>
                    <a:pt x="1207600" y="3353349"/>
                  </a:lnTo>
                  <a:lnTo>
                    <a:pt x="1164137" y="3339268"/>
                  </a:lnTo>
                  <a:lnTo>
                    <a:pt x="1121188" y="3324070"/>
                  </a:lnTo>
                  <a:lnTo>
                    <a:pt x="1078773" y="3307773"/>
                  </a:lnTo>
                  <a:lnTo>
                    <a:pt x="1036907" y="3290393"/>
                  </a:lnTo>
                  <a:lnTo>
                    <a:pt x="995608" y="3271947"/>
                  </a:lnTo>
                  <a:lnTo>
                    <a:pt x="954893" y="3252453"/>
                  </a:lnTo>
                  <a:lnTo>
                    <a:pt x="914779" y="3231928"/>
                  </a:lnTo>
                  <a:lnTo>
                    <a:pt x="875284" y="3210390"/>
                  </a:lnTo>
                  <a:lnTo>
                    <a:pt x="836425" y="3187854"/>
                  </a:lnTo>
                  <a:lnTo>
                    <a:pt x="798218" y="3164339"/>
                  </a:lnTo>
                  <a:lnTo>
                    <a:pt x="760682" y="3139862"/>
                  </a:lnTo>
                  <a:lnTo>
                    <a:pt x="723833" y="3114439"/>
                  </a:lnTo>
                  <a:lnTo>
                    <a:pt x="687688" y="3088089"/>
                  </a:lnTo>
                  <a:lnTo>
                    <a:pt x="652265" y="3060828"/>
                  </a:lnTo>
                  <a:lnTo>
                    <a:pt x="617581" y="3032673"/>
                  </a:lnTo>
                  <a:lnTo>
                    <a:pt x="583652" y="3003642"/>
                  </a:lnTo>
                  <a:lnTo>
                    <a:pt x="550497" y="2973752"/>
                  </a:lnTo>
                  <a:lnTo>
                    <a:pt x="518133" y="2943019"/>
                  </a:lnTo>
                  <a:lnTo>
                    <a:pt x="486576" y="2911462"/>
                  </a:lnTo>
                  <a:lnTo>
                    <a:pt x="455844" y="2879098"/>
                  </a:lnTo>
                  <a:lnTo>
                    <a:pt x="425953" y="2845943"/>
                  </a:lnTo>
                  <a:lnTo>
                    <a:pt x="396922" y="2812015"/>
                  </a:lnTo>
                  <a:lnTo>
                    <a:pt x="368768" y="2777330"/>
                  </a:lnTo>
                  <a:lnTo>
                    <a:pt x="341506" y="2741907"/>
                  </a:lnTo>
                  <a:lnTo>
                    <a:pt x="315156" y="2705763"/>
                  </a:lnTo>
                  <a:lnTo>
                    <a:pt x="289734" y="2668913"/>
                  </a:lnTo>
                  <a:lnTo>
                    <a:pt x="265256" y="2631377"/>
                  </a:lnTo>
                  <a:lnTo>
                    <a:pt x="241741" y="2593170"/>
                  </a:lnTo>
                  <a:lnTo>
                    <a:pt x="219206" y="2554311"/>
                  </a:lnTo>
                  <a:lnTo>
                    <a:pt x="197667" y="2514816"/>
                  </a:lnTo>
                  <a:lnTo>
                    <a:pt x="177142" y="2474702"/>
                  </a:lnTo>
                  <a:lnTo>
                    <a:pt x="157648" y="2433987"/>
                  </a:lnTo>
                  <a:lnTo>
                    <a:pt x="139202" y="2392688"/>
                  </a:lnTo>
                  <a:lnTo>
                    <a:pt x="121822" y="2350822"/>
                  </a:lnTo>
                  <a:lnTo>
                    <a:pt x="105525" y="2308407"/>
                  </a:lnTo>
                  <a:lnTo>
                    <a:pt x="90327" y="2265458"/>
                  </a:lnTo>
                  <a:lnTo>
                    <a:pt x="76246" y="2221995"/>
                  </a:lnTo>
                  <a:lnTo>
                    <a:pt x="63300" y="2178033"/>
                  </a:lnTo>
                  <a:lnTo>
                    <a:pt x="51505" y="2133590"/>
                  </a:lnTo>
                  <a:lnTo>
                    <a:pt x="40879" y="2088684"/>
                  </a:lnTo>
                  <a:lnTo>
                    <a:pt x="31438" y="2043331"/>
                  </a:lnTo>
                  <a:lnTo>
                    <a:pt x="23200" y="1997548"/>
                  </a:lnTo>
                  <a:lnTo>
                    <a:pt x="16183" y="1951353"/>
                  </a:lnTo>
                  <a:lnTo>
                    <a:pt x="10403" y="1904763"/>
                  </a:lnTo>
                  <a:lnTo>
                    <a:pt x="5877" y="1857796"/>
                  </a:lnTo>
                  <a:lnTo>
                    <a:pt x="2623" y="1810467"/>
                  </a:lnTo>
                  <a:lnTo>
                    <a:pt x="658" y="1762796"/>
                  </a:lnTo>
                  <a:lnTo>
                    <a:pt x="0" y="1714798"/>
                  </a:lnTo>
                  <a:lnTo>
                    <a:pt x="658" y="1666800"/>
                  </a:lnTo>
                  <a:lnTo>
                    <a:pt x="2623" y="1619128"/>
                  </a:lnTo>
                  <a:lnTo>
                    <a:pt x="5877" y="1571800"/>
                  </a:lnTo>
                  <a:lnTo>
                    <a:pt x="10403" y="1524832"/>
                  </a:lnTo>
                  <a:lnTo>
                    <a:pt x="16183" y="1478242"/>
                  </a:lnTo>
                  <a:lnTo>
                    <a:pt x="23200" y="1432047"/>
                  </a:lnTo>
                  <a:lnTo>
                    <a:pt x="31438" y="1386265"/>
                  </a:lnTo>
                  <a:lnTo>
                    <a:pt x="40879" y="1340912"/>
                  </a:lnTo>
                  <a:lnTo>
                    <a:pt x="51505" y="1296005"/>
                  </a:lnTo>
                  <a:lnTo>
                    <a:pt x="63300" y="1251562"/>
                  </a:lnTo>
                  <a:lnTo>
                    <a:pt x="76246" y="1207600"/>
                  </a:lnTo>
                  <a:lnTo>
                    <a:pt x="90327" y="1164137"/>
                  </a:lnTo>
                  <a:lnTo>
                    <a:pt x="105525" y="1121188"/>
                  </a:lnTo>
                  <a:lnTo>
                    <a:pt x="121822" y="1078773"/>
                  </a:lnTo>
                  <a:lnTo>
                    <a:pt x="139202" y="1036907"/>
                  </a:lnTo>
                  <a:lnTo>
                    <a:pt x="157648" y="995608"/>
                  </a:lnTo>
                  <a:lnTo>
                    <a:pt x="177142" y="954893"/>
                  </a:lnTo>
                  <a:lnTo>
                    <a:pt x="197667" y="914779"/>
                  </a:lnTo>
                  <a:lnTo>
                    <a:pt x="219206" y="875284"/>
                  </a:lnTo>
                  <a:lnTo>
                    <a:pt x="241741" y="836425"/>
                  </a:lnTo>
                  <a:lnTo>
                    <a:pt x="265256" y="798218"/>
                  </a:lnTo>
                  <a:lnTo>
                    <a:pt x="289734" y="760682"/>
                  </a:lnTo>
                  <a:lnTo>
                    <a:pt x="315156" y="723833"/>
                  </a:lnTo>
                  <a:lnTo>
                    <a:pt x="341506" y="687688"/>
                  </a:lnTo>
                  <a:lnTo>
                    <a:pt x="368768" y="652265"/>
                  </a:lnTo>
                  <a:lnTo>
                    <a:pt x="396922" y="617581"/>
                  </a:lnTo>
                  <a:lnTo>
                    <a:pt x="425953" y="583652"/>
                  </a:lnTo>
                  <a:lnTo>
                    <a:pt x="455844" y="550497"/>
                  </a:lnTo>
                  <a:lnTo>
                    <a:pt x="486576" y="518133"/>
                  </a:lnTo>
                  <a:lnTo>
                    <a:pt x="518133" y="486576"/>
                  </a:lnTo>
                  <a:lnTo>
                    <a:pt x="550497" y="455844"/>
                  </a:lnTo>
                  <a:lnTo>
                    <a:pt x="583652" y="425953"/>
                  </a:lnTo>
                  <a:lnTo>
                    <a:pt x="617581" y="396922"/>
                  </a:lnTo>
                  <a:lnTo>
                    <a:pt x="652265" y="368768"/>
                  </a:lnTo>
                  <a:lnTo>
                    <a:pt x="687688" y="341506"/>
                  </a:lnTo>
                  <a:lnTo>
                    <a:pt x="723833" y="315156"/>
                  </a:lnTo>
                  <a:lnTo>
                    <a:pt x="760682" y="289734"/>
                  </a:lnTo>
                  <a:lnTo>
                    <a:pt x="798218" y="265256"/>
                  </a:lnTo>
                  <a:lnTo>
                    <a:pt x="836425" y="241741"/>
                  </a:lnTo>
                  <a:lnTo>
                    <a:pt x="875284" y="219206"/>
                  </a:lnTo>
                  <a:lnTo>
                    <a:pt x="914779" y="197667"/>
                  </a:lnTo>
                  <a:lnTo>
                    <a:pt x="954893" y="177142"/>
                  </a:lnTo>
                  <a:lnTo>
                    <a:pt x="995608" y="157648"/>
                  </a:lnTo>
                  <a:lnTo>
                    <a:pt x="1036907" y="139202"/>
                  </a:lnTo>
                  <a:lnTo>
                    <a:pt x="1078773" y="121822"/>
                  </a:lnTo>
                  <a:lnTo>
                    <a:pt x="1121188" y="105525"/>
                  </a:lnTo>
                  <a:lnTo>
                    <a:pt x="1164137" y="90327"/>
                  </a:lnTo>
                  <a:lnTo>
                    <a:pt x="1207600" y="76246"/>
                  </a:lnTo>
                  <a:lnTo>
                    <a:pt x="1251562" y="63300"/>
                  </a:lnTo>
                  <a:lnTo>
                    <a:pt x="1296005" y="51505"/>
                  </a:lnTo>
                  <a:lnTo>
                    <a:pt x="1340912" y="40879"/>
                  </a:lnTo>
                  <a:lnTo>
                    <a:pt x="1386265" y="31438"/>
                  </a:lnTo>
                  <a:lnTo>
                    <a:pt x="1432047" y="23200"/>
                  </a:lnTo>
                  <a:lnTo>
                    <a:pt x="1478242" y="16183"/>
                  </a:lnTo>
                  <a:lnTo>
                    <a:pt x="1524832" y="10403"/>
                  </a:lnTo>
                  <a:lnTo>
                    <a:pt x="1571800" y="5877"/>
                  </a:lnTo>
                  <a:lnTo>
                    <a:pt x="1619128" y="2623"/>
                  </a:lnTo>
                  <a:lnTo>
                    <a:pt x="1666800" y="658"/>
                  </a:lnTo>
                  <a:lnTo>
                    <a:pt x="1714798" y="0"/>
                  </a:lnTo>
                  <a:lnTo>
                    <a:pt x="1762796" y="658"/>
                  </a:lnTo>
                  <a:lnTo>
                    <a:pt x="1810467" y="2623"/>
                  </a:lnTo>
                  <a:lnTo>
                    <a:pt x="1857796" y="5877"/>
                  </a:lnTo>
                  <a:lnTo>
                    <a:pt x="1904763" y="10403"/>
                  </a:lnTo>
                  <a:lnTo>
                    <a:pt x="1951353" y="16183"/>
                  </a:lnTo>
                  <a:lnTo>
                    <a:pt x="1997548" y="23200"/>
                  </a:lnTo>
                  <a:lnTo>
                    <a:pt x="2043331" y="31438"/>
                  </a:lnTo>
                  <a:lnTo>
                    <a:pt x="2088684" y="40879"/>
                  </a:lnTo>
                  <a:lnTo>
                    <a:pt x="2133590" y="51505"/>
                  </a:lnTo>
                  <a:lnTo>
                    <a:pt x="2178033" y="63300"/>
                  </a:lnTo>
                  <a:lnTo>
                    <a:pt x="2221995" y="76246"/>
                  </a:lnTo>
                  <a:lnTo>
                    <a:pt x="2265458" y="90327"/>
                  </a:lnTo>
                  <a:lnTo>
                    <a:pt x="2308407" y="105525"/>
                  </a:lnTo>
                  <a:lnTo>
                    <a:pt x="2350822" y="121822"/>
                  </a:lnTo>
                  <a:lnTo>
                    <a:pt x="2392688" y="139202"/>
                  </a:lnTo>
                  <a:lnTo>
                    <a:pt x="2433987" y="157648"/>
                  </a:lnTo>
                  <a:lnTo>
                    <a:pt x="2474702" y="177142"/>
                  </a:lnTo>
                  <a:lnTo>
                    <a:pt x="2514816" y="197667"/>
                  </a:lnTo>
                  <a:lnTo>
                    <a:pt x="2554311" y="219206"/>
                  </a:lnTo>
                  <a:lnTo>
                    <a:pt x="2593170" y="241741"/>
                  </a:lnTo>
                  <a:lnTo>
                    <a:pt x="2631377" y="265256"/>
                  </a:lnTo>
                  <a:lnTo>
                    <a:pt x="2668913" y="289734"/>
                  </a:lnTo>
                  <a:lnTo>
                    <a:pt x="2705763" y="315156"/>
                  </a:lnTo>
                  <a:lnTo>
                    <a:pt x="2741907" y="341506"/>
                  </a:lnTo>
                  <a:lnTo>
                    <a:pt x="2777330" y="368768"/>
                  </a:lnTo>
                  <a:lnTo>
                    <a:pt x="2812015" y="396922"/>
                  </a:lnTo>
                  <a:lnTo>
                    <a:pt x="2845943" y="425953"/>
                  </a:lnTo>
                  <a:lnTo>
                    <a:pt x="2879098" y="455844"/>
                  </a:lnTo>
                  <a:lnTo>
                    <a:pt x="2911462" y="486576"/>
                  </a:lnTo>
                  <a:lnTo>
                    <a:pt x="2943019" y="518133"/>
                  </a:lnTo>
                  <a:lnTo>
                    <a:pt x="2973752" y="550497"/>
                  </a:lnTo>
                  <a:lnTo>
                    <a:pt x="3003642" y="583652"/>
                  </a:lnTo>
                  <a:lnTo>
                    <a:pt x="3032673" y="617581"/>
                  </a:lnTo>
                  <a:lnTo>
                    <a:pt x="3060828" y="652265"/>
                  </a:lnTo>
                  <a:lnTo>
                    <a:pt x="3088089" y="687688"/>
                  </a:lnTo>
                  <a:lnTo>
                    <a:pt x="3114439" y="723833"/>
                  </a:lnTo>
                  <a:lnTo>
                    <a:pt x="3139862" y="760682"/>
                  </a:lnTo>
                  <a:lnTo>
                    <a:pt x="3164339" y="798218"/>
                  </a:lnTo>
                  <a:lnTo>
                    <a:pt x="3187854" y="836425"/>
                  </a:lnTo>
                  <a:lnTo>
                    <a:pt x="3210390" y="875284"/>
                  </a:lnTo>
                  <a:lnTo>
                    <a:pt x="3231928" y="914779"/>
                  </a:lnTo>
                  <a:lnTo>
                    <a:pt x="3252453" y="954893"/>
                  </a:lnTo>
                  <a:lnTo>
                    <a:pt x="3271947" y="995608"/>
                  </a:lnTo>
                  <a:lnTo>
                    <a:pt x="3290393" y="1036907"/>
                  </a:lnTo>
                  <a:lnTo>
                    <a:pt x="3307773" y="1078773"/>
                  </a:lnTo>
                  <a:lnTo>
                    <a:pt x="3324070" y="1121188"/>
                  </a:lnTo>
                  <a:lnTo>
                    <a:pt x="3339268" y="1164137"/>
                  </a:lnTo>
                  <a:lnTo>
                    <a:pt x="3353349" y="1207600"/>
                  </a:lnTo>
                  <a:lnTo>
                    <a:pt x="3366295" y="1251562"/>
                  </a:lnTo>
                  <a:lnTo>
                    <a:pt x="3378090" y="1296005"/>
                  </a:lnTo>
                  <a:lnTo>
                    <a:pt x="3388717" y="1340912"/>
                  </a:lnTo>
                  <a:lnTo>
                    <a:pt x="3398157" y="1386265"/>
                  </a:lnTo>
                  <a:lnTo>
                    <a:pt x="3406395" y="1432047"/>
                  </a:lnTo>
                  <a:lnTo>
                    <a:pt x="3413412" y="1478242"/>
                  </a:lnTo>
                  <a:lnTo>
                    <a:pt x="3419193" y="1524832"/>
                  </a:lnTo>
                  <a:lnTo>
                    <a:pt x="3423718" y="1571800"/>
                  </a:lnTo>
                  <a:lnTo>
                    <a:pt x="3426972" y="1619128"/>
                  </a:lnTo>
                  <a:lnTo>
                    <a:pt x="3428937" y="1666800"/>
                  </a:lnTo>
                  <a:lnTo>
                    <a:pt x="3429596" y="1714798"/>
                  </a:lnTo>
                  <a:lnTo>
                    <a:pt x="3428937" y="1762796"/>
                  </a:lnTo>
                  <a:lnTo>
                    <a:pt x="3426972" y="1810467"/>
                  </a:lnTo>
                  <a:lnTo>
                    <a:pt x="3423718" y="1857796"/>
                  </a:lnTo>
                  <a:lnTo>
                    <a:pt x="3419193" y="1904763"/>
                  </a:lnTo>
                  <a:lnTo>
                    <a:pt x="3413412" y="1951353"/>
                  </a:lnTo>
                  <a:lnTo>
                    <a:pt x="3406395" y="1997548"/>
                  </a:lnTo>
                  <a:lnTo>
                    <a:pt x="3398157" y="2043331"/>
                  </a:lnTo>
                  <a:lnTo>
                    <a:pt x="3388717" y="2088684"/>
                  </a:lnTo>
                  <a:lnTo>
                    <a:pt x="3378090" y="2133590"/>
                  </a:lnTo>
                  <a:lnTo>
                    <a:pt x="3366295" y="2178033"/>
                  </a:lnTo>
                  <a:lnTo>
                    <a:pt x="3353349" y="2221995"/>
                  </a:lnTo>
                  <a:lnTo>
                    <a:pt x="3339268" y="2265458"/>
                  </a:lnTo>
                  <a:lnTo>
                    <a:pt x="3324070" y="2308407"/>
                  </a:lnTo>
                  <a:lnTo>
                    <a:pt x="3307773" y="2350822"/>
                  </a:lnTo>
                  <a:lnTo>
                    <a:pt x="3290393" y="2392688"/>
                  </a:lnTo>
                  <a:lnTo>
                    <a:pt x="3271947" y="2433987"/>
                  </a:lnTo>
                  <a:lnTo>
                    <a:pt x="3252453" y="2474702"/>
                  </a:lnTo>
                  <a:lnTo>
                    <a:pt x="3231928" y="2514816"/>
                  </a:lnTo>
                  <a:lnTo>
                    <a:pt x="3210390" y="2554311"/>
                  </a:lnTo>
                  <a:lnTo>
                    <a:pt x="3187854" y="2593170"/>
                  </a:lnTo>
                  <a:lnTo>
                    <a:pt x="3164339" y="2631377"/>
                  </a:lnTo>
                  <a:lnTo>
                    <a:pt x="3139862" y="2668913"/>
                  </a:lnTo>
                  <a:lnTo>
                    <a:pt x="3114439" y="2705763"/>
                  </a:lnTo>
                  <a:lnTo>
                    <a:pt x="3088089" y="2741907"/>
                  </a:lnTo>
                  <a:lnTo>
                    <a:pt x="3060828" y="2777330"/>
                  </a:lnTo>
                  <a:lnTo>
                    <a:pt x="3032673" y="2812015"/>
                  </a:lnTo>
                  <a:lnTo>
                    <a:pt x="3003642" y="2845943"/>
                  </a:lnTo>
                  <a:lnTo>
                    <a:pt x="2973752" y="2879098"/>
                  </a:lnTo>
                  <a:lnTo>
                    <a:pt x="2943019" y="2911462"/>
                  </a:lnTo>
                  <a:lnTo>
                    <a:pt x="2911462" y="2943019"/>
                  </a:lnTo>
                  <a:lnTo>
                    <a:pt x="2879098" y="2973752"/>
                  </a:lnTo>
                  <a:lnTo>
                    <a:pt x="2845943" y="3003642"/>
                  </a:lnTo>
                  <a:lnTo>
                    <a:pt x="2812015" y="3032673"/>
                  </a:lnTo>
                  <a:lnTo>
                    <a:pt x="2777330" y="3060828"/>
                  </a:lnTo>
                  <a:lnTo>
                    <a:pt x="2741907" y="3088089"/>
                  </a:lnTo>
                  <a:lnTo>
                    <a:pt x="2705763" y="3114439"/>
                  </a:lnTo>
                  <a:lnTo>
                    <a:pt x="2668913" y="3139862"/>
                  </a:lnTo>
                  <a:lnTo>
                    <a:pt x="2631377" y="3164339"/>
                  </a:lnTo>
                  <a:lnTo>
                    <a:pt x="2593170" y="3187854"/>
                  </a:lnTo>
                  <a:lnTo>
                    <a:pt x="2554311" y="3210390"/>
                  </a:lnTo>
                  <a:lnTo>
                    <a:pt x="2514816" y="3231928"/>
                  </a:lnTo>
                  <a:lnTo>
                    <a:pt x="2474702" y="3252453"/>
                  </a:lnTo>
                  <a:lnTo>
                    <a:pt x="2433987" y="3271947"/>
                  </a:lnTo>
                  <a:lnTo>
                    <a:pt x="2392688" y="3290393"/>
                  </a:lnTo>
                  <a:lnTo>
                    <a:pt x="2350822" y="3307773"/>
                  </a:lnTo>
                  <a:lnTo>
                    <a:pt x="2308407" y="3324070"/>
                  </a:lnTo>
                  <a:lnTo>
                    <a:pt x="2265458" y="3339268"/>
                  </a:lnTo>
                  <a:lnTo>
                    <a:pt x="2221995" y="3353349"/>
                  </a:lnTo>
                  <a:lnTo>
                    <a:pt x="2178033" y="3366295"/>
                  </a:lnTo>
                  <a:lnTo>
                    <a:pt x="2133590" y="3378090"/>
                  </a:lnTo>
                  <a:lnTo>
                    <a:pt x="2088684" y="3388717"/>
                  </a:lnTo>
                  <a:lnTo>
                    <a:pt x="2043331" y="3398157"/>
                  </a:lnTo>
                  <a:lnTo>
                    <a:pt x="1997548" y="3406395"/>
                  </a:lnTo>
                  <a:lnTo>
                    <a:pt x="1951353" y="3413412"/>
                  </a:lnTo>
                  <a:lnTo>
                    <a:pt x="1904763" y="3419193"/>
                  </a:lnTo>
                  <a:lnTo>
                    <a:pt x="1857796" y="3423718"/>
                  </a:lnTo>
                  <a:lnTo>
                    <a:pt x="1810467" y="3426972"/>
                  </a:lnTo>
                  <a:lnTo>
                    <a:pt x="1762796" y="3428937"/>
                  </a:lnTo>
                  <a:lnTo>
                    <a:pt x="1714798" y="3429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96644" y="2132598"/>
              <a:ext cx="3056410" cy="305641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66748" y="5872987"/>
              <a:ext cx="2779179" cy="27791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04660" y="5991132"/>
              <a:ext cx="2585740" cy="25738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024878" y="6020766"/>
              <a:ext cx="2465705" cy="2465705"/>
            </a:xfrm>
            <a:custGeom>
              <a:avLst/>
              <a:gdLst/>
              <a:ahLst/>
              <a:cxnLst/>
              <a:rect l="l" t="t" r="r" b="b"/>
              <a:pathLst>
                <a:path w="2465705" h="2465704">
                  <a:moveTo>
                    <a:pt x="1232774" y="2465548"/>
                  </a:moveTo>
                  <a:lnTo>
                    <a:pt x="1184367" y="2464615"/>
                  </a:lnTo>
                  <a:lnTo>
                    <a:pt x="1136433" y="2461839"/>
                  </a:lnTo>
                  <a:lnTo>
                    <a:pt x="1089006" y="2457255"/>
                  </a:lnTo>
                  <a:lnTo>
                    <a:pt x="1042121" y="2450895"/>
                  </a:lnTo>
                  <a:lnTo>
                    <a:pt x="995810" y="2442796"/>
                  </a:lnTo>
                  <a:lnTo>
                    <a:pt x="950110" y="2432990"/>
                  </a:lnTo>
                  <a:lnTo>
                    <a:pt x="905054" y="2421512"/>
                  </a:lnTo>
                  <a:lnTo>
                    <a:pt x="860675" y="2408397"/>
                  </a:lnTo>
                  <a:lnTo>
                    <a:pt x="817010" y="2393679"/>
                  </a:lnTo>
                  <a:lnTo>
                    <a:pt x="774091" y="2377392"/>
                  </a:lnTo>
                  <a:lnTo>
                    <a:pt x="731953" y="2359570"/>
                  </a:lnTo>
                  <a:lnTo>
                    <a:pt x="690631" y="2340248"/>
                  </a:lnTo>
                  <a:lnTo>
                    <a:pt x="650158" y="2319459"/>
                  </a:lnTo>
                  <a:lnTo>
                    <a:pt x="610569" y="2297238"/>
                  </a:lnTo>
                  <a:lnTo>
                    <a:pt x="571898" y="2273620"/>
                  </a:lnTo>
                  <a:lnTo>
                    <a:pt x="534180" y="2248638"/>
                  </a:lnTo>
                  <a:lnTo>
                    <a:pt x="497448" y="2222327"/>
                  </a:lnTo>
                  <a:lnTo>
                    <a:pt x="461736" y="2194722"/>
                  </a:lnTo>
                  <a:lnTo>
                    <a:pt x="427080" y="2165855"/>
                  </a:lnTo>
                  <a:lnTo>
                    <a:pt x="393514" y="2135762"/>
                  </a:lnTo>
                  <a:lnTo>
                    <a:pt x="361071" y="2104477"/>
                  </a:lnTo>
                  <a:lnTo>
                    <a:pt x="329786" y="2072034"/>
                  </a:lnTo>
                  <a:lnTo>
                    <a:pt x="299693" y="2038467"/>
                  </a:lnTo>
                  <a:lnTo>
                    <a:pt x="270826" y="2003811"/>
                  </a:lnTo>
                  <a:lnTo>
                    <a:pt x="243220" y="1968100"/>
                  </a:lnTo>
                  <a:lnTo>
                    <a:pt x="216909" y="1931368"/>
                  </a:lnTo>
                  <a:lnTo>
                    <a:pt x="191928" y="1893650"/>
                  </a:lnTo>
                  <a:lnTo>
                    <a:pt x="168309" y="1854979"/>
                  </a:lnTo>
                  <a:lnTo>
                    <a:pt x="146089" y="1815390"/>
                  </a:lnTo>
                  <a:lnTo>
                    <a:pt x="125300" y="1774917"/>
                  </a:lnTo>
                  <a:lnTo>
                    <a:pt x="105978" y="1733594"/>
                  </a:lnTo>
                  <a:lnTo>
                    <a:pt x="88156" y="1691457"/>
                  </a:lnTo>
                  <a:lnTo>
                    <a:pt x="71869" y="1648538"/>
                  </a:lnTo>
                  <a:lnTo>
                    <a:pt x="57150" y="1604872"/>
                  </a:lnTo>
                  <a:lnTo>
                    <a:pt x="44035" y="1560494"/>
                  </a:lnTo>
                  <a:lnTo>
                    <a:pt x="32558" y="1515438"/>
                  </a:lnTo>
                  <a:lnTo>
                    <a:pt x="22752" y="1469737"/>
                  </a:lnTo>
                  <a:lnTo>
                    <a:pt x="14653" y="1423427"/>
                  </a:lnTo>
                  <a:lnTo>
                    <a:pt x="8293" y="1376541"/>
                  </a:lnTo>
                  <a:lnTo>
                    <a:pt x="3708" y="1329114"/>
                  </a:lnTo>
                  <a:lnTo>
                    <a:pt x="932" y="1281181"/>
                  </a:lnTo>
                  <a:lnTo>
                    <a:pt x="0" y="1232774"/>
                  </a:lnTo>
                  <a:lnTo>
                    <a:pt x="932" y="1184367"/>
                  </a:lnTo>
                  <a:lnTo>
                    <a:pt x="3708" y="1136433"/>
                  </a:lnTo>
                  <a:lnTo>
                    <a:pt x="8293" y="1089006"/>
                  </a:lnTo>
                  <a:lnTo>
                    <a:pt x="14653" y="1042121"/>
                  </a:lnTo>
                  <a:lnTo>
                    <a:pt x="22752" y="995810"/>
                  </a:lnTo>
                  <a:lnTo>
                    <a:pt x="32558" y="950110"/>
                  </a:lnTo>
                  <a:lnTo>
                    <a:pt x="44035" y="905054"/>
                  </a:lnTo>
                  <a:lnTo>
                    <a:pt x="57150" y="860675"/>
                  </a:lnTo>
                  <a:lnTo>
                    <a:pt x="71869" y="817010"/>
                  </a:lnTo>
                  <a:lnTo>
                    <a:pt x="88156" y="774091"/>
                  </a:lnTo>
                  <a:lnTo>
                    <a:pt x="105978" y="731953"/>
                  </a:lnTo>
                  <a:lnTo>
                    <a:pt x="125300" y="690631"/>
                  </a:lnTo>
                  <a:lnTo>
                    <a:pt x="146089" y="650158"/>
                  </a:lnTo>
                  <a:lnTo>
                    <a:pt x="168309" y="610569"/>
                  </a:lnTo>
                  <a:lnTo>
                    <a:pt x="191928" y="571898"/>
                  </a:lnTo>
                  <a:lnTo>
                    <a:pt x="216909" y="534180"/>
                  </a:lnTo>
                  <a:lnTo>
                    <a:pt x="243220" y="497448"/>
                  </a:lnTo>
                  <a:lnTo>
                    <a:pt x="270826" y="461736"/>
                  </a:lnTo>
                  <a:lnTo>
                    <a:pt x="299693" y="427080"/>
                  </a:lnTo>
                  <a:lnTo>
                    <a:pt x="329786" y="393514"/>
                  </a:lnTo>
                  <a:lnTo>
                    <a:pt x="361071" y="361071"/>
                  </a:lnTo>
                  <a:lnTo>
                    <a:pt x="393514" y="329786"/>
                  </a:lnTo>
                  <a:lnTo>
                    <a:pt x="427080" y="299693"/>
                  </a:lnTo>
                  <a:lnTo>
                    <a:pt x="461736" y="270826"/>
                  </a:lnTo>
                  <a:lnTo>
                    <a:pt x="497448" y="243220"/>
                  </a:lnTo>
                  <a:lnTo>
                    <a:pt x="534180" y="216909"/>
                  </a:lnTo>
                  <a:lnTo>
                    <a:pt x="571898" y="191928"/>
                  </a:lnTo>
                  <a:lnTo>
                    <a:pt x="610569" y="168309"/>
                  </a:lnTo>
                  <a:lnTo>
                    <a:pt x="650158" y="146089"/>
                  </a:lnTo>
                  <a:lnTo>
                    <a:pt x="690631" y="125300"/>
                  </a:lnTo>
                  <a:lnTo>
                    <a:pt x="731953" y="105978"/>
                  </a:lnTo>
                  <a:lnTo>
                    <a:pt x="774091" y="88156"/>
                  </a:lnTo>
                  <a:lnTo>
                    <a:pt x="817010" y="71869"/>
                  </a:lnTo>
                  <a:lnTo>
                    <a:pt x="860675" y="57150"/>
                  </a:lnTo>
                  <a:lnTo>
                    <a:pt x="905054" y="44035"/>
                  </a:lnTo>
                  <a:lnTo>
                    <a:pt x="950110" y="32558"/>
                  </a:lnTo>
                  <a:lnTo>
                    <a:pt x="995810" y="22752"/>
                  </a:lnTo>
                  <a:lnTo>
                    <a:pt x="1042121" y="14653"/>
                  </a:lnTo>
                  <a:lnTo>
                    <a:pt x="1089006" y="8293"/>
                  </a:lnTo>
                  <a:lnTo>
                    <a:pt x="1136433" y="3708"/>
                  </a:lnTo>
                  <a:lnTo>
                    <a:pt x="1184367" y="932"/>
                  </a:lnTo>
                  <a:lnTo>
                    <a:pt x="1232774" y="0"/>
                  </a:lnTo>
                  <a:lnTo>
                    <a:pt x="1281181" y="932"/>
                  </a:lnTo>
                  <a:lnTo>
                    <a:pt x="1329114" y="3708"/>
                  </a:lnTo>
                  <a:lnTo>
                    <a:pt x="1376541" y="8293"/>
                  </a:lnTo>
                  <a:lnTo>
                    <a:pt x="1423427" y="14653"/>
                  </a:lnTo>
                  <a:lnTo>
                    <a:pt x="1469737" y="22752"/>
                  </a:lnTo>
                  <a:lnTo>
                    <a:pt x="1515438" y="32558"/>
                  </a:lnTo>
                  <a:lnTo>
                    <a:pt x="1560494" y="44035"/>
                  </a:lnTo>
                  <a:lnTo>
                    <a:pt x="1604872" y="57150"/>
                  </a:lnTo>
                  <a:lnTo>
                    <a:pt x="1648538" y="71869"/>
                  </a:lnTo>
                  <a:lnTo>
                    <a:pt x="1691457" y="88156"/>
                  </a:lnTo>
                  <a:lnTo>
                    <a:pt x="1733594" y="105978"/>
                  </a:lnTo>
                  <a:lnTo>
                    <a:pt x="1774917" y="125300"/>
                  </a:lnTo>
                  <a:lnTo>
                    <a:pt x="1815390" y="146089"/>
                  </a:lnTo>
                  <a:lnTo>
                    <a:pt x="1854979" y="168309"/>
                  </a:lnTo>
                  <a:lnTo>
                    <a:pt x="1893650" y="191928"/>
                  </a:lnTo>
                  <a:lnTo>
                    <a:pt x="1931368" y="216909"/>
                  </a:lnTo>
                  <a:lnTo>
                    <a:pt x="1968100" y="243220"/>
                  </a:lnTo>
                  <a:lnTo>
                    <a:pt x="2003811" y="270826"/>
                  </a:lnTo>
                  <a:lnTo>
                    <a:pt x="2038467" y="299693"/>
                  </a:lnTo>
                  <a:lnTo>
                    <a:pt x="2072034" y="329786"/>
                  </a:lnTo>
                  <a:lnTo>
                    <a:pt x="2104477" y="361071"/>
                  </a:lnTo>
                  <a:lnTo>
                    <a:pt x="2135762" y="393514"/>
                  </a:lnTo>
                  <a:lnTo>
                    <a:pt x="2165855" y="427080"/>
                  </a:lnTo>
                  <a:lnTo>
                    <a:pt x="2194722" y="461736"/>
                  </a:lnTo>
                  <a:lnTo>
                    <a:pt x="2222327" y="497448"/>
                  </a:lnTo>
                  <a:lnTo>
                    <a:pt x="2248638" y="534180"/>
                  </a:lnTo>
                  <a:lnTo>
                    <a:pt x="2273620" y="571898"/>
                  </a:lnTo>
                  <a:lnTo>
                    <a:pt x="2297238" y="610569"/>
                  </a:lnTo>
                  <a:lnTo>
                    <a:pt x="2319459" y="650158"/>
                  </a:lnTo>
                  <a:lnTo>
                    <a:pt x="2340248" y="690631"/>
                  </a:lnTo>
                  <a:lnTo>
                    <a:pt x="2359570" y="731953"/>
                  </a:lnTo>
                  <a:lnTo>
                    <a:pt x="2377392" y="774091"/>
                  </a:lnTo>
                  <a:lnTo>
                    <a:pt x="2393679" y="817010"/>
                  </a:lnTo>
                  <a:lnTo>
                    <a:pt x="2408397" y="860675"/>
                  </a:lnTo>
                  <a:lnTo>
                    <a:pt x="2421512" y="905054"/>
                  </a:lnTo>
                  <a:lnTo>
                    <a:pt x="2432990" y="950110"/>
                  </a:lnTo>
                  <a:lnTo>
                    <a:pt x="2442795" y="995810"/>
                  </a:lnTo>
                  <a:lnTo>
                    <a:pt x="2450895" y="1042121"/>
                  </a:lnTo>
                  <a:lnTo>
                    <a:pt x="2457254" y="1089006"/>
                  </a:lnTo>
                  <a:lnTo>
                    <a:pt x="2461839" y="1136433"/>
                  </a:lnTo>
                  <a:lnTo>
                    <a:pt x="2464615" y="1184367"/>
                  </a:lnTo>
                  <a:lnTo>
                    <a:pt x="2465548" y="1232774"/>
                  </a:lnTo>
                  <a:lnTo>
                    <a:pt x="2464615" y="1281181"/>
                  </a:lnTo>
                  <a:lnTo>
                    <a:pt x="2461839" y="1329114"/>
                  </a:lnTo>
                  <a:lnTo>
                    <a:pt x="2457254" y="1376541"/>
                  </a:lnTo>
                  <a:lnTo>
                    <a:pt x="2450895" y="1423427"/>
                  </a:lnTo>
                  <a:lnTo>
                    <a:pt x="2442795" y="1469737"/>
                  </a:lnTo>
                  <a:lnTo>
                    <a:pt x="2432990" y="1515438"/>
                  </a:lnTo>
                  <a:lnTo>
                    <a:pt x="2421512" y="1560494"/>
                  </a:lnTo>
                  <a:lnTo>
                    <a:pt x="2408397" y="1604872"/>
                  </a:lnTo>
                  <a:lnTo>
                    <a:pt x="2393679" y="1648538"/>
                  </a:lnTo>
                  <a:lnTo>
                    <a:pt x="2377392" y="1691457"/>
                  </a:lnTo>
                  <a:lnTo>
                    <a:pt x="2359570" y="1733594"/>
                  </a:lnTo>
                  <a:lnTo>
                    <a:pt x="2340248" y="1774917"/>
                  </a:lnTo>
                  <a:lnTo>
                    <a:pt x="2319459" y="1815390"/>
                  </a:lnTo>
                  <a:lnTo>
                    <a:pt x="2297238" y="1854979"/>
                  </a:lnTo>
                  <a:lnTo>
                    <a:pt x="2273620" y="1893650"/>
                  </a:lnTo>
                  <a:lnTo>
                    <a:pt x="2248638" y="1931368"/>
                  </a:lnTo>
                  <a:lnTo>
                    <a:pt x="2222327" y="1968100"/>
                  </a:lnTo>
                  <a:lnTo>
                    <a:pt x="2194722" y="2003811"/>
                  </a:lnTo>
                  <a:lnTo>
                    <a:pt x="2165855" y="2038467"/>
                  </a:lnTo>
                  <a:lnTo>
                    <a:pt x="2135762" y="2072034"/>
                  </a:lnTo>
                  <a:lnTo>
                    <a:pt x="2104477" y="2104477"/>
                  </a:lnTo>
                  <a:lnTo>
                    <a:pt x="2072034" y="2135762"/>
                  </a:lnTo>
                  <a:lnTo>
                    <a:pt x="2038467" y="2165855"/>
                  </a:lnTo>
                  <a:lnTo>
                    <a:pt x="2003811" y="2194722"/>
                  </a:lnTo>
                  <a:lnTo>
                    <a:pt x="1968100" y="2222327"/>
                  </a:lnTo>
                  <a:lnTo>
                    <a:pt x="1931368" y="2248638"/>
                  </a:lnTo>
                  <a:lnTo>
                    <a:pt x="1893650" y="2273620"/>
                  </a:lnTo>
                  <a:lnTo>
                    <a:pt x="1854979" y="2297238"/>
                  </a:lnTo>
                  <a:lnTo>
                    <a:pt x="1815390" y="2319459"/>
                  </a:lnTo>
                  <a:lnTo>
                    <a:pt x="1774917" y="2340248"/>
                  </a:lnTo>
                  <a:lnTo>
                    <a:pt x="1733594" y="2359570"/>
                  </a:lnTo>
                  <a:lnTo>
                    <a:pt x="1691457" y="2377392"/>
                  </a:lnTo>
                  <a:lnTo>
                    <a:pt x="1648538" y="2393679"/>
                  </a:lnTo>
                  <a:lnTo>
                    <a:pt x="1604872" y="2408397"/>
                  </a:lnTo>
                  <a:lnTo>
                    <a:pt x="1560494" y="2421512"/>
                  </a:lnTo>
                  <a:lnTo>
                    <a:pt x="1515438" y="2432990"/>
                  </a:lnTo>
                  <a:lnTo>
                    <a:pt x="1469737" y="2442796"/>
                  </a:lnTo>
                  <a:lnTo>
                    <a:pt x="1423427" y="2450895"/>
                  </a:lnTo>
                  <a:lnTo>
                    <a:pt x="1376541" y="2457255"/>
                  </a:lnTo>
                  <a:lnTo>
                    <a:pt x="1329114" y="2461839"/>
                  </a:lnTo>
                  <a:lnTo>
                    <a:pt x="1281181" y="2464615"/>
                  </a:lnTo>
                  <a:lnTo>
                    <a:pt x="1232774" y="2465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47014" y="6150208"/>
              <a:ext cx="2197264" cy="21972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03308" y="473291"/>
              <a:ext cx="1109053" cy="110905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771545" y="641528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4">
                  <a:moveTo>
                    <a:pt x="386290" y="772580"/>
                  </a:moveTo>
                  <a:lnTo>
                    <a:pt x="337834" y="769570"/>
                  </a:lnTo>
                  <a:lnTo>
                    <a:pt x="291175" y="760782"/>
                  </a:lnTo>
                  <a:lnTo>
                    <a:pt x="246674" y="746578"/>
                  </a:lnTo>
                  <a:lnTo>
                    <a:pt x="204693" y="727320"/>
                  </a:lnTo>
                  <a:lnTo>
                    <a:pt x="165594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6"/>
                  </a:lnTo>
                  <a:lnTo>
                    <a:pt x="26001" y="525905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4" y="69210"/>
                  </a:lnTo>
                  <a:lnTo>
                    <a:pt x="204693" y="45259"/>
                  </a:lnTo>
                  <a:lnTo>
                    <a:pt x="246674" y="26001"/>
                  </a:lnTo>
                  <a:lnTo>
                    <a:pt x="291175" y="11797"/>
                  </a:lnTo>
                  <a:lnTo>
                    <a:pt x="337834" y="3009"/>
                  </a:lnTo>
                  <a:lnTo>
                    <a:pt x="386290" y="0"/>
                  </a:lnTo>
                  <a:lnTo>
                    <a:pt x="434745" y="3009"/>
                  </a:lnTo>
                  <a:lnTo>
                    <a:pt x="481404" y="11797"/>
                  </a:lnTo>
                  <a:lnTo>
                    <a:pt x="525905" y="26001"/>
                  </a:lnTo>
                  <a:lnTo>
                    <a:pt x="567887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5"/>
                  </a:lnTo>
                  <a:lnTo>
                    <a:pt x="727320" y="567886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7" y="727320"/>
                  </a:lnTo>
                  <a:lnTo>
                    <a:pt x="525905" y="746578"/>
                  </a:lnTo>
                  <a:lnTo>
                    <a:pt x="481404" y="760782"/>
                  </a:lnTo>
                  <a:lnTo>
                    <a:pt x="434745" y="769570"/>
                  </a:lnTo>
                  <a:lnTo>
                    <a:pt x="386290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032042" y="635244"/>
            <a:ext cx="252095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185" dirty="0">
                <a:solidFill>
                  <a:srgbClr val="4574A6"/>
                </a:solidFill>
                <a:latin typeface="Tahoma"/>
                <a:cs typeface="Tahoma"/>
              </a:rPr>
              <a:t>1</a:t>
            </a:r>
            <a:endParaRPr sz="45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091400" y="1744127"/>
            <a:ext cx="1109345" cy="1109345"/>
            <a:chOff x="16091400" y="1744127"/>
            <a:chExt cx="1109345" cy="1109345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91400" y="1744127"/>
              <a:ext cx="1109053" cy="110905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259638" y="1912364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4" h="772794">
                  <a:moveTo>
                    <a:pt x="386289" y="772580"/>
                  </a:moveTo>
                  <a:lnTo>
                    <a:pt x="337833" y="769570"/>
                  </a:lnTo>
                  <a:lnTo>
                    <a:pt x="291174" y="760782"/>
                  </a:lnTo>
                  <a:lnTo>
                    <a:pt x="246673" y="746578"/>
                  </a:lnTo>
                  <a:lnTo>
                    <a:pt x="204692" y="727320"/>
                  </a:lnTo>
                  <a:lnTo>
                    <a:pt x="165593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6"/>
                  </a:lnTo>
                  <a:lnTo>
                    <a:pt x="26001" y="525905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90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3" y="69210"/>
                  </a:lnTo>
                  <a:lnTo>
                    <a:pt x="204692" y="45259"/>
                  </a:lnTo>
                  <a:lnTo>
                    <a:pt x="246673" y="26001"/>
                  </a:lnTo>
                  <a:lnTo>
                    <a:pt x="291174" y="11797"/>
                  </a:lnTo>
                  <a:lnTo>
                    <a:pt x="337833" y="3009"/>
                  </a:lnTo>
                  <a:lnTo>
                    <a:pt x="386289" y="0"/>
                  </a:lnTo>
                  <a:lnTo>
                    <a:pt x="434744" y="3009"/>
                  </a:lnTo>
                  <a:lnTo>
                    <a:pt x="481403" y="11797"/>
                  </a:lnTo>
                  <a:lnTo>
                    <a:pt x="525905" y="26001"/>
                  </a:lnTo>
                  <a:lnTo>
                    <a:pt x="567886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8" y="129739"/>
                  </a:lnTo>
                  <a:lnTo>
                    <a:pt x="703369" y="165594"/>
                  </a:lnTo>
                  <a:lnTo>
                    <a:pt x="727319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79" y="386290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5"/>
                  </a:lnTo>
                  <a:lnTo>
                    <a:pt x="727319" y="567886"/>
                  </a:lnTo>
                  <a:lnTo>
                    <a:pt x="703369" y="606985"/>
                  </a:lnTo>
                  <a:lnTo>
                    <a:pt x="675088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6" y="727320"/>
                  </a:lnTo>
                  <a:lnTo>
                    <a:pt x="525905" y="746578"/>
                  </a:lnTo>
                  <a:lnTo>
                    <a:pt x="481403" y="760782"/>
                  </a:lnTo>
                  <a:lnTo>
                    <a:pt x="434744" y="769570"/>
                  </a:lnTo>
                  <a:lnTo>
                    <a:pt x="386289" y="77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482034" y="1906079"/>
            <a:ext cx="366395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65" dirty="0">
                <a:solidFill>
                  <a:srgbClr val="4574A6"/>
                </a:solidFill>
                <a:latin typeface="Tahoma"/>
                <a:cs typeface="Tahoma"/>
              </a:rPr>
              <a:t>2</a:t>
            </a:r>
            <a:endParaRPr sz="45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882167" y="5907866"/>
            <a:ext cx="1109345" cy="1109345"/>
            <a:chOff x="15882167" y="5907866"/>
            <a:chExt cx="1109345" cy="110934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882167" y="5907866"/>
              <a:ext cx="1109053" cy="110905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6050402" y="6076104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4" h="772795">
                  <a:moveTo>
                    <a:pt x="386289" y="772579"/>
                  </a:moveTo>
                  <a:lnTo>
                    <a:pt x="337833" y="769570"/>
                  </a:lnTo>
                  <a:lnTo>
                    <a:pt x="291174" y="760782"/>
                  </a:lnTo>
                  <a:lnTo>
                    <a:pt x="246673" y="746578"/>
                  </a:lnTo>
                  <a:lnTo>
                    <a:pt x="204692" y="727319"/>
                  </a:lnTo>
                  <a:lnTo>
                    <a:pt x="165593" y="703369"/>
                  </a:lnTo>
                  <a:lnTo>
                    <a:pt x="129739" y="675089"/>
                  </a:lnTo>
                  <a:lnTo>
                    <a:pt x="97490" y="642840"/>
                  </a:lnTo>
                  <a:lnTo>
                    <a:pt x="69210" y="606985"/>
                  </a:lnTo>
                  <a:lnTo>
                    <a:pt x="45259" y="567886"/>
                  </a:lnTo>
                  <a:lnTo>
                    <a:pt x="26001" y="525905"/>
                  </a:lnTo>
                  <a:lnTo>
                    <a:pt x="11797" y="481404"/>
                  </a:lnTo>
                  <a:lnTo>
                    <a:pt x="3009" y="434745"/>
                  </a:lnTo>
                  <a:lnTo>
                    <a:pt x="0" y="386289"/>
                  </a:lnTo>
                  <a:lnTo>
                    <a:pt x="3009" y="337834"/>
                  </a:lnTo>
                  <a:lnTo>
                    <a:pt x="11797" y="291175"/>
                  </a:lnTo>
                  <a:lnTo>
                    <a:pt x="26001" y="246674"/>
                  </a:lnTo>
                  <a:lnTo>
                    <a:pt x="45259" y="204693"/>
                  </a:lnTo>
                  <a:lnTo>
                    <a:pt x="69210" y="165594"/>
                  </a:lnTo>
                  <a:lnTo>
                    <a:pt x="97490" y="129739"/>
                  </a:lnTo>
                  <a:lnTo>
                    <a:pt x="129739" y="97490"/>
                  </a:lnTo>
                  <a:lnTo>
                    <a:pt x="165593" y="69210"/>
                  </a:lnTo>
                  <a:lnTo>
                    <a:pt x="204692" y="45259"/>
                  </a:lnTo>
                  <a:lnTo>
                    <a:pt x="246673" y="26001"/>
                  </a:lnTo>
                  <a:lnTo>
                    <a:pt x="291174" y="11797"/>
                  </a:lnTo>
                  <a:lnTo>
                    <a:pt x="337833" y="3009"/>
                  </a:lnTo>
                  <a:lnTo>
                    <a:pt x="386289" y="0"/>
                  </a:lnTo>
                  <a:lnTo>
                    <a:pt x="434744" y="3009"/>
                  </a:lnTo>
                  <a:lnTo>
                    <a:pt x="481404" y="11797"/>
                  </a:lnTo>
                  <a:lnTo>
                    <a:pt x="525905" y="26001"/>
                  </a:lnTo>
                  <a:lnTo>
                    <a:pt x="567886" y="45259"/>
                  </a:lnTo>
                  <a:lnTo>
                    <a:pt x="606985" y="69210"/>
                  </a:lnTo>
                  <a:lnTo>
                    <a:pt x="642840" y="97490"/>
                  </a:lnTo>
                  <a:lnTo>
                    <a:pt x="675089" y="129739"/>
                  </a:lnTo>
                  <a:lnTo>
                    <a:pt x="703369" y="165594"/>
                  </a:lnTo>
                  <a:lnTo>
                    <a:pt x="727320" y="204693"/>
                  </a:lnTo>
                  <a:lnTo>
                    <a:pt x="746578" y="246674"/>
                  </a:lnTo>
                  <a:lnTo>
                    <a:pt x="760782" y="291175"/>
                  </a:lnTo>
                  <a:lnTo>
                    <a:pt x="769570" y="337834"/>
                  </a:lnTo>
                  <a:lnTo>
                    <a:pt x="772580" y="386289"/>
                  </a:lnTo>
                  <a:lnTo>
                    <a:pt x="769570" y="434745"/>
                  </a:lnTo>
                  <a:lnTo>
                    <a:pt x="760782" y="481404"/>
                  </a:lnTo>
                  <a:lnTo>
                    <a:pt x="746578" y="525905"/>
                  </a:lnTo>
                  <a:lnTo>
                    <a:pt x="727320" y="567886"/>
                  </a:lnTo>
                  <a:lnTo>
                    <a:pt x="703369" y="606985"/>
                  </a:lnTo>
                  <a:lnTo>
                    <a:pt x="675089" y="642840"/>
                  </a:lnTo>
                  <a:lnTo>
                    <a:pt x="642840" y="675089"/>
                  </a:lnTo>
                  <a:lnTo>
                    <a:pt x="606985" y="703369"/>
                  </a:lnTo>
                  <a:lnTo>
                    <a:pt x="567886" y="727319"/>
                  </a:lnTo>
                  <a:lnTo>
                    <a:pt x="525905" y="746578"/>
                  </a:lnTo>
                  <a:lnTo>
                    <a:pt x="481404" y="760782"/>
                  </a:lnTo>
                  <a:lnTo>
                    <a:pt x="434744" y="769570"/>
                  </a:lnTo>
                  <a:lnTo>
                    <a:pt x="386289" y="772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225173" y="6069819"/>
            <a:ext cx="367030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160" dirty="0">
                <a:solidFill>
                  <a:srgbClr val="4574A6"/>
                </a:solidFill>
                <a:latin typeface="Tahoma"/>
                <a:cs typeface="Tahoma"/>
              </a:rPr>
              <a:t>3</a:t>
            </a:r>
            <a:endParaRPr sz="45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53541" y="1553167"/>
            <a:ext cx="5455285" cy="196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z="5450" b="1" spc="135" dirty="0">
                <a:solidFill>
                  <a:srgbClr val="4574A6"/>
                </a:solidFill>
                <a:latin typeface="Tahoma"/>
                <a:cs typeface="Tahoma"/>
              </a:rPr>
              <a:t>FUNCTIONAL </a:t>
            </a:r>
            <a:r>
              <a:rPr sz="5450" b="1" spc="105" dirty="0">
                <a:solidFill>
                  <a:srgbClr val="4574A6"/>
                </a:solidFill>
                <a:latin typeface="Tahoma"/>
                <a:cs typeface="Tahoma"/>
              </a:rPr>
              <a:t>REQUIREMENT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4857839"/>
            <a:ext cx="85725" cy="857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5238839"/>
            <a:ext cx="85725" cy="8572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5619839"/>
            <a:ext cx="85725" cy="857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6000839"/>
            <a:ext cx="85725" cy="8572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6381839"/>
            <a:ext cx="85725" cy="8572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6762839"/>
            <a:ext cx="85725" cy="8572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535328" y="4652601"/>
            <a:ext cx="7287259" cy="2659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09980">
              <a:lnSpc>
                <a:spcPct val="116300"/>
              </a:lnSpc>
              <a:spcBef>
                <a:spcPts val="95"/>
              </a:spcBef>
            </a:pP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User</a:t>
            </a:r>
            <a:r>
              <a:rPr sz="2150" b="1" spc="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authentication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4574A6"/>
                </a:solidFill>
                <a:latin typeface="Tahoma"/>
                <a:cs typeface="Tahoma"/>
              </a:rPr>
              <a:t>role-</a:t>
            </a:r>
            <a:r>
              <a:rPr sz="2150" b="1" spc="80" dirty="0">
                <a:solidFill>
                  <a:srgbClr val="4574A6"/>
                </a:solidFill>
                <a:latin typeface="Tahoma"/>
                <a:cs typeface="Tahoma"/>
              </a:rPr>
              <a:t>based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rgbClr val="4574A6"/>
                </a:solidFill>
                <a:latin typeface="Tahoma"/>
                <a:cs typeface="Tahoma"/>
              </a:rPr>
              <a:t>access </a:t>
            </a:r>
            <a:r>
              <a:rPr sz="2150" b="1" spc="70" dirty="0">
                <a:solidFill>
                  <a:srgbClr val="4574A6"/>
                </a:solidFill>
                <a:latin typeface="Tahoma"/>
                <a:cs typeface="Tahoma"/>
              </a:rPr>
              <a:t>Patient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45" dirty="0">
                <a:solidFill>
                  <a:srgbClr val="4574A6"/>
                </a:solidFill>
                <a:latin typeface="Tahoma"/>
                <a:cs typeface="Tahoma"/>
              </a:rPr>
              <a:t>registration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4574A6"/>
                </a:solidFill>
                <a:latin typeface="Tahoma"/>
                <a:cs typeface="Tahoma"/>
              </a:rPr>
              <a:t>visit</a:t>
            </a:r>
            <a:r>
              <a:rPr sz="2150" b="1" spc="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creation </a:t>
            </a:r>
            <a:r>
              <a:rPr sz="2150" b="1" dirty="0">
                <a:solidFill>
                  <a:srgbClr val="4574A6"/>
                </a:solidFill>
                <a:latin typeface="Tahoma"/>
                <a:cs typeface="Tahoma"/>
              </a:rPr>
              <a:t>Triage</a:t>
            </a:r>
            <a:r>
              <a:rPr sz="2150" b="1" spc="6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75" dirty="0">
                <a:solidFill>
                  <a:srgbClr val="4574A6"/>
                </a:solidFill>
                <a:latin typeface="Tahoma"/>
                <a:cs typeface="Tahoma"/>
              </a:rPr>
              <a:t>recording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6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4574A6"/>
                </a:solidFill>
                <a:latin typeface="Tahoma"/>
                <a:cs typeface="Tahoma"/>
              </a:rPr>
              <a:t>vital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75" dirty="0">
                <a:solidFill>
                  <a:srgbClr val="4574A6"/>
                </a:solidFill>
                <a:latin typeface="Tahoma"/>
                <a:cs typeface="Tahoma"/>
              </a:rPr>
              <a:t>sign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70" dirty="0">
                <a:solidFill>
                  <a:srgbClr val="4574A6"/>
                </a:solidFill>
                <a:latin typeface="Tahoma"/>
                <a:cs typeface="Tahoma"/>
              </a:rPr>
              <a:t>updates</a:t>
            </a:r>
            <a:endParaRPr sz="2150" dirty="0">
              <a:latin typeface="Tahoma"/>
              <a:cs typeface="Tahoma"/>
            </a:endParaRPr>
          </a:p>
          <a:p>
            <a:pPr marL="12700" marR="739140">
              <a:lnSpc>
                <a:spcPct val="116300"/>
              </a:lnSpc>
            </a:pP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Clinical</a:t>
            </a:r>
            <a:r>
              <a:rPr sz="215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examination</a:t>
            </a:r>
            <a:r>
              <a:rPr sz="215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diagnosis</a:t>
            </a:r>
            <a:r>
              <a:rPr sz="215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recording </a:t>
            </a:r>
            <a:r>
              <a:rPr sz="2150" b="1" spc="70" dirty="0">
                <a:solidFill>
                  <a:srgbClr val="4574A6"/>
                </a:solidFill>
                <a:latin typeface="Tahoma"/>
                <a:cs typeface="Tahoma"/>
              </a:rPr>
              <a:t>Lab</a:t>
            </a: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request</a:t>
            </a: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4574A6"/>
                </a:solidFill>
                <a:latin typeface="Tahoma"/>
                <a:cs typeface="Tahoma"/>
              </a:rPr>
              <a:t>result</a:t>
            </a:r>
            <a:r>
              <a:rPr sz="215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4574A6"/>
                </a:solidFill>
                <a:latin typeface="Tahoma"/>
                <a:cs typeface="Tahoma"/>
              </a:rPr>
              <a:t>processing</a:t>
            </a:r>
            <a:endParaRPr sz="2150" dirty="0">
              <a:latin typeface="Tahoma"/>
              <a:cs typeface="Tahoma"/>
            </a:endParaRPr>
          </a:p>
          <a:p>
            <a:pPr marL="12700" marR="5080">
              <a:lnSpc>
                <a:spcPct val="116300"/>
              </a:lnSpc>
            </a:pPr>
            <a:r>
              <a:rPr sz="2150" b="1" spc="90" dirty="0">
                <a:solidFill>
                  <a:srgbClr val="4574A6"/>
                </a:solidFill>
                <a:latin typeface="Tahoma"/>
                <a:cs typeface="Tahoma"/>
              </a:rPr>
              <a:t>Pharmacy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80" dirty="0">
                <a:solidFill>
                  <a:srgbClr val="4574A6"/>
                </a:solidFill>
                <a:latin typeface="Tahoma"/>
                <a:cs typeface="Tahoma"/>
              </a:rPr>
              <a:t>dispensing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-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55" dirty="0">
                <a:solidFill>
                  <a:srgbClr val="4574A6"/>
                </a:solidFill>
                <a:latin typeface="Tahoma"/>
                <a:cs typeface="Tahoma"/>
              </a:rPr>
              <a:t>inventory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management </a:t>
            </a:r>
            <a:r>
              <a:rPr sz="2150" b="1" spc="60" dirty="0">
                <a:solidFill>
                  <a:srgbClr val="4574A6"/>
                </a:solidFill>
                <a:latin typeface="Tahoma"/>
                <a:cs typeface="Tahoma"/>
              </a:rPr>
              <a:t>Billing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10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95" dirty="0">
                <a:solidFill>
                  <a:srgbClr val="4574A6"/>
                </a:solidFill>
                <a:latin typeface="Tahoma"/>
                <a:cs typeface="Tahoma"/>
              </a:rPr>
              <a:t>payment</a:t>
            </a:r>
            <a:r>
              <a:rPr sz="21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150" b="1" spc="65" dirty="0" smtClean="0">
                <a:solidFill>
                  <a:srgbClr val="4574A6"/>
                </a:solidFill>
                <a:latin typeface="Tahoma"/>
                <a:cs typeface="Tahoma"/>
              </a:rPr>
              <a:t>processing</a:t>
            </a:r>
            <a:endParaRPr sz="2150" dirty="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8117" y="7143839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94170" cy="6997065"/>
            <a:chOff x="0" y="0"/>
            <a:chExt cx="669417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94170" cy="6997065"/>
            </a:xfrm>
            <a:custGeom>
              <a:avLst/>
              <a:gdLst/>
              <a:ahLst/>
              <a:cxnLst/>
              <a:rect l="l" t="t" r="r" b="b"/>
              <a:pathLst>
                <a:path w="6694170" h="6997065">
                  <a:moveTo>
                    <a:pt x="6692130" y="34950"/>
                  </a:moveTo>
                  <a:lnTo>
                    <a:pt x="6693488" y="34950"/>
                  </a:lnTo>
                  <a:lnTo>
                    <a:pt x="6693735" y="35376"/>
                  </a:lnTo>
                  <a:lnTo>
                    <a:pt x="6692376" y="35376"/>
                  </a:lnTo>
                  <a:lnTo>
                    <a:pt x="6692130" y="34950"/>
                  </a:lnTo>
                  <a:close/>
                </a:path>
                <a:path w="6694170" h="6997065">
                  <a:moveTo>
                    <a:pt x="6563606" y="108478"/>
                  </a:moveTo>
                  <a:lnTo>
                    <a:pt x="6564778" y="110510"/>
                  </a:lnTo>
                  <a:lnTo>
                    <a:pt x="6562741" y="111689"/>
                  </a:lnTo>
                  <a:lnTo>
                    <a:pt x="6561568" y="109657"/>
                  </a:lnTo>
                  <a:lnTo>
                    <a:pt x="6563606" y="108478"/>
                  </a:lnTo>
                  <a:close/>
                </a:path>
                <a:path w="6694170" h="6997065">
                  <a:moveTo>
                    <a:pt x="6637289" y="239632"/>
                  </a:moveTo>
                  <a:lnTo>
                    <a:pt x="6638648" y="239632"/>
                  </a:lnTo>
                  <a:lnTo>
                    <a:pt x="6638894" y="240059"/>
                  </a:lnTo>
                  <a:lnTo>
                    <a:pt x="6637535" y="240059"/>
                  </a:lnTo>
                  <a:lnTo>
                    <a:pt x="6637289" y="239632"/>
                  </a:lnTo>
                  <a:close/>
                </a:path>
                <a:path w="6694170" h="6997065">
                  <a:moveTo>
                    <a:pt x="6359142" y="52831"/>
                  </a:moveTo>
                  <a:lnTo>
                    <a:pt x="6360907" y="55882"/>
                  </a:lnTo>
                  <a:lnTo>
                    <a:pt x="6357850" y="57647"/>
                  </a:lnTo>
                  <a:lnTo>
                    <a:pt x="6356085" y="54596"/>
                  </a:lnTo>
                  <a:lnTo>
                    <a:pt x="6359142" y="52831"/>
                  </a:lnTo>
                  <a:close/>
                </a:path>
                <a:path w="6694170" h="6997065">
                  <a:moveTo>
                    <a:pt x="6433950" y="182990"/>
                  </a:moveTo>
                  <a:lnTo>
                    <a:pt x="6435419" y="185537"/>
                  </a:lnTo>
                  <a:lnTo>
                    <a:pt x="6432872" y="187006"/>
                  </a:lnTo>
                  <a:lnTo>
                    <a:pt x="6431403" y="184459"/>
                  </a:lnTo>
                  <a:lnTo>
                    <a:pt x="6433950" y="182990"/>
                  </a:lnTo>
                  <a:close/>
                </a:path>
                <a:path w="6694170" h="6997065">
                  <a:moveTo>
                    <a:pt x="6508757" y="313155"/>
                  </a:moveTo>
                  <a:lnTo>
                    <a:pt x="6509931" y="315187"/>
                  </a:lnTo>
                  <a:lnTo>
                    <a:pt x="6507893" y="316366"/>
                  </a:lnTo>
                  <a:lnTo>
                    <a:pt x="6506721" y="314328"/>
                  </a:lnTo>
                  <a:lnTo>
                    <a:pt x="6508757" y="313155"/>
                  </a:lnTo>
                  <a:close/>
                </a:path>
                <a:path w="6694170" h="6997065">
                  <a:moveTo>
                    <a:pt x="6583572" y="443314"/>
                  </a:moveTo>
                  <a:lnTo>
                    <a:pt x="6584449" y="444837"/>
                  </a:lnTo>
                  <a:lnTo>
                    <a:pt x="6582921" y="445720"/>
                  </a:lnTo>
                  <a:lnTo>
                    <a:pt x="6582044" y="444197"/>
                  </a:lnTo>
                  <a:lnTo>
                    <a:pt x="6583572" y="443314"/>
                  </a:lnTo>
                  <a:close/>
                </a:path>
                <a:path w="6694170" h="6997065">
                  <a:moveTo>
                    <a:pt x="6150536" y="0"/>
                  </a:moveTo>
                  <a:lnTo>
                    <a:pt x="6156645" y="0"/>
                  </a:lnTo>
                  <a:lnTo>
                    <a:pt x="6157432" y="1365"/>
                  </a:lnTo>
                  <a:lnTo>
                    <a:pt x="6152854" y="4007"/>
                  </a:lnTo>
                  <a:lnTo>
                    <a:pt x="6150536" y="0"/>
                  </a:lnTo>
                  <a:close/>
                </a:path>
                <a:path w="6694170" h="6997065">
                  <a:moveTo>
                    <a:pt x="6229593" y="126940"/>
                  </a:moveTo>
                  <a:lnTo>
                    <a:pt x="6231944" y="131015"/>
                  </a:lnTo>
                  <a:lnTo>
                    <a:pt x="6227875" y="133366"/>
                  </a:lnTo>
                  <a:lnTo>
                    <a:pt x="6225523" y="129291"/>
                  </a:lnTo>
                  <a:lnTo>
                    <a:pt x="6229593" y="126940"/>
                  </a:lnTo>
                  <a:close/>
                </a:path>
                <a:path w="6694170" h="6997065">
                  <a:moveTo>
                    <a:pt x="6304401" y="257111"/>
                  </a:moveTo>
                  <a:lnTo>
                    <a:pt x="6306456" y="260670"/>
                  </a:lnTo>
                  <a:lnTo>
                    <a:pt x="6302897" y="262725"/>
                  </a:lnTo>
                  <a:lnTo>
                    <a:pt x="6300841" y="259166"/>
                  </a:lnTo>
                  <a:lnTo>
                    <a:pt x="6304401" y="257111"/>
                  </a:lnTo>
                  <a:close/>
                </a:path>
                <a:path w="6694170" h="6997065">
                  <a:moveTo>
                    <a:pt x="6379214" y="387264"/>
                  </a:moveTo>
                  <a:lnTo>
                    <a:pt x="6380974" y="390320"/>
                  </a:lnTo>
                  <a:lnTo>
                    <a:pt x="6377924" y="392079"/>
                  </a:lnTo>
                  <a:lnTo>
                    <a:pt x="6376165" y="389029"/>
                  </a:lnTo>
                  <a:lnTo>
                    <a:pt x="6379214" y="387264"/>
                  </a:lnTo>
                  <a:close/>
                </a:path>
                <a:path w="6694170" h="6997065">
                  <a:moveTo>
                    <a:pt x="6453917" y="517826"/>
                  </a:moveTo>
                  <a:lnTo>
                    <a:pt x="6455095" y="519864"/>
                  </a:lnTo>
                  <a:lnTo>
                    <a:pt x="6453058" y="521042"/>
                  </a:lnTo>
                  <a:lnTo>
                    <a:pt x="6451879" y="519005"/>
                  </a:lnTo>
                  <a:lnTo>
                    <a:pt x="6453917" y="517826"/>
                  </a:lnTo>
                  <a:close/>
                </a:path>
                <a:path w="6694170" h="6997065">
                  <a:moveTo>
                    <a:pt x="6528725" y="647991"/>
                  </a:moveTo>
                  <a:lnTo>
                    <a:pt x="6529607" y="649519"/>
                  </a:lnTo>
                  <a:lnTo>
                    <a:pt x="6528079" y="650402"/>
                  </a:lnTo>
                  <a:lnTo>
                    <a:pt x="6527197" y="648874"/>
                  </a:lnTo>
                  <a:lnTo>
                    <a:pt x="6528725" y="647991"/>
                  </a:lnTo>
                  <a:close/>
                </a:path>
                <a:path w="6694170" h="6997065">
                  <a:moveTo>
                    <a:pt x="6025242" y="70896"/>
                  </a:moveTo>
                  <a:lnTo>
                    <a:pt x="6028470" y="76493"/>
                  </a:lnTo>
                  <a:lnTo>
                    <a:pt x="6022878" y="79727"/>
                  </a:lnTo>
                  <a:lnTo>
                    <a:pt x="6019644" y="74130"/>
                  </a:lnTo>
                  <a:lnTo>
                    <a:pt x="6025242" y="70896"/>
                  </a:lnTo>
                  <a:close/>
                </a:path>
                <a:path w="6694170" h="6997065">
                  <a:moveTo>
                    <a:pt x="6100050" y="201061"/>
                  </a:moveTo>
                  <a:lnTo>
                    <a:pt x="6102987" y="206149"/>
                  </a:lnTo>
                  <a:lnTo>
                    <a:pt x="6097899" y="209086"/>
                  </a:lnTo>
                  <a:lnTo>
                    <a:pt x="6094962" y="203999"/>
                  </a:lnTo>
                  <a:lnTo>
                    <a:pt x="6100050" y="201061"/>
                  </a:lnTo>
                  <a:close/>
                </a:path>
                <a:path w="6694170" h="6997065">
                  <a:moveTo>
                    <a:pt x="6174751" y="331623"/>
                  </a:moveTo>
                  <a:lnTo>
                    <a:pt x="6177103" y="335692"/>
                  </a:lnTo>
                  <a:lnTo>
                    <a:pt x="6173034" y="338043"/>
                  </a:lnTo>
                  <a:lnTo>
                    <a:pt x="6170682" y="333968"/>
                  </a:lnTo>
                  <a:lnTo>
                    <a:pt x="6174751" y="331623"/>
                  </a:lnTo>
                  <a:close/>
                </a:path>
                <a:path w="6694170" h="6997065">
                  <a:moveTo>
                    <a:pt x="6249565" y="461782"/>
                  </a:moveTo>
                  <a:lnTo>
                    <a:pt x="6251621" y="465341"/>
                  </a:lnTo>
                  <a:lnTo>
                    <a:pt x="6248055" y="467403"/>
                  </a:lnTo>
                  <a:lnTo>
                    <a:pt x="6246000" y="463843"/>
                  </a:lnTo>
                  <a:lnTo>
                    <a:pt x="6249565" y="461782"/>
                  </a:lnTo>
                  <a:close/>
                </a:path>
                <a:path w="6694170" h="6997065">
                  <a:moveTo>
                    <a:pt x="6324374" y="591947"/>
                  </a:moveTo>
                  <a:lnTo>
                    <a:pt x="6326133" y="594997"/>
                  </a:lnTo>
                  <a:lnTo>
                    <a:pt x="6323082" y="596763"/>
                  </a:lnTo>
                  <a:lnTo>
                    <a:pt x="6321317" y="593706"/>
                  </a:lnTo>
                  <a:lnTo>
                    <a:pt x="6324374" y="591947"/>
                  </a:lnTo>
                  <a:close/>
                </a:path>
                <a:path w="6694170" h="6997065">
                  <a:moveTo>
                    <a:pt x="6399176" y="722106"/>
                  </a:moveTo>
                  <a:lnTo>
                    <a:pt x="6400645" y="724653"/>
                  </a:lnTo>
                  <a:lnTo>
                    <a:pt x="6398104" y="726122"/>
                  </a:lnTo>
                  <a:lnTo>
                    <a:pt x="6396635" y="723575"/>
                  </a:lnTo>
                  <a:lnTo>
                    <a:pt x="6399176" y="722106"/>
                  </a:lnTo>
                  <a:close/>
                </a:path>
                <a:path w="6694170" h="6997065">
                  <a:moveTo>
                    <a:pt x="6473883" y="852668"/>
                  </a:moveTo>
                  <a:lnTo>
                    <a:pt x="6474766" y="854196"/>
                  </a:lnTo>
                  <a:lnTo>
                    <a:pt x="6473238" y="855079"/>
                  </a:lnTo>
                  <a:lnTo>
                    <a:pt x="6472355" y="853550"/>
                  </a:lnTo>
                  <a:lnTo>
                    <a:pt x="6473883" y="852668"/>
                  </a:lnTo>
                  <a:close/>
                </a:path>
                <a:path w="6694170" h="6997065">
                  <a:moveTo>
                    <a:pt x="6547673" y="983419"/>
                  </a:moveTo>
                  <a:lnTo>
                    <a:pt x="6549037" y="983419"/>
                  </a:lnTo>
                  <a:lnTo>
                    <a:pt x="6549284" y="983846"/>
                  </a:lnTo>
                  <a:lnTo>
                    <a:pt x="6547918" y="983846"/>
                  </a:lnTo>
                  <a:lnTo>
                    <a:pt x="6547673" y="983419"/>
                  </a:lnTo>
                  <a:close/>
                </a:path>
                <a:path w="6694170" h="6997065">
                  <a:moveTo>
                    <a:pt x="5820996" y="14449"/>
                  </a:moveTo>
                  <a:lnTo>
                    <a:pt x="5825403" y="22083"/>
                  </a:lnTo>
                  <a:lnTo>
                    <a:pt x="5817768" y="26490"/>
                  </a:lnTo>
                  <a:lnTo>
                    <a:pt x="5813361" y="18856"/>
                  </a:lnTo>
                  <a:lnTo>
                    <a:pt x="5820996" y="14449"/>
                  </a:lnTo>
                  <a:close/>
                </a:path>
                <a:path w="6694170" h="6997065">
                  <a:moveTo>
                    <a:pt x="5895692" y="145017"/>
                  </a:moveTo>
                  <a:lnTo>
                    <a:pt x="5899512" y="151627"/>
                  </a:lnTo>
                  <a:lnTo>
                    <a:pt x="5892902" y="155447"/>
                  </a:lnTo>
                  <a:lnTo>
                    <a:pt x="5889082" y="148831"/>
                  </a:lnTo>
                  <a:lnTo>
                    <a:pt x="5895692" y="145017"/>
                  </a:lnTo>
                  <a:close/>
                </a:path>
                <a:path w="6694170" h="6997065">
                  <a:moveTo>
                    <a:pt x="5970506" y="275170"/>
                  </a:moveTo>
                  <a:lnTo>
                    <a:pt x="5974030" y="281277"/>
                  </a:lnTo>
                  <a:lnTo>
                    <a:pt x="5967918" y="284807"/>
                  </a:lnTo>
                  <a:lnTo>
                    <a:pt x="5964394" y="278700"/>
                  </a:lnTo>
                  <a:lnTo>
                    <a:pt x="5970506" y="275170"/>
                  </a:lnTo>
                  <a:close/>
                </a:path>
                <a:path w="6694170" h="6997065">
                  <a:moveTo>
                    <a:pt x="6045208" y="405738"/>
                  </a:moveTo>
                  <a:lnTo>
                    <a:pt x="6048146" y="410826"/>
                  </a:lnTo>
                  <a:lnTo>
                    <a:pt x="6043058" y="413764"/>
                  </a:lnTo>
                  <a:lnTo>
                    <a:pt x="6040120" y="408676"/>
                  </a:lnTo>
                  <a:lnTo>
                    <a:pt x="6045208" y="405738"/>
                  </a:lnTo>
                  <a:close/>
                </a:path>
                <a:path w="6694170" h="6997065">
                  <a:moveTo>
                    <a:pt x="6120016" y="535898"/>
                  </a:moveTo>
                  <a:lnTo>
                    <a:pt x="6122657" y="540476"/>
                  </a:lnTo>
                  <a:lnTo>
                    <a:pt x="6118079" y="543124"/>
                  </a:lnTo>
                  <a:lnTo>
                    <a:pt x="6115431" y="538539"/>
                  </a:lnTo>
                  <a:lnTo>
                    <a:pt x="6120016" y="535898"/>
                  </a:lnTo>
                  <a:close/>
                </a:path>
                <a:path w="6694170" h="6997065">
                  <a:moveTo>
                    <a:pt x="6194717" y="666459"/>
                  </a:moveTo>
                  <a:lnTo>
                    <a:pt x="6196779" y="670025"/>
                  </a:lnTo>
                  <a:lnTo>
                    <a:pt x="6193213" y="672080"/>
                  </a:lnTo>
                  <a:lnTo>
                    <a:pt x="6191152" y="668514"/>
                  </a:lnTo>
                  <a:lnTo>
                    <a:pt x="6194717" y="666459"/>
                  </a:lnTo>
                  <a:close/>
                </a:path>
                <a:path w="6694170" h="6997065">
                  <a:moveTo>
                    <a:pt x="6269526" y="796624"/>
                  </a:moveTo>
                  <a:lnTo>
                    <a:pt x="6271291" y="799675"/>
                  </a:lnTo>
                  <a:lnTo>
                    <a:pt x="6268240" y="801440"/>
                  </a:lnTo>
                  <a:lnTo>
                    <a:pt x="6266475" y="798390"/>
                  </a:lnTo>
                  <a:lnTo>
                    <a:pt x="6269526" y="796624"/>
                  </a:lnTo>
                  <a:close/>
                </a:path>
                <a:path w="6694170" h="6997065">
                  <a:moveTo>
                    <a:pt x="6344340" y="926784"/>
                  </a:moveTo>
                  <a:lnTo>
                    <a:pt x="6345809" y="929324"/>
                  </a:lnTo>
                  <a:lnTo>
                    <a:pt x="6343262" y="930794"/>
                  </a:lnTo>
                  <a:lnTo>
                    <a:pt x="6341793" y="928253"/>
                  </a:lnTo>
                  <a:lnTo>
                    <a:pt x="6344340" y="926784"/>
                  </a:lnTo>
                  <a:close/>
                </a:path>
                <a:path w="6694170" h="6997065">
                  <a:moveTo>
                    <a:pt x="6419035" y="1057345"/>
                  </a:moveTo>
                  <a:lnTo>
                    <a:pt x="6419918" y="1058879"/>
                  </a:lnTo>
                  <a:lnTo>
                    <a:pt x="6418396" y="1059756"/>
                  </a:lnTo>
                  <a:lnTo>
                    <a:pt x="6417513" y="1058228"/>
                  </a:lnTo>
                  <a:lnTo>
                    <a:pt x="6419035" y="1057345"/>
                  </a:lnTo>
                  <a:close/>
                </a:path>
                <a:path w="6694170" h="6997065">
                  <a:moveTo>
                    <a:pt x="6492825" y="1188097"/>
                  </a:moveTo>
                  <a:lnTo>
                    <a:pt x="6494189" y="1188097"/>
                  </a:lnTo>
                  <a:lnTo>
                    <a:pt x="6494436" y="1188529"/>
                  </a:lnTo>
                  <a:lnTo>
                    <a:pt x="6493076" y="1188529"/>
                  </a:lnTo>
                  <a:lnTo>
                    <a:pt x="6492825" y="1188097"/>
                  </a:lnTo>
                  <a:close/>
                </a:path>
                <a:path w="6694170" h="6997065">
                  <a:moveTo>
                    <a:pt x="5691341" y="88967"/>
                  </a:moveTo>
                  <a:lnTo>
                    <a:pt x="5696038" y="97105"/>
                  </a:lnTo>
                  <a:lnTo>
                    <a:pt x="5687899" y="101808"/>
                  </a:lnTo>
                  <a:lnTo>
                    <a:pt x="5683196" y="93664"/>
                  </a:lnTo>
                  <a:lnTo>
                    <a:pt x="5691341" y="88967"/>
                  </a:lnTo>
                  <a:close/>
                </a:path>
                <a:path w="6694170" h="6997065">
                  <a:moveTo>
                    <a:pt x="5766149" y="219126"/>
                  </a:moveTo>
                  <a:lnTo>
                    <a:pt x="5770555" y="226755"/>
                  </a:lnTo>
                  <a:lnTo>
                    <a:pt x="5762920" y="231162"/>
                  </a:lnTo>
                  <a:lnTo>
                    <a:pt x="5758514" y="223533"/>
                  </a:lnTo>
                  <a:lnTo>
                    <a:pt x="5766149" y="219126"/>
                  </a:lnTo>
                  <a:close/>
                </a:path>
                <a:path w="6694170" h="6997065">
                  <a:moveTo>
                    <a:pt x="5840957" y="349291"/>
                  </a:moveTo>
                  <a:lnTo>
                    <a:pt x="5845073" y="356417"/>
                  </a:lnTo>
                  <a:lnTo>
                    <a:pt x="5837948" y="360528"/>
                  </a:lnTo>
                  <a:lnTo>
                    <a:pt x="5833831" y="353402"/>
                  </a:lnTo>
                  <a:lnTo>
                    <a:pt x="5840957" y="349291"/>
                  </a:lnTo>
                  <a:close/>
                </a:path>
                <a:path w="6694170" h="6997065">
                  <a:moveTo>
                    <a:pt x="5915664" y="479853"/>
                  </a:moveTo>
                  <a:lnTo>
                    <a:pt x="5919189" y="485954"/>
                  </a:lnTo>
                  <a:lnTo>
                    <a:pt x="5913082" y="489478"/>
                  </a:lnTo>
                  <a:lnTo>
                    <a:pt x="5909557" y="483377"/>
                  </a:lnTo>
                  <a:lnTo>
                    <a:pt x="5915664" y="479853"/>
                  </a:lnTo>
                  <a:close/>
                </a:path>
                <a:path w="6694170" h="6997065">
                  <a:moveTo>
                    <a:pt x="5990366" y="610415"/>
                  </a:moveTo>
                  <a:lnTo>
                    <a:pt x="5993304" y="615502"/>
                  </a:lnTo>
                  <a:lnTo>
                    <a:pt x="5988216" y="618440"/>
                  </a:lnTo>
                  <a:lnTo>
                    <a:pt x="5985278" y="613353"/>
                  </a:lnTo>
                  <a:lnTo>
                    <a:pt x="5990366" y="610415"/>
                  </a:lnTo>
                  <a:close/>
                </a:path>
                <a:path w="6694170" h="6997065">
                  <a:moveTo>
                    <a:pt x="6065168" y="740574"/>
                  </a:moveTo>
                  <a:lnTo>
                    <a:pt x="6067816" y="745158"/>
                  </a:lnTo>
                  <a:lnTo>
                    <a:pt x="6063237" y="747800"/>
                  </a:lnTo>
                  <a:lnTo>
                    <a:pt x="6060590" y="743221"/>
                  </a:lnTo>
                  <a:lnTo>
                    <a:pt x="6065168" y="740574"/>
                  </a:lnTo>
                  <a:close/>
                </a:path>
                <a:path w="6694170" h="6997065">
                  <a:moveTo>
                    <a:pt x="6139982" y="870733"/>
                  </a:moveTo>
                  <a:lnTo>
                    <a:pt x="6142334" y="874808"/>
                  </a:lnTo>
                  <a:lnTo>
                    <a:pt x="6138259" y="877159"/>
                  </a:lnTo>
                  <a:lnTo>
                    <a:pt x="6135907" y="873084"/>
                  </a:lnTo>
                  <a:lnTo>
                    <a:pt x="6139982" y="870733"/>
                  </a:lnTo>
                  <a:close/>
                </a:path>
                <a:path w="6694170" h="6997065">
                  <a:moveTo>
                    <a:pt x="6214678" y="1001301"/>
                  </a:moveTo>
                  <a:lnTo>
                    <a:pt x="6216443" y="1004358"/>
                  </a:lnTo>
                  <a:lnTo>
                    <a:pt x="6213393" y="1006117"/>
                  </a:lnTo>
                  <a:lnTo>
                    <a:pt x="6211628" y="1003060"/>
                  </a:lnTo>
                  <a:lnTo>
                    <a:pt x="6214678" y="1001301"/>
                  </a:lnTo>
                  <a:close/>
                </a:path>
                <a:path w="6694170" h="6997065">
                  <a:moveTo>
                    <a:pt x="6289498" y="1131460"/>
                  </a:moveTo>
                  <a:lnTo>
                    <a:pt x="6290967" y="1134007"/>
                  </a:lnTo>
                  <a:lnTo>
                    <a:pt x="6288420" y="1135476"/>
                  </a:lnTo>
                  <a:lnTo>
                    <a:pt x="6286951" y="1132930"/>
                  </a:lnTo>
                  <a:lnTo>
                    <a:pt x="6289498" y="1131460"/>
                  </a:lnTo>
                  <a:close/>
                </a:path>
                <a:path w="6694170" h="6997065">
                  <a:moveTo>
                    <a:pt x="6364200" y="1262022"/>
                  </a:moveTo>
                  <a:lnTo>
                    <a:pt x="6365076" y="1263545"/>
                  </a:lnTo>
                  <a:lnTo>
                    <a:pt x="6363548" y="1264427"/>
                  </a:lnTo>
                  <a:lnTo>
                    <a:pt x="6362671" y="1262905"/>
                  </a:lnTo>
                  <a:lnTo>
                    <a:pt x="6364200" y="1262022"/>
                  </a:lnTo>
                  <a:close/>
                </a:path>
                <a:path w="6694170" h="6997065">
                  <a:moveTo>
                    <a:pt x="6437989" y="1392774"/>
                  </a:moveTo>
                  <a:lnTo>
                    <a:pt x="6439343" y="1392774"/>
                  </a:lnTo>
                  <a:lnTo>
                    <a:pt x="6439594" y="1393206"/>
                  </a:lnTo>
                  <a:lnTo>
                    <a:pt x="6438240" y="1393206"/>
                  </a:lnTo>
                  <a:lnTo>
                    <a:pt x="6437989" y="1392774"/>
                  </a:lnTo>
                  <a:close/>
                </a:path>
                <a:path w="6694170" h="6997065">
                  <a:moveTo>
                    <a:pt x="5487095" y="32514"/>
                  </a:moveTo>
                  <a:lnTo>
                    <a:pt x="5492971" y="42696"/>
                  </a:lnTo>
                  <a:lnTo>
                    <a:pt x="5482789" y="48572"/>
                  </a:lnTo>
                  <a:lnTo>
                    <a:pt x="5476914" y="38390"/>
                  </a:lnTo>
                  <a:lnTo>
                    <a:pt x="5487095" y="32514"/>
                  </a:lnTo>
                  <a:close/>
                </a:path>
                <a:path w="6694170" h="6997065">
                  <a:moveTo>
                    <a:pt x="5561797" y="163082"/>
                  </a:moveTo>
                  <a:lnTo>
                    <a:pt x="5567086" y="172239"/>
                  </a:lnTo>
                  <a:lnTo>
                    <a:pt x="5557923" y="177528"/>
                  </a:lnTo>
                  <a:lnTo>
                    <a:pt x="5552634" y="168371"/>
                  </a:lnTo>
                  <a:lnTo>
                    <a:pt x="5561797" y="163082"/>
                  </a:lnTo>
                  <a:close/>
                </a:path>
                <a:path w="6694170" h="6997065">
                  <a:moveTo>
                    <a:pt x="5636599" y="293241"/>
                  </a:moveTo>
                  <a:lnTo>
                    <a:pt x="5641598" y="301895"/>
                  </a:lnTo>
                  <a:lnTo>
                    <a:pt x="5632951" y="306888"/>
                  </a:lnTo>
                  <a:lnTo>
                    <a:pt x="5627952" y="298234"/>
                  </a:lnTo>
                  <a:lnTo>
                    <a:pt x="5636599" y="293241"/>
                  </a:lnTo>
                  <a:close/>
                </a:path>
                <a:path w="6694170" h="6997065">
                  <a:moveTo>
                    <a:pt x="5711307" y="423803"/>
                  </a:moveTo>
                  <a:lnTo>
                    <a:pt x="5715714" y="431438"/>
                  </a:lnTo>
                  <a:lnTo>
                    <a:pt x="5708079" y="435845"/>
                  </a:lnTo>
                  <a:lnTo>
                    <a:pt x="5703672" y="428210"/>
                  </a:lnTo>
                  <a:lnTo>
                    <a:pt x="5711307" y="423803"/>
                  </a:lnTo>
                  <a:close/>
                </a:path>
                <a:path w="6694170" h="6997065">
                  <a:moveTo>
                    <a:pt x="5786115" y="553968"/>
                  </a:moveTo>
                  <a:lnTo>
                    <a:pt x="5790226" y="561087"/>
                  </a:lnTo>
                  <a:lnTo>
                    <a:pt x="5783106" y="565198"/>
                  </a:lnTo>
                  <a:lnTo>
                    <a:pt x="5778995" y="558079"/>
                  </a:lnTo>
                  <a:lnTo>
                    <a:pt x="5786115" y="553968"/>
                  </a:lnTo>
                  <a:close/>
                </a:path>
                <a:path w="6694170" h="6997065">
                  <a:moveTo>
                    <a:pt x="5860817" y="684530"/>
                  </a:moveTo>
                  <a:lnTo>
                    <a:pt x="5864341" y="690636"/>
                  </a:lnTo>
                  <a:lnTo>
                    <a:pt x="5858240" y="694161"/>
                  </a:lnTo>
                  <a:lnTo>
                    <a:pt x="5854716" y="688054"/>
                  </a:lnTo>
                  <a:lnTo>
                    <a:pt x="5860817" y="684530"/>
                  </a:lnTo>
                  <a:close/>
                </a:path>
                <a:path w="6694170" h="6997065">
                  <a:moveTo>
                    <a:pt x="5935518" y="815092"/>
                  </a:moveTo>
                  <a:lnTo>
                    <a:pt x="5938456" y="820179"/>
                  </a:lnTo>
                  <a:lnTo>
                    <a:pt x="5933368" y="823117"/>
                  </a:lnTo>
                  <a:lnTo>
                    <a:pt x="5930431" y="818029"/>
                  </a:lnTo>
                  <a:lnTo>
                    <a:pt x="5935518" y="815092"/>
                  </a:lnTo>
                  <a:close/>
                </a:path>
                <a:path w="6694170" h="6997065">
                  <a:moveTo>
                    <a:pt x="6010327" y="945257"/>
                  </a:moveTo>
                  <a:lnTo>
                    <a:pt x="6012974" y="949835"/>
                  </a:lnTo>
                  <a:lnTo>
                    <a:pt x="6008396" y="952477"/>
                  </a:lnTo>
                  <a:lnTo>
                    <a:pt x="6005754" y="947898"/>
                  </a:lnTo>
                  <a:lnTo>
                    <a:pt x="6010327" y="945257"/>
                  </a:lnTo>
                  <a:close/>
                </a:path>
                <a:path w="6694170" h="6997065">
                  <a:moveTo>
                    <a:pt x="6085141" y="1075410"/>
                  </a:moveTo>
                  <a:lnTo>
                    <a:pt x="6087492" y="1079485"/>
                  </a:lnTo>
                  <a:lnTo>
                    <a:pt x="6083417" y="1081836"/>
                  </a:lnTo>
                  <a:lnTo>
                    <a:pt x="6081066" y="1077761"/>
                  </a:lnTo>
                  <a:lnTo>
                    <a:pt x="6085141" y="1075410"/>
                  </a:lnTo>
                  <a:close/>
                </a:path>
                <a:path w="6694170" h="6997065">
                  <a:moveTo>
                    <a:pt x="6159842" y="1205972"/>
                  </a:moveTo>
                  <a:lnTo>
                    <a:pt x="6161602" y="1209028"/>
                  </a:lnTo>
                  <a:lnTo>
                    <a:pt x="6158545" y="1210794"/>
                  </a:lnTo>
                  <a:lnTo>
                    <a:pt x="6156786" y="1207737"/>
                  </a:lnTo>
                  <a:lnTo>
                    <a:pt x="6159842" y="1205972"/>
                  </a:lnTo>
                  <a:close/>
                </a:path>
                <a:path w="6694170" h="6997065">
                  <a:moveTo>
                    <a:pt x="6234650" y="1336143"/>
                  </a:moveTo>
                  <a:lnTo>
                    <a:pt x="6236119" y="1338684"/>
                  </a:lnTo>
                  <a:lnTo>
                    <a:pt x="6233578" y="1340153"/>
                  </a:lnTo>
                  <a:lnTo>
                    <a:pt x="6232109" y="1337612"/>
                  </a:lnTo>
                  <a:lnTo>
                    <a:pt x="6234650" y="1336143"/>
                  </a:lnTo>
                  <a:close/>
                </a:path>
                <a:path w="6694170" h="6997065">
                  <a:moveTo>
                    <a:pt x="6309352" y="1466704"/>
                  </a:moveTo>
                  <a:lnTo>
                    <a:pt x="6310235" y="1468227"/>
                  </a:lnTo>
                  <a:lnTo>
                    <a:pt x="6308707" y="1469109"/>
                  </a:lnTo>
                  <a:lnTo>
                    <a:pt x="6307824" y="1467587"/>
                  </a:lnTo>
                  <a:lnTo>
                    <a:pt x="6309352" y="1466704"/>
                  </a:lnTo>
                  <a:close/>
                </a:path>
                <a:path w="6694170" h="6997065">
                  <a:moveTo>
                    <a:pt x="6383148" y="1597450"/>
                  </a:moveTo>
                  <a:lnTo>
                    <a:pt x="6384500" y="1597450"/>
                  </a:lnTo>
                  <a:lnTo>
                    <a:pt x="6384747" y="1597876"/>
                  </a:lnTo>
                  <a:lnTo>
                    <a:pt x="6383394" y="1597876"/>
                  </a:lnTo>
                  <a:lnTo>
                    <a:pt x="6383148" y="1597450"/>
                  </a:lnTo>
                  <a:close/>
                </a:path>
                <a:path w="6694170" h="6997065">
                  <a:moveTo>
                    <a:pt x="5357653" y="106225"/>
                  </a:moveTo>
                  <a:lnTo>
                    <a:pt x="5364411" y="117935"/>
                  </a:lnTo>
                  <a:lnTo>
                    <a:pt x="5352707" y="124693"/>
                  </a:lnTo>
                  <a:lnTo>
                    <a:pt x="5345949" y="112984"/>
                  </a:lnTo>
                  <a:lnTo>
                    <a:pt x="5357653" y="106225"/>
                  </a:lnTo>
                  <a:close/>
                </a:path>
                <a:path w="6694170" h="6997065">
                  <a:moveTo>
                    <a:pt x="5432248" y="237196"/>
                  </a:moveTo>
                  <a:lnTo>
                    <a:pt x="5438123" y="247372"/>
                  </a:lnTo>
                  <a:lnTo>
                    <a:pt x="5427948" y="253247"/>
                  </a:lnTo>
                  <a:lnTo>
                    <a:pt x="5422072" y="243072"/>
                  </a:lnTo>
                  <a:lnTo>
                    <a:pt x="5432248" y="237196"/>
                  </a:lnTo>
                  <a:close/>
                </a:path>
                <a:path w="6694170" h="6997065">
                  <a:moveTo>
                    <a:pt x="5506949" y="367758"/>
                  </a:moveTo>
                  <a:lnTo>
                    <a:pt x="5512239" y="376915"/>
                  </a:lnTo>
                  <a:lnTo>
                    <a:pt x="5503076" y="382204"/>
                  </a:lnTo>
                  <a:lnTo>
                    <a:pt x="5497792" y="373047"/>
                  </a:lnTo>
                  <a:lnTo>
                    <a:pt x="5506949" y="367758"/>
                  </a:lnTo>
                  <a:close/>
                </a:path>
                <a:path w="6694170" h="6997065">
                  <a:moveTo>
                    <a:pt x="5581764" y="497917"/>
                  </a:moveTo>
                  <a:lnTo>
                    <a:pt x="5586757" y="506565"/>
                  </a:lnTo>
                  <a:lnTo>
                    <a:pt x="5578103" y="511557"/>
                  </a:lnTo>
                  <a:lnTo>
                    <a:pt x="5573110" y="502910"/>
                  </a:lnTo>
                  <a:lnTo>
                    <a:pt x="5581764" y="497917"/>
                  </a:lnTo>
                  <a:close/>
                </a:path>
                <a:path w="6694170" h="6997065">
                  <a:moveTo>
                    <a:pt x="5656572" y="628077"/>
                  </a:moveTo>
                  <a:lnTo>
                    <a:pt x="5661275" y="636220"/>
                  </a:lnTo>
                  <a:lnTo>
                    <a:pt x="5653130" y="640924"/>
                  </a:lnTo>
                  <a:lnTo>
                    <a:pt x="5648428" y="632774"/>
                  </a:lnTo>
                  <a:lnTo>
                    <a:pt x="5656572" y="628077"/>
                  </a:lnTo>
                  <a:close/>
                </a:path>
                <a:path w="6694170" h="6997065">
                  <a:moveTo>
                    <a:pt x="5731273" y="758639"/>
                  </a:moveTo>
                  <a:lnTo>
                    <a:pt x="5735384" y="765764"/>
                  </a:lnTo>
                  <a:lnTo>
                    <a:pt x="5728264" y="769874"/>
                  </a:lnTo>
                  <a:lnTo>
                    <a:pt x="5724148" y="762755"/>
                  </a:lnTo>
                  <a:lnTo>
                    <a:pt x="5731273" y="758639"/>
                  </a:lnTo>
                  <a:close/>
                </a:path>
                <a:path w="6694170" h="6997065">
                  <a:moveTo>
                    <a:pt x="5806082" y="888803"/>
                  </a:moveTo>
                  <a:lnTo>
                    <a:pt x="5809902" y="895419"/>
                  </a:lnTo>
                  <a:lnTo>
                    <a:pt x="5803280" y="899240"/>
                  </a:lnTo>
                  <a:lnTo>
                    <a:pt x="5799466" y="892624"/>
                  </a:lnTo>
                  <a:lnTo>
                    <a:pt x="5806082" y="888803"/>
                  </a:lnTo>
                  <a:close/>
                </a:path>
                <a:path w="6694170" h="6997065">
                  <a:moveTo>
                    <a:pt x="5880783" y="1019365"/>
                  </a:moveTo>
                  <a:lnTo>
                    <a:pt x="5884017" y="1024962"/>
                  </a:lnTo>
                  <a:lnTo>
                    <a:pt x="5878420" y="1028196"/>
                  </a:lnTo>
                  <a:lnTo>
                    <a:pt x="5875192" y="1022599"/>
                  </a:lnTo>
                  <a:lnTo>
                    <a:pt x="5880783" y="1019365"/>
                  </a:lnTo>
                  <a:close/>
                </a:path>
                <a:path w="6694170" h="6997065">
                  <a:moveTo>
                    <a:pt x="5955491" y="1149927"/>
                  </a:moveTo>
                  <a:lnTo>
                    <a:pt x="5958132" y="1154505"/>
                  </a:lnTo>
                  <a:lnTo>
                    <a:pt x="5953548" y="1157147"/>
                  </a:lnTo>
                  <a:lnTo>
                    <a:pt x="5950906" y="1152575"/>
                  </a:lnTo>
                  <a:lnTo>
                    <a:pt x="5955491" y="1149927"/>
                  </a:lnTo>
                  <a:close/>
                </a:path>
                <a:path w="6694170" h="6997065">
                  <a:moveTo>
                    <a:pt x="6030293" y="1280092"/>
                  </a:moveTo>
                  <a:lnTo>
                    <a:pt x="6032645" y="1284161"/>
                  </a:lnTo>
                  <a:lnTo>
                    <a:pt x="6028575" y="1286512"/>
                  </a:lnTo>
                  <a:lnTo>
                    <a:pt x="6026224" y="1282443"/>
                  </a:lnTo>
                  <a:lnTo>
                    <a:pt x="6030293" y="1280092"/>
                  </a:lnTo>
                  <a:close/>
                </a:path>
                <a:path w="6694170" h="6997065">
                  <a:moveTo>
                    <a:pt x="6105001" y="1410654"/>
                  </a:moveTo>
                  <a:lnTo>
                    <a:pt x="6106760" y="1413704"/>
                  </a:lnTo>
                  <a:lnTo>
                    <a:pt x="6103709" y="1415469"/>
                  </a:lnTo>
                  <a:lnTo>
                    <a:pt x="6101944" y="1412413"/>
                  </a:lnTo>
                  <a:lnTo>
                    <a:pt x="6105001" y="1410654"/>
                  </a:lnTo>
                  <a:close/>
                </a:path>
                <a:path w="6694170" h="6997065">
                  <a:moveTo>
                    <a:pt x="6179803" y="1540813"/>
                  </a:moveTo>
                  <a:lnTo>
                    <a:pt x="6181272" y="1543359"/>
                  </a:lnTo>
                  <a:lnTo>
                    <a:pt x="6178731" y="1544829"/>
                  </a:lnTo>
                  <a:lnTo>
                    <a:pt x="6177262" y="1542282"/>
                  </a:lnTo>
                  <a:lnTo>
                    <a:pt x="6179803" y="1540813"/>
                  </a:lnTo>
                  <a:close/>
                </a:path>
                <a:path w="6694170" h="6997065">
                  <a:moveTo>
                    <a:pt x="6254510" y="1671374"/>
                  </a:moveTo>
                  <a:lnTo>
                    <a:pt x="6255393" y="1672903"/>
                  </a:lnTo>
                  <a:lnTo>
                    <a:pt x="6253865" y="1673785"/>
                  </a:lnTo>
                  <a:lnTo>
                    <a:pt x="6252982" y="1672257"/>
                  </a:lnTo>
                  <a:lnTo>
                    <a:pt x="6254510" y="1671374"/>
                  </a:lnTo>
                  <a:close/>
                </a:path>
                <a:path w="6694170" h="6997065">
                  <a:moveTo>
                    <a:pt x="5153408" y="49778"/>
                  </a:moveTo>
                  <a:lnTo>
                    <a:pt x="5161339" y="63513"/>
                  </a:lnTo>
                  <a:lnTo>
                    <a:pt x="5147597" y="71451"/>
                  </a:lnTo>
                  <a:lnTo>
                    <a:pt x="5139666" y="57715"/>
                  </a:lnTo>
                  <a:lnTo>
                    <a:pt x="5153408" y="49778"/>
                  </a:lnTo>
                  <a:close/>
                </a:path>
                <a:path w="6694170" h="6997065">
                  <a:moveTo>
                    <a:pt x="5228215" y="179937"/>
                  </a:moveTo>
                  <a:lnTo>
                    <a:pt x="5235857" y="193175"/>
                  </a:lnTo>
                  <a:lnTo>
                    <a:pt x="5222625" y="200809"/>
                  </a:lnTo>
                  <a:lnTo>
                    <a:pt x="5214984" y="187577"/>
                  </a:lnTo>
                  <a:lnTo>
                    <a:pt x="5228215" y="179937"/>
                  </a:lnTo>
                  <a:close/>
                </a:path>
                <a:path w="6694170" h="6997065">
                  <a:moveTo>
                    <a:pt x="5302918" y="310505"/>
                  </a:moveTo>
                  <a:lnTo>
                    <a:pt x="5309972" y="322718"/>
                  </a:lnTo>
                  <a:lnTo>
                    <a:pt x="5297759" y="329767"/>
                  </a:lnTo>
                  <a:lnTo>
                    <a:pt x="5290704" y="317554"/>
                  </a:lnTo>
                  <a:lnTo>
                    <a:pt x="5302918" y="310505"/>
                  </a:lnTo>
                  <a:close/>
                </a:path>
                <a:path w="6694170" h="6997065">
                  <a:moveTo>
                    <a:pt x="5377513" y="441470"/>
                  </a:moveTo>
                  <a:lnTo>
                    <a:pt x="5383685" y="452155"/>
                  </a:lnTo>
                  <a:lnTo>
                    <a:pt x="5372999" y="458321"/>
                  </a:lnTo>
                  <a:lnTo>
                    <a:pt x="5366828" y="447636"/>
                  </a:lnTo>
                  <a:lnTo>
                    <a:pt x="5377513" y="441470"/>
                  </a:lnTo>
                  <a:close/>
                </a:path>
                <a:path w="6694170" h="6997065">
                  <a:moveTo>
                    <a:pt x="5452214" y="572032"/>
                  </a:moveTo>
                  <a:lnTo>
                    <a:pt x="5457800" y="581698"/>
                  </a:lnTo>
                  <a:lnTo>
                    <a:pt x="5448128" y="587284"/>
                  </a:lnTo>
                  <a:lnTo>
                    <a:pt x="5442548" y="577611"/>
                  </a:lnTo>
                  <a:lnTo>
                    <a:pt x="5452214" y="572032"/>
                  </a:lnTo>
                  <a:close/>
                </a:path>
                <a:path w="6694170" h="6997065">
                  <a:moveTo>
                    <a:pt x="5526922" y="702593"/>
                  </a:moveTo>
                  <a:lnTo>
                    <a:pt x="5531915" y="711241"/>
                  </a:lnTo>
                  <a:lnTo>
                    <a:pt x="5523262" y="716240"/>
                  </a:lnTo>
                  <a:lnTo>
                    <a:pt x="5518268" y="707593"/>
                  </a:lnTo>
                  <a:lnTo>
                    <a:pt x="5526922" y="702593"/>
                  </a:lnTo>
                  <a:close/>
                </a:path>
                <a:path w="6694170" h="6997065">
                  <a:moveTo>
                    <a:pt x="5601723" y="832753"/>
                  </a:moveTo>
                  <a:lnTo>
                    <a:pt x="5606427" y="840897"/>
                  </a:lnTo>
                  <a:lnTo>
                    <a:pt x="5598283" y="845594"/>
                  </a:lnTo>
                  <a:lnTo>
                    <a:pt x="5593586" y="837455"/>
                  </a:lnTo>
                  <a:lnTo>
                    <a:pt x="5601723" y="832753"/>
                  </a:lnTo>
                  <a:close/>
                </a:path>
                <a:path w="6694170" h="6997065">
                  <a:moveTo>
                    <a:pt x="5676432" y="963314"/>
                  </a:moveTo>
                  <a:lnTo>
                    <a:pt x="5680542" y="970440"/>
                  </a:lnTo>
                  <a:lnTo>
                    <a:pt x="5673417" y="974557"/>
                  </a:lnTo>
                  <a:lnTo>
                    <a:pt x="5669306" y="967431"/>
                  </a:lnTo>
                  <a:lnTo>
                    <a:pt x="5676432" y="963314"/>
                  </a:lnTo>
                  <a:close/>
                </a:path>
                <a:path w="6694170" h="6997065">
                  <a:moveTo>
                    <a:pt x="5751234" y="1093479"/>
                  </a:moveTo>
                  <a:lnTo>
                    <a:pt x="5755054" y="1100095"/>
                  </a:lnTo>
                  <a:lnTo>
                    <a:pt x="5748444" y="1103910"/>
                  </a:lnTo>
                  <a:lnTo>
                    <a:pt x="5744624" y="1097294"/>
                  </a:lnTo>
                  <a:lnTo>
                    <a:pt x="5751234" y="1093479"/>
                  </a:lnTo>
                  <a:close/>
                </a:path>
                <a:path w="6694170" h="6997065">
                  <a:moveTo>
                    <a:pt x="5825941" y="1224041"/>
                  </a:moveTo>
                  <a:lnTo>
                    <a:pt x="5829175" y="1229639"/>
                  </a:lnTo>
                  <a:lnTo>
                    <a:pt x="5823578" y="1232873"/>
                  </a:lnTo>
                  <a:lnTo>
                    <a:pt x="5820344" y="1227269"/>
                  </a:lnTo>
                  <a:lnTo>
                    <a:pt x="5825941" y="1224041"/>
                  </a:lnTo>
                  <a:close/>
                </a:path>
                <a:path w="6694170" h="6997065">
                  <a:moveTo>
                    <a:pt x="5900643" y="1354603"/>
                  </a:moveTo>
                  <a:lnTo>
                    <a:pt x="5903285" y="1359182"/>
                  </a:lnTo>
                  <a:lnTo>
                    <a:pt x="5898706" y="1361829"/>
                  </a:lnTo>
                  <a:lnTo>
                    <a:pt x="5896059" y="1357245"/>
                  </a:lnTo>
                  <a:lnTo>
                    <a:pt x="5900643" y="1354603"/>
                  </a:lnTo>
                  <a:close/>
                </a:path>
                <a:path w="6694170" h="6997065">
                  <a:moveTo>
                    <a:pt x="5975451" y="1484768"/>
                  </a:moveTo>
                  <a:lnTo>
                    <a:pt x="5977803" y="1488837"/>
                  </a:lnTo>
                  <a:lnTo>
                    <a:pt x="5973734" y="1491183"/>
                  </a:lnTo>
                  <a:lnTo>
                    <a:pt x="5971382" y="1487113"/>
                  </a:lnTo>
                  <a:lnTo>
                    <a:pt x="5975451" y="1484768"/>
                  </a:lnTo>
                  <a:close/>
                </a:path>
                <a:path w="6694170" h="6997065">
                  <a:moveTo>
                    <a:pt x="6050153" y="1615330"/>
                  </a:moveTo>
                  <a:lnTo>
                    <a:pt x="6051918" y="1618380"/>
                  </a:lnTo>
                  <a:lnTo>
                    <a:pt x="6048868" y="1620146"/>
                  </a:lnTo>
                  <a:lnTo>
                    <a:pt x="6047103" y="1617095"/>
                  </a:lnTo>
                  <a:lnTo>
                    <a:pt x="6050153" y="1615330"/>
                  </a:lnTo>
                  <a:close/>
                </a:path>
                <a:path w="6694170" h="6997065">
                  <a:moveTo>
                    <a:pt x="6124967" y="1745489"/>
                  </a:moveTo>
                  <a:lnTo>
                    <a:pt x="6126436" y="1748030"/>
                  </a:lnTo>
                  <a:lnTo>
                    <a:pt x="6123889" y="1749499"/>
                  </a:lnTo>
                  <a:lnTo>
                    <a:pt x="6122420" y="1746958"/>
                  </a:lnTo>
                  <a:lnTo>
                    <a:pt x="6124967" y="1745489"/>
                  </a:lnTo>
                  <a:close/>
                </a:path>
                <a:path w="6694170" h="6997065">
                  <a:moveTo>
                    <a:pt x="6199663" y="1876051"/>
                  </a:moveTo>
                  <a:lnTo>
                    <a:pt x="6200545" y="1877585"/>
                  </a:lnTo>
                  <a:lnTo>
                    <a:pt x="6199023" y="1878462"/>
                  </a:lnTo>
                  <a:lnTo>
                    <a:pt x="6198141" y="1876933"/>
                  </a:lnTo>
                  <a:lnTo>
                    <a:pt x="6199663" y="1876051"/>
                  </a:lnTo>
                  <a:close/>
                </a:path>
                <a:path w="6694170" h="6997065">
                  <a:moveTo>
                    <a:pt x="4937019" y="0"/>
                  </a:moveTo>
                  <a:lnTo>
                    <a:pt x="4953351" y="0"/>
                  </a:lnTo>
                  <a:lnTo>
                    <a:pt x="4958670" y="9216"/>
                  </a:lnTo>
                  <a:lnTo>
                    <a:pt x="4942387" y="18616"/>
                  </a:lnTo>
                  <a:lnTo>
                    <a:pt x="4932987" y="2327"/>
                  </a:lnTo>
                  <a:lnTo>
                    <a:pt x="4937019" y="0"/>
                  </a:lnTo>
                  <a:close/>
                </a:path>
                <a:path w="6694170" h="6997065">
                  <a:moveTo>
                    <a:pt x="5023972" y="123489"/>
                  </a:moveTo>
                  <a:lnTo>
                    <a:pt x="5032785" y="138752"/>
                  </a:lnTo>
                  <a:lnTo>
                    <a:pt x="5017521" y="147566"/>
                  </a:lnTo>
                  <a:lnTo>
                    <a:pt x="5008708" y="132302"/>
                  </a:lnTo>
                  <a:lnTo>
                    <a:pt x="5023972" y="123489"/>
                  </a:lnTo>
                  <a:close/>
                </a:path>
                <a:path w="6694170" h="6997065">
                  <a:moveTo>
                    <a:pt x="5098673" y="254051"/>
                  </a:moveTo>
                  <a:lnTo>
                    <a:pt x="5106900" y="268301"/>
                  </a:lnTo>
                  <a:lnTo>
                    <a:pt x="5092650" y="276528"/>
                  </a:lnTo>
                  <a:lnTo>
                    <a:pt x="5084422" y="262278"/>
                  </a:lnTo>
                  <a:lnTo>
                    <a:pt x="5098673" y="254051"/>
                  </a:lnTo>
                  <a:close/>
                </a:path>
                <a:path w="6694170" h="6997065">
                  <a:moveTo>
                    <a:pt x="5173375" y="384619"/>
                  </a:moveTo>
                  <a:lnTo>
                    <a:pt x="5181010" y="397845"/>
                  </a:lnTo>
                  <a:lnTo>
                    <a:pt x="5167784" y="405486"/>
                  </a:lnTo>
                  <a:lnTo>
                    <a:pt x="5160143" y="392254"/>
                  </a:lnTo>
                  <a:lnTo>
                    <a:pt x="5173375" y="384619"/>
                  </a:lnTo>
                  <a:close/>
                </a:path>
                <a:path w="6694170" h="6997065">
                  <a:moveTo>
                    <a:pt x="5248077" y="515181"/>
                  </a:moveTo>
                  <a:lnTo>
                    <a:pt x="5255125" y="527394"/>
                  </a:lnTo>
                  <a:lnTo>
                    <a:pt x="5242912" y="534443"/>
                  </a:lnTo>
                  <a:lnTo>
                    <a:pt x="5235863" y="522229"/>
                  </a:lnTo>
                  <a:lnTo>
                    <a:pt x="5248077" y="515181"/>
                  </a:lnTo>
                  <a:close/>
                </a:path>
                <a:path w="6694170" h="6997065">
                  <a:moveTo>
                    <a:pt x="5322672" y="646146"/>
                  </a:moveTo>
                  <a:lnTo>
                    <a:pt x="5328838" y="656831"/>
                  </a:lnTo>
                  <a:lnTo>
                    <a:pt x="5318152" y="663003"/>
                  </a:lnTo>
                  <a:lnTo>
                    <a:pt x="5311986" y="652317"/>
                  </a:lnTo>
                  <a:lnTo>
                    <a:pt x="5322672" y="646146"/>
                  </a:lnTo>
                  <a:close/>
                </a:path>
                <a:path w="6694170" h="6997065">
                  <a:moveTo>
                    <a:pt x="5397373" y="776708"/>
                  </a:moveTo>
                  <a:lnTo>
                    <a:pt x="5402953" y="786374"/>
                  </a:lnTo>
                  <a:lnTo>
                    <a:pt x="5393286" y="791953"/>
                  </a:lnTo>
                  <a:lnTo>
                    <a:pt x="5387707" y="782293"/>
                  </a:lnTo>
                  <a:lnTo>
                    <a:pt x="5397373" y="776708"/>
                  </a:lnTo>
                  <a:close/>
                </a:path>
                <a:path w="6694170" h="6997065">
                  <a:moveTo>
                    <a:pt x="5472075" y="907269"/>
                  </a:moveTo>
                  <a:lnTo>
                    <a:pt x="5477068" y="915923"/>
                  </a:lnTo>
                  <a:lnTo>
                    <a:pt x="5468420" y="920916"/>
                  </a:lnTo>
                  <a:lnTo>
                    <a:pt x="5463427" y="912262"/>
                  </a:lnTo>
                  <a:lnTo>
                    <a:pt x="5472075" y="907269"/>
                  </a:lnTo>
                  <a:close/>
                </a:path>
                <a:path w="6694170" h="6997065">
                  <a:moveTo>
                    <a:pt x="5546883" y="1037435"/>
                  </a:moveTo>
                  <a:lnTo>
                    <a:pt x="5551580" y="1045573"/>
                  </a:lnTo>
                  <a:lnTo>
                    <a:pt x="5543442" y="1050276"/>
                  </a:lnTo>
                  <a:lnTo>
                    <a:pt x="5538745" y="1042132"/>
                  </a:lnTo>
                  <a:lnTo>
                    <a:pt x="5546883" y="1037435"/>
                  </a:lnTo>
                  <a:close/>
                </a:path>
                <a:path w="6694170" h="6997065">
                  <a:moveTo>
                    <a:pt x="5621585" y="1167996"/>
                  </a:moveTo>
                  <a:lnTo>
                    <a:pt x="5625701" y="1175122"/>
                  </a:lnTo>
                  <a:lnTo>
                    <a:pt x="5618576" y="1179232"/>
                  </a:lnTo>
                  <a:lnTo>
                    <a:pt x="5614459" y="1172107"/>
                  </a:lnTo>
                  <a:lnTo>
                    <a:pt x="5621585" y="1167996"/>
                  </a:lnTo>
                  <a:close/>
                </a:path>
                <a:path w="6694170" h="6997065">
                  <a:moveTo>
                    <a:pt x="5696399" y="1298155"/>
                  </a:moveTo>
                  <a:lnTo>
                    <a:pt x="5700219" y="1304771"/>
                  </a:lnTo>
                  <a:lnTo>
                    <a:pt x="5693603" y="1308592"/>
                  </a:lnTo>
                  <a:lnTo>
                    <a:pt x="5689783" y="1301976"/>
                  </a:lnTo>
                  <a:lnTo>
                    <a:pt x="5696399" y="1298155"/>
                  </a:lnTo>
                  <a:close/>
                </a:path>
                <a:path w="6694170" h="6997065">
                  <a:moveTo>
                    <a:pt x="5770994" y="1429120"/>
                  </a:moveTo>
                  <a:lnTo>
                    <a:pt x="5773932" y="1434208"/>
                  </a:lnTo>
                  <a:lnTo>
                    <a:pt x="5768844" y="1437146"/>
                  </a:lnTo>
                  <a:lnTo>
                    <a:pt x="5765906" y="1432058"/>
                  </a:lnTo>
                  <a:lnTo>
                    <a:pt x="5770994" y="1429120"/>
                  </a:lnTo>
                  <a:close/>
                </a:path>
                <a:path w="6694170" h="6997065">
                  <a:moveTo>
                    <a:pt x="5845796" y="1559279"/>
                  </a:moveTo>
                  <a:lnTo>
                    <a:pt x="5848444" y="1563864"/>
                  </a:lnTo>
                  <a:lnTo>
                    <a:pt x="5843865" y="1566506"/>
                  </a:lnTo>
                  <a:lnTo>
                    <a:pt x="5841218" y="1561927"/>
                  </a:lnTo>
                  <a:lnTo>
                    <a:pt x="5845796" y="1559279"/>
                  </a:lnTo>
                  <a:close/>
                </a:path>
                <a:path w="6694170" h="6997065">
                  <a:moveTo>
                    <a:pt x="5920616" y="1689444"/>
                  </a:moveTo>
                  <a:lnTo>
                    <a:pt x="5922962" y="1693514"/>
                  </a:lnTo>
                  <a:lnTo>
                    <a:pt x="5918887" y="1695865"/>
                  </a:lnTo>
                  <a:lnTo>
                    <a:pt x="5916541" y="1691796"/>
                  </a:lnTo>
                  <a:lnTo>
                    <a:pt x="5920616" y="1689444"/>
                  </a:lnTo>
                  <a:close/>
                </a:path>
                <a:path w="6694170" h="6997065">
                  <a:moveTo>
                    <a:pt x="5995311" y="1820006"/>
                  </a:moveTo>
                  <a:lnTo>
                    <a:pt x="5997071" y="1823062"/>
                  </a:lnTo>
                  <a:lnTo>
                    <a:pt x="5994021" y="1824821"/>
                  </a:lnTo>
                  <a:lnTo>
                    <a:pt x="5992261" y="1821771"/>
                  </a:lnTo>
                  <a:lnTo>
                    <a:pt x="5995311" y="1820006"/>
                  </a:lnTo>
                  <a:close/>
                </a:path>
                <a:path w="6694170" h="6997065">
                  <a:moveTo>
                    <a:pt x="6070012" y="1950568"/>
                  </a:moveTo>
                  <a:lnTo>
                    <a:pt x="6071186" y="1952599"/>
                  </a:lnTo>
                  <a:lnTo>
                    <a:pt x="6069149" y="1953778"/>
                  </a:lnTo>
                  <a:lnTo>
                    <a:pt x="6067976" y="1951740"/>
                  </a:lnTo>
                  <a:lnTo>
                    <a:pt x="6070012" y="1950568"/>
                  </a:lnTo>
                  <a:close/>
                </a:path>
                <a:path w="6694170" h="6997065">
                  <a:moveTo>
                    <a:pt x="6144828" y="2080727"/>
                  </a:moveTo>
                  <a:lnTo>
                    <a:pt x="6145704" y="2082249"/>
                  </a:lnTo>
                  <a:lnTo>
                    <a:pt x="6144176" y="2083132"/>
                  </a:lnTo>
                  <a:lnTo>
                    <a:pt x="6143299" y="2081610"/>
                  </a:lnTo>
                  <a:lnTo>
                    <a:pt x="6144828" y="2080727"/>
                  </a:lnTo>
                  <a:close/>
                </a:path>
                <a:path w="6694170" h="6997065">
                  <a:moveTo>
                    <a:pt x="4819828" y="66639"/>
                  </a:moveTo>
                  <a:lnTo>
                    <a:pt x="4830110" y="84449"/>
                  </a:lnTo>
                  <a:lnTo>
                    <a:pt x="4812299" y="94732"/>
                  </a:lnTo>
                  <a:lnTo>
                    <a:pt x="4802017" y="76921"/>
                  </a:lnTo>
                  <a:lnTo>
                    <a:pt x="4819828" y="66639"/>
                  </a:lnTo>
                  <a:close/>
                </a:path>
                <a:path w="6694170" h="6997065">
                  <a:moveTo>
                    <a:pt x="4894535" y="197200"/>
                  </a:moveTo>
                  <a:lnTo>
                    <a:pt x="4904231" y="213992"/>
                  </a:lnTo>
                  <a:lnTo>
                    <a:pt x="4887433" y="223688"/>
                  </a:lnTo>
                  <a:lnTo>
                    <a:pt x="4877737" y="206897"/>
                  </a:lnTo>
                  <a:lnTo>
                    <a:pt x="4894535" y="197200"/>
                  </a:lnTo>
                  <a:close/>
                </a:path>
                <a:path w="6694170" h="6997065">
                  <a:moveTo>
                    <a:pt x="4969130" y="328165"/>
                  </a:moveTo>
                  <a:lnTo>
                    <a:pt x="4977944" y="343435"/>
                  </a:lnTo>
                  <a:lnTo>
                    <a:pt x="4962674" y="352249"/>
                  </a:lnTo>
                  <a:lnTo>
                    <a:pt x="4953861" y="336979"/>
                  </a:lnTo>
                  <a:lnTo>
                    <a:pt x="4969130" y="328165"/>
                  </a:lnTo>
                  <a:close/>
                </a:path>
                <a:path w="6694170" h="6997065">
                  <a:moveTo>
                    <a:pt x="5043832" y="458734"/>
                  </a:moveTo>
                  <a:lnTo>
                    <a:pt x="5052059" y="472978"/>
                  </a:lnTo>
                  <a:lnTo>
                    <a:pt x="5037808" y="481205"/>
                  </a:lnTo>
                  <a:lnTo>
                    <a:pt x="5029581" y="466960"/>
                  </a:lnTo>
                  <a:lnTo>
                    <a:pt x="5043832" y="458734"/>
                  </a:lnTo>
                  <a:close/>
                </a:path>
                <a:path w="6694170" h="6997065">
                  <a:moveTo>
                    <a:pt x="5118533" y="589295"/>
                  </a:moveTo>
                  <a:lnTo>
                    <a:pt x="5126174" y="602521"/>
                  </a:lnTo>
                  <a:lnTo>
                    <a:pt x="5112936" y="610162"/>
                  </a:lnTo>
                  <a:lnTo>
                    <a:pt x="5105301" y="596936"/>
                  </a:lnTo>
                  <a:lnTo>
                    <a:pt x="5118533" y="589295"/>
                  </a:lnTo>
                  <a:close/>
                </a:path>
                <a:path w="6694170" h="6997065">
                  <a:moveTo>
                    <a:pt x="5193229" y="719857"/>
                  </a:moveTo>
                  <a:lnTo>
                    <a:pt x="5200283" y="732070"/>
                  </a:lnTo>
                  <a:lnTo>
                    <a:pt x="5188076" y="739119"/>
                  </a:lnTo>
                  <a:lnTo>
                    <a:pt x="5181022" y="726906"/>
                  </a:lnTo>
                  <a:lnTo>
                    <a:pt x="5193229" y="719857"/>
                  </a:lnTo>
                  <a:close/>
                </a:path>
                <a:path w="6694170" h="6997065">
                  <a:moveTo>
                    <a:pt x="5267936" y="850419"/>
                  </a:moveTo>
                  <a:lnTo>
                    <a:pt x="5274399" y="861614"/>
                  </a:lnTo>
                  <a:lnTo>
                    <a:pt x="5263204" y="868076"/>
                  </a:lnTo>
                  <a:lnTo>
                    <a:pt x="5256742" y="856881"/>
                  </a:lnTo>
                  <a:lnTo>
                    <a:pt x="5267936" y="850419"/>
                  </a:lnTo>
                  <a:close/>
                </a:path>
                <a:path w="6694170" h="6997065">
                  <a:moveTo>
                    <a:pt x="5342526" y="981384"/>
                  </a:moveTo>
                  <a:lnTo>
                    <a:pt x="5348111" y="991050"/>
                  </a:lnTo>
                  <a:lnTo>
                    <a:pt x="5338445" y="996630"/>
                  </a:lnTo>
                  <a:lnTo>
                    <a:pt x="5332865" y="986963"/>
                  </a:lnTo>
                  <a:lnTo>
                    <a:pt x="5342526" y="981384"/>
                  </a:lnTo>
                  <a:close/>
                </a:path>
                <a:path w="6694170" h="6997065">
                  <a:moveTo>
                    <a:pt x="5417227" y="1111946"/>
                  </a:moveTo>
                  <a:lnTo>
                    <a:pt x="5422226" y="1120599"/>
                  </a:lnTo>
                  <a:lnTo>
                    <a:pt x="5413579" y="1125592"/>
                  </a:lnTo>
                  <a:lnTo>
                    <a:pt x="5408580" y="1116938"/>
                  </a:lnTo>
                  <a:lnTo>
                    <a:pt x="5417227" y="1111946"/>
                  </a:lnTo>
                  <a:close/>
                </a:path>
                <a:path w="6694170" h="6997065">
                  <a:moveTo>
                    <a:pt x="5492047" y="1242111"/>
                  </a:moveTo>
                  <a:lnTo>
                    <a:pt x="5496744" y="1250249"/>
                  </a:lnTo>
                  <a:lnTo>
                    <a:pt x="5488600" y="1254952"/>
                  </a:lnTo>
                  <a:lnTo>
                    <a:pt x="5483897" y="1246814"/>
                  </a:lnTo>
                  <a:lnTo>
                    <a:pt x="5492047" y="1242111"/>
                  </a:lnTo>
                  <a:close/>
                </a:path>
                <a:path w="6694170" h="6997065">
                  <a:moveTo>
                    <a:pt x="5566743" y="1372672"/>
                  </a:moveTo>
                  <a:lnTo>
                    <a:pt x="5570853" y="1379792"/>
                  </a:lnTo>
                  <a:lnTo>
                    <a:pt x="5563734" y="1383902"/>
                  </a:lnTo>
                  <a:lnTo>
                    <a:pt x="5559623" y="1376783"/>
                  </a:lnTo>
                  <a:lnTo>
                    <a:pt x="5566743" y="1372672"/>
                  </a:lnTo>
                  <a:close/>
                </a:path>
                <a:path w="6694170" h="6997065">
                  <a:moveTo>
                    <a:pt x="5641445" y="1503234"/>
                  </a:moveTo>
                  <a:lnTo>
                    <a:pt x="5644969" y="1509341"/>
                  </a:lnTo>
                  <a:lnTo>
                    <a:pt x="5638868" y="1512865"/>
                  </a:lnTo>
                  <a:lnTo>
                    <a:pt x="5635344" y="1506758"/>
                  </a:lnTo>
                  <a:lnTo>
                    <a:pt x="5641445" y="1503234"/>
                  </a:lnTo>
                  <a:close/>
                </a:path>
                <a:path w="6694170" h="6997065">
                  <a:moveTo>
                    <a:pt x="5716146" y="1633796"/>
                  </a:moveTo>
                  <a:lnTo>
                    <a:pt x="5719084" y="1638884"/>
                  </a:lnTo>
                  <a:lnTo>
                    <a:pt x="5713996" y="1641822"/>
                  </a:lnTo>
                  <a:lnTo>
                    <a:pt x="5711058" y="1636734"/>
                  </a:lnTo>
                  <a:lnTo>
                    <a:pt x="5716146" y="1633796"/>
                  </a:lnTo>
                  <a:close/>
                </a:path>
                <a:path w="6694170" h="6997065">
                  <a:moveTo>
                    <a:pt x="5790955" y="1763961"/>
                  </a:moveTo>
                  <a:lnTo>
                    <a:pt x="5793602" y="1768540"/>
                  </a:lnTo>
                  <a:lnTo>
                    <a:pt x="5789024" y="1771181"/>
                  </a:lnTo>
                  <a:lnTo>
                    <a:pt x="5786382" y="1766603"/>
                  </a:lnTo>
                  <a:lnTo>
                    <a:pt x="5790955" y="1763961"/>
                  </a:lnTo>
                  <a:close/>
                </a:path>
                <a:path w="6694170" h="6997065">
                  <a:moveTo>
                    <a:pt x="5865656" y="1894523"/>
                  </a:moveTo>
                  <a:lnTo>
                    <a:pt x="5867711" y="1898082"/>
                  </a:lnTo>
                  <a:lnTo>
                    <a:pt x="5864152" y="1900137"/>
                  </a:lnTo>
                  <a:lnTo>
                    <a:pt x="5862096" y="1896578"/>
                  </a:lnTo>
                  <a:lnTo>
                    <a:pt x="5865656" y="1894523"/>
                  </a:lnTo>
                  <a:close/>
                </a:path>
                <a:path w="6694170" h="6997065">
                  <a:moveTo>
                    <a:pt x="5940470" y="2024676"/>
                  </a:moveTo>
                  <a:lnTo>
                    <a:pt x="5942230" y="2027732"/>
                  </a:lnTo>
                  <a:lnTo>
                    <a:pt x="5939173" y="2029498"/>
                  </a:lnTo>
                  <a:lnTo>
                    <a:pt x="5937414" y="2026441"/>
                  </a:lnTo>
                  <a:lnTo>
                    <a:pt x="5940470" y="2024676"/>
                  </a:lnTo>
                  <a:close/>
                </a:path>
                <a:path w="6694170" h="6997065">
                  <a:moveTo>
                    <a:pt x="6015166" y="2155244"/>
                  </a:moveTo>
                  <a:lnTo>
                    <a:pt x="6016345" y="2157282"/>
                  </a:lnTo>
                  <a:lnTo>
                    <a:pt x="6014313" y="2158455"/>
                  </a:lnTo>
                  <a:lnTo>
                    <a:pt x="6013134" y="2156417"/>
                  </a:lnTo>
                  <a:lnTo>
                    <a:pt x="6015166" y="2155244"/>
                  </a:lnTo>
                  <a:close/>
                </a:path>
                <a:path w="6694170" h="6997065">
                  <a:moveTo>
                    <a:pt x="6089980" y="2285409"/>
                  </a:moveTo>
                  <a:lnTo>
                    <a:pt x="6090863" y="2286932"/>
                  </a:lnTo>
                  <a:lnTo>
                    <a:pt x="6089334" y="2287814"/>
                  </a:lnTo>
                  <a:lnTo>
                    <a:pt x="6088452" y="2286292"/>
                  </a:lnTo>
                  <a:lnTo>
                    <a:pt x="6089980" y="2285409"/>
                  </a:lnTo>
                  <a:close/>
                </a:path>
                <a:path w="6694170" h="6997065">
                  <a:moveTo>
                    <a:pt x="4615689" y="9794"/>
                  </a:moveTo>
                  <a:lnTo>
                    <a:pt x="4627441" y="30146"/>
                  </a:lnTo>
                  <a:lnTo>
                    <a:pt x="4607089" y="41897"/>
                  </a:lnTo>
                  <a:lnTo>
                    <a:pt x="4595338" y="21545"/>
                  </a:lnTo>
                  <a:lnTo>
                    <a:pt x="4615689" y="9794"/>
                  </a:lnTo>
                  <a:close/>
                </a:path>
                <a:path w="6694170" h="6997065">
                  <a:moveTo>
                    <a:pt x="4690290" y="140753"/>
                  </a:moveTo>
                  <a:lnTo>
                    <a:pt x="4701159" y="159582"/>
                  </a:lnTo>
                  <a:lnTo>
                    <a:pt x="4682330" y="170451"/>
                  </a:lnTo>
                  <a:lnTo>
                    <a:pt x="4671455" y="151621"/>
                  </a:lnTo>
                  <a:lnTo>
                    <a:pt x="4690290" y="140753"/>
                  </a:lnTo>
                  <a:close/>
                </a:path>
                <a:path w="6694170" h="6997065">
                  <a:moveTo>
                    <a:pt x="4764986" y="271314"/>
                  </a:moveTo>
                  <a:lnTo>
                    <a:pt x="4775268" y="289125"/>
                  </a:lnTo>
                  <a:lnTo>
                    <a:pt x="4757458" y="299408"/>
                  </a:lnTo>
                  <a:lnTo>
                    <a:pt x="4747176" y="281597"/>
                  </a:lnTo>
                  <a:lnTo>
                    <a:pt x="4764986" y="271314"/>
                  </a:lnTo>
                  <a:close/>
                </a:path>
                <a:path w="6694170" h="6997065">
                  <a:moveTo>
                    <a:pt x="4839688" y="401876"/>
                  </a:moveTo>
                  <a:lnTo>
                    <a:pt x="4849384" y="418674"/>
                  </a:lnTo>
                  <a:lnTo>
                    <a:pt x="4832592" y="428370"/>
                  </a:lnTo>
                  <a:lnTo>
                    <a:pt x="4822896" y="411572"/>
                  </a:lnTo>
                  <a:lnTo>
                    <a:pt x="4839688" y="401876"/>
                  </a:lnTo>
                  <a:close/>
                </a:path>
                <a:path w="6694170" h="6997065">
                  <a:moveTo>
                    <a:pt x="4914389" y="532438"/>
                  </a:moveTo>
                  <a:lnTo>
                    <a:pt x="4923499" y="548217"/>
                  </a:lnTo>
                  <a:lnTo>
                    <a:pt x="4907726" y="557321"/>
                  </a:lnTo>
                  <a:lnTo>
                    <a:pt x="4898616" y="541548"/>
                  </a:lnTo>
                  <a:lnTo>
                    <a:pt x="4914389" y="532438"/>
                  </a:lnTo>
                  <a:close/>
                </a:path>
                <a:path w="6694170" h="6997065">
                  <a:moveTo>
                    <a:pt x="4988984" y="663409"/>
                  </a:moveTo>
                  <a:lnTo>
                    <a:pt x="4997212" y="677654"/>
                  </a:lnTo>
                  <a:lnTo>
                    <a:pt x="4982961" y="685880"/>
                  </a:lnTo>
                  <a:lnTo>
                    <a:pt x="4974740" y="671636"/>
                  </a:lnTo>
                  <a:lnTo>
                    <a:pt x="4988984" y="663409"/>
                  </a:lnTo>
                  <a:close/>
                </a:path>
                <a:path w="6694170" h="6997065">
                  <a:moveTo>
                    <a:pt x="5063692" y="793971"/>
                  </a:moveTo>
                  <a:lnTo>
                    <a:pt x="5071327" y="807197"/>
                  </a:lnTo>
                  <a:lnTo>
                    <a:pt x="5058101" y="814838"/>
                  </a:lnTo>
                  <a:lnTo>
                    <a:pt x="5050460" y="801606"/>
                  </a:lnTo>
                  <a:lnTo>
                    <a:pt x="5063692" y="793971"/>
                  </a:lnTo>
                  <a:close/>
                </a:path>
                <a:path w="6694170" h="6997065">
                  <a:moveTo>
                    <a:pt x="5138394" y="924532"/>
                  </a:moveTo>
                  <a:lnTo>
                    <a:pt x="5145442" y="936740"/>
                  </a:lnTo>
                  <a:lnTo>
                    <a:pt x="5133229" y="943794"/>
                  </a:lnTo>
                  <a:lnTo>
                    <a:pt x="5126180" y="931587"/>
                  </a:lnTo>
                  <a:lnTo>
                    <a:pt x="5138394" y="924532"/>
                  </a:lnTo>
                  <a:close/>
                </a:path>
                <a:path w="6694170" h="6997065">
                  <a:moveTo>
                    <a:pt x="5213089" y="1055100"/>
                  </a:moveTo>
                  <a:lnTo>
                    <a:pt x="5219551" y="1066289"/>
                  </a:lnTo>
                  <a:lnTo>
                    <a:pt x="5208363" y="1072751"/>
                  </a:lnTo>
                  <a:lnTo>
                    <a:pt x="5201900" y="1061563"/>
                  </a:lnTo>
                  <a:lnTo>
                    <a:pt x="5213089" y="1055100"/>
                  </a:lnTo>
                  <a:close/>
                </a:path>
                <a:path w="6694170" h="6997065">
                  <a:moveTo>
                    <a:pt x="5287690" y="1186059"/>
                  </a:moveTo>
                  <a:lnTo>
                    <a:pt x="5293270" y="1195726"/>
                  </a:lnTo>
                  <a:lnTo>
                    <a:pt x="5283603" y="1201311"/>
                  </a:lnTo>
                  <a:lnTo>
                    <a:pt x="5278018" y="1191638"/>
                  </a:lnTo>
                  <a:lnTo>
                    <a:pt x="5287690" y="1186059"/>
                  </a:lnTo>
                  <a:close/>
                </a:path>
                <a:path w="6694170" h="6997065">
                  <a:moveTo>
                    <a:pt x="5362386" y="1316621"/>
                  </a:moveTo>
                  <a:lnTo>
                    <a:pt x="5367385" y="1325275"/>
                  </a:lnTo>
                  <a:lnTo>
                    <a:pt x="5358731" y="1330267"/>
                  </a:lnTo>
                  <a:lnTo>
                    <a:pt x="5353738" y="1321614"/>
                  </a:lnTo>
                  <a:lnTo>
                    <a:pt x="5362386" y="1316621"/>
                  </a:lnTo>
                  <a:close/>
                </a:path>
                <a:path w="6694170" h="6997065">
                  <a:moveTo>
                    <a:pt x="5437200" y="1446781"/>
                  </a:moveTo>
                  <a:lnTo>
                    <a:pt x="5441903" y="1454924"/>
                  </a:lnTo>
                  <a:lnTo>
                    <a:pt x="5433759" y="1459627"/>
                  </a:lnTo>
                  <a:lnTo>
                    <a:pt x="5429056" y="1451477"/>
                  </a:lnTo>
                  <a:lnTo>
                    <a:pt x="5437200" y="1446781"/>
                  </a:lnTo>
                  <a:close/>
                </a:path>
                <a:path w="6694170" h="6997065">
                  <a:moveTo>
                    <a:pt x="5511901" y="1577342"/>
                  </a:moveTo>
                  <a:lnTo>
                    <a:pt x="5516012" y="1584467"/>
                  </a:lnTo>
                  <a:lnTo>
                    <a:pt x="5508893" y="1588578"/>
                  </a:lnTo>
                  <a:lnTo>
                    <a:pt x="5504776" y="1581459"/>
                  </a:lnTo>
                  <a:lnTo>
                    <a:pt x="5511901" y="1577342"/>
                  </a:lnTo>
                  <a:close/>
                </a:path>
                <a:path w="6694170" h="6997065">
                  <a:moveTo>
                    <a:pt x="5586597" y="1707910"/>
                  </a:moveTo>
                  <a:lnTo>
                    <a:pt x="5590127" y="1714016"/>
                  </a:lnTo>
                  <a:lnTo>
                    <a:pt x="5584021" y="1717541"/>
                  </a:lnTo>
                  <a:lnTo>
                    <a:pt x="5580496" y="1711434"/>
                  </a:lnTo>
                  <a:lnTo>
                    <a:pt x="5586597" y="1707910"/>
                  </a:lnTo>
                  <a:close/>
                </a:path>
                <a:path w="6694170" h="6997065">
                  <a:moveTo>
                    <a:pt x="5661305" y="1838472"/>
                  </a:moveTo>
                  <a:lnTo>
                    <a:pt x="5664243" y="1843559"/>
                  </a:lnTo>
                  <a:lnTo>
                    <a:pt x="5659155" y="1846497"/>
                  </a:lnTo>
                  <a:lnTo>
                    <a:pt x="5656217" y="1841410"/>
                  </a:lnTo>
                  <a:lnTo>
                    <a:pt x="5661305" y="1838472"/>
                  </a:lnTo>
                  <a:close/>
                </a:path>
                <a:path w="6694170" h="6997065">
                  <a:moveTo>
                    <a:pt x="5736119" y="1968631"/>
                  </a:moveTo>
                  <a:lnTo>
                    <a:pt x="5738761" y="1973215"/>
                  </a:lnTo>
                  <a:lnTo>
                    <a:pt x="5734182" y="1975857"/>
                  </a:lnTo>
                  <a:lnTo>
                    <a:pt x="5731534" y="1971278"/>
                  </a:lnTo>
                  <a:lnTo>
                    <a:pt x="5736119" y="1968631"/>
                  </a:lnTo>
                  <a:close/>
                </a:path>
                <a:path w="6694170" h="6997065">
                  <a:moveTo>
                    <a:pt x="5810814" y="2099199"/>
                  </a:moveTo>
                  <a:lnTo>
                    <a:pt x="5812870" y="2102759"/>
                  </a:lnTo>
                  <a:lnTo>
                    <a:pt x="5809310" y="2104814"/>
                  </a:lnTo>
                  <a:lnTo>
                    <a:pt x="5807255" y="2101254"/>
                  </a:lnTo>
                  <a:lnTo>
                    <a:pt x="5810814" y="2099199"/>
                  </a:lnTo>
                  <a:close/>
                </a:path>
                <a:path w="6694170" h="6997065">
                  <a:moveTo>
                    <a:pt x="5885516" y="2229761"/>
                  </a:moveTo>
                  <a:lnTo>
                    <a:pt x="5886985" y="2232308"/>
                  </a:lnTo>
                  <a:lnTo>
                    <a:pt x="5884444" y="2233777"/>
                  </a:lnTo>
                  <a:lnTo>
                    <a:pt x="5882975" y="2231230"/>
                  </a:lnTo>
                  <a:lnTo>
                    <a:pt x="5885516" y="2229761"/>
                  </a:lnTo>
                  <a:close/>
                </a:path>
                <a:path w="6694170" h="6997065">
                  <a:moveTo>
                    <a:pt x="5960330" y="2359920"/>
                  </a:moveTo>
                  <a:lnTo>
                    <a:pt x="5961503" y="2361958"/>
                  </a:lnTo>
                  <a:lnTo>
                    <a:pt x="5959471" y="2363131"/>
                  </a:lnTo>
                  <a:lnTo>
                    <a:pt x="5958293" y="2361093"/>
                  </a:lnTo>
                  <a:lnTo>
                    <a:pt x="5960330" y="2359920"/>
                  </a:lnTo>
                  <a:close/>
                </a:path>
                <a:path w="6694170" h="6997065">
                  <a:moveTo>
                    <a:pt x="6034013" y="2491068"/>
                  </a:moveTo>
                  <a:lnTo>
                    <a:pt x="6035364" y="2491068"/>
                  </a:lnTo>
                  <a:lnTo>
                    <a:pt x="6035612" y="2491500"/>
                  </a:lnTo>
                  <a:lnTo>
                    <a:pt x="6034262" y="2491500"/>
                  </a:lnTo>
                  <a:lnTo>
                    <a:pt x="6034013" y="2491068"/>
                  </a:lnTo>
                  <a:close/>
                </a:path>
                <a:path w="6694170" h="6997065">
                  <a:moveTo>
                    <a:pt x="4486252" y="83505"/>
                  </a:moveTo>
                  <a:lnTo>
                    <a:pt x="4498881" y="105379"/>
                  </a:lnTo>
                  <a:lnTo>
                    <a:pt x="4477007" y="118012"/>
                  </a:lnTo>
                  <a:lnTo>
                    <a:pt x="4464373" y="96132"/>
                  </a:lnTo>
                  <a:lnTo>
                    <a:pt x="4486252" y="83505"/>
                  </a:lnTo>
                  <a:close/>
                </a:path>
                <a:path w="6694170" h="6997065">
                  <a:moveTo>
                    <a:pt x="4560955" y="214067"/>
                  </a:moveTo>
                  <a:lnTo>
                    <a:pt x="4573002" y="234928"/>
                  </a:lnTo>
                  <a:lnTo>
                    <a:pt x="4552141" y="246969"/>
                  </a:lnTo>
                  <a:lnTo>
                    <a:pt x="4540094" y="226108"/>
                  </a:lnTo>
                  <a:lnTo>
                    <a:pt x="4560955" y="214067"/>
                  </a:lnTo>
                  <a:close/>
                </a:path>
                <a:path w="6694170" h="6997065">
                  <a:moveTo>
                    <a:pt x="4635550" y="345025"/>
                  </a:moveTo>
                  <a:lnTo>
                    <a:pt x="4646715" y="364364"/>
                  </a:lnTo>
                  <a:lnTo>
                    <a:pt x="4627382" y="375529"/>
                  </a:lnTo>
                  <a:lnTo>
                    <a:pt x="4616217" y="356190"/>
                  </a:lnTo>
                  <a:lnTo>
                    <a:pt x="4635550" y="345025"/>
                  </a:lnTo>
                  <a:close/>
                </a:path>
                <a:path w="6694170" h="6997065">
                  <a:moveTo>
                    <a:pt x="4710251" y="475587"/>
                  </a:moveTo>
                  <a:lnTo>
                    <a:pt x="4720830" y="493913"/>
                  </a:lnTo>
                  <a:lnTo>
                    <a:pt x="4702510" y="504486"/>
                  </a:lnTo>
                  <a:lnTo>
                    <a:pt x="4691931" y="486166"/>
                  </a:lnTo>
                  <a:lnTo>
                    <a:pt x="4710251" y="475587"/>
                  </a:lnTo>
                  <a:close/>
                </a:path>
                <a:path w="6694170" h="6997065">
                  <a:moveTo>
                    <a:pt x="4784953" y="606149"/>
                  </a:moveTo>
                  <a:lnTo>
                    <a:pt x="4794945" y="623456"/>
                  </a:lnTo>
                  <a:lnTo>
                    <a:pt x="4777644" y="633442"/>
                  </a:lnTo>
                  <a:lnTo>
                    <a:pt x="4767652" y="616141"/>
                  </a:lnTo>
                  <a:lnTo>
                    <a:pt x="4784953" y="606149"/>
                  </a:lnTo>
                  <a:close/>
                </a:path>
                <a:path w="6694170" h="6997065">
                  <a:moveTo>
                    <a:pt x="4859548" y="737120"/>
                  </a:moveTo>
                  <a:lnTo>
                    <a:pt x="4868658" y="752893"/>
                  </a:lnTo>
                  <a:lnTo>
                    <a:pt x="4852885" y="761996"/>
                  </a:lnTo>
                  <a:lnTo>
                    <a:pt x="4843775" y="746223"/>
                  </a:lnTo>
                  <a:lnTo>
                    <a:pt x="4859548" y="737120"/>
                  </a:lnTo>
                  <a:close/>
                </a:path>
                <a:path w="6694170" h="6997065">
                  <a:moveTo>
                    <a:pt x="4934250" y="867681"/>
                  </a:moveTo>
                  <a:lnTo>
                    <a:pt x="4942773" y="882436"/>
                  </a:lnTo>
                  <a:lnTo>
                    <a:pt x="4928013" y="890959"/>
                  </a:lnTo>
                  <a:lnTo>
                    <a:pt x="4919495" y="876199"/>
                  </a:lnTo>
                  <a:lnTo>
                    <a:pt x="4934250" y="867681"/>
                  </a:lnTo>
                  <a:close/>
                </a:path>
                <a:path w="6694170" h="6997065">
                  <a:moveTo>
                    <a:pt x="5008957" y="998244"/>
                  </a:moveTo>
                  <a:lnTo>
                    <a:pt x="5016888" y="1011979"/>
                  </a:lnTo>
                  <a:lnTo>
                    <a:pt x="5003147" y="1019916"/>
                  </a:lnTo>
                  <a:lnTo>
                    <a:pt x="4995216" y="1006174"/>
                  </a:lnTo>
                  <a:lnTo>
                    <a:pt x="5008957" y="998244"/>
                  </a:lnTo>
                  <a:close/>
                </a:path>
                <a:path w="6694170" h="6997065">
                  <a:moveTo>
                    <a:pt x="5083546" y="1129208"/>
                  </a:moveTo>
                  <a:lnTo>
                    <a:pt x="5090601" y="1141421"/>
                  </a:lnTo>
                  <a:lnTo>
                    <a:pt x="5078387" y="1148470"/>
                  </a:lnTo>
                  <a:lnTo>
                    <a:pt x="5071333" y="1136257"/>
                  </a:lnTo>
                  <a:lnTo>
                    <a:pt x="5083546" y="1129208"/>
                  </a:lnTo>
                  <a:close/>
                </a:path>
                <a:path w="6694170" h="6997065">
                  <a:moveTo>
                    <a:pt x="5158141" y="1260173"/>
                  </a:moveTo>
                  <a:lnTo>
                    <a:pt x="5164313" y="1270858"/>
                  </a:lnTo>
                  <a:lnTo>
                    <a:pt x="5153628" y="1277024"/>
                  </a:lnTo>
                  <a:lnTo>
                    <a:pt x="5147456" y="1266339"/>
                  </a:lnTo>
                  <a:lnTo>
                    <a:pt x="5158141" y="1260173"/>
                  </a:lnTo>
                  <a:close/>
                </a:path>
                <a:path w="6694170" h="6997065">
                  <a:moveTo>
                    <a:pt x="5232843" y="1390735"/>
                  </a:moveTo>
                  <a:lnTo>
                    <a:pt x="5238428" y="1400401"/>
                  </a:lnTo>
                  <a:lnTo>
                    <a:pt x="5228756" y="1405987"/>
                  </a:lnTo>
                  <a:lnTo>
                    <a:pt x="5223177" y="1396314"/>
                  </a:lnTo>
                  <a:lnTo>
                    <a:pt x="5232843" y="1390735"/>
                  </a:lnTo>
                  <a:close/>
                </a:path>
                <a:path w="6694170" h="6997065">
                  <a:moveTo>
                    <a:pt x="5307550" y="1521297"/>
                  </a:moveTo>
                  <a:lnTo>
                    <a:pt x="5312544" y="1529944"/>
                  </a:lnTo>
                  <a:lnTo>
                    <a:pt x="5303890" y="1534943"/>
                  </a:lnTo>
                  <a:lnTo>
                    <a:pt x="5298897" y="1526296"/>
                  </a:lnTo>
                  <a:lnTo>
                    <a:pt x="5307550" y="1521297"/>
                  </a:lnTo>
                  <a:close/>
                </a:path>
                <a:path w="6694170" h="6997065">
                  <a:moveTo>
                    <a:pt x="5382252" y="1651858"/>
                  </a:moveTo>
                  <a:lnTo>
                    <a:pt x="5386659" y="1659493"/>
                  </a:lnTo>
                  <a:lnTo>
                    <a:pt x="5379018" y="1663900"/>
                  </a:lnTo>
                  <a:lnTo>
                    <a:pt x="5374611" y="1656271"/>
                  </a:lnTo>
                  <a:lnTo>
                    <a:pt x="5382252" y="1651858"/>
                  </a:lnTo>
                  <a:close/>
                </a:path>
                <a:path w="6694170" h="6997065">
                  <a:moveTo>
                    <a:pt x="5457060" y="1782018"/>
                  </a:moveTo>
                  <a:lnTo>
                    <a:pt x="5461171" y="1789143"/>
                  </a:lnTo>
                  <a:lnTo>
                    <a:pt x="5454045" y="1793260"/>
                  </a:lnTo>
                  <a:lnTo>
                    <a:pt x="5449935" y="1786134"/>
                  </a:lnTo>
                  <a:lnTo>
                    <a:pt x="5457060" y="1782018"/>
                  </a:lnTo>
                  <a:close/>
                </a:path>
                <a:path w="6694170" h="6997065">
                  <a:moveTo>
                    <a:pt x="5531762" y="1912586"/>
                  </a:moveTo>
                  <a:lnTo>
                    <a:pt x="5535286" y="1918692"/>
                  </a:lnTo>
                  <a:lnTo>
                    <a:pt x="5529179" y="1922216"/>
                  </a:lnTo>
                  <a:lnTo>
                    <a:pt x="5525649" y="1916110"/>
                  </a:lnTo>
                  <a:lnTo>
                    <a:pt x="5531762" y="1912586"/>
                  </a:lnTo>
                  <a:close/>
                </a:path>
                <a:path w="6694170" h="6997065">
                  <a:moveTo>
                    <a:pt x="5606457" y="2043147"/>
                  </a:moveTo>
                  <a:lnTo>
                    <a:pt x="5609395" y="2048235"/>
                  </a:lnTo>
                  <a:lnTo>
                    <a:pt x="5604307" y="2051173"/>
                  </a:lnTo>
                  <a:lnTo>
                    <a:pt x="5601370" y="2046085"/>
                  </a:lnTo>
                  <a:lnTo>
                    <a:pt x="5606457" y="2043147"/>
                  </a:lnTo>
                  <a:close/>
                </a:path>
                <a:path w="6694170" h="6997065">
                  <a:moveTo>
                    <a:pt x="5681165" y="2173709"/>
                  </a:moveTo>
                  <a:lnTo>
                    <a:pt x="5683516" y="2177784"/>
                  </a:lnTo>
                  <a:lnTo>
                    <a:pt x="5679447" y="2180130"/>
                  </a:lnTo>
                  <a:lnTo>
                    <a:pt x="5677096" y="2176061"/>
                  </a:lnTo>
                  <a:lnTo>
                    <a:pt x="5681165" y="2173709"/>
                  </a:lnTo>
                  <a:close/>
                </a:path>
                <a:path w="6694170" h="6997065">
                  <a:moveTo>
                    <a:pt x="5755973" y="2303868"/>
                  </a:moveTo>
                  <a:lnTo>
                    <a:pt x="5758034" y="2307434"/>
                  </a:lnTo>
                  <a:lnTo>
                    <a:pt x="5754469" y="2309489"/>
                  </a:lnTo>
                  <a:lnTo>
                    <a:pt x="5752407" y="2305924"/>
                  </a:lnTo>
                  <a:lnTo>
                    <a:pt x="5755973" y="2303868"/>
                  </a:lnTo>
                  <a:close/>
                </a:path>
                <a:path w="6694170" h="6997065">
                  <a:moveTo>
                    <a:pt x="5830669" y="2434437"/>
                  </a:moveTo>
                  <a:lnTo>
                    <a:pt x="5832138" y="2436978"/>
                  </a:lnTo>
                  <a:lnTo>
                    <a:pt x="5829597" y="2438447"/>
                  </a:lnTo>
                  <a:lnTo>
                    <a:pt x="5828128" y="2435906"/>
                  </a:lnTo>
                  <a:lnTo>
                    <a:pt x="5830669" y="2434437"/>
                  </a:lnTo>
                  <a:close/>
                </a:path>
                <a:path w="6694170" h="6997065">
                  <a:moveTo>
                    <a:pt x="5905376" y="2564998"/>
                  </a:moveTo>
                  <a:lnTo>
                    <a:pt x="5906259" y="2566527"/>
                  </a:lnTo>
                  <a:lnTo>
                    <a:pt x="5904737" y="2567403"/>
                  </a:lnTo>
                  <a:lnTo>
                    <a:pt x="5903854" y="2565875"/>
                  </a:lnTo>
                  <a:lnTo>
                    <a:pt x="5905376" y="2564998"/>
                  </a:lnTo>
                  <a:close/>
                </a:path>
                <a:path w="6694170" h="6997065">
                  <a:moveTo>
                    <a:pt x="4282115" y="26648"/>
                  </a:moveTo>
                  <a:lnTo>
                    <a:pt x="4296217" y="51075"/>
                  </a:lnTo>
                  <a:lnTo>
                    <a:pt x="4271791" y="65178"/>
                  </a:lnTo>
                  <a:lnTo>
                    <a:pt x="4257688" y="40751"/>
                  </a:lnTo>
                  <a:lnTo>
                    <a:pt x="4282115" y="26648"/>
                  </a:lnTo>
                  <a:close/>
                </a:path>
                <a:path w="6694170" h="6997065">
                  <a:moveTo>
                    <a:pt x="4356710" y="157613"/>
                  </a:moveTo>
                  <a:lnTo>
                    <a:pt x="4369930" y="180512"/>
                  </a:lnTo>
                  <a:lnTo>
                    <a:pt x="4347031" y="193732"/>
                  </a:lnTo>
                  <a:lnTo>
                    <a:pt x="4333811" y="170834"/>
                  </a:lnTo>
                  <a:lnTo>
                    <a:pt x="4356710" y="157613"/>
                  </a:lnTo>
                  <a:close/>
                </a:path>
                <a:path w="6694170" h="6997065">
                  <a:moveTo>
                    <a:pt x="4431411" y="288181"/>
                  </a:moveTo>
                  <a:lnTo>
                    <a:pt x="4444045" y="310055"/>
                  </a:lnTo>
                  <a:lnTo>
                    <a:pt x="4422159" y="322689"/>
                  </a:lnTo>
                  <a:lnTo>
                    <a:pt x="4409531" y="300815"/>
                  </a:lnTo>
                  <a:lnTo>
                    <a:pt x="4431411" y="288181"/>
                  </a:lnTo>
                  <a:close/>
                </a:path>
                <a:path w="6694170" h="6997065">
                  <a:moveTo>
                    <a:pt x="4506107" y="418737"/>
                  </a:moveTo>
                  <a:lnTo>
                    <a:pt x="4518154" y="439604"/>
                  </a:lnTo>
                  <a:lnTo>
                    <a:pt x="4497293" y="451652"/>
                  </a:lnTo>
                  <a:lnTo>
                    <a:pt x="4485246" y="430785"/>
                  </a:lnTo>
                  <a:lnTo>
                    <a:pt x="4506107" y="418737"/>
                  </a:lnTo>
                  <a:close/>
                </a:path>
                <a:path w="6694170" h="6997065">
                  <a:moveTo>
                    <a:pt x="4580708" y="549702"/>
                  </a:moveTo>
                  <a:lnTo>
                    <a:pt x="4591873" y="569041"/>
                  </a:lnTo>
                  <a:lnTo>
                    <a:pt x="4572534" y="580206"/>
                  </a:lnTo>
                  <a:lnTo>
                    <a:pt x="4561369" y="560867"/>
                  </a:lnTo>
                  <a:lnTo>
                    <a:pt x="4580708" y="549702"/>
                  </a:lnTo>
                  <a:close/>
                </a:path>
                <a:path w="6694170" h="6997065">
                  <a:moveTo>
                    <a:pt x="4655410" y="680271"/>
                  </a:moveTo>
                  <a:lnTo>
                    <a:pt x="4665982" y="698584"/>
                  </a:lnTo>
                  <a:lnTo>
                    <a:pt x="4647668" y="709163"/>
                  </a:lnTo>
                  <a:lnTo>
                    <a:pt x="4637090" y="690843"/>
                  </a:lnTo>
                  <a:lnTo>
                    <a:pt x="4655410" y="680271"/>
                  </a:lnTo>
                  <a:close/>
                </a:path>
                <a:path w="6694170" h="6997065">
                  <a:moveTo>
                    <a:pt x="4730111" y="810832"/>
                  </a:moveTo>
                  <a:lnTo>
                    <a:pt x="4740097" y="828133"/>
                  </a:lnTo>
                  <a:lnTo>
                    <a:pt x="4722796" y="838120"/>
                  </a:lnTo>
                  <a:lnTo>
                    <a:pt x="4712810" y="820819"/>
                  </a:lnTo>
                  <a:lnTo>
                    <a:pt x="4730111" y="810832"/>
                  </a:lnTo>
                  <a:close/>
                </a:path>
                <a:path w="6694170" h="6997065">
                  <a:moveTo>
                    <a:pt x="4804706" y="941797"/>
                  </a:moveTo>
                  <a:lnTo>
                    <a:pt x="4813810" y="957570"/>
                  </a:lnTo>
                  <a:lnTo>
                    <a:pt x="4798037" y="966680"/>
                  </a:lnTo>
                  <a:lnTo>
                    <a:pt x="4788933" y="950907"/>
                  </a:lnTo>
                  <a:lnTo>
                    <a:pt x="4804706" y="941797"/>
                  </a:lnTo>
                  <a:close/>
                </a:path>
                <a:path w="6694170" h="6997065">
                  <a:moveTo>
                    <a:pt x="4879408" y="1072359"/>
                  </a:moveTo>
                  <a:lnTo>
                    <a:pt x="4887925" y="1087113"/>
                  </a:lnTo>
                  <a:lnTo>
                    <a:pt x="4873171" y="1095631"/>
                  </a:lnTo>
                  <a:lnTo>
                    <a:pt x="4864653" y="1080882"/>
                  </a:lnTo>
                  <a:lnTo>
                    <a:pt x="4879408" y="1072359"/>
                  </a:lnTo>
                  <a:close/>
                </a:path>
                <a:path w="6694170" h="6997065">
                  <a:moveTo>
                    <a:pt x="4954003" y="1203324"/>
                  </a:moveTo>
                  <a:lnTo>
                    <a:pt x="4961638" y="1216550"/>
                  </a:lnTo>
                  <a:lnTo>
                    <a:pt x="4948411" y="1224191"/>
                  </a:lnTo>
                  <a:lnTo>
                    <a:pt x="4940771" y="1210959"/>
                  </a:lnTo>
                  <a:lnTo>
                    <a:pt x="4954003" y="1203324"/>
                  </a:lnTo>
                  <a:close/>
                </a:path>
                <a:path w="6694170" h="6997065">
                  <a:moveTo>
                    <a:pt x="5028704" y="1333886"/>
                  </a:moveTo>
                  <a:lnTo>
                    <a:pt x="5035753" y="1346099"/>
                  </a:lnTo>
                  <a:lnTo>
                    <a:pt x="5023539" y="1353148"/>
                  </a:lnTo>
                  <a:lnTo>
                    <a:pt x="5016491" y="1340934"/>
                  </a:lnTo>
                  <a:lnTo>
                    <a:pt x="5028704" y="1333886"/>
                  </a:lnTo>
                  <a:close/>
                </a:path>
                <a:path w="6694170" h="6997065">
                  <a:moveTo>
                    <a:pt x="5103299" y="1464851"/>
                  </a:moveTo>
                  <a:lnTo>
                    <a:pt x="5109465" y="1475536"/>
                  </a:lnTo>
                  <a:lnTo>
                    <a:pt x="5098780" y="1481707"/>
                  </a:lnTo>
                  <a:lnTo>
                    <a:pt x="5092614" y="1471022"/>
                  </a:lnTo>
                  <a:lnTo>
                    <a:pt x="5103299" y="1464851"/>
                  </a:lnTo>
                  <a:close/>
                </a:path>
                <a:path w="6694170" h="6997065">
                  <a:moveTo>
                    <a:pt x="5178001" y="1595413"/>
                  </a:moveTo>
                  <a:lnTo>
                    <a:pt x="5183581" y="1605079"/>
                  </a:lnTo>
                  <a:lnTo>
                    <a:pt x="5173914" y="1610658"/>
                  </a:lnTo>
                  <a:lnTo>
                    <a:pt x="5168335" y="1600998"/>
                  </a:lnTo>
                  <a:lnTo>
                    <a:pt x="5178001" y="1595413"/>
                  </a:lnTo>
                  <a:close/>
                </a:path>
                <a:path w="6694170" h="6997065">
                  <a:moveTo>
                    <a:pt x="5252703" y="1725974"/>
                  </a:moveTo>
                  <a:lnTo>
                    <a:pt x="5257696" y="1734628"/>
                  </a:lnTo>
                  <a:lnTo>
                    <a:pt x="5249043" y="1739621"/>
                  </a:lnTo>
                  <a:lnTo>
                    <a:pt x="5244049" y="1730973"/>
                  </a:lnTo>
                  <a:lnTo>
                    <a:pt x="5252703" y="1725974"/>
                  </a:lnTo>
                  <a:close/>
                </a:path>
                <a:path w="6694170" h="6997065">
                  <a:moveTo>
                    <a:pt x="5327410" y="1856536"/>
                  </a:moveTo>
                  <a:lnTo>
                    <a:pt x="5331817" y="1864170"/>
                  </a:lnTo>
                  <a:lnTo>
                    <a:pt x="5324182" y="1868577"/>
                  </a:lnTo>
                  <a:lnTo>
                    <a:pt x="5319775" y="1860943"/>
                  </a:lnTo>
                  <a:lnTo>
                    <a:pt x="5327410" y="1856536"/>
                  </a:lnTo>
                  <a:close/>
                </a:path>
                <a:path w="6694170" h="6997065">
                  <a:moveTo>
                    <a:pt x="5402213" y="1986701"/>
                  </a:moveTo>
                  <a:lnTo>
                    <a:pt x="5406329" y="1993826"/>
                  </a:lnTo>
                  <a:lnTo>
                    <a:pt x="5399204" y="1997937"/>
                  </a:lnTo>
                  <a:lnTo>
                    <a:pt x="5395087" y="1990812"/>
                  </a:lnTo>
                  <a:lnTo>
                    <a:pt x="5402213" y="1986701"/>
                  </a:lnTo>
                  <a:close/>
                </a:path>
                <a:path w="6694170" h="6997065">
                  <a:moveTo>
                    <a:pt x="5476808" y="2117659"/>
                  </a:moveTo>
                  <a:lnTo>
                    <a:pt x="5480041" y="2123263"/>
                  </a:lnTo>
                  <a:lnTo>
                    <a:pt x="5474444" y="2126491"/>
                  </a:lnTo>
                  <a:lnTo>
                    <a:pt x="5471210" y="2120893"/>
                  </a:lnTo>
                  <a:lnTo>
                    <a:pt x="5476808" y="2117659"/>
                  </a:lnTo>
                  <a:close/>
                </a:path>
                <a:path w="6694170" h="6997065">
                  <a:moveTo>
                    <a:pt x="5551509" y="2248221"/>
                  </a:moveTo>
                  <a:lnTo>
                    <a:pt x="5554151" y="2252806"/>
                  </a:lnTo>
                  <a:lnTo>
                    <a:pt x="5549572" y="2255447"/>
                  </a:lnTo>
                  <a:lnTo>
                    <a:pt x="5546931" y="2250869"/>
                  </a:lnTo>
                  <a:lnTo>
                    <a:pt x="5551509" y="2248221"/>
                  </a:lnTo>
                  <a:close/>
                </a:path>
                <a:path w="6694170" h="6997065">
                  <a:moveTo>
                    <a:pt x="5626323" y="2378386"/>
                  </a:moveTo>
                  <a:lnTo>
                    <a:pt x="5628675" y="2382455"/>
                  </a:lnTo>
                  <a:lnTo>
                    <a:pt x="5624600" y="2384807"/>
                  </a:lnTo>
                  <a:lnTo>
                    <a:pt x="5622248" y="2380737"/>
                  </a:lnTo>
                  <a:lnTo>
                    <a:pt x="5626323" y="2378386"/>
                  </a:lnTo>
                  <a:close/>
                </a:path>
                <a:path w="6694170" h="6997065">
                  <a:moveTo>
                    <a:pt x="5701019" y="2508954"/>
                  </a:moveTo>
                  <a:lnTo>
                    <a:pt x="5702784" y="2512005"/>
                  </a:lnTo>
                  <a:lnTo>
                    <a:pt x="5699734" y="2513764"/>
                  </a:lnTo>
                  <a:lnTo>
                    <a:pt x="5697969" y="2510713"/>
                  </a:lnTo>
                  <a:lnTo>
                    <a:pt x="5701019" y="2508954"/>
                  </a:lnTo>
                  <a:close/>
                </a:path>
                <a:path w="6694170" h="6997065">
                  <a:moveTo>
                    <a:pt x="5775725" y="2639516"/>
                  </a:moveTo>
                  <a:lnTo>
                    <a:pt x="5776899" y="2641548"/>
                  </a:lnTo>
                  <a:lnTo>
                    <a:pt x="5774862" y="2642726"/>
                  </a:lnTo>
                  <a:lnTo>
                    <a:pt x="5773689" y="2640689"/>
                  </a:lnTo>
                  <a:lnTo>
                    <a:pt x="5775725" y="2639516"/>
                  </a:lnTo>
                  <a:close/>
                </a:path>
                <a:path w="6694170" h="6997065">
                  <a:moveTo>
                    <a:pt x="5850535" y="2769670"/>
                  </a:moveTo>
                  <a:lnTo>
                    <a:pt x="5851417" y="2771204"/>
                  </a:lnTo>
                  <a:lnTo>
                    <a:pt x="5849889" y="2772086"/>
                  </a:lnTo>
                  <a:lnTo>
                    <a:pt x="5849006" y="2770552"/>
                  </a:lnTo>
                  <a:lnTo>
                    <a:pt x="5850535" y="2769670"/>
                  </a:lnTo>
                  <a:close/>
                </a:path>
                <a:path w="6694170" h="6997065">
                  <a:moveTo>
                    <a:pt x="4059448" y="0"/>
                  </a:moveTo>
                  <a:lnTo>
                    <a:pt x="4087957" y="0"/>
                  </a:lnTo>
                  <a:lnTo>
                    <a:pt x="4066575" y="12344"/>
                  </a:lnTo>
                  <a:lnTo>
                    <a:pt x="4059448" y="0"/>
                  </a:lnTo>
                  <a:close/>
                </a:path>
                <a:path w="6694170" h="6997065">
                  <a:moveTo>
                    <a:pt x="4152785" y="99963"/>
                  </a:moveTo>
                  <a:lnTo>
                    <a:pt x="4168060" y="126422"/>
                  </a:lnTo>
                  <a:lnTo>
                    <a:pt x="4141602" y="141697"/>
                  </a:lnTo>
                  <a:lnTo>
                    <a:pt x="4126326" y="115239"/>
                  </a:lnTo>
                  <a:lnTo>
                    <a:pt x="4152785" y="99963"/>
                  </a:lnTo>
                  <a:close/>
                </a:path>
                <a:path w="6694170" h="6997065">
                  <a:moveTo>
                    <a:pt x="4227374" y="230928"/>
                  </a:moveTo>
                  <a:lnTo>
                    <a:pt x="4241773" y="255858"/>
                  </a:lnTo>
                  <a:lnTo>
                    <a:pt x="4216837" y="270257"/>
                  </a:lnTo>
                  <a:lnTo>
                    <a:pt x="4202444" y="245321"/>
                  </a:lnTo>
                  <a:lnTo>
                    <a:pt x="4227374" y="230928"/>
                  </a:lnTo>
                  <a:close/>
                </a:path>
                <a:path w="6694170" h="6997065">
                  <a:moveTo>
                    <a:pt x="4301975" y="361887"/>
                  </a:moveTo>
                  <a:lnTo>
                    <a:pt x="4315491" y="385295"/>
                  </a:lnTo>
                  <a:lnTo>
                    <a:pt x="4292077" y="398811"/>
                  </a:lnTo>
                  <a:lnTo>
                    <a:pt x="4278567" y="375403"/>
                  </a:lnTo>
                  <a:lnTo>
                    <a:pt x="4301975" y="361887"/>
                  </a:lnTo>
                  <a:close/>
                </a:path>
                <a:path w="6694170" h="6997065">
                  <a:moveTo>
                    <a:pt x="4376570" y="492852"/>
                  </a:moveTo>
                  <a:lnTo>
                    <a:pt x="4389204" y="514732"/>
                  </a:lnTo>
                  <a:lnTo>
                    <a:pt x="4367318" y="527366"/>
                  </a:lnTo>
                  <a:lnTo>
                    <a:pt x="4354684" y="505486"/>
                  </a:lnTo>
                  <a:lnTo>
                    <a:pt x="4376570" y="492852"/>
                  </a:lnTo>
                  <a:close/>
                </a:path>
                <a:path w="6694170" h="6997065">
                  <a:moveTo>
                    <a:pt x="4451271" y="623414"/>
                  </a:moveTo>
                  <a:lnTo>
                    <a:pt x="4463319" y="644281"/>
                  </a:lnTo>
                  <a:lnTo>
                    <a:pt x="4442452" y="656328"/>
                  </a:lnTo>
                  <a:lnTo>
                    <a:pt x="4430404" y="635461"/>
                  </a:lnTo>
                  <a:lnTo>
                    <a:pt x="4451271" y="623414"/>
                  </a:lnTo>
                  <a:close/>
                </a:path>
                <a:path w="6694170" h="6997065">
                  <a:moveTo>
                    <a:pt x="4525866" y="754379"/>
                  </a:moveTo>
                  <a:lnTo>
                    <a:pt x="4537031" y="773718"/>
                  </a:lnTo>
                  <a:lnTo>
                    <a:pt x="4517693" y="784882"/>
                  </a:lnTo>
                  <a:lnTo>
                    <a:pt x="4506528" y="765543"/>
                  </a:lnTo>
                  <a:lnTo>
                    <a:pt x="4525866" y="754379"/>
                  </a:lnTo>
                  <a:close/>
                </a:path>
                <a:path w="6694170" h="6997065">
                  <a:moveTo>
                    <a:pt x="4600568" y="884947"/>
                  </a:moveTo>
                  <a:lnTo>
                    <a:pt x="4611147" y="903261"/>
                  </a:lnTo>
                  <a:lnTo>
                    <a:pt x="4592821" y="913839"/>
                  </a:lnTo>
                  <a:lnTo>
                    <a:pt x="4582248" y="895525"/>
                  </a:lnTo>
                  <a:lnTo>
                    <a:pt x="4600568" y="884947"/>
                  </a:lnTo>
                  <a:close/>
                </a:path>
                <a:path w="6694170" h="6997065">
                  <a:moveTo>
                    <a:pt x="4675270" y="1015508"/>
                  </a:moveTo>
                  <a:lnTo>
                    <a:pt x="4685256" y="1032810"/>
                  </a:lnTo>
                  <a:lnTo>
                    <a:pt x="4667955" y="1042802"/>
                  </a:lnTo>
                  <a:lnTo>
                    <a:pt x="4657962" y="1025501"/>
                  </a:lnTo>
                  <a:lnTo>
                    <a:pt x="4675270" y="1015508"/>
                  </a:lnTo>
                  <a:close/>
                </a:path>
                <a:path w="6694170" h="6997065">
                  <a:moveTo>
                    <a:pt x="4749865" y="1146467"/>
                  </a:moveTo>
                  <a:lnTo>
                    <a:pt x="4758974" y="1162246"/>
                  </a:lnTo>
                  <a:lnTo>
                    <a:pt x="4743195" y="1171355"/>
                  </a:lnTo>
                  <a:lnTo>
                    <a:pt x="4734086" y="1155577"/>
                  </a:lnTo>
                  <a:lnTo>
                    <a:pt x="4749865" y="1146467"/>
                  </a:lnTo>
                  <a:close/>
                </a:path>
                <a:path w="6694170" h="6997065">
                  <a:moveTo>
                    <a:pt x="4824460" y="1277438"/>
                  </a:moveTo>
                  <a:lnTo>
                    <a:pt x="4832687" y="1291683"/>
                  </a:lnTo>
                  <a:lnTo>
                    <a:pt x="4818436" y="1299910"/>
                  </a:lnTo>
                  <a:lnTo>
                    <a:pt x="4810209" y="1285665"/>
                  </a:lnTo>
                  <a:lnTo>
                    <a:pt x="4824460" y="1277438"/>
                  </a:lnTo>
                  <a:close/>
                </a:path>
                <a:path w="6694170" h="6997065">
                  <a:moveTo>
                    <a:pt x="4899161" y="1408000"/>
                  </a:moveTo>
                  <a:lnTo>
                    <a:pt x="4906802" y="1421226"/>
                  </a:lnTo>
                  <a:lnTo>
                    <a:pt x="4893564" y="1428867"/>
                  </a:lnTo>
                  <a:lnTo>
                    <a:pt x="4885929" y="1415641"/>
                  </a:lnTo>
                  <a:lnTo>
                    <a:pt x="4899161" y="1408000"/>
                  </a:lnTo>
                  <a:close/>
                </a:path>
                <a:path w="6694170" h="6997065">
                  <a:moveTo>
                    <a:pt x="4973857" y="1538561"/>
                  </a:moveTo>
                  <a:lnTo>
                    <a:pt x="4980911" y="1550775"/>
                  </a:lnTo>
                  <a:lnTo>
                    <a:pt x="4968704" y="1557823"/>
                  </a:lnTo>
                  <a:lnTo>
                    <a:pt x="4961650" y="1545610"/>
                  </a:lnTo>
                  <a:lnTo>
                    <a:pt x="4973857" y="1538561"/>
                  </a:lnTo>
                  <a:close/>
                </a:path>
                <a:path w="6694170" h="6997065">
                  <a:moveTo>
                    <a:pt x="5048458" y="1669520"/>
                  </a:moveTo>
                  <a:lnTo>
                    <a:pt x="5054630" y="1680211"/>
                  </a:lnTo>
                  <a:lnTo>
                    <a:pt x="5043939" y="1686383"/>
                  </a:lnTo>
                  <a:lnTo>
                    <a:pt x="5037767" y="1675692"/>
                  </a:lnTo>
                  <a:lnTo>
                    <a:pt x="5048458" y="1669520"/>
                  </a:lnTo>
                  <a:close/>
                </a:path>
                <a:path w="6694170" h="6997065">
                  <a:moveTo>
                    <a:pt x="5123053" y="1800491"/>
                  </a:moveTo>
                  <a:lnTo>
                    <a:pt x="5128342" y="1809648"/>
                  </a:lnTo>
                  <a:lnTo>
                    <a:pt x="5119179" y="1814937"/>
                  </a:lnTo>
                  <a:lnTo>
                    <a:pt x="5113890" y="1805780"/>
                  </a:lnTo>
                  <a:lnTo>
                    <a:pt x="5123053" y="1800491"/>
                  </a:lnTo>
                  <a:close/>
                </a:path>
                <a:path w="6694170" h="6997065">
                  <a:moveTo>
                    <a:pt x="5197755" y="1931052"/>
                  </a:moveTo>
                  <a:lnTo>
                    <a:pt x="5202457" y="1939191"/>
                  </a:lnTo>
                  <a:lnTo>
                    <a:pt x="5194307" y="1943894"/>
                  </a:lnTo>
                  <a:lnTo>
                    <a:pt x="5189610" y="1935756"/>
                  </a:lnTo>
                  <a:lnTo>
                    <a:pt x="5197755" y="1931052"/>
                  </a:lnTo>
                  <a:close/>
                </a:path>
                <a:path w="6694170" h="6997065">
                  <a:moveTo>
                    <a:pt x="5272563" y="2061212"/>
                  </a:moveTo>
                  <a:lnTo>
                    <a:pt x="5276969" y="2068846"/>
                  </a:lnTo>
                  <a:lnTo>
                    <a:pt x="5269335" y="2073253"/>
                  </a:lnTo>
                  <a:lnTo>
                    <a:pt x="5264928" y="2065619"/>
                  </a:lnTo>
                  <a:lnTo>
                    <a:pt x="5272563" y="2061212"/>
                  </a:lnTo>
                  <a:close/>
                </a:path>
                <a:path w="6694170" h="6997065">
                  <a:moveTo>
                    <a:pt x="5347264" y="2191773"/>
                  </a:moveTo>
                  <a:lnTo>
                    <a:pt x="5351085" y="2198389"/>
                  </a:lnTo>
                  <a:lnTo>
                    <a:pt x="5344469" y="2202210"/>
                  </a:lnTo>
                  <a:lnTo>
                    <a:pt x="5340648" y="2195594"/>
                  </a:lnTo>
                  <a:lnTo>
                    <a:pt x="5347264" y="2191773"/>
                  </a:lnTo>
                  <a:close/>
                </a:path>
                <a:path w="6694170" h="6997065">
                  <a:moveTo>
                    <a:pt x="5421966" y="2322335"/>
                  </a:moveTo>
                  <a:lnTo>
                    <a:pt x="5425200" y="2327933"/>
                  </a:lnTo>
                  <a:lnTo>
                    <a:pt x="5419597" y="2331167"/>
                  </a:lnTo>
                  <a:lnTo>
                    <a:pt x="5416369" y="2325569"/>
                  </a:lnTo>
                  <a:lnTo>
                    <a:pt x="5421966" y="2322335"/>
                  </a:lnTo>
                  <a:close/>
                </a:path>
                <a:path w="6694170" h="6997065">
                  <a:moveTo>
                    <a:pt x="5496667" y="2452903"/>
                  </a:moveTo>
                  <a:lnTo>
                    <a:pt x="5499309" y="2457482"/>
                  </a:lnTo>
                  <a:lnTo>
                    <a:pt x="5494737" y="2460124"/>
                  </a:lnTo>
                  <a:lnTo>
                    <a:pt x="5492089" y="2455545"/>
                  </a:lnTo>
                  <a:lnTo>
                    <a:pt x="5496667" y="2452903"/>
                  </a:lnTo>
                  <a:close/>
                </a:path>
                <a:path w="6694170" h="6997065">
                  <a:moveTo>
                    <a:pt x="5571369" y="2583465"/>
                  </a:moveTo>
                  <a:lnTo>
                    <a:pt x="5573425" y="2587031"/>
                  </a:lnTo>
                  <a:lnTo>
                    <a:pt x="5569865" y="2589086"/>
                  </a:lnTo>
                  <a:lnTo>
                    <a:pt x="5567810" y="2585520"/>
                  </a:lnTo>
                  <a:lnTo>
                    <a:pt x="5571369" y="2583465"/>
                  </a:lnTo>
                  <a:close/>
                </a:path>
                <a:path w="6694170" h="6997065">
                  <a:moveTo>
                    <a:pt x="5646184" y="2713624"/>
                  </a:moveTo>
                  <a:lnTo>
                    <a:pt x="5647943" y="2716681"/>
                  </a:lnTo>
                  <a:lnTo>
                    <a:pt x="5644886" y="2718446"/>
                  </a:lnTo>
                  <a:lnTo>
                    <a:pt x="5643127" y="2715390"/>
                  </a:lnTo>
                  <a:lnTo>
                    <a:pt x="5646184" y="2713624"/>
                  </a:lnTo>
                  <a:close/>
                </a:path>
                <a:path w="6694170" h="6997065">
                  <a:moveTo>
                    <a:pt x="5720879" y="2844192"/>
                  </a:moveTo>
                  <a:lnTo>
                    <a:pt x="5722052" y="2846224"/>
                  </a:lnTo>
                  <a:lnTo>
                    <a:pt x="5720020" y="2847397"/>
                  </a:lnTo>
                  <a:lnTo>
                    <a:pt x="5718847" y="2845366"/>
                  </a:lnTo>
                  <a:lnTo>
                    <a:pt x="5720879" y="2844192"/>
                  </a:lnTo>
                  <a:close/>
                </a:path>
                <a:path w="6694170" h="6997065">
                  <a:moveTo>
                    <a:pt x="5794568" y="2975341"/>
                  </a:moveTo>
                  <a:lnTo>
                    <a:pt x="5795924" y="2975341"/>
                  </a:lnTo>
                  <a:lnTo>
                    <a:pt x="5796173" y="2975773"/>
                  </a:lnTo>
                  <a:lnTo>
                    <a:pt x="5794817" y="2975773"/>
                  </a:lnTo>
                  <a:lnTo>
                    <a:pt x="5794568" y="2975341"/>
                  </a:lnTo>
                  <a:close/>
                </a:path>
                <a:path w="6694170" h="6997065">
                  <a:moveTo>
                    <a:pt x="3948534" y="43510"/>
                  </a:moveTo>
                  <a:lnTo>
                    <a:pt x="3964989" y="72012"/>
                  </a:lnTo>
                  <a:lnTo>
                    <a:pt x="3936499" y="88460"/>
                  </a:lnTo>
                  <a:lnTo>
                    <a:pt x="3920044" y="59958"/>
                  </a:lnTo>
                  <a:lnTo>
                    <a:pt x="3948534" y="43510"/>
                  </a:lnTo>
                  <a:close/>
                </a:path>
                <a:path w="6694170" h="6997065">
                  <a:moveTo>
                    <a:pt x="4023241" y="174072"/>
                  </a:moveTo>
                  <a:lnTo>
                    <a:pt x="4039104" y="201548"/>
                  </a:lnTo>
                  <a:lnTo>
                    <a:pt x="4011627" y="217416"/>
                  </a:lnTo>
                  <a:lnTo>
                    <a:pt x="3995759" y="189933"/>
                  </a:lnTo>
                  <a:lnTo>
                    <a:pt x="4023241" y="174072"/>
                  </a:lnTo>
                  <a:close/>
                </a:path>
                <a:path w="6694170" h="6997065">
                  <a:moveTo>
                    <a:pt x="4097938" y="304640"/>
                  </a:moveTo>
                  <a:lnTo>
                    <a:pt x="4113219" y="331098"/>
                  </a:lnTo>
                  <a:lnTo>
                    <a:pt x="4086761" y="346374"/>
                  </a:lnTo>
                  <a:lnTo>
                    <a:pt x="4071479" y="319915"/>
                  </a:lnTo>
                  <a:lnTo>
                    <a:pt x="4097938" y="304640"/>
                  </a:lnTo>
                  <a:close/>
                </a:path>
                <a:path w="6694170" h="6997065">
                  <a:moveTo>
                    <a:pt x="4172639" y="435201"/>
                  </a:moveTo>
                  <a:lnTo>
                    <a:pt x="4187328" y="460641"/>
                  </a:lnTo>
                  <a:lnTo>
                    <a:pt x="4161889" y="475330"/>
                  </a:lnTo>
                  <a:lnTo>
                    <a:pt x="4147200" y="449891"/>
                  </a:lnTo>
                  <a:lnTo>
                    <a:pt x="4172639" y="435201"/>
                  </a:lnTo>
                  <a:close/>
                </a:path>
                <a:path w="6694170" h="6997065">
                  <a:moveTo>
                    <a:pt x="4247127" y="566563"/>
                  </a:moveTo>
                  <a:lnTo>
                    <a:pt x="4260644" y="589977"/>
                  </a:lnTo>
                  <a:lnTo>
                    <a:pt x="4237242" y="603487"/>
                  </a:lnTo>
                  <a:lnTo>
                    <a:pt x="4223726" y="580073"/>
                  </a:lnTo>
                  <a:lnTo>
                    <a:pt x="4247127" y="566563"/>
                  </a:lnTo>
                  <a:close/>
                </a:path>
                <a:path w="6694170" h="6997065">
                  <a:moveTo>
                    <a:pt x="4321722" y="697528"/>
                  </a:moveTo>
                  <a:lnTo>
                    <a:pt x="4334356" y="719414"/>
                  </a:lnTo>
                  <a:lnTo>
                    <a:pt x="4312477" y="732048"/>
                  </a:lnTo>
                  <a:lnTo>
                    <a:pt x="4299843" y="710162"/>
                  </a:lnTo>
                  <a:lnTo>
                    <a:pt x="4321722" y="697528"/>
                  </a:lnTo>
                  <a:close/>
                </a:path>
                <a:path w="6694170" h="6997065">
                  <a:moveTo>
                    <a:pt x="4396430" y="828091"/>
                  </a:moveTo>
                  <a:lnTo>
                    <a:pt x="4408472" y="848957"/>
                  </a:lnTo>
                  <a:lnTo>
                    <a:pt x="4387610" y="860999"/>
                  </a:lnTo>
                  <a:lnTo>
                    <a:pt x="4375563" y="840138"/>
                  </a:lnTo>
                  <a:lnTo>
                    <a:pt x="4396430" y="828091"/>
                  </a:lnTo>
                  <a:close/>
                </a:path>
                <a:path w="6694170" h="6997065">
                  <a:moveTo>
                    <a:pt x="4471019" y="959061"/>
                  </a:moveTo>
                  <a:lnTo>
                    <a:pt x="4482184" y="978393"/>
                  </a:lnTo>
                  <a:lnTo>
                    <a:pt x="4462845" y="989558"/>
                  </a:lnTo>
                  <a:lnTo>
                    <a:pt x="4451686" y="970225"/>
                  </a:lnTo>
                  <a:lnTo>
                    <a:pt x="4471019" y="959061"/>
                  </a:lnTo>
                  <a:close/>
                </a:path>
                <a:path w="6694170" h="6997065">
                  <a:moveTo>
                    <a:pt x="4545727" y="1089623"/>
                  </a:moveTo>
                  <a:lnTo>
                    <a:pt x="4556299" y="1107937"/>
                  </a:lnTo>
                  <a:lnTo>
                    <a:pt x="4537985" y="1118515"/>
                  </a:lnTo>
                  <a:lnTo>
                    <a:pt x="4527407" y="1100195"/>
                  </a:lnTo>
                  <a:lnTo>
                    <a:pt x="4545727" y="1089623"/>
                  </a:lnTo>
                  <a:close/>
                </a:path>
                <a:path w="6694170" h="6997065">
                  <a:moveTo>
                    <a:pt x="4620316" y="1220581"/>
                  </a:moveTo>
                  <a:lnTo>
                    <a:pt x="4630012" y="1237379"/>
                  </a:lnTo>
                  <a:lnTo>
                    <a:pt x="4613220" y="1247075"/>
                  </a:lnTo>
                  <a:lnTo>
                    <a:pt x="4603524" y="1230277"/>
                  </a:lnTo>
                  <a:lnTo>
                    <a:pt x="4620316" y="1220581"/>
                  </a:lnTo>
                  <a:close/>
                </a:path>
                <a:path w="6694170" h="6997065">
                  <a:moveTo>
                    <a:pt x="4694911" y="1351552"/>
                  </a:moveTo>
                  <a:lnTo>
                    <a:pt x="4703724" y="1366815"/>
                  </a:lnTo>
                  <a:lnTo>
                    <a:pt x="4688460" y="1375629"/>
                  </a:lnTo>
                  <a:lnTo>
                    <a:pt x="4679647" y="1360365"/>
                  </a:lnTo>
                  <a:lnTo>
                    <a:pt x="4694911" y="1351552"/>
                  </a:lnTo>
                  <a:close/>
                </a:path>
                <a:path w="6694170" h="6997065">
                  <a:moveTo>
                    <a:pt x="4769612" y="1482114"/>
                  </a:moveTo>
                  <a:lnTo>
                    <a:pt x="4777840" y="1496358"/>
                  </a:lnTo>
                  <a:lnTo>
                    <a:pt x="4763589" y="1504585"/>
                  </a:lnTo>
                  <a:lnTo>
                    <a:pt x="4755367" y="1490340"/>
                  </a:lnTo>
                  <a:lnTo>
                    <a:pt x="4769612" y="1482114"/>
                  </a:lnTo>
                  <a:close/>
                </a:path>
                <a:path w="6694170" h="6997065">
                  <a:moveTo>
                    <a:pt x="4844320" y="1612676"/>
                  </a:moveTo>
                  <a:lnTo>
                    <a:pt x="4851955" y="1625902"/>
                  </a:lnTo>
                  <a:lnTo>
                    <a:pt x="4838728" y="1633543"/>
                  </a:lnTo>
                  <a:lnTo>
                    <a:pt x="4831088" y="1620311"/>
                  </a:lnTo>
                  <a:lnTo>
                    <a:pt x="4844320" y="1612676"/>
                  </a:lnTo>
                  <a:close/>
                </a:path>
                <a:path w="6694170" h="6997065">
                  <a:moveTo>
                    <a:pt x="4918909" y="1743634"/>
                  </a:moveTo>
                  <a:lnTo>
                    <a:pt x="4925667" y="1755344"/>
                  </a:lnTo>
                  <a:lnTo>
                    <a:pt x="4913963" y="1762102"/>
                  </a:lnTo>
                  <a:lnTo>
                    <a:pt x="4907205" y="1750392"/>
                  </a:lnTo>
                  <a:lnTo>
                    <a:pt x="4918909" y="1743634"/>
                  </a:lnTo>
                  <a:close/>
                </a:path>
                <a:path w="6694170" h="6997065">
                  <a:moveTo>
                    <a:pt x="4993504" y="1874605"/>
                  </a:moveTo>
                  <a:lnTo>
                    <a:pt x="4999380" y="1884780"/>
                  </a:lnTo>
                  <a:lnTo>
                    <a:pt x="4989204" y="1890656"/>
                  </a:lnTo>
                  <a:lnTo>
                    <a:pt x="4983328" y="1880480"/>
                  </a:lnTo>
                  <a:lnTo>
                    <a:pt x="4993504" y="1874605"/>
                  </a:lnTo>
                  <a:close/>
                </a:path>
                <a:path w="6694170" h="6997065">
                  <a:moveTo>
                    <a:pt x="5068206" y="2005166"/>
                  </a:moveTo>
                  <a:lnTo>
                    <a:pt x="5073495" y="2014323"/>
                  </a:lnTo>
                  <a:lnTo>
                    <a:pt x="5064332" y="2019613"/>
                  </a:lnTo>
                  <a:lnTo>
                    <a:pt x="5059049" y="2010456"/>
                  </a:lnTo>
                  <a:lnTo>
                    <a:pt x="5068206" y="2005166"/>
                  </a:lnTo>
                  <a:close/>
                </a:path>
                <a:path w="6694170" h="6997065">
                  <a:moveTo>
                    <a:pt x="5142913" y="2135728"/>
                  </a:moveTo>
                  <a:lnTo>
                    <a:pt x="5147610" y="2143867"/>
                  </a:lnTo>
                  <a:lnTo>
                    <a:pt x="5139472" y="2148570"/>
                  </a:lnTo>
                  <a:lnTo>
                    <a:pt x="5134769" y="2140431"/>
                  </a:lnTo>
                  <a:lnTo>
                    <a:pt x="5142913" y="2135728"/>
                  </a:lnTo>
                  <a:close/>
                </a:path>
                <a:path w="6694170" h="6997065">
                  <a:moveTo>
                    <a:pt x="5217614" y="2266290"/>
                  </a:moveTo>
                  <a:lnTo>
                    <a:pt x="5221725" y="2273416"/>
                  </a:lnTo>
                  <a:lnTo>
                    <a:pt x="5214606" y="2277532"/>
                  </a:lnTo>
                  <a:lnTo>
                    <a:pt x="5210489" y="2270407"/>
                  </a:lnTo>
                  <a:lnTo>
                    <a:pt x="5217614" y="2266290"/>
                  </a:lnTo>
                  <a:close/>
                </a:path>
                <a:path w="6694170" h="6997065">
                  <a:moveTo>
                    <a:pt x="5292310" y="2396858"/>
                  </a:moveTo>
                  <a:lnTo>
                    <a:pt x="5295835" y="2402959"/>
                  </a:lnTo>
                  <a:lnTo>
                    <a:pt x="5289734" y="2406483"/>
                  </a:lnTo>
                  <a:lnTo>
                    <a:pt x="5286210" y="2400382"/>
                  </a:lnTo>
                  <a:lnTo>
                    <a:pt x="5292310" y="2396858"/>
                  </a:lnTo>
                  <a:close/>
                </a:path>
                <a:path w="6694170" h="6997065">
                  <a:moveTo>
                    <a:pt x="5367018" y="2527420"/>
                  </a:moveTo>
                  <a:lnTo>
                    <a:pt x="5369956" y="2532508"/>
                  </a:lnTo>
                  <a:lnTo>
                    <a:pt x="5364862" y="2535446"/>
                  </a:lnTo>
                  <a:lnTo>
                    <a:pt x="5361924" y="2530358"/>
                  </a:lnTo>
                  <a:lnTo>
                    <a:pt x="5367018" y="2527420"/>
                  </a:lnTo>
                  <a:close/>
                </a:path>
                <a:path w="6694170" h="6997065">
                  <a:moveTo>
                    <a:pt x="5441719" y="2657982"/>
                  </a:moveTo>
                  <a:lnTo>
                    <a:pt x="5444065" y="2662051"/>
                  </a:lnTo>
                  <a:lnTo>
                    <a:pt x="5439996" y="2664402"/>
                  </a:lnTo>
                  <a:lnTo>
                    <a:pt x="5437644" y="2660333"/>
                  </a:lnTo>
                  <a:lnTo>
                    <a:pt x="5441719" y="2657982"/>
                  </a:lnTo>
                  <a:close/>
                </a:path>
                <a:path w="6694170" h="6997065">
                  <a:moveTo>
                    <a:pt x="5516528" y="2788141"/>
                  </a:moveTo>
                  <a:lnTo>
                    <a:pt x="5518583" y="2791701"/>
                  </a:lnTo>
                  <a:lnTo>
                    <a:pt x="5515023" y="2793756"/>
                  </a:lnTo>
                  <a:lnTo>
                    <a:pt x="5512968" y="2790196"/>
                  </a:lnTo>
                  <a:lnTo>
                    <a:pt x="5516528" y="2788141"/>
                  </a:lnTo>
                  <a:close/>
                </a:path>
                <a:path w="6694170" h="6997065">
                  <a:moveTo>
                    <a:pt x="5591229" y="2918703"/>
                  </a:moveTo>
                  <a:lnTo>
                    <a:pt x="5592698" y="2921250"/>
                  </a:lnTo>
                  <a:lnTo>
                    <a:pt x="5590151" y="2922719"/>
                  </a:lnTo>
                  <a:lnTo>
                    <a:pt x="5588682" y="2920172"/>
                  </a:lnTo>
                  <a:lnTo>
                    <a:pt x="5591229" y="2918703"/>
                  </a:lnTo>
                  <a:close/>
                </a:path>
                <a:path w="6694170" h="6997065">
                  <a:moveTo>
                    <a:pt x="5665931" y="3049265"/>
                  </a:moveTo>
                  <a:lnTo>
                    <a:pt x="5666814" y="3050793"/>
                  </a:lnTo>
                  <a:lnTo>
                    <a:pt x="5665285" y="3051675"/>
                  </a:lnTo>
                  <a:lnTo>
                    <a:pt x="5664403" y="3050147"/>
                  </a:lnTo>
                  <a:lnTo>
                    <a:pt x="5665931" y="3049265"/>
                  </a:lnTo>
                  <a:close/>
                </a:path>
                <a:path w="6694170" h="6997065">
                  <a:moveTo>
                    <a:pt x="3720112" y="0"/>
                  </a:moveTo>
                  <a:lnTo>
                    <a:pt x="3752775" y="0"/>
                  </a:lnTo>
                  <a:lnTo>
                    <a:pt x="3763119" y="17915"/>
                  </a:lnTo>
                  <a:lnTo>
                    <a:pt x="3731063" y="36424"/>
                  </a:lnTo>
                  <a:lnTo>
                    <a:pt x="3712554" y="4363"/>
                  </a:lnTo>
                  <a:lnTo>
                    <a:pt x="3720112" y="0"/>
                  </a:lnTo>
                  <a:close/>
                </a:path>
                <a:path w="6694170" h="6997065">
                  <a:moveTo>
                    <a:pt x="3819211" y="116817"/>
                  </a:moveTo>
                  <a:lnTo>
                    <a:pt x="3836837" y="147351"/>
                  </a:lnTo>
                  <a:lnTo>
                    <a:pt x="3806298" y="164983"/>
                  </a:lnTo>
                  <a:lnTo>
                    <a:pt x="3788672" y="134450"/>
                  </a:lnTo>
                  <a:lnTo>
                    <a:pt x="3819211" y="116817"/>
                  </a:lnTo>
                  <a:close/>
                </a:path>
                <a:path w="6694170" h="6997065">
                  <a:moveTo>
                    <a:pt x="3893806" y="247789"/>
                  </a:moveTo>
                  <a:lnTo>
                    <a:pt x="3910550" y="276787"/>
                  </a:lnTo>
                  <a:lnTo>
                    <a:pt x="3881539" y="293538"/>
                  </a:lnTo>
                  <a:lnTo>
                    <a:pt x="3864794" y="264533"/>
                  </a:lnTo>
                  <a:lnTo>
                    <a:pt x="3893806" y="247789"/>
                  </a:lnTo>
                  <a:close/>
                </a:path>
                <a:path w="6694170" h="6997065">
                  <a:moveTo>
                    <a:pt x="3968507" y="378350"/>
                  </a:moveTo>
                  <a:lnTo>
                    <a:pt x="3984665" y="406336"/>
                  </a:lnTo>
                  <a:lnTo>
                    <a:pt x="3956673" y="422495"/>
                  </a:lnTo>
                  <a:lnTo>
                    <a:pt x="3940515" y="394508"/>
                  </a:lnTo>
                  <a:lnTo>
                    <a:pt x="3968507" y="378350"/>
                  </a:lnTo>
                  <a:close/>
                </a:path>
                <a:path w="6694170" h="6997065">
                  <a:moveTo>
                    <a:pt x="4043203" y="508912"/>
                  </a:moveTo>
                  <a:lnTo>
                    <a:pt x="4058775" y="535880"/>
                  </a:lnTo>
                  <a:lnTo>
                    <a:pt x="4031807" y="551451"/>
                  </a:lnTo>
                  <a:lnTo>
                    <a:pt x="4016242" y="524483"/>
                  </a:lnTo>
                  <a:lnTo>
                    <a:pt x="4043203" y="508912"/>
                  </a:lnTo>
                  <a:close/>
                </a:path>
                <a:path w="6694170" h="6997065">
                  <a:moveTo>
                    <a:pt x="4117798" y="639877"/>
                  </a:moveTo>
                  <a:lnTo>
                    <a:pt x="4132487" y="665316"/>
                  </a:lnTo>
                  <a:lnTo>
                    <a:pt x="4107042" y="680005"/>
                  </a:lnTo>
                  <a:lnTo>
                    <a:pt x="4092353" y="654566"/>
                  </a:lnTo>
                  <a:lnTo>
                    <a:pt x="4117798" y="639877"/>
                  </a:lnTo>
                  <a:close/>
                </a:path>
                <a:path w="6694170" h="6997065">
                  <a:moveTo>
                    <a:pt x="4192286" y="771238"/>
                  </a:moveTo>
                  <a:lnTo>
                    <a:pt x="4205803" y="794652"/>
                  </a:lnTo>
                  <a:lnTo>
                    <a:pt x="4182395" y="808163"/>
                  </a:lnTo>
                  <a:lnTo>
                    <a:pt x="4168878" y="784755"/>
                  </a:lnTo>
                  <a:lnTo>
                    <a:pt x="4192286" y="771238"/>
                  </a:lnTo>
                  <a:close/>
                </a:path>
                <a:path w="6694170" h="6997065">
                  <a:moveTo>
                    <a:pt x="4266881" y="902209"/>
                  </a:moveTo>
                  <a:lnTo>
                    <a:pt x="4279515" y="924089"/>
                  </a:lnTo>
                  <a:lnTo>
                    <a:pt x="4257635" y="936723"/>
                  </a:lnTo>
                  <a:lnTo>
                    <a:pt x="4245001" y="914837"/>
                  </a:lnTo>
                  <a:lnTo>
                    <a:pt x="4266881" y="902209"/>
                  </a:lnTo>
                  <a:close/>
                </a:path>
                <a:path w="6694170" h="6997065">
                  <a:moveTo>
                    <a:pt x="4341583" y="1032771"/>
                  </a:moveTo>
                  <a:lnTo>
                    <a:pt x="4353630" y="1053632"/>
                  </a:lnTo>
                  <a:lnTo>
                    <a:pt x="4332769" y="1065673"/>
                  </a:lnTo>
                  <a:lnTo>
                    <a:pt x="4320722" y="1044813"/>
                  </a:lnTo>
                  <a:lnTo>
                    <a:pt x="4341583" y="1032771"/>
                  </a:lnTo>
                  <a:close/>
                </a:path>
                <a:path w="6694170" h="6997065">
                  <a:moveTo>
                    <a:pt x="4416178" y="1163730"/>
                  </a:moveTo>
                  <a:lnTo>
                    <a:pt x="4427343" y="1183069"/>
                  </a:lnTo>
                  <a:lnTo>
                    <a:pt x="4408010" y="1194233"/>
                  </a:lnTo>
                  <a:lnTo>
                    <a:pt x="4396845" y="1174894"/>
                  </a:lnTo>
                  <a:lnTo>
                    <a:pt x="4416178" y="1163730"/>
                  </a:lnTo>
                  <a:close/>
                </a:path>
                <a:path w="6694170" h="6997065">
                  <a:moveTo>
                    <a:pt x="4490880" y="1294291"/>
                  </a:moveTo>
                  <a:lnTo>
                    <a:pt x="4501458" y="1312617"/>
                  </a:lnTo>
                  <a:lnTo>
                    <a:pt x="4483138" y="1323190"/>
                  </a:lnTo>
                  <a:lnTo>
                    <a:pt x="4472559" y="1304870"/>
                  </a:lnTo>
                  <a:lnTo>
                    <a:pt x="4490880" y="1294291"/>
                  </a:lnTo>
                  <a:close/>
                </a:path>
                <a:path w="6694170" h="6997065">
                  <a:moveTo>
                    <a:pt x="4565473" y="1425262"/>
                  </a:moveTo>
                  <a:lnTo>
                    <a:pt x="4575171" y="1442054"/>
                  </a:lnTo>
                  <a:lnTo>
                    <a:pt x="4558379" y="1451750"/>
                  </a:lnTo>
                  <a:lnTo>
                    <a:pt x="4548683" y="1434952"/>
                  </a:lnTo>
                  <a:lnTo>
                    <a:pt x="4565473" y="1425262"/>
                  </a:lnTo>
                  <a:close/>
                </a:path>
                <a:path w="6694170" h="6997065">
                  <a:moveTo>
                    <a:pt x="4640064" y="1556221"/>
                  </a:moveTo>
                  <a:lnTo>
                    <a:pt x="4648883" y="1571490"/>
                  </a:lnTo>
                  <a:lnTo>
                    <a:pt x="4633619" y="1580304"/>
                  </a:lnTo>
                  <a:lnTo>
                    <a:pt x="4624800" y="1565034"/>
                  </a:lnTo>
                  <a:lnTo>
                    <a:pt x="4640064" y="1556221"/>
                  </a:lnTo>
                  <a:close/>
                </a:path>
                <a:path w="6694170" h="6997065">
                  <a:moveTo>
                    <a:pt x="4714771" y="1686782"/>
                  </a:moveTo>
                  <a:lnTo>
                    <a:pt x="4722998" y="1701033"/>
                  </a:lnTo>
                  <a:lnTo>
                    <a:pt x="4708753" y="1709260"/>
                  </a:lnTo>
                  <a:lnTo>
                    <a:pt x="4700526" y="1695009"/>
                  </a:lnTo>
                  <a:lnTo>
                    <a:pt x="4714771" y="1686782"/>
                  </a:lnTo>
                  <a:close/>
                </a:path>
                <a:path w="6694170" h="6997065">
                  <a:moveTo>
                    <a:pt x="4789366" y="1817753"/>
                  </a:moveTo>
                  <a:lnTo>
                    <a:pt x="4796711" y="1830470"/>
                  </a:lnTo>
                  <a:lnTo>
                    <a:pt x="4783988" y="1837815"/>
                  </a:lnTo>
                  <a:lnTo>
                    <a:pt x="4776643" y="1825098"/>
                  </a:lnTo>
                  <a:lnTo>
                    <a:pt x="4789366" y="1817753"/>
                  </a:lnTo>
                  <a:close/>
                </a:path>
                <a:path w="6694170" h="6997065">
                  <a:moveTo>
                    <a:pt x="4863960" y="1948718"/>
                  </a:moveTo>
                  <a:lnTo>
                    <a:pt x="4870423" y="1959907"/>
                  </a:lnTo>
                  <a:lnTo>
                    <a:pt x="4859229" y="1966374"/>
                  </a:lnTo>
                  <a:lnTo>
                    <a:pt x="4852767" y="1955180"/>
                  </a:lnTo>
                  <a:lnTo>
                    <a:pt x="4863960" y="1948718"/>
                  </a:lnTo>
                  <a:close/>
                </a:path>
                <a:path w="6694170" h="6997065">
                  <a:moveTo>
                    <a:pt x="4938556" y="2079677"/>
                  </a:moveTo>
                  <a:lnTo>
                    <a:pt x="4944135" y="2089349"/>
                  </a:lnTo>
                  <a:lnTo>
                    <a:pt x="4934469" y="2094929"/>
                  </a:lnTo>
                  <a:lnTo>
                    <a:pt x="4928884" y="2085262"/>
                  </a:lnTo>
                  <a:lnTo>
                    <a:pt x="4938556" y="2079677"/>
                  </a:lnTo>
                  <a:close/>
                </a:path>
                <a:path w="6694170" h="6997065">
                  <a:moveTo>
                    <a:pt x="5013258" y="2210238"/>
                  </a:moveTo>
                  <a:lnTo>
                    <a:pt x="5018257" y="2218892"/>
                  </a:lnTo>
                  <a:lnTo>
                    <a:pt x="5009603" y="2223892"/>
                  </a:lnTo>
                  <a:lnTo>
                    <a:pt x="5004604" y="2215238"/>
                  </a:lnTo>
                  <a:lnTo>
                    <a:pt x="5013258" y="2210238"/>
                  </a:lnTo>
                  <a:close/>
                </a:path>
                <a:path w="6694170" h="6997065">
                  <a:moveTo>
                    <a:pt x="5087959" y="2340807"/>
                  </a:moveTo>
                  <a:lnTo>
                    <a:pt x="5092366" y="2348435"/>
                  </a:lnTo>
                  <a:lnTo>
                    <a:pt x="5084731" y="2352842"/>
                  </a:lnTo>
                  <a:lnTo>
                    <a:pt x="5080324" y="2345214"/>
                  </a:lnTo>
                  <a:lnTo>
                    <a:pt x="5087959" y="2340807"/>
                  </a:lnTo>
                  <a:close/>
                </a:path>
                <a:path w="6694170" h="6997065">
                  <a:moveTo>
                    <a:pt x="5162766" y="2470966"/>
                  </a:moveTo>
                  <a:lnTo>
                    <a:pt x="5166884" y="2478085"/>
                  </a:lnTo>
                  <a:lnTo>
                    <a:pt x="5159759" y="2482202"/>
                  </a:lnTo>
                  <a:lnTo>
                    <a:pt x="5155642" y="2475076"/>
                  </a:lnTo>
                  <a:lnTo>
                    <a:pt x="5162766" y="2470966"/>
                  </a:lnTo>
                  <a:close/>
                </a:path>
                <a:path w="6694170" h="6997065">
                  <a:moveTo>
                    <a:pt x="5237362" y="2601931"/>
                  </a:moveTo>
                  <a:lnTo>
                    <a:pt x="5240596" y="2607528"/>
                  </a:lnTo>
                  <a:lnTo>
                    <a:pt x="5234999" y="2610756"/>
                  </a:lnTo>
                  <a:lnTo>
                    <a:pt x="5231765" y="2605159"/>
                  </a:lnTo>
                  <a:lnTo>
                    <a:pt x="5237362" y="2601931"/>
                  </a:lnTo>
                  <a:close/>
                </a:path>
                <a:path w="6694170" h="6997065">
                  <a:moveTo>
                    <a:pt x="5312064" y="2732492"/>
                  </a:moveTo>
                  <a:lnTo>
                    <a:pt x="5314712" y="2737071"/>
                  </a:lnTo>
                  <a:lnTo>
                    <a:pt x="5310127" y="2739719"/>
                  </a:lnTo>
                  <a:lnTo>
                    <a:pt x="5307486" y="2735140"/>
                  </a:lnTo>
                  <a:lnTo>
                    <a:pt x="5312064" y="2732492"/>
                  </a:lnTo>
                  <a:close/>
                </a:path>
                <a:path w="6694170" h="6997065">
                  <a:moveTo>
                    <a:pt x="5386872" y="2862652"/>
                  </a:moveTo>
                  <a:lnTo>
                    <a:pt x="5389224" y="2866727"/>
                  </a:lnTo>
                  <a:lnTo>
                    <a:pt x="5385155" y="2869072"/>
                  </a:lnTo>
                  <a:lnTo>
                    <a:pt x="5382803" y="2865003"/>
                  </a:lnTo>
                  <a:lnTo>
                    <a:pt x="5386872" y="2862652"/>
                  </a:lnTo>
                  <a:close/>
                </a:path>
                <a:path w="6694170" h="6997065">
                  <a:moveTo>
                    <a:pt x="5461573" y="2993213"/>
                  </a:moveTo>
                  <a:lnTo>
                    <a:pt x="5463339" y="2996276"/>
                  </a:lnTo>
                  <a:lnTo>
                    <a:pt x="5460289" y="2998035"/>
                  </a:lnTo>
                  <a:lnTo>
                    <a:pt x="5458524" y="2994978"/>
                  </a:lnTo>
                  <a:lnTo>
                    <a:pt x="5461573" y="2993213"/>
                  </a:lnTo>
                  <a:close/>
                </a:path>
                <a:path w="6694170" h="6997065">
                  <a:moveTo>
                    <a:pt x="5536281" y="3123775"/>
                  </a:moveTo>
                  <a:lnTo>
                    <a:pt x="5537454" y="3125813"/>
                  </a:lnTo>
                  <a:lnTo>
                    <a:pt x="5535417" y="3126992"/>
                  </a:lnTo>
                  <a:lnTo>
                    <a:pt x="5534244" y="3124954"/>
                  </a:lnTo>
                  <a:lnTo>
                    <a:pt x="5536281" y="3123775"/>
                  </a:lnTo>
                  <a:close/>
                </a:path>
                <a:path w="6694170" h="6997065">
                  <a:moveTo>
                    <a:pt x="5611089" y="3253946"/>
                  </a:moveTo>
                  <a:lnTo>
                    <a:pt x="5611966" y="3255468"/>
                  </a:lnTo>
                  <a:lnTo>
                    <a:pt x="5610444" y="3256345"/>
                  </a:lnTo>
                  <a:lnTo>
                    <a:pt x="5609567" y="3254823"/>
                  </a:lnTo>
                  <a:lnTo>
                    <a:pt x="5611089" y="3253946"/>
                  </a:lnTo>
                  <a:close/>
                </a:path>
                <a:path w="6694170" h="6997065">
                  <a:moveTo>
                    <a:pt x="3615173" y="59570"/>
                  </a:moveTo>
                  <a:lnTo>
                    <a:pt x="3634565" y="93154"/>
                  </a:lnTo>
                  <a:lnTo>
                    <a:pt x="3600981" y="112546"/>
                  </a:lnTo>
                  <a:lnTo>
                    <a:pt x="3581589" y="78962"/>
                  </a:lnTo>
                  <a:lnTo>
                    <a:pt x="3615173" y="59570"/>
                  </a:lnTo>
                  <a:close/>
                </a:path>
                <a:path w="6694170" h="6997065">
                  <a:moveTo>
                    <a:pt x="3689874" y="190131"/>
                  </a:moveTo>
                  <a:lnTo>
                    <a:pt x="3708680" y="222702"/>
                  </a:lnTo>
                  <a:lnTo>
                    <a:pt x="3676115" y="241502"/>
                  </a:lnTo>
                  <a:lnTo>
                    <a:pt x="3657309" y="208937"/>
                  </a:lnTo>
                  <a:lnTo>
                    <a:pt x="3689874" y="190131"/>
                  </a:lnTo>
                  <a:close/>
                </a:path>
                <a:path w="6694170" h="6997065">
                  <a:moveTo>
                    <a:pt x="3764470" y="321096"/>
                  </a:moveTo>
                  <a:lnTo>
                    <a:pt x="3782393" y="352139"/>
                  </a:lnTo>
                  <a:lnTo>
                    <a:pt x="3751356" y="370062"/>
                  </a:lnTo>
                  <a:lnTo>
                    <a:pt x="3733433" y="339014"/>
                  </a:lnTo>
                  <a:lnTo>
                    <a:pt x="3764470" y="321096"/>
                  </a:lnTo>
                  <a:close/>
                </a:path>
                <a:path w="6694170" h="6997065">
                  <a:moveTo>
                    <a:pt x="3838958" y="452458"/>
                  </a:moveTo>
                  <a:lnTo>
                    <a:pt x="3855702" y="481470"/>
                  </a:lnTo>
                  <a:lnTo>
                    <a:pt x="3826697" y="498214"/>
                  </a:lnTo>
                  <a:lnTo>
                    <a:pt x="3809953" y="469209"/>
                  </a:lnTo>
                  <a:lnTo>
                    <a:pt x="3838958" y="452458"/>
                  </a:lnTo>
                  <a:close/>
                </a:path>
                <a:path w="6694170" h="6997065">
                  <a:moveTo>
                    <a:pt x="3913660" y="583020"/>
                  </a:moveTo>
                  <a:lnTo>
                    <a:pt x="3929818" y="611006"/>
                  </a:lnTo>
                  <a:lnTo>
                    <a:pt x="3901831" y="627165"/>
                  </a:lnTo>
                  <a:lnTo>
                    <a:pt x="3885673" y="599178"/>
                  </a:lnTo>
                  <a:lnTo>
                    <a:pt x="3913660" y="583020"/>
                  </a:lnTo>
                  <a:close/>
                </a:path>
                <a:path w="6694170" h="6997065">
                  <a:moveTo>
                    <a:pt x="3988361" y="713582"/>
                  </a:moveTo>
                  <a:lnTo>
                    <a:pt x="4003933" y="740555"/>
                  </a:lnTo>
                  <a:lnTo>
                    <a:pt x="3976965" y="756127"/>
                  </a:lnTo>
                  <a:lnTo>
                    <a:pt x="3961394" y="729153"/>
                  </a:lnTo>
                  <a:lnTo>
                    <a:pt x="3988361" y="713582"/>
                  </a:lnTo>
                  <a:close/>
                </a:path>
                <a:path w="6694170" h="6997065">
                  <a:moveTo>
                    <a:pt x="4062956" y="844552"/>
                  </a:moveTo>
                  <a:lnTo>
                    <a:pt x="4077645" y="869992"/>
                  </a:lnTo>
                  <a:lnTo>
                    <a:pt x="4052206" y="884681"/>
                  </a:lnTo>
                  <a:lnTo>
                    <a:pt x="4037517" y="859242"/>
                  </a:lnTo>
                  <a:lnTo>
                    <a:pt x="4062956" y="844552"/>
                  </a:lnTo>
                  <a:close/>
                </a:path>
                <a:path w="6694170" h="6997065">
                  <a:moveTo>
                    <a:pt x="4137444" y="975921"/>
                  </a:moveTo>
                  <a:lnTo>
                    <a:pt x="4150955" y="999322"/>
                  </a:lnTo>
                  <a:lnTo>
                    <a:pt x="4127547" y="1012838"/>
                  </a:lnTo>
                  <a:lnTo>
                    <a:pt x="4114037" y="989431"/>
                  </a:lnTo>
                  <a:lnTo>
                    <a:pt x="4137444" y="975921"/>
                  </a:lnTo>
                  <a:close/>
                </a:path>
                <a:path w="6694170" h="6997065">
                  <a:moveTo>
                    <a:pt x="4212039" y="1106885"/>
                  </a:moveTo>
                  <a:lnTo>
                    <a:pt x="4224673" y="1128759"/>
                  </a:lnTo>
                  <a:lnTo>
                    <a:pt x="4202788" y="1141393"/>
                  </a:lnTo>
                  <a:lnTo>
                    <a:pt x="4190160" y="1119519"/>
                  </a:lnTo>
                  <a:lnTo>
                    <a:pt x="4212039" y="1106885"/>
                  </a:lnTo>
                  <a:close/>
                </a:path>
                <a:path w="6694170" h="6997065">
                  <a:moveTo>
                    <a:pt x="4286741" y="1237447"/>
                  </a:moveTo>
                  <a:lnTo>
                    <a:pt x="4298783" y="1258308"/>
                  </a:lnTo>
                  <a:lnTo>
                    <a:pt x="4277922" y="1270355"/>
                  </a:lnTo>
                  <a:lnTo>
                    <a:pt x="4265880" y="1249494"/>
                  </a:lnTo>
                  <a:lnTo>
                    <a:pt x="4286741" y="1237447"/>
                  </a:lnTo>
                  <a:close/>
                </a:path>
                <a:path w="6694170" h="6997065">
                  <a:moveTo>
                    <a:pt x="4361336" y="1368405"/>
                  </a:moveTo>
                  <a:lnTo>
                    <a:pt x="4372501" y="1387744"/>
                  </a:lnTo>
                  <a:lnTo>
                    <a:pt x="4353162" y="1398909"/>
                  </a:lnTo>
                  <a:lnTo>
                    <a:pt x="4341997" y="1379570"/>
                  </a:lnTo>
                  <a:lnTo>
                    <a:pt x="4361336" y="1368405"/>
                  </a:lnTo>
                  <a:close/>
                </a:path>
                <a:path w="6694170" h="6997065">
                  <a:moveTo>
                    <a:pt x="4435931" y="1499376"/>
                  </a:moveTo>
                  <a:lnTo>
                    <a:pt x="4446213" y="1517180"/>
                  </a:lnTo>
                  <a:lnTo>
                    <a:pt x="4428403" y="1527463"/>
                  </a:lnTo>
                  <a:lnTo>
                    <a:pt x="4418121" y="1509659"/>
                  </a:lnTo>
                  <a:lnTo>
                    <a:pt x="4435931" y="1499376"/>
                  </a:lnTo>
                  <a:close/>
                </a:path>
                <a:path w="6694170" h="6997065">
                  <a:moveTo>
                    <a:pt x="4510526" y="1630335"/>
                  </a:moveTo>
                  <a:lnTo>
                    <a:pt x="4519926" y="1646623"/>
                  </a:lnTo>
                  <a:lnTo>
                    <a:pt x="4503638" y="1656023"/>
                  </a:lnTo>
                  <a:lnTo>
                    <a:pt x="4494238" y="1639740"/>
                  </a:lnTo>
                  <a:lnTo>
                    <a:pt x="4510526" y="1630335"/>
                  </a:lnTo>
                  <a:close/>
                </a:path>
                <a:path w="6694170" h="6997065">
                  <a:moveTo>
                    <a:pt x="4585121" y="1761300"/>
                  </a:moveTo>
                  <a:lnTo>
                    <a:pt x="4593638" y="1776060"/>
                  </a:lnTo>
                  <a:lnTo>
                    <a:pt x="4578884" y="1784577"/>
                  </a:lnTo>
                  <a:lnTo>
                    <a:pt x="4570360" y="1769823"/>
                  </a:lnTo>
                  <a:lnTo>
                    <a:pt x="4585121" y="1761300"/>
                  </a:lnTo>
                  <a:close/>
                </a:path>
                <a:path w="6694170" h="6997065">
                  <a:moveTo>
                    <a:pt x="4659823" y="1891868"/>
                  </a:moveTo>
                  <a:lnTo>
                    <a:pt x="4667754" y="1905603"/>
                  </a:lnTo>
                  <a:lnTo>
                    <a:pt x="4654012" y="1913534"/>
                  </a:lnTo>
                  <a:lnTo>
                    <a:pt x="4646081" y="1899798"/>
                  </a:lnTo>
                  <a:lnTo>
                    <a:pt x="4659823" y="1891868"/>
                  </a:lnTo>
                  <a:close/>
                </a:path>
                <a:path w="6694170" h="6997065">
                  <a:moveTo>
                    <a:pt x="4734524" y="2022429"/>
                  </a:moveTo>
                  <a:lnTo>
                    <a:pt x="4741869" y="2035146"/>
                  </a:lnTo>
                  <a:lnTo>
                    <a:pt x="4729146" y="2042491"/>
                  </a:lnTo>
                  <a:lnTo>
                    <a:pt x="4721802" y="2029774"/>
                  </a:lnTo>
                  <a:lnTo>
                    <a:pt x="4734524" y="2022429"/>
                  </a:lnTo>
                  <a:close/>
                </a:path>
                <a:path w="6694170" h="6997065">
                  <a:moveTo>
                    <a:pt x="4809007" y="2153791"/>
                  </a:moveTo>
                  <a:lnTo>
                    <a:pt x="4815179" y="2164476"/>
                  </a:lnTo>
                  <a:lnTo>
                    <a:pt x="4804493" y="2170648"/>
                  </a:lnTo>
                  <a:lnTo>
                    <a:pt x="4798322" y="2159963"/>
                  </a:lnTo>
                  <a:lnTo>
                    <a:pt x="4809007" y="2153791"/>
                  </a:lnTo>
                  <a:close/>
                </a:path>
                <a:path w="6694170" h="6997065">
                  <a:moveTo>
                    <a:pt x="4883714" y="2284353"/>
                  </a:moveTo>
                  <a:lnTo>
                    <a:pt x="4889294" y="2294025"/>
                  </a:lnTo>
                  <a:lnTo>
                    <a:pt x="4879627" y="2299605"/>
                  </a:lnTo>
                  <a:lnTo>
                    <a:pt x="4874042" y="2289938"/>
                  </a:lnTo>
                  <a:lnTo>
                    <a:pt x="4883714" y="2284353"/>
                  </a:lnTo>
                  <a:close/>
                </a:path>
                <a:path w="6694170" h="6997065">
                  <a:moveTo>
                    <a:pt x="4958416" y="2414921"/>
                  </a:moveTo>
                  <a:lnTo>
                    <a:pt x="4963409" y="2423569"/>
                  </a:lnTo>
                  <a:lnTo>
                    <a:pt x="4954756" y="2428562"/>
                  </a:lnTo>
                  <a:lnTo>
                    <a:pt x="4949762" y="2419914"/>
                  </a:lnTo>
                  <a:lnTo>
                    <a:pt x="4958416" y="2414921"/>
                  </a:lnTo>
                  <a:close/>
                </a:path>
                <a:path w="6694170" h="6997065">
                  <a:moveTo>
                    <a:pt x="5033118" y="2545483"/>
                  </a:moveTo>
                  <a:lnTo>
                    <a:pt x="5037524" y="2553112"/>
                  </a:lnTo>
                  <a:lnTo>
                    <a:pt x="5029889" y="2557519"/>
                  </a:lnTo>
                  <a:lnTo>
                    <a:pt x="5025483" y="2549890"/>
                  </a:lnTo>
                  <a:lnTo>
                    <a:pt x="5033118" y="2545483"/>
                  </a:lnTo>
                  <a:close/>
                </a:path>
                <a:path w="6694170" h="6997065">
                  <a:moveTo>
                    <a:pt x="5107813" y="2676045"/>
                  </a:moveTo>
                  <a:lnTo>
                    <a:pt x="5111634" y="2682661"/>
                  </a:lnTo>
                  <a:lnTo>
                    <a:pt x="5105023" y="2686475"/>
                  </a:lnTo>
                  <a:lnTo>
                    <a:pt x="5101203" y="2679865"/>
                  </a:lnTo>
                  <a:lnTo>
                    <a:pt x="5107813" y="2676045"/>
                  </a:lnTo>
                  <a:close/>
                </a:path>
                <a:path w="6694170" h="6997065">
                  <a:moveTo>
                    <a:pt x="5182414" y="2807003"/>
                  </a:moveTo>
                  <a:lnTo>
                    <a:pt x="5185352" y="2812091"/>
                  </a:lnTo>
                  <a:lnTo>
                    <a:pt x="5180264" y="2815029"/>
                  </a:lnTo>
                  <a:lnTo>
                    <a:pt x="5177326" y="2809941"/>
                  </a:lnTo>
                  <a:lnTo>
                    <a:pt x="5182414" y="2807003"/>
                  </a:lnTo>
                  <a:close/>
                </a:path>
                <a:path w="6694170" h="6997065">
                  <a:moveTo>
                    <a:pt x="5257222" y="2937168"/>
                  </a:moveTo>
                  <a:lnTo>
                    <a:pt x="5259864" y="2941753"/>
                  </a:lnTo>
                  <a:lnTo>
                    <a:pt x="5255285" y="2944395"/>
                  </a:lnTo>
                  <a:lnTo>
                    <a:pt x="5252644" y="2939816"/>
                  </a:lnTo>
                  <a:lnTo>
                    <a:pt x="5257222" y="2937168"/>
                  </a:lnTo>
                  <a:close/>
                </a:path>
                <a:path w="6694170" h="6997065">
                  <a:moveTo>
                    <a:pt x="5331924" y="3067730"/>
                  </a:moveTo>
                  <a:lnTo>
                    <a:pt x="5333979" y="3071290"/>
                  </a:lnTo>
                  <a:lnTo>
                    <a:pt x="5330414" y="3073351"/>
                  </a:lnTo>
                  <a:lnTo>
                    <a:pt x="5328358" y="3069792"/>
                  </a:lnTo>
                  <a:lnTo>
                    <a:pt x="5331924" y="3067730"/>
                  </a:lnTo>
                  <a:close/>
                </a:path>
                <a:path w="6694170" h="6997065">
                  <a:moveTo>
                    <a:pt x="5406626" y="3198298"/>
                  </a:moveTo>
                  <a:lnTo>
                    <a:pt x="5408095" y="3200839"/>
                  </a:lnTo>
                  <a:lnTo>
                    <a:pt x="5405554" y="3202308"/>
                  </a:lnTo>
                  <a:lnTo>
                    <a:pt x="5404085" y="3199767"/>
                  </a:lnTo>
                  <a:lnTo>
                    <a:pt x="5406626" y="3198298"/>
                  </a:lnTo>
                  <a:close/>
                </a:path>
                <a:path w="6694170" h="6997065">
                  <a:moveTo>
                    <a:pt x="5481434" y="3328457"/>
                  </a:moveTo>
                  <a:lnTo>
                    <a:pt x="5482613" y="3330495"/>
                  </a:lnTo>
                  <a:lnTo>
                    <a:pt x="5480575" y="3331668"/>
                  </a:lnTo>
                  <a:lnTo>
                    <a:pt x="5479396" y="3329630"/>
                  </a:lnTo>
                  <a:lnTo>
                    <a:pt x="5481434" y="3328457"/>
                  </a:lnTo>
                  <a:close/>
                </a:path>
                <a:path w="6694170" h="6997065">
                  <a:moveTo>
                    <a:pt x="3411254" y="1920"/>
                  </a:moveTo>
                  <a:lnTo>
                    <a:pt x="3432696" y="39058"/>
                  </a:lnTo>
                  <a:lnTo>
                    <a:pt x="3395546" y="60505"/>
                  </a:lnTo>
                  <a:lnTo>
                    <a:pt x="3374105" y="23367"/>
                  </a:lnTo>
                  <a:lnTo>
                    <a:pt x="3411254" y="1920"/>
                  </a:lnTo>
                  <a:close/>
                </a:path>
                <a:path w="6694170" h="6997065">
                  <a:moveTo>
                    <a:pt x="3485843" y="132879"/>
                  </a:moveTo>
                  <a:lnTo>
                    <a:pt x="3506408" y="168500"/>
                  </a:lnTo>
                  <a:lnTo>
                    <a:pt x="3470792" y="189064"/>
                  </a:lnTo>
                  <a:lnTo>
                    <a:pt x="3450228" y="153443"/>
                  </a:lnTo>
                  <a:lnTo>
                    <a:pt x="3485843" y="132879"/>
                  </a:lnTo>
                  <a:close/>
                </a:path>
                <a:path w="6694170" h="6997065">
                  <a:moveTo>
                    <a:pt x="3560438" y="263843"/>
                  </a:moveTo>
                  <a:lnTo>
                    <a:pt x="3580121" y="297936"/>
                  </a:lnTo>
                  <a:lnTo>
                    <a:pt x="3546034" y="317619"/>
                  </a:lnTo>
                  <a:lnTo>
                    <a:pt x="3526351" y="283526"/>
                  </a:lnTo>
                  <a:lnTo>
                    <a:pt x="3560438" y="263843"/>
                  </a:lnTo>
                  <a:close/>
                </a:path>
                <a:path w="6694170" h="6997065">
                  <a:moveTo>
                    <a:pt x="3635033" y="394808"/>
                  </a:moveTo>
                  <a:lnTo>
                    <a:pt x="3653833" y="427374"/>
                  </a:lnTo>
                  <a:lnTo>
                    <a:pt x="3621268" y="446179"/>
                  </a:lnTo>
                  <a:lnTo>
                    <a:pt x="3602462" y="413608"/>
                  </a:lnTo>
                  <a:lnTo>
                    <a:pt x="3635033" y="394808"/>
                  </a:lnTo>
                  <a:close/>
                </a:path>
                <a:path w="6694170" h="6997065">
                  <a:moveTo>
                    <a:pt x="3709629" y="525773"/>
                  </a:moveTo>
                  <a:lnTo>
                    <a:pt x="3727552" y="556810"/>
                  </a:lnTo>
                  <a:lnTo>
                    <a:pt x="3696509" y="574733"/>
                  </a:lnTo>
                  <a:lnTo>
                    <a:pt x="3678586" y="543696"/>
                  </a:lnTo>
                  <a:lnTo>
                    <a:pt x="3709629" y="525773"/>
                  </a:lnTo>
                  <a:close/>
                </a:path>
                <a:path w="6694170" h="6997065">
                  <a:moveTo>
                    <a:pt x="3784116" y="657141"/>
                  </a:moveTo>
                  <a:lnTo>
                    <a:pt x="3800861" y="686146"/>
                  </a:lnTo>
                  <a:lnTo>
                    <a:pt x="3771862" y="702890"/>
                  </a:lnTo>
                  <a:lnTo>
                    <a:pt x="3755111" y="673885"/>
                  </a:lnTo>
                  <a:lnTo>
                    <a:pt x="3784116" y="657141"/>
                  </a:lnTo>
                  <a:close/>
                </a:path>
                <a:path w="6694170" h="6997065">
                  <a:moveTo>
                    <a:pt x="3858819" y="787703"/>
                  </a:moveTo>
                  <a:lnTo>
                    <a:pt x="3874977" y="815689"/>
                  </a:lnTo>
                  <a:lnTo>
                    <a:pt x="3846990" y="831847"/>
                  </a:lnTo>
                  <a:lnTo>
                    <a:pt x="3830832" y="803861"/>
                  </a:lnTo>
                  <a:lnTo>
                    <a:pt x="3858819" y="787703"/>
                  </a:lnTo>
                  <a:close/>
                </a:path>
                <a:path w="6694170" h="6997065">
                  <a:moveTo>
                    <a:pt x="3933413" y="918668"/>
                  </a:moveTo>
                  <a:lnTo>
                    <a:pt x="3948689" y="945126"/>
                  </a:lnTo>
                  <a:lnTo>
                    <a:pt x="3922231" y="960401"/>
                  </a:lnTo>
                  <a:lnTo>
                    <a:pt x="3906955" y="933943"/>
                  </a:lnTo>
                  <a:lnTo>
                    <a:pt x="3933413" y="918668"/>
                  </a:lnTo>
                  <a:close/>
                </a:path>
                <a:path w="6694170" h="6997065">
                  <a:moveTo>
                    <a:pt x="4008003" y="1049633"/>
                  </a:moveTo>
                  <a:lnTo>
                    <a:pt x="4022402" y="1074563"/>
                  </a:lnTo>
                  <a:lnTo>
                    <a:pt x="3997466" y="1088961"/>
                  </a:lnTo>
                  <a:lnTo>
                    <a:pt x="3983073" y="1064025"/>
                  </a:lnTo>
                  <a:lnTo>
                    <a:pt x="4008003" y="1049633"/>
                  </a:lnTo>
                  <a:close/>
                </a:path>
                <a:path w="6694170" h="6997065">
                  <a:moveTo>
                    <a:pt x="4082491" y="1180994"/>
                  </a:moveTo>
                  <a:lnTo>
                    <a:pt x="4095717" y="1203899"/>
                  </a:lnTo>
                  <a:lnTo>
                    <a:pt x="4072819" y="1217119"/>
                  </a:lnTo>
                  <a:lnTo>
                    <a:pt x="4059592" y="1194215"/>
                  </a:lnTo>
                  <a:lnTo>
                    <a:pt x="4082491" y="1180994"/>
                  </a:lnTo>
                  <a:close/>
                </a:path>
                <a:path w="6694170" h="6997065">
                  <a:moveTo>
                    <a:pt x="4157199" y="1311556"/>
                  </a:moveTo>
                  <a:lnTo>
                    <a:pt x="4169832" y="1333436"/>
                  </a:lnTo>
                  <a:lnTo>
                    <a:pt x="4147947" y="1346070"/>
                  </a:lnTo>
                  <a:lnTo>
                    <a:pt x="4135313" y="1324190"/>
                  </a:lnTo>
                  <a:lnTo>
                    <a:pt x="4157199" y="1311556"/>
                  </a:lnTo>
                  <a:close/>
                </a:path>
                <a:path w="6694170" h="6997065">
                  <a:moveTo>
                    <a:pt x="4231793" y="1442521"/>
                  </a:moveTo>
                  <a:lnTo>
                    <a:pt x="4243545" y="1462879"/>
                  </a:lnTo>
                  <a:lnTo>
                    <a:pt x="4223187" y="1474630"/>
                  </a:lnTo>
                  <a:lnTo>
                    <a:pt x="4211436" y="1454272"/>
                  </a:lnTo>
                  <a:lnTo>
                    <a:pt x="4231793" y="1442521"/>
                  </a:lnTo>
                  <a:close/>
                </a:path>
                <a:path w="6694170" h="6997065">
                  <a:moveTo>
                    <a:pt x="4306382" y="1573486"/>
                  </a:moveTo>
                  <a:lnTo>
                    <a:pt x="4317257" y="1592315"/>
                  </a:lnTo>
                  <a:lnTo>
                    <a:pt x="4298428" y="1603184"/>
                  </a:lnTo>
                  <a:lnTo>
                    <a:pt x="4287559" y="1584355"/>
                  </a:lnTo>
                  <a:lnTo>
                    <a:pt x="4306382" y="1573486"/>
                  </a:lnTo>
                  <a:close/>
                </a:path>
                <a:path w="6694170" h="6997065">
                  <a:moveTo>
                    <a:pt x="4381084" y="1704048"/>
                  </a:moveTo>
                  <a:lnTo>
                    <a:pt x="4391373" y="1721864"/>
                  </a:lnTo>
                  <a:lnTo>
                    <a:pt x="4373562" y="1732147"/>
                  </a:lnTo>
                  <a:lnTo>
                    <a:pt x="4363274" y="1714330"/>
                  </a:lnTo>
                  <a:lnTo>
                    <a:pt x="4381084" y="1704048"/>
                  </a:lnTo>
                  <a:close/>
                </a:path>
                <a:path w="6694170" h="6997065">
                  <a:moveTo>
                    <a:pt x="4455579" y="1835415"/>
                  </a:moveTo>
                  <a:lnTo>
                    <a:pt x="4464682" y="1851188"/>
                  </a:lnTo>
                  <a:lnTo>
                    <a:pt x="4448903" y="1860298"/>
                  </a:lnTo>
                  <a:lnTo>
                    <a:pt x="4439800" y="1844525"/>
                  </a:lnTo>
                  <a:lnTo>
                    <a:pt x="4455579" y="1835415"/>
                  </a:lnTo>
                  <a:close/>
                </a:path>
                <a:path w="6694170" h="6997065">
                  <a:moveTo>
                    <a:pt x="4530274" y="1965983"/>
                  </a:moveTo>
                  <a:lnTo>
                    <a:pt x="4538792" y="1980732"/>
                  </a:lnTo>
                  <a:lnTo>
                    <a:pt x="4524037" y="1989255"/>
                  </a:lnTo>
                  <a:lnTo>
                    <a:pt x="4515520" y="1974501"/>
                  </a:lnTo>
                  <a:lnTo>
                    <a:pt x="4530274" y="1965983"/>
                  </a:lnTo>
                  <a:close/>
                </a:path>
                <a:path w="6694170" h="6997065">
                  <a:moveTo>
                    <a:pt x="4604876" y="2096942"/>
                  </a:moveTo>
                  <a:lnTo>
                    <a:pt x="4612510" y="2110168"/>
                  </a:lnTo>
                  <a:lnTo>
                    <a:pt x="4599278" y="2117809"/>
                  </a:lnTo>
                  <a:lnTo>
                    <a:pt x="4591637" y="2104583"/>
                  </a:lnTo>
                  <a:lnTo>
                    <a:pt x="4604876" y="2096942"/>
                  </a:lnTo>
                  <a:close/>
                </a:path>
                <a:path w="6694170" h="6997065">
                  <a:moveTo>
                    <a:pt x="4679571" y="2227504"/>
                  </a:moveTo>
                  <a:lnTo>
                    <a:pt x="4686619" y="2239717"/>
                  </a:lnTo>
                  <a:lnTo>
                    <a:pt x="4674406" y="2246772"/>
                  </a:lnTo>
                  <a:lnTo>
                    <a:pt x="4667357" y="2234558"/>
                  </a:lnTo>
                  <a:lnTo>
                    <a:pt x="4679571" y="2227504"/>
                  </a:lnTo>
                  <a:close/>
                </a:path>
                <a:path w="6694170" h="6997065">
                  <a:moveTo>
                    <a:pt x="4754059" y="2358871"/>
                  </a:moveTo>
                  <a:lnTo>
                    <a:pt x="4759935" y="2369047"/>
                  </a:lnTo>
                  <a:lnTo>
                    <a:pt x="4749759" y="2374923"/>
                  </a:lnTo>
                  <a:lnTo>
                    <a:pt x="4743883" y="2364747"/>
                  </a:lnTo>
                  <a:lnTo>
                    <a:pt x="4754059" y="2358871"/>
                  </a:lnTo>
                  <a:close/>
                </a:path>
                <a:path w="6694170" h="6997065">
                  <a:moveTo>
                    <a:pt x="4828761" y="2489433"/>
                  </a:moveTo>
                  <a:lnTo>
                    <a:pt x="4834050" y="2498590"/>
                  </a:lnTo>
                  <a:lnTo>
                    <a:pt x="4824893" y="2503879"/>
                  </a:lnTo>
                  <a:lnTo>
                    <a:pt x="4819604" y="2494722"/>
                  </a:lnTo>
                  <a:lnTo>
                    <a:pt x="4828761" y="2489433"/>
                  </a:lnTo>
                  <a:close/>
                </a:path>
                <a:path w="6694170" h="6997065">
                  <a:moveTo>
                    <a:pt x="4903462" y="2619995"/>
                  </a:moveTo>
                  <a:lnTo>
                    <a:pt x="4908165" y="2628139"/>
                  </a:lnTo>
                  <a:lnTo>
                    <a:pt x="4900021" y="2632842"/>
                  </a:lnTo>
                  <a:lnTo>
                    <a:pt x="4895318" y="2624698"/>
                  </a:lnTo>
                  <a:lnTo>
                    <a:pt x="4903462" y="2619995"/>
                  </a:lnTo>
                  <a:close/>
                </a:path>
                <a:path w="6694170" h="6997065">
                  <a:moveTo>
                    <a:pt x="4978164" y="2750557"/>
                  </a:moveTo>
                  <a:lnTo>
                    <a:pt x="4982275" y="2757682"/>
                  </a:lnTo>
                  <a:lnTo>
                    <a:pt x="4975149" y="2761799"/>
                  </a:lnTo>
                  <a:lnTo>
                    <a:pt x="4971039" y="2754673"/>
                  </a:lnTo>
                  <a:lnTo>
                    <a:pt x="4978164" y="2750557"/>
                  </a:lnTo>
                  <a:close/>
                </a:path>
                <a:path w="6694170" h="6997065">
                  <a:moveTo>
                    <a:pt x="5052866" y="2881125"/>
                  </a:moveTo>
                  <a:lnTo>
                    <a:pt x="5056396" y="2887231"/>
                  </a:lnTo>
                  <a:lnTo>
                    <a:pt x="5050289" y="2890756"/>
                  </a:lnTo>
                  <a:lnTo>
                    <a:pt x="5046765" y="2884649"/>
                  </a:lnTo>
                  <a:lnTo>
                    <a:pt x="5052866" y="2881125"/>
                  </a:lnTo>
                  <a:close/>
                </a:path>
                <a:path w="6694170" h="6997065">
                  <a:moveTo>
                    <a:pt x="5127567" y="3011687"/>
                  </a:moveTo>
                  <a:lnTo>
                    <a:pt x="5130505" y="3016774"/>
                  </a:lnTo>
                  <a:lnTo>
                    <a:pt x="5125418" y="3019712"/>
                  </a:lnTo>
                  <a:lnTo>
                    <a:pt x="5122480" y="3014624"/>
                  </a:lnTo>
                  <a:lnTo>
                    <a:pt x="5127567" y="3011687"/>
                  </a:lnTo>
                  <a:close/>
                </a:path>
                <a:path w="6694170" h="6997065">
                  <a:moveTo>
                    <a:pt x="5202275" y="3142248"/>
                  </a:moveTo>
                  <a:lnTo>
                    <a:pt x="5204627" y="3146318"/>
                  </a:lnTo>
                  <a:lnTo>
                    <a:pt x="5200552" y="3148669"/>
                  </a:lnTo>
                  <a:lnTo>
                    <a:pt x="5198200" y="3144600"/>
                  </a:lnTo>
                  <a:lnTo>
                    <a:pt x="5202275" y="3142248"/>
                  </a:lnTo>
                  <a:close/>
                </a:path>
                <a:path w="6694170" h="6997065">
                  <a:moveTo>
                    <a:pt x="5276969" y="3272810"/>
                  </a:moveTo>
                  <a:lnTo>
                    <a:pt x="5278736" y="3275867"/>
                  </a:lnTo>
                  <a:lnTo>
                    <a:pt x="5275679" y="3277626"/>
                  </a:lnTo>
                  <a:lnTo>
                    <a:pt x="5273920" y="3274575"/>
                  </a:lnTo>
                  <a:lnTo>
                    <a:pt x="5276969" y="3272810"/>
                  </a:lnTo>
                  <a:close/>
                </a:path>
                <a:path w="6694170" h="6997065">
                  <a:moveTo>
                    <a:pt x="5351673" y="3403372"/>
                  </a:moveTo>
                  <a:lnTo>
                    <a:pt x="5352851" y="3405410"/>
                  </a:lnTo>
                  <a:lnTo>
                    <a:pt x="5350814" y="3406589"/>
                  </a:lnTo>
                  <a:lnTo>
                    <a:pt x="5349641" y="3404551"/>
                  </a:lnTo>
                  <a:lnTo>
                    <a:pt x="5351673" y="3403372"/>
                  </a:lnTo>
                  <a:close/>
                </a:path>
                <a:path w="6694170" h="6997065">
                  <a:moveTo>
                    <a:pt x="5426486" y="3533531"/>
                  </a:moveTo>
                  <a:lnTo>
                    <a:pt x="5427369" y="3535059"/>
                  </a:lnTo>
                  <a:lnTo>
                    <a:pt x="5425841" y="3535942"/>
                  </a:lnTo>
                  <a:lnTo>
                    <a:pt x="5424958" y="3534414"/>
                  </a:lnTo>
                  <a:lnTo>
                    <a:pt x="5426486" y="3533531"/>
                  </a:lnTo>
                  <a:close/>
                </a:path>
                <a:path w="6694170" h="6997065">
                  <a:moveTo>
                    <a:pt x="3186582" y="0"/>
                  </a:moveTo>
                  <a:lnTo>
                    <a:pt x="3202453" y="0"/>
                  </a:lnTo>
                  <a:lnTo>
                    <a:pt x="3190550" y="6871"/>
                  </a:lnTo>
                  <a:lnTo>
                    <a:pt x="3186582" y="0"/>
                  </a:lnTo>
                  <a:close/>
                </a:path>
                <a:path w="6694170" h="6997065">
                  <a:moveTo>
                    <a:pt x="3281813" y="75626"/>
                  </a:moveTo>
                  <a:lnTo>
                    <a:pt x="3304143" y="114298"/>
                  </a:lnTo>
                  <a:lnTo>
                    <a:pt x="3265465" y="136628"/>
                  </a:lnTo>
                  <a:lnTo>
                    <a:pt x="3243141" y="97956"/>
                  </a:lnTo>
                  <a:lnTo>
                    <a:pt x="3281813" y="75626"/>
                  </a:lnTo>
                  <a:close/>
                </a:path>
                <a:path w="6694170" h="6997065">
                  <a:moveTo>
                    <a:pt x="3356408" y="206591"/>
                  </a:moveTo>
                  <a:lnTo>
                    <a:pt x="3377855" y="243740"/>
                  </a:lnTo>
                  <a:lnTo>
                    <a:pt x="3340706" y="265188"/>
                  </a:lnTo>
                  <a:lnTo>
                    <a:pt x="3319259" y="228038"/>
                  </a:lnTo>
                  <a:lnTo>
                    <a:pt x="3356408" y="206591"/>
                  </a:lnTo>
                  <a:close/>
                </a:path>
                <a:path w="6694170" h="6997065">
                  <a:moveTo>
                    <a:pt x="3431110" y="337153"/>
                  </a:moveTo>
                  <a:lnTo>
                    <a:pt x="3451971" y="373284"/>
                  </a:lnTo>
                  <a:lnTo>
                    <a:pt x="3415840" y="394144"/>
                  </a:lnTo>
                  <a:lnTo>
                    <a:pt x="3394979" y="358014"/>
                  </a:lnTo>
                  <a:lnTo>
                    <a:pt x="3431110" y="337153"/>
                  </a:lnTo>
                  <a:close/>
                </a:path>
                <a:path w="6694170" h="6997065">
                  <a:moveTo>
                    <a:pt x="3505598" y="468526"/>
                  </a:moveTo>
                  <a:lnTo>
                    <a:pt x="3525281" y="502613"/>
                  </a:lnTo>
                  <a:lnTo>
                    <a:pt x="3491188" y="522296"/>
                  </a:lnTo>
                  <a:lnTo>
                    <a:pt x="3471505" y="488209"/>
                  </a:lnTo>
                  <a:lnTo>
                    <a:pt x="3505598" y="468526"/>
                  </a:lnTo>
                  <a:close/>
                </a:path>
                <a:path w="6694170" h="6997065">
                  <a:moveTo>
                    <a:pt x="3580193" y="599485"/>
                  </a:moveTo>
                  <a:lnTo>
                    <a:pt x="3598999" y="632050"/>
                  </a:lnTo>
                  <a:lnTo>
                    <a:pt x="3566428" y="650856"/>
                  </a:lnTo>
                  <a:lnTo>
                    <a:pt x="3547628" y="618285"/>
                  </a:lnTo>
                  <a:lnTo>
                    <a:pt x="3580193" y="599485"/>
                  </a:lnTo>
                  <a:close/>
                </a:path>
                <a:path w="6694170" h="6997065">
                  <a:moveTo>
                    <a:pt x="3654788" y="730450"/>
                  </a:moveTo>
                  <a:lnTo>
                    <a:pt x="3672711" y="761487"/>
                  </a:lnTo>
                  <a:lnTo>
                    <a:pt x="3641663" y="779410"/>
                  </a:lnTo>
                  <a:lnTo>
                    <a:pt x="3623746" y="748373"/>
                  </a:lnTo>
                  <a:lnTo>
                    <a:pt x="3654788" y="730450"/>
                  </a:lnTo>
                  <a:close/>
                </a:path>
                <a:path w="6694170" h="6997065">
                  <a:moveTo>
                    <a:pt x="3729271" y="861817"/>
                  </a:moveTo>
                  <a:lnTo>
                    <a:pt x="3746015" y="890822"/>
                  </a:lnTo>
                  <a:lnTo>
                    <a:pt x="3717016" y="907566"/>
                  </a:lnTo>
                  <a:lnTo>
                    <a:pt x="3700272" y="878561"/>
                  </a:lnTo>
                  <a:lnTo>
                    <a:pt x="3729271" y="861817"/>
                  </a:lnTo>
                  <a:close/>
                </a:path>
                <a:path w="6694170" h="6997065">
                  <a:moveTo>
                    <a:pt x="3803978" y="992379"/>
                  </a:moveTo>
                  <a:lnTo>
                    <a:pt x="3820137" y="1020365"/>
                  </a:lnTo>
                  <a:lnTo>
                    <a:pt x="3792150" y="1036524"/>
                  </a:lnTo>
                  <a:lnTo>
                    <a:pt x="3775992" y="1008537"/>
                  </a:lnTo>
                  <a:lnTo>
                    <a:pt x="3803978" y="992379"/>
                  </a:lnTo>
                  <a:close/>
                </a:path>
                <a:path w="6694170" h="6997065">
                  <a:moveTo>
                    <a:pt x="3878567" y="1123344"/>
                  </a:moveTo>
                  <a:lnTo>
                    <a:pt x="3893849" y="1149802"/>
                  </a:lnTo>
                  <a:lnTo>
                    <a:pt x="3867390" y="1165078"/>
                  </a:lnTo>
                  <a:lnTo>
                    <a:pt x="3852109" y="1138620"/>
                  </a:lnTo>
                  <a:lnTo>
                    <a:pt x="3878567" y="1123344"/>
                  </a:lnTo>
                  <a:close/>
                </a:path>
                <a:path w="6694170" h="6997065">
                  <a:moveTo>
                    <a:pt x="3953168" y="1254303"/>
                  </a:moveTo>
                  <a:lnTo>
                    <a:pt x="3967561" y="1279238"/>
                  </a:lnTo>
                  <a:lnTo>
                    <a:pt x="3942631" y="1293637"/>
                  </a:lnTo>
                  <a:lnTo>
                    <a:pt x="3928232" y="1268701"/>
                  </a:lnTo>
                  <a:lnTo>
                    <a:pt x="3953168" y="1254303"/>
                  </a:lnTo>
                  <a:close/>
                </a:path>
                <a:path w="6694170" h="6997065">
                  <a:moveTo>
                    <a:pt x="4027651" y="1385670"/>
                  </a:moveTo>
                  <a:lnTo>
                    <a:pt x="4040871" y="1408569"/>
                  </a:lnTo>
                  <a:lnTo>
                    <a:pt x="4017972" y="1421789"/>
                  </a:lnTo>
                  <a:lnTo>
                    <a:pt x="4004752" y="1398891"/>
                  </a:lnTo>
                  <a:lnTo>
                    <a:pt x="4027651" y="1385670"/>
                  </a:lnTo>
                  <a:close/>
                </a:path>
                <a:path w="6694170" h="6997065">
                  <a:moveTo>
                    <a:pt x="4102246" y="1516641"/>
                  </a:moveTo>
                  <a:lnTo>
                    <a:pt x="4114583" y="1538011"/>
                  </a:lnTo>
                  <a:lnTo>
                    <a:pt x="4093213" y="1550349"/>
                  </a:lnTo>
                  <a:lnTo>
                    <a:pt x="4080875" y="1528979"/>
                  </a:lnTo>
                  <a:lnTo>
                    <a:pt x="4102246" y="1516641"/>
                  </a:lnTo>
                  <a:close/>
                </a:path>
                <a:path w="6694170" h="6997065">
                  <a:moveTo>
                    <a:pt x="4176841" y="1647599"/>
                  </a:moveTo>
                  <a:lnTo>
                    <a:pt x="4188302" y="1667442"/>
                  </a:lnTo>
                  <a:lnTo>
                    <a:pt x="4168454" y="1678903"/>
                  </a:lnTo>
                  <a:lnTo>
                    <a:pt x="4156999" y="1659054"/>
                  </a:lnTo>
                  <a:lnTo>
                    <a:pt x="4176841" y="1647599"/>
                  </a:lnTo>
                  <a:close/>
                </a:path>
                <a:path w="6694170" h="6997065">
                  <a:moveTo>
                    <a:pt x="4251436" y="1778564"/>
                  </a:moveTo>
                  <a:lnTo>
                    <a:pt x="4262014" y="1796884"/>
                  </a:lnTo>
                  <a:lnTo>
                    <a:pt x="4243688" y="1807463"/>
                  </a:lnTo>
                  <a:lnTo>
                    <a:pt x="4233115" y="1789143"/>
                  </a:lnTo>
                  <a:lnTo>
                    <a:pt x="4251436" y="1778564"/>
                  </a:lnTo>
                  <a:close/>
                </a:path>
                <a:path w="6694170" h="6997065">
                  <a:moveTo>
                    <a:pt x="4326143" y="1909126"/>
                  </a:moveTo>
                  <a:lnTo>
                    <a:pt x="4336129" y="1926427"/>
                  </a:lnTo>
                  <a:lnTo>
                    <a:pt x="4318828" y="1936420"/>
                  </a:lnTo>
                  <a:lnTo>
                    <a:pt x="4308836" y="1919118"/>
                  </a:lnTo>
                  <a:lnTo>
                    <a:pt x="4326143" y="1909126"/>
                  </a:lnTo>
                  <a:close/>
                </a:path>
                <a:path w="6694170" h="6997065">
                  <a:moveTo>
                    <a:pt x="4400626" y="2040494"/>
                  </a:moveTo>
                  <a:lnTo>
                    <a:pt x="4409439" y="2055757"/>
                  </a:lnTo>
                  <a:lnTo>
                    <a:pt x="4394169" y="2064571"/>
                  </a:lnTo>
                  <a:lnTo>
                    <a:pt x="4385356" y="2049307"/>
                  </a:lnTo>
                  <a:lnTo>
                    <a:pt x="4400626" y="2040494"/>
                  </a:lnTo>
                  <a:close/>
                </a:path>
                <a:path w="6694170" h="6997065">
                  <a:moveTo>
                    <a:pt x="4475327" y="2171055"/>
                  </a:moveTo>
                  <a:lnTo>
                    <a:pt x="4483554" y="2185306"/>
                  </a:lnTo>
                  <a:lnTo>
                    <a:pt x="4469303" y="2193533"/>
                  </a:lnTo>
                  <a:lnTo>
                    <a:pt x="4461076" y="2179282"/>
                  </a:lnTo>
                  <a:lnTo>
                    <a:pt x="4475327" y="2171055"/>
                  </a:lnTo>
                  <a:close/>
                </a:path>
                <a:path w="6694170" h="6997065">
                  <a:moveTo>
                    <a:pt x="4549922" y="2302020"/>
                  </a:moveTo>
                  <a:lnTo>
                    <a:pt x="4557267" y="2314743"/>
                  </a:lnTo>
                  <a:lnTo>
                    <a:pt x="4544544" y="2322088"/>
                  </a:lnTo>
                  <a:lnTo>
                    <a:pt x="4537199" y="2309365"/>
                  </a:lnTo>
                  <a:lnTo>
                    <a:pt x="4549922" y="2302020"/>
                  </a:lnTo>
                  <a:close/>
                </a:path>
                <a:path w="6694170" h="6997065">
                  <a:moveTo>
                    <a:pt x="4624511" y="2432985"/>
                  </a:moveTo>
                  <a:lnTo>
                    <a:pt x="4630979" y="2444180"/>
                  </a:lnTo>
                  <a:lnTo>
                    <a:pt x="4619785" y="2450642"/>
                  </a:lnTo>
                  <a:lnTo>
                    <a:pt x="4613323" y="2439447"/>
                  </a:lnTo>
                  <a:lnTo>
                    <a:pt x="4624511" y="2432985"/>
                  </a:lnTo>
                  <a:close/>
                </a:path>
                <a:path w="6694170" h="6997065">
                  <a:moveTo>
                    <a:pt x="4699112" y="2563950"/>
                  </a:moveTo>
                  <a:lnTo>
                    <a:pt x="4704698" y="2573617"/>
                  </a:lnTo>
                  <a:lnTo>
                    <a:pt x="4695026" y="2579202"/>
                  </a:lnTo>
                  <a:lnTo>
                    <a:pt x="4689446" y="2569530"/>
                  </a:lnTo>
                  <a:lnTo>
                    <a:pt x="4699112" y="2563950"/>
                  </a:lnTo>
                  <a:close/>
                </a:path>
                <a:path w="6694170" h="6997065">
                  <a:moveTo>
                    <a:pt x="4773814" y="2694512"/>
                  </a:moveTo>
                  <a:lnTo>
                    <a:pt x="4778807" y="2703166"/>
                  </a:lnTo>
                  <a:lnTo>
                    <a:pt x="4770154" y="2708159"/>
                  </a:lnTo>
                  <a:lnTo>
                    <a:pt x="4765160" y="2699505"/>
                  </a:lnTo>
                  <a:lnTo>
                    <a:pt x="4773814" y="2694512"/>
                  </a:lnTo>
                  <a:close/>
                </a:path>
                <a:path w="6694170" h="6997065">
                  <a:moveTo>
                    <a:pt x="4848516" y="2825074"/>
                  </a:moveTo>
                  <a:lnTo>
                    <a:pt x="4852922" y="2832708"/>
                  </a:lnTo>
                  <a:lnTo>
                    <a:pt x="4845288" y="2837115"/>
                  </a:lnTo>
                  <a:lnTo>
                    <a:pt x="4840881" y="2829481"/>
                  </a:lnTo>
                  <a:lnTo>
                    <a:pt x="4848516" y="2825074"/>
                  </a:lnTo>
                  <a:close/>
                </a:path>
                <a:path w="6694170" h="6997065">
                  <a:moveTo>
                    <a:pt x="4923217" y="2955642"/>
                  </a:moveTo>
                  <a:lnTo>
                    <a:pt x="4927038" y="2962252"/>
                  </a:lnTo>
                  <a:lnTo>
                    <a:pt x="4920416" y="2966073"/>
                  </a:lnTo>
                  <a:lnTo>
                    <a:pt x="4916601" y="2959462"/>
                  </a:lnTo>
                  <a:lnTo>
                    <a:pt x="4923217" y="2955642"/>
                  </a:lnTo>
                  <a:close/>
                </a:path>
                <a:path w="6694170" h="6997065">
                  <a:moveTo>
                    <a:pt x="4997919" y="3086204"/>
                  </a:moveTo>
                  <a:lnTo>
                    <a:pt x="5001153" y="3091795"/>
                  </a:lnTo>
                  <a:lnTo>
                    <a:pt x="4995556" y="3095029"/>
                  </a:lnTo>
                  <a:lnTo>
                    <a:pt x="4992327" y="3089432"/>
                  </a:lnTo>
                  <a:lnTo>
                    <a:pt x="4997919" y="3086204"/>
                  </a:lnTo>
                  <a:close/>
                </a:path>
                <a:path w="6694170" h="6997065">
                  <a:moveTo>
                    <a:pt x="5072625" y="3216766"/>
                  </a:moveTo>
                  <a:lnTo>
                    <a:pt x="5075268" y="3221338"/>
                  </a:lnTo>
                  <a:lnTo>
                    <a:pt x="5070684" y="3223985"/>
                  </a:lnTo>
                  <a:lnTo>
                    <a:pt x="5068042" y="3219407"/>
                  </a:lnTo>
                  <a:lnTo>
                    <a:pt x="5072625" y="3216766"/>
                  </a:lnTo>
                  <a:close/>
                </a:path>
                <a:path w="6694170" h="6997065">
                  <a:moveTo>
                    <a:pt x="5147322" y="3347322"/>
                  </a:moveTo>
                  <a:lnTo>
                    <a:pt x="5149378" y="3350887"/>
                  </a:lnTo>
                  <a:lnTo>
                    <a:pt x="5145818" y="3352942"/>
                  </a:lnTo>
                  <a:lnTo>
                    <a:pt x="5143762" y="3349377"/>
                  </a:lnTo>
                  <a:lnTo>
                    <a:pt x="5147322" y="3347322"/>
                  </a:lnTo>
                  <a:close/>
                </a:path>
                <a:path w="6694170" h="6997065">
                  <a:moveTo>
                    <a:pt x="5222024" y="3477890"/>
                  </a:moveTo>
                  <a:lnTo>
                    <a:pt x="5223493" y="3480431"/>
                  </a:lnTo>
                  <a:lnTo>
                    <a:pt x="5220946" y="3481900"/>
                  </a:lnTo>
                  <a:lnTo>
                    <a:pt x="5219477" y="3479359"/>
                  </a:lnTo>
                  <a:lnTo>
                    <a:pt x="5222024" y="3477890"/>
                  </a:lnTo>
                  <a:close/>
                </a:path>
                <a:path w="6694170" h="6997065">
                  <a:moveTo>
                    <a:pt x="5296838" y="3608049"/>
                  </a:moveTo>
                  <a:lnTo>
                    <a:pt x="5298011" y="3610087"/>
                  </a:lnTo>
                  <a:lnTo>
                    <a:pt x="5295979" y="3611260"/>
                  </a:lnTo>
                  <a:lnTo>
                    <a:pt x="5294800" y="3609228"/>
                  </a:lnTo>
                  <a:lnTo>
                    <a:pt x="5296838" y="3608049"/>
                  </a:lnTo>
                  <a:close/>
                </a:path>
                <a:path w="6694170" h="6997065">
                  <a:moveTo>
                    <a:pt x="3077782" y="18374"/>
                  </a:moveTo>
                  <a:lnTo>
                    <a:pt x="3101877" y="60102"/>
                  </a:lnTo>
                  <a:lnTo>
                    <a:pt x="3060149" y="84197"/>
                  </a:lnTo>
                  <a:lnTo>
                    <a:pt x="3036054" y="42469"/>
                  </a:lnTo>
                  <a:lnTo>
                    <a:pt x="3077782" y="18374"/>
                  </a:lnTo>
                  <a:close/>
                </a:path>
                <a:path w="6694170" h="6997065">
                  <a:moveTo>
                    <a:pt x="3152378" y="149339"/>
                  </a:moveTo>
                  <a:lnTo>
                    <a:pt x="3175590" y="189539"/>
                  </a:lnTo>
                  <a:lnTo>
                    <a:pt x="3135391" y="212751"/>
                  </a:lnTo>
                  <a:lnTo>
                    <a:pt x="3112178" y="172551"/>
                  </a:lnTo>
                  <a:lnTo>
                    <a:pt x="3152378" y="149339"/>
                  </a:lnTo>
                  <a:close/>
                </a:path>
                <a:path w="6694170" h="6997065">
                  <a:moveTo>
                    <a:pt x="3226973" y="280309"/>
                  </a:moveTo>
                  <a:lnTo>
                    <a:pt x="3249303" y="318981"/>
                  </a:lnTo>
                  <a:lnTo>
                    <a:pt x="3210631" y="341305"/>
                  </a:lnTo>
                  <a:lnTo>
                    <a:pt x="3188301" y="302634"/>
                  </a:lnTo>
                  <a:lnTo>
                    <a:pt x="3226973" y="280309"/>
                  </a:lnTo>
                  <a:close/>
                </a:path>
                <a:path w="6694170" h="6997065">
                  <a:moveTo>
                    <a:pt x="3301568" y="411268"/>
                  </a:moveTo>
                  <a:lnTo>
                    <a:pt x="3323016" y="448417"/>
                  </a:lnTo>
                  <a:lnTo>
                    <a:pt x="3285866" y="469865"/>
                  </a:lnTo>
                  <a:lnTo>
                    <a:pt x="3264419" y="432715"/>
                  </a:lnTo>
                  <a:lnTo>
                    <a:pt x="3301568" y="411268"/>
                  </a:lnTo>
                  <a:close/>
                </a:path>
                <a:path w="6694170" h="6997065">
                  <a:moveTo>
                    <a:pt x="3376270" y="541830"/>
                  </a:moveTo>
                  <a:lnTo>
                    <a:pt x="3397131" y="577966"/>
                  </a:lnTo>
                  <a:lnTo>
                    <a:pt x="3361000" y="598821"/>
                  </a:lnTo>
                  <a:lnTo>
                    <a:pt x="3340139" y="562691"/>
                  </a:lnTo>
                  <a:lnTo>
                    <a:pt x="3376270" y="541830"/>
                  </a:lnTo>
                  <a:close/>
                </a:path>
                <a:path w="6694170" h="6997065">
                  <a:moveTo>
                    <a:pt x="3450758" y="673197"/>
                  </a:moveTo>
                  <a:lnTo>
                    <a:pt x="3470441" y="707290"/>
                  </a:lnTo>
                  <a:lnTo>
                    <a:pt x="3436348" y="726979"/>
                  </a:lnTo>
                  <a:lnTo>
                    <a:pt x="3416660" y="692879"/>
                  </a:lnTo>
                  <a:lnTo>
                    <a:pt x="3450758" y="673197"/>
                  </a:lnTo>
                  <a:close/>
                </a:path>
                <a:path w="6694170" h="6997065">
                  <a:moveTo>
                    <a:pt x="3525353" y="804162"/>
                  </a:moveTo>
                  <a:lnTo>
                    <a:pt x="3544153" y="836733"/>
                  </a:lnTo>
                  <a:lnTo>
                    <a:pt x="3511588" y="855533"/>
                  </a:lnTo>
                  <a:lnTo>
                    <a:pt x="3492782" y="822968"/>
                  </a:lnTo>
                  <a:lnTo>
                    <a:pt x="3525353" y="804162"/>
                  </a:lnTo>
                  <a:close/>
                </a:path>
                <a:path w="6694170" h="6997065">
                  <a:moveTo>
                    <a:pt x="3599836" y="935530"/>
                  </a:moveTo>
                  <a:lnTo>
                    <a:pt x="3617463" y="966063"/>
                  </a:lnTo>
                  <a:lnTo>
                    <a:pt x="3586929" y="983690"/>
                  </a:lnTo>
                  <a:lnTo>
                    <a:pt x="3569303" y="953157"/>
                  </a:lnTo>
                  <a:lnTo>
                    <a:pt x="3599836" y="935530"/>
                  </a:lnTo>
                  <a:close/>
                </a:path>
                <a:path w="6694170" h="6997065">
                  <a:moveTo>
                    <a:pt x="3674437" y="1066495"/>
                  </a:moveTo>
                  <a:lnTo>
                    <a:pt x="3691181" y="1095494"/>
                  </a:lnTo>
                  <a:lnTo>
                    <a:pt x="3662170" y="1112245"/>
                  </a:lnTo>
                  <a:lnTo>
                    <a:pt x="3645425" y="1083240"/>
                  </a:lnTo>
                  <a:lnTo>
                    <a:pt x="3674437" y="1066495"/>
                  </a:lnTo>
                  <a:close/>
                </a:path>
                <a:path w="6694170" h="6997065">
                  <a:moveTo>
                    <a:pt x="3749025" y="1197454"/>
                  </a:moveTo>
                  <a:lnTo>
                    <a:pt x="3764894" y="1224937"/>
                  </a:lnTo>
                  <a:lnTo>
                    <a:pt x="3737410" y="1240799"/>
                  </a:lnTo>
                  <a:lnTo>
                    <a:pt x="3721548" y="1213322"/>
                  </a:lnTo>
                  <a:lnTo>
                    <a:pt x="3749025" y="1197454"/>
                  </a:lnTo>
                  <a:close/>
                </a:path>
                <a:path w="6694170" h="6997065">
                  <a:moveTo>
                    <a:pt x="3823621" y="1328424"/>
                  </a:moveTo>
                  <a:lnTo>
                    <a:pt x="3838606" y="1354373"/>
                  </a:lnTo>
                  <a:lnTo>
                    <a:pt x="3812658" y="1369352"/>
                  </a:lnTo>
                  <a:lnTo>
                    <a:pt x="3797672" y="1343404"/>
                  </a:lnTo>
                  <a:lnTo>
                    <a:pt x="3823621" y="1328424"/>
                  </a:lnTo>
                  <a:close/>
                </a:path>
                <a:path w="6694170" h="6997065">
                  <a:moveTo>
                    <a:pt x="3898216" y="1459383"/>
                  </a:moveTo>
                  <a:lnTo>
                    <a:pt x="3912319" y="1483810"/>
                  </a:lnTo>
                  <a:lnTo>
                    <a:pt x="3887892" y="1497912"/>
                  </a:lnTo>
                  <a:lnTo>
                    <a:pt x="3873789" y="1473485"/>
                  </a:lnTo>
                  <a:lnTo>
                    <a:pt x="3898216" y="1459383"/>
                  </a:lnTo>
                  <a:close/>
                </a:path>
                <a:path w="6694170" h="6997065">
                  <a:moveTo>
                    <a:pt x="3972704" y="1590750"/>
                  </a:moveTo>
                  <a:lnTo>
                    <a:pt x="3985629" y="1613139"/>
                  </a:lnTo>
                  <a:lnTo>
                    <a:pt x="3963239" y="1626064"/>
                  </a:lnTo>
                  <a:lnTo>
                    <a:pt x="3950315" y="1603680"/>
                  </a:lnTo>
                  <a:lnTo>
                    <a:pt x="3972704" y="1590750"/>
                  </a:lnTo>
                  <a:close/>
                </a:path>
                <a:path w="6694170" h="6997065">
                  <a:moveTo>
                    <a:pt x="4047406" y="1721312"/>
                  </a:moveTo>
                  <a:lnTo>
                    <a:pt x="4059744" y="1742682"/>
                  </a:lnTo>
                  <a:lnTo>
                    <a:pt x="4038374" y="1755026"/>
                  </a:lnTo>
                  <a:lnTo>
                    <a:pt x="4026030" y="1733650"/>
                  </a:lnTo>
                  <a:lnTo>
                    <a:pt x="4047406" y="1721312"/>
                  </a:lnTo>
                  <a:close/>
                </a:path>
                <a:path w="6694170" h="6997065">
                  <a:moveTo>
                    <a:pt x="4121894" y="1852679"/>
                  </a:moveTo>
                  <a:lnTo>
                    <a:pt x="4133053" y="1872012"/>
                  </a:lnTo>
                  <a:lnTo>
                    <a:pt x="4113720" y="1883177"/>
                  </a:lnTo>
                  <a:lnTo>
                    <a:pt x="4102561" y="1863844"/>
                  </a:lnTo>
                  <a:lnTo>
                    <a:pt x="4121894" y="1852679"/>
                  </a:lnTo>
                  <a:close/>
                </a:path>
                <a:path w="6694170" h="6997065">
                  <a:moveTo>
                    <a:pt x="4196484" y="1983644"/>
                  </a:moveTo>
                  <a:lnTo>
                    <a:pt x="4206766" y="2001455"/>
                  </a:lnTo>
                  <a:lnTo>
                    <a:pt x="4188955" y="2011738"/>
                  </a:lnTo>
                  <a:lnTo>
                    <a:pt x="4178673" y="1993927"/>
                  </a:lnTo>
                  <a:lnTo>
                    <a:pt x="4196484" y="1983644"/>
                  </a:lnTo>
                  <a:close/>
                </a:path>
                <a:path w="6694170" h="6997065">
                  <a:moveTo>
                    <a:pt x="4271184" y="2114206"/>
                  </a:moveTo>
                  <a:lnTo>
                    <a:pt x="4280881" y="2130998"/>
                  </a:lnTo>
                  <a:lnTo>
                    <a:pt x="4264096" y="2140694"/>
                  </a:lnTo>
                  <a:lnTo>
                    <a:pt x="4254399" y="2123896"/>
                  </a:lnTo>
                  <a:lnTo>
                    <a:pt x="4271184" y="2114206"/>
                  </a:lnTo>
                  <a:close/>
                </a:path>
                <a:path w="6694170" h="6997065">
                  <a:moveTo>
                    <a:pt x="4345674" y="2245568"/>
                  </a:moveTo>
                  <a:lnTo>
                    <a:pt x="4354197" y="2260328"/>
                  </a:lnTo>
                  <a:lnTo>
                    <a:pt x="4339437" y="2268845"/>
                  </a:lnTo>
                  <a:lnTo>
                    <a:pt x="4330919" y="2254091"/>
                  </a:lnTo>
                  <a:lnTo>
                    <a:pt x="4345674" y="2245568"/>
                  </a:lnTo>
                  <a:close/>
                </a:path>
                <a:path w="6694170" h="6997065">
                  <a:moveTo>
                    <a:pt x="4420381" y="2376130"/>
                  </a:moveTo>
                  <a:lnTo>
                    <a:pt x="4428312" y="2389871"/>
                  </a:lnTo>
                  <a:lnTo>
                    <a:pt x="4414570" y="2397808"/>
                  </a:lnTo>
                  <a:lnTo>
                    <a:pt x="4406639" y="2384067"/>
                  </a:lnTo>
                  <a:lnTo>
                    <a:pt x="4420381" y="2376130"/>
                  </a:lnTo>
                  <a:close/>
                </a:path>
                <a:path w="6694170" h="6997065">
                  <a:moveTo>
                    <a:pt x="4494976" y="2507100"/>
                  </a:moveTo>
                  <a:lnTo>
                    <a:pt x="4502024" y="2519314"/>
                  </a:lnTo>
                  <a:lnTo>
                    <a:pt x="4489811" y="2526363"/>
                  </a:lnTo>
                  <a:lnTo>
                    <a:pt x="4482763" y="2514149"/>
                  </a:lnTo>
                  <a:lnTo>
                    <a:pt x="4494976" y="2507100"/>
                  </a:lnTo>
                  <a:close/>
                </a:path>
                <a:path w="6694170" h="6997065">
                  <a:moveTo>
                    <a:pt x="4569565" y="2638059"/>
                  </a:moveTo>
                  <a:lnTo>
                    <a:pt x="4575737" y="2648750"/>
                  </a:lnTo>
                  <a:lnTo>
                    <a:pt x="4565052" y="2654922"/>
                  </a:lnTo>
                  <a:lnTo>
                    <a:pt x="4558880" y="2644231"/>
                  </a:lnTo>
                  <a:lnTo>
                    <a:pt x="4569565" y="2638059"/>
                  </a:lnTo>
                  <a:close/>
                </a:path>
                <a:path w="6694170" h="6997065">
                  <a:moveTo>
                    <a:pt x="4644160" y="2769030"/>
                  </a:moveTo>
                  <a:lnTo>
                    <a:pt x="4649449" y="2778187"/>
                  </a:lnTo>
                  <a:lnTo>
                    <a:pt x="4640292" y="2783476"/>
                  </a:lnTo>
                  <a:lnTo>
                    <a:pt x="4635003" y="2774313"/>
                  </a:lnTo>
                  <a:lnTo>
                    <a:pt x="4644160" y="2769030"/>
                  </a:lnTo>
                  <a:close/>
                </a:path>
                <a:path w="6694170" h="6997065">
                  <a:moveTo>
                    <a:pt x="4718862" y="2899592"/>
                  </a:moveTo>
                  <a:lnTo>
                    <a:pt x="4723565" y="2907730"/>
                  </a:lnTo>
                  <a:lnTo>
                    <a:pt x="4715420" y="2912433"/>
                  </a:lnTo>
                  <a:lnTo>
                    <a:pt x="4710723" y="2904289"/>
                  </a:lnTo>
                  <a:lnTo>
                    <a:pt x="4718862" y="2899592"/>
                  </a:lnTo>
                  <a:close/>
                </a:path>
                <a:path w="6694170" h="6997065">
                  <a:moveTo>
                    <a:pt x="4793569" y="3030153"/>
                  </a:moveTo>
                  <a:lnTo>
                    <a:pt x="4797680" y="3037279"/>
                  </a:lnTo>
                  <a:lnTo>
                    <a:pt x="4790554" y="3041390"/>
                  </a:lnTo>
                  <a:lnTo>
                    <a:pt x="4786444" y="3034264"/>
                  </a:lnTo>
                  <a:lnTo>
                    <a:pt x="4793569" y="3030153"/>
                  </a:lnTo>
                  <a:close/>
                </a:path>
                <a:path w="6694170" h="6997065">
                  <a:moveTo>
                    <a:pt x="4868271" y="3160715"/>
                  </a:moveTo>
                  <a:lnTo>
                    <a:pt x="4871795" y="3166816"/>
                  </a:lnTo>
                  <a:lnTo>
                    <a:pt x="4865683" y="3170346"/>
                  </a:lnTo>
                  <a:lnTo>
                    <a:pt x="4862158" y="3164239"/>
                  </a:lnTo>
                  <a:lnTo>
                    <a:pt x="4868271" y="3160715"/>
                  </a:lnTo>
                  <a:close/>
                </a:path>
                <a:path w="6694170" h="6997065">
                  <a:moveTo>
                    <a:pt x="4942966" y="3291277"/>
                  </a:moveTo>
                  <a:lnTo>
                    <a:pt x="4945904" y="3296371"/>
                  </a:lnTo>
                  <a:lnTo>
                    <a:pt x="4940816" y="3299308"/>
                  </a:lnTo>
                  <a:lnTo>
                    <a:pt x="4937879" y="3294215"/>
                  </a:lnTo>
                  <a:lnTo>
                    <a:pt x="4942966" y="3291277"/>
                  </a:lnTo>
                  <a:close/>
                </a:path>
                <a:path w="6694170" h="6997065">
                  <a:moveTo>
                    <a:pt x="5017668" y="3421845"/>
                  </a:moveTo>
                  <a:lnTo>
                    <a:pt x="5020020" y="3425914"/>
                  </a:lnTo>
                  <a:lnTo>
                    <a:pt x="5015957" y="3428266"/>
                  </a:lnTo>
                  <a:lnTo>
                    <a:pt x="5013605" y="3424191"/>
                  </a:lnTo>
                  <a:lnTo>
                    <a:pt x="5017668" y="3421845"/>
                  </a:lnTo>
                  <a:close/>
                </a:path>
                <a:path w="6694170" h="6997065">
                  <a:moveTo>
                    <a:pt x="5092376" y="3552407"/>
                  </a:moveTo>
                  <a:lnTo>
                    <a:pt x="5094135" y="3555457"/>
                  </a:lnTo>
                  <a:lnTo>
                    <a:pt x="5091085" y="3557216"/>
                  </a:lnTo>
                  <a:lnTo>
                    <a:pt x="5089320" y="3554166"/>
                  </a:lnTo>
                  <a:lnTo>
                    <a:pt x="5092376" y="3552407"/>
                  </a:lnTo>
                  <a:close/>
                </a:path>
                <a:path w="6694170" h="6997065">
                  <a:moveTo>
                    <a:pt x="5167076" y="3682969"/>
                  </a:moveTo>
                  <a:lnTo>
                    <a:pt x="5168256" y="3685000"/>
                  </a:lnTo>
                  <a:lnTo>
                    <a:pt x="5166219" y="3686179"/>
                  </a:lnTo>
                  <a:lnTo>
                    <a:pt x="5165040" y="3684141"/>
                  </a:lnTo>
                  <a:lnTo>
                    <a:pt x="5167076" y="3682969"/>
                  </a:lnTo>
                  <a:close/>
                </a:path>
                <a:path w="6694170" h="6997065">
                  <a:moveTo>
                    <a:pt x="5241885" y="3813128"/>
                  </a:moveTo>
                  <a:lnTo>
                    <a:pt x="5242768" y="3814656"/>
                  </a:lnTo>
                  <a:lnTo>
                    <a:pt x="5241246" y="3815539"/>
                  </a:lnTo>
                  <a:lnTo>
                    <a:pt x="5240363" y="3814005"/>
                  </a:lnTo>
                  <a:lnTo>
                    <a:pt x="5241885" y="3813128"/>
                  </a:lnTo>
                  <a:close/>
                </a:path>
                <a:path w="6694170" h="6997065">
                  <a:moveTo>
                    <a:pt x="2836150" y="0"/>
                  </a:moveTo>
                  <a:lnTo>
                    <a:pt x="2896534" y="0"/>
                  </a:lnTo>
                  <a:lnTo>
                    <a:pt x="2900009" y="6017"/>
                  </a:lnTo>
                  <a:lnTo>
                    <a:pt x="2854721" y="32161"/>
                  </a:lnTo>
                  <a:lnTo>
                    <a:pt x="2836150" y="0"/>
                  </a:lnTo>
                  <a:close/>
                </a:path>
                <a:path w="6694170" h="6997065">
                  <a:moveTo>
                    <a:pt x="2948453" y="91688"/>
                  </a:moveTo>
                  <a:lnTo>
                    <a:pt x="2973721" y="135453"/>
                  </a:lnTo>
                  <a:lnTo>
                    <a:pt x="2929962" y="160721"/>
                  </a:lnTo>
                  <a:lnTo>
                    <a:pt x="2904694" y="116956"/>
                  </a:lnTo>
                  <a:lnTo>
                    <a:pt x="2948453" y="91688"/>
                  </a:lnTo>
                  <a:close/>
                </a:path>
                <a:path w="6694170" h="6997065">
                  <a:moveTo>
                    <a:pt x="3023054" y="222653"/>
                  </a:moveTo>
                  <a:lnTo>
                    <a:pt x="3047434" y="264884"/>
                  </a:lnTo>
                  <a:lnTo>
                    <a:pt x="3005197" y="289269"/>
                  </a:lnTo>
                  <a:lnTo>
                    <a:pt x="2980817" y="247038"/>
                  </a:lnTo>
                  <a:lnTo>
                    <a:pt x="3023054" y="222653"/>
                  </a:lnTo>
                  <a:close/>
                </a:path>
                <a:path w="6694170" h="6997065">
                  <a:moveTo>
                    <a:pt x="3097537" y="354020"/>
                  </a:moveTo>
                  <a:lnTo>
                    <a:pt x="3120743" y="394220"/>
                  </a:lnTo>
                  <a:lnTo>
                    <a:pt x="3080543" y="417427"/>
                  </a:lnTo>
                  <a:lnTo>
                    <a:pt x="3057337" y="377227"/>
                  </a:lnTo>
                  <a:lnTo>
                    <a:pt x="3097537" y="354020"/>
                  </a:lnTo>
                  <a:close/>
                </a:path>
                <a:path w="6694170" h="6997065">
                  <a:moveTo>
                    <a:pt x="3172126" y="484979"/>
                  </a:moveTo>
                  <a:lnTo>
                    <a:pt x="3194456" y="523656"/>
                  </a:lnTo>
                  <a:lnTo>
                    <a:pt x="3155784" y="545986"/>
                  </a:lnTo>
                  <a:lnTo>
                    <a:pt x="3133454" y="507309"/>
                  </a:lnTo>
                  <a:lnTo>
                    <a:pt x="3172126" y="484979"/>
                  </a:lnTo>
                  <a:close/>
                </a:path>
                <a:path w="6694170" h="6997065">
                  <a:moveTo>
                    <a:pt x="3246727" y="615944"/>
                  </a:moveTo>
                  <a:lnTo>
                    <a:pt x="3268174" y="653093"/>
                  </a:lnTo>
                  <a:lnTo>
                    <a:pt x="3231025" y="674540"/>
                  </a:lnTo>
                  <a:lnTo>
                    <a:pt x="3209578" y="637391"/>
                  </a:lnTo>
                  <a:lnTo>
                    <a:pt x="3246727" y="615944"/>
                  </a:lnTo>
                  <a:close/>
                </a:path>
                <a:path w="6694170" h="6997065">
                  <a:moveTo>
                    <a:pt x="3321322" y="746915"/>
                  </a:moveTo>
                  <a:lnTo>
                    <a:pt x="3341887" y="782530"/>
                  </a:lnTo>
                  <a:lnTo>
                    <a:pt x="3306259" y="803101"/>
                  </a:lnTo>
                  <a:lnTo>
                    <a:pt x="3285695" y="767480"/>
                  </a:lnTo>
                  <a:lnTo>
                    <a:pt x="3321322" y="746915"/>
                  </a:lnTo>
                  <a:close/>
                </a:path>
                <a:path w="6694170" h="6997065">
                  <a:moveTo>
                    <a:pt x="3395804" y="878276"/>
                  </a:moveTo>
                  <a:lnTo>
                    <a:pt x="3415197" y="911860"/>
                  </a:lnTo>
                  <a:lnTo>
                    <a:pt x="3381613" y="931252"/>
                  </a:lnTo>
                  <a:lnTo>
                    <a:pt x="3362221" y="897669"/>
                  </a:lnTo>
                  <a:lnTo>
                    <a:pt x="3395804" y="878276"/>
                  </a:lnTo>
                  <a:close/>
                </a:path>
                <a:path w="6694170" h="6997065">
                  <a:moveTo>
                    <a:pt x="3470400" y="1009241"/>
                  </a:moveTo>
                  <a:lnTo>
                    <a:pt x="3488909" y="1041303"/>
                  </a:lnTo>
                  <a:lnTo>
                    <a:pt x="3456854" y="1059806"/>
                  </a:lnTo>
                  <a:lnTo>
                    <a:pt x="3438344" y="1027745"/>
                  </a:lnTo>
                  <a:lnTo>
                    <a:pt x="3470400" y="1009241"/>
                  </a:lnTo>
                  <a:close/>
                </a:path>
                <a:path w="6694170" h="6997065">
                  <a:moveTo>
                    <a:pt x="3544995" y="1140206"/>
                  </a:moveTo>
                  <a:lnTo>
                    <a:pt x="3562622" y="1170734"/>
                  </a:lnTo>
                  <a:lnTo>
                    <a:pt x="3532094" y="1188361"/>
                  </a:lnTo>
                  <a:lnTo>
                    <a:pt x="3514467" y="1157833"/>
                  </a:lnTo>
                  <a:lnTo>
                    <a:pt x="3544995" y="1140206"/>
                  </a:lnTo>
                  <a:close/>
                </a:path>
                <a:path w="6694170" h="6997065">
                  <a:moveTo>
                    <a:pt x="3619483" y="1271574"/>
                  </a:moveTo>
                  <a:lnTo>
                    <a:pt x="3635931" y="1300063"/>
                  </a:lnTo>
                  <a:lnTo>
                    <a:pt x="3607435" y="1316518"/>
                  </a:lnTo>
                  <a:lnTo>
                    <a:pt x="3590987" y="1288022"/>
                  </a:lnTo>
                  <a:lnTo>
                    <a:pt x="3619483" y="1271574"/>
                  </a:lnTo>
                  <a:close/>
                </a:path>
                <a:path w="6694170" h="6997065">
                  <a:moveTo>
                    <a:pt x="3694185" y="1402136"/>
                  </a:moveTo>
                  <a:lnTo>
                    <a:pt x="3710047" y="1429612"/>
                  </a:lnTo>
                  <a:lnTo>
                    <a:pt x="3682570" y="1445474"/>
                  </a:lnTo>
                  <a:lnTo>
                    <a:pt x="3666708" y="1417998"/>
                  </a:lnTo>
                  <a:lnTo>
                    <a:pt x="3694185" y="1402136"/>
                  </a:lnTo>
                  <a:close/>
                </a:path>
                <a:path w="6694170" h="6997065">
                  <a:moveTo>
                    <a:pt x="3768673" y="1533497"/>
                  </a:moveTo>
                  <a:lnTo>
                    <a:pt x="3783362" y="1558943"/>
                  </a:lnTo>
                  <a:lnTo>
                    <a:pt x="3757917" y="1573632"/>
                  </a:lnTo>
                  <a:lnTo>
                    <a:pt x="3743228" y="1548186"/>
                  </a:lnTo>
                  <a:lnTo>
                    <a:pt x="3768673" y="1533497"/>
                  </a:lnTo>
                  <a:close/>
                </a:path>
                <a:path w="6694170" h="6997065">
                  <a:moveTo>
                    <a:pt x="3843156" y="1664865"/>
                  </a:moveTo>
                  <a:lnTo>
                    <a:pt x="3856672" y="1688272"/>
                  </a:lnTo>
                  <a:lnTo>
                    <a:pt x="3833265" y="1701789"/>
                  </a:lnTo>
                  <a:lnTo>
                    <a:pt x="3819748" y="1678375"/>
                  </a:lnTo>
                  <a:lnTo>
                    <a:pt x="3843156" y="1664865"/>
                  </a:lnTo>
                  <a:close/>
                </a:path>
                <a:path w="6694170" h="6997065">
                  <a:moveTo>
                    <a:pt x="3917751" y="1795830"/>
                  </a:moveTo>
                  <a:lnTo>
                    <a:pt x="3930385" y="1817716"/>
                  </a:lnTo>
                  <a:lnTo>
                    <a:pt x="3908505" y="1830344"/>
                  </a:lnTo>
                  <a:lnTo>
                    <a:pt x="3895871" y="1808464"/>
                  </a:lnTo>
                  <a:lnTo>
                    <a:pt x="3917751" y="1795830"/>
                  </a:lnTo>
                  <a:close/>
                </a:path>
                <a:path w="6694170" h="6997065">
                  <a:moveTo>
                    <a:pt x="3992452" y="1926391"/>
                  </a:moveTo>
                  <a:lnTo>
                    <a:pt x="4004500" y="1947252"/>
                  </a:lnTo>
                  <a:lnTo>
                    <a:pt x="3983639" y="1959300"/>
                  </a:lnTo>
                  <a:lnTo>
                    <a:pt x="3971591" y="1938439"/>
                  </a:lnTo>
                  <a:lnTo>
                    <a:pt x="3992452" y="1926391"/>
                  </a:lnTo>
                  <a:close/>
                </a:path>
                <a:path w="6694170" h="6997065">
                  <a:moveTo>
                    <a:pt x="4066941" y="2057759"/>
                  </a:moveTo>
                  <a:lnTo>
                    <a:pt x="4077815" y="2076588"/>
                  </a:lnTo>
                  <a:lnTo>
                    <a:pt x="4058986" y="2087457"/>
                  </a:lnTo>
                  <a:lnTo>
                    <a:pt x="4048111" y="2068628"/>
                  </a:lnTo>
                  <a:lnTo>
                    <a:pt x="4066941" y="2057759"/>
                  </a:lnTo>
                  <a:close/>
                </a:path>
                <a:path w="6694170" h="6997065">
                  <a:moveTo>
                    <a:pt x="4141648" y="2188321"/>
                  </a:moveTo>
                  <a:lnTo>
                    <a:pt x="4151931" y="2206132"/>
                  </a:lnTo>
                  <a:lnTo>
                    <a:pt x="4134120" y="2216414"/>
                  </a:lnTo>
                  <a:lnTo>
                    <a:pt x="4123838" y="2198603"/>
                  </a:lnTo>
                  <a:lnTo>
                    <a:pt x="4141648" y="2188321"/>
                  </a:lnTo>
                  <a:close/>
                </a:path>
                <a:path w="6694170" h="6997065">
                  <a:moveTo>
                    <a:pt x="4216131" y="2319688"/>
                  </a:moveTo>
                  <a:lnTo>
                    <a:pt x="4225234" y="2335461"/>
                  </a:lnTo>
                  <a:lnTo>
                    <a:pt x="4209461" y="2344565"/>
                  </a:lnTo>
                  <a:lnTo>
                    <a:pt x="4200358" y="2328792"/>
                  </a:lnTo>
                  <a:lnTo>
                    <a:pt x="4216131" y="2319688"/>
                  </a:lnTo>
                  <a:close/>
                </a:path>
                <a:path w="6694170" h="6997065">
                  <a:moveTo>
                    <a:pt x="4290726" y="2450653"/>
                  </a:moveTo>
                  <a:lnTo>
                    <a:pt x="4298947" y="2464898"/>
                  </a:lnTo>
                  <a:lnTo>
                    <a:pt x="4284702" y="2473119"/>
                  </a:lnTo>
                  <a:lnTo>
                    <a:pt x="4276481" y="2458874"/>
                  </a:lnTo>
                  <a:lnTo>
                    <a:pt x="4290726" y="2450653"/>
                  </a:lnTo>
                  <a:close/>
                </a:path>
                <a:path w="6694170" h="6997065">
                  <a:moveTo>
                    <a:pt x="4365427" y="2581216"/>
                  </a:moveTo>
                  <a:lnTo>
                    <a:pt x="4373068" y="2594441"/>
                  </a:lnTo>
                  <a:lnTo>
                    <a:pt x="4359836" y="2602082"/>
                  </a:lnTo>
                  <a:lnTo>
                    <a:pt x="4352201" y="2588850"/>
                  </a:lnTo>
                  <a:lnTo>
                    <a:pt x="4365427" y="2581216"/>
                  </a:lnTo>
                  <a:close/>
                </a:path>
                <a:path w="6694170" h="6997065">
                  <a:moveTo>
                    <a:pt x="4440016" y="2712174"/>
                  </a:moveTo>
                  <a:lnTo>
                    <a:pt x="4446775" y="2723883"/>
                  </a:lnTo>
                  <a:lnTo>
                    <a:pt x="4435077" y="2730636"/>
                  </a:lnTo>
                  <a:lnTo>
                    <a:pt x="4428318" y="2718932"/>
                  </a:lnTo>
                  <a:lnTo>
                    <a:pt x="4440016" y="2712174"/>
                  </a:lnTo>
                  <a:close/>
                </a:path>
                <a:path w="6694170" h="6997065">
                  <a:moveTo>
                    <a:pt x="4514617" y="2843139"/>
                  </a:moveTo>
                  <a:lnTo>
                    <a:pt x="4520493" y="2853321"/>
                  </a:lnTo>
                  <a:lnTo>
                    <a:pt x="4510317" y="2859196"/>
                  </a:lnTo>
                  <a:lnTo>
                    <a:pt x="4504442" y="2849014"/>
                  </a:lnTo>
                  <a:lnTo>
                    <a:pt x="4514617" y="2843139"/>
                  </a:lnTo>
                  <a:close/>
                </a:path>
                <a:path w="6694170" h="6997065">
                  <a:moveTo>
                    <a:pt x="4589212" y="2974104"/>
                  </a:moveTo>
                  <a:lnTo>
                    <a:pt x="4594206" y="2982757"/>
                  </a:lnTo>
                  <a:lnTo>
                    <a:pt x="4585552" y="2987750"/>
                  </a:lnTo>
                  <a:lnTo>
                    <a:pt x="4580559" y="2979096"/>
                  </a:lnTo>
                  <a:lnTo>
                    <a:pt x="4589212" y="2974104"/>
                  </a:lnTo>
                  <a:close/>
                </a:path>
                <a:path w="6694170" h="6997065">
                  <a:moveTo>
                    <a:pt x="4663914" y="3104665"/>
                  </a:moveTo>
                  <a:lnTo>
                    <a:pt x="4668321" y="3112300"/>
                  </a:lnTo>
                  <a:lnTo>
                    <a:pt x="4660686" y="3116707"/>
                  </a:lnTo>
                  <a:lnTo>
                    <a:pt x="4656279" y="3109072"/>
                  </a:lnTo>
                  <a:lnTo>
                    <a:pt x="4663914" y="3104665"/>
                  </a:lnTo>
                  <a:close/>
                </a:path>
                <a:path w="6694170" h="6997065">
                  <a:moveTo>
                    <a:pt x="4738722" y="3234830"/>
                  </a:moveTo>
                  <a:lnTo>
                    <a:pt x="4742839" y="3241956"/>
                  </a:lnTo>
                  <a:lnTo>
                    <a:pt x="4735714" y="3246073"/>
                  </a:lnTo>
                  <a:lnTo>
                    <a:pt x="4731597" y="3238947"/>
                  </a:lnTo>
                  <a:lnTo>
                    <a:pt x="4738722" y="3234830"/>
                  </a:lnTo>
                  <a:close/>
                </a:path>
                <a:path w="6694170" h="6997065">
                  <a:moveTo>
                    <a:pt x="4813317" y="3365795"/>
                  </a:moveTo>
                  <a:lnTo>
                    <a:pt x="4816551" y="3371393"/>
                  </a:lnTo>
                  <a:lnTo>
                    <a:pt x="4810954" y="3374627"/>
                  </a:lnTo>
                  <a:lnTo>
                    <a:pt x="4807720" y="3369023"/>
                  </a:lnTo>
                  <a:lnTo>
                    <a:pt x="4813317" y="3365795"/>
                  </a:lnTo>
                  <a:close/>
                </a:path>
                <a:path w="6694170" h="6997065">
                  <a:moveTo>
                    <a:pt x="4888019" y="3496357"/>
                  </a:moveTo>
                  <a:lnTo>
                    <a:pt x="4890660" y="3500936"/>
                  </a:lnTo>
                  <a:lnTo>
                    <a:pt x="4886082" y="3503583"/>
                  </a:lnTo>
                  <a:lnTo>
                    <a:pt x="4883440" y="3498999"/>
                  </a:lnTo>
                  <a:lnTo>
                    <a:pt x="4888019" y="3496357"/>
                  </a:lnTo>
                  <a:close/>
                </a:path>
                <a:path w="6694170" h="6997065">
                  <a:moveTo>
                    <a:pt x="4962721" y="3626919"/>
                  </a:moveTo>
                  <a:lnTo>
                    <a:pt x="4964782" y="3630484"/>
                  </a:lnTo>
                  <a:lnTo>
                    <a:pt x="4961216" y="3632539"/>
                  </a:lnTo>
                  <a:lnTo>
                    <a:pt x="4959155" y="3628974"/>
                  </a:lnTo>
                  <a:lnTo>
                    <a:pt x="4962721" y="3626919"/>
                  </a:lnTo>
                  <a:close/>
                </a:path>
                <a:path w="6694170" h="6997065">
                  <a:moveTo>
                    <a:pt x="5037422" y="3757481"/>
                  </a:moveTo>
                  <a:lnTo>
                    <a:pt x="5038891" y="3760022"/>
                  </a:lnTo>
                  <a:lnTo>
                    <a:pt x="5036350" y="3761491"/>
                  </a:lnTo>
                  <a:lnTo>
                    <a:pt x="5034881" y="3758950"/>
                  </a:lnTo>
                  <a:lnTo>
                    <a:pt x="5037422" y="3757481"/>
                  </a:lnTo>
                  <a:close/>
                </a:path>
                <a:path w="6694170" h="6997065">
                  <a:moveTo>
                    <a:pt x="5112124" y="3888042"/>
                  </a:moveTo>
                  <a:lnTo>
                    <a:pt x="5113007" y="3889576"/>
                  </a:lnTo>
                  <a:lnTo>
                    <a:pt x="5111484" y="3890453"/>
                  </a:lnTo>
                  <a:lnTo>
                    <a:pt x="5110602" y="3888925"/>
                  </a:lnTo>
                  <a:lnTo>
                    <a:pt x="5112124" y="3888042"/>
                  </a:lnTo>
                  <a:close/>
                </a:path>
                <a:path w="6694170" h="6997065">
                  <a:moveTo>
                    <a:pt x="2744636" y="33630"/>
                  </a:moveTo>
                  <a:lnTo>
                    <a:pt x="2772255" y="81470"/>
                  </a:lnTo>
                  <a:lnTo>
                    <a:pt x="2724421" y="109083"/>
                  </a:lnTo>
                  <a:lnTo>
                    <a:pt x="2696801" y="61249"/>
                  </a:lnTo>
                  <a:lnTo>
                    <a:pt x="2744636" y="33630"/>
                  </a:lnTo>
                  <a:close/>
                </a:path>
                <a:path w="6694170" h="6997065">
                  <a:moveTo>
                    <a:pt x="2819124" y="165003"/>
                  </a:moveTo>
                  <a:lnTo>
                    <a:pt x="2845564" y="210800"/>
                  </a:lnTo>
                  <a:lnTo>
                    <a:pt x="2799767" y="237241"/>
                  </a:lnTo>
                  <a:lnTo>
                    <a:pt x="2773327" y="191443"/>
                  </a:lnTo>
                  <a:lnTo>
                    <a:pt x="2819124" y="165003"/>
                  </a:lnTo>
                  <a:close/>
                </a:path>
                <a:path w="6694170" h="6997065">
                  <a:moveTo>
                    <a:pt x="2893612" y="296365"/>
                  </a:moveTo>
                  <a:lnTo>
                    <a:pt x="2918880" y="340124"/>
                  </a:lnTo>
                  <a:lnTo>
                    <a:pt x="2875115" y="365392"/>
                  </a:lnTo>
                  <a:lnTo>
                    <a:pt x="2849847" y="321633"/>
                  </a:lnTo>
                  <a:lnTo>
                    <a:pt x="2893612" y="296365"/>
                  </a:lnTo>
                  <a:close/>
                </a:path>
                <a:path w="6694170" h="6997065">
                  <a:moveTo>
                    <a:pt x="2968208" y="427323"/>
                  </a:moveTo>
                  <a:lnTo>
                    <a:pt x="2992593" y="469560"/>
                  </a:lnTo>
                  <a:lnTo>
                    <a:pt x="2950356" y="493946"/>
                  </a:lnTo>
                  <a:lnTo>
                    <a:pt x="2925971" y="451709"/>
                  </a:lnTo>
                  <a:lnTo>
                    <a:pt x="2968208" y="427323"/>
                  </a:lnTo>
                  <a:close/>
                </a:path>
                <a:path w="6694170" h="6997065">
                  <a:moveTo>
                    <a:pt x="3042690" y="558697"/>
                  </a:moveTo>
                  <a:lnTo>
                    <a:pt x="3065903" y="598897"/>
                  </a:lnTo>
                  <a:lnTo>
                    <a:pt x="3025703" y="622109"/>
                  </a:lnTo>
                  <a:lnTo>
                    <a:pt x="3002490" y="581909"/>
                  </a:lnTo>
                  <a:lnTo>
                    <a:pt x="3042690" y="558697"/>
                  </a:lnTo>
                  <a:close/>
                </a:path>
                <a:path w="6694170" h="6997065">
                  <a:moveTo>
                    <a:pt x="3117291" y="689655"/>
                  </a:moveTo>
                  <a:lnTo>
                    <a:pt x="3139621" y="728333"/>
                  </a:lnTo>
                  <a:lnTo>
                    <a:pt x="3100944" y="750663"/>
                  </a:lnTo>
                  <a:lnTo>
                    <a:pt x="3078614" y="711985"/>
                  </a:lnTo>
                  <a:lnTo>
                    <a:pt x="3117291" y="689655"/>
                  </a:lnTo>
                  <a:close/>
                </a:path>
                <a:path w="6694170" h="6997065">
                  <a:moveTo>
                    <a:pt x="3191886" y="820626"/>
                  </a:moveTo>
                  <a:lnTo>
                    <a:pt x="3213334" y="857769"/>
                  </a:lnTo>
                  <a:lnTo>
                    <a:pt x="3176184" y="879217"/>
                  </a:lnTo>
                  <a:lnTo>
                    <a:pt x="3154737" y="842073"/>
                  </a:lnTo>
                  <a:lnTo>
                    <a:pt x="3191886" y="820626"/>
                  </a:lnTo>
                  <a:close/>
                </a:path>
                <a:path w="6694170" h="6997065">
                  <a:moveTo>
                    <a:pt x="3266476" y="951585"/>
                  </a:moveTo>
                  <a:lnTo>
                    <a:pt x="3287046" y="987212"/>
                  </a:lnTo>
                  <a:lnTo>
                    <a:pt x="3251425" y="1007777"/>
                  </a:lnTo>
                  <a:lnTo>
                    <a:pt x="3230861" y="972149"/>
                  </a:lnTo>
                  <a:lnTo>
                    <a:pt x="3266476" y="951585"/>
                  </a:lnTo>
                  <a:close/>
                </a:path>
                <a:path w="6694170" h="6997065">
                  <a:moveTo>
                    <a:pt x="3340963" y="1082946"/>
                  </a:moveTo>
                  <a:lnTo>
                    <a:pt x="3360356" y="1116536"/>
                  </a:lnTo>
                  <a:lnTo>
                    <a:pt x="3326766" y="1135928"/>
                  </a:lnTo>
                  <a:lnTo>
                    <a:pt x="3307374" y="1102339"/>
                  </a:lnTo>
                  <a:lnTo>
                    <a:pt x="3340963" y="1082946"/>
                  </a:lnTo>
                  <a:close/>
                </a:path>
                <a:path w="6694170" h="6997065">
                  <a:moveTo>
                    <a:pt x="3415559" y="1213917"/>
                  </a:moveTo>
                  <a:lnTo>
                    <a:pt x="3434068" y="1245973"/>
                  </a:lnTo>
                  <a:lnTo>
                    <a:pt x="3402013" y="1264482"/>
                  </a:lnTo>
                  <a:lnTo>
                    <a:pt x="3383503" y="1232427"/>
                  </a:lnTo>
                  <a:lnTo>
                    <a:pt x="3415559" y="1213917"/>
                  </a:lnTo>
                  <a:close/>
                </a:path>
                <a:path w="6694170" h="6997065">
                  <a:moveTo>
                    <a:pt x="3490040" y="1345285"/>
                  </a:moveTo>
                  <a:lnTo>
                    <a:pt x="3507378" y="1375302"/>
                  </a:lnTo>
                  <a:lnTo>
                    <a:pt x="3477354" y="1392639"/>
                  </a:lnTo>
                  <a:lnTo>
                    <a:pt x="3460023" y="1362615"/>
                  </a:lnTo>
                  <a:lnTo>
                    <a:pt x="3490040" y="1345285"/>
                  </a:lnTo>
                  <a:close/>
                </a:path>
                <a:path w="6694170" h="6997065">
                  <a:moveTo>
                    <a:pt x="3564529" y="1476646"/>
                  </a:moveTo>
                  <a:lnTo>
                    <a:pt x="3580694" y="1504639"/>
                  </a:lnTo>
                  <a:lnTo>
                    <a:pt x="3552707" y="1520797"/>
                  </a:lnTo>
                  <a:lnTo>
                    <a:pt x="3536543" y="1492805"/>
                  </a:lnTo>
                  <a:lnTo>
                    <a:pt x="3564529" y="1476646"/>
                  </a:lnTo>
                  <a:close/>
                </a:path>
                <a:path w="6694170" h="6997065">
                  <a:moveTo>
                    <a:pt x="3639237" y="1607208"/>
                  </a:moveTo>
                  <a:lnTo>
                    <a:pt x="3654809" y="1634182"/>
                  </a:lnTo>
                  <a:lnTo>
                    <a:pt x="3627835" y="1649753"/>
                  </a:lnTo>
                  <a:lnTo>
                    <a:pt x="3612263" y="1622780"/>
                  </a:lnTo>
                  <a:lnTo>
                    <a:pt x="3639237" y="1607208"/>
                  </a:lnTo>
                  <a:close/>
                </a:path>
                <a:path w="6694170" h="6997065">
                  <a:moveTo>
                    <a:pt x="3713719" y="1738581"/>
                  </a:moveTo>
                  <a:lnTo>
                    <a:pt x="3728112" y="1763511"/>
                  </a:lnTo>
                  <a:lnTo>
                    <a:pt x="3703182" y="1777904"/>
                  </a:lnTo>
                  <a:lnTo>
                    <a:pt x="3688789" y="1752974"/>
                  </a:lnTo>
                  <a:lnTo>
                    <a:pt x="3713719" y="1738581"/>
                  </a:lnTo>
                  <a:close/>
                </a:path>
                <a:path w="6694170" h="6997065">
                  <a:moveTo>
                    <a:pt x="3788208" y="1869943"/>
                  </a:moveTo>
                  <a:lnTo>
                    <a:pt x="3801428" y="1892842"/>
                  </a:lnTo>
                  <a:lnTo>
                    <a:pt x="3778529" y="1906062"/>
                  </a:lnTo>
                  <a:lnTo>
                    <a:pt x="3765309" y="1883164"/>
                  </a:lnTo>
                  <a:lnTo>
                    <a:pt x="3788208" y="1869943"/>
                  </a:lnTo>
                  <a:close/>
                </a:path>
                <a:path w="6694170" h="6997065">
                  <a:moveTo>
                    <a:pt x="3862803" y="2000902"/>
                  </a:moveTo>
                  <a:lnTo>
                    <a:pt x="3875141" y="2022278"/>
                  </a:lnTo>
                  <a:lnTo>
                    <a:pt x="3853770" y="2034616"/>
                  </a:lnTo>
                  <a:lnTo>
                    <a:pt x="3841432" y="2013240"/>
                  </a:lnTo>
                  <a:lnTo>
                    <a:pt x="3862803" y="2000902"/>
                  </a:lnTo>
                  <a:close/>
                </a:path>
                <a:path w="6694170" h="6997065">
                  <a:moveTo>
                    <a:pt x="3937398" y="2131872"/>
                  </a:moveTo>
                  <a:lnTo>
                    <a:pt x="3948853" y="2151720"/>
                  </a:lnTo>
                  <a:lnTo>
                    <a:pt x="3929011" y="2163176"/>
                  </a:lnTo>
                  <a:lnTo>
                    <a:pt x="3917549" y="2143328"/>
                  </a:lnTo>
                  <a:lnTo>
                    <a:pt x="3937398" y="2131872"/>
                  </a:lnTo>
                  <a:close/>
                </a:path>
                <a:path w="6694170" h="6997065">
                  <a:moveTo>
                    <a:pt x="4011987" y="2262831"/>
                  </a:moveTo>
                  <a:lnTo>
                    <a:pt x="4022565" y="2281157"/>
                  </a:lnTo>
                  <a:lnTo>
                    <a:pt x="4004251" y="2291730"/>
                  </a:lnTo>
                  <a:lnTo>
                    <a:pt x="3993673" y="2273410"/>
                  </a:lnTo>
                  <a:lnTo>
                    <a:pt x="4011987" y="2262831"/>
                  </a:lnTo>
                  <a:close/>
                </a:path>
                <a:path w="6694170" h="6997065">
                  <a:moveTo>
                    <a:pt x="4086588" y="2393796"/>
                  </a:moveTo>
                  <a:lnTo>
                    <a:pt x="4096284" y="2410594"/>
                  </a:lnTo>
                  <a:lnTo>
                    <a:pt x="4079492" y="2420290"/>
                  </a:lnTo>
                  <a:lnTo>
                    <a:pt x="4069796" y="2403492"/>
                  </a:lnTo>
                  <a:lnTo>
                    <a:pt x="4086588" y="2393796"/>
                  </a:lnTo>
                  <a:close/>
                </a:path>
                <a:path w="6694170" h="6997065">
                  <a:moveTo>
                    <a:pt x="4161183" y="2524767"/>
                  </a:moveTo>
                  <a:lnTo>
                    <a:pt x="4169996" y="2540030"/>
                  </a:lnTo>
                  <a:lnTo>
                    <a:pt x="4154733" y="2548844"/>
                  </a:lnTo>
                  <a:lnTo>
                    <a:pt x="4145919" y="2533580"/>
                  </a:lnTo>
                  <a:lnTo>
                    <a:pt x="4161183" y="2524767"/>
                  </a:lnTo>
                  <a:close/>
                </a:path>
                <a:path w="6694170" h="6997065">
                  <a:moveTo>
                    <a:pt x="4235772" y="2655725"/>
                  </a:moveTo>
                  <a:lnTo>
                    <a:pt x="4243709" y="2669467"/>
                  </a:lnTo>
                  <a:lnTo>
                    <a:pt x="4229973" y="2677398"/>
                  </a:lnTo>
                  <a:lnTo>
                    <a:pt x="4222037" y="2663656"/>
                  </a:lnTo>
                  <a:lnTo>
                    <a:pt x="4235772" y="2655725"/>
                  </a:lnTo>
                  <a:close/>
                </a:path>
                <a:path w="6694170" h="6997065">
                  <a:moveTo>
                    <a:pt x="4310480" y="2786287"/>
                  </a:moveTo>
                  <a:lnTo>
                    <a:pt x="4317824" y="2799010"/>
                  </a:lnTo>
                  <a:lnTo>
                    <a:pt x="4305101" y="2806355"/>
                  </a:lnTo>
                  <a:lnTo>
                    <a:pt x="4297757" y="2793632"/>
                  </a:lnTo>
                  <a:lnTo>
                    <a:pt x="4310480" y="2786287"/>
                  </a:lnTo>
                  <a:close/>
                </a:path>
                <a:path w="6694170" h="6997065">
                  <a:moveTo>
                    <a:pt x="4384962" y="2917655"/>
                  </a:moveTo>
                  <a:lnTo>
                    <a:pt x="4391134" y="2928346"/>
                  </a:lnTo>
                  <a:lnTo>
                    <a:pt x="4380449" y="2934512"/>
                  </a:lnTo>
                  <a:lnTo>
                    <a:pt x="4374277" y="2923826"/>
                  </a:lnTo>
                  <a:lnTo>
                    <a:pt x="4384962" y="2917655"/>
                  </a:lnTo>
                  <a:close/>
                </a:path>
                <a:path w="6694170" h="6997065">
                  <a:moveTo>
                    <a:pt x="4459563" y="3048620"/>
                  </a:moveTo>
                  <a:lnTo>
                    <a:pt x="4464846" y="3057777"/>
                  </a:lnTo>
                  <a:lnTo>
                    <a:pt x="4455683" y="3063066"/>
                  </a:lnTo>
                  <a:lnTo>
                    <a:pt x="4450400" y="3053909"/>
                  </a:lnTo>
                  <a:lnTo>
                    <a:pt x="4459563" y="3048620"/>
                  </a:lnTo>
                  <a:close/>
                </a:path>
                <a:path w="6694170" h="6997065">
                  <a:moveTo>
                    <a:pt x="4534259" y="3179188"/>
                  </a:moveTo>
                  <a:lnTo>
                    <a:pt x="4538962" y="3187326"/>
                  </a:lnTo>
                  <a:lnTo>
                    <a:pt x="4530817" y="3192023"/>
                  </a:lnTo>
                  <a:lnTo>
                    <a:pt x="4526120" y="3183884"/>
                  </a:lnTo>
                  <a:lnTo>
                    <a:pt x="4534259" y="3179188"/>
                  </a:lnTo>
                  <a:close/>
                </a:path>
                <a:path w="6694170" h="6997065">
                  <a:moveTo>
                    <a:pt x="4608960" y="3309749"/>
                  </a:moveTo>
                  <a:lnTo>
                    <a:pt x="4613077" y="3316875"/>
                  </a:lnTo>
                  <a:lnTo>
                    <a:pt x="4605952" y="3320986"/>
                  </a:lnTo>
                  <a:lnTo>
                    <a:pt x="4601835" y="3313860"/>
                  </a:lnTo>
                  <a:lnTo>
                    <a:pt x="4608960" y="3309749"/>
                  </a:lnTo>
                  <a:close/>
                </a:path>
                <a:path w="6694170" h="6997065">
                  <a:moveTo>
                    <a:pt x="4683668" y="3440311"/>
                  </a:moveTo>
                  <a:lnTo>
                    <a:pt x="4687192" y="3446412"/>
                  </a:lnTo>
                  <a:lnTo>
                    <a:pt x="4681085" y="3449936"/>
                  </a:lnTo>
                  <a:lnTo>
                    <a:pt x="4677561" y="3443836"/>
                  </a:lnTo>
                  <a:lnTo>
                    <a:pt x="4683668" y="3440311"/>
                  </a:lnTo>
                  <a:close/>
                </a:path>
                <a:path w="6694170" h="6997065">
                  <a:moveTo>
                    <a:pt x="4758370" y="3570873"/>
                  </a:moveTo>
                  <a:lnTo>
                    <a:pt x="4761307" y="3575961"/>
                  </a:lnTo>
                  <a:lnTo>
                    <a:pt x="4756220" y="3578899"/>
                  </a:lnTo>
                  <a:lnTo>
                    <a:pt x="4753282" y="3573811"/>
                  </a:lnTo>
                  <a:lnTo>
                    <a:pt x="4758370" y="3570873"/>
                  </a:lnTo>
                  <a:close/>
                </a:path>
                <a:path w="6694170" h="6997065">
                  <a:moveTo>
                    <a:pt x="4833071" y="3701435"/>
                  </a:moveTo>
                  <a:lnTo>
                    <a:pt x="4835423" y="3705504"/>
                  </a:lnTo>
                  <a:lnTo>
                    <a:pt x="4831348" y="3707855"/>
                  </a:lnTo>
                  <a:lnTo>
                    <a:pt x="4829002" y="3703786"/>
                  </a:lnTo>
                  <a:lnTo>
                    <a:pt x="4833071" y="3701435"/>
                  </a:lnTo>
                  <a:close/>
                </a:path>
                <a:path w="6694170" h="6997065">
                  <a:moveTo>
                    <a:pt x="4907772" y="3831997"/>
                  </a:moveTo>
                  <a:lnTo>
                    <a:pt x="4909532" y="3835053"/>
                  </a:lnTo>
                  <a:lnTo>
                    <a:pt x="4906482" y="3836812"/>
                  </a:lnTo>
                  <a:lnTo>
                    <a:pt x="4904717" y="3833761"/>
                  </a:lnTo>
                  <a:lnTo>
                    <a:pt x="4907772" y="3831997"/>
                  </a:lnTo>
                  <a:close/>
                </a:path>
                <a:path w="6694170" h="6997065">
                  <a:moveTo>
                    <a:pt x="4982475" y="3962564"/>
                  </a:moveTo>
                  <a:lnTo>
                    <a:pt x="4983647" y="3964590"/>
                  </a:lnTo>
                  <a:lnTo>
                    <a:pt x="4981610" y="3965769"/>
                  </a:lnTo>
                  <a:lnTo>
                    <a:pt x="4980437" y="3963737"/>
                  </a:lnTo>
                  <a:lnTo>
                    <a:pt x="4982475" y="3962564"/>
                  </a:lnTo>
                  <a:close/>
                </a:path>
                <a:path w="6694170" h="6997065">
                  <a:moveTo>
                    <a:pt x="5056163" y="4093713"/>
                  </a:moveTo>
                  <a:lnTo>
                    <a:pt x="5057516" y="4093713"/>
                  </a:lnTo>
                  <a:lnTo>
                    <a:pt x="5057763" y="4094139"/>
                  </a:lnTo>
                  <a:lnTo>
                    <a:pt x="5056410" y="4094139"/>
                  </a:lnTo>
                  <a:lnTo>
                    <a:pt x="5056163" y="4093713"/>
                  </a:lnTo>
                  <a:close/>
                </a:path>
                <a:path w="6694170" h="6997065">
                  <a:moveTo>
                    <a:pt x="2499110" y="0"/>
                  </a:moveTo>
                  <a:lnTo>
                    <a:pt x="2554584" y="0"/>
                  </a:lnTo>
                  <a:lnTo>
                    <a:pt x="2570386" y="27373"/>
                  </a:lnTo>
                  <a:lnTo>
                    <a:pt x="2518992" y="57047"/>
                  </a:lnTo>
                  <a:lnTo>
                    <a:pt x="2489317" y="5653"/>
                  </a:lnTo>
                  <a:lnTo>
                    <a:pt x="2499110" y="0"/>
                  </a:lnTo>
                  <a:close/>
                </a:path>
                <a:path w="6694170" h="6997065">
                  <a:moveTo>
                    <a:pt x="2615306" y="106944"/>
                  </a:moveTo>
                  <a:lnTo>
                    <a:pt x="2644098" y="156810"/>
                  </a:lnTo>
                  <a:lnTo>
                    <a:pt x="2594232" y="185602"/>
                  </a:lnTo>
                  <a:lnTo>
                    <a:pt x="2565440" y="135736"/>
                  </a:lnTo>
                  <a:lnTo>
                    <a:pt x="2615306" y="106944"/>
                  </a:lnTo>
                  <a:close/>
                </a:path>
                <a:path w="6694170" h="6997065">
                  <a:moveTo>
                    <a:pt x="2689794" y="238305"/>
                  </a:moveTo>
                  <a:lnTo>
                    <a:pt x="2717414" y="286140"/>
                  </a:lnTo>
                  <a:lnTo>
                    <a:pt x="2669579" y="313753"/>
                  </a:lnTo>
                  <a:lnTo>
                    <a:pt x="2641966" y="265925"/>
                  </a:lnTo>
                  <a:lnTo>
                    <a:pt x="2689794" y="238305"/>
                  </a:lnTo>
                  <a:close/>
                </a:path>
                <a:path w="6694170" h="6997065">
                  <a:moveTo>
                    <a:pt x="2764277" y="369673"/>
                  </a:moveTo>
                  <a:lnTo>
                    <a:pt x="2790724" y="415476"/>
                  </a:lnTo>
                  <a:lnTo>
                    <a:pt x="2744926" y="441916"/>
                  </a:lnTo>
                  <a:lnTo>
                    <a:pt x="2718486" y="396113"/>
                  </a:lnTo>
                  <a:lnTo>
                    <a:pt x="2764277" y="369673"/>
                  </a:lnTo>
                  <a:close/>
                </a:path>
                <a:path w="6694170" h="6997065">
                  <a:moveTo>
                    <a:pt x="2838771" y="501041"/>
                  </a:moveTo>
                  <a:lnTo>
                    <a:pt x="2864033" y="544800"/>
                  </a:lnTo>
                  <a:lnTo>
                    <a:pt x="2820273" y="570068"/>
                  </a:lnTo>
                  <a:lnTo>
                    <a:pt x="2795006" y="526308"/>
                  </a:lnTo>
                  <a:lnTo>
                    <a:pt x="2838771" y="501041"/>
                  </a:lnTo>
                  <a:close/>
                </a:path>
                <a:path w="6694170" h="6997065">
                  <a:moveTo>
                    <a:pt x="2913253" y="632408"/>
                  </a:moveTo>
                  <a:lnTo>
                    <a:pt x="2937342" y="674130"/>
                  </a:lnTo>
                  <a:lnTo>
                    <a:pt x="2895620" y="698219"/>
                  </a:lnTo>
                  <a:lnTo>
                    <a:pt x="2871531" y="656497"/>
                  </a:lnTo>
                  <a:lnTo>
                    <a:pt x="2913253" y="632408"/>
                  </a:lnTo>
                  <a:close/>
                </a:path>
                <a:path w="6694170" h="6997065">
                  <a:moveTo>
                    <a:pt x="2987849" y="763367"/>
                  </a:moveTo>
                  <a:lnTo>
                    <a:pt x="3011061" y="803567"/>
                  </a:lnTo>
                  <a:lnTo>
                    <a:pt x="2970861" y="826779"/>
                  </a:lnTo>
                  <a:lnTo>
                    <a:pt x="2947649" y="786579"/>
                  </a:lnTo>
                  <a:lnTo>
                    <a:pt x="2987849" y="763367"/>
                  </a:lnTo>
                  <a:close/>
                </a:path>
                <a:path w="6694170" h="6997065">
                  <a:moveTo>
                    <a:pt x="3062444" y="894337"/>
                  </a:moveTo>
                  <a:lnTo>
                    <a:pt x="3084774" y="933003"/>
                  </a:lnTo>
                  <a:lnTo>
                    <a:pt x="3046096" y="955333"/>
                  </a:lnTo>
                  <a:lnTo>
                    <a:pt x="3023772" y="916667"/>
                  </a:lnTo>
                  <a:lnTo>
                    <a:pt x="3062444" y="894337"/>
                  </a:lnTo>
                  <a:close/>
                </a:path>
                <a:path w="6694170" h="6997065">
                  <a:moveTo>
                    <a:pt x="3136933" y="1025699"/>
                  </a:moveTo>
                  <a:lnTo>
                    <a:pt x="3158083" y="1062339"/>
                  </a:lnTo>
                  <a:lnTo>
                    <a:pt x="3121449" y="1083491"/>
                  </a:lnTo>
                  <a:lnTo>
                    <a:pt x="3100292" y="1046850"/>
                  </a:lnTo>
                  <a:lnTo>
                    <a:pt x="3136933" y="1025699"/>
                  </a:lnTo>
                  <a:close/>
                </a:path>
                <a:path w="6694170" h="6997065">
                  <a:moveTo>
                    <a:pt x="3211527" y="1156664"/>
                  </a:moveTo>
                  <a:lnTo>
                    <a:pt x="3231802" y="1191776"/>
                  </a:lnTo>
                  <a:lnTo>
                    <a:pt x="3196690" y="1212051"/>
                  </a:lnTo>
                  <a:lnTo>
                    <a:pt x="3176415" y="1176939"/>
                  </a:lnTo>
                  <a:lnTo>
                    <a:pt x="3211527" y="1156664"/>
                  </a:lnTo>
                  <a:close/>
                </a:path>
                <a:path w="6694170" h="6997065">
                  <a:moveTo>
                    <a:pt x="3286016" y="1288032"/>
                  </a:moveTo>
                  <a:lnTo>
                    <a:pt x="3305112" y="1321106"/>
                  </a:lnTo>
                  <a:lnTo>
                    <a:pt x="3272032" y="1340202"/>
                  </a:lnTo>
                  <a:lnTo>
                    <a:pt x="3252936" y="1307128"/>
                  </a:lnTo>
                  <a:lnTo>
                    <a:pt x="3286016" y="1288032"/>
                  </a:lnTo>
                  <a:close/>
                </a:path>
                <a:path w="6694170" h="6997065">
                  <a:moveTo>
                    <a:pt x="3360604" y="1418997"/>
                  </a:moveTo>
                  <a:lnTo>
                    <a:pt x="3378824" y="1450543"/>
                  </a:lnTo>
                  <a:lnTo>
                    <a:pt x="3347272" y="1468756"/>
                  </a:lnTo>
                  <a:lnTo>
                    <a:pt x="3329058" y="1437210"/>
                  </a:lnTo>
                  <a:lnTo>
                    <a:pt x="3360604" y="1418997"/>
                  </a:lnTo>
                  <a:close/>
                </a:path>
                <a:path w="6694170" h="6997065">
                  <a:moveTo>
                    <a:pt x="3434986" y="1550761"/>
                  </a:moveTo>
                  <a:lnTo>
                    <a:pt x="3451730" y="1579772"/>
                  </a:lnTo>
                  <a:lnTo>
                    <a:pt x="3422731" y="1596516"/>
                  </a:lnTo>
                  <a:lnTo>
                    <a:pt x="3405981" y="1567505"/>
                  </a:lnTo>
                  <a:lnTo>
                    <a:pt x="3434986" y="1550761"/>
                  </a:lnTo>
                  <a:close/>
                </a:path>
                <a:path w="6694170" h="6997065">
                  <a:moveTo>
                    <a:pt x="3509588" y="1681726"/>
                  </a:moveTo>
                  <a:lnTo>
                    <a:pt x="3525449" y="1709203"/>
                  </a:lnTo>
                  <a:lnTo>
                    <a:pt x="3497973" y="1725071"/>
                  </a:lnTo>
                  <a:lnTo>
                    <a:pt x="3482105" y="1697594"/>
                  </a:lnTo>
                  <a:lnTo>
                    <a:pt x="3509588" y="1681726"/>
                  </a:lnTo>
                  <a:close/>
                </a:path>
                <a:path w="6694170" h="6997065">
                  <a:moveTo>
                    <a:pt x="3584283" y="1812294"/>
                  </a:moveTo>
                  <a:lnTo>
                    <a:pt x="3599559" y="1838752"/>
                  </a:lnTo>
                  <a:lnTo>
                    <a:pt x="3573101" y="1854028"/>
                  </a:lnTo>
                  <a:lnTo>
                    <a:pt x="3557825" y="1827570"/>
                  </a:lnTo>
                  <a:lnTo>
                    <a:pt x="3584283" y="1812294"/>
                  </a:lnTo>
                  <a:close/>
                </a:path>
                <a:path w="6694170" h="6997065">
                  <a:moveTo>
                    <a:pt x="3658771" y="1943656"/>
                  </a:moveTo>
                  <a:lnTo>
                    <a:pt x="3672874" y="1968083"/>
                  </a:lnTo>
                  <a:lnTo>
                    <a:pt x="3648447" y="1982185"/>
                  </a:lnTo>
                  <a:lnTo>
                    <a:pt x="3634345" y="1957758"/>
                  </a:lnTo>
                  <a:lnTo>
                    <a:pt x="3658771" y="1943656"/>
                  </a:lnTo>
                  <a:close/>
                </a:path>
                <a:path w="6694170" h="6997065">
                  <a:moveTo>
                    <a:pt x="3733260" y="2075017"/>
                  </a:moveTo>
                  <a:lnTo>
                    <a:pt x="3746190" y="2097407"/>
                  </a:lnTo>
                  <a:lnTo>
                    <a:pt x="3723795" y="2110337"/>
                  </a:lnTo>
                  <a:lnTo>
                    <a:pt x="3710871" y="2087948"/>
                  </a:lnTo>
                  <a:lnTo>
                    <a:pt x="3733260" y="2075017"/>
                  </a:lnTo>
                  <a:close/>
                </a:path>
                <a:path w="6694170" h="6997065">
                  <a:moveTo>
                    <a:pt x="3807855" y="2205988"/>
                  </a:moveTo>
                  <a:lnTo>
                    <a:pt x="3819902" y="2226849"/>
                  </a:lnTo>
                  <a:lnTo>
                    <a:pt x="3799035" y="2238896"/>
                  </a:lnTo>
                  <a:lnTo>
                    <a:pt x="3786988" y="2218036"/>
                  </a:lnTo>
                  <a:lnTo>
                    <a:pt x="3807855" y="2205988"/>
                  </a:lnTo>
                  <a:close/>
                </a:path>
                <a:path w="6694170" h="6997065">
                  <a:moveTo>
                    <a:pt x="3882444" y="2336947"/>
                  </a:moveTo>
                  <a:lnTo>
                    <a:pt x="3893609" y="2356286"/>
                  </a:lnTo>
                  <a:lnTo>
                    <a:pt x="3874276" y="2367451"/>
                  </a:lnTo>
                  <a:lnTo>
                    <a:pt x="3863111" y="2348111"/>
                  </a:lnTo>
                  <a:lnTo>
                    <a:pt x="3882444" y="2336947"/>
                  </a:lnTo>
                  <a:close/>
                </a:path>
                <a:path w="6694170" h="6997065">
                  <a:moveTo>
                    <a:pt x="3957039" y="2467917"/>
                  </a:moveTo>
                  <a:lnTo>
                    <a:pt x="3967321" y="2485722"/>
                  </a:lnTo>
                  <a:lnTo>
                    <a:pt x="3949516" y="2496005"/>
                  </a:lnTo>
                  <a:lnTo>
                    <a:pt x="3939234" y="2478200"/>
                  </a:lnTo>
                  <a:lnTo>
                    <a:pt x="3957039" y="2467917"/>
                  </a:lnTo>
                  <a:close/>
                </a:path>
                <a:path w="6694170" h="6997065">
                  <a:moveTo>
                    <a:pt x="4031634" y="2598876"/>
                  </a:moveTo>
                  <a:lnTo>
                    <a:pt x="4041034" y="2615164"/>
                  </a:lnTo>
                  <a:lnTo>
                    <a:pt x="4024757" y="2624564"/>
                  </a:lnTo>
                  <a:lnTo>
                    <a:pt x="4015351" y="2608276"/>
                  </a:lnTo>
                  <a:lnTo>
                    <a:pt x="4031634" y="2598876"/>
                  </a:lnTo>
                  <a:close/>
                </a:path>
                <a:path w="6694170" h="6997065">
                  <a:moveTo>
                    <a:pt x="4106234" y="2729841"/>
                  </a:moveTo>
                  <a:lnTo>
                    <a:pt x="4114752" y="2744595"/>
                  </a:lnTo>
                  <a:lnTo>
                    <a:pt x="4099998" y="2753119"/>
                  </a:lnTo>
                  <a:lnTo>
                    <a:pt x="4091474" y="2738358"/>
                  </a:lnTo>
                  <a:lnTo>
                    <a:pt x="4106234" y="2729841"/>
                  </a:lnTo>
                  <a:close/>
                </a:path>
                <a:path w="6694170" h="6997065">
                  <a:moveTo>
                    <a:pt x="4180824" y="2860800"/>
                  </a:moveTo>
                  <a:lnTo>
                    <a:pt x="4188465" y="2874037"/>
                  </a:lnTo>
                  <a:lnTo>
                    <a:pt x="4175233" y="2881678"/>
                  </a:lnTo>
                  <a:lnTo>
                    <a:pt x="4167592" y="2868441"/>
                  </a:lnTo>
                  <a:lnTo>
                    <a:pt x="4180824" y="2860800"/>
                  </a:lnTo>
                  <a:close/>
                </a:path>
                <a:path w="6694170" h="6997065">
                  <a:moveTo>
                    <a:pt x="4255419" y="2991770"/>
                  </a:moveTo>
                  <a:lnTo>
                    <a:pt x="4262177" y="3003474"/>
                  </a:lnTo>
                  <a:lnTo>
                    <a:pt x="4250473" y="3010232"/>
                  </a:lnTo>
                  <a:lnTo>
                    <a:pt x="4243715" y="2998529"/>
                  </a:lnTo>
                  <a:lnTo>
                    <a:pt x="4255419" y="2991770"/>
                  </a:lnTo>
                  <a:close/>
                </a:path>
                <a:path w="6694170" h="6997065">
                  <a:moveTo>
                    <a:pt x="4330014" y="3122735"/>
                  </a:moveTo>
                  <a:lnTo>
                    <a:pt x="4335889" y="3132911"/>
                  </a:lnTo>
                  <a:lnTo>
                    <a:pt x="4325714" y="3138787"/>
                  </a:lnTo>
                  <a:lnTo>
                    <a:pt x="4319838" y="3128611"/>
                  </a:lnTo>
                  <a:lnTo>
                    <a:pt x="4330014" y="3122735"/>
                  </a:lnTo>
                  <a:close/>
                </a:path>
                <a:path w="6694170" h="6997065">
                  <a:moveTo>
                    <a:pt x="4404609" y="3253700"/>
                  </a:moveTo>
                  <a:lnTo>
                    <a:pt x="4409602" y="3262354"/>
                  </a:lnTo>
                  <a:lnTo>
                    <a:pt x="4400954" y="3267347"/>
                  </a:lnTo>
                  <a:lnTo>
                    <a:pt x="4395955" y="3258693"/>
                  </a:lnTo>
                  <a:lnTo>
                    <a:pt x="4404609" y="3253700"/>
                  </a:lnTo>
                  <a:close/>
                </a:path>
                <a:path w="6694170" h="6997065">
                  <a:moveTo>
                    <a:pt x="4479311" y="3384262"/>
                  </a:moveTo>
                  <a:lnTo>
                    <a:pt x="4483717" y="3391891"/>
                  </a:lnTo>
                  <a:lnTo>
                    <a:pt x="4476082" y="3396298"/>
                  </a:lnTo>
                  <a:lnTo>
                    <a:pt x="4471676" y="3388669"/>
                  </a:lnTo>
                  <a:lnTo>
                    <a:pt x="4479311" y="3384262"/>
                  </a:lnTo>
                  <a:close/>
                </a:path>
                <a:path w="6694170" h="6997065">
                  <a:moveTo>
                    <a:pt x="4554012" y="3514824"/>
                  </a:moveTo>
                  <a:lnTo>
                    <a:pt x="4557833" y="3521440"/>
                  </a:lnTo>
                  <a:lnTo>
                    <a:pt x="4551217" y="3525260"/>
                  </a:lnTo>
                  <a:lnTo>
                    <a:pt x="4547396" y="3518644"/>
                  </a:lnTo>
                  <a:lnTo>
                    <a:pt x="4554012" y="3514824"/>
                  </a:lnTo>
                  <a:close/>
                </a:path>
                <a:path w="6694170" h="6997065">
                  <a:moveTo>
                    <a:pt x="4628714" y="3645386"/>
                  </a:moveTo>
                  <a:lnTo>
                    <a:pt x="4631948" y="3650983"/>
                  </a:lnTo>
                  <a:lnTo>
                    <a:pt x="4626345" y="3654217"/>
                  </a:lnTo>
                  <a:lnTo>
                    <a:pt x="4623116" y="3648620"/>
                  </a:lnTo>
                  <a:lnTo>
                    <a:pt x="4628714" y="3645386"/>
                  </a:lnTo>
                  <a:close/>
                </a:path>
                <a:path w="6694170" h="6997065">
                  <a:moveTo>
                    <a:pt x="4703415" y="3775954"/>
                  </a:moveTo>
                  <a:lnTo>
                    <a:pt x="4706057" y="3780533"/>
                  </a:lnTo>
                  <a:lnTo>
                    <a:pt x="4701484" y="3783174"/>
                  </a:lnTo>
                  <a:lnTo>
                    <a:pt x="4698837" y="3778595"/>
                  </a:lnTo>
                  <a:lnTo>
                    <a:pt x="4703415" y="3775954"/>
                  </a:lnTo>
                  <a:close/>
                </a:path>
                <a:path w="6694170" h="6997065">
                  <a:moveTo>
                    <a:pt x="4778117" y="3906516"/>
                  </a:moveTo>
                  <a:lnTo>
                    <a:pt x="4780173" y="3910075"/>
                  </a:lnTo>
                  <a:lnTo>
                    <a:pt x="4776613" y="3912130"/>
                  </a:lnTo>
                  <a:lnTo>
                    <a:pt x="4774558" y="3908571"/>
                  </a:lnTo>
                  <a:lnTo>
                    <a:pt x="4778117" y="3906516"/>
                  </a:lnTo>
                  <a:close/>
                </a:path>
                <a:path w="6694170" h="6997065">
                  <a:moveTo>
                    <a:pt x="4852819" y="4037078"/>
                  </a:moveTo>
                  <a:lnTo>
                    <a:pt x="4854288" y="4039619"/>
                  </a:lnTo>
                  <a:lnTo>
                    <a:pt x="4851747" y="4041088"/>
                  </a:lnTo>
                  <a:lnTo>
                    <a:pt x="4850278" y="4038546"/>
                  </a:lnTo>
                  <a:lnTo>
                    <a:pt x="4852819" y="4037078"/>
                  </a:lnTo>
                  <a:close/>
                </a:path>
                <a:path w="6694170" h="6997065">
                  <a:moveTo>
                    <a:pt x="4927526" y="4167640"/>
                  </a:moveTo>
                  <a:lnTo>
                    <a:pt x="4928409" y="4169168"/>
                  </a:lnTo>
                  <a:lnTo>
                    <a:pt x="4926875" y="4170050"/>
                  </a:lnTo>
                  <a:lnTo>
                    <a:pt x="4925992" y="4168522"/>
                  </a:lnTo>
                  <a:lnTo>
                    <a:pt x="4927526" y="4167640"/>
                  </a:lnTo>
                  <a:close/>
                </a:path>
                <a:path w="6694170" h="6997065">
                  <a:moveTo>
                    <a:pt x="2313379" y="0"/>
                  </a:moveTo>
                  <a:lnTo>
                    <a:pt x="2317548" y="0"/>
                  </a:lnTo>
                  <a:lnTo>
                    <a:pt x="2314421" y="1805"/>
                  </a:lnTo>
                  <a:lnTo>
                    <a:pt x="2313379" y="0"/>
                  </a:lnTo>
                  <a:close/>
                </a:path>
                <a:path w="6694170" h="6997065">
                  <a:moveTo>
                    <a:pt x="2411382" y="49296"/>
                  </a:moveTo>
                  <a:lnTo>
                    <a:pt x="2442229" y="102722"/>
                  </a:lnTo>
                  <a:lnTo>
                    <a:pt x="2388797" y="133570"/>
                  </a:lnTo>
                  <a:lnTo>
                    <a:pt x="2357950" y="80144"/>
                  </a:lnTo>
                  <a:lnTo>
                    <a:pt x="2411382" y="49296"/>
                  </a:lnTo>
                  <a:close/>
                </a:path>
                <a:path w="6694170" h="6997065">
                  <a:moveTo>
                    <a:pt x="2485870" y="180658"/>
                  </a:moveTo>
                  <a:lnTo>
                    <a:pt x="2515544" y="232058"/>
                  </a:lnTo>
                  <a:lnTo>
                    <a:pt x="2464150" y="261727"/>
                  </a:lnTo>
                  <a:lnTo>
                    <a:pt x="2434476" y="210327"/>
                  </a:lnTo>
                  <a:lnTo>
                    <a:pt x="2485870" y="180658"/>
                  </a:lnTo>
                  <a:close/>
                </a:path>
                <a:path w="6694170" h="6997065">
                  <a:moveTo>
                    <a:pt x="2560465" y="311623"/>
                  </a:moveTo>
                  <a:lnTo>
                    <a:pt x="2589257" y="361495"/>
                  </a:lnTo>
                  <a:lnTo>
                    <a:pt x="2539385" y="390287"/>
                  </a:lnTo>
                  <a:lnTo>
                    <a:pt x="2510593" y="340415"/>
                  </a:lnTo>
                  <a:lnTo>
                    <a:pt x="2560465" y="311623"/>
                  </a:lnTo>
                  <a:close/>
                </a:path>
                <a:path w="6694170" h="6997065">
                  <a:moveTo>
                    <a:pt x="2634954" y="442991"/>
                  </a:moveTo>
                  <a:lnTo>
                    <a:pt x="2662567" y="490819"/>
                  </a:lnTo>
                  <a:lnTo>
                    <a:pt x="2614738" y="518438"/>
                  </a:lnTo>
                  <a:lnTo>
                    <a:pt x="2587119" y="470604"/>
                  </a:lnTo>
                  <a:lnTo>
                    <a:pt x="2634954" y="442991"/>
                  </a:lnTo>
                  <a:close/>
                </a:path>
                <a:path w="6694170" h="6997065">
                  <a:moveTo>
                    <a:pt x="2709436" y="574352"/>
                  </a:moveTo>
                  <a:lnTo>
                    <a:pt x="2735876" y="620150"/>
                  </a:lnTo>
                  <a:lnTo>
                    <a:pt x="2690079" y="646590"/>
                  </a:lnTo>
                  <a:lnTo>
                    <a:pt x="2663639" y="600793"/>
                  </a:lnTo>
                  <a:lnTo>
                    <a:pt x="2709436" y="574352"/>
                  </a:lnTo>
                  <a:close/>
                </a:path>
                <a:path w="6694170" h="6997065">
                  <a:moveTo>
                    <a:pt x="2783818" y="706122"/>
                  </a:moveTo>
                  <a:lnTo>
                    <a:pt x="2808789" y="749372"/>
                  </a:lnTo>
                  <a:lnTo>
                    <a:pt x="2765540" y="774344"/>
                  </a:lnTo>
                  <a:lnTo>
                    <a:pt x="2740568" y="731094"/>
                  </a:lnTo>
                  <a:lnTo>
                    <a:pt x="2783818" y="706122"/>
                  </a:lnTo>
                  <a:close/>
                </a:path>
                <a:path w="6694170" h="6997065">
                  <a:moveTo>
                    <a:pt x="2858419" y="837087"/>
                  </a:moveTo>
                  <a:lnTo>
                    <a:pt x="2882508" y="878810"/>
                  </a:lnTo>
                  <a:lnTo>
                    <a:pt x="2840780" y="902904"/>
                  </a:lnTo>
                  <a:lnTo>
                    <a:pt x="2816691" y="861176"/>
                  </a:lnTo>
                  <a:lnTo>
                    <a:pt x="2858419" y="837087"/>
                  </a:lnTo>
                  <a:close/>
                </a:path>
                <a:path w="6694170" h="6997065">
                  <a:moveTo>
                    <a:pt x="2932901" y="968455"/>
                  </a:moveTo>
                  <a:lnTo>
                    <a:pt x="2955818" y="1008145"/>
                  </a:lnTo>
                  <a:lnTo>
                    <a:pt x="2916128" y="1031062"/>
                  </a:lnTo>
                  <a:lnTo>
                    <a:pt x="2893211" y="991371"/>
                  </a:lnTo>
                  <a:lnTo>
                    <a:pt x="2932901" y="968455"/>
                  </a:lnTo>
                  <a:close/>
                </a:path>
                <a:path w="6694170" h="6997065">
                  <a:moveTo>
                    <a:pt x="3007490" y="1099413"/>
                  </a:moveTo>
                  <a:lnTo>
                    <a:pt x="3029530" y="1137582"/>
                  </a:lnTo>
                  <a:lnTo>
                    <a:pt x="2991368" y="1159616"/>
                  </a:lnTo>
                  <a:lnTo>
                    <a:pt x="2969328" y="1121447"/>
                  </a:lnTo>
                  <a:lnTo>
                    <a:pt x="3007490" y="1099413"/>
                  </a:lnTo>
                  <a:close/>
                </a:path>
                <a:path w="6694170" h="6997065">
                  <a:moveTo>
                    <a:pt x="3081978" y="1230781"/>
                  </a:moveTo>
                  <a:lnTo>
                    <a:pt x="3102839" y="1266912"/>
                  </a:lnTo>
                  <a:lnTo>
                    <a:pt x="3066714" y="1287767"/>
                  </a:lnTo>
                  <a:lnTo>
                    <a:pt x="3045854" y="1251636"/>
                  </a:lnTo>
                  <a:lnTo>
                    <a:pt x="3081978" y="1230781"/>
                  </a:lnTo>
                  <a:close/>
                </a:path>
                <a:path w="6694170" h="6997065">
                  <a:moveTo>
                    <a:pt x="3156472" y="1362148"/>
                  </a:moveTo>
                  <a:lnTo>
                    <a:pt x="3176155" y="1396236"/>
                  </a:lnTo>
                  <a:lnTo>
                    <a:pt x="3142056" y="1415924"/>
                  </a:lnTo>
                  <a:lnTo>
                    <a:pt x="3122373" y="1381831"/>
                  </a:lnTo>
                  <a:lnTo>
                    <a:pt x="3156472" y="1362148"/>
                  </a:lnTo>
                  <a:close/>
                </a:path>
                <a:path w="6694170" h="6997065">
                  <a:moveTo>
                    <a:pt x="3231061" y="1493107"/>
                  </a:moveTo>
                  <a:lnTo>
                    <a:pt x="3249867" y="1525678"/>
                  </a:lnTo>
                  <a:lnTo>
                    <a:pt x="3217296" y="1544478"/>
                  </a:lnTo>
                  <a:lnTo>
                    <a:pt x="3198496" y="1511913"/>
                  </a:lnTo>
                  <a:lnTo>
                    <a:pt x="3231061" y="1493107"/>
                  </a:lnTo>
                  <a:close/>
                </a:path>
                <a:path w="6694170" h="6997065">
                  <a:moveTo>
                    <a:pt x="3305544" y="1624475"/>
                  </a:moveTo>
                  <a:lnTo>
                    <a:pt x="3323176" y="1655014"/>
                  </a:lnTo>
                  <a:lnTo>
                    <a:pt x="3292643" y="1672641"/>
                  </a:lnTo>
                  <a:lnTo>
                    <a:pt x="3275016" y="1642101"/>
                  </a:lnTo>
                  <a:lnTo>
                    <a:pt x="3305544" y="1624475"/>
                  </a:lnTo>
                  <a:close/>
                </a:path>
                <a:path w="6694170" h="6997065">
                  <a:moveTo>
                    <a:pt x="3380038" y="1755842"/>
                  </a:moveTo>
                  <a:lnTo>
                    <a:pt x="3396486" y="1784338"/>
                  </a:lnTo>
                  <a:lnTo>
                    <a:pt x="3367996" y="1800793"/>
                  </a:lnTo>
                  <a:lnTo>
                    <a:pt x="3351542" y="1772297"/>
                  </a:lnTo>
                  <a:lnTo>
                    <a:pt x="3380038" y="1755842"/>
                  </a:lnTo>
                  <a:close/>
                </a:path>
                <a:path w="6694170" h="6997065">
                  <a:moveTo>
                    <a:pt x="3454739" y="1886404"/>
                  </a:moveTo>
                  <a:lnTo>
                    <a:pt x="3470602" y="1913881"/>
                  </a:lnTo>
                  <a:lnTo>
                    <a:pt x="3443125" y="1929743"/>
                  </a:lnTo>
                  <a:lnTo>
                    <a:pt x="3427263" y="1902272"/>
                  </a:lnTo>
                  <a:lnTo>
                    <a:pt x="3454739" y="1886404"/>
                  </a:lnTo>
                  <a:close/>
                </a:path>
                <a:path w="6694170" h="6997065">
                  <a:moveTo>
                    <a:pt x="3529222" y="2017771"/>
                  </a:moveTo>
                  <a:lnTo>
                    <a:pt x="3543911" y="2043217"/>
                  </a:lnTo>
                  <a:lnTo>
                    <a:pt x="3518471" y="2057906"/>
                  </a:lnTo>
                  <a:lnTo>
                    <a:pt x="3503782" y="2032461"/>
                  </a:lnTo>
                  <a:lnTo>
                    <a:pt x="3529222" y="2017771"/>
                  </a:lnTo>
                  <a:close/>
                </a:path>
                <a:path w="6694170" h="6997065">
                  <a:moveTo>
                    <a:pt x="3603711" y="2149140"/>
                  </a:moveTo>
                  <a:lnTo>
                    <a:pt x="3617227" y="2172541"/>
                  </a:lnTo>
                  <a:lnTo>
                    <a:pt x="3593819" y="2186057"/>
                  </a:lnTo>
                  <a:lnTo>
                    <a:pt x="3580309" y="2162650"/>
                  </a:lnTo>
                  <a:lnTo>
                    <a:pt x="3603711" y="2149140"/>
                  </a:lnTo>
                  <a:close/>
                </a:path>
                <a:path w="6694170" h="6997065">
                  <a:moveTo>
                    <a:pt x="3678305" y="2280098"/>
                  </a:moveTo>
                  <a:lnTo>
                    <a:pt x="3690939" y="2301983"/>
                  </a:lnTo>
                  <a:lnTo>
                    <a:pt x="3669054" y="2314617"/>
                  </a:lnTo>
                  <a:lnTo>
                    <a:pt x="3656420" y="2292731"/>
                  </a:lnTo>
                  <a:lnTo>
                    <a:pt x="3678305" y="2280098"/>
                  </a:lnTo>
                  <a:close/>
                </a:path>
                <a:path w="6694170" h="6997065">
                  <a:moveTo>
                    <a:pt x="3752901" y="2411062"/>
                  </a:moveTo>
                  <a:lnTo>
                    <a:pt x="3764652" y="2431420"/>
                  </a:lnTo>
                  <a:lnTo>
                    <a:pt x="3744294" y="2443171"/>
                  </a:lnTo>
                  <a:lnTo>
                    <a:pt x="3732543" y="2422814"/>
                  </a:lnTo>
                  <a:lnTo>
                    <a:pt x="3752901" y="2411062"/>
                  </a:lnTo>
                  <a:close/>
                </a:path>
                <a:path w="6694170" h="6997065">
                  <a:moveTo>
                    <a:pt x="3827388" y="2542431"/>
                  </a:moveTo>
                  <a:lnTo>
                    <a:pt x="3837961" y="2560744"/>
                  </a:lnTo>
                  <a:lnTo>
                    <a:pt x="3819647" y="2571323"/>
                  </a:lnTo>
                  <a:lnTo>
                    <a:pt x="3809068" y="2553003"/>
                  </a:lnTo>
                  <a:lnTo>
                    <a:pt x="3827388" y="2542431"/>
                  </a:lnTo>
                  <a:close/>
                </a:path>
                <a:path w="6694170" h="6997065">
                  <a:moveTo>
                    <a:pt x="3901985" y="2673395"/>
                  </a:moveTo>
                  <a:lnTo>
                    <a:pt x="3911674" y="2690187"/>
                  </a:lnTo>
                  <a:lnTo>
                    <a:pt x="3894883" y="2699883"/>
                  </a:lnTo>
                  <a:lnTo>
                    <a:pt x="3885187" y="2683091"/>
                  </a:lnTo>
                  <a:lnTo>
                    <a:pt x="3901985" y="2673395"/>
                  </a:lnTo>
                  <a:close/>
                </a:path>
                <a:path w="6694170" h="6997065">
                  <a:moveTo>
                    <a:pt x="3976573" y="2804360"/>
                  </a:moveTo>
                  <a:lnTo>
                    <a:pt x="3985387" y="2819623"/>
                  </a:lnTo>
                  <a:lnTo>
                    <a:pt x="3970123" y="2828437"/>
                  </a:lnTo>
                  <a:lnTo>
                    <a:pt x="3961310" y="2813173"/>
                  </a:lnTo>
                  <a:lnTo>
                    <a:pt x="3976573" y="2804360"/>
                  </a:lnTo>
                  <a:close/>
                </a:path>
                <a:path w="6694170" h="6997065">
                  <a:moveTo>
                    <a:pt x="4051174" y="2935325"/>
                  </a:moveTo>
                  <a:lnTo>
                    <a:pt x="4059105" y="2949061"/>
                  </a:lnTo>
                  <a:lnTo>
                    <a:pt x="4045364" y="2956991"/>
                  </a:lnTo>
                  <a:lnTo>
                    <a:pt x="4037433" y="2943256"/>
                  </a:lnTo>
                  <a:lnTo>
                    <a:pt x="4051174" y="2935325"/>
                  </a:lnTo>
                  <a:close/>
                </a:path>
                <a:path w="6694170" h="6997065">
                  <a:moveTo>
                    <a:pt x="4125876" y="3065887"/>
                  </a:moveTo>
                  <a:lnTo>
                    <a:pt x="4133221" y="3078610"/>
                  </a:lnTo>
                  <a:lnTo>
                    <a:pt x="4120498" y="3085954"/>
                  </a:lnTo>
                  <a:lnTo>
                    <a:pt x="4113153" y="3073231"/>
                  </a:lnTo>
                  <a:lnTo>
                    <a:pt x="4125876" y="3065887"/>
                  </a:lnTo>
                  <a:close/>
                </a:path>
                <a:path w="6694170" h="6997065">
                  <a:moveTo>
                    <a:pt x="4200364" y="3197248"/>
                  </a:moveTo>
                  <a:lnTo>
                    <a:pt x="4206530" y="3207934"/>
                  </a:lnTo>
                  <a:lnTo>
                    <a:pt x="4195845" y="3214105"/>
                  </a:lnTo>
                  <a:lnTo>
                    <a:pt x="4189679" y="3203420"/>
                  </a:lnTo>
                  <a:lnTo>
                    <a:pt x="4200364" y="3197248"/>
                  </a:lnTo>
                  <a:close/>
                </a:path>
                <a:path w="6694170" h="6997065">
                  <a:moveTo>
                    <a:pt x="4274959" y="3328219"/>
                  </a:moveTo>
                  <a:lnTo>
                    <a:pt x="4280243" y="3337376"/>
                  </a:lnTo>
                  <a:lnTo>
                    <a:pt x="4271079" y="3342665"/>
                  </a:lnTo>
                  <a:lnTo>
                    <a:pt x="4265796" y="3333508"/>
                  </a:lnTo>
                  <a:lnTo>
                    <a:pt x="4274959" y="3328219"/>
                  </a:lnTo>
                  <a:close/>
                </a:path>
                <a:path w="6694170" h="6997065">
                  <a:moveTo>
                    <a:pt x="4349661" y="3458781"/>
                  </a:moveTo>
                  <a:lnTo>
                    <a:pt x="4354358" y="3466919"/>
                  </a:lnTo>
                  <a:lnTo>
                    <a:pt x="4346220" y="3471622"/>
                  </a:lnTo>
                  <a:lnTo>
                    <a:pt x="4341517" y="3463478"/>
                  </a:lnTo>
                  <a:lnTo>
                    <a:pt x="4349661" y="3458781"/>
                  </a:lnTo>
                  <a:close/>
                </a:path>
                <a:path w="6694170" h="6997065">
                  <a:moveTo>
                    <a:pt x="4424362" y="3589343"/>
                  </a:moveTo>
                  <a:lnTo>
                    <a:pt x="4428473" y="3596462"/>
                  </a:lnTo>
                  <a:lnTo>
                    <a:pt x="4421348" y="3600579"/>
                  </a:lnTo>
                  <a:lnTo>
                    <a:pt x="4417237" y="3593453"/>
                  </a:lnTo>
                  <a:lnTo>
                    <a:pt x="4424362" y="3589343"/>
                  </a:lnTo>
                  <a:close/>
                </a:path>
                <a:path w="6694170" h="6997065">
                  <a:moveTo>
                    <a:pt x="4499064" y="3719899"/>
                  </a:moveTo>
                  <a:lnTo>
                    <a:pt x="4502589" y="3726011"/>
                  </a:lnTo>
                  <a:lnTo>
                    <a:pt x="4496482" y="3729536"/>
                  </a:lnTo>
                  <a:lnTo>
                    <a:pt x="4492952" y="3723429"/>
                  </a:lnTo>
                  <a:lnTo>
                    <a:pt x="4499064" y="3719899"/>
                  </a:lnTo>
                  <a:close/>
                </a:path>
                <a:path w="6694170" h="6997065">
                  <a:moveTo>
                    <a:pt x="4573659" y="3850869"/>
                  </a:moveTo>
                  <a:lnTo>
                    <a:pt x="4576301" y="3855448"/>
                  </a:lnTo>
                  <a:lnTo>
                    <a:pt x="4571722" y="3858090"/>
                  </a:lnTo>
                  <a:lnTo>
                    <a:pt x="4569075" y="3853511"/>
                  </a:lnTo>
                  <a:lnTo>
                    <a:pt x="4573659" y="3850869"/>
                  </a:lnTo>
                  <a:close/>
                </a:path>
                <a:path w="6694170" h="6997065">
                  <a:moveTo>
                    <a:pt x="4648461" y="3981029"/>
                  </a:moveTo>
                  <a:lnTo>
                    <a:pt x="4650813" y="3985098"/>
                  </a:lnTo>
                  <a:lnTo>
                    <a:pt x="4646744" y="3987449"/>
                  </a:lnTo>
                  <a:lnTo>
                    <a:pt x="4644392" y="3983380"/>
                  </a:lnTo>
                  <a:lnTo>
                    <a:pt x="4648461" y="3981029"/>
                  </a:lnTo>
                  <a:close/>
                </a:path>
                <a:path w="6694170" h="6997065">
                  <a:moveTo>
                    <a:pt x="4723169" y="4111591"/>
                  </a:moveTo>
                  <a:lnTo>
                    <a:pt x="4724934" y="4114647"/>
                  </a:lnTo>
                  <a:lnTo>
                    <a:pt x="4721878" y="4116412"/>
                  </a:lnTo>
                  <a:lnTo>
                    <a:pt x="4720113" y="4113350"/>
                  </a:lnTo>
                  <a:lnTo>
                    <a:pt x="4723169" y="4111591"/>
                  </a:lnTo>
                  <a:close/>
                </a:path>
                <a:path w="6694170" h="6997065">
                  <a:moveTo>
                    <a:pt x="4797870" y="4242153"/>
                  </a:moveTo>
                  <a:lnTo>
                    <a:pt x="4799050" y="4244190"/>
                  </a:lnTo>
                  <a:lnTo>
                    <a:pt x="4797012" y="4245363"/>
                  </a:lnTo>
                  <a:lnTo>
                    <a:pt x="4795833" y="4243331"/>
                  </a:lnTo>
                  <a:lnTo>
                    <a:pt x="4797870" y="4242153"/>
                  </a:lnTo>
                  <a:close/>
                </a:path>
                <a:path w="6694170" h="6997065">
                  <a:moveTo>
                    <a:pt x="4871553" y="4373307"/>
                  </a:moveTo>
                  <a:lnTo>
                    <a:pt x="4872907" y="4373307"/>
                  </a:lnTo>
                  <a:lnTo>
                    <a:pt x="4873159" y="4373739"/>
                  </a:lnTo>
                  <a:lnTo>
                    <a:pt x="4871802" y="4373739"/>
                  </a:lnTo>
                  <a:lnTo>
                    <a:pt x="4871553" y="4373307"/>
                  </a:lnTo>
                  <a:close/>
                </a:path>
                <a:path w="6694170" h="6997065">
                  <a:moveTo>
                    <a:pt x="2192979" y="0"/>
                  </a:moveTo>
                  <a:lnTo>
                    <a:pt x="2212283" y="0"/>
                  </a:lnTo>
                  <a:lnTo>
                    <a:pt x="2240365" y="48633"/>
                  </a:lnTo>
                  <a:lnTo>
                    <a:pt x="2183374" y="81542"/>
                  </a:lnTo>
                  <a:lnTo>
                    <a:pt x="2150465" y="24544"/>
                  </a:lnTo>
                  <a:lnTo>
                    <a:pt x="2192979" y="0"/>
                  </a:lnTo>
                  <a:close/>
                </a:path>
                <a:path w="6694170" h="6997065">
                  <a:moveTo>
                    <a:pt x="2281945" y="123010"/>
                  </a:moveTo>
                  <a:lnTo>
                    <a:pt x="2313675" y="177964"/>
                  </a:lnTo>
                  <a:lnTo>
                    <a:pt x="2258721" y="209694"/>
                  </a:lnTo>
                  <a:lnTo>
                    <a:pt x="2226991" y="154734"/>
                  </a:lnTo>
                  <a:lnTo>
                    <a:pt x="2281945" y="123010"/>
                  </a:lnTo>
                  <a:close/>
                </a:path>
                <a:path w="6694170" h="6997065">
                  <a:moveTo>
                    <a:pt x="2356540" y="253968"/>
                  </a:moveTo>
                  <a:lnTo>
                    <a:pt x="2387388" y="307400"/>
                  </a:lnTo>
                  <a:lnTo>
                    <a:pt x="2333956" y="338247"/>
                  </a:lnTo>
                  <a:lnTo>
                    <a:pt x="2303108" y="284821"/>
                  </a:lnTo>
                  <a:lnTo>
                    <a:pt x="2356540" y="253968"/>
                  </a:lnTo>
                  <a:close/>
                </a:path>
                <a:path w="6694170" h="6997065">
                  <a:moveTo>
                    <a:pt x="2431029" y="385336"/>
                  </a:moveTo>
                  <a:lnTo>
                    <a:pt x="2460703" y="436736"/>
                  </a:lnTo>
                  <a:lnTo>
                    <a:pt x="2409309" y="466405"/>
                  </a:lnTo>
                  <a:lnTo>
                    <a:pt x="2379634" y="415010"/>
                  </a:lnTo>
                  <a:lnTo>
                    <a:pt x="2431029" y="385336"/>
                  </a:lnTo>
                  <a:close/>
                </a:path>
                <a:path w="6694170" h="6997065">
                  <a:moveTo>
                    <a:pt x="2505517" y="516703"/>
                  </a:moveTo>
                  <a:lnTo>
                    <a:pt x="2534013" y="566060"/>
                  </a:lnTo>
                  <a:lnTo>
                    <a:pt x="2484650" y="594562"/>
                  </a:lnTo>
                  <a:lnTo>
                    <a:pt x="2456154" y="545199"/>
                  </a:lnTo>
                  <a:lnTo>
                    <a:pt x="2505517" y="516703"/>
                  </a:lnTo>
                  <a:close/>
                </a:path>
                <a:path w="6694170" h="6997065">
                  <a:moveTo>
                    <a:pt x="2579999" y="648065"/>
                  </a:moveTo>
                  <a:lnTo>
                    <a:pt x="2607322" y="695390"/>
                  </a:lnTo>
                  <a:lnTo>
                    <a:pt x="2560003" y="722713"/>
                  </a:lnTo>
                  <a:lnTo>
                    <a:pt x="2532680" y="675388"/>
                  </a:lnTo>
                  <a:lnTo>
                    <a:pt x="2579999" y="648065"/>
                  </a:lnTo>
                  <a:close/>
                </a:path>
                <a:path w="6694170" h="6997065">
                  <a:moveTo>
                    <a:pt x="2654487" y="779438"/>
                  </a:moveTo>
                  <a:lnTo>
                    <a:pt x="2680638" y="824726"/>
                  </a:lnTo>
                  <a:lnTo>
                    <a:pt x="2635350" y="850870"/>
                  </a:lnTo>
                  <a:lnTo>
                    <a:pt x="2609200" y="805582"/>
                  </a:lnTo>
                  <a:lnTo>
                    <a:pt x="2654487" y="779438"/>
                  </a:lnTo>
                  <a:close/>
                </a:path>
                <a:path w="6694170" h="6997065">
                  <a:moveTo>
                    <a:pt x="2728975" y="910800"/>
                  </a:moveTo>
                  <a:lnTo>
                    <a:pt x="2753947" y="954050"/>
                  </a:lnTo>
                  <a:lnTo>
                    <a:pt x="2710691" y="979027"/>
                  </a:lnTo>
                  <a:lnTo>
                    <a:pt x="2685719" y="935771"/>
                  </a:lnTo>
                  <a:lnTo>
                    <a:pt x="2728975" y="910800"/>
                  </a:lnTo>
                  <a:close/>
                </a:path>
                <a:path w="6694170" h="6997065">
                  <a:moveTo>
                    <a:pt x="2803464" y="1042167"/>
                  </a:moveTo>
                  <a:lnTo>
                    <a:pt x="2827257" y="1083380"/>
                  </a:lnTo>
                  <a:lnTo>
                    <a:pt x="2786038" y="1107179"/>
                  </a:lnTo>
                  <a:lnTo>
                    <a:pt x="2762245" y="1065960"/>
                  </a:lnTo>
                  <a:lnTo>
                    <a:pt x="2803464" y="1042167"/>
                  </a:lnTo>
                  <a:close/>
                </a:path>
                <a:path w="6694170" h="6997065">
                  <a:moveTo>
                    <a:pt x="2877952" y="1173529"/>
                  </a:moveTo>
                  <a:lnTo>
                    <a:pt x="2900573" y="1212716"/>
                  </a:lnTo>
                  <a:lnTo>
                    <a:pt x="2861386" y="1235337"/>
                  </a:lnTo>
                  <a:lnTo>
                    <a:pt x="2838765" y="1196155"/>
                  </a:lnTo>
                  <a:lnTo>
                    <a:pt x="2877952" y="1173529"/>
                  </a:lnTo>
                  <a:close/>
                </a:path>
                <a:path w="6694170" h="6997065">
                  <a:moveTo>
                    <a:pt x="2952547" y="1304494"/>
                  </a:moveTo>
                  <a:lnTo>
                    <a:pt x="2974285" y="1342153"/>
                  </a:lnTo>
                  <a:lnTo>
                    <a:pt x="2936632" y="1363891"/>
                  </a:lnTo>
                  <a:lnTo>
                    <a:pt x="2914889" y="1326238"/>
                  </a:lnTo>
                  <a:lnTo>
                    <a:pt x="2952547" y="1304494"/>
                  </a:lnTo>
                  <a:close/>
                </a:path>
                <a:path w="6694170" h="6997065">
                  <a:moveTo>
                    <a:pt x="3027036" y="1435862"/>
                  </a:moveTo>
                  <a:lnTo>
                    <a:pt x="3047600" y="1471477"/>
                  </a:lnTo>
                  <a:lnTo>
                    <a:pt x="3011973" y="1492048"/>
                  </a:lnTo>
                  <a:lnTo>
                    <a:pt x="2991408" y="1456427"/>
                  </a:lnTo>
                  <a:lnTo>
                    <a:pt x="3027036" y="1435862"/>
                  </a:lnTo>
                  <a:close/>
                </a:path>
                <a:path w="6694170" h="6997065">
                  <a:moveTo>
                    <a:pt x="3101518" y="1567229"/>
                  </a:moveTo>
                  <a:lnTo>
                    <a:pt x="3120905" y="1600807"/>
                  </a:lnTo>
                  <a:lnTo>
                    <a:pt x="3087321" y="1620199"/>
                  </a:lnTo>
                  <a:lnTo>
                    <a:pt x="3067934" y="1586616"/>
                  </a:lnTo>
                  <a:lnTo>
                    <a:pt x="3101518" y="1567229"/>
                  </a:lnTo>
                  <a:close/>
                </a:path>
                <a:path w="6694170" h="6997065">
                  <a:moveTo>
                    <a:pt x="3176113" y="1698194"/>
                  </a:moveTo>
                  <a:lnTo>
                    <a:pt x="3194617" y="1730250"/>
                  </a:lnTo>
                  <a:lnTo>
                    <a:pt x="3162561" y="1748754"/>
                  </a:lnTo>
                  <a:lnTo>
                    <a:pt x="3144058" y="1716698"/>
                  </a:lnTo>
                  <a:lnTo>
                    <a:pt x="3176113" y="1698194"/>
                  </a:lnTo>
                  <a:close/>
                </a:path>
                <a:path w="6694170" h="6997065">
                  <a:moveTo>
                    <a:pt x="3250489" y="1829958"/>
                  </a:moveTo>
                  <a:lnTo>
                    <a:pt x="3267530" y="1859473"/>
                  </a:lnTo>
                  <a:lnTo>
                    <a:pt x="3238021" y="1876508"/>
                  </a:lnTo>
                  <a:lnTo>
                    <a:pt x="3220981" y="1846993"/>
                  </a:lnTo>
                  <a:lnTo>
                    <a:pt x="3250489" y="1829958"/>
                  </a:lnTo>
                  <a:close/>
                </a:path>
                <a:path w="6694170" h="6997065">
                  <a:moveTo>
                    <a:pt x="3325090" y="1960923"/>
                  </a:moveTo>
                  <a:lnTo>
                    <a:pt x="3341249" y="1988910"/>
                  </a:lnTo>
                  <a:lnTo>
                    <a:pt x="3313256" y="2005068"/>
                  </a:lnTo>
                  <a:lnTo>
                    <a:pt x="3297098" y="1977082"/>
                  </a:lnTo>
                  <a:lnTo>
                    <a:pt x="3325090" y="1960923"/>
                  </a:lnTo>
                  <a:close/>
                </a:path>
                <a:path w="6694170" h="6997065">
                  <a:moveTo>
                    <a:pt x="3399679" y="2091882"/>
                  </a:moveTo>
                  <a:lnTo>
                    <a:pt x="3414961" y="2118346"/>
                  </a:lnTo>
                  <a:lnTo>
                    <a:pt x="3388497" y="2133622"/>
                  </a:lnTo>
                  <a:lnTo>
                    <a:pt x="3373215" y="2107163"/>
                  </a:lnTo>
                  <a:lnTo>
                    <a:pt x="3399679" y="2091882"/>
                  </a:lnTo>
                  <a:close/>
                </a:path>
                <a:path w="6694170" h="6997065">
                  <a:moveTo>
                    <a:pt x="3474168" y="2223255"/>
                  </a:moveTo>
                  <a:lnTo>
                    <a:pt x="3488264" y="2247676"/>
                  </a:lnTo>
                  <a:lnTo>
                    <a:pt x="3463843" y="2261773"/>
                  </a:lnTo>
                  <a:lnTo>
                    <a:pt x="3449746" y="2237352"/>
                  </a:lnTo>
                  <a:lnTo>
                    <a:pt x="3474168" y="2223255"/>
                  </a:lnTo>
                  <a:close/>
                </a:path>
                <a:path w="6694170" h="6997065">
                  <a:moveTo>
                    <a:pt x="3548656" y="2354617"/>
                  </a:moveTo>
                  <a:lnTo>
                    <a:pt x="3561580" y="2377006"/>
                  </a:lnTo>
                  <a:lnTo>
                    <a:pt x="3539191" y="2389936"/>
                  </a:lnTo>
                  <a:lnTo>
                    <a:pt x="3526267" y="2367547"/>
                  </a:lnTo>
                  <a:lnTo>
                    <a:pt x="3548656" y="2354617"/>
                  </a:lnTo>
                  <a:close/>
                </a:path>
                <a:path w="6694170" h="6997065">
                  <a:moveTo>
                    <a:pt x="3623245" y="2485582"/>
                  </a:moveTo>
                  <a:lnTo>
                    <a:pt x="3635292" y="2506449"/>
                  </a:lnTo>
                  <a:lnTo>
                    <a:pt x="3614431" y="2518491"/>
                  </a:lnTo>
                  <a:lnTo>
                    <a:pt x="3602384" y="2497624"/>
                  </a:lnTo>
                  <a:lnTo>
                    <a:pt x="3623245" y="2485582"/>
                  </a:lnTo>
                  <a:close/>
                </a:path>
                <a:path w="6694170" h="6997065">
                  <a:moveTo>
                    <a:pt x="3697840" y="2616548"/>
                  </a:moveTo>
                  <a:lnTo>
                    <a:pt x="3709005" y="2635886"/>
                  </a:lnTo>
                  <a:lnTo>
                    <a:pt x="3689672" y="2647045"/>
                  </a:lnTo>
                  <a:lnTo>
                    <a:pt x="3678507" y="2627712"/>
                  </a:lnTo>
                  <a:lnTo>
                    <a:pt x="3697840" y="2616548"/>
                  </a:lnTo>
                  <a:close/>
                </a:path>
                <a:path w="6694170" h="6997065">
                  <a:moveTo>
                    <a:pt x="3772441" y="2747512"/>
                  </a:moveTo>
                  <a:lnTo>
                    <a:pt x="3782724" y="2765323"/>
                  </a:lnTo>
                  <a:lnTo>
                    <a:pt x="3764907" y="2775605"/>
                  </a:lnTo>
                  <a:lnTo>
                    <a:pt x="3754624" y="2757794"/>
                  </a:lnTo>
                  <a:lnTo>
                    <a:pt x="3772441" y="2747512"/>
                  </a:lnTo>
                  <a:close/>
                </a:path>
                <a:path w="6694170" h="6997065">
                  <a:moveTo>
                    <a:pt x="3847036" y="2878470"/>
                  </a:moveTo>
                  <a:lnTo>
                    <a:pt x="3856436" y="2894759"/>
                  </a:lnTo>
                  <a:lnTo>
                    <a:pt x="3840148" y="2904165"/>
                  </a:lnTo>
                  <a:lnTo>
                    <a:pt x="3830748" y="2887876"/>
                  </a:lnTo>
                  <a:lnTo>
                    <a:pt x="3847036" y="2878470"/>
                  </a:lnTo>
                  <a:close/>
                </a:path>
                <a:path w="6694170" h="6997065">
                  <a:moveTo>
                    <a:pt x="3921519" y="3009838"/>
                  </a:moveTo>
                  <a:lnTo>
                    <a:pt x="3929746" y="3024089"/>
                  </a:lnTo>
                  <a:lnTo>
                    <a:pt x="3915501" y="3032316"/>
                  </a:lnTo>
                  <a:lnTo>
                    <a:pt x="3907274" y="3018065"/>
                  </a:lnTo>
                  <a:lnTo>
                    <a:pt x="3921519" y="3009838"/>
                  </a:lnTo>
                  <a:close/>
                </a:path>
                <a:path w="6694170" h="6997065">
                  <a:moveTo>
                    <a:pt x="3996219" y="3140400"/>
                  </a:moveTo>
                  <a:lnTo>
                    <a:pt x="4003861" y="3153638"/>
                  </a:lnTo>
                  <a:lnTo>
                    <a:pt x="3990635" y="3161272"/>
                  </a:lnTo>
                  <a:lnTo>
                    <a:pt x="3982994" y="3148040"/>
                  </a:lnTo>
                  <a:lnTo>
                    <a:pt x="3996219" y="3140400"/>
                  </a:lnTo>
                  <a:close/>
                </a:path>
                <a:path w="6694170" h="6997065">
                  <a:moveTo>
                    <a:pt x="4070815" y="3271370"/>
                  </a:moveTo>
                  <a:lnTo>
                    <a:pt x="4077567" y="3283069"/>
                  </a:lnTo>
                  <a:lnTo>
                    <a:pt x="4065869" y="3289827"/>
                  </a:lnTo>
                  <a:lnTo>
                    <a:pt x="4059117" y="3278123"/>
                  </a:lnTo>
                  <a:lnTo>
                    <a:pt x="4070815" y="3271370"/>
                  </a:lnTo>
                  <a:close/>
                </a:path>
                <a:path w="6694170" h="6997065">
                  <a:moveTo>
                    <a:pt x="4145304" y="3402732"/>
                  </a:moveTo>
                  <a:lnTo>
                    <a:pt x="4150883" y="3412399"/>
                  </a:lnTo>
                  <a:lnTo>
                    <a:pt x="4141217" y="3417984"/>
                  </a:lnTo>
                  <a:lnTo>
                    <a:pt x="4135637" y="3408318"/>
                  </a:lnTo>
                  <a:lnTo>
                    <a:pt x="4145304" y="3402732"/>
                  </a:lnTo>
                  <a:close/>
                </a:path>
                <a:path w="6694170" h="6997065">
                  <a:moveTo>
                    <a:pt x="4220005" y="3533294"/>
                  </a:moveTo>
                  <a:lnTo>
                    <a:pt x="4224998" y="3541941"/>
                  </a:lnTo>
                  <a:lnTo>
                    <a:pt x="4216345" y="3546941"/>
                  </a:lnTo>
                  <a:lnTo>
                    <a:pt x="4211352" y="3538293"/>
                  </a:lnTo>
                  <a:lnTo>
                    <a:pt x="4220005" y="3533294"/>
                  </a:lnTo>
                  <a:close/>
                </a:path>
                <a:path w="6694170" h="6997065">
                  <a:moveTo>
                    <a:pt x="4294713" y="3663856"/>
                  </a:moveTo>
                  <a:lnTo>
                    <a:pt x="4299119" y="3671490"/>
                  </a:lnTo>
                  <a:lnTo>
                    <a:pt x="4291484" y="3675897"/>
                  </a:lnTo>
                  <a:lnTo>
                    <a:pt x="4287078" y="3668263"/>
                  </a:lnTo>
                  <a:lnTo>
                    <a:pt x="4294713" y="3663856"/>
                  </a:lnTo>
                  <a:close/>
                </a:path>
                <a:path w="6694170" h="6997065">
                  <a:moveTo>
                    <a:pt x="4369408" y="3794424"/>
                  </a:moveTo>
                  <a:lnTo>
                    <a:pt x="4373229" y="3801040"/>
                  </a:lnTo>
                  <a:lnTo>
                    <a:pt x="4366619" y="3804855"/>
                  </a:lnTo>
                  <a:lnTo>
                    <a:pt x="4362798" y="3798239"/>
                  </a:lnTo>
                  <a:lnTo>
                    <a:pt x="4369408" y="3794424"/>
                  </a:lnTo>
                  <a:close/>
                </a:path>
                <a:path w="6694170" h="6997065">
                  <a:moveTo>
                    <a:pt x="4444003" y="3925383"/>
                  </a:moveTo>
                  <a:lnTo>
                    <a:pt x="4446941" y="3930470"/>
                  </a:lnTo>
                  <a:lnTo>
                    <a:pt x="4441853" y="3933408"/>
                  </a:lnTo>
                  <a:lnTo>
                    <a:pt x="4438915" y="3928320"/>
                  </a:lnTo>
                  <a:lnTo>
                    <a:pt x="4444003" y="3925383"/>
                  </a:lnTo>
                  <a:close/>
                </a:path>
                <a:path w="6694170" h="6997065">
                  <a:moveTo>
                    <a:pt x="4518704" y="4055945"/>
                  </a:moveTo>
                  <a:lnTo>
                    <a:pt x="4521056" y="4060020"/>
                  </a:lnTo>
                  <a:lnTo>
                    <a:pt x="4516987" y="4062365"/>
                  </a:lnTo>
                  <a:lnTo>
                    <a:pt x="4514636" y="4058296"/>
                  </a:lnTo>
                  <a:lnTo>
                    <a:pt x="4518704" y="4055945"/>
                  </a:lnTo>
                  <a:close/>
                </a:path>
                <a:path w="6694170" h="6997065">
                  <a:moveTo>
                    <a:pt x="4593407" y="4186507"/>
                  </a:moveTo>
                  <a:lnTo>
                    <a:pt x="4595172" y="4189569"/>
                  </a:lnTo>
                  <a:lnTo>
                    <a:pt x="4592121" y="4191328"/>
                  </a:lnTo>
                  <a:lnTo>
                    <a:pt x="4590356" y="4188272"/>
                  </a:lnTo>
                  <a:lnTo>
                    <a:pt x="4593407" y="4186507"/>
                  </a:lnTo>
                  <a:close/>
                </a:path>
                <a:path w="6694170" h="6997065">
                  <a:moveTo>
                    <a:pt x="4668221" y="4316672"/>
                  </a:moveTo>
                  <a:lnTo>
                    <a:pt x="4669690" y="4319218"/>
                  </a:lnTo>
                  <a:lnTo>
                    <a:pt x="4667143" y="4320687"/>
                  </a:lnTo>
                  <a:lnTo>
                    <a:pt x="4665674" y="4318141"/>
                  </a:lnTo>
                  <a:lnTo>
                    <a:pt x="4668221" y="4316672"/>
                  </a:lnTo>
                  <a:close/>
                </a:path>
                <a:path w="6694170" h="6997065">
                  <a:moveTo>
                    <a:pt x="4742916" y="4447240"/>
                  </a:moveTo>
                  <a:lnTo>
                    <a:pt x="4743799" y="4448762"/>
                  </a:lnTo>
                  <a:lnTo>
                    <a:pt x="4742277" y="4449638"/>
                  </a:lnTo>
                  <a:lnTo>
                    <a:pt x="4741394" y="4448116"/>
                  </a:lnTo>
                  <a:lnTo>
                    <a:pt x="4742916" y="4447240"/>
                  </a:lnTo>
                  <a:close/>
                </a:path>
                <a:path w="6694170" h="6997065">
                  <a:moveTo>
                    <a:pt x="1961247" y="0"/>
                  </a:moveTo>
                  <a:lnTo>
                    <a:pt x="2028466" y="0"/>
                  </a:lnTo>
                  <a:lnTo>
                    <a:pt x="1978051" y="29106"/>
                  </a:lnTo>
                  <a:lnTo>
                    <a:pt x="1961247" y="0"/>
                  </a:lnTo>
                  <a:close/>
                </a:path>
                <a:path w="6694170" h="6997065">
                  <a:moveTo>
                    <a:pt x="2078133" y="64952"/>
                  </a:moveTo>
                  <a:lnTo>
                    <a:pt x="2112208" y="123981"/>
                  </a:lnTo>
                  <a:lnTo>
                    <a:pt x="2053179" y="158062"/>
                  </a:lnTo>
                  <a:lnTo>
                    <a:pt x="2019104" y="99033"/>
                  </a:lnTo>
                  <a:lnTo>
                    <a:pt x="2078133" y="64952"/>
                  </a:lnTo>
                  <a:close/>
                </a:path>
                <a:path w="6694170" h="6997065">
                  <a:moveTo>
                    <a:pt x="2152615" y="196320"/>
                  </a:moveTo>
                  <a:lnTo>
                    <a:pt x="2185524" y="253317"/>
                  </a:lnTo>
                  <a:lnTo>
                    <a:pt x="2128526" y="286220"/>
                  </a:lnTo>
                  <a:lnTo>
                    <a:pt x="2095623" y="229228"/>
                  </a:lnTo>
                  <a:lnTo>
                    <a:pt x="2152615" y="196320"/>
                  </a:lnTo>
                  <a:close/>
                </a:path>
                <a:path w="6694170" h="6997065">
                  <a:moveTo>
                    <a:pt x="2227104" y="327681"/>
                  </a:moveTo>
                  <a:lnTo>
                    <a:pt x="2258834" y="382641"/>
                  </a:lnTo>
                  <a:lnTo>
                    <a:pt x="2203879" y="414371"/>
                  </a:lnTo>
                  <a:lnTo>
                    <a:pt x="2172149" y="359411"/>
                  </a:lnTo>
                  <a:lnTo>
                    <a:pt x="2227104" y="327681"/>
                  </a:lnTo>
                  <a:close/>
                </a:path>
                <a:path w="6694170" h="6997065">
                  <a:moveTo>
                    <a:pt x="2301699" y="458652"/>
                  </a:moveTo>
                  <a:lnTo>
                    <a:pt x="2332546" y="512078"/>
                  </a:lnTo>
                  <a:lnTo>
                    <a:pt x="2279120" y="542925"/>
                  </a:lnTo>
                  <a:lnTo>
                    <a:pt x="2248273" y="489499"/>
                  </a:lnTo>
                  <a:lnTo>
                    <a:pt x="2301699" y="458652"/>
                  </a:lnTo>
                  <a:close/>
                </a:path>
                <a:path w="6694170" h="6997065">
                  <a:moveTo>
                    <a:pt x="2376186" y="590014"/>
                  </a:moveTo>
                  <a:lnTo>
                    <a:pt x="2405861" y="641408"/>
                  </a:lnTo>
                  <a:lnTo>
                    <a:pt x="2354461" y="671082"/>
                  </a:lnTo>
                  <a:lnTo>
                    <a:pt x="2324792" y="619688"/>
                  </a:lnTo>
                  <a:lnTo>
                    <a:pt x="2376186" y="590014"/>
                  </a:lnTo>
                  <a:close/>
                </a:path>
                <a:path w="6694170" h="6997065">
                  <a:moveTo>
                    <a:pt x="2450669" y="721381"/>
                  </a:moveTo>
                  <a:lnTo>
                    <a:pt x="2479171" y="770744"/>
                  </a:lnTo>
                  <a:lnTo>
                    <a:pt x="2429809" y="799240"/>
                  </a:lnTo>
                  <a:lnTo>
                    <a:pt x="2401313" y="749877"/>
                  </a:lnTo>
                  <a:lnTo>
                    <a:pt x="2450669" y="721381"/>
                  </a:lnTo>
                  <a:close/>
                </a:path>
                <a:path w="6694170" h="6997065">
                  <a:moveTo>
                    <a:pt x="2525051" y="853151"/>
                  </a:moveTo>
                  <a:lnTo>
                    <a:pt x="2552078" y="899961"/>
                  </a:lnTo>
                  <a:lnTo>
                    <a:pt x="2505262" y="926988"/>
                  </a:lnTo>
                  <a:lnTo>
                    <a:pt x="2478235" y="880178"/>
                  </a:lnTo>
                  <a:lnTo>
                    <a:pt x="2525051" y="853151"/>
                  </a:lnTo>
                  <a:close/>
                </a:path>
                <a:path w="6694170" h="6997065">
                  <a:moveTo>
                    <a:pt x="2599540" y="984513"/>
                  </a:moveTo>
                  <a:lnTo>
                    <a:pt x="2625394" y="1029291"/>
                  </a:lnTo>
                  <a:lnTo>
                    <a:pt x="2580616" y="1055146"/>
                  </a:lnTo>
                  <a:lnTo>
                    <a:pt x="2554761" y="1010367"/>
                  </a:lnTo>
                  <a:lnTo>
                    <a:pt x="2599540" y="984513"/>
                  </a:lnTo>
                  <a:close/>
                </a:path>
                <a:path w="6694170" h="6997065">
                  <a:moveTo>
                    <a:pt x="2674022" y="1115881"/>
                  </a:moveTo>
                  <a:lnTo>
                    <a:pt x="2698703" y="1158621"/>
                  </a:lnTo>
                  <a:lnTo>
                    <a:pt x="2655957" y="1183303"/>
                  </a:lnTo>
                  <a:lnTo>
                    <a:pt x="2631281" y="1140556"/>
                  </a:lnTo>
                  <a:lnTo>
                    <a:pt x="2674022" y="1115881"/>
                  </a:lnTo>
                  <a:close/>
                </a:path>
                <a:path w="6694170" h="6997065">
                  <a:moveTo>
                    <a:pt x="2748404" y="1247645"/>
                  </a:moveTo>
                  <a:lnTo>
                    <a:pt x="2771610" y="1287845"/>
                  </a:lnTo>
                  <a:lnTo>
                    <a:pt x="2731410" y="1311057"/>
                  </a:lnTo>
                  <a:lnTo>
                    <a:pt x="2708204" y="1270858"/>
                  </a:lnTo>
                  <a:lnTo>
                    <a:pt x="2748404" y="1247645"/>
                  </a:lnTo>
                  <a:close/>
                </a:path>
                <a:path w="6694170" h="6997065">
                  <a:moveTo>
                    <a:pt x="2822993" y="1378610"/>
                  </a:moveTo>
                  <a:lnTo>
                    <a:pt x="2845323" y="1417287"/>
                  </a:lnTo>
                  <a:lnTo>
                    <a:pt x="2806651" y="1439612"/>
                  </a:lnTo>
                  <a:lnTo>
                    <a:pt x="2784321" y="1400934"/>
                  </a:lnTo>
                  <a:lnTo>
                    <a:pt x="2822993" y="1378610"/>
                  </a:lnTo>
                  <a:close/>
                </a:path>
                <a:path w="6694170" h="6997065">
                  <a:moveTo>
                    <a:pt x="2897487" y="1509977"/>
                  </a:moveTo>
                  <a:lnTo>
                    <a:pt x="2918638" y="1546611"/>
                  </a:lnTo>
                  <a:lnTo>
                    <a:pt x="2881998" y="1567768"/>
                  </a:lnTo>
                  <a:lnTo>
                    <a:pt x="2860846" y="1531134"/>
                  </a:lnTo>
                  <a:lnTo>
                    <a:pt x="2897487" y="1509977"/>
                  </a:lnTo>
                  <a:close/>
                </a:path>
                <a:path w="6694170" h="6997065">
                  <a:moveTo>
                    <a:pt x="2972076" y="1640942"/>
                  </a:moveTo>
                  <a:lnTo>
                    <a:pt x="2992350" y="1676048"/>
                  </a:lnTo>
                  <a:lnTo>
                    <a:pt x="2957238" y="1696323"/>
                  </a:lnTo>
                  <a:lnTo>
                    <a:pt x="2936964" y="1661211"/>
                  </a:lnTo>
                  <a:lnTo>
                    <a:pt x="2972076" y="1640942"/>
                  </a:lnTo>
                  <a:close/>
                </a:path>
                <a:path w="6694170" h="6997065">
                  <a:moveTo>
                    <a:pt x="3046564" y="1772304"/>
                  </a:moveTo>
                  <a:lnTo>
                    <a:pt x="3065666" y="1805384"/>
                  </a:lnTo>
                  <a:lnTo>
                    <a:pt x="3032591" y="1824480"/>
                  </a:lnTo>
                  <a:lnTo>
                    <a:pt x="3013490" y="1791400"/>
                  </a:lnTo>
                  <a:lnTo>
                    <a:pt x="3046564" y="1772304"/>
                  </a:lnTo>
                  <a:close/>
                </a:path>
                <a:path w="6694170" h="6997065">
                  <a:moveTo>
                    <a:pt x="3121052" y="1903677"/>
                  </a:moveTo>
                  <a:lnTo>
                    <a:pt x="3138975" y="1934714"/>
                  </a:lnTo>
                  <a:lnTo>
                    <a:pt x="3107932" y="1952632"/>
                  </a:lnTo>
                  <a:lnTo>
                    <a:pt x="3090015" y="1921595"/>
                  </a:lnTo>
                  <a:lnTo>
                    <a:pt x="3121052" y="1903677"/>
                  </a:lnTo>
                  <a:close/>
                </a:path>
                <a:path w="6694170" h="6997065">
                  <a:moveTo>
                    <a:pt x="3195540" y="2035040"/>
                  </a:moveTo>
                  <a:lnTo>
                    <a:pt x="3212285" y="2064038"/>
                  </a:lnTo>
                  <a:lnTo>
                    <a:pt x="3183279" y="2080789"/>
                  </a:lnTo>
                  <a:lnTo>
                    <a:pt x="3166535" y="2051784"/>
                  </a:lnTo>
                  <a:lnTo>
                    <a:pt x="3195540" y="2035040"/>
                  </a:lnTo>
                  <a:close/>
                </a:path>
                <a:path w="6694170" h="6997065">
                  <a:moveTo>
                    <a:pt x="3270136" y="2165998"/>
                  </a:moveTo>
                  <a:lnTo>
                    <a:pt x="3285998" y="2193481"/>
                  </a:lnTo>
                  <a:lnTo>
                    <a:pt x="3258521" y="2209343"/>
                  </a:lnTo>
                  <a:lnTo>
                    <a:pt x="3242653" y="2181866"/>
                  </a:lnTo>
                  <a:lnTo>
                    <a:pt x="3270136" y="2165998"/>
                  </a:lnTo>
                  <a:close/>
                </a:path>
                <a:path w="6694170" h="6997065">
                  <a:moveTo>
                    <a:pt x="3344624" y="2297365"/>
                  </a:moveTo>
                  <a:lnTo>
                    <a:pt x="3359313" y="2322811"/>
                  </a:lnTo>
                  <a:lnTo>
                    <a:pt x="3333873" y="2337500"/>
                  </a:lnTo>
                  <a:lnTo>
                    <a:pt x="3319178" y="2312054"/>
                  </a:lnTo>
                  <a:lnTo>
                    <a:pt x="3344624" y="2297365"/>
                  </a:lnTo>
                  <a:close/>
                </a:path>
                <a:path w="6694170" h="6997065">
                  <a:moveTo>
                    <a:pt x="3419107" y="2428733"/>
                  </a:moveTo>
                  <a:lnTo>
                    <a:pt x="3432623" y="2452140"/>
                  </a:lnTo>
                  <a:lnTo>
                    <a:pt x="3409215" y="2465657"/>
                  </a:lnTo>
                  <a:lnTo>
                    <a:pt x="3395705" y="2442249"/>
                  </a:lnTo>
                  <a:lnTo>
                    <a:pt x="3419107" y="2428733"/>
                  </a:lnTo>
                  <a:close/>
                </a:path>
                <a:path w="6694170" h="6997065">
                  <a:moveTo>
                    <a:pt x="3493707" y="2559691"/>
                  </a:moveTo>
                  <a:lnTo>
                    <a:pt x="3506341" y="2581577"/>
                  </a:lnTo>
                  <a:lnTo>
                    <a:pt x="3484455" y="2594211"/>
                  </a:lnTo>
                  <a:lnTo>
                    <a:pt x="3471821" y="2572325"/>
                  </a:lnTo>
                  <a:lnTo>
                    <a:pt x="3493707" y="2559691"/>
                  </a:lnTo>
                  <a:close/>
                </a:path>
                <a:path w="6694170" h="6997065">
                  <a:moveTo>
                    <a:pt x="3568190" y="2691059"/>
                  </a:moveTo>
                  <a:lnTo>
                    <a:pt x="3579645" y="2710907"/>
                  </a:lnTo>
                  <a:lnTo>
                    <a:pt x="3559803" y="2722362"/>
                  </a:lnTo>
                  <a:lnTo>
                    <a:pt x="3548342" y="2702520"/>
                  </a:lnTo>
                  <a:lnTo>
                    <a:pt x="3568190" y="2691059"/>
                  </a:lnTo>
                  <a:close/>
                </a:path>
                <a:path w="6694170" h="6997065">
                  <a:moveTo>
                    <a:pt x="3642784" y="2822030"/>
                  </a:moveTo>
                  <a:lnTo>
                    <a:pt x="3653357" y="2840344"/>
                  </a:lnTo>
                  <a:lnTo>
                    <a:pt x="3635043" y="2850922"/>
                  </a:lnTo>
                  <a:lnTo>
                    <a:pt x="3624465" y="2832603"/>
                  </a:lnTo>
                  <a:lnTo>
                    <a:pt x="3642784" y="2822030"/>
                  </a:lnTo>
                  <a:close/>
                </a:path>
                <a:path w="6694170" h="6997065">
                  <a:moveTo>
                    <a:pt x="3717380" y="2952988"/>
                  </a:moveTo>
                  <a:lnTo>
                    <a:pt x="3727076" y="2969780"/>
                  </a:lnTo>
                  <a:lnTo>
                    <a:pt x="3710285" y="2979476"/>
                  </a:lnTo>
                  <a:lnTo>
                    <a:pt x="3700589" y="2962684"/>
                  </a:lnTo>
                  <a:lnTo>
                    <a:pt x="3717380" y="2952988"/>
                  </a:lnTo>
                  <a:close/>
                </a:path>
                <a:path w="6694170" h="6997065">
                  <a:moveTo>
                    <a:pt x="3791975" y="3083953"/>
                  </a:moveTo>
                  <a:lnTo>
                    <a:pt x="3800789" y="3099217"/>
                  </a:lnTo>
                  <a:lnTo>
                    <a:pt x="3785525" y="3108030"/>
                  </a:lnTo>
                  <a:lnTo>
                    <a:pt x="3776712" y="3092767"/>
                  </a:lnTo>
                  <a:lnTo>
                    <a:pt x="3791975" y="3083953"/>
                  </a:lnTo>
                  <a:close/>
                </a:path>
                <a:path w="6694170" h="6997065">
                  <a:moveTo>
                    <a:pt x="3866571" y="3214918"/>
                  </a:moveTo>
                  <a:lnTo>
                    <a:pt x="3874501" y="3228660"/>
                  </a:lnTo>
                  <a:lnTo>
                    <a:pt x="3860766" y="3236590"/>
                  </a:lnTo>
                  <a:lnTo>
                    <a:pt x="3852835" y="3222849"/>
                  </a:lnTo>
                  <a:lnTo>
                    <a:pt x="3866571" y="3214918"/>
                  </a:lnTo>
                  <a:close/>
                </a:path>
                <a:path w="6694170" h="6997065">
                  <a:moveTo>
                    <a:pt x="3941160" y="3345883"/>
                  </a:moveTo>
                  <a:lnTo>
                    <a:pt x="3948214" y="3358096"/>
                  </a:lnTo>
                  <a:lnTo>
                    <a:pt x="3936001" y="3365145"/>
                  </a:lnTo>
                  <a:lnTo>
                    <a:pt x="3928946" y="3352932"/>
                  </a:lnTo>
                  <a:lnTo>
                    <a:pt x="3941160" y="3345883"/>
                  </a:lnTo>
                  <a:close/>
                </a:path>
                <a:path w="6694170" h="6997065">
                  <a:moveTo>
                    <a:pt x="4015648" y="3477245"/>
                  </a:moveTo>
                  <a:lnTo>
                    <a:pt x="4021524" y="3487420"/>
                  </a:lnTo>
                  <a:lnTo>
                    <a:pt x="4011348" y="3493296"/>
                  </a:lnTo>
                  <a:lnTo>
                    <a:pt x="4005472" y="3483120"/>
                  </a:lnTo>
                  <a:lnTo>
                    <a:pt x="4015648" y="3477245"/>
                  </a:lnTo>
                  <a:close/>
                </a:path>
                <a:path w="6694170" h="6997065">
                  <a:moveTo>
                    <a:pt x="4090356" y="3607807"/>
                  </a:moveTo>
                  <a:lnTo>
                    <a:pt x="4095645" y="3616969"/>
                  </a:lnTo>
                  <a:lnTo>
                    <a:pt x="4086482" y="3622258"/>
                  </a:lnTo>
                  <a:lnTo>
                    <a:pt x="4081193" y="3613096"/>
                  </a:lnTo>
                  <a:lnTo>
                    <a:pt x="4090356" y="3607807"/>
                  </a:lnTo>
                  <a:close/>
                </a:path>
                <a:path w="6694170" h="6997065">
                  <a:moveTo>
                    <a:pt x="4165051" y="3738375"/>
                  </a:moveTo>
                  <a:lnTo>
                    <a:pt x="4169754" y="3746519"/>
                  </a:lnTo>
                  <a:lnTo>
                    <a:pt x="4161616" y="3751222"/>
                  </a:lnTo>
                  <a:lnTo>
                    <a:pt x="4156913" y="3743072"/>
                  </a:lnTo>
                  <a:lnTo>
                    <a:pt x="4165051" y="3738375"/>
                  </a:lnTo>
                  <a:close/>
                </a:path>
                <a:path w="6694170" h="6997065">
                  <a:moveTo>
                    <a:pt x="4239753" y="3868936"/>
                  </a:moveTo>
                  <a:lnTo>
                    <a:pt x="4243869" y="3876062"/>
                  </a:lnTo>
                  <a:lnTo>
                    <a:pt x="4236744" y="3880173"/>
                  </a:lnTo>
                  <a:lnTo>
                    <a:pt x="4232628" y="3873047"/>
                  </a:lnTo>
                  <a:lnTo>
                    <a:pt x="4239753" y="3868936"/>
                  </a:lnTo>
                  <a:close/>
                </a:path>
                <a:path w="6694170" h="6997065">
                  <a:moveTo>
                    <a:pt x="4314348" y="3999901"/>
                  </a:moveTo>
                  <a:lnTo>
                    <a:pt x="4317582" y="4005499"/>
                  </a:lnTo>
                  <a:lnTo>
                    <a:pt x="4311984" y="4008733"/>
                  </a:lnTo>
                  <a:lnTo>
                    <a:pt x="4308750" y="4003135"/>
                  </a:lnTo>
                  <a:lnTo>
                    <a:pt x="4314348" y="3999901"/>
                  </a:lnTo>
                  <a:close/>
                </a:path>
                <a:path w="6694170" h="6997065">
                  <a:moveTo>
                    <a:pt x="4389055" y="4130463"/>
                  </a:moveTo>
                  <a:lnTo>
                    <a:pt x="4391697" y="4135048"/>
                  </a:lnTo>
                  <a:lnTo>
                    <a:pt x="4387118" y="4137689"/>
                  </a:lnTo>
                  <a:lnTo>
                    <a:pt x="4384471" y="4133111"/>
                  </a:lnTo>
                  <a:lnTo>
                    <a:pt x="4389055" y="4130463"/>
                  </a:lnTo>
                  <a:close/>
                </a:path>
                <a:path w="6694170" h="6997065">
                  <a:moveTo>
                    <a:pt x="4463757" y="4261025"/>
                  </a:moveTo>
                  <a:lnTo>
                    <a:pt x="4465812" y="4264591"/>
                  </a:lnTo>
                  <a:lnTo>
                    <a:pt x="4462253" y="4266646"/>
                  </a:lnTo>
                  <a:lnTo>
                    <a:pt x="4460197" y="4263081"/>
                  </a:lnTo>
                  <a:lnTo>
                    <a:pt x="4463757" y="4261025"/>
                  </a:lnTo>
                  <a:close/>
                </a:path>
                <a:path w="6694170" h="6997065">
                  <a:moveTo>
                    <a:pt x="4538459" y="4391593"/>
                  </a:moveTo>
                  <a:lnTo>
                    <a:pt x="4539928" y="4394134"/>
                  </a:lnTo>
                  <a:lnTo>
                    <a:pt x="4537387" y="4395603"/>
                  </a:lnTo>
                  <a:lnTo>
                    <a:pt x="4535918" y="4393062"/>
                  </a:lnTo>
                  <a:lnTo>
                    <a:pt x="4538459" y="4391593"/>
                  </a:lnTo>
                  <a:close/>
                </a:path>
                <a:path w="6694170" h="6997065">
                  <a:moveTo>
                    <a:pt x="4613160" y="4522155"/>
                  </a:moveTo>
                  <a:lnTo>
                    <a:pt x="4614043" y="4523677"/>
                  </a:lnTo>
                  <a:lnTo>
                    <a:pt x="4612515" y="4524560"/>
                  </a:lnTo>
                  <a:lnTo>
                    <a:pt x="4611632" y="4523038"/>
                  </a:lnTo>
                  <a:lnTo>
                    <a:pt x="4613160" y="4522155"/>
                  </a:lnTo>
                  <a:close/>
                </a:path>
                <a:path w="6694170" h="6997065">
                  <a:moveTo>
                    <a:pt x="1874314" y="6901"/>
                  </a:moveTo>
                  <a:lnTo>
                    <a:pt x="1910741" y="70000"/>
                  </a:lnTo>
                  <a:lnTo>
                    <a:pt x="1847643" y="106432"/>
                  </a:lnTo>
                  <a:lnTo>
                    <a:pt x="1811210" y="43334"/>
                  </a:lnTo>
                  <a:lnTo>
                    <a:pt x="1874314" y="6901"/>
                  </a:lnTo>
                  <a:close/>
                </a:path>
                <a:path w="6694170" h="6997065">
                  <a:moveTo>
                    <a:pt x="1948797" y="138263"/>
                  </a:moveTo>
                  <a:lnTo>
                    <a:pt x="1984057" y="199330"/>
                  </a:lnTo>
                  <a:lnTo>
                    <a:pt x="1922990" y="234583"/>
                  </a:lnTo>
                  <a:lnTo>
                    <a:pt x="1887737" y="173517"/>
                  </a:lnTo>
                  <a:lnTo>
                    <a:pt x="1948797" y="138263"/>
                  </a:lnTo>
                  <a:close/>
                </a:path>
                <a:path w="6694170" h="6997065">
                  <a:moveTo>
                    <a:pt x="2023179" y="270033"/>
                  </a:moveTo>
                  <a:lnTo>
                    <a:pt x="2056964" y="328553"/>
                  </a:lnTo>
                  <a:lnTo>
                    <a:pt x="1998444" y="362338"/>
                  </a:lnTo>
                  <a:lnTo>
                    <a:pt x="1964659" y="303818"/>
                  </a:lnTo>
                  <a:lnTo>
                    <a:pt x="2023179" y="270033"/>
                  </a:lnTo>
                  <a:close/>
                </a:path>
                <a:path w="6694170" h="6997065">
                  <a:moveTo>
                    <a:pt x="2097667" y="401395"/>
                  </a:moveTo>
                  <a:lnTo>
                    <a:pt x="2130279" y="457883"/>
                  </a:lnTo>
                  <a:lnTo>
                    <a:pt x="2073791" y="490495"/>
                  </a:lnTo>
                  <a:lnTo>
                    <a:pt x="2041178" y="434007"/>
                  </a:lnTo>
                  <a:lnTo>
                    <a:pt x="2097667" y="401395"/>
                  </a:lnTo>
                  <a:close/>
                </a:path>
                <a:path w="6694170" h="6997065">
                  <a:moveTo>
                    <a:pt x="2172262" y="532366"/>
                  </a:moveTo>
                  <a:lnTo>
                    <a:pt x="2203992" y="587320"/>
                  </a:lnTo>
                  <a:lnTo>
                    <a:pt x="2149032" y="619050"/>
                  </a:lnTo>
                  <a:lnTo>
                    <a:pt x="2117302" y="564096"/>
                  </a:lnTo>
                  <a:lnTo>
                    <a:pt x="2172262" y="532366"/>
                  </a:lnTo>
                  <a:close/>
                </a:path>
                <a:path w="6694170" h="6997065">
                  <a:moveTo>
                    <a:pt x="2246751" y="663727"/>
                  </a:moveTo>
                  <a:lnTo>
                    <a:pt x="2277301" y="716650"/>
                  </a:lnTo>
                  <a:lnTo>
                    <a:pt x="2224379" y="747207"/>
                  </a:lnTo>
                  <a:lnTo>
                    <a:pt x="2193822" y="694284"/>
                  </a:lnTo>
                  <a:lnTo>
                    <a:pt x="2246751" y="663727"/>
                  </a:lnTo>
                  <a:close/>
                </a:path>
                <a:path w="6694170" h="6997065">
                  <a:moveTo>
                    <a:pt x="2321233" y="795095"/>
                  </a:moveTo>
                  <a:lnTo>
                    <a:pt x="2350611" y="845980"/>
                  </a:lnTo>
                  <a:lnTo>
                    <a:pt x="2299726" y="875358"/>
                  </a:lnTo>
                  <a:lnTo>
                    <a:pt x="2270348" y="824473"/>
                  </a:lnTo>
                  <a:lnTo>
                    <a:pt x="2321233" y="795095"/>
                  </a:lnTo>
                  <a:close/>
                </a:path>
                <a:path w="6694170" h="6997065">
                  <a:moveTo>
                    <a:pt x="2395615" y="926865"/>
                  </a:moveTo>
                  <a:lnTo>
                    <a:pt x="2423524" y="975203"/>
                  </a:lnTo>
                  <a:lnTo>
                    <a:pt x="2375180" y="1003113"/>
                  </a:lnTo>
                  <a:lnTo>
                    <a:pt x="2347270" y="954775"/>
                  </a:lnTo>
                  <a:lnTo>
                    <a:pt x="2395615" y="926865"/>
                  </a:lnTo>
                  <a:close/>
                </a:path>
                <a:path w="6694170" h="6997065">
                  <a:moveTo>
                    <a:pt x="2470103" y="1058227"/>
                  </a:moveTo>
                  <a:lnTo>
                    <a:pt x="2496839" y="1104533"/>
                  </a:lnTo>
                  <a:lnTo>
                    <a:pt x="2450527" y="1131270"/>
                  </a:lnTo>
                  <a:lnTo>
                    <a:pt x="2423790" y="1084963"/>
                  </a:lnTo>
                  <a:lnTo>
                    <a:pt x="2470103" y="1058227"/>
                  </a:lnTo>
                  <a:close/>
                </a:path>
                <a:path w="6694170" h="6997065">
                  <a:moveTo>
                    <a:pt x="2544479" y="1189991"/>
                  </a:moveTo>
                  <a:lnTo>
                    <a:pt x="2569747" y="1233756"/>
                  </a:lnTo>
                  <a:lnTo>
                    <a:pt x="2525981" y="1259024"/>
                  </a:lnTo>
                  <a:lnTo>
                    <a:pt x="2500719" y="1215259"/>
                  </a:lnTo>
                  <a:lnTo>
                    <a:pt x="2544479" y="1189991"/>
                  </a:lnTo>
                  <a:close/>
                </a:path>
                <a:path w="6694170" h="6997065">
                  <a:moveTo>
                    <a:pt x="2618967" y="1321359"/>
                  </a:moveTo>
                  <a:lnTo>
                    <a:pt x="2643056" y="1363087"/>
                  </a:lnTo>
                  <a:lnTo>
                    <a:pt x="2601334" y="1387176"/>
                  </a:lnTo>
                  <a:lnTo>
                    <a:pt x="2577239" y="1345448"/>
                  </a:lnTo>
                  <a:lnTo>
                    <a:pt x="2618967" y="1321359"/>
                  </a:lnTo>
                  <a:close/>
                </a:path>
                <a:path w="6694170" h="6997065">
                  <a:moveTo>
                    <a:pt x="2693455" y="1452726"/>
                  </a:moveTo>
                  <a:lnTo>
                    <a:pt x="2716372" y="1492416"/>
                  </a:lnTo>
                  <a:lnTo>
                    <a:pt x="2676676" y="1515333"/>
                  </a:lnTo>
                  <a:lnTo>
                    <a:pt x="2653759" y="1475643"/>
                  </a:lnTo>
                  <a:lnTo>
                    <a:pt x="2693455" y="1452726"/>
                  </a:lnTo>
                  <a:close/>
                </a:path>
                <a:path w="6694170" h="6997065">
                  <a:moveTo>
                    <a:pt x="2767944" y="1584088"/>
                  </a:moveTo>
                  <a:lnTo>
                    <a:pt x="2789681" y="1621741"/>
                  </a:lnTo>
                  <a:lnTo>
                    <a:pt x="2752022" y="1643484"/>
                  </a:lnTo>
                  <a:lnTo>
                    <a:pt x="2730279" y="1605831"/>
                  </a:lnTo>
                  <a:lnTo>
                    <a:pt x="2767944" y="1584088"/>
                  </a:lnTo>
                  <a:close/>
                </a:path>
                <a:path w="6694170" h="6997065">
                  <a:moveTo>
                    <a:pt x="2842539" y="1715053"/>
                  </a:moveTo>
                  <a:lnTo>
                    <a:pt x="2863394" y="1751184"/>
                  </a:lnTo>
                  <a:lnTo>
                    <a:pt x="2827263" y="1772044"/>
                  </a:lnTo>
                  <a:lnTo>
                    <a:pt x="2806402" y="1735914"/>
                  </a:lnTo>
                  <a:lnTo>
                    <a:pt x="2842539" y="1715053"/>
                  </a:lnTo>
                  <a:close/>
                </a:path>
                <a:path w="6694170" h="6997065">
                  <a:moveTo>
                    <a:pt x="2916915" y="1846823"/>
                  </a:moveTo>
                  <a:lnTo>
                    <a:pt x="2936307" y="1880407"/>
                  </a:lnTo>
                  <a:lnTo>
                    <a:pt x="2902717" y="1899799"/>
                  </a:lnTo>
                  <a:lnTo>
                    <a:pt x="2883331" y="1866215"/>
                  </a:lnTo>
                  <a:lnTo>
                    <a:pt x="2916915" y="1846823"/>
                  </a:lnTo>
                  <a:close/>
                </a:path>
                <a:path w="6694170" h="6997065">
                  <a:moveTo>
                    <a:pt x="2991510" y="1977782"/>
                  </a:moveTo>
                  <a:lnTo>
                    <a:pt x="3010020" y="2009843"/>
                  </a:lnTo>
                  <a:lnTo>
                    <a:pt x="2977958" y="2028353"/>
                  </a:lnTo>
                  <a:lnTo>
                    <a:pt x="2959449" y="1996291"/>
                  </a:lnTo>
                  <a:lnTo>
                    <a:pt x="2991510" y="1977782"/>
                  </a:lnTo>
                  <a:close/>
                </a:path>
                <a:path w="6694170" h="6997065">
                  <a:moveTo>
                    <a:pt x="3065993" y="2109149"/>
                  </a:moveTo>
                  <a:lnTo>
                    <a:pt x="3083323" y="2139173"/>
                  </a:lnTo>
                  <a:lnTo>
                    <a:pt x="3053311" y="2156504"/>
                  </a:lnTo>
                  <a:lnTo>
                    <a:pt x="3035975" y="2126480"/>
                  </a:lnTo>
                  <a:lnTo>
                    <a:pt x="3065993" y="2109149"/>
                  </a:lnTo>
                  <a:close/>
                </a:path>
                <a:path w="6694170" h="6997065">
                  <a:moveTo>
                    <a:pt x="3140487" y="2240517"/>
                  </a:moveTo>
                  <a:lnTo>
                    <a:pt x="3156645" y="2268503"/>
                  </a:lnTo>
                  <a:lnTo>
                    <a:pt x="3128653" y="2284661"/>
                  </a:lnTo>
                  <a:lnTo>
                    <a:pt x="3112494" y="2256675"/>
                  </a:lnTo>
                  <a:lnTo>
                    <a:pt x="3140487" y="2240517"/>
                  </a:lnTo>
                  <a:close/>
                </a:path>
                <a:path w="6694170" h="6997065">
                  <a:moveTo>
                    <a:pt x="3215075" y="2371482"/>
                  </a:moveTo>
                  <a:lnTo>
                    <a:pt x="3230351" y="2397946"/>
                  </a:lnTo>
                  <a:lnTo>
                    <a:pt x="3203899" y="2413221"/>
                  </a:lnTo>
                  <a:lnTo>
                    <a:pt x="3188617" y="2386757"/>
                  </a:lnTo>
                  <a:lnTo>
                    <a:pt x="3215075" y="2371482"/>
                  </a:lnTo>
                  <a:close/>
                </a:path>
                <a:path w="6694170" h="6997065">
                  <a:moveTo>
                    <a:pt x="3289564" y="2502843"/>
                  </a:moveTo>
                  <a:lnTo>
                    <a:pt x="3303666" y="2527270"/>
                  </a:lnTo>
                  <a:lnTo>
                    <a:pt x="3279239" y="2541373"/>
                  </a:lnTo>
                  <a:lnTo>
                    <a:pt x="3265137" y="2516946"/>
                  </a:lnTo>
                  <a:lnTo>
                    <a:pt x="3289564" y="2502843"/>
                  </a:lnTo>
                  <a:close/>
                </a:path>
                <a:path w="6694170" h="6997065">
                  <a:moveTo>
                    <a:pt x="3364052" y="2634217"/>
                  </a:moveTo>
                  <a:lnTo>
                    <a:pt x="3376976" y="2656606"/>
                  </a:lnTo>
                  <a:lnTo>
                    <a:pt x="3354593" y="2669530"/>
                  </a:lnTo>
                  <a:lnTo>
                    <a:pt x="3341663" y="2647141"/>
                  </a:lnTo>
                  <a:lnTo>
                    <a:pt x="3364052" y="2634217"/>
                  </a:lnTo>
                  <a:close/>
                </a:path>
                <a:path w="6694170" h="6997065">
                  <a:moveTo>
                    <a:pt x="3438648" y="2765175"/>
                  </a:moveTo>
                  <a:lnTo>
                    <a:pt x="3450689" y="2786036"/>
                  </a:lnTo>
                  <a:lnTo>
                    <a:pt x="3429828" y="2798083"/>
                  </a:lnTo>
                  <a:lnTo>
                    <a:pt x="3417780" y="2777223"/>
                  </a:lnTo>
                  <a:lnTo>
                    <a:pt x="3438648" y="2765175"/>
                  </a:lnTo>
                  <a:close/>
                </a:path>
                <a:path w="6694170" h="6997065">
                  <a:moveTo>
                    <a:pt x="3513130" y="2896543"/>
                  </a:moveTo>
                  <a:lnTo>
                    <a:pt x="3524005" y="2915372"/>
                  </a:lnTo>
                  <a:lnTo>
                    <a:pt x="3505175" y="2926241"/>
                  </a:lnTo>
                  <a:lnTo>
                    <a:pt x="3494306" y="2907411"/>
                  </a:lnTo>
                  <a:lnTo>
                    <a:pt x="3513130" y="2896543"/>
                  </a:lnTo>
                  <a:close/>
                </a:path>
                <a:path w="6694170" h="6997065">
                  <a:moveTo>
                    <a:pt x="3587831" y="3027105"/>
                  </a:moveTo>
                  <a:lnTo>
                    <a:pt x="3598114" y="3044915"/>
                  </a:lnTo>
                  <a:lnTo>
                    <a:pt x="3580309" y="3055198"/>
                  </a:lnTo>
                  <a:lnTo>
                    <a:pt x="3570027" y="3037387"/>
                  </a:lnTo>
                  <a:lnTo>
                    <a:pt x="3587831" y="3027105"/>
                  </a:lnTo>
                  <a:close/>
                </a:path>
                <a:path w="6694170" h="6997065">
                  <a:moveTo>
                    <a:pt x="3662319" y="3158466"/>
                  </a:moveTo>
                  <a:lnTo>
                    <a:pt x="3671429" y="3174245"/>
                  </a:lnTo>
                  <a:lnTo>
                    <a:pt x="3655656" y="3183355"/>
                  </a:lnTo>
                  <a:lnTo>
                    <a:pt x="3646546" y="3167576"/>
                  </a:lnTo>
                  <a:lnTo>
                    <a:pt x="3662319" y="3158466"/>
                  </a:lnTo>
                  <a:close/>
                </a:path>
                <a:path w="6694170" h="6997065">
                  <a:moveTo>
                    <a:pt x="3736915" y="3289437"/>
                  </a:moveTo>
                  <a:lnTo>
                    <a:pt x="3745142" y="3303682"/>
                  </a:lnTo>
                  <a:lnTo>
                    <a:pt x="3730897" y="3311909"/>
                  </a:lnTo>
                  <a:lnTo>
                    <a:pt x="3722670" y="3297664"/>
                  </a:lnTo>
                  <a:lnTo>
                    <a:pt x="3736915" y="3289437"/>
                  </a:lnTo>
                  <a:close/>
                </a:path>
                <a:path w="6694170" h="6997065">
                  <a:moveTo>
                    <a:pt x="3811510" y="3420402"/>
                  </a:moveTo>
                  <a:lnTo>
                    <a:pt x="3818855" y="3433125"/>
                  </a:lnTo>
                  <a:lnTo>
                    <a:pt x="3806138" y="3440470"/>
                  </a:lnTo>
                  <a:lnTo>
                    <a:pt x="3798793" y="3427747"/>
                  </a:lnTo>
                  <a:lnTo>
                    <a:pt x="3811510" y="3420402"/>
                  </a:lnTo>
                  <a:close/>
                </a:path>
                <a:path w="6694170" h="6997065">
                  <a:moveTo>
                    <a:pt x="3886106" y="3551360"/>
                  </a:moveTo>
                  <a:lnTo>
                    <a:pt x="3892567" y="3562561"/>
                  </a:lnTo>
                  <a:lnTo>
                    <a:pt x="3881379" y="3569023"/>
                  </a:lnTo>
                  <a:lnTo>
                    <a:pt x="3874911" y="3557823"/>
                  </a:lnTo>
                  <a:lnTo>
                    <a:pt x="3886106" y="3551360"/>
                  </a:lnTo>
                  <a:close/>
                </a:path>
                <a:path w="6694170" h="6997065">
                  <a:moveTo>
                    <a:pt x="3960593" y="3682728"/>
                  </a:moveTo>
                  <a:lnTo>
                    <a:pt x="3965883" y="3691891"/>
                  </a:lnTo>
                  <a:lnTo>
                    <a:pt x="3956720" y="3697180"/>
                  </a:lnTo>
                  <a:lnTo>
                    <a:pt x="3951430" y="3688017"/>
                  </a:lnTo>
                  <a:lnTo>
                    <a:pt x="3960593" y="3682728"/>
                  </a:lnTo>
                  <a:close/>
                </a:path>
                <a:path w="6694170" h="6997065">
                  <a:moveTo>
                    <a:pt x="4035295" y="3813290"/>
                  </a:moveTo>
                  <a:lnTo>
                    <a:pt x="4039998" y="3821434"/>
                  </a:lnTo>
                  <a:lnTo>
                    <a:pt x="4031854" y="3826137"/>
                  </a:lnTo>
                  <a:lnTo>
                    <a:pt x="4027151" y="3817993"/>
                  </a:lnTo>
                  <a:lnTo>
                    <a:pt x="4035295" y="3813290"/>
                  </a:lnTo>
                  <a:close/>
                </a:path>
                <a:path w="6694170" h="6997065">
                  <a:moveTo>
                    <a:pt x="4109997" y="3943852"/>
                  </a:moveTo>
                  <a:lnTo>
                    <a:pt x="4114107" y="3950977"/>
                  </a:lnTo>
                  <a:lnTo>
                    <a:pt x="4106988" y="3955088"/>
                  </a:lnTo>
                  <a:lnTo>
                    <a:pt x="4102871" y="3947962"/>
                  </a:lnTo>
                  <a:lnTo>
                    <a:pt x="4109997" y="3943852"/>
                  </a:lnTo>
                  <a:close/>
                </a:path>
                <a:path w="6694170" h="6997065">
                  <a:moveTo>
                    <a:pt x="4184699" y="4074420"/>
                  </a:moveTo>
                  <a:lnTo>
                    <a:pt x="4188223" y="4080526"/>
                  </a:lnTo>
                  <a:lnTo>
                    <a:pt x="4182122" y="4084051"/>
                  </a:lnTo>
                  <a:lnTo>
                    <a:pt x="4178592" y="4077944"/>
                  </a:lnTo>
                  <a:lnTo>
                    <a:pt x="4184699" y="4074420"/>
                  </a:lnTo>
                  <a:close/>
                </a:path>
                <a:path w="6694170" h="6997065">
                  <a:moveTo>
                    <a:pt x="4259400" y="4204982"/>
                  </a:moveTo>
                  <a:lnTo>
                    <a:pt x="4262338" y="4210070"/>
                  </a:lnTo>
                  <a:lnTo>
                    <a:pt x="4257250" y="4213007"/>
                  </a:lnTo>
                  <a:lnTo>
                    <a:pt x="4254312" y="4207920"/>
                  </a:lnTo>
                  <a:lnTo>
                    <a:pt x="4259400" y="4204982"/>
                  </a:lnTo>
                  <a:close/>
                </a:path>
                <a:path w="6694170" h="6997065">
                  <a:moveTo>
                    <a:pt x="4334102" y="4335544"/>
                  </a:moveTo>
                  <a:lnTo>
                    <a:pt x="4336453" y="4339613"/>
                  </a:lnTo>
                  <a:lnTo>
                    <a:pt x="4332384" y="4341965"/>
                  </a:lnTo>
                  <a:lnTo>
                    <a:pt x="4330033" y="4337895"/>
                  </a:lnTo>
                  <a:lnTo>
                    <a:pt x="4334102" y="4335544"/>
                  </a:lnTo>
                  <a:close/>
                </a:path>
                <a:path w="6694170" h="6997065">
                  <a:moveTo>
                    <a:pt x="4408809" y="4466106"/>
                  </a:moveTo>
                  <a:lnTo>
                    <a:pt x="4410569" y="4469156"/>
                  </a:lnTo>
                  <a:lnTo>
                    <a:pt x="4407512" y="4470921"/>
                  </a:lnTo>
                  <a:lnTo>
                    <a:pt x="4405747" y="4467871"/>
                  </a:lnTo>
                  <a:lnTo>
                    <a:pt x="4408809" y="4466106"/>
                  </a:lnTo>
                  <a:close/>
                </a:path>
                <a:path w="6694170" h="6997065">
                  <a:moveTo>
                    <a:pt x="4483505" y="4596668"/>
                  </a:moveTo>
                  <a:lnTo>
                    <a:pt x="4484678" y="4598706"/>
                  </a:lnTo>
                  <a:lnTo>
                    <a:pt x="4482652" y="4599878"/>
                  </a:lnTo>
                  <a:lnTo>
                    <a:pt x="4481473" y="4597841"/>
                  </a:lnTo>
                  <a:lnTo>
                    <a:pt x="4483505" y="4596668"/>
                  </a:lnTo>
                  <a:close/>
                </a:path>
                <a:path w="6694170" h="6997065">
                  <a:moveTo>
                    <a:pt x="4557194" y="4727817"/>
                  </a:moveTo>
                  <a:lnTo>
                    <a:pt x="4558544" y="4727817"/>
                  </a:lnTo>
                  <a:lnTo>
                    <a:pt x="4558793" y="4728249"/>
                  </a:lnTo>
                  <a:lnTo>
                    <a:pt x="4557443" y="4728249"/>
                  </a:lnTo>
                  <a:lnTo>
                    <a:pt x="4557194" y="4727817"/>
                  </a:lnTo>
                  <a:close/>
                </a:path>
                <a:path w="6694170" h="6997065">
                  <a:moveTo>
                    <a:pt x="1610125" y="0"/>
                  </a:moveTo>
                  <a:lnTo>
                    <a:pt x="1700368" y="0"/>
                  </a:lnTo>
                  <a:lnTo>
                    <a:pt x="1709678" y="16124"/>
                  </a:lnTo>
                  <a:lnTo>
                    <a:pt x="1641995" y="55199"/>
                  </a:lnTo>
                  <a:lnTo>
                    <a:pt x="1610125" y="0"/>
                  </a:lnTo>
                  <a:close/>
                </a:path>
                <a:path w="6694170" h="6997065">
                  <a:moveTo>
                    <a:pt x="1744985" y="80218"/>
                  </a:moveTo>
                  <a:lnTo>
                    <a:pt x="1782591" y="145348"/>
                  </a:lnTo>
                  <a:lnTo>
                    <a:pt x="1717455" y="182953"/>
                  </a:lnTo>
                  <a:lnTo>
                    <a:pt x="1679849" y="117823"/>
                  </a:lnTo>
                  <a:lnTo>
                    <a:pt x="1744985" y="80218"/>
                  </a:lnTo>
                  <a:close/>
                </a:path>
                <a:path w="6694170" h="6997065">
                  <a:moveTo>
                    <a:pt x="1819473" y="211579"/>
                  </a:moveTo>
                  <a:lnTo>
                    <a:pt x="1855900" y="274678"/>
                  </a:lnTo>
                  <a:lnTo>
                    <a:pt x="1792802" y="311105"/>
                  </a:lnTo>
                  <a:lnTo>
                    <a:pt x="1756375" y="248006"/>
                  </a:lnTo>
                  <a:lnTo>
                    <a:pt x="1819473" y="211579"/>
                  </a:lnTo>
                  <a:close/>
                </a:path>
                <a:path w="6694170" h="6997065">
                  <a:moveTo>
                    <a:pt x="1893850" y="343350"/>
                  </a:moveTo>
                  <a:lnTo>
                    <a:pt x="1928813" y="403901"/>
                  </a:lnTo>
                  <a:lnTo>
                    <a:pt x="1868256" y="438865"/>
                  </a:lnTo>
                  <a:lnTo>
                    <a:pt x="1833298" y="378308"/>
                  </a:lnTo>
                  <a:lnTo>
                    <a:pt x="1893850" y="343350"/>
                  </a:lnTo>
                  <a:close/>
                </a:path>
                <a:path w="6694170" h="6997065">
                  <a:moveTo>
                    <a:pt x="1968332" y="474711"/>
                  </a:moveTo>
                  <a:lnTo>
                    <a:pt x="2002117" y="533231"/>
                  </a:lnTo>
                  <a:lnTo>
                    <a:pt x="1943603" y="567016"/>
                  </a:lnTo>
                  <a:lnTo>
                    <a:pt x="1909818" y="508496"/>
                  </a:lnTo>
                  <a:lnTo>
                    <a:pt x="1968332" y="474711"/>
                  </a:lnTo>
                  <a:close/>
                </a:path>
                <a:path w="6694170" h="6997065">
                  <a:moveTo>
                    <a:pt x="2042820" y="606079"/>
                  </a:moveTo>
                  <a:lnTo>
                    <a:pt x="2075432" y="662561"/>
                  </a:lnTo>
                  <a:lnTo>
                    <a:pt x="2018950" y="695173"/>
                  </a:lnTo>
                  <a:lnTo>
                    <a:pt x="1986338" y="638691"/>
                  </a:lnTo>
                  <a:lnTo>
                    <a:pt x="2042820" y="606079"/>
                  </a:lnTo>
                  <a:close/>
                </a:path>
                <a:path w="6694170" h="6997065">
                  <a:moveTo>
                    <a:pt x="2117314" y="737441"/>
                  </a:moveTo>
                  <a:lnTo>
                    <a:pt x="2148748" y="791891"/>
                  </a:lnTo>
                  <a:lnTo>
                    <a:pt x="2094297" y="823325"/>
                  </a:lnTo>
                  <a:lnTo>
                    <a:pt x="2062864" y="768880"/>
                  </a:lnTo>
                  <a:lnTo>
                    <a:pt x="2117314" y="737441"/>
                  </a:lnTo>
                  <a:close/>
                </a:path>
                <a:path w="6694170" h="6997065">
                  <a:moveTo>
                    <a:pt x="2191797" y="868808"/>
                  </a:moveTo>
                  <a:lnTo>
                    <a:pt x="2222057" y="921221"/>
                  </a:lnTo>
                  <a:lnTo>
                    <a:pt x="2169644" y="951482"/>
                  </a:lnTo>
                  <a:lnTo>
                    <a:pt x="2139383" y="899069"/>
                  </a:lnTo>
                  <a:lnTo>
                    <a:pt x="2191797" y="868808"/>
                  </a:lnTo>
                  <a:close/>
                </a:path>
                <a:path w="6694170" h="6997065">
                  <a:moveTo>
                    <a:pt x="2266173" y="1000572"/>
                  </a:moveTo>
                  <a:lnTo>
                    <a:pt x="2294965" y="1050445"/>
                  </a:lnTo>
                  <a:lnTo>
                    <a:pt x="2245098" y="1079237"/>
                  </a:lnTo>
                  <a:lnTo>
                    <a:pt x="2216306" y="1029365"/>
                  </a:lnTo>
                  <a:lnTo>
                    <a:pt x="2266173" y="1000572"/>
                  </a:lnTo>
                  <a:close/>
                </a:path>
                <a:path w="6694170" h="6997065">
                  <a:moveTo>
                    <a:pt x="2340661" y="1131940"/>
                  </a:moveTo>
                  <a:lnTo>
                    <a:pt x="2368280" y="1179769"/>
                  </a:lnTo>
                  <a:lnTo>
                    <a:pt x="2320445" y="1207388"/>
                  </a:lnTo>
                  <a:lnTo>
                    <a:pt x="2292832" y="1159553"/>
                  </a:lnTo>
                  <a:lnTo>
                    <a:pt x="2340661" y="1131940"/>
                  </a:lnTo>
                  <a:close/>
                </a:path>
                <a:path w="6694170" h="6997065">
                  <a:moveTo>
                    <a:pt x="2415042" y="1263704"/>
                  </a:moveTo>
                  <a:lnTo>
                    <a:pt x="2441193" y="1308998"/>
                  </a:lnTo>
                  <a:lnTo>
                    <a:pt x="2395905" y="1335142"/>
                  </a:lnTo>
                  <a:lnTo>
                    <a:pt x="2369755" y="1289854"/>
                  </a:lnTo>
                  <a:lnTo>
                    <a:pt x="2415042" y="1263704"/>
                  </a:lnTo>
                  <a:close/>
                </a:path>
                <a:path w="6694170" h="6997065">
                  <a:moveTo>
                    <a:pt x="2489424" y="1395474"/>
                  </a:moveTo>
                  <a:lnTo>
                    <a:pt x="2514100" y="1438221"/>
                  </a:lnTo>
                  <a:lnTo>
                    <a:pt x="2471359" y="1462897"/>
                  </a:lnTo>
                  <a:lnTo>
                    <a:pt x="2446678" y="1420156"/>
                  </a:lnTo>
                  <a:lnTo>
                    <a:pt x="2489424" y="1395474"/>
                  </a:lnTo>
                  <a:close/>
                </a:path>
                <a:path w="6694170" h="6997065">
                  <a:moveTo>
                    <a:pt x="2563907" y="1526842"/>
                  </a:moveTo>
                  <a:lnTo>
                    <a:pt x="2587409" y="1567551"/>
                  </a:lnTo>
                  <a:lnTo>
                    <a:pt x="2546700" y="1591054"/>
                  </a:lnTo>
                  <a:lnTo>
                    <a:pt x="2523197" y="1550344"/>
                  </a:lnTo>
                  <a:lnTo>
                    <a:pt x="2563907" y="1526842"/>
                  </a:lnTo>
                  <a:close/>
                </a:path>
                <a:path w="6694170" h="6997065">
                  <a:moveTo>
                    <a:pt x="2638395" y="1658204"/>
                  </a:moveTo>
                  <a:lnTo>
                    <a:pt x="2660725" y="1696881"/>
                  </a:lnTo>
                  <a:lnTo>
                    <a:pt x="2622054" y="1719211"/>
                  </a:lnTo>
                  <a:lnTo>
                    <a:pt x="2599723" y="1680534"/>
                  </a:lnTo>
                  <a:lnTo>
                    <a:pt x="2638395" y="1658204"/>
                  </a:lnTo>
                  <a:close/>
                </a:path>
                <a:path w="6694170" h="6997065">
                  <a:moveTo>
                    <a:pt x="2712990" y="1789174"/>
                  </a:moveTo>
                  <a:lnTo>
                    <a:pt x="2734438" y="1826318"/>
                  </a:lnTo>
                  <a:lnTo>
                    <a:pt x="2697288" y="1847765"/>
                  </a:lnTo>
                  <a:lnTo>
                    <a:pt x="2675841" y="1810622"/>
                  </a:lnTo>
                  <a:lnTo>
                    <a:pt x="2712990" y="1789174"/>
                  </a:lnTo>
                  <a:close/>
                </a:path>
                <a:path w="6694170" h="6997065">
                  <a:moveTo>
                    <a:pt x="2787479" y="1920536"/>
                  </a:moveTo>
                  <a:lnTo>
                    <a:pt x="2807754" y="1955648"/>
                  </a:lnTo>
                  <a:lnTo>
                    <a:pt x="2772641" y="1975917"/>
                  </a:lnTo>
                  <a:lnTo>
                    <a:pt x="2752367" y="1940805"/>
                  </a:lnTo>
                  <a:lnTo>
                    <a:pt x="2787479" y="1920536"/>
                  </a:lnTo>
                  <a:close/>
                </a:path>
                <a:path w="6694170" h="6997065">
                  <a:moveTo>
                    <a:pt x="2861961" y="2051904"/>
                  </a:moveTo>
                  <a:lnTo>
                    <a:pt x="2881057" y="2084978"/>
                  </a:lnTo>
                  <a:lnTo>
                    <a:pt x="2847983" y="2104074"/>
                  </a:lnTo>
                  <a:lnTo>
                    <a:pt x="2828887" y="2071000"/>
                  </a:lnTo>
                  <a:lnTo>
                    <a:pt x="2861961" y="2051904"/>
                  </a:lnTo>
                  <a:close/>
                </a:path>
                <a:path w="6694170" h="6997065">
                  <a:moveTo>
                    <a:pt x="2936449" y="2183265"/>
                  </a:moveTo>
                  <a:lnTo>
                    <a:pt x="2954372" y="2214308"/>
                  </a:lnTo>
                  <a:lnTo>
                    <a:pt x="2923335" y="2232231"/>
                  </a:lnTo>
                  <a:lnTo>
                    <a:pt x="2905412" y="2201188"/>
                  </a:lnTo>
                  <a:lnTo>
                    <a:pt x="2936449" y="2183265"/>
                  </a:lnTo>
                  <a:close/>
                </a:path>
                <a:path w="6694170" h="6997065">
                  <a:moveTo>
                    <a:pt x="3010831" y="2315035"/>
                  </a:moveTo>
                  <a:lnTo>
                    <a:pt x="3027279" y="2343525"/>
                  </a:lnTo>
                  <a:lnTo>
                    <a:pt x="2998789" y="2359980"/>
                  </a:lnTo>
                  <a:lnTo>
                    <a:pt x="2982335" y="2331484"/>
                  </a:lnTo>
                  <a:lnTo>
                    <a:pt x="3010831" y="2315035"/>
                  </a:lnTo>
                  <a:close/>
                </a:path>
                <a:path w="6694170" h="6997065">
                  <a:moveTo>
                    <a:pt x="3085531" y="2445597"/>
                  </a:moveTo>
                  <a:lnTo>
                    <a:pt x="3101401" y="2473074"/>
                  </a:lnTo>
                  <a:lnTo>
                    <a:pt x="3073917" y="2488942"/>
                  </a:lnTo>
                  <a:lnTo>
                    <a:pt x="3058055" y="2461459"/>
                  </a:lnTo>
                  <a:lnTo>
                    <a:pt x="3085531" y="2445597"/>
                  </a:lnTo>
                  <a:close/>
                </a:path>
                <a:path w="6694170" h="6997065">
                  <a:moveTo>
                    <a:pt x="3160015" y="2576965"/>
                  </a:moveTo>
                  <a:lnTo>
                    <a:pt x="3174704" y="2602404"/>
                  </a:lnTo>
                  <a:lnTo>
                    <a:pt x="3149265" y="2617094"/>
                  </a:lnTo>
                  <a:lnTo>
                    <a:pt x="3134576" y="2591654"/>
                  </a:lnTo>
                  <a:lnTo>
                    <a:pt x="3160015" y="2576965"/>
                  </a:lnTo>
                  <a:close/>
                </a:path>
                <a:path w="6694170" h="6997065">
                  <a:moveTo>
                    <a:pt x="3234397" y="2708729"/>
                  </a:moveTo>
                  <a:lnTo>
                    <a:pt x="3247618" y="2731628"/>
                  </a:lnTo>
                  <a:lnTo>
                    <a:pt x="3224719" y="2744848"/>
                  </a:lnTo>
                  <a:lnTo>
                    <a:pt x="3211498" y="2721950"/>
                  </a:lnTo>
                  <a:lnTo>
                    <a:pt x="3234397" y="2708729"/>
                  </a:lnTo>
                  <a:close/>
                </a:path>
                <a:path w="6694170" h="6997065">
                  <a:moveTo>
                    <a:pt x="3308992" y="2839700"/>
                  </a:moveTo>
                  <a:lnTo>
                    <a:pt x="3321330" y="2861064"/>
                  </a:lnTo>
                  <a:lnTo>
                    <a:pt x="3299960" y="2873402"/>
                  </a:lnTo>
                  <a:lnTo>
                    <a:pt x="3287622" y="2852038"/>
                  </a:lnTo>
                  <a:lnTo>
                    <a:pt x="3308992" y="2839700"/>
                  </a:lnTo>
                  <a:close/>
                </a:path>
                <a:path w="6694170" h="6997065">
                  <a:moveTo>
                    <a:pt x="3383588" y="2970658"/>
                  </a:moveTo>
                  <a:lnTo>
                    <a:pt x="3395048" y="2990501"/>
                  </a:lnTo>
                  <a:lnTo>
                    <a:pt x="3375200" y="3001962"/>
                  </a:lnTo>
                  <a:lnTo>
                    <a:pt x="3363745" y="2982114"/>
                  </a:lnTo>
                  <a:lnTo>
                    <a:pt x="3383588" y="2970658"/>
                  </a:lnTo>
                  <a:close/>
                </a:path>
                <a:path w="6694170" h="6997065">
                  <a:moveTo>
                    <a:pt x="3458183" y="3101623"/>
                  </a:moveTo>
                  <a:lnTo>
                    <a:pt x="3468762" y="3119943"/>
                  </a:lnTo>
                  <a:lnTo>
                    <a:pt x="3450442" y="3130516"/>
                  </a:lnTo>
                  <a:lnTo>
                    <a:pt x="3439869" y="3112196"/>
                  </a:lnTo>
                  <a:lnTo>
                    <a:pt x="3458183" y="3101623"/>
                  </a:lnTo>
                  <a:close/>
                </a:path>
                <a:path w="6694170" h="6997065">
                  <a:moveTo>
                    <a:pt x="3532671" y="3232991"/>
                  </a:moveTo>
                  <a:lnTo>
                    <a:pt x="3542071" y="3249274"/>
                  </a:lnTo>
                  <a:lnTo>
                    <a:pt x="3525788" y="3258674"/>
                  </a:lnTo>
                  <a:lnTo>
                    <a:pt x="3516388" y="3242391"/>
                  </a:lnTo>
                  <a:lnTo>
                    <a:pt x="3532671" y="3232991"/>
                  </a:lnTo>
                  <a:close/>
                </a:path>
                <a:path w="6694170" h="6997065">
                  <a:moveTo>
                    <a:pt x="3607266" y="3363949"/>
                  </a:moveTo>
                  <a:lnTo>
                    <a:pt x="3615784" y="3378704"/>
                  </a:lnTo>
                  <a:lnTo>
                    <a:pt x="3601029" y="3387227"/>
                  </a:lnTo>
                  <a:lnTo>
                    <a:pt x="3592506" y="3372467"/>
                  </a:lnTo>
                  <a:lnTo>
                    <a:pt x="3607266" y="3363949"/>
                  </a:lnTo>
                  <a:close/>
                </a:path>
                <a:path w="6694170" h="6997065">
                  <a:moveTo>
                    <a:pt x="3681860" y="3494914"/>
                  </a:moveTo>
                  <a:lnTo>
                    <a:pt x="3689496" y="3508146"/>
                  </a:lnTo>
                  <a:lnTo>
                    <a:pt x="3676270" y="3515781"/>
                  </a:lnTo>
                  <a:lnTo>
                    <a:pt x="3668629" y="3502555"/>
                  </a:lnTo>
                  <a:lnTo>
                    <a:pt x="3681860" y="3494914"/>
                  </a:lnTo>
                  <a:close/>
                </a:path>
                <a:path w="6694170" h="6997065">
                  <a:moveTo>
                    <a:pt x="3756457" y="3625885"/>
                  </a:moveTo>
                  <a:lnTo>
                    <a:pt x="3763209" y="3637583"/>
                  </a:lnTo>
                  <a:lnTo>
                    <a:pt x="3751505" y="3644342"/>
                  </a:lnTo>
                  <a:lnTo>
                    <a:pt x="3744753" y="3632643"/>
                  </a:lnTo>
                  <a:lnTo>
                    <a:pt x="3756457" y="3625885"/>
                  </a:lnTo>
                  <a:close/>
                </a:path>
                <a:path w="6694170" h="6997065">
                  <a:moveTo>
                    <a:pt x="3830945" y="3757247"/>
                  </a:moveTo>
                  <a:lnTo>
                    <a:pt x="3836524" y="3766914"/>
                  </a:lnTo>
                  <a:lnTo>
                    <a:pt x="3826858" y="3772499"/>
                  </a:lnTo>
                  <a:lnTo>
                    <a:pt x="3821273" y="3762826"/>
                  </a:lnTo>
                  <a:lnTo>
                    <a:pt x="3830945" y="3757247"/>
                  </a:lnTo>
                  <a:close/>
                </a:path>
                <a:path w="6694170" h="6997065">
                  <a:moveTo>
                    <a:pt x="3905641" y="3887809"/>
                  </a:moveTo>
                  <a:lnTo>
                    <a:pt x="3910634" y="3896462"/>
                  </a:lnTo>
                  <a:lnTo>
                    <a:pt x="3901986" y="3901455"/>
                  </a:lnTo>
                  <a:lnTo>
                    <a:pt x="3896993" y="3892802"/>
                  </a:lnTo>
                  <a:lnTo>
                    <a:pt x="3905641" y="3887809"/>
                  </a:lnTo>
                  <a:close/>
                </a:path>
                <a:path w="6694170" h="6997065">
                  <a:moveTo>
                    <a:pt x="3980343" y="4018377"/>
                  </a:moveTo>
                  <a:lnTo>
                    <a:pt x="3984749" y="4026005"/>
                  </a:lnTo>
                  <a:lnTo>
                    <a:pt x="3977120" y="4030412"/>
                  </a:lnTo>
                  <a:lnTo>
                    <a:pt x="3972714" y="4022783"/>
                  </a:lnTo>
                  <a:lnTo>
                    <a:pt x="3980343" y="4018377"/>
                  </a:lnTo>
                  <a:close/>
                </a:path>
                <a:path w="6694170" h="6997065">
                  <a:moveTo>
                    <a:pt x="4055050" y="4148939"/>
                  </a:moveTo>
                  <a:lnTo>
                    <a:pt x="4058864" y="4155549"/>
                  </a:lnTo>
                  <a:lnTo>
                    <a:pt x="4052248" y="4159369"/>
                  </a:lnTo>
                  <a:lnTo>
                    <a:pt x="4048434" y="4152759"/>
                  </a:lnTo>
                  <a:lnTo>
                    <a:pt x="4055050" y="4148939"/>
                  </a:lnTo>
                  <a:close/>
                </a:path>
                <a:path w="6694170" h="6997065">
                  <a:moveTo>
                    <a:pt x="4129639" y="4279898"/>
                  </a:moveTo>
                  <a:lnTo>
                    <a:pt x="4132577" y="4284985"/>
                  </a:lnTo>
                  <a:lnTo>
                    <a:pt x="4127489" y="4287923"/>
                  </a:lnTo>
                  <a:lnTo>
                    <a:pt x="4124551" y="4282835"/>
                  </a:lnTo>
                  <a:lnTo>
                    <a:pt x="4129639" y="4279898"/>
                  </a:lnTo>
                  <a:close/>
                </a:path>
                <a:path w="6694170" h="6997065">
                  <a:moveTo>
                    <a:pt x="4204341" y="4410460"/>
                  </a:moveTo>
                  <a:lnTo>
                    <a:pt x="4206692" y="4414535"/>
                  </a:lnTo>
                  <a:lnTo>
                    <a:pt x="4202623" y="4416886"/>
                  </a:lnTo>
                  <a:lnTo>
                    <a:pt x="4200272" y="4412811"/>
                  </a:lnTo>
                  <a:lnTo>
                    <a:pt x="4204341" y="4410460"/>
                  </a:lnTo>
                  <a:close/>
                </a:path>
                <a:path w="6694170" h="6997065">
                  <a:moveTo>
                    <a:pt x="4279049" y="4541022"/>
                  </a:moveTo>
                  <a:lnTo>
                    <a:pt x="4280808" y="4544078"/>
                  </a:lnTo>
                  <a:lnTo>
                    <a:pt x="4277757" y="4545837"/>
                  </a:lnTo>
                  <a:lnTo>
                    <a:pt x="4275992" y="4542787"/>
                  </a:lnTo>
                  <a:lnTo>
                    <a:pt x="4279049" y="4541022"/>
                  </a:lnTo>
                  <a:close/>
                </a:path>
                <a:path w="6694170" h="6997065">
                  <a:moveTo>
                    <a:pt x="4353750" y="4671584"/>
                  </a:moveTo>
                  <a:lnTo>
                    <a:pt x="4354923" y="4673621"/>
                  </a:lnTo>
                  <a:lnTo>
                    <a:pt x="4352891" y="4674800"/>
                  </a:lnTo>
                  <a:lnTo>
                    <a:pt x="4351712" y="4672763"/>
                  </a:lnTo>
                  <a:lnTo>
                    <a:pt x="4353750" y="4671584"/>
                  </a:lnTo>
                  <a:close/>
                </a:path>
                <a:path w="6694170" h="6997065">
                  <a:moveTo>
                    <a:pt x="4428558" y="4801749"/>
                  </a:moveTo>
                  <a:lnTo>
                    <a:pt x="4429441" y="4803277"/>
                  </a:lnTo>
                  <a:lnTo>
                    <a:pt x="4427913" y="4804160"/>
                  </a:lnTo>
                  <a:lnTo>
                    <a:pt x="4427030" y="4802631"/>
                  </a:lnTo>
                  <a:lnTo>
                    <a:pt x="4428558" y="4801749"/>
                  </a:lnTo>
                  <a:close/>
                </a:path>
                <a:path w="6694170" h="6997065">
                  <a:moveTo>
                    <a:pt x="1541062" y="22563"/>
                  </a:moveTo>
                  <a:lnTo>
                    <a:pt x="1580723" y="91259"/>
                  </a:lnTo>
                  <a:lnTo>
                    <a:pt x="1512021" y="130920"/>
                  </a:lnTo>
                  <a:lnTo>
                    <a:pt x="1472360" y="62224"/>
                  </a:lnTo>
                  <a:lnTo>
                    <a:pt x="1541062" y="22563"/>
                  </a:lnTo>
                  <a:close/>
                </a:path>
                <a:path w="6694170" h="6997065">
                  <a:moveTo>
                    <a:pt x="1615758" y="153125"/>
                  </a:moveTo>
                  <a:lnTo>
                    <a:pt x="1654832" y="220808"/>
                  </a:lnTo>
                  <a:lnTo>
                    <a:pt x="1587155" y="259882"/>
                  </a:lnTo>
                  <a:lnTo>
                    <a:pt x="1548081" y="192199"/>
                  </a:lnTo>
                  <a:lnTo>
                    <a:pt x="1615758" y="153125"/>
                  </a:lnTo>
                  <a:close/>
                </a:path>
                <a:path w="6694170" h="6997065">
                  <a:moveTo>
                    <a:pt x="1690140" y="284895"/>
                  </a:moveTo>
                  <a:lnTo>
                    <a:pt x="1727745" y="350025"/>
                  </a:lnTo>
                  <a:lnTo>
                    <a:pt x="1662609" y="387631"/>
                  </a:lnTo>
                  <a:lnTo>
                    <a:pt x="1625004" y="322501"/>
                  </a:lnTo>
                  <a:lnTo>
                    <a:pt x="1690140" y="284895"/>
                  </a:lnTo>
                  <a:close/>
                </a:path>
                <a:path w="6694170" h="6997065">
                  <a:moveTo>
                    <a:pt x="1764516" y="416660"/>
                  </a:moveTo>
                  <a:lnTo>
                    <a:pt x="1800652" y="479248"/>
                  </a:lnTo>
                  <a:lnTo>
                    <a:pt x="1738063" y="515385"/>
                  </a:lnTo>
                  <a:lnTo>
                    <a:pt x="1701927" y="452796"/>
                  </a:lnTo>
                  <a:lnTo>
                    <a:pt x="1764516" y="416660"/>
                  </a:lnTo>
                  <a:close/>
                </a:path>
                <a:path w="6694170" h="6997065">
                  <a:moveTo>
                    <a:pt x="1838897" y="548424"/>
                  </a:moveTo>
                  <a:lnTo>
                    <a:pt x="1873565" y="608472"/>
                  </a:lnTo>
                  <a:lnTo>
                    <a:pt x="1813517" y="643140"/>
                  </a:lnTo>
                  <a:lnTo>
                    <a:pt x="1778850" y="583092"/>
                  </a:lnTo>
                  <a:lnTo>
                    <a:pt x="1838897" y="548424"/>
                  </a:lnTo>
                  <a:close/>
                </a:path>
                <a:path w="6694170" h="6997065">
                  <a:moveTo>
                    <a:pt x="1913386" y="679791"/>
                  </a:moveTo>
                  <a:lnTo>
                    <a:pt x="1946880" y="737802"/>
                  </a:lnTo>
                  <a:lnTo>
                    <a:pt x="1888870" y="771291"/>
                  </a:lnTo>
                  <a:lnTo>
                    <a:pt x="1855375" y="713280"/>
                  </a:lnTo>
                  <a:lnTo>
                    <a:pt x="1913386" y="679791"/>
                  </a:lnTo>
                  <a:close/>
                </a:path>
                <a:path w="6694170" h="6997065">
                  <a:moveTo>
                    <a:pt x="1987873" y="811153"/>
                  </a:moveTo>
                  <a:lnTo>
                    <a:pt x="2020196" y="867132"/>
                  </a:lnTo>
                  <a:lnTo>
                    <a:pt x="1964218" y="899448"/>
                  </a:lnTo>
                  <a:lnTo>
                    <a:pt x="1931895" y="843475"/>
                  </a:lnTo>
                  <a:lnTo>
                    <a:pt x="1987873" y="811153"/>
                  </a:lnTo>
                  <a:close/>
                </a:path>
                <a:path w="6694170" h="6997065">
                  <a:moveTo>
                    <a:pt x="2062256" y="942923"/>
                  </a:moveTo>
                  <a:lnTo>
                    <a:pt x="2093103" y="996349"/>
                  </a:lnTo>
                  <a:lnTo>
                    <a:pt x="2039671" y="1027202"/>
                  </a:lnTo>
                  <a:lnTo>
                    <a:pt x="2008824" y="973771"/>
                  </a:lnTo>
                  <a:lnTo>
                    <a:pt x="2062256" y="942923"/>
                  </a:lnTo>
                  <a:close/>
                </a:path>
                <a:path w="6694170" h="6997065">
                  <a:moveTo>
                    <a:pt x="2136738" y="1074285"/>
                  </a:moveTo>
                  <a:lnTo>
                    <a:pt x="2166412" y="1125685"/>
                  </a:lnTo>
                  <a:lnTo>
                    <a:pt x="2115018" y="1155360"/>
                  </a:lnTo>
                  <a:lnTo>
                    <a:pt x="2085344" y="1103959"/>
                  </a:lnTo>
                  <a:lnTo>
                    <a:pt x="2136738" y="1074285"/>
                  </a:lnTo>
                  <a:close/>
                </a:path>
                <a:path w="6694170" h="6997065">
                  <a:moveTo>
                    <a:pt x="2211232" y="1205658"/>
                  </a:moveTo>
                  <a:lnTo>
                    <a:pt x="2239728" y="1255015"/>
                  </a:lnTo>
                  <a:lnTo>
                    <a:pt x="2190366" y="1283511"/>
                  </a:lnTo>
                  <a:lnTo>
                    <a:pt x="2161870" y="1234154"/>
                  </a:lnTo>
                  <a:lnTo>
                    <a:pt x="2211232" y="1205658"/>
                  </a:lnTo>
                  <a:close/>
                </a:path>
                <a:path w="6694170" h="6997065">
                  <a:moveTo>
                    <a:pt x="2285608" y="1337417"/>
                  </a:moveTo>
                  <a:lnTo>
                    <a:pt x="2312635" y="1384239"/>
                  </a:lnTo>
                  <a:lnTo>
                    <a:pt x="2265819" y="1411265"/>
                  </a:lnTo>
                  <a:lnTo>
                    <a:pt x="2238792" y="1364449"/>
                  </a:lnTo>
                  <a:lnTo>
                    <a:pt x="2285608" y="1337417"/>
                  </a:lnTo>
                  <a:close/>
                </a:path>
                <a:path w="6694170" h="6997065">
                  <a:moveTo>
                    <a:pt x="2359990" y="1469187"/>
                  </a:moveTo>
                  <a:lnTo>
                    <a:pt x="2385548" y="1513462"/>
                  </a:lnTo>
                  <a:lnTo>
                    <a:pt x="2341273" y="1539020"/>
                  </a:lnTo>
                  <a:lnTo>
                    <a:pt x="2315715" y="1494751"/>
                  </a:lnTo>
                  <a:lnTo>
                    <a:pt x="2359990" y="1469187"/>
                  </a:lnTo>
                  <a:close/>
                </a:path>
                <a:path w="6694170" h="6997065">
                  <a:moveTo>
                    <a:pt x="2434472" y="1600554"/>
                  </a:moveTo>
                  <a:lnTo>
                    <a:pt x="2458858" y="1642792"/>
                  </a:lnTo>
                  <a:lnTo>
                    <a:pt x="2416626" y="1667171"/>
                  </a:lnTo>
                  <a:lnTo>
                    <a:pt x="2392241" y="1624934"/>
                  </a:lnTo>
                  <a:lnTo>
                    <a:pt x="2434472" y="1600554"/>
                  </a:lnTo>
                  <a:close/>
                </a:path>
                <a:path w="6694170" h="6997065">
                  <a:moveTo>
                    <a:pt x="2508847" y="1732319"/>
                  </a:moveTo>
                  <a:lnTo>
                    <a:pt x="2531765" y="1772015"/>
                  </a:lnTo>
                  <a:lnTo>
                    <a:pt x="2492081" y="1794925"/>
                  </a:lnTo>
                  <a:lnTo>
                    <a:pt x="2469164" y="1755235"/>
                  </a:lnTo>
                  <a:lnTo>
                    <a:pt x="2508847" y="1732319"/>
                  </a:lnTo>
                  <a:close/>
                </a:path>
                <a:path w="6694170" h="6997065">
                  <a:moveTo>
                    <a:pt x="2583449" y="1863284"/>
                  </a:moveTo>
                  <a:lnTo>
                    <a:pt x="2605483" y="1901452"/>
                  </a:lnTo>
                  <a:lnTo>
                    <a:pt x="2567315" y="1923486"/>
                  </a:lnTo>
                  <a:lnTo>
                    <a:pt x="2545281" y="1885324"/>
                  </a:lnTo>
                  <a:lnTo>
                    <a:pt x="2583449" y="1863284"/>
                  </a:lnTo>
                  <a:close/>
                </a:path>
                <a:path w="6694170" h="6997065">
                  <a:moveTo>
                    <a:pt x="2657932" y="1994651"/>
                  </a:moveTo>
                  <a:lnTo>
                    <a:pt x="2678793" y="2030782"/>
                  </a:lnTo>
                  <a:lnTo>
                    <a:pt x="2642668" y="2051637"/>
                  </a:lnTo>
                  <a:lnTo>
                    <a:pt x="2621807" y="2015512"/>
                  </a:lnTo>
                  <a:lnTo>
                    <a:pt x="2657932" y="1994651"/>
                  </a:lnTo>
                  <a:close/>
                </a:path>
                <a:path w="6694170" h="6997065">
                  <a:moveTo>
                    <a:pt x="2732314" y="2126421"/>
                  </a:moveTo>
                  <a:lnTo>
                    <a:pt x="2751706" y="2160005"/>
                  </a:lnTo>
                  <a:lnTo>
                    <a:pt x="2718122" y="2179392"/>
                  </a:lnTo>
                  <a:lnTo>
                    <a:pt x="2698730" y="2145808"/>
                  </a:lnTo>
                  <a:lnTo>
                    <a:pt x="2732314" y="2126421"/>
                  </a:lnTo>
                  <a:close/>
                </a:path>
                <a:path w="6694170" h="6997065">
                  <a:moveTo>
                    <a:pt x="2806909" y="2257380"/>
                  </a:moveTo>
                  <a:lnTo>
                    <a:pt x="2825419" y="2289441"/>
                  </a:lnTo>
                  <a:lnTo>
                    <a:pt x="2793363" y="2307945"/>
                  </a:lnTo>
                  <a:lnTo>
                    <a:pt x="2774853" y="2275890"/>
                  </a:lnTo>
                  <a:lnTo>
                    <a:pt x="2806909" y="2257380"/>
                  </a:lnTo>
                  <a:close/>
                </a:path>
                <a:path w="6694170" h="6997065">
                  <a:moveTo>
                    <a:pt x="2881285" y="2389150"/>
                  </a:moveTo>
                  <a:lnTo>
                    <a:pt x="2898325" y="2418665"/>
                  </a:lnTo>
                  <a:lnTo>
                    <a:pt x="2868817" y="2435705"/>
                  </a:lnTo>
                  <a:lnTo>
                    <a:pt x="2851776" y="2406185"/>
                  </a:lnTo>
                  <a:lnTo>
                    <a:pt x="2881285" y="2389150"/>
                  </a:lnTo>
                  <a:close/>
                </a:path>
                <a:path w="6694170" h="6997065">
                  <a:moveTo>
                    <a:pt x="2955886" y="2520109"/>
                  </a:moveTo>
                  <a:lnTo>
                    <a:pt x="2972044" y="2548101"/>
                  </a:lnTo>
                  <a:lnTo>
                    <a:pt x="2944052" y="2564259"/>
                  </a:lnTo>
                  <a:lnTo>
                    <a:pt x="2927894" y="2536267"/>
                  </a:lnTo>
                  <a:lnTo>
                    <a:pt x="2955886" y="2520109"/>
                  </a:lnTo>
                  <a:close/>
                </a:path>
                <a:path w="6694170" h="6997065">
                  <a:moveTo>
                    <a:pt x="3030369" y="2651482"/>
                  </a:moveTo>
                  <a:lnTo>
                    <a:pt x="3045354" y="2677431"/>
                  </a:lnTo>
                  <a:lnTo>
                    <a:pt x="3019405" y="2692410"/>
                  </a:lnTo>
                  <a:lnTo>
                    <a:pt x="3004420" y="2666461"/>
                  </a:lnTo>
                  <a:lnTo>
                    <a:pt x="3030369" y="2651482"/>
                  </a:lnTo>
                  <a:close/>
                </a:path>
                <a:path w="6694170" h="6997065">
                  <a:moveTo>
                    <a:pt x="3104857" y="2782844"/>
                  </a:moveTo>
                  <a:lnTo>
                    <a:pt x="3118663" y="2806755"/>
                  </a:lnTo>
                  <a:lnTo>
                    <a:pt x="3094746" y="2820568"/>
                  </a:lnTo>
                  <a:lnTo>
                    <a:pt x="3080940" y="2796651"/>
                  </a:lnTo>
                  <a:lnTo>
                    <a:pt x="3104857" y="2782844"/>
                  </a:lnTo>
                  <a:close/>
                </a:path>
                <a:path w="6694170" h="6997065">
                  <a:moveTo>
                    <a:pt x="3179345" y="2914211"/>
                  </a:moveTo>
                  <a:lnTo>
                    <a:pt x="3191979" y="2936091"/>
                  </a:lnTo>
                  <a:lnTo>
                    <a:pt x="3170099" y="2948725"/>
                  </a:lnTo>
                  <a:lnTo>
                    <a:pt x="3157465" y="2926839"/>
                  </a:lnTo>
                  <a:lnTo>
                    <a:pt x="3179345" y="2914211"/>
                  </a:lnTo>
                  <a:close/>
                </a:path>
                <a:path w="6694170" h="6997065">
                  <a:moveTo>
                    <a:pt x="3253940" y="3045176"/>
                  </a:moveTo>
                  <a:lnTo>
                    <a:pt x="3265691" y="3065528"/>
                  </a:lnTo>
                  <a:lnTo>
                    <a:pt x="3245334" y="3077285"/>
                  </a:lnTo>
                  <a:lnTo>
                    <a:pt x="3233583" y="3056927"/>
                  </a:lnTo>
                  <a:lnTo>
                    <a:pt x="3253940" y="3045176"/>
                  </a:lnTo>
                  <a:close/>
                </a:path>
                <a:path w="6694170" h="6997065">
                  <a:moveTo>
                    <a:pt x="3328535" y="3176135"/>
                  </a:moveTo>
                  <a:lnTo>
                    <a:pt x="3339404" y="3194964"/>
                  </a:lnTo>
                  <a:lnTo>
                    <a:pt x="3320575" y="3205839"/>
                  </a:lnTo>
                  <a:lnTo>
                    <a:pt x="3309706" y="3187010"/>
                  </a:lnTo>
                  <a:lnTo>
                    <a:pt x="3328535" y="3176135"/>
                  </a:lnTo>
                  <a:close/>
                </a:path>
                <a:path w="6694170" h="6997065">
                  <a:moveTo>
                    <a:pt x="3403131" y="3307105"/>
                  </a:moveTo>
                  <a:lnTo>
                    <a:pt x="3413117" y="3324407"/>
                  </a:lnTo>
                  <a:lnTo>
                    <a:pt x="3395816" y="3334393"/>
                  </a:lnTo>
                  <a:lnTo>
                    <a:pt x="3385830" y="3317092"/>
                  </a:lnTo>
                  <a:lnTo>
                    <a:pt x="3403131" y="3307105"/>
                  </a:lnTo>
                  <a:close/>
                </a:path>
                <a:path w="6694170" h="6997065">
                  <a:moveTo>
                    <a:pt x="3477618" y="3438467"/>
                  </a:moveTo>
                  <a:lnTo>
                    <a:pt x="3486432" y="3453731"/>
                  </a:lnTo>
                  <a:lnTo>
                    <a:pt x="3471163" y="3462550"/>
                  </a:lnTo>
                  <a:lnTo>
                    <a:pt x="3462349" y="3447280"/>
                  </a:lnTo>
                  <a:lnTo>
                    <a:pt x="3477618" y="3438467"/>
                  </a:lnTo>
                  <a:close/>
                </a:path>
                <a:path w="6694170" h="6997065">
                  <a:moveTo>
                    <a:pt x="3552208" y="3569426"/>
                  </a:moveTo>
                  <a:lnTo>
                    <a:pt x="3560145" y="3583167"/>
                  </a:lnTo>
                  <a:lnTo>
                    <a:pt x="3546403" y="3591105"/>
                  </a:lnTo>
                  <a:lnTo>
                    <a:pt x="3538466" y="3577363"/>
                  </a:lnTo>
                  <a:lnTo>
                    <a:pt x="3552208" y="3569426"/>
                  </a:lnTo>
                  <a:close/>
                </a:path>
                <a:path w="6694170" h="6997065">
                  <a:moveTo>
                    <a:pt x="3626803" y="3700397"/>
                  </a:moveTo>
                  <a:lnTo>
                    <a:pt x="3633858" y="3712610"/>
                  </a:lnTo>
                  <a:lnTo>
                    <a:pt x="3621644" y="3719659"/>
                  </a:lnTo>
                  <a:lnTo>
                    <a:pt x="3614590" y="3707445"/>
                  </a:lnTo>
                  <a:lnTo>
                    <a:pt x="3626803" y="3700397"/>
                  </a:lnTo>
                  <a:close/>
                </a:path>
                <a:path w="6694170" h="6997065">
                  <a:moveTo>
                    <a:pt x="3701286" y="3831764"/>
                  </a:moveTo>
                  <a:lnTo>
                    <a:pt x="3707161" y="3841940"/>
                  </a:lnTo>
                  <a:lnTo>
                    <a:pt x="3696986" y="3847815"/>
                  </a:lnTo>
                  <a:lnTo>
                    <a:pt x="3691110" y="3837640"/>
                  </a:lnTo>
                  <a:lnTo>
                    <a:pt x="3701286" y="3831764"/>
                  </a:lnTo>
                  <a:close/>
                </a:path>
                <a:path w="6694170" h="6997065">
                  <a:moveTo>
                    <a:pt x="3775993" y="3962326"/>
                  </a:moveTo>
                  <a:lnTo>
                    <a:pt x="3781282" y="3971483"/>
                  </a:lnTo>
                  <a:lnTo>
                    <a:pt x="3772125" y="3976773"/>
                  </a:lnTo>
                  <a:lnTo>
                    <a:pt x="3766836" y="3967609"/>
                  </a:lnTo>
                  <a:lnTo>
                    <a:pt x="3775993" y="3962326"/>
                  </a:lnTo>
                  <a:close/>
                </a:path>
                <a:path w="6694170" h="6997065">
                  <a:moveTo>
                    <a:pt x="3850695" y="4092888"/>
                  </a:moveTo>
                  <a:lnTo>
                    <a:pt x="3855392" y="4101027"/>
                  </a:lnTo>
                  <a:lnTo>
                    <a:pt x="3847253" y="4105730"/>
                  </a:lnTo>
                  <a:lnTo>
                    <a:pt x="3842556" y="4097585"/>
                  </a:lnTo>
                  <a:lnTo>
                    <a:pt x="3850695" y="4092888"/>
                  </a:lnTo>
                  <a:close/>
                </a:path>
                <a:path w="6694170" h="6997065">
                  <a:moveTo>
                    <a:pt x="3925396" y="4223450"/>
                  </a:moveTo>
                  <a:lnTo>
                    <a:pt x="3929513" y="4230576"/>
                  </a:lnTo>
                  <a:lnTo>
                    <a:pt x="3922387" y="4234686"/>
                  </a:lnTo>
                  <a:lnTo>
                    <a:pt x="3918271" y="4227561"/>
                  </a:lnTo>
                  <a:lnTo>
                    <a:pt x="3925396" y="4223450"/>
                  </a:lnTo>
                  <a:close/>
                </a:path>
                <a:path w="6694170" h="6997065">
                  <a:moveTo>
                    <a:pt x="3999991" y="4354415"/>
                  </a:moveTo>
                  <a:lnTo>
                    <a:pt x="4003225" y="4360012"/>
                  </a:lnTo>
                  <a:lnTo>
                    <a:pt x="3997628" y="4363246"/>
                  </a:lnTo>
                  <a:lnTo>
                    <a:pt x="3994394" y="4357649"/>
                  </a:lnTo>
                  <a:lnTo>
                    <a:pt x="3999991" y="4354415"/>
                  </a:lnTo>
                  <a:close/>
                </a:path>
                <a:path w="6694170" h="6997065">
                  <a:moveTo>
                    <a:pt x="4074693" y="4484977"/>
                  </a:moveTo>
                  <a:lnTo>
                    <a:pt x="4077335" y="4489556"/>
                  </a:lnTo>
                  <a:lnTo>
                    <a:pt x="4072756" y="4492197"/>
                  </a:lnTo>
                  <a:lnTo>
                    <a:pt x="4070115" y="4487624"/>
                  </a:lnTo>
                  <a:lnTo>
                    <a:pt x="4074693" y="4484977"/>
                  </a:lnTo>
                  <a:close/>
                </a:path>
                <a:path w="6694170" h="6997065">
                  <a:moveTo>
                    <a:pt x="4149400" y="4615539"/>
                  </a:moveTo>
                  <a:lnTo>
                    <a:pt x="4151456" y="4619099"/>
                  </a:lnTo>
                  <a:lnTo>
                    <a:pt x="4147890" y="4621160"/>
                  </a:lnTo>
                  <a:lnTo>
                    <a:pt x="4145835" y="4617600"/>
                  </a:lnTo>
                  <a:lnTo>
                    <a:pt x="4149400" y="4615539"/>
                  </a:lnTo>
                  <a:close/>
                </a:path>
                <a:path w="6694170" h="6997065">
                  <a:moveTo>
                    <a:pt x="4224096" y="4746107"/>
                  </a:moveTo>
                  <a:lnTo>
                    <a:pt x="4225565" y="4748648"/>
                  </a:lnTo>
                  <a:lnTo>
                    <a:pt x="4223024" y="4750117"/>
                  </a:lnTo>
                  <a:lnTo>
                    <a:pt x="4221555" y="4747576"/>
                  </a:lnTo>
                  <a:lnTo>
                    <a:pt x="4224096" y="4746107"/>
                  </a:lnTo>
                  <a:close/>
                </a:path>
                <a:path w="6694170" h="6997065">
                  <a:moveTo>
                    <a:pt x="4298798" y="4876663"/>
                  </a:moveTo>
                  <a:lnTo>
                    <a:pt x="4299680" y="4878191"/>
                  </a:lnTo>
                  <a:lnTo>
                    <a:pt x="4298158" y="4879074"/>
                  </a:lnTo>
                  <a:lnTo>
                    <a:pt x="4297276" y="4877546"/>
                  </a:lnTo>
                  <a:lnTo>
                    <a:pt x="4298798" y="4876663"/>
                  </a:lnTo>
                  <a:close/>
                </a:path>
                <a:path w="6694170" h="6997065">
                  <a:moveTo>
                    <a:pt x="1275768" y="0"/>
                  </a:moveTo>
                  <a:lnTo>
                    <a:pt x="1357736" y="0"/>
                  </a:lnTo>
                  <a:lnTo>
                    <a:pt x="1379256" y="37276"/>
                  </a:lnTo>
                  <a:lnTo>
                    <a:pt x="1306492" y="79288"/>
                  </a:lnTo>
                  <a:lnTo>
                    <a:pt x="1264480" y="6517"/>
                  </a:lnTo>
                  <a:lnTo>
                    <a:pt x="1275768" y="0"/>
                  </a:lnTo>
                  <a:close/>
                </a:path>
                <a:path w="6694170" h="6997065">
                  <a:moveTo>
                    <a:pt x="1411727" y="95872"/>
                  </a:moveTo>
                  <a:lnTo>
                    <a:pt x="1452567" y="166605"/>
                  </a:lnTo>
                  <a:lnTo>
                    <a:pt x="1381839" y="207445"/>
                  </a:lnTo>
                  <a:lnTo>
                    <a:pt x="1341000" y="136706"/>
                  </a:lnTo>
                  <a:lnTo>
                    <a:pt x="1411727" y="95872"/>
                  </a:lnTo>
                  <a:close/>
                </a:path>
                <a:path w="6694170" h="6997065">
                  <a:moveTo>
                    <a:pt x="1486221" y="227240"/>
                  </a:moveTo>
                  <a:lnTo>
                    <a:pt x="1525882" y="295936"/>
                  </a:lnTo>
                  <a:lnTo>
                    <a:pt x="1457186" y="335596"/>
                  </a:lnTo>
                  <a:lnTo>
                    <a:pt x="1417525" y="266900"/>
                  </a:lnTo>
                  <a:lnTo>
                    <a:pt x="1486221" y="227240"/>
                  </a:lnTo>
                  <a:close/>
                </a:path>
                <a:path w="6694170" h="6997065">
                  <a:moveTo>
                    <a:pt x="1560709" y="358601"/>
                  </a:moveTo>
                  <a:lnTo>
                    <a:pt x="1599191" y="425260"/>
                  </a:lnTo>
                  <a:lnTo>
                    <a:pt x="1532527" y="463748"/>
                  </a:lnTo>
                  <a:lnTo>
                    <a:pt x="1494045" y="397090"/>
                  </a:lnTo>
                  <a:lnTo>
                    <a:pt x="1560709" y="358601"/>
                  </a:lnTo>
                  <a:close/>
                </a:path>
                <a:path w="6694170" h="6997065">
                  <a:moveTo>
                    <a:pt x="1635192" y="489969"/>
                  </a:moveTo>
                  <a:lnTo>
                    <a:pt x="1672501" y="554596"/>
                  </a:lnTo>
                  <a:lnTo>
                    <a:pt x="1607874" y="591911"/>
                  </a:lnTo>
                  <a:lnTo>
                    <a:pt x="1570565" y="527284"/>
                  </a:lnTo>
                  <a:lnTo>
                    <a:pt x="1635192" y="489969"/>
                  </a:lnTo>
                  <a:close/>
                </a:path>
                <a:path w="6694170" h="6997065">
                  <a:moveTo>
                    <a:pt x="1709573" y="621739"/>
                  </a:moveTo>
                  <a:lnTo>
                    <a:pt x="1745414" y="683818"/>
                  </a:lnTo>
                  <a:lnTo>
                    <a:pt x="1683328" y="719659"/>
                  </a:lnTo>
                  <a:lnTo>
                    <a:pt x="1647488" y="657579"/>
                  </a:lnTo>
                  <a:lnTo>
                    <a:pt x="1709573" y="621739"/>
                  </a:lnTo>
                  <a:close/>
                </a:path>
                <a:path w="6694170" h="6997065">
                  <a:moveTo>
                    <a:pt x="1783949" y="753503"/>
                  </a:moveTo>
                  <a:lnTo>
                    <a:pt x="1818321" y="813042"/>
                  </a:lnTo>
                  <a:lnTo>
                    <a:pt x="1758783" y="847413"/>
                  </a:lnTo>
                  <a:lnTo>
                    <a:pt x="1724411" y="787875"/>
                  </a:lnTo>
                  <a:lnTo>
                    <a:pt x="1783949" y="753503"/>
                  </a:lnTo>
                  <a:close/>
                </a:path>
                <a:path w="6694170" h="6997065">
                  <a:moveTo>
                    <a:pt x="1858332" y="885268"/>
                  </a:moveTo>
                  <a:lnTo>
                    <a:pt x="1891234" y="942266"/>
                  </a:lnTo>
                  <a:lnTo>
                    <a:pt x="1834242" y="975168"/>
                  </a:lnTo>
                  <a:lnTo>
                    <a:pt x="1801334" y="918177"/>
                  </a:lnTo>
                  <a:lnTo>
                    <a:pt x="1858332" y="885268"/>
                  </a:lnTo>
                  <a:close/>
                </a:path>
                <a:path w="6694170" h="6997065">
                  <a:moveTo>
                    <a:pt x="1932820" y="1016635"/>
                  </a:moveTo>
                  <a:lnTo>
                    <a:pt x="1964550" y="1071590"/>
                  </a:lnTo>
                  <a:lnTo>
                    <a:pt x="1909589" y="1103320"/>
                  </a:lnTo>
                  <a:lnTo>
                    <a:pt x="1877859" y="1048365"/>
                  </a:lnTo>
                  <a:lnTo>
                    <a:pt x="1932820" y="1016635"/>
                  </a:lnTo>
                  <a:close/>
                </a:path>
                <a:path w="6694170" h="6997065">
                  <a:moveTo>
                    <a:pt x="2007302" y="1148003"/>
                  </a:moveTo>
                  <a:lnTo>
                    <a:pt x="2037859" y="1200925"/>
                  </a:lnTo>
                  <a:lnTo>
                    <a:pt x="1984937" y="1231482"/>
                  </a:lnTo>
                  <a:lnTo>
                    <a:pt x="1954385" y="1178560"/>
                  </a:lnTo>
                  <a:lnTo>
                    <a:pt x="2007302" y="1148003"/>
                  </a:lnTo>
                  <a:close/>
                </a:path>
                <a:path w="6694170" h="6997065">
                  <a:moveTo>
                    <a:pt x="2081683" y="1279767"/>
                  </a:moveTo>
                  <a:lnTo>
                    <a:pt x="2110766" y="1330143"/>
                  </a:lnTo>
                  <a:lnTo>
                    <a:pt x="2060390" y="1359231"/>
                  </a:lnTo>
                  <a:lnTo>
                    <a:pt x="2031302" y="1308855"/>
                  </a:lnTo>
                  <a:lnTo>
                    <a:pt x="2081683" y="1279767"/>
                  </a:lnTo>
                  <a:close/>
                </a:path>
                <a:path w="6694170" h="6997065">
                  <a:moveTo>
                    <a:pt x="2156172" y="1411129"/>
                  </a:moveTo>
                  <a:lnTo>
                    <a:pt x="2184082" y="1459479"/>
                  </a:lnTo>
                  <a:lnTo>
                    <a:pt x="2135743" y="1487388"/>
                  </a:lnTo>
                  <a:lnTo>
                    <a:pt x="2107828" y="1439038"/>
                  </a:lnTo>
                  <a:lnTo>
                    <a:pt x="2156172" y="1411129"/>
                  </a:lnTo>
                  <a:close/>
                </a:path>
                <a:path w="6694170" h="6997065">
                  <a:moveTo>
                    <a:pt x="2230441" y="1543302"/>
                  </a:moveTo>
                  <a:lnTo>
                    <a:pt x="2256585" y="1588590"/>
                  </a:lnTo>
                  <a:lnTo>
                    <a:pt x="2211298" y="1614740"/>
                  </a:lnTo>
                  <a:lnTo>
                    <a:pt x="2185153" y="1569453"/>
                  </a:lnTo>
                  <a:lnTo>
                    <a:pt x="2230441" y="1543302"/>
                  </a:lnTo>
                  <a:close/>
                </a:path>
                <a:path w="6694170" h="6997065">
                  <a:moveTo>
                    <a:pt x="2304929" y="1674670"/>
                  </a:moveTo>
                  <a:lnTo>
                    <a:pt x="2329901" y="1717919"/>
                  </a:lnTo>
                  <a:lnTo>
                    <a:pt x="2286651" y="1742891"/>
                  </a:lnTo>
                  <a:lnTo>
                    <a:pt x="2261679" y="1699641"/>
                  </a:lnTo>
                  <a:lnTo>
                    <a:pt x="2304929" y="1674670"/>
                  </a:lnTo>
                  <a:close/>
                </a:path>
                <a:path w="6694170" h="6997065">
                  <a:moveTo>
                    <a:pt x="2379311" y="1806434"/>
                  </a:moveTo>
                  <a:lnTo>
                    <a:pt x="2402814" y="1847143"/>
                  </a:lnTo>
                  <a:lnTo>
                    <a:pt x="2362104" y="1870646"/>
                  </a:lnTo>
                  <a:lnTo>
                    <a:pt x="2338602" y="1829936"/>
                  </a:lnTo>
                  <a:lnTo>
                    <a:pt x="2379311" y="1806434"/>
                  </a:lnTo>
                  <a:close/>
                </a:path>
                <a:path w="6694170" h="6997065">
                  <a:moveTo>
                    <a:pt x="2453794" y="1937801"/>
                  </a:moveTo>
                  <a:lnTo>
                    <a:pt x="2476118" y="1976473"/>
                  </a:lnTo>
                  <a:lnTo>
                    <a:pt x="2437446" y="1998797"/>
                  </a:lnTo>
                  <a:lnTo>
                    <a:pt x="2415122" y="1960132"/>
                  </a:lnTo>
                  <a:lnTo>
                    <a:pt x="2453794" y="1937801"/>
                  </a:lnTo>
                  <a:close/>
                </a:path>
                <a:path w="6694170" h="6997065">
                  <a:moveTo>
                    <a:pt x="2528395" y="2068766"/>
                  </a:moveTo>
                  <a:lnTo>
                    <a:pt x="2549836" y="2105910"/>
                  </a:lnTo>
                  <a:lnTo>
                    <a:pt x="2512687" y="2127357"/>
                  </a:lnTo>
                  <a:lnTo>
                    <a:pt x="2491245" y="2090214"/>
                  </a:lnTo>
                  <a:lnTo>
                    <a:pt x="2528395" y="2068766"/>
                  </a:lnTo>
                  <a:close/>
                </a:path>
                <a:path w="6694170" h="6997065">
                  <a:moveTo>
                    <a:pt x="2602771" y="2200531"/>
                  </a:moveTo>
                  <a:lnTo>
                    <a:pt x="2622749" y="2235133"/>
                  </a:lnTo>
                  <a:lnTo>
                    <a:pt x="2588147" y="2255112"/>
                  </a:lnTo>
                  <a:lnTo>
                    <a:pt x="2568168" y="2220510"/>
                  </a:lnTo>
                  <a:lnTo>
                    <a:pt x="2602771" y="2200531"/>
                  </a:lnTo>
                  <a:close/>
                </a:path>
                <a:path w="6694170" h="6997065">
                  <a:moveTo>
                    <a:pt x="2677253" y="2331893"/>
                  </a:moveTo>
                  <a:lnTo>
                    <a:pt x="2696059" y="2364464"/>
                  </a:lnTo>
                  <a:lnTo>
                    <a:pt x="2663488" y="2383263"/>
                  </a:lnTo>
                  <a:lnTo>
                    <a:pt x="2644688" y="2350698"/>
                  </a:lnTo>
                  <a:lnTo>
                    <a:pt x="2677253" y="2331893"/>
                  </a:lnTo>
                  <a:close/>
                </a:path>
                <a:path w="6694170" h="6997065">
                  <a:moveTo>
                    <a:pt x="2751747" y="2463266"/>
                  </a:moveTo>
                  <a:lnTo>
                    <a:pt x="2769374" y="2493793"/>
                  </a:lnTo>
                  <a:lnTo>
                    <a:pt x="2738841" y="2511420"/>
                  </a:lnTo>
                  <a:lnTo>
                    <a:pt x="2721214" y="2480893"/>
                  </a:lnTo>
                  <a:lnTo>
                    <a:pt x="2751747" y="2463266"/>
                  </a:lnTo>
                  <a:close/>
                </a:path>
                <a:path w="6694170" h="6997065">
                  <a:moveTo>
                    <a:pt x="2826230" y="2594628"/>
                  </a:moveTo>
                  <a:lnTo>
                    <a:pt x="2842678" y="2623124"/>
                  </a:lnTo>
                  <a:lnTo>
                    <a:pt x="2814188" y="2639578"/>
                  </a:lnTo>
                  <a:lnTo>
                    <a:pt x="2797733" y="2611082"/>
                  </a:lnTo>
                  <a:lnTo>
                    <a:pt x="2826230" y="2594628"/>
                  </a:lnTo>
                  <a:close/>
                </a:path>
                <a:path w="6694170" h="6997065">
                  <a:moveTo>
                    <a:pt x="2900825" y="2725586"/>
                  </a:moveTo>
                  <a:lnTo>
                    <a:pt x="2916396" y="2752560"/>
                  </a:lnTo>
                  <a:lnTo>
                    <a:pt x="2889429" y="2768132"/>
                  </a:lnTo>
                  <a:lnTo>
                    <a:pt x="2873857" y="2741158"/>
                  </a:lnTo>
                  <a:lnTo>
                    <a:pt x="2900825" y="2725586"/>
                  </a:lnTo>
                  <a:close/>
                </a:path>
                <a:path w="6694170" h="6997065">
                  <a:moveTo>
                    <a:pt x="2975313" y="2856959"/>
                  </a:moveTo>
                  <a:lnTo>
                    <a:pt x="2989706" y="2881895"/>
                  </a:lnTo>
                  <a:lnTo>
                    <a:pt x="2964776" y="2896288"/>
                  </a:lnTo>
                  <a:lnTo>
                    <a:pt x="2950377" y="2871358"/>
                  </a:lnTo>
                  <a:lnTo>
                    <a:pt x="2975313" y="2856959"/>
                  </a:lnTo>
                  <a:close/>
                </a:path>
                <a:path w="6694170" h="6997065">
                  <a:moveTo>
                    <a:pt x="3049689" y="2988724"/>
                  </a:moveTo>
                  <a:lnTo>
                    <a:pt x="3062613" y="3011113"/>
                  </a:lnTo>
                  <a:lnTo>
                    <a:pt x="3040224" y="3024043"/>
                  </a:lnTo>
                  <a:lnTo>
                    <a:pt x="3027300" y="3001648"/>
                  </a:lnTo>
                  <a:lnTo>
                    <a:pt x="3049689" y="2988724"/>
                  </a:lnTo>
                  <a:close/>
                </a:path>
                <a:path w="6694170" h="6997065">
                  <a:moveTo>
                    <a:pt x="3124284" y="3119689"/>
                  </a:moveTo>
                  <a:lnTo>
                    <a:pt x="3136326" y="3140550"/>
                  </a:lnTo>
                  <a:lnTo>
                    <a:pt x="3115465" y="3152597"/>
                  </a:lnTo>
                  <a:lnTo>
                    <a:pt x="3103423" y="3131736"/>
                  </a:lnTo>
                  <a:lnTo>
                    <a:pt x="3124284" y="3119689"/>
                  </a:lnTo>
                  <a:close/>
                </a:path>
                <a:path w="6694170" h="6997065">
                  <a:moveTo>
                    <a:pt x="3198880" y="3250647"/>
                  </a:moveTo>
                  <a:lnTo>
                    <a:pt x="3210044" y="3269986"/>
                  </a:lnTo>
                  <a:lnTo>
                    <a:pt x="3190705" y="3281151"/>
                  </a:lnTo>
                  <a:lnTo>
                    <a:pt x="3179540" y="3261812"/>
                  </a:lnTo>
                  <a:lnTo>
                    <a:pt x="3198880" y="3250647"/>
                  </a:lnTo>
                  <a:close/>
                </a:path>
                <a:path w="6694170" h="6997065">
                  <a:moveTo>
                    <a:pt x="3273475" y="3381618"/>
                  </a:moveTo>
                  <a:lnTo>
                    <a:pt x="3283757" y="3399429"/>
                  </a:lnTo>
                  <a:lnTo>
                    <a:pt x="3265947" y="3409711"/>
                  </a:lnTo>
                  <a:lnTo>
                    <a:pt x="3255664" y="3391901"/>
                  </a:lnTo>
                  <a:lnTo>
                    <a:pt x="3273475" y="3381618"/>
                  </a:lnTo>
                  <a:close/>
                </a:path>
                <a:path w="6694170" h="6997065">
                  <a:moveTo>
                    <a:pt x="3347957" y="3512986"/>
                  </a:moveTo>
                  <a:lnTo>
                    <a:pt x="3357067" y="3528759"/>
                  </a:lnTo>
                  <a:lnTo>
                    <a:pt x="3341294" y="3537868"/>
                  </a:lnTo>
                  <a:lnTo>
                    <a:pt x="3332184" y="3522089"/>
                  </a:lnTo>
                  <a:lnTo>
                    <a:pt x="3347957" y="3512986"/>
                  </a:lnTo>
                  <a:close/>
                </a:path>
                <a:path w="6694170" h="6997065">
                  <a:moveTo>
                    <a:pt x="3422558" y="3643944"/>
                  </a:moveTo>
                  <a:lnTo>
                    <a:pt x="3430785" y="3658189"/>
                  </a:lnTo>
                  <a:lnTo>
                    <a:pt x="3416535" y="3666416"/>
                  </a:lnTo>
                  <a:lnTo>
                    <a:pt x="3408308" y="3652171"/>
                  </a:lnTo>
                  <a:lnTo>
                    <a:pt x="3422558" y="3643944"/>
                  </a:lnTo>
                  <a:close/>
                </a:path>
                <a:path w="6694170" h="6997065">
                  <a:moveTo>
                    <a:pt x="3497154" y="3774909"/>
                  </a:moveTo>
                  <a:lnTo>
                    <a:pt x="3504498" y="3787632"/>
                  </a:lnTo>
                  <a:lnTo>
                    <a:pt x="3491775" y="3794977"/>
                  </a:lnTo>
                  <a:lnTo>
                    <a:pt x="3484430" y="3782254"/>
                  </a:lnTo>
                  <a:lnTo>
                    <a:pt x="3497154" y="3774909"/>
                  </a:lnTo>
                  <a:close/>
                </a:path>
                <a:path w="6694170" h="6997065">
                  <a:moveTo>
                    <a:pt x="3571749" y="3905875"/>
                  </a:moveTo>
                  <a:lnTo>
                    <a:pt x="3578211" y="3917069"/>
                  </a:lnTo>
                  <a:lnTo>
                    <a:pt x="3567010" y="3923531"/>
                  </a:lnTo>
                  <a:lnTo>
                    <a:pt x="3560548" y="3912343"/>
                  </a:lnTo>
                  <a:lnTo>
                    <a:pt x="3571749" y="3905875"/>
                  </a:lnTo>
                  <a:close/>
                </a:path>
                <a:path w="6694170" h="6997065">
                  <a:moveTo>
                    <a:pt x="3646237" y="4037242"/>
                  </a:moveTo>
                  <a:lnTo>
                    <a:pt x="3651526" y="4046399"/>
                  </a:lnTo>
                  <a:lnTo>
                    <a:pt x="3642363" y="4051688"/>
                  </a:lnTo>
                  <a:lnTo>
                    <a:pt x="3637074" y="4042531"/>
                  </a:lnTo>
                  <a:lnTo>
                    <a:pt x="3646237" y="4037242"/>
                  </a:lnTo>
                  <a:close/>
                </a:path>
                <a:path w="6694170" h="6997065">
                  <a:moveTo>
                    <a:pt x="3720933" y="4167804"/>
                  </a:moveTo>
                  <a:lnTo>
                    <a:pt x="3725636" y="4175948"/>
                  </a:lnTo>
                  <a:lnTo>
                    <a:pt x="3717492" y="4180645"/>
                  </a:lnTo>
                  <a:lnTo>
                    <a:pt x="3712795" y="4172506"/>
                  </a:lnTo>
                  <a:lnTo>
                    <a:pt x="3720933" y="4167804"/>
                  </a:lnTo>
                  <a:close/>
                </a:path>
                <a:path w="6694170" h="6997065">
                  <a:moveTo>
                    <a:pt x="3795635" y="4298366"/>
                  </a:moveTo>
                  <a:lnTo>
                    <a:pt x="3799751" y="4305491"/>
                  </a:lnTo>
                  <a:lnTo>
                    <a:pt x="3792626" y="4309608"/>
                  </a:lnTo>
                  <a:lnTo>
                    <a:pt x="3788509" y="4302482"/>
                  </a:lnTo>
                  <a:lnTo>
                    <a:pt x="3795635" y="4298366"/>
                  </a:lnTo>
                  <a:close/>
                </a:path>
                <a:path w="6694170" h="6997065">
                  <a:moveTo>
                    <a:pt x="3870342" y="4428928"/>
                  </a:moveTo>
                  <a:lnTo>
                    <a:pt x="3873866" y="4435034"/>
                  </a:lnTo>
                  <a:lnTo>
                    <a:pt x="3867754" y="4438559"/>
                  </a:lnTo>
                  <a:lnTo>
                    <a:pt x="3864229" y="4432458"/>
                  </a:lnTo>
                  <a:lnTo>
                    <a:pt x="3870342" y="4428928"/>
                  </a:lnTo>
                  <a:close/>
                </a:path>
                <a:path w="6694170" h="6997065">
                  <a:moveTo>
                    <a:pt x="3944937" y="4559899"/>
                  </a:moveTo>
                  <a:lnTo>
                    <a:pt x="3947579" y="4564471"/>
                  </a:lnTo>
                  <a:lnTo>
                    <a:pt x="3942994" y="4567119"/>
                  </a:lnTo>
                  <a:lnTo>
                    <a:pt x="3940352" y="4562540"/>
                  </a:lnTo>
                  <a:lnTo>
                    <a:pt x="3944937" y="4559899"/>
                  </a:lnTo>
                  <a:close/>
                </a:path>
                <a:path w="6694170" h="6997065">
                  <a:moveTo>
                    <a:pt x="4019639" y="4690461"/>
                  </a:moveTo>
                  <a:lnTo>
                    <a:pt x="4021694" y="4694020"/>
                  </a:lnTo>
                  <a:lnTo>
                    <a:pt x="4018128" y="4696076"/>
                  </a:lnTo>
                  <a:lnTo>
                    <a:pt x="4016073" y="4692516"/>
                  </a:lnTo>
                  <a:lnTo>
                    <a:pt x="4019639" y="4690461"/>
                  </a:lnTo>
                  <a:close/>
                </a:path>
                <a:path w="6694170" h="6997065">
                  <a:moveTo>
                    <a:pt x="4094340" y="4821023"/>
                  </a:moveTo>
                  <a:lnTo>
                    <a:pt x="4095809" y="4823564"/>
                  </a:lnTo>
                  <a:lnTo>
                    <a:pt x="4093268" y="4825033"/>
                  </a:lnTo>
                  <a:lnTo>
                    <a:pt x="4091799" y="4822492"/>
                  </a:lnTo>
                  <a:lnTo>
                    <a:pt x="4094340" y="4821023"/>
                  </a:lnTo>
                  <a:close/>
                </a:path>
                <a:path w="6694170" h="6997065">
                  <a:moveTo>
                    <a:pt x="4169042" y="4951579"/>
                  </a:moveTo>
                  <a:lnTo>
                    <a:pt x="4169925" y="4953107"/>
                  </a:lnTo>
                  <a:lnTo>
                    <a:pt x="4168397" y="4953989"/>
                  </a:lnTo>
                  <a:lnTo>
                    <a:pt x="4167514" y="4952461"/>
                  </a:lnTo>
                  <a:lnTo>
                    <a:pt x="4169042" y="4951579"/>
                  </a:lnTo>
                  <a:close/>
                </a:path>
                <a:path w="6694170" h="6997065">
                  <a:moveTo>
                    <a:pt x="1087024" y="0"/>
                  </a:moveTo>
                  <a:lnTo>
                    <a:pt x="1145330" y="0"/>
                  </a:lnTo>
                  <a:lnTo>
                    <a:pt x="1101603" y="25247"/>
                  </a:lnTo>
                  <a:lnTo>
                    <a:pt x="1087024" y="0"/>
                  </a:lnTo>
                  <a:close/>
                </a:path>
                <a:path w="6694170" h="6997065">
                  <a:moveTo>
                    <a:pt x="1208022" y="37419"/>
                  </a:moveTo>
                  <a:lnTo>
                    <a:pt x="1251504" y="112731"/>
                  </a:lnTo>
                  <a:lnTo>
                    <a:pt x="1176192" y="156212"/>
                  </a:lnTo>
                  <a:lnTo>
                    <a:pt x="1132710" y="80900"/>
                  </a:lnTo>
                  <a:lnTo>
                    <a:pt x="1208022" y="37419"/>
                  </a:lnTo>
                  <a:close/>
                </a:path>
                <a:path w="6694170" h="6997065">
                  <a:moveTo>
                    <a:pt x="1282404" y="169183"/>
                  </a:moveTo>
                  <a:lnTo>
                    <a:pt x="1324416" y="241954"/>
                  </a:lnTo>
                  <a:lnTo>
                    <a:pt x="1251645" y="283966"/>
                  </a:lnTo>
                  <a:lnTo>
                    <a:pt x="1209633" y="211195"/>
                  </a:lnTo>
                  <a:lnTo>
                    <a:pt x="1282404" y="169183"/>
                  </a:lnTo>
                  <a:close/>
                </a:path>
                <a:path w="6694170" h="6997065">
                  <a:moveTo>
                    <a:pt x="1356780" y="300953"/>
                  </a:moveTo>
                  <a:lnTo>
                    <a:pt x="1397324" y="371177"/>
                  </a:lnTo>
                  <a:lnTo>
                    <a:pt x="1327106" y="411720"/>
                  </a:lnTo>
                  <a:lnTo>
                    <a:pt x="1286562" y="341497"/>
                  </a:lnTo>
                  <a:lnTo>
                    <a:pt x="1356780" y="300953"/>
                  </a:lnTo>
                  <a:close/>
                </a:path>
                <a:path w="6694170" h="6997065">
                  <a:moveTo>
                    <a:pt x="1431268" y="432315"/>
                  </a:moveTo>
                  <a:lnTo>
                    <a:pt x="1470639" y="500507"/>
                  </a:lnTo>
                  <a:lnTo>
                    <a:pt x="1402447" y="539878"/>
                  </a:lnTo>
                  <a:lnTo>
                    <a:pt x="1363082" y="471686"/>
                  </a:lnTo>
                  <a:lnTo>
                    <a:pt x="1431268" y="432315"/>
                  </a:lnTo>
                  <a:close/>
                </a:path>
                <a:path w="6694170" h="6997065">
                  <a:moveTo>
                    <a:pt x="1505757" y="563683"/>
                  </a:moveTo>
                  <a:lnTo>
                    <a:pt x="1543949" y="629838"/>
                  </a:lnTo>
                  <a:lnTo>
                    <a:pt x="1477794" y="668030"/>
                  </a:lnTo>
                  <a:lnTo>
                    <a:pt x="1439602" y="601875"/>
                  </a:lnTo>
                  <a:lnTo>
                    <a:pt x="1505757" y="563683"/>
                  </a:lnTo>
                  <a:close/>
                </a:path>
                <a:path w="6694170" h="6997065">
                  <a:moveTo>
                    <a:pt x="1580133" y="695453"/>
                  </a:moveTo>
                  <a:lnTo>
                    <a:pt x="1616856" y="759060"/>
                  </a:lnTo>
                  <a:lnTo>
                    <a:pt x="1553254" y="795783"/>
                  </a:lnTo>
                  <a:lnTo>
                    <a:pt x="1516531" y="732176"/>
                  </a:lnTo>
                  <a:lnTo>
                    <a:pt x="1580133" y="695453"/>
                  </a:lnTo>
                  <a:close/>
                </a:path>
                <a:path w="6694170" h="6997065">
                  <a:moveTo>
                    <a:pt x="1654514" y="827217"/>
                  </a:moveTo>
                  <a:lnTo>
                    <a:pt x="1689768" y="888284"/>
                  </a:lnTo>
                  <a:lnTo>
                    <a:pt x="1628708" y="923537"/>
                  </a:lnTo>
                  <a:lnTo>
                    <a:pt x="1593454" y="862471"/>
                  </a:lnTo>
                  <a:lnTo>
                    <a:pt x="1654514" y="827217"/>
                  </a:lnTo>
                  <a:close/>
                </a:path>
                <a:path w="6694170" h="6997065">
                  <a:moveTo>
                    <a:pt x="1728890" y="958981"/>
                  </a:moveTo>
                  <a:lnTo>
                    <a:pt x="1762681" y="1017507"/>
                  </a:lnTo>
                  <a:lnTo>
                    <a:pt x="1704162" y="1051292"/>
                  </a:lnTo>
                  <a:lnTo>
                    <a:pt x="1670377" y="992767"/>
                  </a:lnTo>
                  <a:lnTo>
                    <a:pt x="1728890" y="958981"/>
                  </a:lnTo>
                  <a:close/>
                </a:path>
                <a:path w="6694170" h="6997065">
                  <a:moveTo>
                    <a:pt x="1803272" y="1090752"/>
                  </a:moveTo>
                  <a:lnTo>
                    <a:pt x="1835588" y="1146724"/>
                  </a:lnTo>
                  <a:lnTo>
                    <a:pt x="1779615" y="1179040"/>
                  </a:lnTo>
                  <a:lnTo>
                    <a:pt x="1747299" y="1123067"/>
                  </a:lnTo>
                  <a:lnTo>
                    <a:pt x="1803272" y="1090752"/>
                  </a:lnTo>
                  <a:close/>
                </a:path>
                <a:path w="6694170" h="6997065">
                  <a:moveTo>
                    <a:pt x="1877761" y="1222113"/>
                  </a:moveTo>
                  <a:lnTo>
                    <a:pt x="1908904" y="1276055"/>
                  </a:lnTo>
                  <a:lnTo>
                    <a:pt x="1854963" y="1307198"/>
                  </a:lnTo>
                  <a:lnTo>
                    <a:pt x="1823819" y="1253257"/>
                  </a:lnTo>
                  <a:lnTo>
                    <a:pt x="1877761" y="1222113"/>
                  </a:lnTo>
                  <a:close/>
                </a:path>
                <a:path w="6694170" h="6997065">
                  <a:moveTo>
                    <a:pt x="1952142" y="1353883"/>
                  </a:moveTo>
                  <a:lnTo>
                    <a:pt x="1981817" y="1405278"/>
                  </a:lnTo>
                  <a:lnTo>
                    <a:pt x="1930416" y="1434952"/>
                  </a:lnTo>
                  <a:lnTo>
                    <a:pt x="1900742" y="1383558"/>
                  </a:lnTo>
                  <a:lnTo>
                    <a:pt x="1952142" y="1353883"/>
                  </a:lnTo>
                  <a:close/>
                </a:path>
                <a:path w="6694170" h="6997065">
                  <a:moveTo>
                    <a:pt x="2026625" y="1485251"/>
                  </a:moveTo>
                  <a:lnTo>
                    <a:pt x="2055121" y="1534608"/>
                  </a:lnTo>
                  <a:lnTo>
                    <a:pt x="2005770" y="1563104"/>
                  </a:lnTo>
                  <a:lnTo>
                    <a:pt x="1977268" y="1513747"/>
                  </a:lnTo>
                  <a:lnTo>
                    <a:pt x="2026625" y="1485251"/>
                  </a:lnTo>
                  <a:close/>
                </a:path>
                <a:path w="6694170" h="6997065">
                  <a:moveTo>
                    <a:pt x="2101007" y="1617015"/>
                  </a:moveTo>
                  <a:lnTo>
                    <a:pt x="2128033" y="1663831"/>
                  </a:lnTo>
                  <a:lnTo>
                    <a:pt x="2081223" y="1690858"/>
                  </a:lnTo>
                  <a:lnTo>
                    <a:pt x="2054191" y="1644042"/>
                  </a:lnTo>
                  <a:lnTo>
                    <a:pt x="2101007" y="1617015"/>
                  </a:lnTo>
                  <a:close/>
                </a:path>
                <a:path w="6694170" h="6997065">
                  <a:moveTo>
                    <a:pt x="2175383" y="1748785"/>
                  </a:moveTo>
                  <a:lnTo>
                    <a:pt x="2200941" y="1793054"/>
                  </a:lnTo>
                  <a:lnTo>
                    <a:pt x="2156678" y="1818613"/>
                  </a:lnTo>
                  <a:lnTo>
                    <a:pt x="2131119" y="1774344"/>
                  </a:lnTo>
                  <a:lnTo>
                    <a:pt x="2175383" y="1748785"/>
                  </a:lnTo>
                  <a:close/>
                </a:path>
                <a:path w="6694170" h="6997065">
                  <a:moveTo>
                    <a:pt x="2249764" y="1880550"/>
                  </a:moveTo>
                  <a:lnTo>
                    <a:pt x="2273853" y="1922278"/>
                  </a:lnTo>
                  <a:lnTo>
                    <a:pt x="2232131" y="1946367"/>
                  </a:lnTo>
                  <a:lnTo>
                    <a:pt x="2208042" y="1904639"/>
                  </a:lnTo>
                  <a:lnTo>
                    <a:pt x="2249764" y="1880550"/>
                  </a:lnTo>
                  <a:close/>
                </a:path>
                <a:path w="6694170" h="6997065">
                  <a:moveTo>
                    <a:pt x="2324253" y="2011917"/>
                  </a:moveTo>
                  <a:lnTo>
                    <a:pt x="2347169" y="2051607"/>
                  </a:lnTo>
                  <a:lnTo>
                    <a:pt x="2307479" y="2074524"/>
                  </a:lnTo>
                  <a:lnTo>
                    <a:pt x="2284562" y="2034834"/>
                  </a:lnTo>
                  <a:lnTo>
                    <a:pt x="2324253" y="2011917"/>
                  </a:lnTo>
                  <a:close/>
                </a:path>
                <a:path w="6694170" h="6997065">
                  <a:moveTo>
                    <a:pt x="2398735" y="2143285"/>
                  </a:moveTo>
                  <a:lnTo>
                    <a:pt x="2420479" y="2180938"/>
                  </a:lnTo>
                  <a:lnTo>
                    <a:pt x="2382820" y="2202681"/>
                  </a:lnTo>
                  <a:lnTo>
                    <a:pt x="2361082" y="2165022"/>
                  </a:lnTo>
                  <a:lnTo>
                    <a:pt x="2398735" y="2143285"/>
                  </a:lnTo>
                  <a:close/>
                </a:path>
                <a:path w="6694170" h="6997065">
                  <a:moveTo>
                    <a:pt x="2473223" y="2274647"/>
                  </a:moveTo>
                  <a:lnTo>
                    <a:pt x="2493788" y="2310268"/>
                  </a:lnTo>
                  <a:lnTo>
                    <a:pt x="2458173" y="2330832"/>
                  </a:lnTo>
                  <a:lnTo>
                    <a:pt x="2437608" y="2295211"/>
                  </a:lnTo>
                  <a:lnTo>
                    <a:pt x="2473223" y="2274647"/>
                  </a:lnTo>
                  <a:close/>
                </a:path>
                <a:path w="6694170" h="6997065">
                  <a:moveTo>
                    <a:pt x="2547712" y="2406008"/>
                  </a:moveTo>
                  <a:lnTo>
                    <a:pt x="2567104" y="2439598"/>
                  </a:lnTo>
                  <a:lnTo>
                    <a:pt x="2533520" y="2458990"/>
                  </a:lnTo>
                  <a:lnTo>
                    <a:pt x="2514128" y="2425400"/>
                  </a:lnTo>
                  <a:lnTo>
                    <a:pt x="2547712" y="2406008"/>
                  </a:lnTo>
                  <a:close/>
                </a:path>
                <a:path w="6694170" h="6997065">
                  <a:moveTo>
                    <a:pt x="2622200" y="2537376"/>
                  </a:moveTo>
                  <a:lnTo>
                    <a:pt x="2640413" y="2568928"/>
                  </a:lnTo>
                  <a:lnTo>
                    <a:pt x="2608867" y="2587141"/>
                  </a:lnTo>
                  <a:lnTo>
                    <a:pt x="2590648" y="2555589"/>
                  </a:lnTo>
                  <a:lnTo>
                    <a:pt x="2622200" y="2537376"/>
                  </a:lnTo>
                  <a:close/>
                </a:path>
                <a:path w="6694170" h="6997065">
                  <a:moveTo>
                    <a:pt x="2696576" y="2669146"/>
                  </a:moveTo>
                  <a:lnTo>
                    <a:pt x="2713326" y="2698151"/>
                  </a:lnTo>
                  <a:lnTo>
                    <a:pt x="2684321" y="2714895"/>
                  </a:lnTo>
                  <a:lnTo>
                    <a:pt x="2667577" y="2685890"/>
                  </a:lnTo>
                  <a:lnTo>
                    <a:pt x="2696576" y="2669146"/>
                  </a:lnTo>
                  <a:close/>
                </a:path>
                <a:path w="6694170" h="6997065">
                  <a:moveTo>
                    <a:pt x="2771171" y="2800111"/>
                  </a:moveTo>
                  <a:lnTo>
                    <a:pt x="2787039" y="2827588"/>
                  </a:lnTo>
                  <a:lnTo>
                    <a:pt x="2759556" y="2843456"/>
                  </a:lnTo>
                  <a:lnTo>
                    <a:pt x="2743694" y="2815979"/>
                  </a:lnTo>
                  <a:lnTo>
                    <a:pt x="2771171" y="2800111"/>
                  </a:lnTo>
                  <a:close/>
                </a:path>
                <a:path w="6694170" h="6997065">
                  <a:moveTo>
                    <a:pt x="2845659" y="2931473"/>
                  </a:moveTo>
                  <a:lnTo>
                    <a:pt x="2860348" y="2956918"/>
                  </a:lnTo>
                  <a:lnTo>
                    <a:pt x="2834909" y="2971607"/>
                  </a:lnTo>
                  <a:lnTo>
                    <a:pt x="2820220" y="2946162"/>
                  </a:lnTo>
                  <a:lnTo>
                    <a:pt x="2845659" y="2931473"/>
                  </a:lnTo>
                  <a:close/>
                </a:path>
                <a:path w="6694170" h="6997065">
                  <a:moveTo>
                    <a:pt x="2920148" y="3062840"/>
                  </a:moveTo>
                  <a:lnTo>
                    <a:pt x="2933664" y="3086242"/>
                  </a:lnTo>
                  <a:lnTo>
                    <a:pt x="2910250" y="3099759"/>
                  </a:lnTo>
                  <a:lnTo>
                    <a:pt x="2896740" y="3076357"/>
                  </a:lnTo>
                  <a:lnTo>
                    <a:pt x="2920148" y="3062840"/>
                  </a:lnTo>
                  <a:close/>
                </a:path>
                <a:path w="6694170" h="6997065">
                  <a:moveTo>
                    <a:pt x="2994630" y="3194208"/>
                  </a:moveTo>
                  <a:lnTo>
                    <a:pt x="3006974" y="3215578"/>
                  </a:lnTo>
                  <a:lnTo>
                    <a:pt x="2985603" y="3227916"/>
                  </a:lnTo>
                  <a:lnTo>
                    <a:pt x="2973265" y="3206545"/>
                  </a:lnTo>
                  <a:lnTo>
                    <a:pt x="2994630" y="3194208"/>
                  </a:lnTo>
                  <a:close/>
                </a:path>
                <a:path w="6694170" h="6997065">
                  <a:moveTo>
                    <a:pt x="3069225" y="3325173"/>
                  </a:moveTo>
                  <a:lnTo>
                    <a:pt x="3080686" y="3345021"/>
                  </a:lnTo>
                  <a:lnTo>
                    <a:pt x="3060838" y="3356476"/>
                  </a:lnTo>
                  <a:lnTo>
                    <a:pt x="3049383" y="3336628"/>
                  </a:lnTo>
                  <a:lnTo>
                    <a:pt x="3069225" y="3325173"/>
                  </a:lnTo>
                  <a:close/>
                </a:path>
                <a:path w="6694170" h="6997065">
                  <a:moveTo>
                    <a:pt x="3143826" y="3456131"/>
                  </a:moveTo>
                  <a:lnTo>
                    <a:pt x="3154405" y="3474451"/>
                  </a:lnTo>
                  <a:lnTo>
                    <a:pt x="3136079" y="3485030"/>
                  </a:lnTo>
                  <a:lnTo>
                    <a:pt x="3125500" y="3466710"/>
                  </a:lnTo>
                  <a:lnTo>
                    <a:pt x="3143826" y="3456131"/>
                  </a:lnTo>
                  <a:close/>
                </a:path>
                <a:path w="6694170" h="6997065">
                  <a:moveTo>
                    <a:pt x="3218309" y="3587504"/>
                  </a:moveTo>
                  <a:lnTo>
                    <a:pt x="3227709" y="3603781"/>
                  </a:lnTo>
                  <a:lnTo>
                    <a:pt x="3211432" y="3613181"/>
                  </a:lnTo>
                  <a:lnTo>
                    <a:pt x="3202032" y="3596904"/>
                  </a:lnTo>
                  <a:lnTo>
                    <a:pt x="3218309" y="3587504"/>
                  </a:lnTo>
                  <a:close/>
                </a:path>
                <a:path w="6694170" h="6997065">
                  <a:moveTo>
                    <a:pt x="3292904" y="3718463"/>
                  </a:moveTo>
                  <a:lnTo>
                    <a:pt x="3301421" y="3733223"/>
                  </a:lnTo>
                  <a:lnTo>
                    <a:pt x="3286667" y="3741741"/>
                  </a:lnTo>
                  <a:lnTo>
                    <a:pt x="3278144" y="3726986"/>
                  </a:lnTo>
                  <a:lnTo>
                    <a:pt x="3292904" y="3718463"/>
                  </a:lnTo>
                  <a:close/>
                </a:path>
                <a:path w="6694170" h="6997065">
                  <a:moveTo>
                    <a:pt x="3367504" y="3849428"/>
                  </a:moveTo>
                  <a:lnTo>
                    <a:pt x="3375140" y="3862654"/>
                  </a:lnTo>
                  <a:lnTo>
                    <a:pt x="3361908" y="3870295"/>
                  </a:lnTo>
                  <a:lnTo>
                    <a:pt x="3354267" y="3857069"/>
                  </a:lnTo>
                  <a:lnTo>
                    <a:pt x="3367504" y="3849428"/>
                  </a:lnTo>
                  <a:close/>
                </a:path>
                <a:path w="6694170" h="6997065">
                  <a:moveTo>
                    <a:pt x="3442094" y="3980393"/>
                  </a:moveTo>
                  <a:lnTo>
                    <a:pt x="3448852" y="3992096"/>
                  </a:lnTo>
                  <a:lnTo>
                    <a:pt x="3437148" y="3998855"/>
                  </a:lnTo>
                  <a:lnTo>
                    <a:pt x="3430390" y="3987151"/>
                  </a:lnTo>
                  <a:lnTo>
                    <a:pt x="3442094" y="3980393"/>
                  </a:lnTo>
                  <a:close/>
                </a:path>
                <a:path w="6694170" h="6997065">
                  <a:moveTo>
                    <a:pt x="3516582" y="4111760"/>
                  </a:moveTo>
                  <a:lnTo>
                    <a:pt x="3522162" y="4121427"/>
                  </a:lnTo>
                  <a:lnTo>
                    <a:pt x="3512495" y="4127006"/>
                  </a:lnTo>
                  <a:lnTo>
                    <a:pt x="3506916" y="4117340"/>
                  </a:lnTo>
                  <a:lnTo>
                    <a:pt x="3516582" y="4111760"/>
                  </a:lnTo>
                  <a:close/>
                </a:path>
                <a:path w="6694170" h="6997065">
                  <a:moveTo>
                    <a:pt x="3591284" y="4242316"/>
                  </a:moveTo>
                  <a:lnTo>
                    <a:pt x="3596277" y="4250970"/>
                  </a:lnTo>
                  <a:lnTo>
                    <a:pt x="3587629" y="4255963"/>
                  </a:lnTo>
                  <a:lnTo>
                    <a:pt x="3582630" y="4247309"/>
                  </a:lnTo>
                  <a:lnTo>
                    <a:pt x="3591284" y="4242316"/>
                  </a:lnTo>
                  <a:close/>
                </a:path>
                <a:path w="6694170" h="6997065">
                  <a:moveTo>
                    <a:pt x="3665986" y="4372878"/>
                  </a:moveTo>
                  <a:lnTo>
                    <a:pt x="3670393" y="4380513"/>
                  </a:lnTo>
                  <a:lnTo>
                    <a:pt x="3662758" y="4384920"/>
                  </a:lnTo>
                  <a:lnTo>
                    <a:pt x="3658351" y="4377285"/>
                  </a:lnTo>
                  <a:lnTo>
                    <a:pt x="3665986" y="4372878"/>
                  </a:lnTo>
                  <a:close/>
                </a:path>
                <a:path w="6694170" h="6997065">
                  <a:moveTo>
                    <a:pt x="3740581" y="4503849"/>
                  </a:moveTo>
                  <a:lnTo>
                    <a:pt x="3744105" y="4509950"/>
                  </a:lnTo>
                  <a:lnTo>
                    <a:pt x="3737999" y="4513474"/>
                  </a:lnTo>
                  <a:lnTo>
                    <a:pt x="3734474" y="4507373"/>
                  </a:lnTo>
                  <a:lnTo>
                    <a:pt x="3740581" y="4503849"/>
                  </a:lnTo>
                  <a:close/>
                </a:path>
                <a:path w="6694170" h="6997065">
                  <a:moveTo>
                    <a:pt x="3815282" y="4634411"/>
                  </a:moveTo>
                  <a:lnTo>
                    <a:pt x="3818220" y="4639499"/>
                  </a:lnTo>
                  <a:lnTo>
                    <a:pt x="3813132" y="4642437"/>
                  </a:lnTo>
                  <a:lnTo>
                    <a:pt x="3810195" y="4637349"/>
                  </a:lnTo>
                  <a:lnTo>
                    <a:pt x="3815282" y="4634411"/>
                  </a:lnTo>
                  <a:close/>
                </a:path>
                <a:path w="6694170" h="6997065">
                  <a:moveTo>
                    <a:pt x="3889984" y="4764973"/>
                  </a:moveTo>
                  <a:lnTo>
                    <a:pt x="3892335" y="4769048"/>
                  </a:lnTo>
                  <a:lnTo>
                    <a:pt x="3888266" y="4771400"/>
                  </a:lnTo>
                  <a:lnTo>
                    <a:pt x="3885915" y="4767325"/>
                  </a:lnTo>
                  <a:lnTo>
                    <a:pt x="3889984" y="4764973"/>
                  </a:lnTo>
                  <a:close/>
                </a:path>
                <a:path w="6694170" h="6997065">
                  <a:moveTo>
                    <a:pt x="3964692" y="4895535"/>
                  </a:moveTo>
                  <a:lnTo>
                    <a:pt x="3966451" y="4898586"/>
                  </a:lnTo>
                  <a:lnTo>
                    <a:pt x="3963395" y="4900351"/>
                  </a:lnTo>
                  <a:lnTo>
                    <a:pt x="3961629" y="4897300"/>
                  </a:lnTo>
                  <a:lnTo>
                    <a:pt x="3964692" y="4895535"/>
                  </a:lnTo>
                  <a:close/>
                </a:path>
                <a:path w="6694170" h="6997065">
                  <a:moveTo>
                    <a:pt x="4039387" y="5026103"/>
                  </a:moveTo>
                  <a:lnTo>
                    <a:pt x="4040560" y="5028141"/>
                  </a:lnTo>
                  <a:lnTo>
                    <a:pt x="4038534" y="5029313"/>
                  </a:lnTo>
                  <a:lnTo>
                    <a:pt x="4037355" y="5027276"/>
                  </a:lnTo>
                  <a:lnTo>
                    <a:pt x="4039387" y="5026103"/>
                  </a:lnTo>
                  <a:close/>
                </a:path>
                <a:path w="6694170" h="6997065">
                  <a:moveTo>
                    <a:pt x="4113076" y="5157252"/>
                  </a:moveTo>
                  <a:lnTo>
                    <a:pt x="4114429" y="5157252"/>
                  </a:lnTo>
                  <a:lnTo>
                    <a:pt x="4114675" y="5157678"/>
                  </a:lnTo>
                  <a:lnTo>
                    <a:pt x="4113323" y="5157678"/>
                  </a:lnTo>
                  <a:lnTo>
                    <a:pt x="4113076" y="5157252"/>
                  </a:lnTo>
                  <a:close/>
                </a:path>
                <a:path w="6694170" h="6997065">
                  <a:moveTo>
                    <a:pt x="967880" y="0"/>
                  </a:moveTo>
                  <a:lnTo>
                    <a:pt x="1016462" y="0"/>
                  </a:lnTo>
                  <a:lnTo>
                    <a:pt x="1050441" y="58855"/>
                  </a:lnTo>
                  <a:lnTo>
                    <a:pt x="970551" y="104983"/>
                  </a:lnTo>
                  <a:lnTo>
                    <a:pt x="924422" y="25088"/>
                  </a:lnTo>
                  <a:lnTo>
                    <a:pt x="967880" y="0"/>
                  </a:lnTo>
                  <a:close/>
                </a:path>
                <a:path w="6694170" h="6997065">
                  <a:moveTo>
                    <a:pt x="1078694" y="110729"/>
                  </a:moveTo>
                  <a:lnTo>
                    <a:pt x="1123354" y="188078"/>
                  </a:lnTo>
                  <a:lnTo>
                    <a:pt x="1046005" y="232738"/>
                  </a:lnTo>
                  <a:lnTo>
                    <a:pt x="1001351" y="155389"/>
                  </a:lnTo>
                  <a:lnTo>
                    <a:pt x="1078694" y="110729"/>
                  </a:lnTo>
                  <a:close/>
                </a:path>
                <a:path w="6694170" h="6997065">
                  <a:moveTo>
                    <a:pt x="1153076" y="242499"/>
                  </a:moveTo>
                  <a:lnTo>
                    <a:pt x="1196261" y="317296"/>
                  </a:lnTo>
                  <a:lnTo>
                    <a:pt x="1121458" y="360486"/>
                  </a:lnTo>
                  <a:lnTo>
                    <a:pt x="1078273" y="285690"/>
                  </a:lnTo>
                  <a:lnTo>
                    <a:pt x="1153076" y="242499"/>
                  </a:lnTo>
                  <a:close/>
                </a:path>
                <a:path w="6694170" h="6997065">
                  <a:moveTo>
                    <a:pt x="1227345" y="374666"/>
                  </a:moveTo>
                  <a:lnTo>
                    <a:pt x="1268771" y="446418"/>
                  </a:lnTo>
                  <a:lnTo>
                    <a:pt x="1197019" y="487844"/>
                  </a:lnTo>
                  <a:lnTo>
                    <a:pt x="1155593" y="416092"/>
                  </a:lnTo>
                  <a:lnTo>
                    <a:pt x="1227345" y="374666"/>
                  </a:lnTo>
                  <a:close/>
                </a:path>
                <a:path w="6694170" h="6997065">
                  <a:moveTo>
                    <a:pt x="1301833" y="506028"/>
                  </a:moveTo>
                  <a:lnTo>
                    <a:pt x="1342086" y="575748"/>
                  </a:lnTo>
                  <a:lnTo>
                    <a:pt x="1272371" y="615995"/>
                  </a:lnTo>
                  <a:lnTo>
                    <a:pt x="1232118" y="546281"/>
                  </a:lnTo>
                  <a:lnTo>
                    <a:pt x="1301833" y="506028"/>
                  </a:lnTo>
                  <a:close/>
                </a:path>
                <a:path w="6694170" h="6997065">
                  <a:moveTo>
                    <a:pt x="1376315" y="637395"/>
                  </a:moveTo>
                  <a:lnTo>
                    <a:pt x="1415389" y="705078"/>
                  </a:lnTo>
                  <a:lnTo>
                    <a:pt x="1347713" y="744152"/>
                  </a:lnTo>
                  <a:lnTo>
                    <a:pt x="1308639" y="676470"/>
                  </a:lnTo>
                  <a:lnTo>
                    <a:pt x="1376315" y="637395"/>
                  </a:lnTo>
                  <a:close/>
                </a:path>
                <a:path w="6694170" h="6997065">
                  <a:moveTo>
                    <a:pt x="1450697" y="769165"/>
                  </a:moveTo>
                  <a:lnTo>
                    <a:pt x="1488303" y="834301"/>
                  </a:lnTo>
                  <a:lnTo>
                    <a:pt x="1423167" y="871907"/>
                  </a:lnTo>
                  <a:lnTo>
                    <a:pt x="1385561" y="806771"/>
                  </a:lnTo>
                  <a:lnTo>
                    <a:pt x="1450697" y="769165"/>
                  </a:lnTo>
                  <a:close/>
                </a:path>
                <a:path w="6694170" h="6997065">
                  <a:moveTo>
                    <a:pt x="1525079" y="900930"/>
                  </a:moveTo>
                  <a:lnTo>
                    <a:pt x="1561215" y="963524"/>
                  </a:lnTo>
                  <a:lnTo>
                    <a:pt x="1498626" y="999661"/>
                  </a:lnTo>
                  <a:lnTo>
                    <a:pt x="1462490" y="937066"/>
                  </a:lnTo>
                  <a:lnTo>
                    <a:pt x="1525079" y="900930"/>
                  </a:lnTo>
                  <a:close/>
                </a:path>
                <a:path w="6694170" h="6997065">
                  <a:moveTo>
                    <a:pt x="1599455" y="1032700"/>
                  </a:moveTo>
                  <a:lnTo>
                    <a:pt x="1634123" y="1092748"/>
                  </a:lnTo>
                  <a:lnTo>
                    <a:pt x="1574081" y="1127415"/>
                  </a:lnTo>
                  <a:lnTo>
                    <a:pt x="1539413" y="1067368"/>
                  </a:lnTo>
                  <a:lnTo>
                    <a:pt x="1599455" y="1032700"/>
                  </a:lnTo>
                  <a:close/>
                </a:path>
                <a:path w="6694170" h="6997065">
                  <a:moveTo>
                    <a:pt x="1673837" y="1164464"/>
                  </a:moveTo>
                  <a:lnTo>
                    <a:pt x="1707035" y="1221965"/>
                  </a:lnTo>
                  <a:lnTo>
                    <a:pt x="1649534" y="1255164"/>
                  </a:lnTo>
                  <a:lnTo>
                    <a:pt x="1616336" y="1197663"/>
                  </a:lnTo>
                  <a:lnTo>
                    <a:pt x="1673837" y="1164464"/>
                  </a:lnTo>
                  <a:close/>
                </a:path>
                <a:path w="6694170" h="6997065">
                  <a:moveTo>
                    <a:pt x="1748213" y="1296228"/>
                  </a:moveTo>
                  <a:lnTo>
                    <a:pt x="1779943" y="1351189"/>
                  </a:lnTo>
                  <a:lnTo>
                    <a:pt x="1724988" y="1382919"/>
                  </a:lnTo>
                  <a:lnTo>
                    <a:pt x="1693258" y="1327958"/>
                  </a:lnTo>
                  <a:lnTo>
                    <a:pt x="1748213" y="1296228"/>
                  </a:lnTo>
                  <a:close/>
                </a:path>
                <a:path w="6694170" h="6997065">
                  <a:moveTo>
                    <a:pt x="1822701" y="1427596"/>
                  </a:moveTo>
                  <a:lnTo>
                    <a:pt x="1853258" y="1480518"/>
                  </a:lnTo>
                  <a:lnTo>
                    <a:pt x="1800336" y="1511069"/>
                  </a:lnTo>
                  <a:lnTo>
                    <a:pt x="1769784" y="1458147"/>
                  </a:lnTo>
                  <a:lnTo>
                    <a:pt x="1822701" y="1427596"/>
                  </a:lnTo>
                  <a:close/>
                </a:path>
                <a:path w="6694170" h="6997065">
                  <a:moveTo>
                    <a:pt x="1897082" y="1559360"/>
                  </a:moveTo>
                  <a:lnTo>
                    <a:pt x="1926171" y="1609742"/>
                  </a:lnTo>
                  <a:lnTo>
                    <a:pt x="1875790" y="1638824"/>
                  </a:lnTo>
                  <a:lnTo>
                    <a:pt x="1846708" y="1588448"/>
                  </a:lnTo>
                  <a:lnTo>
                    <a:pt x="1897082" y="1559360"/>
                  </a:lnTo>
                  <a:close/>
                </a:path>
                <a:path w="6694170" h="6997065">
                  <a:moveTo>
                    <a:pt x="1971465" y="1691130"/>
                  </a:moveTo>
                  <a:lnTo>
                    <a:pt x="1999078" y="1738965"/>
                  </a:lnTo>
                  <a:lnTo>
                    <a:pt x="1951249" y="1766578"/>
                  </a:lnTo>
                  <a:lnTo>
                    <a:pt x="1923630" y="1718744"/>
                  </a:lnTo>
                  <a:lnTo>
                    <a:pt x="1971465" y="1691130"/>
                  </a:lnTo>
                  <a:close/>
                </a:path>
                <a:path w="6694170" h="6997065">
                  <a:moveTo>
                    <a:pt x="2045846" y="1822900"/>
                  </a:moveTo>
                  <a:lnTo>
                    <a:pt x="2071991" y="1868188"/>
                  </a:lnTo>
                  <a:lnTo>
                    <a:pt x="2026703" y="1894332"/>
                  </a:lnTo>
                  <a:lnTo>
                    <a:pt x="2000559" y="1849045"/>
                  </a:lnTo>
                  <a:lnTo>
                    <a:pt x="2045846" y="1822900"/>
                  </a:lnTo>
                  <a:close/>
                </a:path>
                <a:path w="6694170" h="6997065">
                  <a:moveTo>
                    <a:pt x="2120222" y="1954659"/>
                  </a:moveTo>
                  <a:lnTo>
                    <a:pt x="2144898" y="1997406"/>
                  </a:lnTo>
                  <a:lnTo>
                    <a:pt x="2102157" y="2022081"/>
                  </a:lnTo>
                  <a:lnTo>
                    <a:pt x="2077476" y="1979340"/>
                  </a:lnTo>
                  <a:lnTo>
                    <a:pt x="2120222" y="1954659"/>
                  </a:lnTo>
                  <a:close/>
                </a:path>
                <a:path w="6694170" h="6997065">
                  <a:moveTo>
                    <a:pt x="2194604" y="2086430"/>
                  </a:moveTo>
                  <a:lnTo>
                    <a:pt x="2217811" y="2126629"/>
                  </a:lnTo>
                  <a:lnTo>
                    <a:pt x="2177611" y="2149842"/>
                  </a:lnTo>
                  <a:lnTo>
                    <a:pt x="2154404" y="2109636"/>
                  </a:lnTo>
                  <a:lnTo>
                    <a:pt x="2194604" y="2086430"/>
                  </a:lnTo>
                  <a:close/>
                </a:path>
                <a:path w="6694170" h="6997065">
                  <a:moveTo>
                    <a:pt x="2269087" y="2217797"/>
                  </a:moveTo>
                  <a:lnTo>
                    <a:pt x="2291121" y="2255965"/>
                  </a:lnTo>
                  <a:lnTo>
                    <a:pt x="2252958" y="2277999"/>
                  </a:lnTo>
                  <a:lnTo>
                    <a:pt x="2230925" y="2239831"/>
                  </a:lnTo>
                  <a:lnTo>
                    <a:pt x="2269087" y="2217797"/>
                  </a:lnTo>
                  <a:close/>
                </a:path>
                <a:path w="6694170" h="6997065">
                  <a:moveTo>
                    <a:pt x="2343682" y="2348762"/>
                  </a:moveTo>
                  <a:lnTo>
                    <a:pt x="2364833" y="2385402"/>
                  </a:lnTo>
                  <a:lnTo>
                    <a:pt x="2328199" y="2406553"/>
                  </a:lnTo>
                  <a:lnTo>
                    <a:pt x="2307048" y="2369913"/>
                  </a:lnTo>
                  <a:lnTo>
                    <a:pt x="2343682" y="2348762"/>
                  </a:lnTo>
                  <a:close/>
                </a:path>
                <a:path w="6694170" h="6997065">
                  <a:moveTo>
                    <a:pt x="2418058" y="2480532"/>
                  </a:moveTo>
                  <a:lnTo>
                    <a:pt x="2437741" y="2514619"/>
                  </a:lnTo>
                  <a:lnTo>
                    <a:pt x="2403653" y="2534301"/>
                  </a:lnTo>
                  <a:lnTo>
                    <a:pt x="2383971" y="2500214"/>
                  </a:lnTo>
                  <a:lnTo>
                    <a:pt x="2418058" y="2480532"/>
                  </a:lnTo>
                  <a:close/>
                </a:path>
                <a:path w="6694170" h="6997065">
                  <a:moveTo>
                    <a:pt x="2492546" y="2611894"/>
                  </a:moveTo>
                  <a:lnTo>
                    <a:pt x="2511056" y="2643955"/>
                  </a:lnTo>
                  <a:lnTo>
                    <a:pt x="2479000" y="2662464"/>
                  </a:lnTo>
                  <a:lnTo>
                    <a:pt x="2460491" y="2630403"/>
                  </a:lnTo>
                  <a:lnTo>
                    <a:pt x="2492546" y="2611894"/>
                  </a:lnTo>
                  <a:close/>
                </a:path>
                <a:path w="6694170" h="6997065">
                  <a:moveTo>
                    <a:pt x="2566928" y="2743664"/>
                  </a:moveTo>
                  <a:lnTo>
                    <a:pt x="2583968" y="2773172"/>
                  </a:lnTo>
                  <a:lnTo>
                    <a:pt x="2554454" y="2790213"/>
                  </a:lnTo>
                  <a:lnTo>
                    <a:pt x="2537413" y="2760704"/>
                  </a:lnTo>
                  <a:lnTo>
                    <a:pt x="2566928" y="2743664"/>
                  </a:lnTo>
                  <a:close/>
                </a:path>
                <a:path w="6694170" h="6997065">
                  <a:moveTo>
                    <a:pt x="2641523" y="2874622"/>
                  </a:moveTo>
                  <a:lnTo>
                    <a:pt x="2657682" y="2902609"/>
                  </a:lnTo>
                  <a:lnTo>
                    <a:pt x="2629695" y="2918767"/>
                  </a:lnTo>
                  <a:lnTo>
                    <a:pt x="2613537" y="2890780"/>
                  </a:lnTo>
                  <a:lnTo>
                    <a:pt x="2641523" y="2874622"/>
                  </a:lnTo>
                  <a:close/>
                </a:path>
                <a:path w="6694170" h="6997065">
                  <a:moveTo>
                    <a:pt x="2716012" y="3005990"/>
                  </a:moveTo>
                  <a:lnTo>
                    <a:pt x="2730997" y="3031945"/>
                  </a:lnTo>
                  <a:lnTo>
                    <a:pt x="2705042" y="3046930"/>
                  </a:lnTo>
                  <a:lnTo>
                    <a:pt x="2690056" y="3020975"/>
                  </a:lnTo>
                  <a:lnTo>
                    <a:pt x="2716012" y="3005990"/>
                  </a:lnTo>
                  <a:close/>
                </a:path>
                <a:path w="6694170" h="6997065">
                  <a:moveTo>
                    <a:pt x="2790494" y="3137357"/>
                  </a:moveTo>
                  <a:lnTo>
                    <a:pt x="2804300" y="3161275"/>
                  </a:lnTo>
                  <a:lnTo>
                    <a:pt x="2780389" y="3175081"/>
                  </a:lnTo>
                  <a:lnTo>
                    <a:pt x="2766582" y="3151164"/>
                  </a:lnTo>
                  <a:lnTo>
                    <a:pt x="2790494" y="3137357"/>
                  </a:lnTo>
                  <a:close/>
                </a:path>
                <a:path w="6694170" h="6997065">
                  <a:moveTo>
                    <a:pt x="2864982" y="3268725"/>
                  </a:moveTo>
                  <a:lnTo>
                    <a:pt x="2877616" y="3290598"/>
                  </a:lnTo>
                  <a:lnTo>
                    <a:pt x="2855730" y="3303232"/>
                  </a:lnTo>
                  <a:lnTo>
                    <a:pt x="2843102" y="3281359"/>
                  </a:lnTo>
                  <a:lnTo>
                    <a:pt x="2864982" y="3268725"/>
                  </a:lnTo>
                  <a:close/>
                </a:path>
                <a:path w="6694170" h="6997065">
                  <a:moveTo>
                    <a:pt x="2939577" y="3399683"/>
                  </a:moveTo>
                  <a:lnTo>
                    <a:pt x="2951329" y="3420035"/>
                  </a:lnTo>
                  <a:lnTo>
                    <a:pt x="2930971" y="3431786"/>
                  </a:lnTo>
                  <a:lnTo>
                    <a:pt x="2919220" y="3411435"/>
                  </a:lnTo>
                  <a:lnTo>
                    <a:pt x="2939577" y="3399683"/>
                  </a:lnTo>
                  <a:close/>
                </a:path>
                <a:path w="6694170" h="6997065">
                  <a:moveTo>
                    <a:pt x="3014066" y="3531045"/>
                  </a:moveTo>
                  <a:lnTo>
                    <a:pt x="3024644" y="3549371"/>
                  </a:lnTo>
                  <a:lnTo>
                    <a:pt x="3006325" y="3559944"/>
                  </a:lnTo>
                  <a:lnTo>
                    <a:pt x="2995746" y="3541624"/>
                  </a:lnTo>
                  <a:lnTo>
                    <a:pt x="3014066" y="3531045"/>
                  </a:lnTo>
                  <a:close/>
                </a:path>
                <a:path w="6694170" h="6997065">
                  <a:moveTo>
                    <a:pt x="3088661" y="3662016"/>
                  </a:moveTo>
                  <a:lnTo>
                    <a:pt x="3098357" y="3678807"/>
                  </a:lnTo>
                  <a:lnTo>
                    <a:pt x="3081559" y="3688504"/>
                  </a:lnTo>
                  <a:lnTo>
                    <a:pt x="3071863" y="3671712"/>
                  </a:lnTo>
                  <a:lnTo>
                    <a:pt x="3088661" y="3662016"/>
                  </a:lnTo>
                  <a:close/>
                </a:path>
                <a:path w="6694170" h="6997065">
                  <a:moveTo>
                    <a:pt x="3163256" y="3792981"/>
                  </a:moveTo>
                  <a:lnTo>
                    <a:pt x="3172070" y="3808244"/>
                  </a:lnTo>
                  <a:lnTo>
                    <a:pt x="3156800" y="3817058"/>
                  </a:lnTo>
                  <a:lnTo>
                    <a:pt x="3147986" y="3801794"/>
                  </a:lnTo>
                  <a:lnTo>
                    <a:pt x="3163256" y="3792981"/>
                  </a:lnTo>
                  <a:close/>
                </a:path>
                <a:path w="6694170" h="6997065">
                  <a:moveTo>
                    <a:pt x="3237845" y="3923946"/>
                  </a:moveTo>
                  <a:lnTo>
                    <a:pt x="3245782" y="3937687"/>
                  </a:lnTo>
                  <a:lnTo>
                    <a:pt x="3232046" y="3945618"/>
                  </a:lnTo>
                  <a:lnTo>
                    <a:pt x="3224109" y="3931877"/>
                  </a:lnTo>
                  <a:lnTo>
                    <a:pt x="3237845" y="3923946"/>
                  </a:lnTo>
                  <a:close/>
                </a:path>
                <a:path w="6694170" h="6997065">
                  <a:moveTo>
                    <a:pt x="3312333" y="4055307"/>
                  </a:moveTo>
                  <a:lnTo>
                    <a:pt x="3319092" y="4067011"/>
                  </a:lnTo>
                  <a:lnTo>
                    <a:pt x="3307388" y="4073769"/>
                  </a:lnTo>
                  <a:lnTo>
                    <a:pt x="3300629" y="4062066"/>
                  </a:lnTo>
                  <a:lnTo>
                    <a:pt x="3312333" y="4055307"/>
                  </a:lnTo>
                  <a:close/>
                </a:path>
                <a:path w="6694170" h="6997065">
                  <a:moveTo>
                    <a:pt x="3386929" y="4186272"/>
                  </a:moveTo>
                  <a:lnTo>
                    <a:pt x="3392804" y="4196454"/>
                  </a:lnTo>
                  <a:lnTo>
                    <a:pt x="3382629" y="4202329"/>
                  </a:lnTo>
                  <a:lnTo>
                    <a:pt x="3376753" y="4192147"/>
                  </a:lnTo>
                  <a:lnTo>
                    <a:pt x="3386929" y="4186272"/>
                  </a:lnTo>
                  <a:close/>
                </a:path>
                <a:path w="6694170" h="6997065">
                  <a:moveTo>
                    <a:pt x="3461524" y="4317236"/>
                  </a:moveTo>
                  <a:lnTo>
                    <a:pt x="3466517" y="4325890"/>
                  </a:lnTo>
                  <a:lnTo>
                    <a:pt x="3457869" y="4330883"/>
                  </a:lnTo>
                  <a:lnTo>
                    <a:pt x="3452876" y="4322230"/>
                  </a:lnTo>
                  <a:lnTo>
                    <a:pt x="3461524" y="4317236"/>
                  </a:lnTo>
                  <a:close/>
                </a:path>
                <a:path w="6694170" h="6997065">
                  <a:moveTo>
                    <a:pt x="3536225" y="4447799"/>
                  </a:moveTo>
                  <a:lnTo>
                    <a:pt x="3540632" y="4455433"/>
                  </a:lnTo>
                  <a:lnTo>
                    <a:pt x="3532998" y="4459840"/>
                  </a:lnTo>
                  <a:lnTo>
                    <a:pt x="3528591" y="4452205"/>
                  </a:lnTo>
                  <a:lnTo>
                    <a:pt x="3536225" y="4447799"/>
                  </a:lnTo>
                  <a:close/>
                </a:path>
                <a:path w="6694170" h="6997065">
                  <a:moveTo>
                    <a:pt x="3610927" y="4578361"/>
                  </a:moveTo>
                  <a:lnTo>
                    <a:pt x="3614748" y="4584977"/>
                  </a:lnTo>
                  <a:lnTo>
                    <a:pt x="3608132" y="4588797"/>
                  </a:lnTo>
                  <a:lnTo>
                    <a:pt x="3604311" y="4582181"/>
                  </a:lnTo>
                  <a:lnTo>
                    <a:pt x="3610927" y="4578361"/>
                  </a:lnTo>
                  <a:close/>
                </a:path>
                <a:path w="6694170" h="6997065">
                  <a:moveTo>
                    <a:pt x="3685522" y="4709325"/>
                  </a:moveTo>
                  <a:lnTo>
                    <a:pt x="3688460" y="4714419"/>
                  </a:lnTo>
                  <a:lnTo>
                    <a:pt x="3683372" y="4717357"/>
                  </a:lnTo>
                  <a:lnTo>
                    <a:pt x="3680435" y="4712263"/>
                  </a:lnTo>
                  <a:lnTo>
                    <a:pt x="3685522" y="4709325"/>
                  </a:lnTo>
                  <a:close/>
                </a:path>
                <a:path w="6694170" h="6997065">
                  <a:moveTo>
                    <a:pt x="3760224" y="4839893"/>
                  </a:moveTo>
                  <a:lnTo>
                    <a:pt x="3762575" y="4843962"/>
                  </a:lnTo>
                  <a:lnTo>
                    <a:pt x="3758506" y="4846314"/>
                  </a:lnTo>
                  <a:lnTo>
                    <a:pt x="3756155" y="4842245"/>
                  </a:lnTo>
                  <a:lnTo>
                    <a:pt x="3760224" y="4839893"/>
                  </a:lnTo>
                  <a:close/>
                </a:path>
                <a:path w="6694170" h="6997065">
                  <a:moveTo>
                    <a:pt x="3834931" y="4970455"/>
                  </a:moveTo>
                  <a:lnTo>
                    <a:pt x="3836691" y="4973506"/>
                  </a:lnTo>
                  <a:lnTo>
                    <a:pt x="3833640" y="4975265"/>
                  </a:lnTo>
                  <a:lnTo>
                    <a:pt x="3831875" y="4972215"/>
                  </a:lnTo>
                  <a:lnTo>
                    <a:pt x="3834931" y="4970455"/>
                  </a:lnTo>
                  <a:close/>
                </a:path>
                <a:path w="6694170" h="6997065">
                  <a:moveTo>
                    <a:pt x="3909634" y="5101017"/>
                  </a:moveTo>
                  <a:lnTo>
                    <a:pt x="3910806" y="5103055"/>
                  </a:lnTo>
                  <a:lnTo>
                    <a:pt x="3908775" y="5104228"/>
                  </a:lnTo>
                  <a:lnTo>
                    <a:pt x="3907596" y="5102190"/>
                  </a:lnTo>
                  <a:lnTo>
                    <a:pt x="3909634" y="5101017"/>
                  </a:lnTo>
                  <a:close/>
                </a:path>
                <a:path w="6694170" h="6997065">
                  <a:moveTo>
                    <a:pt x="3983316" y="5232166"/>
                  </a:moveTo>
                  <a:lnTo>
                    <a:pt x="3984666" y="5232166"/>
                  </a:lnTo>
                  <a:lnTo>
                    <a:pt x="3984915" y="5232598"/>
                  </a:lnTo>
                  <a:lnTo>
                    <a:pt x="3983565" y="5232598"/>
                  </a:lnTo>
                  <a:lnTo>
                    <a:pt x="3983316" y="5232166"/>
                  </a:lnTo>
                  <a:close/>
                </a:path>
                <a:path w="6694170" h="6997065">
                  <a:moveTo>
                    <a:pt x="2251887" y="5538531"/>
                  </a:moveTo>
                  <a:lnTo>
                    <a:pt x="2258503" y="5538531"/>
                  </a:lnTo>
                  <a:lnTo>
                    <a:pt x="2262323" y="5551231"/>
                  </a:lnTo>
                  <a:lnTo>
                    <a:pt x="2255707" y="5551231"/>
                  </a:lnTo>
                  <a:lnTo>
                    <a:pt x="2251887" y="5538531"/>
                  </a:lnTo>
                  <a:close/>
                </a:path>
                <a:path w="6694170" h="6997065">
                  <a:moveTo>
                    <a:pt x="1051381" y="5538531"/>
                  </a:moveTo>
                  <a:lnTo>
                    <a:pt x="1057552" y="5551231"/>
                  </a:lnTo>
                  <a:lnTo>
                    <a:pt x="1040695" y="5551231"/>
                  </a:lnTo>
                  <a:lnTo>
                    <a:pt x="1051381" y="5538531"/>
                  </a:lnTo>
                  <a:close/>
                </a:path>
                <a:path w="6694170" h="6997065">
                  <a:moveTo>
                    <a:pt x="164733" y="5525831"/>
                  </a:moveTo>
                  <a:lnTo>
                    <a:pt x="178481" y="5525831"/>
                  </a:lnTo>
                  <a:lnTo>
                    <a:pt x="186412" y="5538531"/>
                  </a:lnTo>
                  <a:lnTo>
                    <a:pt x="172670" y="5551231"/>
                  </a:lnTo>
                  <a:lnTo>
                    <a:pt x="164733" y="5525831"/>
                  </a:lnTo>
                  <a:close/>
                </a:path>
                <a:path w="6694170" h="6997065">
                  <a:moveTo>
                    <a:pt x="1375927" y="5525831"/>
                  </a:moveTo>
                  <a:lnTo>
                    <a:pt x="1391178" y="5525831"/>
                  </a:lnTo>
                  <a:lnTo>
                    <a:pt x="1381512" y="5538531"/>
                  </a:lnTo>
                  <a:lnTo>
                    <a:pt x="1375927" y="5525831"/>
                  </a:lnTo>
                  <a:close/>
                </a:path>
                <a:path w="6694170" h="6997065">
                  <a:moveTo>
                    <a:pt x="512806" y="5500431"/>
                  </a:moveTo>
                  <a:lnTo>
                    <a:pt x="520447" y="5513131"/>
                  </a:lnTo>
                  <a:lnTo>
                    <a:pt x="507215" y="5525831"/>
                  </a:lnTo>
                  <a:lnTo>
                    <a:pt x="499574" y="5513131"/>
                  </a:lnTo>
                  <a:lnTo>
                    <a:pt x="512806" y="5500431"/>
                  </a:lnTo>
                  <a:close/>
                </a:path>
                <a:path w="6694170" h="6997065">
                  <a:moveTo>
                    <a:pt x="1719823" y="5500431"/>
                  </a:moveTo>
                  <a:lnTo>
                    <a:pt x="1724816" y="5513131"/>
                  </a:lnTo>
                  <a:lnTo>
                    <a:pt x="1711169" y="5513131"/>
                  </a:lnTo>
                  <a:lnTo>
                    <a:pt x="1719823" y="5500431"/>
                  </a:lnTo>
                  <a:close/>
                </a:path>
                <a:path w="6694170" h="6997065">
                  <a:moveTo>
                    <a:pt x="2046405" y="5487731"/>
                  </a:moveTo>
                  <a:lnTo>
                    <a:pt x="2058447" y="5487731"/>
                  </a:lnTo>
                  <a:lnTo>
                    <a:pt x="2050812" y="5500431"/>
                  </a:lnTo>
                  <a:lnTo>
                    <a:pt x="2046405" y="5487731"/>
                  </a:lnTo>
                  <a:close/>
                </a:path>
                <a:path w="6694170" h="6997065">
                  <a:moveTo>
                    <a:pt x="834811" y="5487731"/>
                  </a:moveTo>
                  <a:lnTo>
                    <a:pt x="847025" y="5487731"/>
                  </a:lnTo>
                  <a:lnTo>
                    <a:pt x="854079" y="5500431"/>
                  </a:lnTo>
                  <a:lnTo>
                    <a:pt x="841866" y="5500431"/>
                  </a:lnTo>
                  <a:lnTo>
                    <a:pt x="834811" y="5487731"/>
                  </a:lnTo>
                  <a:close/>
                </a:path>
                <a:path w="6694170" h="6997065">
                  <a:moveTo>
                    <a:pt x="1181249" y="5462331"/>
                  </a:moveTo>
                  <a:lnTo>
                    <a:pt x="1187711" y="5475031"/>
                  </a:lnTo>
                  <a:lnTo>
                    <a:pt x="1176516" y="5487731"/>
                  </a:lnTo>
                  <a:lnTo>
                    <a:pt x="1170054" y="5475031"/>
                  </a:lnTo>
                  <a:lnTo>
                    <a:pt x="1181249" y="5462331"/>
                  </a:lnTo>
                  <a:close/>
                </a:path>
                <a:path w="6694170" h="6997065">
                  <a:moveTo>
                    <a:pt x="2381648" y="5462331"/>
                  </a:moveTo>
                  <a:lnTo>
                    <a:pt x="2388258" y="5462331"/>
                  </a:lnTo>
                  <a:lnTo>
                    <a:pt x="2392079" y="5475031"/>
                  </a:lnTo>
                  <a:lnTo>
                    <a:pt x="2385468" y="5475031"/>
                  </a:lnTo>
                  <a:lnTo>
                    <a:pt x="2381648" y="5462331"/>
                  </a:lnTo>
                  <a:close/>
                </a:path>
                <a:path w="6694170" h="6997065">
                  <a:moveTo>
                    <a:pt x="308343" y="5449631"/>
                  </a:moveTo>
                  <a:lnTo>
                    <a:pt x="316570" y="5462331"/>
                  </a:lnTo>
                  <a:lnTo>
                    <a:pt x="302319" y="5475031"/>
                  </a:lnTo>
                  <a:lnTo>
                    <a:pt x="294092" y="5462331"/>
                  </a:lnTo>
                  <a:lnTo>
                    <a:pt x="308343" y="5449631"/>
                  </a:lnTo>
                  <a:close/>
                </a:path>
                <a:path w="6694170" h="6997065">
                  <a:moveTo>
                    <a:pt x="1505688" y="5449631"/>
                  </a:moveTo>
                  <a:lnTo>
                    <a:pt x="1515361" y="5449631"/>
                  </a:lnTo>
                  <a:lnTo>
                    <a:pt x="1520940" y="5462331"/>
                  </a:lnTo>
                  <a:lnTo>
                    <a:pt x="1511274" y="5462331"/>
                  </a:lnTo>
                  <a:lnTo>
                    <a:pt x="1505688" y="5449631"/>
                  </a:lnTo>
                  <a:close/>
                </a:path>
                <a:path w="6694170" h="6997065">
                  <a:moveTo>
                    <a:pt x="642567" y="5424231"/>
                  </a:moveTo>
                  <a:lnTo>
                    <a:pt x="650207" y="5436931"/>
                  </a:lnTo>
                  <a:lnTo>
                    <a:pt x="636969" y="5449631"/>
                  </a:lnTo>
                  <a:lnTo>
                    <a:pt x="629335" y="5436931"/>
                  </a:lnTo>
                  <a:lnTo>
                    <a:pt x="642567" y="5424231"/>
                  </a:lnTo>
                  <a:close/>
                </a:path>
                <a:path w="6694170" h="6997065">
                  <a:moveTo>
                    <a:pt x="1849578" y="5424231"/>
                  </a:moveTo>
                  <a:lnTo>
                    <a:pt x="1854571" y="5436931"/>
                  </a:lnTo>
                  <a:lnTo>
                    <a:pt x="1840931" y="5436931"/>
                  </a:lnTo>
                  <a:lnTo>
                    <a:pt x="1849578" y="5424231"/>
                  </a:lnTo>
                  <a:close/>
                </a:path>
                <a:path w="6694170" h="6997065">
                  <a:moveTo>
                    <a:pt x="2176166" y="5411531"/>
                  </a:moveTo>
                  <a:lnTo>
                    <a:pt x="2188208" y="5411531"/>
                  </a:lnTo>
                  <a:lnTo>
                    <a:pt x="2180573" y="5424231"/>
                  </a:lnTo>
                  <a:lnTo>
                    <a:pt x="2176166" y="5411531"/>
                  </a:lnTo>
                  <a:close/>
                </a:path>
                <a:path w="6694170" h="6997065">
                  <a:moveTo>
                    <a:pt x="964169" y="5411531"/>
                  </a:moveTo>
                  <a:lnTo>
                    <a:pt x="976892" y="5411531"/>
                  </a:lnTo>
                  <a:lnTo>
                    <a:pt x="984237" y="5424231"/>
                  </a:lnTo>
                  <a:lnTo>
                    <a:pt x="971514" y="5424231"/>
                  </a:lnTo>
                  <a:lnTo>
                    <a:pt x="964169" y="5411531"/>
                  </a:lnTo>
                  <a:close/>
                </a:path>
                <a:path w="6694170" h="6997065">
                  <a:moveTo>
                    <a:pt x="1311004" y="5386131"/>
                  </a:moveTo>
                  <a:lnTo>
                    <a:pt x="1317466" y="5398831"/>
                  </a:lnTo>
                  <a:lnTo>
                    <a:pt x="1306277" y="5411531"/>
                  </a:lnTo>
                  <a:lnTo>
                    <a:pt x="1299815" y="5398831"/>
                  </a:lnTo>
                  <a:lnTo>
                    <a:pt x="1311004" y="5386131"/>
                  </a:lnTo>
                  <a:close/>
                </a:path>
                <a:path w="6694170" h="6997065">
                  <a:moveTo>
                    <a:pt x="88622" y="5398831"/>
                  </a:moveTo>
                  <a:lnTo>
                    <a:pt x="103886" y="5398831"/>
                  </a:lnTo>
                  <a:lnTo>
                    <a:pt x="112699" y="5411531"/>
                  </a:lnTo>
                  <a:lnTo>
                    <a:pt x="97436" y="5411531"/>
                  </a:lnTo>
                  <a:lnTo>
                    <a:pt x="88622" y="5398831"/>
                  </a:lnTo>
                  <a:close/>
                </a:path>
                <a:path w="6694170" h="6997065">
                  <a:moveTo>
                    <a:pt x="2518019" y="5386131"/>
                  </a:moveTo>
                  <a:lnTo>
                    <a:pt x="2521839" y="5398831"/>
                  </a:lnTo>
                  <a:lnTo>
                    <a:pt x="2511403" y="5398831"/>
                  </a:lnTo>
                  <a:lnTo>
                    <a:pt x="2518019" y="5386131"/>
                  </a:lnTo>
                  <a:close/>
                </a:path>
                <a:path w="6694170" h="6997065">
                  <a:moveTo>
                    <a:pt x="438210" y="5373431"/>
                  </a:moveTo>
                  <a:lnTo>
                    <a:pt x="446733" y="5386131"/>
                  </a:lnTo>
                  <a:lnTo>
                    <a:pt x="431973" y="5398831"/>
                  </a:lnTo>
                  <a:lnTo>
                    <a:pt x="423456" y="5386131"/>
                  </a:lnTo>
                  <a:lnTo>
                    <a:pt x="438210" y="5373431"/>
                  </a:lnTo>
                  <a:close/>
                </a:path>
                <a:path w="6694170" h="6997065">
                  <a:moveTo>
                    <a:pt x="1635046" y="5373431"/>
                  </a:moveTo>
                  <a:lnTo>
                    <a:pt x="1645228" y="5373431"/>
                  </a:lnTo>
                  <a:lnTo>
                    <a:pt x="1651103" y="5386131"/>
                  </a:lnTo>
                  <a:lnTo>
                    <a:pt x="1640922" y="5386131"/>
                  </a:lnTo>
                  <a:lnTo>
                    <a:pt x="1635046" y="5373431"/>
                  </a:lnTo>
                  <a:close/>
                </a:path>
                <a:path w="6694170" h="6997065">
                  <a:moveTo>
                    <a:pt x="772435" y="5348031"/>
                  </a:moveTo>
                  <a:lnTo>
                    <a:pt x="780366" y="5373431"/>
                  </a:lnTo>
                  <a:lnTo>
                    <a:pt x="766625" y="5373431"/>
                  </a:lnTo>
                  <a:lnTo>
                    <a:pt x="758688" y="5360731"/>
                  </a:lnTo>
                  <a:lnTo>
                    <a:pt x="772435" y="5348031"/>
                  </a:lnTo>
                  <a:close/>
                </a:path>
                <a:path w="6694170" h="6997065">
                  <a:moveTo>
                    <a:pt x="1979338" y="5348031"/>
                  </a:moveTo>
                  <a:lnTo>
                    <a:pt x="1984331" y="5360731"/>
                  </a:lnTo>
                  <a:lnTo>
                    <a:pt x="1970691" y="5360731"/>
                  </a:lnTo>
                  <a:lnTo>
                    <a:pt x="1979338" y="5348031"/>
                  </a:lnTo>
                  <a:close/>
                </a:path>
                <a:path w="6694170" h="6997065">
                  <a:moveTo>
                    <a:pt x="1106654" y="5335331"/>
                  </a:moveTo>
                  <a:lnTo>
                    <a:pt x="1113998" y="5348031"/>
                  </a:lnTo>
                  <a:lnTo>
                    <a:pt x="1101275" y="5360731"/>
                  </a:lnTo>
                  <a:lnTo>
                    <a:pt x="1093931" y="5348031"/>
                  </a:lnTo>
                  <a:lnTo>
                    <a:pt x="1106654" y="5335331"/>
                  </a:lnTo>
                  <a:close/>
                </a:path>
                <a:path w="6694170" h="6997065">
                  <a:moveTo>
                    <a:pt x="2305921" y="5335331"/>
                  </a:moveTo>
                  <a:lnTo>
                    <a:pt x="2317969" y="5335331"/>
                  </a:lnTo>
                  <a:lnTo>
                    <a:pt x="2310328" y="5348031"/>
                  </a:lnTo>
                  <a:lnTo>
                    <a:pt x="2305921" y="5335331"/>
                  </a:lnTo>
                  <a:close/>
                </a:path>
                <a:path w="6694170" h="6997065">
                  <a:moveTo>
                    <a:pt x="217974" y="5322631"/>
                  </a:moveTo>
                  <a:lnTo>
                    <a:pt x="233747" y="5322631"/>
                  </a:lnTo>
                  <a:lnTo>
                    <a:pt x="242857" y="5335331"/>
                  </a:lnTo>
                  <a:lnTo>
                    <a:pt x="227084" y="5348031"/>
                  </a:lnTo>
                  <a:lnTo>
                    <a:pt x="217974" y="5322631"/>
                  </a:lnTo>
                  <a:close/>
                </a:path>
                <a:path w="6694170" h="6997065">
                  <a:moveTo>
                    <a:pt x="1440878" y="5309931"/>
                  </a:moveTo>
                  <a:lnTo>
                    <a:pt x="1447637" y="5322631"/>
                  </a:lnTo>
                  <a:lnTo>
                    <a:pt x="1435927" y="5335331"/>
                  </a:lnTo>
                  <a:lnTo>
                    <a:pt x="1429169" y="5322631"/>
                  </a:lnTo>
                  <a:lnTo>
                    <a:pt x="1440878" y="5309931"/>
                  </a:lnTo>
                  <a:close/>
                </a:path>
                <a:path w="6694170" h="6997065">
                  <a:moveTo>
                    <a:pt x="2647779" y="5309931"/>
                  </a:moveTo>
                  <a:lnTo>
                    <a:pt x="2651600" y="5322631"/>
                  </a:lnTo>
                  <a:lnTo>
                    <a:pt x="2641163" y="5322631"/>
                  </a:lnTo>
                  <a:lnTo>
                    <a:pt x="2647779" y="5309931"/>
                  </a:lnTo>
                  <a:close/>
                </a:path>
                <a:path w="6694170" h="6997065">
                  <a:moveTo>
                    <a:pt x="567965" y="5297231"/>
                  </a:moveTo>
                  <a:lnTo>
                    <a:pt x="576488" y="5309931"/>
                  </a:lnTo>
                  <a:lnTo>
                    <a:pt x="561728" y="5322631"/>
                  </a:lnTo>
                  <a:lnTo>
                    <a:pt x="553211" y="5309931"/>
                  </a:lnTo>
                  <a:lnTo>
                    <a:pt x="567965" y="5297231"/>
                  </a:lnTo>
                  <a:close/>
                </a:path>
                <a:path w="6694170" h="6997065">
                  <a:moveTo>
                    <a:pt x="1764807" y="5297231"/>
                  </a:moveTo>
                  <a:lnTo>
                    <a:pt x="1774983" y="5297231"/>
                  </a:lnTo>
                  <a:lnTo>
                    <a:pt x="1780858" y="5309931"/>
                  </a:lnTo>
                  <a:lnTo>
                    <a:pt x="1770683" y="5309931"/>
                  </a:lnTo>
                  <a:lnTo>
                    <a:pt x="1764807" y="5297231"/>
                  </a:lnTo>
                  <a:close/>
                </a:path>
                <a:path w="6694170" h="6997065">
                  <a:moveTo>
                    <a:pt x="2109099" y="5271831"/>
                  </a:moveTo>
                  <a:lnTo>
                    <a:pt x="2114092" y="5284531"/>
                  </a:lnTo>
                  <a:lnTo>
                    <a:pt x="2105445" y="5297231"/>
                  </a:lnTo>
                  <a:lnTo>
                    <a:pt x="2100445" y="5284531"/>
                  </a:lnTo>
                  <a:lnTo>
                    <a:pt x="2109099" y="5271831"/>
                  </a:lnTo>
                  <a:close/>
                </a:path>
                <a:path w="6694170" h="6997065">
                  <a:moveTo>
                    <a:pt x="888052" y="5284531"/>
                  </a:moveTo>
                  <a:lnTo>
                    <a:pt x="902297" y="5284531"/>
                  </a:lnTo>
                  <a:lnTo>
                    <a:pt x="910524" y="5297231"/>
                  </a:lnTo>
                  <a:lnTo>
                    <a:pt x="896279" y="5297231"/>
                  </a:lnTo>
                  <a:lnTo>
                    <a:pt x="888052" y="5284531"/>
                  </a:lnTo>
                  <a:close/>
                </a:path>
                <a:path w="6694170" h="6997065">
                  <a:moveTo>
                    <a:pt x="1236522" y="5259131"/>
                  </a:moveTo>
                  <a:lnTo>
                    <a:pt x="1244162" y="5271831"/>
                  </a:lnTo>
                  <a:lnTo>
                    <a:pt x="1230924" y="5284531"/>
                  </a:lnTo>
                  <a:lnTo>
                    <a:pt x="1223290" y="5271831"/>
                  </a:lnTo>
                  <a:lnTo>
                    <a:pt x="1236522" y="5259131"/>
                  </a:lnTo>
                  <a:close/>
                </a:path>
                <a:path w="6694170" h="6997065">
                  <a:moveTo>
                    <a:pt x="29285" y="5259131"/>
                  </a:moveTo>
                  <a:lnTo>
                    <a:pt x="38981" y="5284531"/>
                  </a:lnTo>
                  <a:lnTo>
                    <a:pt x="22195" y="5284531"/>
                  </a:lnTo>
                  <a:lnTo>
                    <a:pt x="12499" y="5271831"/>
                  </a:lnTo>
                  <a:lnTo>
                    <a:pt x="29285" y="5259131"/>
                  </a:lnTo>
                  <a:close/>
                </a:path>
                <a:path w="6694170" h="6997065">
                  <a:moveTo>
                    <a:pt x="2435683" y="5259131"/>
                  </a:moveTo>
                  <a:lnTo>
                    <a:pt x="2443317" y="5259131"/>
                  </a:lnTo>
                  <a:lnTo>
                    <a:pt x="2447724" y="5271831"/>
                  </a:lnTo>
                  <a:lnTo>
                    <a:pt x="2440090" y="5271831"/>
                  </a:lnTo>
                  <a:lnTo>
                    <a:pt x="2435683" y="5259131"/>
                  </a:lnTo>
                  <a:close/>
                </a:path>
                <a:path w="6694170" h="6997065">
                  <a:moveTo>
                    <a:pt x="347333" y="5246431"/>
                  </a:moveTo>
                  <a:lnTo>
                    <a:pt x="363615" y="5246431"/>
                  </a:lnTo>
                  <a:lnTo>
                    <a:pt x="373015" y="5259131"/>
                  </a:lnTo>
                  <a:lnTo>
                    <a:pt x="356733" y="5271831"/>
                  </a:lnTo>
                  <a:lnTo>
                    <a:pt x="347333" y="5246431"/>
                  </a:lnTo>
                  <a:close/>
                </a:path>
                <a:path w="6694170" h="6997065">
                  <a:moveTo>
                    <a:pt x="1558929" y="5246431"/>
                  </a:moveTo>
                  <a:lnTo>
                    <a:pt x="1577391" y="5246431"/>
                  </a:lnTo>
                  <a:lnTo>
                    <a:pt x="1565687" y="5259131"/>
                  </a:lnTo>
                  <a:lnTo>
                    <a:pt x="1558929" y="5246431"/>
                  </a:lnTo>
                  <a:close/>
                </a:path>
                <a:path w="6694170" h="6997065">
                  <a:moveTo>
                    <a:pt x="2777540" y="5233731"/>
                  </a:moveTo>
                  <a:lnTo>
                    <a:pt x="2781361" y="5246431"/>
                  </a:lnTo>
                  <a:lnTo>
                    <a:pt x="2770918" y="5246431"/>
                  </a:lnTo>
                  <a:lnTo>
                    <a:pt x="2777540" y="5233731"/>
                  </a:lnTo>
                  <a:close/>
                </a:path>
                <a:path w="6694170" h="6997065">
                  <a:moveTo>
                    <a:pt x="697841" y="5221031"/>
                  </a:moveTo>
                  <a:lnTo>
                    <a:pt x="706654" y="5233731"/>
                  </a:lnTo>
                  <a:lnTo>
                    <a:pt x="691390" y="5246431"/>
                  </a:lnTo>
                  <a:lnTo>
                    <a:pt x="682577" y="5233731"/>
                  </a:lnTo>
                  <a:lnTo>
                    <a:pt x="697841" y="5221031"/>
                  </a:lnTo>
                  <a:close/>
                </a:path>
                <a:path w="6694170" h="6997065">
                  <a:moveTo>
                    <a:pt x="1894567" y="5221031"/>
                  </a:moveTo>
                  <a:lnTo>
                    <a:pt x="1904743" y="5221031"/>
                  </a:lnTo>
                  <a:lnTo>
                    <a:pt x="1910618" y="5233731"/>
                  </a:lnTo>
                  <a:lnTo>
                    <a:pt x="1900443" y="5233731"/>
                  </a:lnTo>
                  <a:lnTo>
                    <a:pt x="1894567" y="5221031"/>
                  </a:lnTo>
                  <a:close/>
                </a:path>
                <a:path w="6694170" h="6997065">
                  <a:moveTo>
                    <a:pt x="2230201" y="5208331"/>
                  </a:moveTo>
                  <a:lnTo>
                    <a:pt x="2243854" y="5208331"/>
                  </a:lnTo>
                  <a:lnTo>
                    <a:pt x="2235200" y="5221031"/>
                  </a:lnTo>
                  <a:lnTo>
                    <a:pt x="2230201" y="5208331"/>
                  </a:lnTo>
                  <a:close/>
                </a:path>
                <a:path w="6694170" h="6997065">
                  <a:moveTo>
                    <a:pt x="1017808" y="5208331"/>
                  </a:moveTo>
                  <a:lnTo>
                    <a:pt x="1032058" y="5208331"/>
                  </a:lnTo>
                  <a:lnTo>
                    <a:pt x="1040285" y="5221031"/>
                  </a:lnTo>
                  <a:lnTo>
                    <a:pt x="1026035" y="5221031"/>
                  </a:lnTo>
                  <a:lnTo>
                    <a:pt x="1017808" y="5208331"/>
                  </a:lnTo>
                  <a:close/>
                </a:path>
                <a:path w="6694170" h="6997065">
                  <a:moveTo>
                    <a:pt x="1366278" y="5182931"/>
                  </a:moveTo>
                  <a:lnTo>
                    <a:pt x="1373918" y="5195631"/>
                  </a:lnTo>
                  <a:lnTo>
                    <a:pt x="1360686" y="5208331"/>
                  </a:lnTo>
                  <a:lnTo>
                    <a:pt x="1353052" y="5195631"/>
                  </a:lnTo>
                  <a:lnTo>
                    <a:pt x="1366278" y="5182931"/>
                  </a:lnTo>
                  <a:close/>
                </a:path>
                <a:path w="6694170" h="6997065">
                  <a:moveTo>
                    <a:pt x="159259" y="5182931"/>
                  </a:moveTo>
                  <a:lnTo>
                    <a:pt x="169542" y="5208331"/>
                  </a:lnTo>
                  <a:lnTo>
                    <a:pt x="151731" y="5208331"/>
                  </a:lnTo>
                  <a:lnTo>
                    <a:pt x="141448" y="5195631"/>
                  </a:lnTo>
                  <a:lnTo>
                    <a:pt x="159259" y="5182931"/>
                  </a:lnTo>
                  <a:close/>
                </a:path>
                <a:path w="6694170" h="6997065">
                  <a:moveTo>
                    <a:pt x="2565443" y="5182931"/>
                  </a:moveTo>
                  <a:lnTo>
                    <a:pt x="2573072" y="5182931"/>
                  </a:lnTo>
                  <a:lnTo>
                    <a:pt x="2577479" y="5195631"/>
                  </a:lnTo>
                  <a:lnTo>
                    <a:pt x="2569850" y="5195631"/>
                  </a:lnTo>
                  <a:lnTo>
                    <a:pt x="2565443" y="5182931"/>
                  </a:lnTo>
                  <a:close/>
                </a:path>
                <a:path w="6694170" h="6997065">
                  <a:moveTo>
                    <a:pt x="476691" y="5170231"/>
                  </a:moveTo>
                  <a:lnTo>
                    <a:pt x="493483" y="5170231"/>
                  </a:lnTo>
                  <a:lnTo>
                    <a:pt x="503179" y="5182931"/>
                  </a:lnTo>
                  <a:lnTo>
                    <a:pt x="486387" y="5195631"/>
                  </a:lnTo>
                  <a:lnTo>
                    <a:pt x="476691" y="5170231"/>
                  </a:lnTo>
                  <a:close/>
                </a:path>
                <a:path w="6694170" h="6997065">
                  <a:moveTo>
                    <a:pt x="1688287" y="5170231"/>
                  </a:moveTo>
                  <a:lnTo>
                    <a:pt x="1700500" y="5170231"/>
                  </a:lnTo>
                  <a:lnTo>
                    <a:pt x="1707549" y="5182931"/>
                  </a:lnTo>
                  <a:lnTo>
                    <a:pt x="1695336" y="5182931"/>
                  </a:lnTo>
                  <a:lnTo>
                    <a:pt x="1688287" y="5170231"/>
                  </a:lnTo>
                  <a:close/>
                </a:path>
                <a:path w="6694170" h="6997065">
                  <a:moveTo>
                    <a:pt x="827702" y="5144831"/>
                  </a:moveTo>
                  <a:lnTo>
                    <a:pt x="836811" y="5157531"/>
                  </a:lnTo>
                  <a:lnTo>
                    <a:pt x="821038" y="5170231"/>
                  </a:lnTo>
                  <a:lnTo>
                    <a:pt x="811929" y="5157531"/>
                  </a:lnTo>
                  <a:lnTo>
                    <a:pt x="827702" y="5144831"/>
                  </a:lnTo>
                  <a:close/>
                </a:path>
                <a:path w="6694170" h="6997065">
                  <a:moveTo>
                    <a:pt x="2034504" y="5144831"/>
                  </a:moveTo>
                  <a:lnTo>
                    <a:pt x="2040380" y="5157531"/>
                  </a:lnTo>
                  <a:lnTo>
                    <a:pt x="2024328" y="5157531"/>
                  </a:lnTo>
                  <a:lnTo>
                    <a:pt x="2034504" y="5144831"/>
                  </a:lnTo>
                  <a:close/>
                </a:path>
                <a:path w="6694170" h="6997065">
                  <a:moveTo>
                    <a:pt x="1147166" y="5132131"/>
                  </a:moveTo>
                  <a:lnTo>
                    <a:pt x="1161920" y="5132131"/>
                  </a:lnTo>
                  <a:lnTo>
                    <a:pt x="1170443" y="5144831"/>
                  </a:lnTo>
                  <a:lnTo>
                    <a:pt x="1155683" y="5157531"/>
                  </a:lnTo>
                  <a:lnTo>
                    <a:pt x="1147166" y="5132131"/>
                  </a:lnTo>
                  <a:close/>
                </a:path>
                <a:path w="6694170" h="6997065">
                  <a:moveTo>
                    <a:pt x="2359962" y="5132131"/>
                  </a:moveTo>
                  <a:lnTo>
                    <a:pt x="2373615" y="5132131"/>
                  </a:lnTo>
                  <a:lnTo>
                    <a:pt x="2364961" y="5144831"/>
                  </a:lnTo>
                  <a:lnTo>
                    <a:pt x="2359962" y="5132131"/>
                  </a:lnTo>
                  <a:close/>
                </a:path>
                <a:path w="6694170" h="6997065">
                  <a:moveTo>
                    <a:pt x="289020" y="5106731"/>
                  </a:moveTo>
                  <a:lnTo>
                    <a:pt x="299303" y="5132131"/>
                  </a:lnTo>
                  <a:lnTo>
                    <a:pt x="281492" y="5144831"/>
                  </a:lnTo>
                  <a:lnTo>
                    <a:pt x="271209" y="5119431"/>
                  </a:lnTo>
                  <a:lnTo>
                    <a:pt x="289020" y="5106731"/>
                  </a:lnTo>
                  <a:close/>
                </a:path>
                <a:path w="6694170" h="6997065">
                  <a:moveTo>
                    <a:pt x="1496144" y="5106731"/>
                  </a:moveTo>
                  <a:lnTo>
                    <a:pt x="1504075" y="5119431"/>
                  </a:lnTo>
                  <a:lnTo>
                    <a:pt x="1490333" y="5132131"/>
                  </a:lnTo>
                  <a:lnTo>
                    <a:pt x="1482403" y="5119431"/>
                  </a:lnTo>
                  <a:lnTo>
                    <a:pt x="1496144" y="5106731"/>
                  </a:lnTo>
                  <a:close/>
                </a:path>
                <a:path w="6694170" h="6997065">
                  <a:moveTo>
                    <a:pt x="2695204" y="5106731"/>
                  </a:moveTo>
                  <a:lnTo>
                    <a:pt x="2702833" y="5106731"/>
                  </a:lnTo>
                  <a:lnTo>
                    <a:pt x="2707240" y="5119431"/>
                  </a:lnTo>
                  <a:lnTo>
                    <a:pt x="2699611" y="5119431"/>
                  </a:lnTo>
                  <a:lnTo>
                    <a:pt x="2695204" y="5106731"/>
                  </a:lnTo>
                  <a:close/>
                </a:path>
                <a:path w="6694170" h="6997065">
                  <a:moveTo>
                    <a:pt x="623352" y="5094031"/>
                  </a:moveTo>
                  <a:lnTo>
                    <a:pt x="633339" y="5106731"/>
                  </a:lnTo>
                  <a:lnTo>
                    <a:pt x="616038" y="5119431"/>
                  </a:lnTo>
                  <a:lnTo>
                    <a:pt x="606045" y="5106731"/>
                  </a:lnTo>
                  <a:lnTo>
                    <a:pt x="623352" y="5094031"/>
                  </a:lnTo>
                  <a:close/>
                </a:path>
                <a:path w="6694170" h="6997065">
                  <a:moveTo>
                    <a:pt x="1818047" y="5094031"/>
                  </a:moveTo>
                  <a:lnTo>
                    <a:pt x="1830255" y="5094031"/>
                  </a:lnTo>
                  <a:lnTo>
                    <a:pt x="1837303" y="5106731"/>
                  </a:lnTo>
                  <a:lnTo>
                    <a:pt x="1825096" y="5106731"/>
                  </a:lnTo>
                  <a:lnTo>
                    <a:pt x="1818047" y="5094031"/>
                  </a:lnTo>
                  <a:close/>
                </a:path>
                <a:path w="6694170" h="6997065">
                  <a:moveTo>
                    <a:pt x="957570" y="5068631"/>
                  </a:moveTo>
                  <a:lnTo>
                    <a:pt x="966970" y="5094031"/>
                  </a:lnTo>
                  <a:lnTo>
                    <a:pt x="950687" y="5094031"/>
                  </a:lnTo>
                  <a:lnTo>
                    <a:pt x="941287" y="5081331"/>
                  </a:lnTo>
                  <a:lnTo>
                    <a:pt x="957570" y="5068631"/>
                  </a:lnTo>
                  <a:close/>
                </a:path>
                <a:path w="6694170" h="6997065">
                  <a:moveTo>
                    <a:pt x="2164266" y="5068631"/>
                  </a:moveTo>
                  <a:lnTo>
                    <a:pt x="2170142" y="5081331"/>
                  </a:lnTo>
                  <a:lnTo>
                    <a:pt x="2154084" y="5081331"/>
                  </a:lnTo>
                  <a:lnTo>
                    <a:pt x="2164266" y="5068631"/>
                  </a:lnTo>
                  <a:close/>
                </a:path>
                <a:path w="6694170" h="6997065">
                  <a:moveTo>
                    <a:pt x="1276928" y="5055931"/>
                  </a:moveTo>
                  <a:lnTo>
                    <a:pt x="1291682" y="5055931"/>
                  </a:lnTo>
                  <a:lnTo>
                    <a:pt x="1300205" y="5068631"/>
                  </a:lnTo>
                  <a:lnTo>
                    <a:pt x="1285445" y="5081331"/>
                  </a:lnTo>
                  <a:lnTo>
                    <a:pt x="1276928" y="5055931"/>
                  </a:lnTo>
                  <a:close/>
                </a:path>
                <a:path w="6694170" h="6997065">
                  <a:moveTo>
                    <a:pt x="84563" y="5055931"/>
                  </a:moveTo>
                  <a:lnTo>
                    <a:pt x="95432" y="5068631"/>
                  </a:lnTo>
                  <a:lnTo>
                    <a:pt x="76603" y="5081331"/>
                  </a:lnTo>
                  <a:lnTo>
                    <a:pt x="65734" y="5068631"/>
                  </a:lnTo>
                  <a:lnTo>
                    <a:pt x="84563" y="5055931"/>
                  </a:lnTo>
                  <a:close/>
                </a:path>
                <a:path w="6694170" h="6997065">
                  <a:moveTo>
                    <a:pt x="2489723" y="5055931"/>
                  </a:moveTo>
                  <a:lnTo>
                    <a:pt x="2503370" y="5055931"/>
                  </a:lnTo>
                  <a:lnTo>
                    <a:pt x="2494722" y="5068631"/>
                  </a:lnTo>
                  <a:lnTo>
                    <a:pt x="2489723" y="5055931"/>
                  </a:lnTo>
                  <a:close/>
                </a:path>
                <a:path w="6694170" h="6997065">
                  <a:moveTo>
                    <a:pt x="418888" y="5030531"/>
                  </a:moveTo>
                  <a:lnTo>
                    <a:pt x="429466" y="5055931"/>
                  </a:lnTo>
                  <a:lnTo>
                    <a:pt x="411147" y="5068631"/>
                  </a:lnTo>
                  <a:lnTo>
                    <a:pt x="400568" y="5043231"/>
                  </a:lnTo>
                  <a:lnTo>
                    <a:pt x="418888" y="5030531"/>
                  </a:lnTo>
                  <a:close/>
                </a:path>
                <a:path w="6694170" h="6997065">
                  <a:moveTo>
                    <a:pt x="1625899" y="5030531"/>
                  </a:moveTo>
                  <a:lnTo>
                    <a:pt x="1633830" y="5043231"/>
                  </a:lnTo>
                  <a:lnTo>
                    <a:pt x="1620094" y="5055931"/>
                  </a:lnTo>
                  <a:lnTo>
                    <a:pt x="1612163" y="5043231"/>
                  </a:lnTo>
                  <a:lnTo>
                    <a:pt x="1625899" y="5030531"/>
                  </a:lnTo>
                  <a:close/>
                </a:path>
                <a:path w="6694170" h="6997065">
                  <a:moveTo>
                    <a:pt x="2832594" y="5030531"/>
                  </a:moveTo>
                  <a:lnTo>
                    <a:pt x="2837001" y="5043231"/>
                  </a:lnTo>
                  <a:lnTo>
                    <a:pt x="2824959" y="5043231"/>
                  </a:lnTo>
                  <a:lnTo>
                    <a:pt x="2832594" y="5030531"/>
                  </a:lnTo>
                  <a:close/>
                </a:path>
                <a:path w="6694170" h="6997065">
                  <a:moveTo>
                    <a:pt x="753214" y="5017831"/>
                  </a:moveTo>
                  <a:lnTo>
                    <a:pt x="763496" y="5030531"/>
                  </a:lnTo>
                  <a:lnTo>
                    <a:pt x="745685" y="5043231"/>
                  </a:lnTo>
                  <a:lnTo>
                    <a:pt x="735403" y="5030531"/>
                  </a:lnTo>
                  <a:lnTo>
                    <a:pt x="753214" y="5017831"/>
                  </a:lnTo>
                  <a:close/>
                </a:path>
                <a:path w="6694170" h="6997065">
                  <a:moveTo>
                    <a:pt x="1947802" y="5017831"/>
                  </a:moveTo>
                  <a:lnTo>
                    <a:pt x="1960016" y="5017831"/>
                  </a:lnTo>
                  <a:lnTo>
                    <a:pt x="1967065" y="5030531"/>
                  </a:lnTo>
                  <a:lnTo>
                    <a:pt x="1954851" y="5030531"/>
                  </a:lnTo>
                  <a:lnTo>
                    <a:pt x="1947802" y="5017831"/>
                  </a:lnTo>
                  <a:close/>
                </a:path>
                <a:path w="6694170" h="6997065">
                  <a:moveTo>
                    <a:pt x="2294020" y="4992431"/>
                  </a:moveTo>
                  <a:lnTo>
                    <a:pt x="2299896" y="5005131"/>
                  </a:lnTo>
                  <a:lnTo>
                    <a:pt x="2289720" y="5017831"/>
                  </a:lnTo>
                  <a:lnTo>
                    <a:pt x="2283845" y="5005131"/>
                  </a:lnTo>
                  <a:lnTo>
                    <a:pt x="2294020" y="4992431"/>
                  </a:lnTo>
                  <a:close/>
                </a:path>
                <a:path w="6694170" h="6997065">
                  <a:moveTo>
                    <a:pt x="1087325" y="4992431"/>
                  </a:moveTo>
                  <a:lnTo>
                    <a:pt x="1096731" y="5017831"/>
                  </a:lnTo>
                  <a:lnTo>
                    <a:pt x="1080448" y="5017831"/>
                  </a:lnTo>
                  <a:lnTo>
                    <a:pt x="1071048" y="5005131"/>
                  </a:lnTo>
                  <a:lnTo>
                    <a:pt x="1087325" y="4992431"/>
                  </a:lnTo>
                  <a:close/>
                </a:path>
                <a:path w="6694170" h="6997065">
                  <a:moveTo>
                    <a:pt x="1421443" y="4979731"/>
                  </a:moveTo>
                  <a:lnTo>
                    <a:pt x="1429966" y="4992431"/>
                  </a:lnTo>
                  <a:lnTo>
                    <a:pt x="1415206" y="5005131"/>
                  </a:lnTo>
                  <a:lnTo>
                    <a:pt x="1406688" y="4992431"/>
                  </a:lnTo>
                  <a:lnTo>
                    <a:pt x="1421443" y="4979731"/>
                  </a:lnTo>
                  <a:close/>
                </a:path>
                <a:path w="6694170" h="6997065">
                  <a:moveTo>
                    <a:pt x="214537" y="4979731"/>
                  </a:moveTo>
                  <a:lnTo>
                    <a:pt x="225993" y="5005131"/>
                  </a:lnTo>
                  <a:lnTo>
                    <a:pt x="206150" y="5005131"/>
                  </a:lnTo>
                  <a:lnTo>
                    <a:pt x="194689" y="4992431"/>
                  </a:lnTo>
                  <a:lnTo>
                    <a:pt x="214537" y="4979731"/>
                  </a:lnTo>
                  <a:close/>
                </a:path>
                <a:path w="6694170" h="6997065">
                  <a:moveTo>
                    <a:pt x="2619484" y="4979731"/>
                  </a:moveTo>
                  <a:lnTo>
                    <a:pt x="2628131" y="4979731"/>
                  </a:lnTo>
                  <a:lnTo>
                    <a:pt x="2633130" y="4992431"/>
                  </a:lnTo>
                  <a:lnTo>
                    <a:pt x="2624477" y="4992431"/>
                  </a:lnTo>
                  <a:lnTo>
                    <a:pt x="2619484" y="4979731"/>
                  </a:lnTo>
                  <a:close/>
                </a:path>
                <a:path w="6694170" h="6997065">
                  <a:moveTo>
                    <a:pt x="548757" y="4954331"/>
                  </a:moveTo>
                  <a:lnTo>
                    <a:pt x="559626" y="4979731"/>
                  </a:lnTo>
                  <a:lnTo>
                    <a:pt x="540796" y="4992431"/>
                  </a:lnTo>
                  <a:lnTo>
                    <a:pt x="529928" y="4967031"/>
                  </a:lnTo>
                  <a:lnTo>
                    <a:pt x="548757" y="4954331"/>
                  </a:lnTo>
                  <a:close/>
                </a:path>
                <a:path w="6694170" h="6997065">
                  <a:moveTo>
                    <a:pt x="1755659" y="4954331"/>
                  </a:moveTo>
                  <a:lnTo>
                    <a:pt x="1763590" y="4967031"/>
                  </a:lnTo>
                  <a:lnTo>
                    <a:pt x="1749854" y="4979731"/>
                  </a:lnTo>
                  <a:lnTo>
                    <a:pt x="1741924" y="4967031"/>
                  </a:lnTo>
                  <a:lnTo>
                    <a:pt x="1755659" y="4954331"/>
                  </a:lnTo>
                  <a:close/>
                </a:path>
                <a:path w="6694170" h="6997065">
                  <a:moveTo>
                    <a:pt x="882975" y="4941631"/>
                  </a:moveTo>
                  <a:lnTo>
                    <a:pt x="893257" y="4954331"/>
                  </a:lnTo>
                  <a:lnTo>
                    <a:pt x="875447" y="4967031"/>
                  </a:lnTo>
                  <a:lnTo>
                    <a:pt x="865164" y="4954331"/>
                  </a:lnTo>
                  <a:lnTo>
                    <a:pt x="882975" y="4941631"/>
                  </a:lnTo>
                  <a:close/>
                </a:path>
                <a:path w="6694170" h="6997065">
                  <a:moveTo>
                    <a:pt x="2077564" y="4941631"/>
                  </a:moveTo>
                  <a:lnTo>
                    <a:pt x="2089778" y="4941631"/>
                  </a:lnTo>
                  <a:lnTo>
                    <a:pt x="2096826" y="4954331"/>
                  </a:lnTo>
                  <a:lnTo>
                    <a:pt x="2084613" y="4954331"/>
                  </a:lnTo>
                  <a:lnTo>
                    <a:pt x="2077564" y="4941631"/>
                  </a:lnTo>
                  <a:close/>
                </a:path>
                <a:path w="6694170" h="6997065">
                  <a:moveTo>
                    <a:pt x="1217199" y="4916231"/>
                  </a:moveTo>
                  <a:lnTo>
                    <a:pt x="1226896" y="4941631"/>
                  </a:lnTo>
                  <a:lnTo>
                    <a:pt x="1210098" y="4954331"/>
                  </a:lnTo>
                  <a:lnTo>
                    <a:pt x="1200407" y="4928931"/>
                  </a:lnTo>
                  <a:lnTo>
                    <a:pt x="1217199" y="4916231"/>
                  </a:lnTo>
                  <a:close/>
                </a:path>
                <a:path w="6694170" h="6997065">
                  <a:moveTo>
                    <a:pt x="0" y="4928931"/>
                  </a:moveTo>
                  <a:lnTo>
                    <a:pt x="10075" y="4928931"/>
                  </a:lnTo>
                  <a:lnTo>
                    <a:pt x="22117" y="4941631"/>
                  </a:lnTo>
                  <a:lnTo>
                    <a:pt x="1256" y="4954331"/>
                  </a:lnTo>
                  <a:lnTo>
                    <a:pt x="0" y="4954331"/>
                  </a:lnTo>
                  <a:lnTo>
                    <a:pt x="0" y="4928931"/>
                  </a:lnTo>
                  <a:close/>
                </a:path>
                <a:path w="6694170" h="6997065">
                  <a:moveTo>
                    <a:pt x="2423781" y="4916231"/>
                  </a:moveTo>
                  <a:lnTo>
                    <a:pt x="2429657" y="4928931"/>
                  </a:lnTo>
                  <a:lnTo>
                    <a:pt x="2419481" y="4941631"/>
                  </a:lnTo>
                  <a:lnTo>
                    <a:pt x="2413606" y="4928931"/>
                  </a:lnTo>
                  <a:lnTo>
                    <a:pt x="2423781" y="4916231"/>
                  </a:lnTo>
                  <a:close/>
                </a:path>
                <a:path w="6694170" h="6997065">
                  <a:moveTo>
                    <a:pt x="344399" y="4903531"/>
                  </a:moveTo>
                  <a:lnTo>
                    <a:pt x="356151" y="4928931"/>
                  </a:lnTo>
                  <a:lnTo>
                    <a:pt x="335799" y="4941631"/>
                  </a:lnTo>
                  <a:lnTo>
                    <a:pt x="324048" y="4916231"/>
                  </a:lnTo>
                  <a:lnTo>
                    <a:pt x="344399" y="4903531"/>
                  </a:lnTo>
                  <a:close/>
                </a:path>
                <a:path w="6694170" h="6997065">
                  <a:moveTo>
                    <a:pt x="1551304" y="4903531"/>
                  </a:moveTo>
                  <a:lnTo>
                    <a:pt x="1560117" y="4916231"/>
                  </a:lnTo>
                  <a:lnTo>
                    <a:pt x="1544854" y="4928931"/>
                  </a:lnTo>
                  <a:lnTo>
                    <a:pt x="1536041" y="4916231"/>
                  </a:lnTo>
                  <a:lnTo>
                    <a:pt x="1551304" y="4903531"/>
                  </a:lnTo>
                  <a:close/>
                </a:path>
                <a:path w="6694170" h="6997065">
                  <a:moveTo>
                    <a:pt x="2749238" y="4903531"/>
                  </a:moveTo>
                  <a:lnTo>
                    <a:pt x="2757892" y="4903531"/>
                  </a:lnTo>
                  <a:lnTo>
                    <a:pt x="2762885" y="4916231"/>
                  </a:lnTo>
                  <a:lnTo>
                    <a:pt x="2754231" y="4916231"/>
                  </a:lnTo>
                  <a:lnTo>
                    <a:pt x="2749238" y="4903531"/>
                  </a:lnTo>
                  <a:close/>
                </a:path>
                <a:path w="6694170" h="6997065">
                  <a:moveTo>
                    <a:pt x="659286" y="4890831"/>
                  </a:moveTo>
                  <a:lnTo>
                    <a:pt x="678618" y="4890831"/>
                  </a:lnTo>
                  <a:lnTo>
                    <a:pt x="689783" y="4903531"/>
                  </a:lnTo>
                  <a:lnTo>
                    <a:pt x="670450" y="4916231"/>
                  </a:lnTo>
                  <a:lnTo>
                    <a:pt x="659286" y="4890831"/>
                  </a:lnTo>
                  <a:close/>
                </a:path>
                <a:path w="6694170" h="6997065">
                  <a:moveTo>
                    <a:pt x="1885421" y="4878131"/>
                  </a:moveTo>
                  <a:lnTo>
                    <a:pt x="1893351" y="4903531"/>
                  </a:lnTo>
                  <a:lnTo>
                    <a:pt x="1879616" y="4903531"/>
                  </a:lnTo>
                  <a:lnTo>
                    <a:pt x="1871685" y="4890831"/>
                  </a:lnTo>
                  <a:lnTo>
                    <a:pt x="1885421" y="4878131"/>
                  </a:lnTo>
                  <a:close/>
                </a:path>
                <a:path w="6694170" h="6997065">
                  <a:moveTo>
                    <a:pt x="2219538" y="4865431"/>
                  </a:moveTo>
                  <a:lnTo>
                    <a:pt x="2226586" y="4878131"/>
                  </a:lnTo>
                  <a:lnTo>
                    <a:pt x="2214373" y="4890831"/>
                  </a:lnTo>
                  <a:lnTo>
                    <a:pt x="2207324" y="4878131"/>
                  </a:lnTo>
                  <a:lnTo>
                    <a:pt x="2219538" y="4865431"/>
                  </a:lnTo>
                  <a:close/>
                </a:path>
                <a:path w="6694170" h="6997065">
                  <a:moveTo>
                    <a:pt x="1012842" y="4865431"/>
                  </a:moveTo>
                  <a:lnTo>
                    <a:pt x="1023421" y="4878131"/>
                  </a:lnTo>
                  <a:lnTo>
                    <a:pt x="1005101" y="4890831"/>
                  </a:lnTo>
                  <a:lnTo>
                    <a:pt x="994523" y="4878131"/>
                  </a:lnTo>
                  <a:lnTo>
                    <a:pt x="1012842" y="4865431"/>
                  </a:lnTo>
                  <a:close/>
                </a:path>
                <a:path w="6694170" h="6997065">
                  <a:moveTo>
                    <a:pt x="1330169" y="4852731"/>
                  </a:moveTo>
                  <a:lnTo>
                    <a:pt x="1346954" y="4852731"/>
                  </a:lnTo>
                  <a:lnTo>
                    <a:pt x="1356651" y="4865431"/>
                  </a:lnTo>
                  <a:lnTo>
                    <a:pt x="1339859" y="4878131"/>
                  </a:lnTo>
                  <a:lnTo>
                    <a:pt x="1330169" y="4852731"/>
                  </a:lnTo>
                  <a:close/>
                </a:path>
                <a:path w="6694170" h="6997065">
                  <a:moveTo>
                    <a:pt x="139936" y="4852731"/>
                  </a:moveTo>
                  <a:lnTo>
                    <a:pt x="152280" y="4865431"/>
                  </a:lnTo>
                  <a:lnTo>
                    <a:pt x="130910" y="4878131"/>
                  </a:lnTo>
                  <a:lnTo>
                    <a:pt x="118566" y="4865431"/>
                  </a:lnTo>
                  <a:lnTo>
                    <a:pt x="139936" y="4852731"/>
                  </a:lnTo>
                  <a:close/>
                </a:path>
                <a:path w="6694170" h="6997065">
                  <a:moveTo>
                    <a:pt x="2543360" y="4852731"/>
                  </a:moveTo>
                  <a:lnTo>
                    <a:pt x="2559418" y="4852731"/>
                  </a:lnTo>
                  <a:lnTo>
                    <a:pt x="2549236" y="4865431"/>
                  </a:lnTo>
                  <a:lnTo>
                    <a:pt x="2543360" y="4852731"/>
                  </a:lnTo>
                  <a:close/>
                </a:path>
                <a:path w="6694170" h="6997065">
                  <a:moveTo>
                    <a:pt x="474268" y="4827331"/>
                  </a:moveTo>
                  <a:lnTo>
                    <a:pt x="486316" y="4852731"/>
                  </a:lnTo>
                  <a:lnTo>
                    <a:pt x="465449" y="4865431"/>
                  </a:lnTo>
                  <a:lnTo>
                    <a:pt x="453407" y="4840031"/>
                  </a:lnTo>
                  <a:lnTo>
                    <a:pt x="474268" y="4827331"/>
                  </a:lnTo>
                  <a:close/>
                </a:path>
                <a:path w="6694170" h="6997065">
                  <a:moveTo>
                    <a:pt x="1681064" y="4827331"/>
                  </a:moveTo>
                  <a:lnTo>
                    <a:pt x="1689878" y="4840031"/>
                  </a:lnTo>
                  <a:lnTo>
                    <a:pt x="1674614" y="4852731"/>
                  </a:lnTo>
                  <a:lnTo>
                    <a:pt x="1665801" y="4840031"/>
                  </a:lnTo>
                  <a:lnTo>
                    <a:pt x="1681064" y="4827331"/>
                  </a:lnTo>
                  <a:close/>
                </a:path>
                <a:path w="6694170" h="6997065">
                  <a:moveTo>
                    <a:pt x="808380" y="4814631"/>
                  </a:moveTo>
                  <a:lnTo>
                    <a:pt x="819544" y="4827331"/>
                  </a:lnTo>
                  <a:lnTo>
                    <a:pt x="800205" y="4840031"/>
                  </a:lnTo>
                  <a:lnTo>
                    <a:pt x="789041" y="4827331"/>
                  </a:lnTo>
                  <a:lnTo>
                    <a:pt x="808380" y="4814631"/>
                  </a:lnTo>
                  <a:close/>
                </a:path>
                <a:path w="6694170" h="6997065">
                  <a:moveTo>
                    <a:pt x="2001441" y="4814631"/>
                  </a:moveTo>
                  <a:lnTo>
                    <a:pt x="2015182" y="4814631"/>
                  </a:lnTo>
                  <a:lnTo>
                    <a:pt x="2023113" y="4827331"/>
                  </a:lnTo>
                  <a:lnTo>
                    <a:pt x="2009372" y="4827331"/>
                  </a:lnTo>
                  <a:lnTo>
                    <a:pt x="2001441" y="4814631"/>
                  </a:lnTo>
                  <a:close/>
                </a:path>
                <a:path w="6694170" h="6997065">
                  <a:moveTo>
                    <a:pt x="2349293" y="4789231"/>
                  </a:moveTo>
                  <a:lnTo>
                    <a:pt x="2356342" y="4801931"/>
                  </a:lnTo>
                  <a:lnTo>
                    <a:pt x="2344134" y="4814631"/>
                  </a:lnTo>
                  <a:lnTo>
                    <a:pt x="2337086" y="4801931"/>
                  </a:lnTo>
                  <a:lnTo>
                    <a:pt x="2349293" y="4789231"/>
                  </a:lnTo>
                  <a:close/>
                </a:path>
                <a:path w="6694170" h="6997065">
                  <a:moveTo>
                    <a:pt x="1142599" y="4789231"/>
                  </a:moveTo>
                  <a:lnTo>
                    <a:pt x="1153177" y="4814631"/>
                  </a:lnTo>
                  <a:lnTo>
                    <a:pt x="1134863" y="4814631"/>
                  </a:lnTo>
                  <a:lnTo>
                    <a:pt x="1124284" y="4801931"/>
                  </a:lnTo>
                  <a:lnTo>
                    <a:pt x="1142599" y="4789231"/>
                  </a:lnTo>
                  <a:close/>
                </a:path>
                <a:path w="6694170" h="6997065">
                  <a:moveTo>
                    <a:pt x="1459520" y="4776531"/>
                  </a:moveTo>
                  <a:lnTo>
                    <a:pt x="1476822" y="4776531"/>
                  </a:lnTo>
                  <a:lnTo>
                    <a:pt x="1486814" y="4789231"/>
                  </a:lnTo>
                  <a:lnTo>
                    <a:pt x="1469513" y="4801931"/>
                  </a:lnTo>
                  <a:lnTo>
                    <a:pt x="1459520" y="4776531"/>
                  </a:lnTo>
                  <a:close/>
                </a:path>
                <a:path w="6694170" h="6997065">
                  <a:moveTo>
                    <a:pt x="269811" y="4776531"/>
                  </a:moveTo>
                  <a:lnTo>
                    <a:pt x="282439" y="4789231"/>
                  </a:lnTo>
                  <a:lnTo>
                    <a:pt x="260559" y="4801931"/>
                  </a:lnTo>
                  <a:lnTo>
                    <a:pt x="247925" y="4789231"/>
                  </a:lnTo>
                  <a:lnTo>
                    <a:pt x="269811" y="4776531"/>
                  </a:lnTo>
                  <a:close/>
                </a:path>
                <a:path w="6694170" h="6997065">
                  <a:moveTo>
                    <a:pt x="2673121" y="4776531"/>
                  </a:moveTo>
                  <a:lnTo>
                    <a:pt x="2689173" y="4776531"/>
                  </a:lnTo>
                  <a:lnTo>
                    <a:pt x="2678997" y="4789231"/>
                  </a:lnTo>
                  <a:lnTo>
                    <a:pt x="2673121" y="4776531"/>
                  </a:lnTo>
                  <a:close/>
                </a:path>
                <a:path w="6694170" h="6997065">
                  <a:moveTo>
                    <a:pt x="604136" y="4751131"/>
                  </a:moveTo>
                  <a:lnTo>
                    <a:pt x="616479" y="4776531"/>
                  </a:lnTo>
                  <a:lnTo>
                    <a:pt x="595103" y="4789231"/>
                  </a:lnTo>
                  <a:lnTo>
                    <a:pt x="582760" y="4763831"/>
                  </a:lnTo>
                  <a:lnTo>
                    <a:pt x="604136" y="4751131"/>
                  </a:lnTo>
                  <a:close/>
                </a:path>
                <a:path w="6694170" h="6997065">
                  <a:moveTo>
                    <a:pt x="1810825" y="4751131"/>
                  </a:moveTo>
                  <a:lnTo>
                    <a:pt x="1819639" y="4763831"/>
                  </a:lnTo>
                  <a:lnTo>
                    <a:pt x="1804375" y="4776531"/>
                  </a:lnTo>
                  <a:lnTo>
                    <a:pt x="1795562" y="4763831"/>
                  </a:lnTo>
                  <a:lnTo>
                    <a:pt x="1810825" y="4751131"/>
                  </a:lnTo>
                  <a:close/>
                </a:path>
                <a:path w="6694170" h="6997065">
                  <a:moveTo>
                    <a:pt x="938247" y="4738431"/>
                  </a:moveTo>
                  <a:lnTo>
                    <a:pt x="949702" y="4751131"/>
                  </a:lnTo>
                  <a:lnTo>
                    <a:pt x="929860" y="4763831"/>
                  </a:lnTo>
                  <a:lnTo>
                    <a:pt x="918399" y="4751131"/>
                  </a:lnTo>
                  <a:lnTo>
                    <a:pt x="938247" y="4738431"/>
                  </a:lnTo>
                  <a:close/>
                </a:path>
                <a:path w="6694170" h="6997065">
                  <a:moveTo>
                    <a:pt x="2131201" y="4738431"/>
                  </a:moveTo>
                  <a:lnTo>
                    <a:pt x="2144942" y="4738431"/>
                  </a:lnTo>
                  <a:lnTo>
                    <a:pt x="2152873" y="4751131"/>
                  </a:lnTo>
                  <a:lnTo>
                    <a:pt x="2139132" y="4751131"/>
                  </a:lnTo>
                  <a:lnTo>
                    <a:pt x="2131201" y="4738431"/>
                  </a:lnTo>
                  <a:close/>
                </a:path>
                <a:path w="6694170" h="6997065">
                  <a:moveTo>
                    <a:pt x="1272359" y="4713031"/>
                  </a:moveTo>
                  <a:lnTo>
                    <a:pt x="1282938" y="4738431"/>
                  </a:lnTo>
                  <a:lnTo>
                    <a:pt x="1264624" y="4751131"/>
                  </a:lnTo>
                  <a:lnTo>
                    <a:pt x="1254045" y="4725731"/>
                  </a:lnTo>
                  <a:lnTo>
                    <a:pt x="1272359" y="4713031"/>
                  </a:lnTo>
                  <a:close/>
                </a:path>
                <a:path w="6694170" h="6997065">
                  <a:moveTo>
                    <a:pt x="65348" y="4713031"/>
                  </a:moveTo>
                  <a:lnTo>
                    <a:pt x="78568" y="4738431"/>
                  </a:lnTo>
                  <a:lnTo>
                    <a:pt x="55669" y="4751131"/>
                  </a:lnTo>
                  <a:lnTo>
                    <a:pt x="42449" y="4725731"/>
                  </a:lnTo>
                  <a:lnTo>
                    <a:pt x="65348" y="4713031"/>
                  </a:lnTo>
                  <a:close/>
                </a:path>
                <a:path w="6694170" h="6997065">
                  <a:moveTo>
                    <a:pt x="2479054" y="4713031"/>
                  </a:moveTo>
                  <a:lnTo>
                    <a:pt x="2486103" y="4725731"/>
                  </a:lnTo>
                  <a:lnTo>
                    <a:pt x="2473889" y="4738431"/>
                  </a:lnTo>
                  <a:lnTo>
                    <a:pt x="2466840" y="4725731"/>
                  </a:lnTo>
                  <a:lnTo>
                    <a:pt x="2479054" y="4713031"/>
                  </a:lnTo>
                  <a:close/>
                </a:path>
                <a:path w="6694170" h="6997065">
                  <a:moveTo>
                    <a:pt x="399674" y="4700331"/>
                  </a:moveTo>
                  <a:lnTo>
                    <a:pt x="412604" y="4725731"/>
                  </a:lnTo>
                  <a:lnTo>
                    <a:pt x="390209" y="4738431"/>
                  </a:lnTo>
                  <a:lnTo>
                    <a:pt x="377285" y="4713031"/>
                  </a:lnTo>
                  <a:lnTo>
                    <a:pt x="399674" y="4700331"/>
                  </a:lnTo>
                  <a:close/>
                </a:path>
                <a:path w="6694170" h="6997065">
                  <a:moveTo>
                    <a:pt x="1606576" y="4700331"/>
                  </a:moveTo>
                  <a:lnTo>
                    <a:pt x="1616568" y="4713031"/>
                  </a:lnTo>
                  <a:lnTo>
                    <a:pt x="1599267" y="4725731"/>
                  </a:lnTo>
                  <a:lnTo>
                    <a:pt x="1589280" y="4713031"/>
                  </a:lnTo>
                  <a:lnTo>
                    <a:pt x="1606576" y="4700331"/>
                  </a:lnTo>
                  <a:close/>
                </a:path>
                <a:path w="6694170" h="6997065">
                  <a:moveTo>
                    <a:pt x="2803279" y="4700331"/>
                  </a:moveTo>
                  <a:lnTo>
                    <a:pt x="2812945" y="4700331"/>
                  </a:lnTo>
                  <a:lnTo>
                    <a:pt x="2818531" y="4713031"/>
                  </a:lnTo>
                  <a:lnTo>
                    <a:pt x="2808858" y="4713031"/>
                  </a:lnTo>
                  <a:lnTo>
                    <a:pt x="2803279" y="4700331"/>
                  </a:lnTo>
                  <a:close/>
                </a:path>
                <a:path w="6694170" h="6997065">
                  <a:moveTo>
                    <a:pt x="733891" y="4674931"/>
                  </a:moveTo>
                  <a:lnTo>
                    <a:pt x="746235" y="4700331"/>
                  </a:lnTo>
                  <a:lnTo>
                    <a:pt x="724864" y="4713031"/>
                  </a:lnTo>
                  <a:lnTo>
                    <a:pt x="712521" y="4687631"/>
                  </a:lnTo>
                  <a:lnTo>
                    <a:pt x="733891" y="4674931"/>
                  </a:lnTo>
                  <a:close/>
                </a:path>
                <a:path w="6694170" h="6997065">
                  <a:moveTo>
                    <a:pt x="1940587" y="4674931"/>
                  </a:moveTo>
                  <a:lnTo>
                    <a:pt x="1949401" y="4687631"/>
                  </a:lnTo>
                  <a:lnTo>
                    <a:pt x="1934131" y="4700331"/>
                  </a:lnTo>
                  <a:lnTo>
                    <a:pt x="1925317" y="4687631"/>
                  </a:lnTo>
                  <a:lnTo>
                    <a:pt x="1940587" y="4674931"/>
                  </a:lnTo>
                  <a:close/>
                </a:path>
                <a:path w="6694170" h="6997065">
                  <a:moveTo>
                    <a:pt x="1068116" y="4662231"/>
                  </a:moveTo>
                  <a:lnTo>
                    <a:pt x="1079867" y="4674931"/>
                  </a:lnTo>
                  <a:lnTo>
                    <a:pt x="1059515" y="4687631"/>
                  </a:lnTo>
                  <a:lnTo>
                    <a:pt x="1047764" y="4674931"/>
                  </a:lnTo>
                  <a:lnTo>
                    <a:pt x="1068116" y="4662231"/>
                  </a:lnTo>
                  <a:close/>
                </a:path>
                <a:path w="6694170" h="6997065">
                  <a:moveTo>
                    <a:pt x="2260962" y="4662231"/>
                  </a:moveTo>
                  <a:lnTo>
                    <a:pt x="2274698" y="4662231"/>
                  </a:lnTo>
                  <a:lnTo>
                    <a:pt x="2282629" y="4674931"/>
                  </a:lnTo>
                  <a:lnTo>
                    <a:pt x="2268893" y="4674931"/>
                  </a:lnTo>
                  <a:lnTo>
                    <a:pt x="2260962" y="4662231"/>
                  </a:lnTo>
                  <a:close/>
                </a:path>
                <a:path w="6694170" h="6997065">
                  <a:moveTo>
                    <a:pt x="1402226" y="4636831"/>
                  </a:moveTo>
                  <a:lnTo>
                    <a:pt x="1413095" y="4662231"/>
                  </a:lnTo>
                  <a:lnTo>
                    <a:pt x="1394271" y="4674931"/>
                  </a:lnTo>
                  <a:lnTo>
                    <a:pt x="1383403" y="4649531"/>
                  </a:lnTo>
                  <a:lnTo>
                    <a:pt x="1402226" y="4636831"/>
                  </a:lnTo>
                  <a:close/>
                </a:path>
                <a:path w="6694170" h="6997065">
                  <a:moveTo>
                    <a:pt x="195322" y="4636831"/>
                  </a:moveTo>
                  <a:lnTo>
                    <a:pt x="209129" y="4662231"/>
                  </a:lnTo>
                  <a:lnTo>
                    <a:pt x="185211" y="4674931"/>
                  </a:lnTo>
                  <a:lnTo>
                    <a:pt x="171405" y="4649531"/>
                  </a:lnTo>
                  <a:lnTo>
                    <a:pt x="195322" y="4636831"/>
                  </a:lnTo>
                  <a:close/>
                </a:path>
                <a:path w="6694170" h="6997065">
                  <a:moveTo>
                    <a:pt x="2608702" y="4636831"/>
                  </a:moveTo>
                  <a:lnTo>
                    <a:pt x="2615460" y="4649531"/>
                  </a:lnTo>
                  <a:lnTo>
                    <a:pt x="2603756" y="4662231"/>
                  </a:lnTo>
                  <a:lnTo>
                    <a:pt x="2596998" y="4649531"/>
                  </a:lnTo>
                  <a:lnTo>
                    <a:pt x="2608702" y="4636831"/>
                  </a:lnTo>
                  <a:close/>
                </a:path>
                <a:path w="6694170" h="6997065">
                  <a:moveTo>
                    <a:pt x="529541" y="4624131"/>
                  </a:moveTo>
                  <a:lnTo>
                    <a:pt x="542761" y="4649531"/>
                  </a:lnTo>
                  <a:lnTo>
                    <a:pt x="519862" y="4662231"/>
                  </a:lnTo>
                  <a:lnTo>
                    <a:pt x="506642" y="4636831"/>
                  </a:lnTo>
                  <a:lnTo>
                    <a:pt x="529541" y="4624131"/>
                  </a:lnTo>
                  <a:close/>
                </a:path>
                <a:path w="6694170" h="6997065">
                  <a:moveTo>
                    <a:pt x="1736337" y="4624131"/>
                  </a:moveTo>
                  <a:lnTo>
                    <a:pt x="1746329" y="4636831"/>
                  </a:lnTo>
                  <a:lnTo>
                    <a:pt x="1729022" y="4649531"/>
                  </a:lnTo>
                  <a:lnTo>
                    <a:pt x="1719036" y="4636831"/>
                  </a:lnTo>
                  <a:lnTo>
                    <a:pt x="1736337" y="4624131"/>
                  </a:lnTo>
                  <a:close/>
                </a:path>
                <a:path w="6694170" h="6997065">
                  <a:moveTo>
                    <a:pt x="863759" y="4598731"/>
                  </a:moveTo>
                  <a:lnTo>
                    <a:pt x="876393" y="4624131"/>
                  </a:lnTo>
                  <a:lnTo>
                    <a:pt x="854513" y="4636831"/>
                  </a:lnTo>
                  <a:lnTo>
                    <a:pt x="841879" y="4611431"/>
                  </a:lnTo>
                  <a:lnTo>
                    <a:pt x="863759" y="4598731"/>
                  </a:lnTo>
                  <a:close/>
                </a:path>
                <a:path w="6694170" h="6997065">
                  <a:moveTo>
                    <a:pt x="2070341" y="4598731"/>
                  </a:moveTo>
                  <a:lnTo>
                    <a:pt x="2079155" y="4624131"/>
                  </a:lnTo>
                  <a:lnTo>
                    <a:pt x="2063891" y="4624131"/>
                  </a:lnTo>
                  <a:lnTo>
                    <a:pt x="2055078" y="4611431"/>
                  </a:lnTo>
                  <a:lnTo>
                    <a:pt x="2070341" y="4598731"/>
                  </a:lnTo>
                  <a:close/>
                </a:path>
                <a:path w="6694170" h="6997065">
                  <a:moveTo>
                    <a:pt x="2404459" y="4586031"/>
                  </a:moveTo>
                  <a:lnTo>
                    <a:pt x="2412389" y="4598731"/>
                  </a:lnTo>
                  <a:lnTo>
                    <a:pt x="2398648" y="4611431"/>
                  </a:lnTo>
                  <a:lnTo>
                    <a:pt x="2390717" y="4598731"/>
                  </a:lnTo>
                  <a:lnTo>
                    <a:pt x="2404459" y="4586031"/>
                  </a:lnTo>
                  <a:close/>
                </a:path>
                <a:path w="6694170" h="6997065">
                  <a:moveTo>
                    <a:pt x="1197877" y="4586031"/>
                  </a:moveTo>
                  <a:lnTo>
                    <a:pt x="1209628" y="4598731"/>
                  </a:lnTo>
                  <a:lnTo>
                    <a:pt x="1189270" y="4611431"/>
                  </a:lnTo>
                  <a:lnTo>
                    <a:pt x="1177519" y="4598731"/>
                  </a:lnTo>
                  <a:lnTo>
                    <a:pt x="1197877" y="4586031"/>
                  </a:lnTo>
                  <a:close/>
                </a:path>
                <a:path w="6694170" h="6997065">
                  <a:moveTo>
                    <a:pt x="325191" y="4560631"/>
                  </a:moveTo>
                  <a:lnTo>
                    <a:pt x="339294" y="4586031"/>
                  </a:lnTo>
                  <a:lnTo>
                    <a:pt x="314867" y="4611431"/>
                  </a:lnTo>
                  <a:lnTo>
                    <a:pt x="300764" y="4586031"/>
                  </a:lnTo>
                  <a:lnTo>
                    <a:pt x="325191" y="4560631"/>
                  </a:lnTo>
                  <a:close/>
                </a:path>
                <a:path w="6694170" h="6997065">
                  <a:moveTo>
                    <a:pt x="0" y="4598731"/>
                  </a:moveTo>
                  <a:lnTo>
                    <a:pt x="5258" y="4611431"/>
                  </a:lnTo>
                  <a:lnTo>
                    <a:pt x="0" y="4611431"/>
                  </a:lnTo>
                  <a:lnTo>
                    <a:pt x="0" y="4598731"/>
                  </a:lnTo>
                  <a:close/>
                </a:path>
                <a:path w="6694170" h="6997065">
                  <a:moveTo>
                    <a:pt x="1531987" y="4560631"/>
                  </a:moveTo>
                  <a:lnTo>
                    <a:pt x="1542856" y="4586031"/>
                  </a:lnTo>
                  <a:lnTo>
                    <a:pt x="1524026" y="4598731"/>
                  </a:lnTo>
                  <a:lnTo>
                    <a:pt x="1513158" y="4573331"/>
                  </a:lnTo>
                  <a:lnTo>
                    <a:pt x="1531987" y="4560631"/>
                  </a:lnTo>
                  <a:close/>
                </a:path>
                <a:path w="6694170" h="6997065">
                  <a:moveTo>
                    <a:pt x="2738457" y="4560631"/>
                  </a:moveTo>
                  <a:lnTo>
                    <a:pt x="2745215" y="4573331"/>
                  </a:lnTo>
                  <a:lnTo>
                    <a:pt x="2733517" y="4586031"/>
                  </a:lnTo>
                  <a:lnTo>
                    <a:pt x="2726759" y="4573331"/>
                  </a:lnTo>
                  <a:lnTo>
                    <a:pt x="2738457" y="4560631"/>
                  </a:lnTo>
                  <a:close/>
                </a:path>
                <a:path w="6694170" h="6997065">
                  <a:moveTo>
                    <a:pt x="659302" y="4547931"/>
                  </a:moveTo>
                  <a:lnTo>
                    <a:pt x="672523" y="4573331"/>
                  </a:lnTo>
                  <a:lnTo>
                    <a:pt x="649624" y="4586031"/>
                  </a:lnTo>
                  <a:lnTo>
                    <a:pt x="636404" y="4560631"/>
                  </a:lnTo>
                  <a:lnTo>
                    <a:pt x="659302" y="4547931"/>
                  </a:lnTo>
                  <a:close/>
                </a:path>
                <a:path w="6694170" h="6997065">
                  <a:moveTo>
                    <a:pt x="1866099" y="4547931"/>
                  </a:moveTo>
                  <a:lnTo>
                    <a:pt x="1876085" y="4560631"/>
                  </a:lnTo>
                  <a:lnTo>
                    <a:pt x="1858784" y="4573331"/>
                  </a:lnTo>
                  <a:lnTo>
                    <a:pt x="1848798" y="4560631"/>
                  </a:lnTo>
                  <a:lnTo>
                    <a:pt x="1866099" y="4547931"/>
                  </a:lnTo>
                  <a:close/>
                </a:path>
                <a:path w="6694170" h="6997065">
                  <a:moveTo>
                    <a:pt x="993521" y="4522531"/>
                  </a:moveTo>
                  <a:lnTo>
                    <a:pt x="1006155" y="4547931"/>
                  </a:lnTo>
                  <a:lnTo>
                    <a:pt x="984275" y="4560631"/>
                  </a:lnTo>
                  <a:lnTo>
                    <a:pt x="971641" y="4535231"/>
                  </a:lnTo>
                  <a:lnTo>
                    <a:pt x="993521" y="4522531"/>
                  </a:lnTo>
                  <a:close/>
                </a:path>
                <a:path w="6694170" h="6997065">
                  <a:moveTo>
                    <a:pt x="2200103" y="4522531"/>
                  </a:moveTo>
                  <a:lnTo>
                    <a:pt x="2208916" y="4547931"/>
                  </a:lnTo>
                  <a:lnTo>
                    <a:pt x="2193646" y="4547931"/>
                  </a:lnTo>
                  <a:lnTo>
                    <a:pt x="2184833" y="4535231"/>
                  </a:lnTo>
                  <a:lnTo>
                    <a:pt x="2200103" y="4522531"/>
                  </a:lnTo>
                  <a:close/>
                </a:path>
                <a:path w="6694170" h="6997065">
                  <a:moveTo>
                    <a:pt x="1327738" y="4509831"/>
                  </a:moveTo>
                  <a:lnTo>
                    <a:pt x="1339785" y="4535231"/>
                  </a:lnTo>
                  <a:lnTo>
                    <a:pt x="1318925" y="4547931"/>
                  </a:lnTo>
                  <a:lnTo>
                    <a:pt x="1306877" y="4522531"/>
                  </a:lnTo>
                  <a:lnTo>
                    <a:pt x="1327738" y="4509831"/>
                  </a:lnTo>
                  <a:close/>
                </a:path>
                <a:path w="6694170" h="6997065">
                  <a:moveTo>
                    <a:pt x="120834" y="4509831"/>
                  </a:moveTo>
                  <a:lnTo>
                    <a:pt x="135819" y="4535231"/>
                  </a:lnTo>
                  <a:lnTo>
                    <a:pt x="109864" y="4547931"/>
                  </a:lnTo>
                  <a:lnTo>
                    <a:pt x="94879" y="4522531"/>
                  </a:lnTo>
                  <a:lnTo>
                    <a:pt x="120834" y="4509831"/>
                  </a:lnTo>
                  <a:close/>
                </a:path>
                <a:path w="6694170" h="6997065">
                  <a:moveTo>
                    <a:pt x="2534213" y="4509831"/>
                  </a:moveTo>
                  <a:lnTo>
                    <a:pt x="2542144" y="4522531"/>
                  </a:lnTo>
                  <a:lnTo>
                    <a:pt x="2528403" y="4535231"/>
                  </a:lnTo>
                  <a:lnTo>
                    <a:pt x="2520472" y="4522531"/>
                  </a:lnTo>
                  <a:lnTo>
                    <a:pt x="2534213" y="4509831"/>
                  </a:lnTo>
                  <a:close/>
                </a:path>
                <a:path w="6694170" h="6997065">
                  <a:moveTo>
                    <a:pt x="455052" y="4497131"/>
                  </a:moveTo>
                  <a:lnTo>
                    <a:pt x="469451" y="4522531"/>
                  </a:lnTo>
                  <a:lnTo>
                    <a:pt x="444515" y="4535231"/>
                  </a:lnTo>
                  <a:lnTo>
                    <a:pt x="430117" y="4509831"/>
                  </a:lnTo>
                  <a:lnTo>
                    <a:pt x="455052" y="4497131"/>
                  </a:lnTo>
                  <a:close/>
                </a:path>
                <a:path w="6694170" h="6997065">
                  <a:moveTo>
                    <a:pt x="1642913" y="4497131"/>
                  </a:moveTo>
                  <a:lnTo>
                    <a:pt x="1661748" y="4497131"/>
                  </a:lnTo>
                  <a:lnTo>
                    <a:pt x="1672617" y="4509831"/>
                  </a:lnTo>
                  <a:lnTo>
                    <a:pt x="1653782" y="4522531"/>
                  </a:lnTo>
                  <a:lnTo>
                    <a:pt x="1642913" y="4497131"/>
                  </a:lnTo>
                  <a:close/>
                </a:path>
                <a:path w="6694170" h="6997065">
                  <a:moveTo>
                    <a:pt x="789170" y="4471731"/>
                  </a:moveTo>
                  <a:lnTo>
                    <a:pt x="802680" y="4497131"/>
                  </a:lnTo>
                  <a:lnTo>
                    <a:pt x="779273" y="4509831"/>
                  </a:lnTo>
                  <a:lnTo>
                    <a:pt x="765756" y="4484431"/>
                  </a:lnTo>
                  <a:lnTo>
                    <a:pt x="789170" y="4471731"/>
                  </a:lnTo>
                  <a:close/>
                </a:path>
                <a:path w="6694170" h="6997065">
                  <a:moveTo>
                    <a:pt x="1995859" y="4471731"/>
                  </a:moveTo>
                  <a:lnTo>
                    <a:pt x="2005845" y="4484431"/>
                  </a:lnTo>
                  <a:lnTo>
                    <a:pt x="1988544" y="4497131"/>
                  </a:lnTo>
                  <a:lnTo>
                    <a:pt x="1978558" y="4484431"/>
                  </a:lnTo>
                  <a:lnTo>
                    <a:pt x="1995859" y="4471731"/>
                  </a:lnTo>
                  <a:close/>
                </a:path>
                <a:path w="6694170" h="6997065">
                  <a:moveTo>
                    <a:pt x="1123276" y="4459031"/>
                  </a:moveTo>
                  <a:lnTo>
                    <a:pt x="1135910" y="4471731"/>
                  </a:lnTo>
                  <a:lnTo>
                    <a:pt x="1114036" y="4484431"/>
                  </a:lnTo>
                  <a:lnTo>
                    <a:pt x="1101402" y="4471731"/>
                  </a:lnTo>
                  <a:lnTo>
                    <a:pt x="1123276" y="4459031"/>
                  </a:lnTo>
                  <a:close/>
                </a:path>
                <a:path w="6694170" h="6997065">
                  <a:moveTo>
                    <a:pt x="2314594" y="4459031"/>
                  </a:moveTo>
                  <a:lnTo>
                    <a:pt x="2329863" y="4459031"/>
                  </a:lnTo>
                  <a:lnTo>
                    <a:pt x="2338677" y="4471731"/>
                  </a:lnTo>
                  <a:lnTo>
                    <a:pt x="2323407" y="4471731"/>
                  </a:lnTo>
                  <a:lnTo>
                    <a:pt x="2314594" y="4459031"/>
                  </a:lnTo>
                  <a:close/>
                </a:path>
                <a:path w="6694170" h="6997065">
                  <a:moveTo>
                    <a:pt x="1457499" y="4433631"/>
                  </a:moveTo>
                  <a:lnTo>
                    <a:pt x="1469546" y="4459031"/>
                  </a:lnTo>
                  <a:lnTo>
                    <a:pt x="1448679" y="4471731"/>
                  </a:lnTo>
                  <a:lnTo>
                    <a:pt x="1436631" y="4446331"/>
                  </a:lnTo>
                  <a:lnTo>
                    <a:pt x="1457499" y="4433631"/>
                  </a:lnTo>
                  <a:close/>
                </a:path>
                <a:path w="6694170" h="6997065">
                  <a:moveTo>
                    <a:pt x="250703" y="4433631"/>
                  </a:moveTo>
                  <a:lnTo>
                    <a:pt x="265978" y="4459031"/>
                  </a:lnTo>
                  <a:lnTo>
                    <a:pt x="239514" y="4471731"/>
                  </a:lnTo>
                  <a:lnTo>
                    <a:pt x="224239" y="4446331"/>
                  </a:lnTo>
                  <a:lnTo>
                    <a:pt x="250703" y="4433631"/>
                  </a:lnTo>
                  <a:close/>
                </a:path>
                <a:path w="6694170" h="6997065">
                  <a:moveTo>
                    <a:pt x="2663868" y="4433631"/>
                  </a:moveTo>
                  <a:lnTo>
                    <a:pt x="2671503" y="4446331"/>
                  </a:lnTo>
                  <a:lnTo>
                    <a:pt x="2658277" y="4459031"/>
                  </a:lnTo>
                  <a:lnTo>
                    <a:pt x="2650636" y="4446331"/>
                  </a:lnTo>
                  <a:lnTo>
                    <a:pt x="2663868" y="4433631"/>
                  </a:lnTo>
                  <a:close/>
                </a:path>
                <a:path w="6694170" h="6997065">
                  <a:moveTo>
                    <a:pt x="584921" y="4420931"/>
                  </a:moveTo>
                  <a:lnTo>
                    <a:pt x="599610" y="4446331"/>
                  </a:lnTo>
                  <a:lnTo>
                    <a:pt x="574170" y="4459031"/>
                  </a:lnTo>
                  <a:lnTo>
                    <a:pt x="559481" y="4433631"/>
                  </a:lnTo>
                  <a:lnTo>
                    <a:pt x="584921" y="4420931"/>
                  </a:lnTo>
                  <a:close/>
                </a:path>
                <a:path w="6694170" h="6997065">
                  <a:moveTo>
                    <a:pt x="1772674" y="4420931"/>
                  </a:moveTo>
                  <a:lnTo>
                    <a:pt x="1791504" y="4420931"/>
                  </a:lnTo>
                  <a:lnTo>
                    <a:pt x="1802372" y="4433631"/>
                  </a:lnTo>
                  <a:lnTo>
                    <a:pt x="1783543" y="4446331"/>
                  </a:lnTo>
                  <a:lnTo>
                    <a:pt x="1772674" y="4420931"/>
                  </a:lnTo>
                  <a:close/>
                </a:path>
                <a:path w="6694170" h="6997065">
                  <a:moveTo>
                    <a:pt x="919033" y="4395531"/>
                  </a:moveTo>
                  <a:lnTo>
                    <a:pt x="932845" y="4420931"/>
                  </a:lnTo>
                  <a:lnTo>
                    <a:pt x="908922" y="4433631"/>
                  </a:lnTo>
                  <a:lnTo>
                    <a:pt x="895116" y="4408231"/>
                  </a:lnTo>
                  <a:lnTo>
                    <a:pt x="919033" y="4395531"/>
                  </a:lnTo>
                  <a:close/>
                </a:path>
                <a:path w="6694170" h="6997065">
                  <a:moveTo>
                    <a:pt x="2125620" y="4395531"/>
                  </a:moveTo>
                  <a:lnTo>
                    <a:pt x="2135607" y="4408231"/>
                  </a:lnTo>
                  <a:lnTo>
                    <a:pt x="2118306" y="4420931"/>
                  </a:lnTo>
                  <a:lnTo>
                    <a:pt x="2108313" y="4408231"/>
                  </a:lnTo>
                  <a:lnTo>
                    <a:pt x="2125620" y="4395531"/>
                  </a:lnTo>
                  <a:close/>
                </a:path>
                <a:path w="6694170" h="6997065">
                  <a:moveTo>
                    <a:pt x="46346" y="4382831"/>
                  </a:moveTo>
                  <a:lnTo>
                    <a:pt x="62504" y="4408231"/>
                  </a:lnTo>
                  <a:lnTo>
                    <a:pt x="34518" y="4420931"/>
                  </a:lnTo>
                  <a:lnTo>
                    <a:pt x="18359" y="4395531"/>
                  </a:lnTo>
                  <a:lnTo>
                    <a:pt x="46346" y="4382831"/>
                  </a:lnTo>
                  <a:close/>
                </a:path>
                <a:path w="6694170" h="6997065">
                  <a:moveTo>
                    <a:pt x="2444355" y="4382831"/>
                  </a:moveTo>
                  <a:lnTo>
                    <a:pt x="2459618" y="4382831"/>
                  </a:lnTo>
                  <a:lnTo>
                    <a:pt x="2468432" y="4395531"/>
                  </a:lnTo>
                  <a:lnTo>
                    <a:pt x="2453168" y="4408231"/>
                  </a:lnTo>
                  <a:lnTo>
                    <a:pt x="2444355" y="4382831"/>
                  </a:lnTo>
                  <a:close/>
                </a:path>
                <a:path w="6694170" h="6997065">
                  <a:moveTo>
                    <a:pt x="1253149" y="4382831"/>
                  </a:moveTo>
                  <a:lnTo>
                    <a:pt x="1266073" y="4395531"/>
                  </a:lnTo>
                  <a:lnTo>
                    <a:pt x="1243684" y="4408231"/>
                  </a:lnTo>
                  <a:lnTo>
                    <a:pt x="1230760" y="4395531"/>
                  </a:lnTo>
                  <a:lnTo>
                    <a:pt x="1253149" y="4382831"/>
                  </a:lnTo>
                  <a:close/>
                </a:path>
                <a:path w="6694170" h="6997065">
                  <a:moveTo>
                    <a:pt x="380564" y="4357431"/>
                  </a:moveTo>
                  <a:lnTo>
                    <a:pt x="396136" y="4382831"/>
                  </a:lnTo>
                  <a:lnTo>
                    <a:pt x="369168" y="4408231"/>
                  </a:lnTo>
                  <a:lnTo>
                    <a:pt x="353596" y="4370131"/>
                  </a:lnTo>
                  <a:lnTo>
                    <a:pt x="380564" y="4357431"/>
                  </a:lnTo>
                  <a:close/>
                </a:path>
                <a:path w="6694170" h="6997065">
                  <a:moveTo>
                    <a:pt x="1587254" y="4357431"/>
                  </a:moveTo>
                  <a:lnTo>
                    <a:pt x="1599302" y="4382831"/>
                  </a:lnTo>
                  <a:lnTo>
                    <a:pt x="1578441" y="4395531"/>
                  </a:lnTo>
                  <a:lnTo>
                    <a:pt x="1566393" y="4370131"/>
                  </a:lnTo>
                  <a:lnTo>
                    <a:pt x="1587254" y="4357431"/>
                  </a:lnTo>
                  <a:close/>
                </a:path>
                <a:path w="6694170" h="6997065">
                  <a:moveTo>
                    <a:pt x="2793629" y="4357431"/>
                  </a:moveTo>
                  <a:lnTo>
                    <a:pt x="2801264" y="4370131"/>
                  </a:lnTo>
                  <a:lnTo>
                    <a:pt x="2788032" y="4382831"/>
                  </a:lnTo>
                  <a:lnTo>
                    <a:pt x="2780391" y="4370131"/>
                  </a:lnTo>
                  <a:lnTo>
                    <a:pt x="2793629" y="4357431"/>
                  </a:lnTo>
                  <a:close/>
                </a:path>
                <a:path w="6694170" h="6997065">
                  <a:moveTo>
                    <a:pt x="714788" y="4344731"/>
                  </a:moveTo>
                  <a:lnTo>
                    <a:pt x="729774" y="4370131"/>
                  </a:lnTo>
                  <a:lnTo>
                    <a:pt x="703818" y="4382831"/>
                  </a:lnTo>
                  <a:lnTo>
                    <a:pt x="688833" y="4357431"/>
                  </a:lnTo>
                  <a:lnTo>
                    <a:pt x="714788" y="4344731"/>
                  </a:lnTo>
                  <a:close/>
                </a:path>
                <a:path w="6694170" h="6997065">
                  <a:moveTo>
                    <a:pt x="1921264" y="4344731"/>
                  </a:moveTo>
                  <a:lnTo>
                    <a:pt x="1932132" y="4357431"/>
                  </a:lnTo>
                  <a:lnTo>
                    <a:pt x="1913303" y="4370131"/>
                  </a:lnTo>
                  <a:lnTo>
                    <a:pt x="1902434" y="4357431"/>
                  </a:lnTo>
                  <a:lnTo>
                    <a:pt x="1921264" y="4344731"/>
                  </a:lnTo>
                  <a:close/>
                </a:path>
                <a:path w="6694170" h="6997065">
                  <a:moveTo>
                    <a:pt x="1048900" y="4319331"/>
                  </a:moveTo>
                  <a:lnTo>
                    <a:pt x="1062996" y="4344731"/>
                  </a:lnTo>
                  <a:lnTo>
                    <a:pt x="1038575" y="4357431"/>
                  </a:lnTo>
                  <a:lnTo>
                    <a:pt x="1024479" y="4332031"/>
                  </a:lnTo>
                  <a:lnTo>
                    <a:pt x="1048900" y="4319331"/>
                  </a:lnTo>
                  <a:close/>
                </a:path>
                <a:path w="6694170" h="6997065">
                  <a:moveTo>
                    <a:pt x="2255375" y="4319331"/>
                  </a:moveTo>
                  <a:lnTo>
                    <a:pt x="2265362" y="4344731"/>
                  </a:lnTo>
                  <a:lnTo>
                    <a:pt x="2248060" y="4344731"/>
                  </a:lnTo>
                  <a:lnTo>
                    <a:pt x="2238068" y="4332031"/>
                  </a:lnTo>
                  <a:lnTo>
                    <a:pt x="2255375" y="4319331"/>
                  </a:lnTo>
                  <a:close/>
                </a:path>
                <a:path w="6694170" h="6997065">
                  <a:moveTo>
                    <a:pt x="1382903" y="4306631"/>
                  </a:moveTo>
                  <a:lnTo>
                    <a:pt x="1395828" y="4332031"/>
                  </a:lnTo>
                  <a:lnTo>
                    <a:pt x="1373444" y="4344731"/>
                  </a:lnTo>
                  <a:lnTo>
                    <a:pt x="1360514" y="4319331"/>
                  </a:lnTo>
                  <a:lnTo>
                    <a:pt x="1382903" y="4306631"/>
                  </a:lnTo>
                  <a:close/>
                </a:path>
                <a:path w="6694170" h="6997065">
                  <a:moveTo>
                    <a:pt x="176108" y="4306631"/>
                  </a:moveTo>
                  <a:lnTo>
                    <a:pt x="192266" y="4332031"/>
                  </a:lnTo>
                  <a:lnTo>
                    <a:pt x="164279" y="4344731"/>
                  </a:lnTo>
                  <a:lnTo>
                    <a:pt x="148121" y="4319331"/>
                  </a:lnTo>
                  <a:lnTo>
                    <a:pt x="176108" y="4306631"/>
                  </a:lnTo>
                  <a:close/>
                </a:path>
                <a:path w="6694170" h="6997065">
                  <a:moveTo>
                    <a:pt x="2574513" y="4306631"/>
                  </a:moveTo>
                  <a:lnTo>
                    <a:pt x="2589273" y="4306631"/>
                  </a:lnTo>
                  <a:lnTo>
                    <a:pt x="2597790" y="4319331"/>
                  </a:lnTo>
                  <a:lnTo>
                    <a:pt x="2583036" y="4332031"/>
                  </a:lnTo>
                  <a:lnTo>
                    <a:pt x="2574513" y="4306631"/>
                  </a:lnTo>
                  <a:close/>
                </a:path>
                <a:path w="6694170" h="6997065">
                  <a:moveTo>
                    <a:pt x="510438" y="4281231"/>
                  </a:moveTo>
                  <a:lnTo>
                    <a:pt x="526300" y="4306631"/>
                  </a:lnTo>
                  <a:lnTo>
                    <a:pt x="498823" y="4332031"/>
                  </a:lnTo>
                  <a:lnTo>
                    <a:pt x="482961" y="4306631"/>
                  </a:lnTo>
                  <a:lnTo>
                    <a:pt x="510438" y="4281231"/>
                  </a:lnTo>
                  <a:close/>
                </a:path>
                <a:path w="6694170" h="6997065">
                  <a:moveTo>
                    <a:pt x="1717015" y="4281231"/>
                  </a:moveTo>
                  <a:lnTo>
                    <a:pt x="1729063" y="4306631"/>
                  </a:lnTo>
                  <a:lnTo>
                    <a:pt x="1708202" y="4319331"/>
                  </a:lnTo>
                  <a:lnTo>
                    <a:pt x="1696155" y="4293931"/>
                  </a:lnTo>
                  <a:lnTo>
                    <a:pt x="1717015" y="4281231"/>
                  </a:lnTo>
                  <a:close/>
                </a:path>
                <a:path w="6694170" h="6997065">
                  <a:moveTo>
                    <a:pt x="844657" y="4268531"/>
                  </a:moveTo>
                  <a:lnTo>
                    <a:pt x="859932" y="4293931"/>
                  </a:lnTo>
                  <a:lnTo>
                    <a:pt x="833468" y="4306631"/>
                  </a:lnTo>
                  <a:lnTo>
                    <a:pt x="818193" y="4281231"/>
                  </a:lnTo>
                  <a:lnTo>
                    <a:pt x="844657" y="4268531"/>
                  </a:lnTo>
                  <a:close/>
                </a:path>
                <a:path w="6694170" h="6997065">
                  <a:moveTo>
                    <a:pt x="2051019" y="4268531"/>
                  </a:moveTo>
                  <a:lnTo>
                    <a:pt x="2061888" y="4281231"/>
                  </a:lnTo>
                  <a:lnTo>
                    <a:pt x="2043064" y="4293931"/>
                  </a:lnTo>
                  <a:lnTo>
                    <a:pt x="2032196" y="4281231"/>
                  </a:lnTo>
                  <a:lnTo>
                    <a:pt x="2051019" y="4268531"/>
                  </a:lnTo>
                  <a:close/>
                </a:path>
                <a:path w="6694170" h="6997065">
                  <a:moveTo>
                    <a:pt x="1178661" y="4243131"/>
                  </a:moveTo>
                  <a:lnTo>
                    <a:pt x="1192758" y="4268531"/>
                  </a:lnTo>
                  <a:lnTo>
                    <a:pt x="1168331" y="4281231"/>
                  </a:lnTo>
                  <a:lnTo>
                    <a:pt x="1154234" y="4255831"/>
                  </a:lnTo>
                  <a:lnTo>
                    <a:pt x="1178661" y="4243131"/>
                  </a:lnTo>
                  <a:close/>
                </a:path>
                <a:path w="6694170" h="6997065">
                  <a:moveTo>
                    <a:pt x="2385023" y="4243131"/>
                  </a:moveTo>
                  <a:lnTo>
                    <a:pt x="2394719" y="4268531"/>
                  </a:lnTo>
                  <a:lnTo>
                    <a:pt x="2377927" y="4268531"/>
                  </a:lnTo>
                  <a:lnTo>
                    <a:pt x="2368237" y="4255831"/>
                  </a:lnTo>
                  <a:lnTo>
                    <a:pt x="2385023" y="4243131"/>
                  </a:lnTo>
                  <a:close/>
                </a:path>
                <a:path w="6694170" h="6997065">
                  <a:moveTo>
                    <a:pt x="1512665" y="4230431"/>
                  </a:moveTo>
                  <a:lnTo>
                    <a:pt x="1525590" y="4255831"/>
                  </a:lnTo>
                  <a:lnTo>
                    <a:pt x="1503201" y="4268531"/>
                  </a:lnTo>
                  <a:lnTo>
                    <a:pt x="1490270" y="4243131"/>
                  </a:lnTo>
                  <a:lnTo>
                    <a:pt x="1512665" y="4230431"/>
                  </a:lnTo>
                  <a:close/>
                </a:path>
                <a:path w="6694170" h="6997065">
                  <a:moveTo>
                    <a:pt x="305975" y="4230431"/>
                  </a:moveTo>
                  <a:lnTo>
                    <a:pt x="322423" y="4255831"/>
                  </a:lnTo>
                  <a:lnTo>
                    <a:pt x="293927" y="4268531"/>
                  </a:lnTo>
                  <a:lnTo>
                    <a:pt x="277479" y="4243131"/>
                  </a:lnTo>
                  <a:lnTo>
                    <a:pt x="305975" y="4230431"/>
                  </a:lnTo>
                  <a:close/>
                </a:path>
                <a:path w="6694170" h="6997065">
                  <a:moveTo>
                    <a:pt x="2719034" y="4230431"/>
                  </a:moveTo>
                  <a:lnTo>
                    <a:pt x="2727552" y="4243131"/>
                  </a:lnTo>
                  <a:lnTo>
                    <a:pt x="2712797" y="4255831"/>
                  </a:lnTo>
                  <a:lnTo>
                    <a:pt x="2704274" y="4243131"/>
                  </a:lnTo>
                  <a:lnTo>
                    <a:pt x="2719034" y="4230431"/>
                  </a:lnTo>
                  <a:close/>
                </a:path>
                <a:path w="6694170" h="6997065">
                  <a:moveTo>
                    <a:pt x="640193" y="4205031"/>
                  </a:moveTo>
                  <a:lnTo>
                    <a:pt x="656055" y="4243131"/>
                  </a:lnTo>
                  <a:lnTo>
                    <a:pt x="628578" y="4255831"/>
                  </a:lnTo>
                  <a:lnTo>
                    <a:pt x="612716" y="4230431"/>
                  </a:lnTo>
                  <a:lnTo>
                    <a:pt x="640193" y="4205031"/>
                  </a:lnTo>
                  <a:close/>
                </a:path>
                <a:path w="6694170" h="6997065">
                  <a:moveTo>
                    <a:pt x="1846776" y="4205031"/>
                  </a:moveTo>
                  <a:lnTo>
                    <a:pt x="1858823" y="4230431"/>
                  </a:lnTo>
                  <a:lnTo>
                    <a:pt x="1837962" y="4243131"/>
                  </a:lnTo>
                  <a:lnTo>
                    <a:pt x="1825915" y="4217731"/>
                  </a:lnTo>
                  <a:lnTo>
                    <a:pt x="1846776" y="4205031"/>
                  </a:lnTo>
                  <a:close/>
                </a:path>
                <a:path w="6694170" h="6997065">
                  <a:moveTo>
                    <a:pt x="974417" y="4192331"/>
                  </a:moveTo>
                  <a:lnTo>
                    <a:pt x="989693" y="4217731"/>
                  </a:lnTo>
                  <a:lnTo>
                    <a:pt x="963229" y="4230431"/>
                  </a:lnTo>
                  <a:lnTo>
                    <a:pt x="947953" y="4205031"/>
                  </a:lnTo>
                  <a:lnTo>
                    <a:pt x="974417" y="4192331"/>
                  </a:lnTo>
                  <a:close/>
                </a:path>
                <a:path w="6694170" h="6997065">
                  <a:moveTo>
                    <a:pt x="2180780" y="4192331"/>
                  </a:moveTo>
                  <a:lnTo>
                    <a:pt x="2191648" y="4205031"/>
                  </a:lnTo>
                  <a:lnTo>
                    <a:pt x="2172825" y="4217731"/>
                  </a:lnTo>
                  <a:lnTo>
                    <a:pt x="2161956" y="4205031"/>
                  </a:lnTo>
                  <a:lnTo>
                    <a:pt x="2180780" y="4192331"/>
                  </a:lnTo>
                  <a:close/>
                </a:path>
                <a:path w="6694170" h="6997065">
                  <a:moveTo>
                    <a:pt x="101726" y="4166931"/>
                  </a:moveTo>
                  <a:lnTo>
                    <a:pt x="119358" y="4205031"/>
                  </a:lnTo>
                  <a:lnTo>
                    <a:pt x="88825" y="4217731"/>
                  </a:lnTo>
                  <a:lnTo>
                    <a:pt x="71198" y="4192331"/>
                  </a:lnTo>
                  <a:lnTo>
                    <a:pt x="101726" y="4166931"/>
                  </a:lnTo>
                  <a:close/>
                </a:path>
                <a:path w="6694170" h="6997065">
                  <a:moveTo>
                    <a:pt x="2514785" y="4166931"/>
                  </a:moveTo>
                  <a:lnTo>
                    <a:pt x="2524475" y="4192331"/>
                  </a:lnTo>
                  <a:lnTo>
                    <a:pt x="2507684" y="4205031"/>
                  </a:lnTo>
                  <a:lnTo>
                    <a:pt x="2497993" y="4179631"/>
                  </a:lnTo>
                  <a:lnTo>
                    <a:pt x="2514785" y="4166931"/>
                  </a:lnTo>
                  <a:close/>
                </a:path>
                <a:path w="6694170" h="6997065">
                  <a:moveTo>
                    <a:pt x="1308522" y="4166931"/>
                  </a:moveTo>
                  <a:lnTo>
                    <a:pt x="1322920" y="4192331"/>
                  </a:lnTo>
                  <a:lnTo>
                    <a:pt x="1297990" y="4205031"/>
                  </a:lnTo>
                  <a:lnTo>
                    <a:pt x="1283592" y="4192331"/>
                  </a:lnTo>
                  <a:lnTo>
                    <a:pt x="1308522" y="4166931"/>
                  </a:lnTo>
                  <a:close/>
                </a:path>
                <a:path w="6694170" h="6997065">
                  <a:moveTo>
                    <a:pt x="435837" y="4154231"/>
                  </a:moveTo>
                  <a:lnTo>
                    <a:pt x="452588" y="4179631"/>
                  </a:lnTo>
                  <a:lnTo>
                    <a:pt x="423583" y="4205031"/>
                  </a:lnTo>
                  <a:lnTo>
                    <a:pt x="406832" y="4166931"/>
                  </a:lnTo>
                  <a:lnTo>
                    <a:pt x="435837" y="4154231"/>
                  </a:lnTo>
                  <a:close/>
                </a:path>
                <a:path w="6694170" h="6997065">
                  <a:moveTo>
                    <a:pt x="1642420" y="4154231"/>
                  </a:moveTo>
                  <a:lnTo>
                    <a:pt x="1655350" y="4179631"/>
                  </a:lnTo>
                  <a:lnTo>
                    <a:pt x="1632961" y="4192331"/>
                  </a:lnTo>
                  <a:lnTo>
                    <a:pt x="1620031" y="4166931"/>
                  </a:lnTo>
                  <a:lnTo>
                    <a:pt x="1642420" y="4154231"/>
                  </a:lnTo>
                  <a:close/>
                </a:path>
                <a:path w="6694170" h="6997065">
                  <a:moveTo>
                    <a:pt x="2848683" y="4154231"/>
                  </a:moveTo>
                  <a:lnTo>
                    <a:pt x="2856910" y="4166931"/>
                  </a:lnTo>
                  <a:lnTo>
                    <a:pt x="2842659" y="4179631"/>
                  </a:lnTo>
                  <a:lnTo>
                    <a:pt x="2834438" y="4166931"/>
                  </a:lnTo>
                  <a:lnTo>
                    <a:pt x="2848683" y="4154231"/>
                  </a:lnTo>
                  <a:close/>
                </a:path>
                <a:path w="6694170" h="6997065">
                  <a:moveTo>
                    <a:pt x="770061" y="4128831"/>
                  </a:moveTo>
                  <a:lnTo>
                    <a:pt x="786220" y="4166931"/>
                  </a:lnTo>
                  <a:lnTo>
                    <a:pt x="758233" y="4179631"/>
                  </a:lnTo>
                  <a:lnTo>
                    <a:pt x="742075" y="4154231"/>
                  </a:lnTo>
                  <a:lnTo>
                    <a:pt x="770061" y="4128831"/>
                  </a:lnTo>
                  <a:close/>
                </a:path>
                <a:path w="6694170" h="6997065">
                  <a:moveTo>
                    <a:pt x="1976537" y="4128831"/>
                  </a:moveTo>
                  <a:lnTo>
                    <a:pt x="1988584" y="4154231"/>
                  </a:lnTo>
                  <a:lnTo>
                    <a:pt x="1967717" y="4166931"/>
                  </a:lnTo>
                  <a:lnTo>
                    <a:pt x="1955670" y="4141531"/>
                  </a:lnTo>
                  <a:lnTo>
                    <a:pt x="1976537" y="4128831"/>
                  </a:lnTo>
                  <a:close/>
                </a:path>
                <a:path w="6694170" h="6997065">
                  <a:moveTo>
                    <a:pt x="1104279" y="4116131"/>
                  </a:moveTo>
                  <a:lnTo>
                    <a:pt x="1119851" y="4141531"/>
                  </a:lnTo>
                  <a:lnTo>
                    <a:pt x="1092877" y="4154231"/>
                  </a:lnTo>
                  <a:lnTo>
                    <a:pt x="1077306" y="4128831"/>
                  </a:lnTo>
                  <a:lnTo>
                    <a:pt x="1104279" y="4116131"/>
                  </a:lnTo>
                  <a:close/>
                </a:path>
                <a:path w="6694170" h="6997065">
                  <a:moveTo>
                    <a:pt x="2310541" y="4116131"/>
                  </a:moveTo>
                  <a:lnTo>
                    <a:pt x="2321409" y="4128831"/>
                  </a:lnTo>
                  <a:lnTo>
                    <a:pt x="2302580" y="4141531"/>
                  </a:lnTo>
                  <a:lnTo>
                    <a:pt x="2291711" y="4128831"/>
                  </a:lnTo>
                  <a:lnTo>
                    <a:pt x="2310541" y="4116131"/>
                  </a:lnTo>
                  <a:close/>
                </a:path>
                <a:path w="6694170" h="6997065">
                  <a:moveTo>
                    <a:pt x="1438283" y="4090731"/>
                  </a:moveTo>
                  <a:lnTo>
                    <a:pt x="1452676" y="4116131"/>
                  </a:lnTo>
                  <a:lnTo>
                    <a:pt x="1427746" y="4141531"/>
                  </a:lnTo>
                  <a:lnTo>
                    <a:pt x="1413348" y="4116131"/>
                  </a:lnTo>
                  <a:lnTo>
                    <a:pt x="1438283" y="4090731"/>
                  </a:lnTo>
                  <a:close/>
                </a:path>
                <a:path w="6694170" h="6997065">
                  <a:moveTo>
                    <a:pt x="231593" y="4103431"/>
                  </a:moveTo>
                  <a:lnTo>
                    <a:pt x="249511" y="4128831"/>
                  </a:lnTo>
                  <a:lnTo>
                    <a:pt x="218474" y="4141531"/>
                  </a:lnTo>
                  <a:lnTo>
                    <a:pt x="200556" y="4116131"/>
                  </a:lnTo>
                  <a:lnTo>
                    <a:pt x="231593" y="4103431"/>
                  </a:lnTo>
                  <a:close/>
                </a:path>
                <a:path w="6694170" h="6997065">
                  <a:moveTo>
                    <a:pt x="2628151" y="4103431"/>
                  </a:moveTo>
                  <a:lnTo>
                    <a:pt x="2644433" y="4103431"/>
                  </a:lnTo>
                  <a:lnTo>
                    <a:pt x="2653839" y="4116131"/>
                  </a:lnTo>
                  <a:lnTo>
                    <a:pt x="2637556" y="4128831"/>
                  </a:lnTo>
                  <a:lnTo>
                    <a:pt x="2628151" y="4103431"/>
                  </a:lnTo>
                  <a:close/>
                </a:path>
                <a:path w="6694170" h="6997065">
                  <a:moveTo>
                    <a:pt x="565705" y="4078031"/>
                  </a:moveTo>
                  <a:lnTo>
                    <a:pt x="582745" y="4103431"/>
                  </a:lnTo>
                  <a:lnTo>
                    <a:pt x="553231" y="4128831"/>
                  </a:lnTo>
                  <a:lnTo>
                    <a:pt x="536190" y="4090731"/>
                  </a:lnTo>
                  <a:lnTo>
                    <a:pt x="565705" y="4078031"/>
                  </a:lnTo>
                  <a:close/>
                </a:path>
                <a:path w="6694170" h="6997065">
                  <a:moveTo>
                    <a:pt x="1772180" y="4078031"/>
                  </a:moveTo>
                  <a:lnTo>
                    <a:pt x="1785110" y="4103431"/>
                  </a:lnTo>
                  <a:lnTo>
                    <a:pt x="1762721" y="4116131"/>
                  </a:lnTo>
                  <a:lnTo>
                    <a:pt x="1749791" y="4090731"/>
                  </a:lnTo>
                  <a:lnTo>
                    <a:pt x="1772180" y="4078031"/>
                  </a:lnTo>
                  <a:close/>
                </a:path>
                <a:path w="6694170" h="6997065">
                  <a:moveTo>
                    <a:pt x="899822" y="4065331"/>
                  </a:moveTo>
                  <a:lnTo>
                    <a:pt x="915980" y="4090731"/>
                  </a:lnTo>
                  <a:lnTo>
                    <a:pt x="887988" y="4103431"/>
                  </a:lnTo>
                  <a:lnTo>
                    <a:pt x="871830" y="4078031"/>
                  </a:lnTo>
                  <a:lnTo>
                    <a:pt x="899822" y="4065331"/>
                  </a:lnTo>
                  <a:close/>
                </a:path>
                <a:path w="6694170" h="6997065">
                  <a:moveTo>
                    <a:pt x="2106292" y="4065331"/>
                  </a:moveTo>
                  <a:lnTo>
                    <a:pt x="2118339" y="4078031"/>
                  </a:lnTo>
                  <a:lnTo>
                    <a:pt x="2097472" y="4090731"/>
                  </a:lnTo>
                  <a:lnTo>
                    <a:pt x="2085424" y="4078031"/>
                  </a:lnTo>
                  <a:lnTo>
                    <a:pt x="2106292" y="4065331"/>
                  </a:lnTo>
                  <a:close/>
                </a:path>
                <a:path w="6694170" h="6997065">
                  <a:moveTo>
                    <a:pt x="27238" y="4039931"/>
                  </a:moveTo>
                  <a:lnTo>
                    <a:pt x="46043" y="4078031"/>
                  </a:lnTo>
                  <a:lnTo>
                    <a:pt x="13472" y="4090731"/>
                  </a:lnTo>
                  <a:lnTo>
                    <a:pt x="0" y="4065331"/>
                  </a:lnTo>
                  <a:lnTo>
                    <a:pt x="0" y="4052631"/>
                  </a:lnTo>
                  <a:lnTo>
                    <a:pt x="27238" y="4039931"/>
                  </a:lnTo>
                  <a:close/>
                </a:path>
                <a:path w="6694170" h="6997065">
                  <a:moveTo>
                    <a:pt x="1234039" y="4039931"/>
                  </a:moveTo>
                  <a:lnTo>
                    <a:pt x="1249611" y="4065331"/>
                  </a:lnTo>
                  <a:lnTo>
                    <a:pt x="1222637" y="4078031"/>
                  </a:lnTo>
                  <a:lnTo>
                    <a:pt x="1207066" y="4052631"/>
                  </a:lnTo>
                  <a:lnTo>
                    <a:pt x="1234039" y="4039931"/>
                  </a:lnTo>
                  <a:close/>
                </a:path>
                <a:path w="6694170" h="6997065">
                  <a:moveTo>
                    <a:pt x="361455" y="4027231"/>
                  </a:moveTo>
                  <a:lnTo>
                    <a:pt x="379675" y="4052631"/>
                  </a:lnTo>
                  <a:lnTo>
                    <a:pt x="348128" y="4078031"/>
                  </a:lnTo>
                  <a:lnTo>
                    <a:pt x="329909" y="4039931"/>
                  </a:lnTo>
                  <a:lnTo>
                    <a:pt x="361455" y="4027231"/>
                  </a:lnTo>
                  <a:close/>
                </a:path>
                <a:path w="6694170" h="6997065">
                  <a:moveTo>
                    <a:pt x="2440190" y="4039931"/>
                  </a:moveTo>
                  <a:lnTo>
                    <a:pt x="2450768" y="4065331"/>
                  </a:lnTo>
                  <a:lnTo>
                    <a:pt x="2432449" y="4065331"/>
                  </a:lnTo>
                  <a:lnTo>
                    <a:pt x="2421870" y="4052631"/>
                  </a:lnTo>
                  <a:lnTo>
                    <a:pt x="2440190" y="4039931"/>
                  </a:lnTo>
                  <a:close/>
                </a:path>
                <a:path w="6694170" h="6997065">
                  <a:moveTo>
                    <a:pt x="1568044" y="4027231"/>
                  </a:moveTo>
                  <a:lnTo>
                    <a:pt x="1582437" y="4052631"/>
                  </a:lnTo>
                  <a:lnTo>
                    <a:pt x="1557501" y="4065331"/>
                  </a:lnTo>
                  <a:lnTo>
                    <a:pt x="1543108" y="4039931"/>
                  </a:lnTo>
                  <a:lnTo>
                    <a:pt x="1568044" y="4027231"/>
                  </a:lnTo>
                  <a:close/>
                </a:path>
                <a:path w="6694170" h="6997065">
                  <a:moveTo>
                    <a:pt x="2757912" y="4027231"/>
                  </a:moveTo>
                  <a:lnTo>
                    <a:pt x="2774195" y="4027231"/>
                  </a:lnTo>
                  <a:lnTo>
                    <a:pt x="2783594" y="4039931"/>
                  </a:lnTo>
                  <a:lnTo>
                    <a:pt x="2767318" y="4052631"/>
                  </a:lnTo>
                  <a:lnTo>
                    <a:pt x="2757912" y="4027231"/>
                  </a:lnTo>
                  <a:close/>
                </a:path>
                <a:path w="6694170" h="6997065">
                  <a:moveTo>
                    <a:pt x="695574" y="4001831"/>
                  </a:moveTo>
                  <a:lnTo>
                    <a:pt x="712904" y="4027231"/>
                  </a:lnTo>
                  <a:lnTo>
                    <a:pt x="682886" y="4052631"/>
                  </a:lnTo>
                  <a:lnTo>
                    <a:pt x="665549" y="4014531"/>
                  </a:lnTo>
                  <a:lnTo>
                    <a:pt x="695574" y="4001831"/>
                  </a:lnTo>
                  <a:close/>
                </a:path>
                <a:path w="6694170" h="6997065">
                  <a:moveTo>
                    <a:pt x="1901942" y="4001831"/>
                  </a:moveTo>
                  <a:lnTo>
                    <a:pt x="1914872" y="4027231"/>
                  </a:lnTo>
                  <a:lnTo>
                    <a:pt x="1892477" y="4039931"/>
                  </a:lnTo>
                  <a:lnTo>
                    <a:pt x="1879552" y="4014531"/>
                  </a:lnTo>
                  <a:lnTo>
                    <a:pt x="1901942" y="4001831"/>
                  </a:lnTo>
                  <a:close/>
                </a:path>
                <a:path w="6694170" h="6997065">
                  <a:moveTo>
                    <a:pt x="1029684" y="3989131"/>
                  </a:moveTo>
                  <a:lnTo>
                    <a:pt x="1046138" y="4014531"/>
                  </a:lnTo>
                  <a:lnTo>
                    <a:pt x="1017642" y="4027231"/>
                  </a:lnTo>
                  <a:lnTo>
                    <a:pt x="1001188" y="4001831"/>
                  </a:lnTo>
                  <a:lnTo>
                    <a:pt x="1029684" y="3989131"/>
                  </a:lnTo>
                  <a:close/>
                </a:path>
                <a:path w="6694170" h="6997065">
                  <a:moveTo>
                    <a:pt x="2235945" y="3989131"/>
                  </a:moveTo>
                  <a:lnTo>
                    <a:pt x="2247697" y="4001831"/>
                  </a:lnTo>
                  <a:lnTo>
                    <a:pt x="2227345" y="4014531"/>
                  </a:lnTo>
                  <a:lnTo>
                    <a:pt x="2215593" y="4001831"/>
                  </a:lnTo>
                  <a:lnTo>
                    <a:pt x="2235945" y="3989131"/>
                  </a:lnTo>
                  <a:close/>
                </a:path>
                <a:path w="6694170" h="6997065">
                  <a:moveTo>
                    <a:pt x="157105" y="3963731"/>
                  </a:moveTo>
                  <a:lnTo>
                    <a:pt x="176201" y="4001831"/>
                  </a:lnTo>
                  <a:lnTo>
                    <a:pt x="143127" y="4014531"/>
                  </a:lnTo>
                  <a:lnTo>
                    <a:pt x="124031" y="3989131"/>
                  </a:lnTo>
                  <a:lnTo>
                    <a:pt x="157105" y="3963731"/>
                  </a:lnTo>
                  <a:close/>
                </a:path>
                <a:path w="6694170" h="6997065">
                  <a:moveTo>
                    <a:pt x="2569951" y="3963731"/>
                  </a:moveTo>
                  <a:lnTo>
                    <a:pt x="2580530" y="3989131"/>
                  </a:lnTo>
                  <a:lnTo>
                    <a:pt x="2562203" y="4001831"/>
                  </a:lnTo>
                  <a:lnTo>
                    <a:pt x="2551625" y="3976431"/>
                  </a:lnTo>
                  <a:lnTo>
                    <a:pt x="2569951" y="3963731"/>
                  </a:lnTo>
                  <a:close/>
                </a:path>
                <a:path w="6694170" h="6997065">
                  <a:moveTo>
                    <a:pt x="1363801" y="3963731"/>
                  </a:moveTo>
                  <a:lnTo>
                    <a:pt x="1379373" y="3989131"/>
                  </a:lnTo>
                  <a:lnTo>
                    <a:pt x="1352399" y="4001831"/>
                  </a:lnTo>
                  <a:lnTo>
                    <a:pt x="1336827" y="3976431"/>
                  </a:lnTo>
                  <a:lnTo>
                    <a:pt x="1363801" y="3963731"/>
                  </a:lnTo>
                  <a:close/>
                </a:path>
                <a:path w="6694170" h="6997065">
                  <a:moveTo>
                    <a:pt x="491329" y="3951031"/>
                  </a:moveTo>
                  <a:lnTo>
                    <a:pt x="509833" y="3976431"/>
                  </a:lnTo>
                  <a:lnTo>
                    <a:pt x="477777" y="4001831"/>
                  </a:lnTo>
                  <a:lnTo>
                    <a:pt x="459267" y="3963731"/>
                  </a:lnTo>
                  <a:lnTo>
                    <a:pt x="491329" y="3951031"/>
                  </a:lnTo>
                  <a:close/>
                </a:path>
                <a:path w="6694170" h="6997065">
                  <a:moveTo>
                    <a:pt x="1697804" y="3951031"/>
                  </a:moveTo>
                  <a:lnTo>
                    <a:pt x="1712197" y="3976431"/>
                  </a:lnTo>
                  <a:lnTo>
                    <a:pt x="1687261" y="3989131"/>
                  </a:lnTo>
                  <a:lnTo>
                    <a:pt x="1672868" y="3963731"/>
                  </a:lnTo>
                  <a:lnTo>
                    <a:pt x="1697804" y="3951031"/>
                  </a:lnTo>
                  <a:close/>
                </a:path>
                <a:path w="6694170" h="6997065">
                  <a:moveTo>
                    <a:pt x="825440" y="3925631"/>
                  </a:moveTo>
                  <a:lnTo>
                    <a:pt x="843067" y="3963731"/>
                  </a:lnTo>
                  <a:lnTo>
                    <a:pt x="812534" y="3976431"/>
                  </a:lnTo>
                  <a:lnTo>
                    <a:pt x="794907" y="3951031"/>
                  </a:lnTo>
                  <a:lnTo>
                    <a:pt x="825440" y="3925631"/>
                  </a:lnTo>
                  <a:close/>
                </a:path>
                <a:path w="6694170" h="6997065">
                  <a:moveTo>
                    <a:pt x="2031696" y="3925631"/>
                  </a:moveTo>
                  <a:lnTo>
                    <a:pt x="2044626" y="3951031"/>
                  </a:lnTo>
                  <a:lnTo>
                    <a:pt x="2022232" y="3963731"/>
                  </a:lnTo>
                  <a:lnTo>
                    <a:pt x="2009307" y="3938331"/>
                  </a:lnTo>
                  <a:lnTo>
                    <a:pt x="2031696" y="3925631"/>
                  </a:lnTo>
                  <a:close/>
                </a:path>
                <a:path w="6694170" h="6997065">
                  <a:moveTo>
                    <a:pt x="1159444" y="3912931"/>
                  </a:moveTo>
                  <a:lnTo>
                    <a:pt x="1175898" y="3938331"/>
                  </a:lnTo>
                  <a:lnTo>
                    <a:pt x="1147397" y="3951031"/>
                  </a:lnTo>
                  <a:lnTo>
                    <a:pt x="1130942" y="3925631"/>
                  </a:lnTo>
                  <a:lnTo>
                    <a:pt x="1159444" y="3912931"/>
                  </a:lnTo>
                  <a:close/>
                </a:path>
                <a:path w="6694170" h="6997065">
                  <a:moveTo>
                    <a:pt x="2365701" y="3912931"/>
                  </a:moveTo>
                  <a:lnTo>
                    <a:pt x="2377453" y="3925631"/>
                  </a:lnTo>
                  <a:lnTo>
                    <a:pt x="2357101" y="3938331"/>
                  </a:lnTo>
                  <a:lnTo>
                    <a:pt x="2345349" y="3925631"/>
                  </a:lnTo>
                  <a:lnTo>
                    <a:pt x="2365701" y="3912931"/>
                  </a:lnTo>
                  <a:close/>
                </a:path>
                <a:path w="6694170" h="6997065">
                  <a:moveTo>
                    <a:pt x="1493556" y="3887531"/>
                  </a:moveTo>
                  <a:lnTo>
                    <a:pt x="1509128" y="3912931"/>
                  </a:lnTo>
                  <a:lnTo>
                    <a:pt x="1482160" y="3938331"/>
                  </a:lnTo>
                  <a:lnTo>
                    <a:pt x="1466588" y="3900231"/>
                  </a:lnTo>
                  <a:lnTo>
                    <a:pt x="1493556" y="3887531"/>
                  </a:lnTo>
                  <a:close/>
                </a:path>
                <a:path w="6694170" h="6997065">
                  <a:moveTo>
                    <a:pt x="286973" y="3887531"/>
                  </a:moveTo>
                  <a:lnTo>
                    <a:pt x="306365" y="3925631"/>
                  </a:lnTo>
                  <a:lnTo>
                    <a:pt x="272775" y="3938331"/>
                  </a:lnTo>
                  <a:lnTo>
                    <a:pt x="253383" y="3912931"/>
                  </a:lnTo>
                  <a:lnTo>
                    <a:pt x="286973" y="3887531"/>
                  </a:lnTo>
                  <a:close/>
                </a:path>
                <a:path w="6694170" h="6997065">
                  <a:moveTo>
                    <a:pt x="2699599" y="3887531"/>
                  </a:moveTo>
                  <a:lnTo>
                    <a:pt x="2709882" y="3912931"/>
                  </a:lnTo>
                  <a:lnTo>
                    <a:pt x="2692077" y="3925631"/>
                  </a:lnTo>
                  <a:lnTo>
                    <a:pt x="2681795" y="3900231"/>
                  </a:lnTo>
                  <a:lnTo>
                    <a:pt x="2699599" y="3887531"/>
                  </a:lnTo>
                  <a:close/>
                </a:path>
                <a:path w="6694170" h="6997065">
                  <a:moveTo>
                    <a:pt x="621091" y="3874831"/>
                  </a:moveTo>
                  <a:lnTo>
                    <a:pt x="639594" y="3900231"/>
                  </a:lnTo>
                  <a:lnTo>
                    <a:pt x="607539" y="3925631"/>
                  </a:lnTo>
                  <a:lnTo>
                    <a:pt x="589029" y="3887531"/>
                  </a:lnTo>
                  <a:lnTo>
                    <a:pt x="621091" y="3874831"/>
                  </a:lnTo>
                  <a:close/>
                </a:path>
                <a:path w="6694170" h="6997065">
                  <a:moveTo>
                    <a:pt x="1827560" y="3874831"/>
                  </a:moveTo>
                  <a:lnTo>
                    <a:pt x="1841958" y="3900231"/>
                  </a:lnTo>
                  <a:lnTo>
                    <a:pt x="1817023" y="3912931"/>
                  </a:lnTo>
                  <a:lnTo>
                    <a:pt x="1802630" y="3887531"/>
                  </a:lnTo>
                  <a:lnTo>
                    <a:pt x="1827560" y="3874831"/>
                  </a:lnTo>
                  <a:close/>
                </a:path>
                <a:path w="6694170" h="6997065">
                  <a:moveTo>
                    <a:pt x="955196" y="3849431"/>
                  </a:moveTo>
                  <a:lnTo>
                    <a:pt x="972823" y="3887531"/>
                  </a:lnTo>
                  <a:lnTo>
                    <a:pt x="942289" y="3900231"/>
                  </a:lnTo>
                  <a:lnTo>
                    <a:pt x="924662" y="3874831"/>
                  </a:lnTo>
                  <a:lnTo>
                    <a:pt x="955196" y="3849431"/>
                  </a:lnTo>
                  <a:close/>
                </a:path>
                <a:path w="6694170" h="6997065">
                  <a:moveTo>
                    <a:pt x="2161457" y="3849431"/>
                  </a:moveTo>
                  <a:lnTo>
                    <a:pt x="2174381" y="3874831"/>
                  </a:lnTo>
                  <a:lnTo>
                    <a:pt x="2151992" y="3887531"/>
                  </a:lnTo>
                  <a:lnTo>
                    <a:pt x="2139068" y="3862131"/>
                  </a:lnTo>
                  <a:lnTo>
                    <a:pt x="2161457" y="3849431"/>
                  </a:lnTo>
                  <a:close/>
                </a:path>
                <a:path w="6694170" h="6997065">
                  <a:moveTo>
                    <a:pt x="82729" y="3836731"/>
                  </a:moveTo>
                  <a:lnTo>
                    <a:pt x="103294" y="3874831"/>
                  </a:lnTo>
                  <a:lnTo>
                    <a:pt x="67673" y="3887531"/>
                  </a:lnTo>
                  <a:lnTo>
                    <a:pt x="47108" y="3849431"/>
                  </a:lnTo>
                  <a:lnTo>
                    <a:pt x="82729" y="3836731"/>
                  </a:lnTo>
                  <a:close/>
                </a:path>
                <a:path w="6694170" h="6997065">
                  <a:moveTo>
                    <a:pt x="1289200" y="3836731"/>
                  </a:moveTo>
                  <a:lnTo>
                    <a:pt x="1305654" y="3862131"/>
                  </a:lnTo>
                  <a:lnTo>
                    <a:pt x="1277158" y="3874831"/>
                  </a:lnTo>
                  <a:lnTo>
                    <a:pt x="1260704" y="3849431"/>
                  </a:lnTo>
                  <a:lnTo>
                    <a:pt x="1289200" y="3836731"/>
                  </a:lnTo>
                  <a:close/>
                </a:path>
                <a:path w="6694170" h="6997065">
                  <a:moveTo>
                    <a:pt x="416835" y="3811331"/>
                  </a:moveTo>
                  <a:lnTo>
                    <a:pt x="436523" y="3849431"/>
                  </a:lnTo>
                  <a:lnTo>
                    <a:pt x="402430" y="3874831"/>
                  </a:lnTo>
                  <a:lnTo>
                    <a:pt x="382748" y="3836731"/>
                  </a:lnTo>
                  <a:lnTo>
                    <a:pt x="416835" y="3811331"/>
                  </a:lnTo>
                  <a:close/>
                </a:path>
                <a:path w="6694170" h="6997065">
                  <a:moveTo>
                    <a:pt x="2495356" y="3836731"/>
                  </a:moveTo>
                  <a:lnTo>
                    <a:pt x="2506816" y="3849431"/>
                  </a:lnTo>
                  <a:lnTo>
                    <a:pt x="2486968" y="3862131"/>
                  </a:lnTo>
                  <a:lnTo>
                    <a:pt x="2475513" y="3849431"/>
                  </a:lnTo>
                  <a:lnTo>
                    <a:pt x="2495356" y="3836731"/>
                  </a:lnTo>
                  <a:close/>
                </a:path>
                <a:path w="6694170" h="6997065">
                  <a:moveTo>
                    <a:pt x="1623316" y="3811331"/>
                  </a:moveTo>
                  <a:lnTo>
                    <a:pt x="1638888" y="3836731"/>
                  </a:lnTo>
                  <a:lnTo>
                    <a:pt x="1611914" y="3862131"/>
                  </a:lnTo>
                  <a:lnTo>
                    <a:pt x="1596342" y="3836731"/>
                  </a:lnTo>
                  <a:lnTo>
                    <a:pt x="1623316" y="3811331"/>
                  </a:lnTo>
                  <a:close/>
                </a:path>
                <a:path w="6694170" h="6997065">
                  <a:moveTo>
                    <a:pt x="2829358" y="3811331"/>
                  </a:moveTo>
                  <a:lnTo>
                    <a:pt x="2839641" y="3836731"/>
                  </a:lnTo>
                  <a:lnTo>
                    <a:pt x="2821830" y="3849431"/>
                  </a:lnTo>
                  <a:lnTo>
                    <a:pt x="2811547" y="3824031"/>
                  </a:lnTo>
                  <a:lnTo>
                    <a:pt x="2829358" y="3811331"/>
                  </a:lnTo>
                  <a:close/>
                </a:path>
                <a:path w="6694170" h="6997065">
                  <a:moveTo>
                    <a:pt x="750952" y="3798631"/>
                  </a:moveTo>
                  <a:lnTo>
                    <a:pt x="769758" y="3824031"/>
                  </a:lnTo>
                  <a:lnTo>
                    <a:pt x="737187" y="3849431"/>
                  </a:lnTo>
                  <a:lnTo>
                    <a:pt x="718387" y="3811331"/>
                  </a:lnTo>
                  <a:lnTo>
                    <a:pt x="750952" y="3798631"/>
                  </a:lnTo>
                  <a:close/>
                </a:path>
                <a:path w="6694170" h="6997065">
                  <a:moveTo>
                    <a:pt x="1957214" y="3798631"/>
                  </a:moveTo>
                  <a:lnTo>
                    <a:pt x="1971311" y="3824031"/>
                  </a:lnTo>
                  <a:lnTo>
                    <a:pt x="1946884" y="3836731"/>
                  </a:lnTo>
                  <a:lnTo>
                    <a:pt x="1932787" y="3811331"/>
                  </a:lnTo>
                  <a:lnTo>
                    <a:pt x="1957214" y="3798631"/>
                  </a:lnTo>
                  <a:close/>
                </a:path>
                <a:path w="6694170" h="6997065">
                  <a:moveTo>
                    <a:pt x="1085068" y="3773231"/>
                  </a:moveTo>
                  <a:lnTo>
                    <a:pt x="1102985" y="3811331"/>
                  </a:lnTo>
                  <a:lnTo>
                    <a:pt x="1071942" y="3824031"/>
                  </a:lnTo>
                  <a:lnTo>
                    <a:pt x="1054025" y="3798631"/>
                  </a:lnTo>
                  <a:lnTo>
                    <a:pt x="1085068" y="3773231"/>
                  </a:lnTo>
                  <a:close/>
                </a:path>
                <a:path w="6694170" h="6997065">
                  <a:moveTo>
                    <a:pt x="2291106" y="3773231"/>
                  </a:moveTo>
                  <a:lnTo>
                    <a:pt x="2303740" y="3798631"/>
                  </a:lnTo>
                  <a:lnTo>
                    <a:pt x="2281860" y="3811331"/>
                  </a:lnTo>
                  <a:lnTo>
                    <a:pt x="2269226" y="3785931"/>
                  </a:lnTo>
                  <a:lnTo>
                    <a:pt x="2291106" y="3773231"/>
                  </a:lnTo>
                  <a:close/>
                </a:path>
                <a:path w="6694170" h="6997065">
                  <a:moveTo>
                    <a:pt x="212591" y="3760531"/>
                  </a:moveTo>
                  <a:lnTo>
                    <a:pt x="233452" y="3798631"/>
                  </a:lnTo>
                  <a:lnTo>
                    <a:pt x="197321" y="3811331"/>
                  </a:lnTo>
                  <a:lnTo>
                    <a:pt x="176460" y="3785931"/>
                  </a:lnTo>
                  <a:lnTo>
                    <a:pt x="212591" y="3760531"/>
                  </a:lnTo>
                  <a:close/>
                </a:path>
                <a:path w="6694170" h="6997065">
                  <a:moveTo>
                    <a:pt x="1418961" y="3760531"/>
                  </a:moveTo>
                  <a:lnTo>
                    <a:pt x="1435415" y="3785931"/>
                  </a:lnTo>
                  <a:lnTo>
                    <a:pt x="1406919" y="3798631"/>
                  </a:lnTo>
                  <a:lnTo>
                    <a:pt x="1390465" y="3773231"/>
                  </a:lnTo>
                  <a:lnTo>
                    <a:pt x="1418961" y="3760531"/>
                  </a:lnTo>
                  <a:close/>
                </a:path>
                <a:path w="6694170" h="6997065">
                  <a:moveTo>
                    <a:pt x="546709" y="3735131"/>
                  </a:moveTo>
                  <a:lnTo>
                    <a:pt x="566688" y="3773231"/>
                  </a:lnTo>
                  <a:lnTo>
                    <a:pt x="532085" y="3798631"/>
                  </a:lnTo>
                  <a:lnTo>
                    <a:pt x="512106" y="3760531"/>
                  </a:lnTo>
                  <a:lnTo>
                    <a:pt x="546709" y="3735131"/>
                  </a:lnTo>
                  <a:close/>
                </a:path>
                <a:path w="6694170" h="6997065">
                  <a:moveTo>
                    <a:pt x="2625111" y="3760531"/>
                  </a:moveTo>
                  <a:lnTo>
                    <a:pt x="2636572" y="3785931"/>
                  </a:lnTo>
                  <a:lnTo>
                    <a:pt x="2616724" y="3785931"/>
                  </a:lnTo>
                  <a:lnTo>
                    <a:pt x="2605269" y="3773231"/>
                  </a:lnTo>
                  <a:lnTo>
                    <a:pt x="2625111" y="3760531"/>
                  </a:lnTo>
                  <a:close/>
                </a:path>
                <a:path w="6694170" h="6997065">
                  <a:moveTo>
                    <a:pt x="1753071" y="3735131"/>
                  </a:moveTo>
                  <a:lnTo>
                    <a:pt x="1768643" y="3773231"/>
                  </a:lnTo>
                  <a:lnTo>
                    <a:pt x="1741675" y="3785931"/>
                  </a:lnTo>
                  <a:lnTo>
                    <a:pt x="1726104" y="3760531"/>
                  </a:lnTo>
                  <a:lnTo>
                    <a:pt x="1753071" y="3735131"/>
                  </a:lnTo>
                  <a:close/>
                </a:path>
                <a:path w="6694170" h="6997065">
                  <a:moveTo>
                    <a:pt x="880713" y="3722431"/>
                  </a:moveTo>
                  <a:lnTo>
                    <a:pt x="899513" y="3747831"/>
                  </a:lnTo>
                  <a:lnTo>
                    <a:pt x="866948" y="3773231"/>
                  </a:lnTo>
                  <a:lnTo>
                    <a:pt x="848142" y="3735131"/>
                  </a:lnTo>
                  <a:lnTo>
                    <a:pt x="880713" y="3722431"/>
                  </a:lnTo>
                  <a:close/>
                </a:path>
                <a:path w="6694170" h="6997065">
                  <a:moveTo>
                    <a:pt x="2086969" y="3722431"/>
                  </a:moveTo>
                  <a:lnTo>
                    <a:pt x="2101066" y="3747831"/>
                  </a:lnTo>
                  <a:lnTo>
                    <a:pt x="2076645" y="3760531"/>
                  </a:lnTo>
                  <a:lnTo>
                    <a:pt x="2062548" y="3735131"/>
                  </a:lnTo>
                  <a:lnTo>
                    <a:pt x="2086969" y="3722431"/>
                  </a:lnTo>
                  <a:close/>
                </a:path>
                <a:path w="6694170" h="6997065">
                  <a:moveTo>
                    <a:pt x="8241" y="3697031"/>
                  </a:moveTo>
                  <a:lnTo>
                    <a:pt x="29984" y="3735131"/>
                  </a:lnTo>
                  <a:lnTo>
                    <a:pt x="0" y="3760531"/>
                  </a:lnTo>
                  <a:lnTo>
                    <a:pt x="0" y="3709731"/>
                  </a:lnTo>
                  <a:lnTo>
                    <a:pt x="8241" y="3697031"/>
                  </a:lnTo>
                  <a:close/>
                </a:path>
                <a:path w="6694170" h="6997065">
                  <a:moveTo>
                    <a:pt x="1214824" y="3697031"/>
                  </a:moveTo>
                  <a:lnTo>
                    <a:pt x="1232741" y="3735131"/>
                  </a:lnTo>
                  <a:lnTo>
                    <a:pt x="1201704" y="3747831"/>
                  </a:lnTo>
                  <a:lnTo>
                    <a:pt x="1183781" y="3722431"/>
                  </a:lnTo>
                  <a:lnTo>
                    <a:pt x="1214824" y="3697031"/>
                  </a:lnTo>
                  <a:close/>
                </a:path>
                <a:path w="6694170" h="6997065">
                  <a:moveTo>
                    <a:pt x="2420867" y="3709731"/>
                  </a:moveTo>
                  <a:lnTo>
                    <a:pt x="2433501" y="3722431"/>
                  </a:lnTo>
                  <a:lnTo>
                    <a:pt x="2411615" y="3735131"/>
                  </a:lnTo>
                  <a:lnTo>
                    <a:pt x="2398982" y="3722431"/>
                  </a:lnTo>
                  <a:lnTo>
                    <a:pt x="2420867" y="3709731"/>
                  </a:lnTo>
                  <a:close/>
                </a:path>
                <a:path w="6694170" h="6997065">
                  <a:moveTo>
                    <a:pt x="1548721" y="3684331"/>
                  </a:moveTo>
                  <a:lnTo>
                    <a:pt x="1565175" y="3709731"/>
                  </a:lnTo>
                  <a:lnTo>
                    <a:pt x="1536679" y="3735131"/>
                  </a:lnTo>
                  <a:lnTo>
                    <a:pt x="1520225" y="3697031"/>
                  </a:lnTo>
                  <a:lnTo>
                    <a:pt x="1548721" y="3684331"/>
                  </a:lnTo>
                  <a:close/>
                </a:path>
                <a:path w="6694170" h="6997065">
                  <a:moveTo>
                    <a:pt x="342459" y="3684331"/>
                  </a:moveTo>
                  <a:lnTo>
                    <a:pt x="363610" y="3722431"/>
                  </a:lnTo>
                  <a:lnTo>
                    <a:pt x="326976" y="3735131"/>
                  </a:lnTo>
                  <a:lnTo>
                    <a:pt x="305825" y="3709731"/>
                  </a:lnTo>
                  <a:lnTo>
                    <a:pt x="342459" y="3684331"/>
                  </a:lnTo>
                  <a:close/>
                </a:path>
                <a:path w="6694170" h="6997065">
                  <a:moveTo>
                    <a:pt x="2754757" y="3684331"/>
                  </a:moveTo>
                  <a:lnTo>
                    <a:pt x="2765922" y="3709731"/>
                  </a:lnTo>
                  <a:lnTo>
                    <a:pt x="2746589" y="3722431"/>
                  </a:lnTo>
                  <a:lnTo>
                    <a:pt x="2735425" y="3697031"/>
                  </a:lnTo>
                  <a:lnTo>
                    <a:pt x="2754757" y="3684331"/>
                  </a:lnTo>
                  <a:close/>
                </a:path>
                <a:path w="6694170" h="6997065">
                  <a:moveTo>
                    <a:pt x="676570" y="3658931"/>
                  </a:moveTo>
                  <a:lnTo>
                    <a:pt x="696845" y="3697031"/>
                  </a:lnTo>
                  <a:lnTo>
                    <a:pt x="661733" y="3722431"/>
                  </a:lnTo>
                  <a:lnTo>
                    <a:pt x="641458" y="3684331"/>
                  </a:lnTo>
                  <a:lnTo>
                    <a:pt x="676570" y="3658931"/>
                  </a:lnTo>
                  <a:close/>
                </a:path>
                <a:path w="6694170" h="6997065">
                  <a:moveTo>
                    <a:pt x="1882832" y="3671631"/>
                  </a:moveTo>
                  <a:lnTo>
                    <a:pt x="1898404" y="3697031"/>
                  </a:lnTo>
                  <a:lnTo>
                    <a:pt x="1871436" y="3709731"/>
                  </a:lnTo>
                  <a:lnTo>
                    <a:pt x="1855864" y="3684331"/>
                  </a:lnTo>
                  <a:lnTo>
                    <a:pt x="1882832" y="3671631"/>
                  </a:lnTo>
                  <a:close/>
                </a:path>
                <a:path w="6694170" h="6997065">
                  <a:moveTo>
                    <a:pt x="1010574" y="3646231"/>
                  </a:moveTo>
                  <a:lnTo>
                    <a:pt x="1029676" y="3684331"/>
                  </a:lnTo>
                  <a:lnTo>
                    <a:pt x="996602" y="3697031"/>
                  </a:lnTo>
                  <a:lnTo>
                    <a:pt x="977500" y="3671631"/>
                  </a:lnTo>
                  <a:lnTo>
                    <a:pt x="1010574" y="3646231"/>
                  </a:lnTo>
                  <a:close/>
                </a:path>
                <a:path w="6694170" h="6997065">
                  <a:moveTo>
                    <a:pt x="2216624" y="3646231"/>
                  </a:moveTo>
                  <a:lnTo>
                    <a:pt x="2230430" y="3671631"/>
                  </a:lnTo>
                  <a:lnTo>
                    <a:pt x="2206513" y="3684331"/>
                  </a:lnTo>
                  <a:lnTo>
                    <a:pt x="2192706" y="3658931"/>
                  </a:lnTo>
                  <a:lnTo>
                    <a:pt x="2216624" y="3646231"/>
                  </a:lnTo>
                  <a:close/>
                </a:path>
                <a:path w="6694170" h="6997065">
                  <a:moveTo>
                    <a:pt x="138103" y="3633531"/>
                  </a:moveTo>
                  <a:lnTo>
                    <a:pt x="160137" y="3671631"/>
                  </a:lnTo>
                  <a:lnTo>
                    <a:pt x="121975" y="3684331"/>
                  </a:lnTo>
                  <a:lnTo>
                    <a:pt x="99941" y="3646231"/>
                  </a:lnTo>
                  <a:lnTo>
                    <a:pt x="138103" y="3633531"/>
                  </a:lnTo>
                  <a:close/>
                </a:path>
                <a:path w="6694170" h="6997065">
                  <a:moveTo>
                    <a:pt x="1344585" y="3633531"/>
                  </a:moveTo>
                  <a:lnTo>
                    <a:pt x="1362502" y="3658931"/>
                  </a:lnTo>
                  <a:lnTo>
                    <a:pt x="1331465" y="3671631"/>
                  </a:lnTo>
                  <a:lnTo>
                    <a:pt x="1313542" y="3646231"/>
                  </a:lnTo>
                  <a:lnTo>
                    <a:pt x="1344585" y="3633531"/>
                  </a:lnTo>
                  <a:close/>
                </a:path>
                <a:path w="6694170" h="6997065">
                  <a:moveTo>
                    <a:pt x="472221" y="3608131"/>
                  </a:moveTo>
                  <a:lnTo>
                    <a:pt x="493372" y="3646231"/>
                  </a:lnTo>
                  <a:lnTo>
                    <a:pt x="456732" y="3671631"/>
                  </a:lnTo>
                  <a:lnTo>
                    <a:pt x="435580" y="3633531"/>
                  </a:lnTo>
                  <a:lnTo>
                    <a:pt x="472221" y="3608131"/>
                  </a:lnTo>
                  <a:close/>
                </a:path>
                <a:path w="6694170" h="6997065">
                  <a:moveTo>
                    <a:pt x="2550516" y="3633531"/>
                  </a:moveTo>
                  <a:lnTo>
                    <a:pt x="2562859" y="3646231"/>
                  </a:lnTo>
                  <a:lnTo>
                    <a:pt x="2541489" y="3658931"/>
                  </a:lnTo>
                  <a:lnTo>
                    <a:pt x="2529151" y="3646231"/>
                  </a:lnTo>
                  <a:lnTo>
                    <a:pt x="2550516" y="3633531"/>
                  </a:lnTo>
                  <a:close/>
                </a:path>
                <a:path w="6694170" h="6997065">
                  <a:moveTo>
                    <a:pt x="1678476" y="3608131"/>
                  </a:moveTo>
                  <a:lnTo>
                    <a:pt x="1694931" y="3633531"/>
                  </a:lnTo>
                  <a:lnTo>
                    <a:pt x="1666435" y="3658931"/>
                  </a:lnTo>
                  <a:lnTo>
                    <a:pt x="1649980" y="3620831"/>
                  </a:lnTo>
                  <a:lnTo>
                    <a:pt x="1678476" y="3608131"/>
                  </a:lnTo>
                  <a:close/>
                </a:path>
                <a:path w="6694170" h="6997065">
                  <a:moveTo>
                    <a:pt x="806331" y="3595431"/>
                  </a:moveTo>
                  <a:lnTo>
                    <a:pt x="826606" y="3620831"/>
                  </a:lnTo>
                  <a:lnTo>
                    <a:pt x="791494" y="3646231"/>
                  </a:lnTo>
                  <a:lnTo>
                    <a:pt x="771219" y="3608131"/>
                  </a:lnTo>
                  <a:lnTo>
                    <a:pt x="806331" y="3595431"/>
                  </a:lnTo>
                  <a:close/>
                </a:path>
                <a:path w="6694170" h="6997065">
                  <a:moveTo>
                    <a:pt x="2012486" y="3595431"/>
                  </a:moveTo>
                  <a:lnTo>
                    <a:pt x="2027762" y="3620831"/>
                  </a:lnTo>
                  <a:lnTo>
                    <a:pt x="2001298" y="3633531"/>
                  </a:lnTo>
                  <a:lnTo>
                    <a:pt x="1986022" y="3608131"/>
                  </a:lnTo>
                  <a:lnTo>
                    <a:pt x="2012486" y="3595431"/>
                  </a:lnTo>
                  <a:close/>
                </a:path>
                <a:path w="6694170" h="6997065">
                  <a:moveTo>
                    <a:pt x="1140336" y="3570031"/>
                  </a:moveTo>
                  <a:lnTo>
                    <a:pt x="1159438" y="3608131"/>
                  </a:lnTo>
                  <a:lnTo>
                    <a:pt x="1126358" y="3620831"/>
                  </a:lnTo>
                  <a:lnTo>
                    <a:pt x="1107261" y="3595431"/>
                  </a:lnTo>
                  <a:lnTo>
                    <a:pt x="1140336" y="3570031"/>
                  </a:lnTo>
                  <a:close/>
                </a:path>
                <a:path w="6694170" h="6997065">
                  <a:moveTo>
                    <a:pt x="2346272" y="3570031"/>
                  </a:moveTo>
                  <a:lnTo>
                    <a:pt x="2359789" y="3595431"/>
                  </a:lnTo>
                  <a:lnTo>
                    <a:pt x="2336375" y="3608131"/>
                  </a:lnTo>
                  <a:lnTo>
                    <a:pt x="2322864" y="3582731"/>
                  </a:lnTo>
                  <a:lnTo>
                    <a:pt x="2346272" y="3570031"/>
                  </a:lnTo>
                  <a:close/>
                </a:path>
                <a:path w="6694170" h="6997065">
                  <a:moveTo>
                    <a:pt x="267976" y="3557331"/>
                  </a:moveTo>
                  <a:lnTo>
                    <a:pt x="290306" y="3595431"/>
                  </a:lnTo>
                  <a:lnTo>
                    <a:pt x="251629" y="3608131"/>
                  </a:lnTo>
                  <a:lnTo>
                    <a:pt x="229299" y="3570031"/>
                  </a:lnTo>
                  <a:lnTo>
                    <a:pt x="267976" y="3557331"/>
                  </a:lnTo>
                  <a:close/>
                </a:path>
                <a:path w="6694170" h="6997065">
                  <a:moveTo>
                    <a:pt x="1474339" y="3557331"/>
                  </a:moveTo>
                  <a:lnTo>
                    <a:pt x="1492262" y="3582731"/>
                  </a:lnTo>
                  <a:lnTo>
                    <a:pt x="1461225" y="3595431"/>
                  </a:lnTo>
                  <a:lnTo>
                    <a:pt x="1443302" y="3570031"/>
                  </a:lnTo>
                  <a:lnTo>
                    <a:pt x="1474339" y="3557331"/>
                  </a:lnTo>
                  <a:close/>
                </a:path>
                <a:path w="6694170" h="6997065">
                  <a:moveTo>
                    <a:pt x="602082" y="3531931"/>
                  </a:moveTo>
                  <a:lnTo>
                    <a:pt x="623529" y="3570031"/>
                  </a:lnTo>
                  <a:lnTo>
                    <a:pt x="586386" y="3595431"/>
                  </a:lnTo>
                  <a:lnTo>
                    <a:pt x="564938" y="3557331"/>
                  </a:lnTo>
                  <a:lnTo>
                    <a:pt x="602082" y="3531931"/>
                  </a:lnTo>
                  <a:close/>
                </a:path>
                <a:path w="6694170" h="6997065">
                  <a:moveTo>
                    <a:pt x="2680275" y="3557331"/>
                  </a:moveTo>
                  <a:lnTo>
                    <a:pt x="2692618" y="3582731"/>
                  </a:lnTo>
                  <a:lnTo>
                    <a:pt x="2671242" y="3582731"/>
                  </a:lnTo>
                  <a:lnTo>
                    <a:pt x="2658904" y="3570031"/>
                  </a:lnTo>
                  <a:lnTo>
                    <a:pt x="2680275" y="3557331"/>
                  </a:lnTo>
                  <a:close/>
                </a:path>
                <a:path w="6694170" h="6997065">
                  <a:moveTo>
                    <a:pt x="1808231" y="3531931"/>
                  </a:moveTo>
                  <a:lnTo>
                    <a:pt x="1824686" y="3557331"/>
                  </a:lnTo>
                  <a:lnTo>
                    <a:pt x="1796196" y="3582731"/>
                  </a:lnTo>
                  <a:lnTo>
                    <a:pt x="1779741" y="3557331"/>
                  </a:lnTo>
                  <a:lnTo>
                    <a:pt x="1808231" y="3531931"/>
                  </a:lnTo>
                  <a:close/>
                </a:path>
                <a:path w="6694170" h="6997065">
                  <a:moveTo>
                    <a:pt x="936198" y="3519231"/>
                  </a:moveTo>
                  <a:lnTo>
                    <a:pt x="956763" y="3544631"/>
                  </a:lnTo>
                  <a:lnTo>
                    <a:pt x="921142" y="3570031"/>
                  </a:lnTo>
                  <a:lnTo>
                    <a:pt x="900577" y="3531931"/>
                  </a:lnTo>
                  <a:lnTo>
                    <a:pt x="936198" y="3519231"/>
                  </a:lnTo>
                  <a:close/>
                </a:path>
                <a:path w="6694170" h="6997065">
                  <a:moveTo>
                    <a:pt x="2142248" y="3519231"/>
                  </a:moveTo>
                  <a:lnTo>
                    <a:pt x="2157523" y="3544631"/>
                  </a:lnTo>
                  <a:lnTo>
                    <a:pt x="2131059" y="3557331"/>
                  </a:lnTo>
                  <a:lnTo>
                    <a:pt x="2115784" y="3531931"/>
                  </a:lnTo>
                  <a:lnTo>
                    <a:pt x="2142248" y="3519231"/>
                  </a:lnTo>
                  <a:close/>
                </a:path>
                <a:path w="6694170" h="6997065">
                  <a:moveTo>
                    <a:pt x="63620" y="3493831"/>
                  </a:moveTo>
                  <a:lnTo>
                    <a:pt x="86833" y="3531931"/>
                  </a:lnTo>
                  <a:lnTo>
                    <a:pt x="46633" y="3557331"/>
                  </a:lnTo>
                  <a:lnTo>
                    <a:pt x="23421" y="3519231"/>
                  </a:lnTo>
                  <a:lnTo>
                    <a:pt x="63620" y="3493831"/>
                  </a:lnTo>
                  <a:close/>
                </a:path>
                <a:path w="6694170" h="6997065">
                  <a:moveTo>
                    <a:pt x="1270096" y="3493831"/>
                  </a:moveTo>
                  <a:lnTo>
                    <a:pt x="1289192" y="3531931"/>
                  </a:lnTo>
                  <a:lnTo>
                    <a:pt x="1256112" y="3544631"/>
                  </a:lnTo>
                  <a:lnTo>
                    <a:pt x="1237016" y="3519231"/>
                  </a:lnTo>
                  <a:lnTo>
                    <a:pt x="1270096" y="3493831"/>
                  </a:lnTo>
                  <a:close/>
                </a:path>
                <a:path w="6694170" h="6997065">
                  <a:moveTo>
                    <a:pt x="2475927" y="3493831"/>
                  </a:moveTo>
                  <a:lnTo>
                    <a:pt x="2489147" y="3519231"/>
                  </a:lnTo>
                  <a:lnTo>
                    <a:pt x="2466249" y="3531931"/>
                  </a:lnTo>
                  <a:lnTo>
                    <a:pt x="2453028" y="3506531"/>
                  </a:lnTo>
                  <a:lnTo>
                    <a:pt x="2475927" y="3493831"/>
                  </a:lnTo>
                  <a:close/>
                </a:path>
                <a:path w="6694170" h="6997065">
                  <a:moveTo>
                    <a:pt x="1604100" y="3481131"/>
                  </a:moveTo>
                  <a:lnTo>
                    <a:pt x="1622023" y="3506531"/>
                  </a:lnTo>
                  <a:lnTo>
                    <a:pt x="1590980" y="3531931"/>
                  </a:lnTo>
                  <a:lnTo>
                    <a:pt x="1573057" y="3493831"/>
                  </a:lnTo>
                  <a:lnTo>
                    <a:pt x="1604100" y="3481131"/>
                  </a:lnTo>
                  <a:close/>
                </a:path>
                <a:path w="6694170" h="6997065">
                  <a:moveTo>
                    <a:pt x="397732" y="3481131"/>
                  </a:moveTo>
                  <a:lnTo>
                    <a:pt x="420057" y="3519231"/>
                  </a:lnTo>
                  <a:lnTo>
                    <a:pt x="381391" y="3531931"/>
                  </a:lnTo>
                  <a:lnTo>
                    <a:pt x="359061" y="3493831"/>
                  </a:lnTo>
                  <a:lnTo>
                    <a:pt x="397732" y="3481131"/>
                  </a:lnTo>
                  <a:close/>
                </a:path>
                <a:path w="6694170" h="6997065">
                  <a:moveTo>
                    <a:pt x="2809930" y="3481131"/>
                  </a:moveTo>
                  <a:lnTo>
                    <a:pt x="2821971" y="3506531"/>
                  </a:lnTo>
                  <a:lnTo>
                    <a:pt x="2801110" y="3519231"/>
                  </a:lnTo>
                  <a:lnTo>
                    <a:pt x="2789069" y="3493831"/>
                  </a:lnTo>
                  <a:lnTo>
                    <a:pt x="2809930" y="3481131"/>
                  </a:lnTo>
                  <a:close/>
                </a:path>
                <a:path w="6694170" h="6997065">
                  <a:moveTo>
                    <a:pt x="731843" y="3455731"/>
                  </a:moveTo>
                  <a:lnTo>
                    <a:pt x="753290" y="3493831"/>
                  </a:lnTo>
                  <a:lnTo>
                    <a:pt x="716141" y="3519231"/>
                  </a:lnTo>
                  <a:lnTo>
                    <a:pt x="694694" y="3481131"/>
                  </a:lnTo>
                  <a:lnTo>
                    <a:pt x="731843" y="3455731"/>
                  </a:lnTo>
                  <a:close/>
                </a:path>
                <a:path w="6694170" h="6997065">
                  <a:moveTo>
                    <a:pt x="1937891" y="3455731"/>
                  </a:moveTo>
                  <a:lnTo>
                    <a:pt x="1954049" y="3493831"/>
                  </a:lnTo>
                  <a:lnTo>
                    <a:pt x="1926057" y="3506531"/>
                  </a:lnTo>
                  <a:lnTo>
                    <a:pt x="1909899" y="3481131"/>
                  </a:lnTo>
                  <a:lnTo>
                    <a:pt x="1937891" y="3455731"/>
                  </a:lnTo>
                  <a:close/>
                </a:path>
                <a:path w="6694170" h="6997065">
                  <a:moveTo>
                    <a:pt x="1065960" y="3443031"/>
                  </a:moveTo>
                  <a:lnTo>
                    <a:pt x="1086524" y="3481131"/>
                  </a:lnTo>
                  <a:lnTo>
                    <a:pt x="1050903" y="3493831"/>
                  </a:lnTo>
                  <a:lnTo>
                    <a:pt x="1030339" y="3455731"/>
                  </a:lnTo>
                  <a:lnTo>
                    <a:pt x="1065960" y="3443031"/>
                  </a:lnTo>
                  <a:close/>
                </a:path>
                <a:path w="6694170" h="6997065">
                  <a:moveTo>
                    <a:pt x="2271896" y="3443031"/>
                  </a:moveTo>
                  <a:lnTo>
                    <a:pt x="2286876" y="3468431"/>
                  </a:lnTo>
                  <a:lnTo>
                    <a:pt x="2260921" y="3481131"/>
                  </a:lnTo>
                  <a:lnTo>
                    <a:pt x="2245941" y="3455731"/>
                  </a:lnTo>
                  <a:lnTo>
                    <a:pt x="2271896" y="3443031"/>
                  </a:lnTo>
                  <a:close/>
                </a:path>
                <a:path w="6694170" h="6997065">
                  <a:moveTo>
                    <a:pt x="193482" y="3417631"/>
                  </a:moveTo>
                  <a:lnTo>
                    <a:pt x="216991" y="3455731"/>
                  </a:lnTo>
                  <a:lnTo>
                    <a:pt x="176282" y="3481131"/>
                  </a:lnTo>
                  <a:lnTo>
                    <a:pt x="152779" y="3443031"/>
                  </a:lnTo>
                  <a:lnTo>
                    <a:pt x="193482" y="3417631"/>
                  </a:lnTo>
                  <a:close/>
                </a:path>
                <a:path w="6694170" h="6997065">
                  <a:moveTo>
                    <a:pt x="1399851" y="3417631"/>
                  </a:moveTo>
                  <a:lnTo>
                    <a:pt x="1418947" y="3455731"/>
                  </a:lnTo>
                  <a:lnTo>
                    <a:pt x="1385873" y="3468431"/>
                  </a:lnTo>
                  <a:lnTo>
                    <a:pt x="1366776" y="3443031"/>
                  </a:lnTo>
                  <a:lnTo>
                    <a:pt x="1399851" y="3417631"/>
                  </a:lnTo>
                  <a:close/>
                </a:path>
                <a:path w="6694170" h="6997065">
                  <a:moveTo>
                    <a:pt x="527599" y="3404931"/>
                  </a:moveTo>
                  <a:lnTo>
                    <a:pt x="550226" y="3443031"/>
                  </a:lnTo>
                  <a:lnTo>
                    <a:pt x="511039" y="3468431"/>
                  </a:lnTo>
                  <a:lnTo>
                    <a:pt x="488418" y="3430331"/>
                  </a:lnTo>
                  <a:lnTo>
                    <a:pt x="527599" y="3404931"/>
                  </a:lnTo>
                  <a:close/>
                </a:path>
                <a:path w="6694170" h="6997065">
                  <a:moveTo>
                    <a:pt x="2605686" y="3430331"/>
                  </a:moveTo>
                  <a:lnTo>
                    <a:pt x="2618906" y="3443031"/>
                  </a:lnTo>
                  <a:lnTo>
                    <a:pt x="2596008" y="3455731"/>
                  </a:lnTo>
                  <a:lnTo>
                    <a:pt x="2582787" y="3443031"/>
                  </a:lnTo>
                  <a:lnTo>
                    <a:pt x="2605686" y="3430331"/>
                  </a:lnTo>
                  <a:close/>
                </a:path>
                <a:path w="6694170" h="6997065">
                  <a:moveTo>
                    <a:pt x="1733749" y="3404931"/>
                  </a:moveTo>
                  <a:lnTo>
                    <a:pt x="1751376" y="3430331"/>
                  </a:lnTo>
                  <a:lnTo>
                    <a:pt x="1720848" y="3455731"/>
                  </a:lnTo>
                  <a:lnTo>
                    <a:pt x="1703221" y="3417631"/>
                  </a:lnTo>
                  <a:lnTo>
                    <a:pt x="1733749" y="3404931"/>
                  </a:lnTo>
                  <a:close/>
                </a:path>
                <a:path w="6694170" h="6997065">
                  <a:moveTo>
                    <a:pt x="861704" y="3379531"/>
                  </a:moveTo>
                  <a:lnTo>
                    <a:pt x="883447" y="3417631"/>
                  </a:lnTo>
                  <a:lnTo>
                    <a:pt x="845789" y="3443031"/>
                  </a:lnTo>
                  <a:lnTo>
                    <a:pt x="824051" y="3404931"/>
                  </a:lnTo>
                  <a:lnTo>
                    <a:pt x="861704" y="3379531"/>
                  </a:lnTo>
                  <a:close/>
                </a:path>
                <a:path w="6694170" h="6997065">
                  <a:moveTo>
                    <a:pt x="2067647" y="3379531"/>
                  </a:moveTo>
                  <a:lnTo>
                    <a:pt x="2083805" y="3417631"/>
                  </a:lnTo>
                  <a:lnTo>
                    <a:pt x="2055818" y="3430331"/>
                  </a:lnTo>
                  <a:lnTo>
                    <a:pt x="2039660" y="3404931"/>
                  </a:lnTo>
                  <a:lnTo>
                    <a:pt x="2067647" y="3379531"/>
                  </a:lnTo>
                  <a:close/>
                </a:path>
                <a:path w="6694170" h="6997065">
                  <a:moveTo>
                    <a:pt x="1195720" y="3366831"/>
                  </a:moveTo>
                  <a:lnTo>
                    <a:pt x="1216285" y="3404931"/>
                  </a:lnTo>
                  <a:lnTo>
                    <a:pt x="1180658" y="3417631"/>
                  </a:lnTo>
                  <a:lnTo>
                    <a:pt x="1160093" y="3379531"/>
                  </a:lnTo>
                  <a:lnTo>
                    <a:pt x="1195720" y="3366831"/>
                  </a:lnTo>
                  <a:close/>
                </a:path>
                <a:path w="6694170" h="6997065">
                  <a:moveTo>
                    <a:pt x="0" y="3379531"/>
                  </a:moveTo>
                  <a:lnTo>
                    <a:pt x="13517" y="3404931"/>
                  </a:lnTo>
                  <a:lnTo>
                    <a:pt x="0" y="3417631"/>
                  </a:lnTo>
                  <a:lnTo>
                    <a:pt x="0" y="3379531"/>
                  </a:lnTo>
                  <a:close/>
                </a:path>
                <a:path w="6694170" h="6997065">
                  <a:moveTo>
                    <a:pt x="2401545" y="3366831"/>
                  </a:moveTo>
                  <a:lnTo>
                    <a:pt x="2416234" y="3392231"/>
                  </a:lnTo>
                  <a:lnTo>
                    <a:pt x="2390795" y="3404931"/>
                  </a:lnTo>
                  <a:lnTo>
                    <a:pt x="2376105" y="3379531"/>
                  </a:lnTo>
                  <a:lnTo>
                    <a:pt x="2401545" y="3366831"/>
                  </a:lnTo>
                  <a:close/>
                </a:path>
                <a:path w="6694170" h="6997065">
                  <a:moveTo>
                    <a:pt x="1529612" y="3341431"/>
                  </a:moveTo>
                  <a:lnTo>
                    <a:pt x="1548708" y="3379531"/>
                  </a:lnTo>
                  <a:lnTo>
                    <a:pt x="1515634" y="3404931"/>
                  </a:lnTo>
                  <a:lnTo>
                    <a:pt x="1496538" y="3366831"/>
                  </a:lnTo>
                  <a:lnTo>
                    <a:pt x="1529612" y="3341431"/>
                  </a:lnTo>
                  <a:close/>
                </a:path>
                <a:path w="6694170" h="6997065">
                  <a:moveTo>
                    <a:pt x="323351" y="3341431"/>
                  </a:moveTo>
                  <a:lnTo>
                    <a:pt x="347149" y="3392231"/>
                  </a:lnTo>
                  <a:lnTo>
                    <a:pt x="305931" y="3404931"/>
                  </a:lnTo>
                  <a:lnTo>
                    <a:pt x="282138" y="3366831"/>
                  </a:lnTo>
                  <a:lnTo>
                    <a:pt x="323351" y="3341431"/>
                  </a:lnTo>
                  <a:close/>
                </a:path>
                <a:path w="6694170" h="6997065">
                  <a:moveTo>
                    <a:pt x="657361" y="3328731"/>
                  </a:moveTo>
                  <a:lnTo>
                    <a:pt x="679981" y="3366831"/>
                  </a:lnTo>
                  <a:lnTo>
                    <a:pt x="640800" y="3392231"/>
                  </a:lnTo>
                  <a:lnTo>
                    <a:pt x="618174" y="3354131"/>
                  </a:lnTo>
                  <a:lnTo>
                    <a:pt x="657361" y="3328731"/>
                  </a:lnTo>
                  <a:close/>
                </a:path>
                <a:path w="6694170" h="6997065">
                  <a:moveTo>
                    <a:pt x="2735334" y="3354131"/>
                  </a:moveTo>
                  <a:lnTo>
                    <a:pt x="2748259" y="3366831"/>
                  </a:lnTo>
                  <a:lnTo>
                    <a:pt x="2725870" y="3379531"/>
                  </a:lnTo>
                  <a:lnTo>
                    <a:pt x="2712945" y="3366831"/>
                  </a:lnTo>
                  <a:lnTo>
                    <a:pt x="2735334" y="3354131"/>
                  </a:lnTo>
                  <a:close/>
                </a:path>
                <a:path w="6694170" h="6997065">
                  <a:moveTo>
                    <a:pt x="1863509" y="3328731"/>
                  </a:moveTo>
                  <a:lnTo>
                    <a:pt x="1881136" y="3354131"/>
                  </a:lnTo>
                  <a:lnTo>
                    <a:pt x="1850603" y="3379531"/>
                  </a:lnTo>
                  <a:lnTo>
                    <a:pt x="1832976" y="3341431"/>
                  </a:lnTo>
                  <a:lnTo>
                    <a:pt x="1863509" y="3328731"/>
                  </a:lnTo>
                  <a:close/>
                </a:path>
                <a:path w="6694170" h="6997065">
                  <a:moveTo>
                    <a:pt x="991466" y="3303331"/>
                  </a:moveTo>
                  <a:lnTo>
                    <a:pt x="1013209" y="3341431"/>
                  </a:lnTo>
                  <a:lnTo>
                    <a:pt x="975550" y="3366831"/>
                  </a:lnTo>
                  <a:lnTo>
                    <a:pt x="953813" y="3328731"/>
                  </a:lnTo>
                  <a:lnTo>
                    <a:pt x="991466" y="3303331"/>
                  </a:lnTo>
                  <a:close/>
                </a:path>
                <a:path w="6694170" h="6997065">
                  <a:moveTo>
                    <a:pt x="2197408" y="3316031"/>
                  </a:moveTo>
                  <a:lnTo>
                    <a:pt x="2213566" y="3341431"/>
                  </a:lnTo>
                  <a:lnTo>
                    <a:pt x="2185580" y="3354131"/>
                  </a:lnTo>
                  <a:lnTo>
                    <a:pt x="2169421" y="3328731"/>
                  </a:lnTo>
                  <a:lnTo>
                    <a:pt x="2197408" y="3316031"/>
                  </a:lnTo>
                  <a:close/>
                </a:path>
                <a:path w="6694170" h="6997065">
                  <a:moveTo>
                    <a:pt x="118994" y="3290631"/>
                  </a:moveTo>
                  <a:lnTo>
                    <a:pt x="143675" y="3328731"/>
                  </a:lnTo>
                  <a:lnTo>
                    <a:pt x="100929" y="3354131"/>
                  </a:lnTo>
                  <a:lnTo>
                    <a:pt x="76253" y="3316031"/>
                  </a:lnTo>
                  <a:lnTo>
                    <a:pt x="118994" y="3290631"/>
                  </a:lnTo>
                  <a:close/>
                </a:path>
                <a:path w="6694170" h="6997065">
                  <a:moveTo>
                    <a:pt x="1325475" y="3290631"/>
                  </a:moveTo>
                  <a:lnTo>
                    <a:pt x="1346039" y="3328731"/>
                  </a:lnTo>
                  <a:lnTo>
                    <a:pt x="1310418" y="3341431"/>
                  </a:lnTo>
                  <a:lnTo>
                    <a:pt x="1289854" y="3316031"/>
                  </a:lnTo>
                  <a:lnTo>
                    <a:pt x="1325475" y="3290631"/>
                  </a:lnTo>
                  <a:close/>
                </a:path>
                <a:path w="6694170" h="6997065">
                  <a:moveTo>
                    <a:pt x="453111" y="3265231"/>
                  </a:moveTo>
                  <a:lnTo>
                    <a:pt x="476910" y="3316031"/>
                  </a:lnTo>
                  <a:lnTo>
                    <a:pt x="435691" y="3341431"/>
                  </a:lnTo>
                  <a:lnTo>
                    <a:pt x="411899" y="3290631"/>
                  </a:lnTo>
                  <a:lnTo>
                    <a:pt x="453111" y="3265231"/>
                  </a:lnTo>
                  <a:close/>
                </a:path>
                <a:path w="6694170" h="6997065">
                  <a:moveTo>
                    <a:pt x="2531304" y="3290631"/>
                  </a:moveTo>
                  <a:lnTo>
                    <a:pt x="2545993" y="3316031"/>
                  </a:lnTo>
                  <a:lnTo>
                    <a:pt x="2520553" y="3328731"/>
                  </a:lnTo>
                  <a:lnTo>
                    <a:pt x="2505864" y="3303331"/>
                  </a:lnTo>
                  <a:lnTo>
                    <a:pt x="2531304" y="3290631"/>
                  </a:lnTo>
                  <a:close/>
                </a:path>
                <a:path w="6694170" h="6997065">
                  <a:moveTo>
                    <a:pt x="1659373" y="3277931"/>
                  </a:moveTo>
                  <a:lnTo>
                    <a:pt x="1678469" y="3303331"/>
                  </a:lnTo>
                  <a:lnTo>
                    <a:pt x="1645394" y="3328731"/>
                  </a:lnTo>
                  <a:lnTo>
                    <a:pt x="1626293" y="3290631"/>
                  </a:lnTo>
                  <a:lnTo>
                    <a:pt x="1659373" y="3277931"/>
                  </a:lnTo>
                  <a:close/>
                </a:path>
                <a:path w="6694170" h="6997065">
                  <a:moveTo>
                    <a:pt x="787221" y="3252531"/>
                  </a:moveTo>
                  <a:lnTo>
                    <a:pt x="810138" y="3290631"/>
                  </a:lnTo>
                  <a:lnTo>
                    <a:pt x="770448" y="3316031"/>
                  </a:lnTo>
                  <a:lnTo>
                    <a:pt x="747531" y="3277931"/>
                  </a:lnTo>
                  <a:lnTo>
                    <a:pt x="787221" y="3252531"/>
                  </a:lnTo>
                  <a:close/>
                </a:path>
                <a:path w="6694170" h="6997065">
                  <a:moveTo>
                    <a:pt x="1993164" y="3252531"/>
                  </a:moveTo>
                  <a:lnTo>
                    <a:pt x="2010495" y="3277931"/>
                  </a:lnTo>
                  <a:lnTo>
                    <a:pt x="1980471" y="3303331"/>
                  </a:lnTo>
                  <a:lnTo>
                    <a:pt x="1963140" y="3265231"/>
                  </a:lnTo>
                  <a:lnTo>
                    <a:pt x="1993164" y="3252531"/>
                  </a:lnTo>
                  <a:close/>
                </a:path>
                <a:path w="6694170" h="6997065">
                  <a:moveTo>
                    <a:pt x="1121226" y="3227131"/>
                  </a:moveTo>
                  <a:lnTo>
                    <a:pt x="1142970" y="3265231"/>
                  </a:lnTo>
                  <a:lnTo>
                    <a:pt x="1105311" y="3290631"/>
                  </a:lnTo>
                  <a:lnTo>
                    <a:pt x="1083573" y="3252531"/>
                  </a:lnTo>
                  <a:lnTo>
                    <a:pt x="1121226" y="3227131"/>
                  </a:lnTo>
                  <a:close/>
                </a:path>
                <a:path w="6694170" h="6997065">
                  <a:moveTo>
                    <a:pt x="2327056" y="3239831"/>
                  </a:moveTo>
                  <a:lnTo>
                    <a:pt x="2342925" y="3265231"/>
                  </a:lnTo>
                  <a:lnTo>
                    <a:pt x="2315442" y="3277931"/>
                  </a:lnTo>
                  <a:lnTo>
                    <a:pt x="2299579" y="3252531"/>
                  </a:lnTo>
                  <a:lnTo>
                    <a:pt x="2327056" y="3239831"/>
                  </a:lnTo>
                  <a:close/>
                </a:path>
                <a:path w="6694170" h="6997065">
                  <a:moveTo>
                    <a:pt x="248868" y="3214431"/>
                  </a:moveTo>
                  <a:lnTo>
                    <a:pt x="273840" y="3252531"/>
                  </a:lnTo>
                  <a:lnTo>
                    <a:pt x="230590" y="3277931"/>
                  </a:lnTo>
                  <a:lnTo>
                    <a:pt x="205618" y="3239831"/>
                  </a:lnTo>
                  <a:lnTo>
                    <a:pt x="248868" y="3214431"/>
                  </a:lnTo>
                  <a:close/>
                </a:path>
                <a:path w="6694170" h="6997065">
                  <a:moveTo>
                    <a:pt x="1455230" y="3214431"/>
                  </a:moveTo>
                  <a:lnTo>
                    <a:pt x="1475795" y="3252531"/>
                  </a:lnTo>
                  <a:lnTo>
                    <a:pt x="1440180" y="3265231"/>
                  </a:lnTo>
                  <a:lnTo>
                    <a:pt x="1419615" y="3239831"/>
                  </a:lnTo>
                  <a:lnTo>
                    <a:pt x="1455230" y="3214431"/>
                  </a:lnTo>
                  <a:close/>
                </a:path>
                <a:path w="6694170" h="6997065">
                  <a:moveTo>
                    <a:pt x="582979" y="3189031"/>
                  </a:moveTo>
                  <a:lnTo>
                    <a:pt x="607074" y="3239831"/>
                  </a:lnTo>
                  <a:lnTo>
                    <a:pt x="565346" y="3265231"/>
                  </a:lnTo>
                  <a:lnTo>
                    <a:pt x="541251" y="3214431"/>
                  </a:lnTo>
                  <a:lnTo>
                    <a:pt x="582979" y="3189031"/>
                  </a:lnTo>
                  <a:close/>
                </a:path>
                <a:path w="6694170" h="6997065">
                  <a:moveTo>
                    <a:pt x="2660846" y="3214431"/>
                  </a:moveTo>
                  <a:lnTo>
                    <a:pt x="2674949" y="3239831"/>
                  </a:lnTo>
                  <a:lnTo>
                    <a:pt x="2650528" y="3252531"/>
                  </a:lnTo>
                  <a:lnTo>
                    <a:pt x="2636425" y="3227131"/>
                  </a:lnTo>
                  <a:lnTo>
                    <a:pt x="2660846" y="3214431"/>
                  </a:lnTo>
                  <a:close/>
                </a:path>
                <a:path w="6694170" h="6997065">
                  <a:moveTo>
                    <a:pt x="1789021" y="3201731"/>
                  </a:moveTo>
                  <a:lnTo>
                    <a:pt x="1807827" y="3227131"/>
                  </a:lnTo>
                  <a:lnTo>
                    <a:pt x="1775256" y="3252531"/>
                  </a:lnTo>
                  <a:lnTo>
                    <a:pt x="1756456" y="3214431"/>
                  </a:lnTo>
                  <a:lnTo>
                    <a:pt x="1789021" y="3201731"/>
                  </a:lnTo>
                  <a:close/>
                </a:path>
                <a:path w="6694170" h="6997065">
                  <a:moveTo>
                    <a:pt x="916983" y="3176331"/>
                  </a:moveTo>
                  <a:lnTo>
                    <a:pt x="939900" y="3214431"/>
                  </a:lnTo>
                  <a:lnTo>
                    <a:pt x="900210" y="3239831"/>
                  </a:lnTo>
                  <a:lnTo>
                    <a:pt x="877293" y="3201731"/>
                  </a:lnTo>
                  <a:lnTo>
                    <a:pt x="916983" y="3176331"/>
                  </a:lnTo>
                  <a:close/>
                </a:path>
                <a:path w="6694170" h="6997065">
                  <a:moveTo>
                    <a:pt x="2122813" y="3176331"/>
                  </a:moveTo>
                  <a:lnTo>
                    <a:pt x="2139853" y="3214431"/>
                  </a:lnTo>
                  <a:lnTo>
                    <a:pt x="2110338" y="3227131"/>
                  </a:lnTo>
                  <a:lnTo>
                    <a:pt x="2093298" y="3201731"/>
                  </a:lnTo>
                  <a:lnTo>
                    <a:pt x="2122813" y="3176331"/>
                  </a:lnTo>
                  <a:close/>
                </a:path>
                <a:path w="6694170" h="6997065">
                  <a:moveTo>
                    <a:pt x="44731" y="3150931"/>
                  </a:moveTo>
                  <a:lnTo>
                    <a:pt x="71171" y="3201731"/>
                  </a:lnTo>
                  <a:lnTo>
                    <a:pt x="25374" y="3227131"/>
                  </a:lnTo>
                  <a:lnTo>
                    <a:pt x="0" y="3189031"/>
                  </a:lnTo>
                  <a:lnTo>
                    <a:pt x="44731" y="3150931"/>
                  </a:lnTo>
                  <a:close/>
                </a:path>
                <a:path w="6694170" h="6997065">
                  <a:moveTo>
                    <a:pt x="1250986" y="3163631"/>
                  </a:moveTo>
                  <a:lnTo>
                    <a:pt x="1272724" y="3201731"/>
                  </a:lnTo>
                  <a:lnTo>
                    <a:pt x="1235071" y="3214431"/>
                  </a:lnTo>
                  <a:lnTo>
                    <a:pt x="1213328" y="3176331"/>
                  </a:lnTo>
                  <a:lnTo>
                    <a:pt x="1250986" y="3163631"/>
                  </a:lnTo>
                  <a:close/>
                </a:path>
                <a:path w="6694170" h="6997065">
                  <a:moveTo>
                    <a:pt x="2456709" y="3163631"/>
                  </a:moveTo>
                  <a:lnTo>
                    <a:pt x="2472281" y="3189031"/>
                  </a:lnTo>
                  <a:lnTo>
                    <a:pt x="2445313" y="3201731"/>
                  </a:lnTo>
                  <a:lnTo>
                    <a:pt x="2429741" y="3176331"/>
                  </a:lnTo>
                  <a:lnTo>
                    <a:pt x="2456709" y="3163631"/>
                  </a:lnTo>
                  <a:close/>
                </a:path>
                <a:path w="6694170" h="6997065">
                  <a:moveTo>
                    <a:pt x="1584884" y="3138231"/>
                  </a:moveTo>
                  <a:lnTo>
                    <a:pt x="1605153" y="3176331"/>
                  </a:lnTo>
                  <a:lnTo>
                    <a:pt x="1570041" y="3201731"/>
                  </a:lnTo>
                  <a:lnTo>
                    <a:pt x="1549772" y="3163631"/>
                  </a:lnTo>
                  <a:lnTo>
                    <a:pt x="1584884" y="3138231"/>
                  </a:lnTo>
                  <a:close/>
                </a:path>
                <a:path w="6694170" h="6997065">
                  <a:moveTo>
                    <a:pt x="378729" y="3138231"/>
                  </a:moveTo>
                  <a:lnTo>
                    <a:pt x="403997" y="3176331"/>
                  </a:lnTo>
                  <a:lnTo>
                    <a:pt x="360238" y="3201731"/>
                  </a:lnTo>
                  <a:lnTo>
                    <a:pt x="334970" y="3163631"/>
                  </a:lnTo>
                  <a:lnTo>
                    <a:pt x="378729" y="3138231"/>
                  </a:lnTo>
                  <a:close/>
                </a:path>
                <a:path w="6694170" h="6997065">
                  <a:moveTo>
                    <a:pt x="712845" y="3125531"/>
                  </a:moveTo>
                  <a:lnTo>
                    <a:pt x="737231" y="3163631"/>
                  </a:lnTo>
                  <a:lnTo>
                    <a:pt x="694993" y="3189031"/>
                  </a:lnTo>
                  <a:lnTo>
                    <a:pt x="670608" y="3138231"/>
                  </a:lnTo>
                  <a:lnTo>
                    <a:pt x="712845" y="3125531"/>
                  </a:lnTo>
                  <a:close/>
                </a:path>
                <a:path w="6694170" h="6997065">
                  <a:moveTo>
                    <a:pt x="1918782" y="3125531"/>
                  </a:moveTo>
                  <a:lnTo>
                    <a:pt x="1937582" y="3150931"/>
                  </a:lnTo>
                  <a:lnTo>
                    <a:pt x="1905017" y="3176331"/>
                  </a:lnTo>
                  <a:lnTo>
                    <a:pt x="1886217" y="3138231"/>
                  </a:lnTo>
                  <a:lnTo>
                    <a:pt x="1918782" y="3125531"/>
                  </a:lnTo>
                  <a:close/>
                </a:path>
                <a:path w="6694170" h="6997065">
                  <a:moveTo>
                    <a:pt x="1046738" y="3100131"/>
                  </a:moveTo>
                  <a:lnTo>
                    <a:pt x="1069655" y="3138231"/>
                  </a:lnTo>
                  <a:lnTo>
                    <a:pt x="1029970" y="3163631"/>
                  </a:lnTo>
                  <a:lnTo>
                    <a:pt x="1007054" y="3125531"/>
                  </a:lnTo>
                  <a:lnTo>
                    <a:pt x="1046738" y="3100131"/>
                  </a:lnTo>
                  <a:close/>
                </a:path>
                <a:path w="6694170" h="6997065">
                  <a:moveTo>
                    <a:pt x="2252462" y="3100131"/>
                  </a:moveTo>
                  <a:lnTo>
                    <a:pt x="2269212" y="3138231"/>
                  </a:lnTo>
                  <a:lnTo>
                    <a:pt x="2240207" y="3150931"/>
                  </a:lnTo>
                  <a:lnTo>
                    <a:pt x="2223463" y="3125531"/>
                  </a:lnTo>
                  <a:lnTo>
                    <a:pt x="2252462" y="3100131"/>
                  </a:lnTo>
                  <a:close/>
                </a:path>
                <a:path w="6694170" h="6997065">
                  <a:moveTo>
                    <a:pt x="174593" y="3087431"/>
                  </a:moveTo>
                  <a:lnTo>
                    <a:pt x="201329" y="3125531"/>
                  </a:lnTo>
                  <a:lnTo>
                    <a:pt x="155023" y="3150931"/>
                  </a:lnTo>
                  <a:lnTo>
                    <a:pt x="128286" y="3112831"/>
                  </a:lnTo>
                  <a:lnTo>
                    <a:pt x="174593" y="3087431"/>
                  </a:lnTo>
                  <a:close/>
                </a:path>
                <a:path w="6694170" h="6997065">
                  <a:moveTo>
                    <a:pt x="1380748" y="3087431"/>
                  </a:moveTo>
                  <a:lnTo>
                    <a:pt x="1402485" y="3125531"/>
                  </a:lnTo>
                  <a:lnTo>
                    <a:pt x="1364832" y="3138231"/>
                  </a:lnTo>
                  <a:lnTo>
                    <a:pt x="1343089" y="3100131"/>
                  </a:lnTo>
                  <a:lnTo>
                    <a:pt x="1380748" y="3087431"/>
                  </a:lnTo>
                  <a:close/>
                </a:path>
                <a:path w="6694170" h="6997065">
                  <a:moveTo>
                    <a:pt x="508603" y="3062031"/>
                  </a:moveTo>
                  <a:lnTo>
                    <a:pt x="534161" y="3112831"/>
                  </a:lnTo>
                  <a:lnTo>
                    <a:pt x="489886" y="3138231"/>
                  </a:lnTo>
                  <a:lnTo>
                    <a:pt x="464328" y="3087431"/>
                  </a:lnTo>
                  <a:lnTo>
                    <a:pt x="508603" y="3062031"/>
                  </a:lnTo>
                  <a:close/>
                </a:path>
                <a:path w="6694170" h="6997065">
                  <a:moveTo>
                    <a:pt x="2586464" y="3087431"/>
                  </a:moveTo>
                  <a:lnTo>
                    <a:pt x="2602036" y="3112831"/>
                  </a:lnTo>
                  <a:lnTo>
                    <a:pt x="2575068" y="3125531"/>
                  </a:lnTo>
                  <a:lnTo>
                    <a:pt x="2559496" y="3100131"/>
                  </a:lnTo>
                  <a:lnTo>
                    <a:pt x="2586464" y="3087431"/>
                  </a:lnTo>
                  <a:close/>
                </a:path>
                <a:path w="6694170" h="6997065">
                  <a:moveTo>
                    <a:pt x="1714639" y="3062031"/>
                  </a:moveTo>
                  <a:lnTo>
                    <a:pt x="1734914" y="3100131"/>
                  </a:lnTo>
                  <a:lnTo>
                    <a:pt x="1699802" y="3125531"/>
                  </a:lnTo>
                  <a:lnTo>
                    <a:pt x="1679527" y="3087431"/>
                  </a:lnTo>
                  <a:lnTo>
                    <a:pt x="1714639" y="3062031"/>
                  </a:lnTo>
                  <a:close/>
                </a:path>
                <a:path w="6694170" h="6997065">
                  <a:moveTo>
                    <a:pt x="842607" y="3049331"/>
                  </a:moveTo>
                  <a:lnTo>
                    <a:pt x="866987" y="3087431"/>
                  </a:lnTo>
                  <a:lnTo>
                    <a:pt x="824755" y="3112831"/>
                  </a:lnTo>
                  <a:lnTo>
                    <a:pt x="800370" y="3074731"/>
                  </a:lnTo>
                  <a:lnTo>
                    <a:pt x="842607" y="3049331"/>
                  </a:lnTo>
                  <a:close/>
                </a:path>
                <a:path w="6694170" h="6997065">
                  <a:moveTo>
                    <a:pt x="2048431" y="3049331"/>
                  </a:moveTo>
                  <a:lnTo>
                    <a:pt x="2066940" y="3074731"/>
                  </a:lnTo>
                  <a:lnTo>
                    <a:pt x="2034879" y="3100131"/>
                  </a:lnTo>
                  <a:lnTo>
                    <a:pt x="2016375" y="3062031"/>
                  </a:lnTo>
                  <a:lnTo>
                    <a:pt x="2048431" y="3049331"/>
                  </a:lnTo>
                  <a:close/>
                </a:path>
                <a:path w="6694170" h="6997065">
                  <a:moveTo>
                    <a:pt x="1176498" y="3023931"/>
                  </a:moveTo>
                  <a:lnTo>
                    <a:pt x="1199415" y="3062031"/>
                  </a:lnTo>
                  <a:lnTo>
                    <a:pt x="1159725" y="3087431"/>
                  </a:lnTo>
                  <a:lnTo>
                    <a:pt x="1136808" y="3049331"/>
                  </a:lnTo>
                  <a:lnTo>
                    <a:pt x="1176498" y="3023931"/>
                  </a:lnTo>
                  <a:close/>
                </a:path>
                <a:path w="6694170" h="6997065">
                  <a:moveTo>
                    <a:pt x="2382114" y="3036631"/>
                  </a:moveTo>
                  <a:lnTo>
                    <a:pt x="2398562" y="3062031"/>
                  </a:lnTo>
                  <a:lnTo>
                    <a:pt x="2370072" y="3074731"/>
                  </a:lnTo>
                  <a:lnTo>
                    <a:pt x="2353617" y="3049331"/>
                  </a:lnTo>
                  <a:lnTo>
                    <a:pt x="2382114" y="3036631"/>
                  </a:lnTo>
                  <a:close/>
                </a:path>
                <a:path w="6694170" h="6997065">
                  <a:moveTo>
                    <a:pt x="304460" y="3011231"/>
                  </a:moveTo>
                  <a:lnTo>
                    <a:pt x="331487" y="3049331"/>
                  </a:lnTo>
                  <a:lnTo>
                    <a:pt x="284671" y="3074731"/>
                  </a:lnTo>
                  <a:lnTo>
                    <a:pt x="257644" y="3036631"/>
                  </a:lnTo>
                  <a:lnTo>
                    <a:pt x="304460" y="3011231"/>
                  </a:lnTo>
                  <a:close/>
                </a:path>
                <a:path w="6694170" h="6997065">
                  <a:moveTo>
                    <a:pt x="1510503" y="3011231"/>
                  </a:moveTo>
                  <a:lnTo>
                    <a:pt x="1532240" y="3049331"/>
                  </a:lnTo>
                  <a:lnTo>
                    <a:pt x="1494587" y="3062031"/>
                  </a:lnTo>
                  <a:lnTo>
                    <a:pt x="1472844" y="3023931"/>
                  </a:lnTo>
                  <a:lnTo>
                    <a:pt x="1510503" y="3011231"/>
                  </a:lnTo>
                  <a:close/>
                </a:path>
                <a:path w="6694170" h="6997065">
                  <a:moveTo>
                    <a:pt x="638464" y="2985831"/>
                  </a:moveTo>
                  <a:lnTo>
                    <a:pt x="664318" y="3036631"/>
                  </a:lnTo>
                  <a:lnTo>
                    <a:pt x="619540" y="3062031"/>
                  </a:lnTo>
                  <a:lnTo>
                    <a:pt x="593686" y="3011231"/>
                  </a:lnTo>
                  <a:lnTo>
                    <a:pt x="638464" y="2985831"/>
                  </a:lnTo>
                  <a:close/>
                </a:path>
                <a:path w="6694170" h="6997065">
                  <a:moveTo>
                    <a:pt x="1844294" y="2985831"/>
                  </a:moveTo>
                  <a:lnTo>
                    <a:pt x="1864273" y="3023931"/>
                  </a:lnTo>
                  <a:lnTo>
                    <a:pt x="1829670" y="3049331"/>
                  </a:lnTo>
                  <a:lnTo>
                    <a:pt x="1809692" y="3011231"/>
                  </a:lnTo>
                  <a:lnTo>
                    <a:pt x="1844294" y="2985831"/>
                  </a:lnTo>
                  <a:close/>
                </a:path>
                <a:path w="6694170" h="6997065">
                  <a:moveTo>
                    <a:pt x="972362" y="2973131"/>
                  </a:moveTo>
                  <a:lnTo>
                    <a:pt x="996741" y="3011231"/>
                  </a:lnTo>
                  <a:lnTo>
                    <a:pt x="954510" y="3036631"/>
                  </a:lnTo>
                  <a:lnTo>
                    <a:pt x="930131" y="2998531"/>
                  </a:lnTo>
                  <a:lnTo>
                    <a:pt x="972362" y="2973131"/>
                  </a:lnTo>
                  <a:close/>
                </a:path>
                <a:path w="6694170" h="6997065">
                  <a:moveTo>
                    <a:pt x="2178086" y="2973131"/>
                  </a:moveTo>
                  <a:lnTo>
                    <a:pt x="2196299" y="2998531"/>
                  </a:lnTo>
                  <a:lnTo>
                    <a:pt x="2164753" y="3023931"/>
                  </a:lnTo>
                  <a:lnTo>
                    <a:pt x="2146534" y="2985831"/>
                  </a:lnTo>
                  <a:lnTo>
                    <a:pt x="2178086" y="2973131"/>
                  </a:lnTo>
                  <a:close/>
                </a:path>
                <a:path w="6694170" h="6997065">
                  <a:moveTo>
                    <a:pt x="100211" y="2947731"/>
                  </a:moveTo>
                  <a:lnTo>
                    <a:pt x="128417" y="2998531"/>
                  </a:lnTo>
                  <a:lnTo>
                    <a:pt x="79569" y="3023931"/>
                  </a:lnTo>
                  <a:lnTo>
                    <a:pt x="51364" y="2973131"/>
                  </a:lnTo>
                  <a:lnTo>
                    <a:pt x="100211" y="2947731"/>
                  </a:lnTo>
                  <a:close/>
                </a:path>
                <a:path w="6694170" h="6997065">
                  <a:moveTo>
                    <a:pt x="1306259" y="2947731"/>
                  </a:moveTo>
                  <a:lnTo>
                    <a:pt x="1329176" y="2985831"/>
                  </a:lnTo>
                  <a:lnTo>
                    <a:pt x="1289480" y="3011231"/>
                  </a:lnTo>
                  <a:lnTo>
                    <a:pt x="1266563" y="2973131"/>
                  </a:lnTo>
                  <a:lnTo>
                    <a:pt x="1306259" y="2947731"/>
                  </a:lnTo>
                  <a:close/>
                </a:path>
                <a:path w="6694170" h="6997065">
                  <a:moveTo>
                    <a:pt x="434327" y="2935031"/>
                  </a:moveTo>
                  <a:lnTo>
                    <a:pt x="461650" y="2973131"/>
                  </a:lnTo>
                  <a:lnTo>
                    <a:pt x="414325" y="3011231"/>
                  </a:lnTo>
                  <a:lnTo>
                    <a:pt x="387002" y="2960431"/>
                  </a:lnTo>
                  <a:lnTo>
                    <a:pt x="434327" y="2935031"/>
                  </a:lnTo>
                  <a:close/>
                </a:path>
                <a:path w="6694170" h="6997065">
                  <a:moveTo>
                    <a:pt x="2511875" y="2960431"/>
                  </a:moveTo>
                  <a:lnTo>
                    <a:pt x="2528323" y="2985831"/>
                  </a:lnTo>
                  <a:lnTo>
                    <a:pt x="2499827" y="2998531"/>
                  </a:lnTo>
                  <a:lnTo>
                    <a:pt x="2483379" y="2973131"/>
                  </a:lnTo>
                  <a:lnTo>
                    <a:pt x="2511875" y="2960431"/>
                  </a:lnTo>
                  <a:close/>
                </a:path>
                <a:path w="6694170" h="6997065">
                  <a:moveTo>
                    <a:pt x="1640151" y="2935031"/>
                  </a:moveTo>
                  <a:lnTo>
                    <a:pt x="1661598" y="2973131"/>
                  </a:lnTo>
                  <a:lnTo>
                    <a:pt x="1624455" y="2998531"/>
                  </a:lnTo>
                  <a:lnTo>
                    <a:pt x="1603008" y="2960431"/>
                  </a:lnTo>
                  <a:lnTo>
                    <a:pt x="1640151" y="2935031"/>
                  </a:lnTo>
                  <a:close/>
                </a:path>
                <a:path w="6694170" h="6997065">
                  <a:moveTo>
                    <a:pt x="768225" y="2909631"/>
                  </a:moveTo>
                  <a:lnTo>
                    <a:pt x="794080" y="2960431"/>
                  </a:lnTo>
                  <a:lnTo>
                    <a:pt x="749302" y="2985831"/>
                  </a:lnTo>
                  <a:lnTo>
                    <a:pt x="723447" y="2935031"/>
                  </a:lnTo>
                  <a:lnTo>
                    <a:pt x="768225" y="2909631"/>
                  </a:lnTo>
                  <a:close/>
                </a:path>
                <a:path w="6694170" h="6997065">
                  <a:moveTo>
                    <a:pt x="1973943" y="2922331"/>
                  </a:moveTo>
                  <a:lnTo>
                    <a:pt x="1993625" y="2947731"/>
                  </a:lnTo>
                  <a:lnTo>
                    <a:pt x="1959538" y="2973131"/>
                  </a:lnTo>
                  <a:lnTo>
                    <a:pt x="1939850" y="2935031"/>
                  </a:lnTo>
                  <a:lnTo>
                    <a:pt x="1973943" y="2922331"/>
                  </a:lnTo>
                  <a:close/>
                </a:path>
                <a:path w="6694170" h="6997065">
                  <a:moveTo>
                    <a:pt x="1102122" y="2896931"/>
                  </a:moveTo>
                  <a:lnTo>
                    <a:pt x="1126502" y="2935031"/>
                  </a:lnTo>
                  <a:lnTo>
                    <a:pt x="1084265" y="2960431"/>
                  </a:lnTo>
                  <a:lnTo>
                    <a:pt x="1059885" y="2922331"/>
                  </a:lnTo>
                  <a:lnTo>
                    <a:pt x="1102122" y="2896931"/>
                  </a:lnTo>
                  <a:close/>
                </a:path>
                <a:path w="6694170" h="6997065">
                  <a:moveTo>
                    <a:pt x="2307732" y="2896931"/>
                  </a:moveTo>
                  <a:lnTo>
                    <a:pt x="2325655" y="2935031"/>
                  </a:lnTo>
                  <a:lnTo>
                    <a:pt x="2294612" y="2947731"/>
                  </a:lnTo>
                  <a:lnTo>
                    <a:pt x="2276695" y="2922331"/>
                  </a:lnTo>
                  <a:lnTo>
                    <a:pt x="2307732" y="2896931"/>
                  </a:lnTo>
                  <a:close/>
                </a:path>
                <a:path w="6694170" h="6997065">
                  <a:moveTo>
                    <a:pt x="230084" y="2871531"/>
                  </a:moveTo>
                  <a:lnTo>
                    <a:pt x="258580" y="2922331"/>
                  </a:lnTo>
                  <a:lnTo>
                    <a:pt x="209218" y="2947731"/>
                  </a:lnTo>
                  <a:lnTo>
                    <a:pt x="180722" y="2909631"/>
                  </a:lnTo>
                  <a:lnTo>
                    <a:pt x="230084" y="2871531"/>
                  </a:lnTo>
                  <a:close/>
                </a:path>
                <a:path w="6694170" h="6997065">
                  <a:moveTo>
                    <a:pt x="1436020" y="2871531"/>
                  </a:moveTo>
                  <a:lnTo>
                    <a:pt x="1458937" y="2922331"/>
                  </a:lnTo>
                  <a:lnTo>
                    <a:pt x="1419241" y="2935031"/>
                  </a:lnTo>
                  <a:lnTo>
                    <a:pt x="1396324" y="2896931"/>
                  </a:lnTo>
                  <a:lnTo>
                    <a:pt x="1436020" y="2871531"/>
                  </a:lnTo>
                  <a:close/>
                </a:path>
                <a:path w="6694170" h="6997065">
                  <a:moveTo>
                    <a:pt x="564088" y="2858831"/>
                  </a:moveTo>
                  <a:lnTo>
                    <a:pt x="591411" y="2909631"/>
                  </a:lnTo>
                  <a:lnTo>
                    <a:pt x="544085" y="2935031"/>
                  </a:lnTo>
                  <a:lnTo>
                    <a:pt x="516762" y="2884231"/>
                  </a:lnTo>
                  <a:lnTo>
                    <a:pt x="564088" y="2858831"/>
                  </a:lnTo>
                  <a:close/>
                </a:path>
                <a:path w="6694170" h="6997065">
                  <a:moveTo>
                    <a:pt x="1769912" y="2858831"/>
                  </a:moveTo>
                  <a:lnTo>
                    <a:pt x="1791360" y="2896931"/>
                  </a:lnTo>
                  <a:lnTo>
                    <a:pt x="1754210" y="2922331"/>
                  </a:lnTo>
                  <a:lnTo>
                    <a:pt x="1732763" y="2884231"/>
                  </a:lnTo>
                  <a:lnTo>
                    <a:pt x="1769912" y="2858831"/>
                  </a:lnTo>
                  <a:close/>
                </a:path>
                <a:path w="6694170" h="6997065">
                  <a:moveTo>
                    <a:pt x="897980" y="2833431"/>
                  </a:moveTo>
                  <a:lnTo>
                    <a:pt x="923835" y="2884231"/>
                  </a:lnTo>
                  <a:lnTo>
                    <a:pt x="879062" y="2909631"/>
                  </a:lnTo>
                  <a:lnTo>
                    <a:pt x="853208" y="2858831"/>
                  </a:lnTo>
                  <a:lnTo>
                    <a:pt x="897980" y="2833431"/>
                  </a:lnTo>
                  <a:close/>
                </a:path>
                <a:path w="6694170" h="6997065">
                  <a:moveTo>
                    <a:pt x="2103597" y="2846131"/>
                  </a:moveTo>
                  <a:lnTo>
                    <a:pt x="2122990" y="2871531"/>
                  </a:lnTo>
                  <a:lnTo>
                    <a:pt x="2089400" y="2896931"/>
                  </a:lnTo>
                  <a:lnTo>
                    <a:pt x="2070013" y="2858831"/>
                  </a:lnTo>
                  <a:lnTo>
                    <a:pt x="2103597" y="2846131"/>
                  </a:lnTo>
                  <a:close/>
                </a:path>
                <a:path w="6694170" h="6997065">
                  <a:moveTo>
                    <a:pt x="25835" y="2820731"/>
                  </a:moveTo>
                  <a:lnTo>
                    <a:pt x="55503" y="2871531"/>
                  </a:lnTo>
                  <a:lnTo>
                    <a:pt x="4115" y="2896931"/>
                  </a:lnTo>
                  <a:lnTo>
                    <a:pt x="0" y="2896931"/>
                  </a:lnTo>
                  <a:lnTo>
                    <a:pt x="0" y="2833431"/>
                  </a:lnTo>
                  <a:lnTo>
                    <a:pt x="25835" y="2820731"/>
                  </a:lnTo>
                  <a:close/>
                </a:path>
                <a:path w="6694170" h="6997065">
                  <a:moveTo>
                    <a:pt x="1231883" y="2820731"/>
                  </a:moveTo>
                  <a:lnTo>
                    <a:pt x="1256263" y="2858831"/>
                  </a:lnTo>
                  <a:lnTo>
                    <a:pt x="1214026" y="2884231"/>
                  </a:lnTo>
                  <a:lnTo>
                    <a:pt x="1189646" y="2846131"/>
                  </a:lnTo>
                  <a:lnTo>
                    <a:pt x="1231883" y="2820731"/>
                  </a:lnTo>
                  <a:close/>
                </a:path>
                <a:path w="6694170" h="6997065">
                  <a:moveTo>
                    <a:pt x="359946" y="2795331"/>
                  </a:moveTo>
                  <a:lnTo>
                    <a:pt x="388738" y="2846131"/>
                  </a:lnTo>
                  <a:lnTo>
                    <a:pt x="338871" y="2884231"/>
                  </a:lnTo>
                  <a:lnTo>
                    <a:pt x="310079" y="2833431"/>
                  </a:lnTo>
                  <a:lnTo>
                    <a:pt x="359946" y="2795331"/>
                  </a:lnTo>
                  <a:close/>
                </a:path>
                <a:path w="6694170" h="6997065">
                  <a:moveTo>
                    <a:pt x="2437381" y="2820731"/>
                  </a:moveTo>
                  <a:lnTo>
                    <a:pt x="2455014" y="2858831"/>
                  </a:lnTo>
                  <a:lnTo>
                    <a:pt x="2424481" y="2871531"/>
                  </a:lnTo>
                  <a:lnTo>
                    <a:pt x="2406854" y="2846131"/>
                  </a:lnTo>
                  <a:lnTo>
                    <a:pt x="2437381" y="2820731"/>
                  </a:lnTo>
                  <a:close/>
                </a:path>
                <a:path w="6694170" h="6997065">
                  <a:moveTo>
                    <a:pt x="1565669" y="2808031"/>
                  </a:moveTo>
                  <a:lnTo>
                    <a:pt x="1588295" y="2846131"/>
                  </a:lnTo>
                  <a:lnTo>
                    <a:pt x="1549108" y="2858831"/>
                  </a:lnTo>
                  <a:lnTo>
                    <a:pt x="1526487" y="2820731"/>
                  </a:lnTo>
                  <a:lnTo>
                    <a:pt x="1565669" y="2808031"/>
                  </a:lnTo>
                  <a:close/>
                </a:path>
                <a:path w="6694170" h="6997065">
                  <a:moveTo>
                    <a:pt x="693950" y="2782631"/>
                  </a:moveTo>
                  <a:lnTo>
                    <a:pt x="721563" y="2833431"/>
                  </a:lnTo>
                  <a:lnTo>
                    <a:pt x="673735" y="2858831"/>
                  </a:lnTo>
                  <a:lnTo>
                    <a:pt x="646116" y="2808031"/>
                  </a:lnTo>
                  <a:lnTo>
                    <a:pt x="693950" y="2782631"/>
                  </a:lnTo>
                  <a:close/>
                </a:path>
                <a:path w="6694170" h="6997065">
                  <a:moveTo>
                    <a:pt x="1899567" y="2782631"/>
                  </a:moveTo>
                  <a:lnTo>
                    <a:pt x="1920718" y="2820731"/>
                  </a:lnTo>
                  <a:lnTo>
                    <a:pt x="1884084" y="2846131"/>
                  </a:lnTo>
                  <a:lnTo>
                    <a:pt x="1862933" y="2808031"/>
                  </a:lnTo>
                  <a:lnTo>
                    <a:pt x="1899567" y="2782631"/>
                  </a:lnTo>
                  <a:close/>
                </a:path>
                <a:path w="6694170" h="6997065">
                  <a:moveTo>
                    <a:pt x="1027740" y="2757231"/>
                  </a:moveTo>
                  <a:lnTo>
                    <a:pt x="1053595" y="2808031"/>
                  </a:lnTo>
                  <a:lnTo>
                    <a:pt x="1008817" y="2833431"/>
                  </a:lnTo>
                  <a:lnTo>
                    <a:pt x="982962" y="2795331"/>
                  </a:lnTo>
                  <a:lnTo>
                    <a:pt x="1027740" y="2757231"/>
                  </a:lnTo>
                  <a:close/>
                </a:path>
                <a:path w="6694170" h="6997065">
                  <a:moveTo>
                    <a:pt x="2233249" y="2769931"/>
                  </a:moveTo>
                  <a:lnTo>
                    <a:pt x="2252345" y="2795331"/>
                  </a:lnTo>
                  <a:lnTo>
                    <a:pt x="2219271" y="2820731"/>
                  </a:lnTo>
                  <a:lnTo>
                    <a:pt x="2200175" y="2782631"/>
                  </a:lnTo>
                  <a:lnTo>
                    <a:pt x="2233249" y="2769931"/>
                  </a:lnTo>
                  <a:close/>
                </a:path>
                <a:path w="6694170" h="6997065">
                  <a:moveTo>
                    <a:pt x="155703" y="2744531"/>
                  </a:moveTo>
                  <a:lnTo>
                    <a:pt x="185673" y="2795331"/>
                  </a:lnTo>
                  <a:lnTo>
                    <a:pt x="133763" y="2820731"/>
                  </a:lnTo>
                  <a:lnTo>
                    <a:pt x="103799" y="2769931"/>
                  </a:lnTo>
                  <a:lnTo>
                    <a:pt x="155703" y="2744531"/>
                  </a:lnTo>
                  <a:close/>
                </a:path>
                <a:path w="6694170" h="6997065">
                  <a:moveTo>
                    <a:pt x="1361532" y="2744531"/>
                  </a:moveTo>
                  <a:lnTo>
                    <a:pt x="1385621" y="2782631"/>
                  </a:lnTo>
                  <a:lnTo>
                    <a:pt x="1343893" y="2808031"/>
                  </a:lnTo>
                  <a:lnTo>
                    <a:pt x="1319798" y="2769931"/>
                  </a:lnTo>
                  <a:lnTo>
                    <a:pt x="1361532" y="2744531"/>
                  </a:lnTo>
                  <a:close/>
                </a:path>
                <a:path w="6694170" h="6997065">
                  <a:moveTo>
                    <a:pt x="489819" y="2719131"/>
                  </a:moveTo>
                  <a:lnTo>
                    <a:pt x="518901" y="2769931"/>
                  </a:lnTo>
                  <a:lnTo>
                    <a:pt x="468519" y="2808031"/>
                  </a:lnTo>
                  <a:lnTo>
                    <a:pt x="439437" y="2757231"/>
                  </a:lnTo>
                  <a:lnTo>
                    <a:pt x="489819" y="2719131"/>
                  </a:lnTo>
                  <a:close/>
                </a:path>
                <a:path w="6694170" h="6997065">
                  <a:moveTo>
                    <a:pt x="1695323" y="2731831"/>
                  </a:moveTo>
                  <a:lnTo>
                    <a:pt x="1717648" y="2769931"/>
                  </a:lnTo>
                  <a:lnTo>
                    <a:pt x="1678976" y="2795331"/>
                  </a:lnTo>
                  <a:lnTo>
                    <a:pt x="1656652" y="2744531"/>
                  </a:lnTo>
                  <a:lnTo>
                    <a:pt x="1695323" y="2731831"/>
                  </a:lnTo>
                  <a:close/>
                </a:path>
                <a:path w="6694170" h="6997065">
                  <a:moveTo>
                    <a:pt x="823711" y="2706431"/>
                  </a:moveTo>
                  <a:lnTo>
                    <a:pt x="851325" y="2757231"/>
                  </a:lnTo>
                  <a:lnTo>
                    <a:pt x="803496" y="2782631"/>
                  </a:lnTo>
                  <a:lnTo>
                    <a:pt x="775877" y="2731831"/>
                  </a:lnTo>
                  <a:lnTo>
                    <a:pt x="823711" y="2706431"/>
                  </a:lnTo>
                  <a:close/>
                </a:path>
                <a:path w="6694170" h="6997065">
                  <a:moveTo>
                    <a:pt x="2029221" y="2706431"/>
                  </a:moveTo>
                  <a:lnTo>
                    <a:pt x="2050082" y="2744531"/>
                  </a:lnTo>
                  <a:lnTo>
                    <a:pt x="2013946" y="2769931"/>
                  </a:lnTo>
                  <a:lnTo>
                    <a:pt x="1993085" y="2731831"/>
                  </a:lnTo>
                  <a:lnTo>
                    <a:pt x="2029221" y="2706431"/>
                  </a:lnTo>
                  <a:close/>
                </a:path>
                <a:path w="6694170" h="6997065">
                  <a:moveTo>
                    <a:pt x="1157502" y="2693731"/>
                  </a:moveTo>
                  <a:lnTo>
                    <a:pt x="1183356" y="2731831"/>
                  </a:lnTo>
                  <a:lnTo>
                    <a:pt x="1138572" y="2757231"/>
                  </a:lnTo>
                  <a:lnTo>
                    <a:pt x="1112717" y="2719131"/>
                  </a:lnTo>
                  <a:lnTo>
                    <a:pt x="1157502" y="2693731"/>
                  </a:lnTo>
                  <a:close/>
                </a:path>
                <a:path w="6694170" h="6997065">
                  <a:moveTo>
                    <a:pt x="2362899" y="2693731"/>
                  </a:moveTo>
                  <a:lnTo>
                    <a:pt x="2381699" y="2719131"/>
                  </a:lnTo>
                  <a:lnTo>
                    <a:pt x="2349134" y="2744531"/>
                  </a:lnTo>
                  <a:lnTo>
                    <a:pt x="2330334" y="2706431"/>
                  </a:lnTo>
                  <a:lnTo>
                    <a:pt x="2362899" y="2693731"/>
                  </a:lnTo>
                  <a:close/>
                </a:path>
                <a:path w="6694170" h="6997065">
                  <a:moveTo>
                    <a:pt x="285564" y="2668331"/>
                  </a:moveTo>
                  <a:lnTo>
                    <a:pt x="315825" y="2719131"/>
                  </a:lnTo>
                  <a:lnTo>
                    <a:pt x="263411" y="2744531"/>
                  </a:lnTo>
                  <a:lnTo>
                    <a:pt x="233151" y="2693731"/>
                  </a:lnTo>
                  <a:lnTo>
                    <a:pt x="285564" y="2668331"/>
                  </a:lnTo>
                  <a:close/>
                </a:path>
                <a:path w="6694170" h="6997065">
                  <a:moveTo>
                    <a:pt x="1491287" y="2668331"/>
                  </a:moveTo>
                  <a:lnTo>
                    <a:pt x="1515382" y="2706431"/>
                  </a:lnTo>
                  <a:lnTo>
                    <a:pt x="1473654" y="2731831"/>
                  </a:lnTo>
                  <a:lnTo>
                    <a:pt x="1449559" y="2693731"/>
                  </a:lnTo>
                  <a:lnTo>
                    <a:pt x="1491287" y="2668331"/>
                  </a:lnTo>
                  <a:close/>
                </a:path>
                <a:path w="6694170" h="6997065">
                  <a:moveTo>
                    <a:pt x="619573" y="2655631"/>
                  </a:moveTo>
                  <a:lnTo>
                    <a:pt x="648656" y="2693731"/>
                  </a:lnTo>
                  <a:lnTo>
                    <a:pt x="598280" y="2731831"/>
                  </a:lnTo>
                  <a:lnTo>
                    <a:pt x="569192" y="2681031"/>
                  </a:lnTo>
                  <a:lnTo>
                    <a:pt x="619573" y="2655631"/>
                  </a:lnTo>
                  <a:close/>
                </a:path>
                <a:path w="6694170" h="6997065">
                  <a:moveTo>
                    <a:pt x="1825084" y="2655631"/>
                  </a:moveTo>
                  <a:lnTo>
                    <a:pt x="1847408" y="2693731"/>
                  </a:lnTo>
                  <a:lnTo>
                    <a:pt x="1808731" y="2719131"/>
                  </a:lnTo>
                  <a:lnTo>
                    <a:pt x="1786407" y="2681031"/>
                  </a:lnTo>
                  <a:lnTo>
                    <a:pt x="1825084" y="2655631"/>
                  </a:lnTo>
                  <a:close/>
                </a:path>
                <a:path w="6694170" h="6997065">
                  <a:moveTo>
                    <a:pt x="953471" y="2630231"/>
                  </a:moveTo>
                  <a:lnTo>
                    <a:pt x="981085" y="2681031"/>
                  </a:lnTo>
                  <a:lnTo>
                    <a:pt x="933250" y="2706431"/>
                  </a:lnTo>
                  <a:lnTo>
                    <a:pt x="905637" y="2655631"/>
                  </a:lnTo>
                  <a:lnTo>
                    <a:pt x="953471" y="2630231"/>
                  </a:lnTo>
                  <a:close/>
                </a:path>
                <a:path w="6694170" h="6997065">
                  <a:moveTo>
                    <a:pt x="2158867" y="2630231"/>
                  </a:moveTo>
                  <a:lnTo>
                    <a:pt x="2179432" y="2668331"/>
                  </a:lnTo>
                  <a:lnTo>
                    <a:pt x="2143811" y="2693731"/>
                  </a:lnTo>
                  <a:lnTo>
                    <a:pt x="2123246" y="2655631"/>
                  </a:lnTo>
                  <a:lnTo>
                    <a:pt x="2158867" y="2630231"/>
                  </a:lnTo>
                  <a:close/>
                </a:path>
                <a:path w="6694170" h="6997065">
                  <a:moveTo>
                    <a:pt x="81321" y="2617531"/>
                  </a:moveTo>
                  <a:lnTo>
                    <a:pt x="112760" y="2668331"/>
                  </a:lnTo>
                  <a:lnTo>
                    <a:pt x="58310" y="2693731"/>
                  </a:lnTo>
                  <a:lnTo>
                    <a:pt x="26870" y="2642931"/>
                  </a:lnTo>
                  <a:lnTo>
                    <a:pt x="81321" y="2617531"/>
                  </a:lnTo>
                  <a:close/>
                </a:path>
                <a:path w="6694170" h="6997065">
                  <a:moveTo>
                    <a:pt x="1287150" y="2617531"/>
                  </a:moveTo>
                  <a:lnTo>
                    <a:pt x="1312708" y="2655631"/>
                  </a:lnTo>
                  <a:lnTo>
                    <a:pt x="1268439" y="2681031"/>
                  </a:lnTo>
                  <a:lnTo>
                    <a:pt x="1242875" y="2642931"/>
                  </a:lnTo>
                  <a:lnTo>
                    <a:pt x="1287150" y="2617531"/>
                  </a:lnTo>
                  <a:close/>
                </a:path>
                <a:path w="6694170" h="6997065">
                  <a:moveTo>
                    <a:pt x="415325" y="2592131"/>
                  </a:moveTo>
                  <a:lnTo>
                    <a:pt x="445585" y="2642931"/>
                  </a:lnTo>
                  <a:lnTo>
                    <a:pt x="393172" y="2681031"/>
                  </a:lnTo>
                  <a:lnTo>
                    <a:pt x="362911" y="2617531"/>
                  </a:lnTo>
                  <a:lnTo>
                    <a:pt x="415325" y="2592131"/>
                  </a:lnTo>
                  <a:close/>
                </a:path>
                <a:path w="6694170" h="6997065">
                  <a:moveTo>
                    <a:pt x="1620942" y="2592131"/>
                  </a:moveTo>
                  <a:lnTo>
                    <a:pt x="1644734" y="2642931"/>
                  </a:lnTo>
                  <a:lnTo>
                    <a:pt x="1603522" y="2655631"/>
                  </a:lnTo>
                  <a:lnTo>
                    <a:pt x="1579723" y="2617531"/>
                  </a:lnTo>
                  <a:lnTo>
                    <a:pt x="1620942" y="2592131"/>
                  </a:lnTo>
                  <a:close/>
                </a:path>
                <a:path w="6694170" h="6997065">
                  <a:moveTo>
                    <a:pt x="749329" y="2579431"/>
                  </a:moveTo>
                  <a:lnTo>
                    <a:pt x="778418" y="2630231"/>
                  </a:lnTo>
                  <a:lnTo>
                    <a:pt x="728042" y="2655631"/>
                  </a:lnTo>
                  <a:lnTo>
                    <a:pt x="698954" y="2604831"/>
                  </a:lnTo>
                  <a:lnTo>
                    <a:pt x="749329" y="2579431"/>
                  </a:lnTo>
                  <a:close/>
                </a:path>
                <a:path w="6694170" h="6997065">
                  <a:moveTo>
                    <a:pt x="1954733" y="2579431"/>
                  </a:moveTo>
                  <a:lnTo>
                    <a:pt x="1976767" y="2617531"/>
                  </a:lnTo>
                  <a:lnTo>
                    <a:pt x="1938599" y="2642931"/>
                  </a:lnTo>
                  <a:lnTo>
                    <a:pt x="1916565" y="2604831"/>
                  </a:lnTo>
                  <a:lnTo>
                    <a:pt x="1954733" y="2579431"/>
                  </a:lnTo>
                  <a:close/>
                </a:path>
                <a:path w="6694170" h="6997065">
                  <a:moveTo>
                    <a:pt x="1083120" y="2554031"/>
                  </a:moveTo>
                  <a:lnTo>
                    <a:pt x="1110443" y="2604831"/>
                  </a:lnTo>
                  <a:lnTo>
                    <a:pt x="1063117" y="2630231"/>
                  </a:lnTo>
                  <a:lnTo>
                    <a:pt x="1035794" y="2579431"/>
                  </a:lnTo>
                  <a:lnTo>
                    <a:pt x="1083120" y="2554031"/>
                  </a:lnTo>
                  <a:close/>
                </a:path>
                <a:path w="6694170" h="6997065">
                  <a:moveTo>
                    <a:pt x="2288411" y="2566731"/>
                  </a:moveTo>
                  <a:lnTo>
                    <a:pt x="2308389" y="2592131"/>
                  </a:lnTo>
                  <a:lnTo>
                    <a:pt x="2273793" y="2617531"/>
                  </a:lnTo>
                  <a:lnTo>
                    <a:pt x="2253814" y="2579431"/>
                  </a:lnTo>
                  <a:lnTo>
                    <a:pt x="2288411" y="2566731"/>
                  </a:lnTo>
                  <a:close/>
                </a:path>
                <a:path w="6694170" h="6997065">
                  <a:moveTo>
                    <a:pt x="211188" y="2541331"/>
                  </a:moveTo>
                  <a:lnTo>
                    <a:pt x="242918" y="2592131"/>
                  </a:lnTo>
                  <a:lnTo>
                    <a:pt x="187958" y="2617531"/>
                  </a:lnTo>
                  <a:lnTo>
                    <a:pt x="156228" y="2566731"/>
                  </a:lnTo>
                  <a:lnTo>
                    <a:pt x="211188" y="2541331"/>
                  </a:lnTo>
                  <a:close/>
                </a:path>
                <a:path w="6694170" h="6997065">
                  <a:moveTo>
                    <a:pt x="1416799" y="2541331"/>
                  </a:moveTo>
                  <a:lnTo>
                    <a:pt x="1442066" y="2579431"/>
                  </a:lnTo>
                  <a:lnTo>
                    <a:pt x="1398307" y="2604831"/>
                  </a:lnTo>
                  <a:lnTo>
                    <a:pt x="1373039" y="2566731"/>
                  </a:lnTo>
                  <a:lnTo>
                    <a:pt x="1416799" y="2541331"/>
                  </a:lnTo>
                  <a:close/>
                </a:path>
                <a:path w="6694170" h="6997065">
                  <a:moveTo>
                    <a:pt x="545192" y="2515931"/>
                  </a:moveTo>
                  <a:lnTo>
                    <a:pt x="575743" y="2566731"/>
                  </a:lnTo>
                  <a:lnTo>
                    <a:pt x="522827" y="2604831"/>
                  </a:lnTo>
                  <a:lnTo>
                    <a:pt x="492270" y="2554031"/>
                  </a:lnTo>
                  <a:lnTo>
                    <a:pt x="545192" y="2515931"/>
                  </a:lnTo>
                  <a:close/>
                </a:path>
                <a:path w="6694170" h="6997065">
                  <a:moveTo>
                    <a:pt x="1750590" y="2515931"/>
                  </a:moveTo>
                  <a:lnTo>
                    <a:pt x="1774099" y="2566731"/>
                  </a:lnTo>
                  <a:lnTo>
                    <a:pt x="1733389" y="2592131"/>
                  </a:lnTo>
                  <a:lnTo>
                    <a:pt x="1709881" y="2541331"/>
                  </a:lnTo>
                  <a:lnTo>
                    <a:pt x="1750590" y="2515931"/>
                  </a:lnTo>
                  <a:close/>
                </a:path>
                <a:path w="6694170" h="6997065">
                  <a:moveTo>
                    <a:pt x="879090" y="2503231"/>
                  </a:moveTo>
                  <a:lnTo>
                    <a:pt x="908178" y="2554031"/>
                  </a:lnTo>
                  <a:lnTo>
                    <a:pt x="857802" y="2579431"/>
                  </a:lnTo>
                  <a:lnTo>
                    <a:pt x="828714" y="2528631"/>
                  </a:lnTo>
                  <a:lnTo>
                    <a:pt x="879090" y="2503231"/>
                  </a:lnTo>
                  <a:close/>
                </a:path>
                <a:path w="6694170" h="6997065">
                  <a:moveTo>
                    <a:pt x="2084379" y="2503231"/>
                  </a:moveTo>
                  <a:lnTo>
                    <a:pt x="2106123" y="2541331"/>
                  </a:lnTo>
                  <a:lnTo>
                    <a:pt x="2068464" y="2566731"/>
                  </a:lnTo>
                  <a:lnTo>
                    <a:pt x="2046726" y="2528631"/>
                  </a:lnTo>
                  <a:lnTo>
                    <a:pt x="2084379" y="2503231"/>
                  </a:lnTo>
                  <a:close/>
                </a:path>
                <a:path w="6694170" h="6997065">
                  <a:moveTo>
                    <a:pt x="1212881" y="2477831"/>
                  </a:moveTo>
                  <a:lnTo>
                    <a:pt x="1240204" y="2528631"/>
                  </a:lnTo>
                  <a:lnTo>
                    <a:pt x="1192879" y="2554031"/>
                  </a:lnTo>
                  <a:lnTo>
                    <a:pt x="1165556" y="2503231"/>
                  </a:lnTo>
                  <a:lnTo>
                    <a:pt x="1212881" y="2477831"/>
                  </a:lnTo>
                  <a:close/>
                </a:path>
                <a:path w="6694170" h="6997065">
                  <a:moveTo>
                    <a:pt x="340949" y="2465131"/>
                  </a:moveTo>
                  <a:lnTo>
                    <a:pt x="372679" y="2515931"/>
                  </a:lnTo>
                  <a:lnTo>
                    <a:pt x="317718" y="2554031"/>
                  </a:lnTo>
                  <a:lnTo>
                    <a:pt x="285988" y="2490531"/>
                  </a:lnTo>
                  <a:lnTo>
                    <a:pt x="340949" y="2465131"/>
                  </a:lnTo>
                  <a:close/>
                </a:path>
                <a:path w="6694170" h="6997065">
                  <a:moveTo>
                    <a:pt x="0" y="2477831"/>
                  </a:moveTo>
                  <a:lnTo>
                    <a:pt x="6945" y="2477831"/>
                  </a:lnTo>
                  <a:lnTo>
                    <a:pt x="39847" y="2541331"/>
                  </a:lnTo>
                  <a:lnTo>
                    <a:pt x="0" y="2554031"/>
                  </a:lnTo>
                  <a:lnTo>
                    <a:pt x="0" y="2477831"/>
                  </a:lnTo>
                  <a:close/>
                </a:path>
                <a:path w="6694170" h="6997065">
                  <a:moveTo>
                    <a:pt x="1546560" y="2465131"/>
                  </a:moveTo>
                  <a:lnTo>
                    <a:pt x="1571828" y="2503231"/>
                  </a:lnTo>
                  <a:lnTo>
                    <a:pt x="1528068" y="2528631"/>
                  </a:lnTo>
                  <a:lnTo>
                    <a:pt x="1502800" y="2490531"/>
                  </a:lnTo>
                  <a:lnTo>
                    <a:pt x="1546560" y="2465131"/>
                  </a:lnTo>
                  <a:close/>
                </a:path>
                <a:path w="6694170" h="6997065">
                  <a:moveTo>
                    <a:pt x="674953" y="2439731"/>
                  </a:moveTo>
                  <a:lnTo>
                    <a:pt x="705505" y="2490531"/>
                  </a:lnTo>
                  <a:lnTo>
                    <a:pt x="652582" y="2528631"/>
                  </a:lnTo>
                  <a:lnTo>
                    <a:pt x="622031" y="2477831"/>
                  </a:lnTo>
                  <a:lnTo>
                    <a:pt x="674953" y="2439731"/>
                  </a:lnTo>
                  <a:close/>
                </a:path>
                <a:path w="6694170" h="6997065">
                  <a:moveTo>
                    <a:pt x="1880245" y="2452431"/>
                  </a:moveTo>
                  <a:lnTo>
                    <a:pt x="1903451" y="2490531"/>
                  </a:lnTo>
                  <a:lnTo>
                    <a:pt x="1863251" y="2515931"/>
                  </a:lnTo>
                  <a:lnTo>
                    <a:pt x="1840045" y="2465131"/>
                  </a:lnTo>
                  <a:lnTo>
                    <a:pt x="1880245" y="2452431"/>
                  </a:lnTo>
                  <a:close/>
                </a:path>
                <a:path w="6694170" h="6997065">
                  <a:moveTo>
                    <a:pt x="1008851" y="2427031"/>
                  </a:moveTo>
                  <a:lnTo>
                    <a:pt x="1037939" y="2477831"/>
                  </a:lnTo>
                  <a:lnTo>
                    <a:pt x="987558" y="2503231"/>
                  </a:lnTo>
                  <a:lnTo>
                    <a:pt x="958476" y="2452431"/>
                  </a:lnTo>
                  <a:lnTo>
                    <a:pt x="1008851" y="2427031"/>
                  </a:lnTo>
                  <a:close/>
                </a:path>
                <a:path w="6694170" h="6997065">
                  <a:moveTo>
                    <a:pt x="2214029" y="2427031"/>
                  </a:moveTo>
                  <a:lnTo>
                    <a:pt x="2235476" y="2465131"/>
                  </a:lnTo>
                  <a:lnTo>
                    <a:pt x="2198327" y="2490531"/>
                  </a:lnTo>
                  <a:lnTo>
                    <a:pt x="2176880" y="2452431"/>
                  </a:lnTo>
                  <a:lnTo>
                    <a:pt x="2214029" y="2427031"/>
                  </a:lnTo>
                  <a:close/>
                </a:path>
                <a:path w="6694170" h="6997065">
                  <a:moveTo>
                    <a:pt x="136806" y="2401631"/>
                  </a:moveTo>
                  <a:lnTo>
                    <a:pt x="170005" y="2465131"/>
                  </a:lnTo>
                  <a:lnTo>
                    <a:pt x="112504" y="2490531"/>
                  </a:lnTo>
                  <a:lnTo>
                    <a:pt x="79305" y="2439731"/>
                  </a:lnTo>
                  <a:lnTo>
                    <a:pt x="136806" y="2401631"/>
                  </a:lnTo>
                  <a:close/>
                </a:path>
                <a:path w="6694170" h="6997065">
                  <a:moveTo>
                    <a:pt x="1342530" y="2401631"/>
                  </a:moveTo>
                  <a:lnTo>
                    <a:pt x="1369556" y="2452431"/>
                  </a:lnTo>
                  <a:lnTo>
                    <a:pt x="1322741" y="2477831"/>
                  </a:lnTo>
                  <a:lnTo>
                    <a:pt x="1295714" y="2439731"/>
                  </a:lnTo>
                  <a:lnTo>
                    <a:pt x="1342530" y="2401631"/>
                  </a:lnTo>
                  <a:close/>
                </a:path>
                <a:path w="6694170" h="6997065">
                  <a:moveTo>
                    <a:pt x="470810" y="2388931"/>
                  </a:moveTo>
                  <a:lnTo>
                    <a:pt x="502837" y="2439731"/>
                  </a:lnTo>
                  <a:lnTo>
                    <a:pt x="447367" y="2477831"/>
                  </a:lnTo>
                  <a:lnTo>
                    <a:pt x="415347" y="2414331"/>
                  </a:lnTo>
                  <a:lnTo>
                    <a:pt x="470810" y="2388931"/>
                  </a:lnTo>
                  <a:close/>
                </a:path>
                <a:path w="6694170" h="6997065">
                  <a:moveTo>
                    <a:pt x="1676214" y="2388931"/>
                  </a:moveTo>
                  <a:lnTo>
                    <a:pt x="1701186" y="2427031"/>
                  </a:lnTo>
                  <a:lnTo>
                    <a:pt x="1657929" y="2452431"/>
                  </a:lnTo>
                  <a:lnTo>
                    <a:pt x="1632958" y="2414331"/>
                  </a:lnTo>
                  <a:lnTo>
                    <a:pt x="1676214" y="2388931"/>
                  </a:lnTo>
                  <a:close/>
                </a:path>
                <a:path w="6694170" h="6997065">
                  <a:moveTo>
                    <a:pt x="804714" y="2363531"/>
                  </a:moveTo>
                  <a:lnTo>
                    <a:pt x="835265" y="2414331"/>
                  </a:lnTo>
                  <a:lnTo>
                    <a:pt x="782342" y="2452431"/>
                  </a:lnTo>
                  <a:lnTo>
                    <a:pt x="751791" y="2401631"/>
                  </a:lnTo>
                  <a:lnTo>
                    <a:pt x="804714" y="2363531"/>
                  </a:lnTo>
                  <a:close/>
                </a:path>
                <a:path w="6694170" h="6997065">
                  <a:moveTo>
                    <a:pt x="2009897" y="2376231"/>
                  </a:moveTo>
                  <a:lnTo>
                    <a:pt x="2032807" y="2414331"/>
                  </a:lnTo>
                  <a:lnTo>
                    <a:pt x="1993117" y="2439731"/>
                  </a:lnTo>
                  <a:lnTo>
                    <a:pt x="1970207" y="2401631"/>
                  </a:lnTo>
                  <a:lnTo>
                    <a:pt x="2009897" y="2376231"/>
                  </a:lnTo>
                  <a:close/>
                </a:path>
                <a:path w="6694170" h="6997065">
                  <a:moveTo>
                    <a:pt x="1138499" y="2350831"/>
                  </a:moveTo>
                  <a:lnTo>
                    <a:pt x="1167291" y="2401631"/>
                  </a:lnTo>
                  <a:lnTo>
                    <a:pt x="1117425" y="2427031"/>
                  </a:lnTo>
                  <a:lnTo>
                    <a:pt x="1088633" y="2376231"/>
                  </a:lnTo>
                  <a:lnTo>
                    <a:pt x="1138499" y="2350831"/>
                  </a:lnTo>
                  <a:close/>
                </a:path>
                <a:path w="6694170" h="6997065">
                  <a:moveTo>
                    <a:pt x="266567" y="2325431"/>
                  </a:moveTo>
                  <a:lnTo>
                    <a:pt x="299765" y="2388931"/>
                  </a:lnTo>
                  <a:lnTo>
                    <a:pt x="242264" y="2414331"/>
                  </a:lnTo>
                  <a:lnTo>
                    <a:pt x="209066" y="2363531"/>
                  </a:lnTo>
                  <a:lnTo>
                    <a:pt x="266567" y="2325431"/>
                  </a:lnTo>
                  <a:close/>
                </a:path>
                <a:path w="6694170" h="6997065">
                  <a:moveTo>
                    <a:pt x="1472184" y="2338131"/>
                  </a:moveTo>
                  <a:lnTo>
                    <a:pt x="1498920" y="2376231"/>
                  </a:lnTo>
                  <a:lnTo>
                    <a:pt x="1452614" y="2401631"/>
                  </a:lnTo>
                  <a:lnTo>
                    <a:pt x="1425877" y="2363531"/>
                  </a:lnTo>
                  <a:lnTo>
                    <a:pt x="1472184" y="2338131"/>
                  </a:lnTo>
                  <a:close/>
                </a:path>
                <a:path w="6694170" h="6997065">
                  <a:moveTo>
                    <a:pt x="600572" y="2312731"/>
                  </a:moveTo>
                  <a:lnTo>
                    <a:pt x="632598" y="2363531"/>
                  </a:lnTo>
                  <a:lnTo>
                    <a:pt x="577128" y="2401631"/>
                  </a:lnTo>
                  <a:lnTo>
                    <a:pt x="545108" y="2338131"/>
                  </a:lnTo>
                  <a:lnTo>
                    <a:pt x="600572" y="2312731"/>
                  </a:lnTo>
                  <a:close/>
                </a:path>
                <a:path w="6694170" h="6997065">
                  <a:moveTo>
                    <a:pt x="1805863" y="2312731"/>
                  </a:moveTo>
                  <a:lnTo>
                    <a:pt x="1830539" y="2363531"/>
                  </a:lnTo>
                  <a:lnTo>
                    <a:pt x="1787798" y="2388931"/>
                  </a:lnTo>
                  <a:lnTo>
                    <a:pt x="1763116" y="2338131"/>
                  </a:lnTo>
                  <a:lnTo>
                    <a:pt x="1805863" y="2312731"/>
                  </a:lnTo>
                  <a:close/>
                </a:path>
                <a:path w="6694170" h="6997065">
                  <a:moveTo>
                    <a:pt x="934468" y="2287331"/>
                  </a:moveTo>
                  <a:lnTo>
                    <a:pt x="965026" y="2350831"/>
                  </a:lnTo>
                  <a:lnTo>
                    <a:pt x="912097" y="2376231"/>
                  </a:lnTo>
                  <a:lnTo>
                    <a:pt x="881546" y="2325431"/>
                  </a:lnTo>
                  <a:lnTo>
                    <a:pt x="934468" y="2287331"/>
                  </a:lnTo>
                  <a:close/>
                </a:path>
                <a:path w="6694170" h="6997065">
                  <a:moveTo>
                    <a:pt x="2139546" y="2300031"/>
                  </a:moveTo>
                  <a:lnTo>
                    <a:pt x="2162173" y="2338131"/>
                  </a:lnTo>
                  <a:lnTo>
                    <a:pt x="2122986" y="2363531"/>
                  </a:lnTo>
                  <a:lnTo>
                    <a:pt x="2100359" y="2325431"/>
                  </a:lnTo>
                  <a:lnTo>
                    <a:pt x="2139546" y="2300031"/>
                  </a:lnTo>
                  <a:close/>
                </a:path>
                <a:path w="6694170" h="6997065">
                  <a:moveTo>
                    <a:pt x="62430" y="2274631"/>
                  </a:moveTo>
                  <a:lnTo>
                    <a:pt x="97098" y="2338131"/>
                  </a:lnTo>
                  <a:lnTo>
                    <a:pt x="37050" y="2363531"/>
                  </a:lnTo>
                  <a:lnTo>
                    <a:pt x="2382" y="2312731"/>
                  </a:lnTo>
                  <a:lnTo>
                    <a:pt x="62430" y="2274631"/>
                  </a:lnTo>
                  <a:close/>
                </a:path>
                <a:path w="6694170" h="6997065">
                  <a:moveTo>
                    <a:pt x="1268153" y="2274631"/>
                  </a:moveTo>
                  <a:lnTo>
                    <a:pt x="1296649" y="2325431"/>
                  </a:lnTo>
                  <a:lnTo>
                    <a:pt x="1247287" y="2350831"/>
                  </a:lnTo>
                  <a:lnTo>
                    <a:pt x="1218791" y="2300031"/>
                  </a:lnTo>
                  <a:lnTo>
                    <a:pt x="1268153" y="2274631"/>
                  </a:lnTo>
                  <a:close/>
                </a:path>
                <a:path w="6694170" h="6997065">
                  <a:moveTo>
                    <a:pt x="396428" y="2249231"/>
                  </a:moveTo>
                  <a:lnTo>
                    <a:pt x="429923" y="2312731"/>
                  </a:lnTo>
                  <a:lnTo>
                    <a:pt x="371913" y="2350831"/>
                  </a:lnTo>
                  <a:lnTo>
                    <a:pt x="338424" y="2287331"/>
                  </a:lnTo>
                  <a:lnTo>
                    <a:pt x="396428" y="2249231"/>
                  </a:lnTo>
                  <a:close/>
                </a:path>
                <a:path w="6694170" h="6997065">
                  <a:moveTo>
                    <a:pt x="1601832" y="2261931"/>
                  </a:moveTo>
                  <a:lnTo>
                    <a:pt x="1628273" y="2300031"/>
                  </a:lnTo>
                  <a:lnTo>
                    <a:pt x="1582475" y="2325431"/>
                  </a:lnTo>
                  <a:lnTo>
                    <a:pt x="1556035" y="2287331"/>
                  </a:lnTo>
                  <a:lnTo>
                    <a:pt x="1601832" y="2261931"/>
                  </a:lnTo>
                  <a:close/>
                </a:path>
                <a:path w="6694170" h="6997065">
                  <a:moveTo>
                    <a:pt x="730332" y="2236531"/>
                  </a:moveTo>
                  <a:lnTo>
                    <a:pt x="762352" y="2287331"/>
                  </a:lnTo>
                  <a:lnTo>
                    <a:pt x="706888" y="2325431"/>
                  </a:lnTo>
                  <a:lnTo>
                    <a:pt x="674868" y="2261931"/>
                  </a:lnTo>
                  <a:lnTo>
                    <a:pt x="730332" y="2236531"/>
                  </a:lnTo>
                  <a:close/>
                </a:path>
                <a:path w="6694170" h="6997065">
                  <a:moveTo>
                    <a:pt x="1935403" y="2236531"/>
                  </a:moveTo>
                  <a:lnTo>
                    <a:pt x="1959498" y="2287331"/>
                  </a:lnTo>
                  <a:lnTo>
                    <a:pt x="1917770" y="2312731"/>
                  </a:lnTo>
                  <a:lnTo>
                    <a:pt x="1893675" y="2261931"/>
                  </a:lnTo>
                  <a:lnTo>
                    <a:pt x="1935403" y="2236531"/>
                  </a:lnTo>
                  <a:close/>
                </a:path>
                <a:path w="6694170" h="6997065">
                  <a:moveTo>
                    <a:pt x="1064117" y="2223831"/>
                  </a:moveTo>
                  <a:lnTo>
                    <a:pt x="1094378" y="2274631"/>
                  </a:lnTo>
                  <a:lnTo>
                    <a:pt x="1041965" y="2300031"/>
                  </a:lnTo>
                  <a:lnTo>
                    <a:pt x="1011704" y="2249231"/>
                  </a:lnTo>
                  <a:lnTo>
                    <a:pt x="1064117" y="2223831"/>
                  </a:lnTo>
                  <a:close/>
                </a:path>
                <a:path w="6694170" h="6997065">
                  <a:moveTo>
                    <a:pt x="192298" y="2198431"/>
                  </a:moveTo>
                  <a:lnTo>
                    <a:pt x="227262" y="2261931"/>
                  </a:lnTo>
                  <a:lnTo>
                    <a:pt x="166698" y="2287331"/>
                  </a:lnTo>
                  <a:lnTo>
                    <a:pt x="131741" y="2236531"/>
                  </a:lnTo>
                  <a:lnTo>
                    <a:pt x="192298" y="2198431"/>
                  </a:lnTo>
                  <a:close/>
                </a:path>
                <a:path w="6694170" h="6997065">
                  <a:moveTo>
                    <a:pt x="1397802" y="2198431"/>
                  </a:moveTo>
                  <a:lnTo>
                    <a:pt x="1426008" y="2249231"/>
                  </a:lnTo>
                  <a:lnTo>
                    <a:pt x="1377160" y="2274631"/>
                  </a:lnTo>
                  <a:lnTo>
                    <a:pt x="1348955" y="2223831"/>
                  </a:lnTo>
                  <a:lnTo>
                    <a:pt x="1397802" y="2198431"/>
                  </a:lnTo>
                  <a:close/>
                </a:path>
                <a:path w="6694170" h="6997065">
                  <a:moveTo>
                    <a:pt x="526190" y="2173031"/>
                  </a:moveTo>
                  <a:lnTo>
                    <a:pt x="559685" y="2236531"/>
                  </a:lnTo>
                  <a:lnTo>
                    <a:pt x="501674" y="2274631"/>
                  </a:lnTo>
                  <a:lnTo>
                    <a:pt x="468179" y="2211131"/>
                  </a:lnTo>
                  <a:lnTo>
                    <a:pt x="526190" y="2173031"/>
                  </a:lnTo>
                  <a:close/>
                </a:path>
                <a:path w="6694170" h="6997065">
                  <a:moveTo>
                    <a:pt x="1731482" y="2185731"/>
                  </a:moveTo>
                  <a:lnTo>
                    <a:pt x="1757632" y="2223831"/>
                  </a:lnTo>
                  <a:lnTo>
                    <a:pt x="1712338" y="2249231"/>
                  </a:lnTo>
                  <a:lnTo>
                    <a:pt x="1686194" y="2211131"/>
                  </a:lnTo>
                  <a:lnTo>
                    <a:pt x="1731482" y="2185731"/>
                  </a:lnTo>
                  <a:close/>
                </a:path>
                <a:path w="6694170" h="6997065">
                  <a:moveTo>
                    <a:pt x="860093" y="2160331"/>
                  </a:moveTo>
                  <a:lnTo>
                    <a:pt x="892113" y="2211131"/>
                  </a:lnTo>
                  <a:lnTo>
                    <a:pt x="836643" y="2249231"/>
                  </a:lnTo>
                  <a:lnTo>
                    <a:pt x="804623" y="2198431"/>
                  </a:lnTo>
                  <a:lnTo>
                    <a:pt x="860093" y="2160331"/>
                  </a:lnTo>
                  <a:close/>
                </a:path>
                <a:path w="6694170" h="6997065">
                  <a:moveTo>
                    <a:pt x="2065058" y="2173031"/>
                  </a:moveTo>
                  <a:lnTo>
                    <a:pt x="2088851" y="2211131"/>
                  </a:lnTo>
                  <a:lnTo>
                    <a:pt x="2047638" y="2236531"/>
                  </a:lnTo>
                  <a:lnTo>
                    <a:pt x="2023840" y="2185731"/>
                  </a:lnTo>
                  <a:lnTo>
                    <a:pt x="2065058" y="2173031"/>
                  </a:lnTo>
                  <a:close/>
                </a:path>
                <a:path w="6694170" h="6997065">
                  <a:moveTo>
                    <a:pt x="1193772" y="2147631"/>
                  </a:moveTo>
                  <a:lnTo>
                    <a:pt x="1223742" y="2198431"/>
                  </a:lnTo>
                  <a:lnTo>
                    <a:pt x="1171833" y="2223831"/>
                  </a:lnTo>
                  <a:lnTo>
                    <a:pt x="1141868" y="2173031"/>
                  </a:lnTo>
                  <a:lnTo>
                    <a:pt x="1193772" y="2147631"/>
                  </a:lnTo>
                  <a:close/>
                </a:path>
                <a:path w="6694170" h="6997065">
                  <a:moveTo>
                    <a:pt x="322053" y="2122231"/>
                  </a:moveTo>
                  <a:lnTo>
                    <a:pt x="357017" y="2185731"/>
                  </a:lnTo>
                  <a:lnTo>
                    <a:pt x="296459" y="2223831"/>
                  </a:lnTo>
                  <a:lnTo>
                    <a:pt x="261501" y="2160331"/>
                  </a:lnTo>
                  <a:lnTo>
                    <a:pt x="322053" y="2122231"/>
                  </a:lnTo>
                  <a:close/>
                </a:path>
                <a:path w="6694170" h="6997065">
                  <a:moveTo>
                    <a:pt x="0" y="2160331"/>
                  </a:moveTo>
                  <a:lnTo>
                    <a:pt x="23788" y="2198431"/>
                  </a:lnTo>
                  <a:lnTo>
                    <a:pt x="0" y="2211131"/>
                  </a:lnTo>
                  <a:lnTo>
                    <a:pt x="0" y="2160331"/>
                  </a:lnTo>
                  <a:close/>
                </a:path>
                <a:path w="6694170" h="6997065">
                  <a:moveTo>
                    <a:pt x="1527450" y="2122231"/>
                  </a:moveTo>
                  <a:lnTo>
                    <a:pt x="1555360" y="2173031"/>
                  </a:lnTo>
                  <a:lnTo>
                    <a:pt x="1507022" y="2198431"/>
                  </a:lnTo>
                  <a:lnTo>
                    <a:pt x="1479112" y="2160331"/>
                  </a:lnTo>
                  <a:lnTo>
                    <a:pt x="1527450" y="2122231"/>
                  </a:lnTo>
                  <a:close/>
                </a:path>
                <a:path w="6694170" h="6997065">
                  <a:moveTo>
                    <a:pt x="655950" y="2109531"/>
                  </a:moveTo>
                  <a:lnTo>
                    <a:pt x="689445" y="2160331"/>
                  </a:lnTo>
                  <a:lnTo>
                    <a:pt x="631434" y="2198431"/>
                  </a:lnTo>
                  <a:lnTo>
                    <a:pt x="597939" y="2134931"/>
                  </a:lnTo>
                  <a:lnTo>
                    <a:pt x="655950" y="2109531"/>
                  </a:lnTo>
                  <a:close/>
                </a:path>
                <a:path w="6694170" h="6997065">
                  <a:moveTo>
                    <a:pt x="1861027" y="2109531"/>
                  </a:moveTo>
                  <a:lnTo>
                    <a:pt x="1886585" y="2147631"/>
                  </a:lnTo>
                  <a:lnTo>
                    <a:pt x="1842316" y="2185731"/>
                  </a:lnTo>
                  <a:lnTo>
                    <a:pt x="1816758" y="2134931"/>
                  </a:lnTo>
                  <a:lnTo>
                    <a:pt x="1861027" y="2109531"/>
                  </a:lnTo>
                  <a:close/>
                </a:path>
                <a:path w="6694170" h="6997065">
                  <a:moveTo>
                    <a:pt x="989741" y="2084131"/>
                  </a:moveTo>
                  <a:lnTo>
                    <a:pt x="1021471" y="2147631"/>
                  </a:lnTo>
                  <a:lnTo>
                    <a:pt x="966517" y="2173031"/>
                  </a:lnTo>
                  <a:lnTo>
                    <a:pt x="934787" y="2122231"/>
                  </a:lnTo>
                  <a:lnTo>
                    <a:pt x="989741" y="2084131"/>
                  </a:lnTo>
                  <a:close/>
                </a:path>
                <a:path w="6694170" h="6997065">
                  <a:moveTo>
                    <a:pt x="118022" y="2058731"/>
                  </a:moveTo>
                  <a:lnTo>
                    <a:pt x="154745" y="2134931"/>
                  </a:lnTo>
                  <a:lnTo>
                    <a:pt x="91144" y="2160331"/>
                  </a:lnTo>
                  <a:lnTo>
                    <a:pt x="54415" y="2096831"/>
                  </a:lnTo>
                  <a:lnTo>
                    <a:pt x="118022" y="2058731"/>
                  </a:lnTo>
                  <a:close/>
                </a:path>
                <a:path w="6694170" h="6997065">
                  <a:moveTo>
                    <a:pt x="1323426" y="2071431"/>
                  </a:moveTo>
                  <a:lnTo>
                    <a:pt x="1353094" y="2122231"/>
                  </a:lnTo>
                  <a:lnTo>
                    <a:pt x="1301700" y="2147631"/>
                  </a:lnTo>
                  <a:lnTo>
                    <a:pt x="1272032" y="2096831"/>
                  </a:lnTo>
                  <a:lnTo>
                    <a:pt x="1323426" y="2071431"/>
                  </a:lnTo>
                  <a:close/>
                </a:path>
                <a:path w="6694170" h="6997065">
                  <a:moveTo>
                    <a:pt x="451921" y="2046031"/>
                  </a:moveTo>
                  <a:lnTo>
                    <a:pt x="487175" y="2109531"/>
                  </a:lnTo>
                  <a:lnTo>
                    <a:pt x="426108" y="2147631"/>
                  </a:lnTo>
                  <a:lnTo>
                    <a:pt x="390854" y="2084131"/>
                  </a:lnTo>
                  <a:lnTo>
                    <a:pt x="451921" y="2046031"/>
                  </a:lnTo>
                  <a:close/>
                </a:path>
                <a:path w="6694170" h="6997065">
                  <a:moveTo>
                    <a:pt x="1657105" y="2046031"/>
                  </a:moveTo>
                  <a:lnTo>
                    <a:pt x="1684719" y="2096831"/>
                  </a:lnTo>
                  <a:lnTo>
                    <a:pt x="1636890" y="2122231"/>
                  </a:lnTo>
                  <a:lnTo>
                    <a:pt x="1609271" y="2084131"/>
                  </a:lnTo>
                  <a:lnTo>
                    <a:pt x="1657105" y="2046031"/>
                  </a:lnTo>
                  <a:close/>
                </a:path>
                <a:path w="6694170" h="6997065">
                  <a:moveTo>
                    <a:pt x="785711" y="2033331"/>
                  </a:moveTo>
                  <a:lnTo>
                    <a:pt x="819200" y="2084131"/>
                  </a:lnTo>
                  <a:lnTo>
                    <a:pt x="761189" y="2122231"/>
                  </a:lnTo>
                  <a:lnTo>
                    <a:pt x="727695" y="2058731"/>
                  </a:lnTo>
                  <a:lnTo>
                    <a:pt x="785711" y="2033331"/>
                  </a:lnTo>
                  <a:close/>
                </a:path>
                <a:path w="6694170" h="6997065">
                  <a:moveTo>
                    <a:pt x="1990676" y="2033331"/>
                  </a:moveTo>
                  <a:lnTo>
                    <a:pt x="2015944" y="2084131"/>
                  </a:lnTo>
                  <a:lnTo>
                    <a:pt x="1972185" y="2109531"/>
                  </a:lnTo>
                  <a:lnTo>
                    <a:pt x="1946917" y="2058731"/>
                  </a:lnTo>
                  <a:lnTo>
                    <a:pt x="1990676" y="2033331"/>
                  </a:lnTo>
                  <a:close/>
                </a:path>
                <a:path w="6694170" h="6997065">
                  <a:moveTo>
                    <a:pt x="1119390" y="2007931"/>
                  </a:moveTo>
                  <a:lnTo>
                    <a:pt x="1150829" y="2071431"/>
                  </a:lnTo>
                  <a:lnTo>
                    <a:pt x="1096379" y="2096831"/>
                  </a:lnTo>
                  <a:lnTo>
                    <a:pt x="1064939" y="2046031"/>
                  </a:lnTo>
                  <a:lnTo>
                    <a:pt x="1119390" y="2007931"/>
                  </a:lnTo>
                  <a:close/>
                </a:path>
                <a:path w="6694170" h="6997065">
                  <a:moveTo>
                    <a:pt x="247784" y="1995231"/>
                  </a:moveTo>
                  <a:lnTo>
                    <a:pt x="284506" y="2058731"/>
                  </a:lnTo>
                  <a:lnTo>
                    <a:pt x="220905" y="2084131"/>
                  </a:lnTo>
                  <a:lnTo>
                    <a:pt x="184176" y="2020631"/>
                  </a:lnTo>
                  <a:lnTo>
                    <a:pt x="247784" y="1995231"/>
                  </a:lnTo>
                  <a:close/>
                </a:path>
                <a:path w="6694170" h="6997065">
                  <a:moveTo>
                    <a:pt x="1453074" y="1995231"/>
                  </a:moveTo>
                  <a:lnTo>
                    <a:pt x="1482453" y="2046031"/>
                  </a:lnTo>
                  <a:lnTo>
                    <a:pt x="1431567" y="2071431"/>
                  </a:lnTo>
                  <a:lnTo>
                    <a:pt x="1402189" y="2020631"/>
                  </a:lnTo>
                  <a:lnTo>
                    <a:pt x="1453074" y="1995231"/>
                  </a:lnTo>
                  <a:close/>
                </a:path>
                <a:path w="6694170" h="6997065">
                  <a:moveTo>
                    <a:pt x="581675" y="1969831"/>
                  </a:moveTo>
                  <a:lnTo>
                    <a:pt x="616928" y="2033331"/>
                  </a:lnTo>
                  <a:lnTo>
                    <a:pt x="555868" y="2071431"/>
                  </a:lnTo>
                  <a:lnTo>
                    <a:pt x="520614" y="2007931"/>
                  </a:lnTo>
                  <a:lnTo>
                    <a:pt x="581675" y="1969831"/>
                  </a:lnTo>
                  <a:close/>
                </a:path>
                <a:path w="6694170" h="6997065">
                  <a:moveTo>
                    <a:pt x="1786758" y="1982531"/>
                  </a:moveTo>
                  <a:lnTo>
                    <a:pt x="1814081" y="2020631"/>
                  </a:lnTo>
                  <a:lnTo>
                    <a:pt x="1766755" y="2046031"/>
                  </a:lnTo>
                  <a:lnTo>
                    <a:pt x="1739432" y="2007931"/>
                  </a:lnTo>
                  <a:lnTo>
                    <a:pt x="1786758" y="1982531"/>
                  </a:lnTo>
                  <a:close/>
                </a:path>
                <a:path w="6694170" h="6997065">
                  <a:moveTo>
                    <a:pt x="915365" y="1957131"/>
                  </a:moveTo>
                  <a:lnTo>
                    <a:pt x="948564" y="2007931"/>
                  </a:lnTo>
                  <a:lnTo>
                    <a:pt x="891057" y="2046031"/>
                  </a:lnTo>
                  <a:lnTo>
                    <a:pt x="857859" y="1982531"/>
                  </a:lnTo>
                  <a:lnTo>
                    <a:pt x="915365" y="1957131"/>
                  </a:lnTo>
                  <a:close/>
                </a:path>
                <a:path w="6694170" h="6997065">
                  <a:moveTo>
                    <a:pt x="43753" y="1931731"/>
                  </a:moveTo>
                  <a:lnTo>
                    <a:pt x="82242" y="1995231"/>
                  </a:lnTo>
                  <a:lnTo>
                    <a:pt x="15578" y="2033331"/>
                  </a:lnTo>
                  <a:lnTo>
                    <a:pt x="0" y="2007931"/>
                  </a:lnTo>
                  <a:lnTo>
                    <a:pt x="0" y="1957131"/>
                  </a:lnTo>
                  <a:lnTo>
                    <a:pt x="43753" y="1931731"/>
                  </a:lnTo>
                  <a:close/>
                </a:path>
                <a:path w="6694170" h="6997065">
                  <a:moveTo>
                    <a:pt x="1249044" y="1931731"/>
                  </a:moveTo>
                  <a:lnTo>
                    <a:pt x="1280182" y="1995231"/>
                  </a:lnTo>
                  <a:lnTo>
                    <a:pt x="1226247" y="2020631"/>
                  </a:lnTo>
                  <a:lnTo>
                    <a:pt x="1195109" y="1969831"/>
                  </a:lnTo>
                  <a:lnTo>
                    <a:pt x="1249044" y="1931731"/>
                  </a:lnTo>
                  <a:close/>
                </a:path>
                <a:path w="6694170" h="6997065">
                  <a:moveTo>
                    <a:pt x="377652" y="1919031"/>
                  </a:moveTo>
                  <a:lnTo>
                    <a:pt x="414665" y="1982531"/>
                  </a:lnTo>
                  <a:lnTo>
                    <a:pt x="350554" y="2020631"/>
                  </a:lnTo>
                  <a:lnTo>
                    <a:pt x="313535" y="1957131"/>
                  </a:lnTo>
                  <a:lnTo>
                    <a:pt x="377652" y="1919031"/>
                  </a:lnTo>
                  <a:close/>
                </a:path>
                <a:path w="6694170" h="6997065">
                  <a:moveTo>
                    <a:pt x="1582724" y="1919031"/>
                  </a:moveTo>
                  <a:lnTo>
                    <a:pt x="1611812" y="1969831"/>
                  </a:lnTo>
                  <a:lnTo>
                    <a:pt x="1561430" y="1995231"/>
                  </a:lnTo>
                  <a:lnTo>
                    <a:pt x="1532348" y="1944431"/>
                  </a:lnTo>
                  <a:lnTo>
                    <a:pt x="1582724" y="1919031"/>
                  </a:lnTo>
                  <a:close/>
                </a:path>
                <a:path w="6694170" h="6997065">
                  <a:moveTo>
                    <a:pt x="711335" y="1893631"/>
                  </a:moveTo>
                  <a:lnTo>
                    <a:pt x="746293" y="1957131"/>
                  </a:lnTo>
                  <a:lnTo>
                    <a:pt x="685735" y="1995231"/>
                  </a:lnTo>
                  <a:lnTo>
                    <a:pt x="650771" y="1931731"/>
                  </a:lnTo>
                  <a:lnTo>
                    <a:pt x="711335" y="1893631"/>
                  </a:lnTo>
                  <a:close/>
                </a:path>
                <a:path w="6694170" h="6997065">
                  <a:moveTo>
                    <a:pt x="1916300" y="1906331"/>
                  </a:moveTo>
                  <a:lnTo>
                    <a:pt x="1943037" y="1944431"/>
                  </a:lnTo>
                  <a:lnTo>
                    <a:pt x="1896731" y="1982531"/>
                  </a:lnTo>
                  <a:lnTo>
                    <a:pt x="1869994" y="1931731"/>
                  </a:lnTo>
                  <a:lnTo>
                    <a:pt x="1916300" y="1906331"/>
                  </a:lnTo>
                  <a:close/>
                </a:path>
                <a:path w="6694170" h="6997065">
                  <a:moveTo>
                    <a:pt x="1045014" y="1880931"/>
                  </a:moveTo>
                  <a:lnTo>
                    <a:pt x="1077916" y="1931731"/>
                  </a:lnTo>
                  <a:lnTo>
                    <a:pt x="1020925" y="1969831"/>
                  </a:lnTo>
                  <a:lnTo>
                    <a:pt x="988017" y="1919031"/>
                  </a:lnTo>
                  <a:lnTo>
                    <a:pt x="1045014" y="1880931"/>
                  </a:lnTo>
                  <a:close/>
                </a:path>
                <a:path w="6694170" h="6997065">
                  <a:moveTo>
                    <a:pt x="173514" y="1855531"/>
                  </a:moveTo>
                  <a:lnTo>
                    <a:pt x="211996" y="1919031"/>
                  </a:lnTo>
                  <a:lnTo>
                    <a:pt x="145338" y="1957131"/>
                  </a:lnTo>
                  <a:lnTo>
                    <a:pt x="106850" y="1893631"/>
                  </a:lnTo>
                  <a:lnTo>
                    <a:pt x="173514" y="1855531"/>
                  </a:lnTo>
                  <a:close/>
                </a:path>
                <a:path w="6694170" h="6997065">
                  <a:moveTo>
                    <a:pt x="1378693" y="1868231"/>
                  </a:moveTo>
                  <a:lnTo>
                    <a:pt x="1409540" y="1919031"/>
                  </a:lnTo>
                  <a:lnTo>
                    <a:pt x="1356114" y="1944431"/>
                  </a:lnTo>
                  <a:lnTo>
                    <a:pt x="1325261" y="1893631"/>
                  </a:lnTo>
                  <a:lnTo>
                    <a:pt x="1378693" y="1868231"/>
                  </a:lnTo>
                  <a:close/>
                </a:path>
                <a:path w="6694170" h="6997065">
                  <a:moveTo>
                    <a:pt x="507406" y="1842831"/>
                  </a:moveTo>
                  <a:lnTo>
                    <a:pt x="544425" y="1906331"/>
                  </a:lnTo>
                  <a:lnTo>
                    <a:pt x="480308" y="1944431"/>
                  </a:lnTo>
                  <a:lnTo>
                    <a:pt x="443288" y="1880931"/>
                  </a:lnTo>
                  <a:lnTo>
                    <a:pt x="507406" y="1842831"/>
                  </a:lnTo>
                  <a:close/>
                </a:path>
                <a:path w="6694170" h="6997065">
                  <a:moveTo>
                    <a:pt x="1712376" y="1842831"/>
                  </a:moveTo>
                  <a:lnTo>
                    <a:pt x="1741168" y="1893631"/>
                  </a:lnTo>
                  <a:lnTo>
                    <a:pt x="1691302" y="1919031"/>
                  </a:lnTo>
                  <a:lnTo>
                    <a:pt x="1662509" y="1868231"/>
                  </a:lnTo>
                  <a:lnTo>
                    <a:pt x="1712376" y="1842831"/>
                  </a:lnTo>
                  <a:close/>
                </a:path>
                <a:path w="6694170" h="6997065">
                  <a:moveTo>
                    <a:pt x="841089" y="1817431"/>
                  </a:moveTo>
                  <a:lnTo>
                    <a:pt x="876048" y="1880931"/>
                  </a:lnTo>
                  <a:lnTo>
                    <a:pt x="815496" y="1919031"/>
                  </a:lnTo>
                  <a:lnTo>
                    <a:pt x="780532" y="1855531"/>
                  </a:lnTo>
                  <a:lnTo>
                    <a:pt x="841089" y="1817431"/>
                  </a:lnTo>
                  <a:close/>
                </a:path>
                <a:path w="6694170" h="6997065">
                  <a:moveTo>
                    <a:pt x="1174662" y="1804731"/>
                  </a:moveTo>
                  <a:lnTo>
                    <a:pt x="1207274" y="1868231"/>
                  </a:lnTo>
                  <a:lnTo>
                    <a:pt x="1150792" y="1893631"/>
                  </a:lnTo>
                  <a:lnTo>
                    <a:pt x="1118180" y="1842831"/>
                  </a:lnTo>
                  <a:lnTo>
                    <a:pt x="1174662" y="1804731"/>
                  </a:lnTo>
                  <a:close/>
                </a:path>
                <a:path w="6694170" h="6997065">
                  <a:moveTo>
                    <a:pt x="303377" y="1779331"/>
                  </a:moveTo>
                  <a:lnTo>
                    <a:pt x="342161" y="1855531"/>
                  </a:lnTo>
                  <a:lnTo>
                    <a:pt x="274987" y="1893631"/>
                  </a:lnTo>
                  <a:lnTo>
                    <a:pt x="236209" y="1817431"/>
                  </a:lnTo>
                  <a:lnTo>
                    <a:pt x="303377" y="1779331"/>
                  </a:lnTo>
                  <a:close/>
                </a:path>
                <a:path w="6694170" h="6997065">
                  <a:moveTo>
                    <a:pt x="1508342" y="1792031"/>
                  </a:moveTo>
                  <a:lnTo>
                    <a:pt x="1538899" y="1842831"/>
                  </a:lnTo>
                  <a:lnTo>
                    <a:pt x="1485976" y="1868231"/>
                  </a:lnTo>
                  <a:lnTo>
                    <a:pt x="1455425" y="1817431"/>
                  </a:lnTo>
                  <a:lnTo>
                    <a:pt x="1508342" y="1792031"/>
                  </a:lnTo>
                  <a:close/>
                </a:path>
                <a:path w="6694170" h="6997065">
                  <a:moveTo>
                    <a:pt x="637054" y="1766631"/>
                  </a:moveTo>
                  <a:lnTo>
                    <a:pt x="673783" y="1830131"/>
                  </a:lnTo>
                  <a:lnTo>
                    <a:pt x="610175" y="1868231"/>
                  </a:lnTo>
                  <a:lnTo>
                    <a:pt x="573452" y="1804731"/>
                  </a:lnTo>
                  <a:lnTo>
                    <a:pt x="637054" y="1766631"/>
                  </a:lnTo>
                  <a:close/>
                </a:path>
                <a:path w="6694170" h="6997065">
                  <a:moveTo>
                    <a:pt x="0" y="1855531"/>
                  </a:moveTo>
                  <a:lnTo>
                    <a:pt x="4910" y="1868231"/>
                  </a:lnTo>
                  <a:lnTo>
                    <a:pt x="0" y="1868231"/>
                  </a:lnTo>
                  <a:lnTo>
                    <a:pt x="0" y="1855531"/>
                  </a:lnTo>
                  <a:close/>
                </a:path>
                <a:path w="6694170" h="6997065">
                  <a:moveTo>
                    <a:pt x="1841919" y="1766631"/>
                  </a:moveTo>
                  <a:lnTo>
                    <a:pt x="1870124" y="1817431"/>
                  </a:lnTo>
                  <a:lnTo>
                    <a:pt x="1821277" y="1842831"/>
                  </a:lnTo>
                  <a:lnTo>
                    <a:pt x="1793071" y="1804731"/>
                  </a:lnTo>
                  <a:lnTo>
                    <a:pt x="1841919" y="1766631"/>
                  </a:lnTo>
                  <a:close/>
                </a:path>
                <a:path w="6694170" h="6997065">
                  <a:moveTo>
                    <a:pt x="970745" y="1753931"/>
                  </a:moveTo>
                  <a:lnTo>
                    <a:pt x="1005413" y="1804731"/>
                  </a:lnTo>
                  <a:lnTo>
                    <a:pt x="945365" y="1842831"/>
                  </a:lnTo>
                  <a:lnTo>
                    <a:pt x="910697" y="1779331"/>
                  </a:lnTo>
                  <a:lnTo>
                    <a:pt x="970745" y="1753931"/>
                  </a:lnTo>
                  <a:close/>
                </a:path>
                <a:path w="6694170" h="6997065">
                  <a:moveTo>
                    <a:pt x="99133" y="1728531"/>
                  </a:moveTo>
                  <a:lnTo>
                    <a:pt x="139090" y="1792031"/>
                  </a:lnTo>
                  <a:lnTo>
                    <a:pt x="69885" y="1830131"/>
                  </a:lnTo>
                  <a:lnTo>
                    <a:pt x="29928" y="1766631"/>
                  </a:lnTo>
                  <a:lnTo>
                    <a:pt x="99133" y="1728531"/>
                  </a:lnTo>
                  <a:close/>
                </a:path>
                <a:path w="6694170" h="6997065">
                  <a:moveTo>
                    <a:pt x="1304317" y="1728531"/>
                  </a:moveTo>
                  <a:lnTo>
                    <a:pt x="1336633" y="1792031"/>
                  </a:lnTo>
                  <a:lnTo>
                    <a:pt x="1280660" y="1817431"/>
                  </a:lnTo>
                  <a:lnTo>
                    <a:pt x="1248344" y="1766631"/>
                  </a:lnTo>
                  <a:lnTo>
                    <a:pt x="1304317" y="1728531"/>
                  </a:lnTo>
                  <a:close/>
                </a:path>
                <a:path w="6694170" h="6997065">
                  <a:moveTo>
                    <a:pt x="433137" y="1703131"/>
                  </a:moveTo>
                  <a:lnTo>
                    <a:pt x="471921" y="1779331"/>
                  </a:lnTo>
                  <a:lnTo>
                    <a:pt x="404747" y="1817431"/>
                  </a:lnTo>
                  <a:lnTo>
                    <a:pt x="365963" y="1741231"/>
                  </a:lnTo>
                  <a:lnTo>
                    <a:pt x="433137" y="1703131"/>
                  </a:lnTo>
                  <a:close/>
                </a:path>
                <a:path w="6694170" h="6997065">
                  <a:moveTo>
                    <a:pt x="1637888" y="1715831"/>
                  </a:moveTo>
                  <a:lnTo>
                    <a:pt x="1667858" y="1766631"/>
                  </a:lnTo>
                  <a:lnTo>
                    <a:pt x="1615949" y="1792031"/>
                  </a:lnTo>
                  <a:lnTo>
                    <a:pt x="1585984" y="1741231"/>
                  </a:lnTo>
                  <a:lnTo>
                    <a:pt x="1637888" y="1715831"/>
                  </a:lnTo>
                  <a:close/>
                </a:path>
                <a:path w="6694170" h="6997065">
                  <a:moveTo>
                    <a:pt x="766815" y="1690431"/>
                  </a:moveTo>
                  <a:lnTo>
                    <a:pt x="803543" y="1753931"/>
                  </a:lnTo>
                  <a:lnTo>
                    <a:pt x="739936" y="1792031"/>
                  </a:lnTo>
                  <a:lnTo>
                    <a:pt x="703213" y="1728531"/>
                  </a:lnTo>
                  <a:lnTo>
                    <a:pt x="766815" y="1690431"/>
                  </a:lnTo>
                  <a:close/>
                </a:path>
                <a:path w="6694170" h="6997065">
                  <a:moveTo>
                    <a:pt x="1100280" y="1677731"/>
                  </a:moveTo>
                  <a:lnTo>
                    <a:pt x="1134362" y="1728531"/>
                  </a:lnTo>
                  <a:lnTo>
                    <a:pt x="1075338" y="1766631"/>
                  </a:lnTo>
                  <a:lnTo>
                    <a:pt x="1041257" y="1703131"/>
                  </a:lnTo>
                  <a:lnTo>
                    <a:pt x="1100280" y="1677731"/>
                  </a:lnTo>
                  <a:close/>
                </a:path>
                <a:path w="6694170" h="6997065">
                  <a:moveTo>
                    <a:pt x="228888" y="1652331"/>
                  </a:moveTo>
                  <a:lnTo>
                    <a:pt x="268845" y="1715831"/>
                  </a:lnTo>
                  <a:lnTo>
                    <a:pt x="199646" y="1766631"/>
                  </a:lnTo>
                  <a:lnTo>
                    <a:pt x="159689" y="1690431"/>
                  </a:lnTo>
                  <a:lnTo>
                    <a:pt x="228888" y="1652331"/>
                  </a:lnTo>
                  <a:close/>
                </a:path>
                <a:path w="6694170" h="6997065">
                  <a:moveTo>
                    <a:pt x="1433966" y="1652331"/>
                  </a:moveTo>
                  <a:lnTo>
                    <a:pt x="1465985" y="1715831"/>
                  </a:lnTo>
                  <a:lnTo>
                    <a:pt x="1410522" y="1741231"/>
                  </a:lnTo>
                  <a:lnTo>
                    <a:pt x="1378496" y="1690431"/>
                  </a:lnTo>
                  <a:lnTo>
                    <a:pt x="1433966" y="1652331"/>
                  </a:lnTo>
                  <a:close/>
                </a:path>
                <a:path w="6694170" h="6997065">
                  <a:moveTo>
                    <a:pt x="562791" y="1626931"/>
                  </a:moveTo>
                  <a:lnTo>
                    <a:pt x="601273" y="1703131"/>
                  </a:lnTo>
                  <a:lnTo>
                    <a:pt x="534609" y="1741231"/>
                  </a:lnTo>
                  <a:lnTo>
                    <a:pt x="496127" y="1677731"/>
                  </a:lnTo>
                  <a:lnTo>
                    <a:pt x="562791" y="1626931"/>
                  </a:lnTo>
                  <a:close/>
                </a:path>
                <a:path w="6694170" h="6997065">
                  <a:moveTo>
                    <a:pt x="1767542" y="1639631"/>
                  </a:moveTo>
                  <a:lnTo>
                    <a:pt x="1797211" y="1690431"/>
                  </a:lnTo>
                  <a:lnTo>
                    <a:pt x="1745817" y="1715831"/>
                  </a:lnTo>
                  <a:lnTo>
                    <a:pt x="1716148" y="1665031"/>
                  </a:lnTo>
                  <a:lnTo>
                    <a:pt x="1767542" y="1639631"/>
                  </a:lnTo>
                  <a:close/>
                </a:path>
                <a:path w="6694170" h="6997065">
                  <a:moveTo>
                    <a:pt x="896469" y="1614231"/>
                  </a:moveTo>
                  <a:lnTo>
                    <a:pt x="932896" y="1677731"/>
                  </a:lnTo>
                  <a:lnTo>
                    <a:pt x="869798" y="1715831"/>
                  </a:lnTo>
                  <a:lnTo>
                    <a:pt x="833371" y="1652331"/>
                  </a:lnTo>
                  <a:lnTo>
                    <a:pt x="896469" y="1614231"/>
                  </a:lnTo>
                  <a:close/>
                </a:path>
                <a:path w="6694170" h="6997065">
                  <a:moveTo>
                    <a:pt x="24751" y="1588831"/>
                  </a:moveTo>
                  <a:lnTo>
                    <a:pt x="66177" y="1665031"/>
                  </a:lnTo>
                  <a:lnTo>
                    <a:pt x="0" y="1703131"/>
                  </a:lnTo>
                  <a:lnTo>
                    <a:pt x="0" y="1614231"/>
                  </a:lnTo>
                  <a:lnTo>
                    <a:pt x="24751" y="1588831"/>
                  </a:lnTo>
                  <a:close/>
                </a:path>
                <a:path w="6694170" h="6997065">
                  <a:moveTo>
                    <a:pt x="1229935" y="1601531"/>
                  </a:moveTo>
                  <a:lnTo>
                    <a:pt x="1263720" y="1652331"/>
                  </a:lnTo>
                  <a:lnTo>
                    <a:pt x="1205200" y="1690431"/>
                  </a:lnTo>
                  <a:lnTo>
                    <a:pt x="1171415" y="1626931"/>
                  </a:lnTo>
                  <a:lnTo>
                    <a:pt x="1229935" y="1601531"/>
                  </a:lnTo>
                  <a:close/>
                </a:path>
                <a:path w="6694170" h="6997065">
                  <a:moveTo>
                    <a:pt x="358648" y="1576131"/>
                  </a:moveTo>
                  <a:lnTo>
                    <a:pt x="398605" y="1639631"/>
                  </a:lnTo>
                  <a:lnTo>
                    <a:pt x="329400" y="1690431"/>
                  </a:lnTo>
                  <a:lnTo>
                    <a:pt x="289443" y="1614231"/>
                  </a:lnTo>
                  <a:lnTo>
                    <a:pt x="358648" y="1576131"/>
                  </a:lnTo>
                  <a:close/>
                </a:path>
                <a:path w="6694170" h="6997065">
                  <a:moveTo>
                    <a:pt x="1563512" y="1588831"/>
                  </a:moveTo>
                  <a:lnTo>
                    <a:pt x="1594945" y="1639631"/>
                  </a:lnTo>
                  <a:lnTo>
                    <a:pt x="1540495" y="1665031"/>
                  </a:lnTo>
                  <a:lnTo>
                    <a:pt x="1509061" y="1614231"/>
                  </a:lnTo>
                  <a:lnTo>
                    <a:pt x="1563512" y="1588831"/>
                  </a:lnTo>
                  <a:close/>
                </a:path>
                <a:path w="6694170" h="6997065">
                  <a:moveTo>
                    <a:pt x="692546" y="1563431"/>
                  </a:moveTo>
                  <a:lnTo>
                    <a:pt x="731034" y="1626931"/>
                  </a:lnTo>
                  <a:lnTo>
                    <a:pt x="664370" y="1665031"/>
                  </a:lnTo>
                  <a:lnTo>
                    <a:pt x="625888" y="1601531"/>
                  </a:lnTo>
                  <a:lnTo>
                    <a:pt x="692546" y="1563431"/>
                  </a:lnTo>
                  <a:close/>
                </a:path>
                <a:path w="6694170" h="6997065">
                  <a:moveTo>
                    <a:pt x="1026011" y="1538031"/>
                  </a:moveTo>
                  <a:lnTo>
                    <a:pt x="1061858" y="1601531"/>
                  </a:lnTo>
                  <a:lnTo>
                    <a:pt x="999772" y="1639631"/>
                  </a:lnTo>
                  <a:lnTo>
                    <a:pt x="963932" y="1576131"/>
                  </a:lnTo>
                  <a:lnTo>
                    <a:pt x="1026011" y="1538031"/>
                  </a:lnTo>
                  <a:close/>
                </a:path>
                <a:path w="6694170" h="6997065">
                  <a:moveTo>
                    <a:pt x="154619" y="1525331"/>
                  </a:moveTo>
                  <a:lnTo>
                    <a:pt x="196335" y="1588831"/>
                  </a:lnTo>
                  <a:lnTo>
                    <a:pt x="124080" y="1626931"/>
                  </a:lnTo>
                  <a:lnTo>
                    <a:pt x="82364" y="1563431"/>
                  </a:lnTo>
                  <a:lnTo>
                    <a:pt x="154619" y="1525331"/>
                  </a:lnTo>
                  <a:close/>
                </a:path>
                <a:path w="6694170" h="6997065">
                  <a:moveTo>
                    <a:pt x="1359583" y="1525331"/>
                  </a:moveTo>
                  <a:lnTo>
                    <a:pt x="1393079" y="1588831"/>
                  </a:lnTo>
                  <a:lnTo>
                    <a:pt x="1335068" y="1614231"/>
                  </a:lnTo>
                  <a:lnTo>
                    <a:pt x="1301579" y="1563431"/>
                  </a:lnTo>
                  <a:lnTo>
                    <a:pt x="1359583" y="1525331"/>
                  </a:lnTo>
                  <a:close/>
                </a:path>
                <a:path w="6694170" h="6997065">
                  <a:moveTo>
                    <a:pt x="488409" y="1499931"/>
                  </a:moveTo>
                  <a:lnTo>
                    <a:pt x="528366" y="1576131"/>
                  </a:lnTo>
                  <a:lnTo>
                    <a:pt x="459155" y="1614231"/>
                  </a:lnTo>
                  <a:lnTo>
                    <a:pt x="419198" y="1538031"/>
                  </a:lnTo>
                  <a:lnTo>
                    <a:pt x="488409" y="1499931"/>
                  </a:lnTo>
                  <a:close/>
                </a:path>
                <a:path w="6694170" h="6997065">
                  <a:moveTo>
                    <a:pt x="1693054" y="1512631"/>
                  </a:moveTo>
                  <a:lnTo>
                    <a:pt x="1723902" y="1563431"/>
                  </a:lnTo>
                  <a:lnTo>
                    <a:pt x="1670470" y="1588831"/>
                  </a:lnTo>
                  <a:lnTo>
                    <a:pt x="1639622" y="1538031"/>
                  </a:lnTo>
                  <a:lnTo>
                    <a:pt x="1693054" y="1512631"/>
                  </a:lnTo>
                  <a:close/>
                </a:path>
                <a:path w="6694170" h="6997065">
                  <a:moveTo>
                    <a:pt x="822194" y="1487231"/>
                  </a:moveTo>
                  <a:lnTo>
                    <a:pt x="860392" y="1550731"/>
                  </a:lnTo>
                  <a:lnTo>
                    <a:pt x="794237" y="1588831"/>
                  </a:lnTo>
                  <a:lnTo>
                    <a:pt x="756039" y="1525331"/>
                  </a:lnTo>
                  <a:lnTo>
                    <a:pt x="822194" y="1487231"/>
                  </a:lnTo>
                  <a:close/>
                </a:path>
                <a:path w="6694170" h="6997065">
                  <a:moveTo>
                    <a:pt x="1155666" y="1461831"/>
                  </a:moveTo>
                  <a:lnTo>
                    <a:pt x="1191216" y="1525331"/>
                  </a:lnTo>
                  <a:lnTo>
                    <a:pt x="1129640" y="1563431"/>
                  </a:lnTo>
                  <a:lnTo>
                    <a:pt x="1094090" y="1499931"/>
                  </a:lnTo>
                  <a:lnTo>
                    <a:pt x="1155666" y="1461831"/>
                  </a:lnTo>
                  <a:close/>
                </a:path>
                <a:path w="6694170" h="6997065">
                  <a:moveTo>
                    <a:pt x="284379" y="1449131"/>
                  </a:moveTo>
                  <a:lnTo>
                    <a:pt x="326095" y="1512631"/>
                  </a:lnTo>
                  <a:lnTo>
                    <a:pt x="253834" y="1563431"/>
                  </a:lnTo>
                  <a:lnTo>
                    <a:pt x="212118" y="1487231"/>
                  </a:lnTo>
                  <a:lnTo>
                    <a:pt x="284379" y="1449131"/>
                  </a:lnTo>
                  <a:close/>
                </a:path>
                <a:path w="6694170" h="6997065">
                  <a:moveTo>
                    <a:pt x="1489130" y="1449131"/>
                  </a:moveTo>
                  <a:lnTo>
                    <a:pt x="1522032" y="1512631"/>
                  </a:lnTo>
                  <a:lnTo>
                    <a:pt x="1465041" y="1538031"/>
                  </a:lnTo>
                  <a:lnTo>
                    <a:pt x="1432138" y="1487231"/>
                  </a:lnTo>
                  <a:lnTo>
                    <a:pt x="1489130" y="1449131"/>
                  </a:lnTo>
                  <a:close/>
                </a:path>
                <a:path w="6694170" h="6997065">
                  <a:moveTo>
                    <a:pt x="618057" y="1423731"/>
                  </a:moveTo>
                  <a:lnTo>
                    <a:pt x="657718" y="1499931"/>
                  </a:lnTo>
                  <a:lnTo>
                    <a:pt x="589029" y="1538031"/>
                  </a:lnTo>
                  <a:lnTo>
                    <a:pt x="549368" y="1461831"/>
                  </a:lnTo>
                  <a:lnTo>
                    <a:pt x="618057" y="1423731"/>
                  </a:lnTo>
                  <a:close/>
                </a:path>
                <a:path w="6694170" h="6997065">
                  <a:moveTo>
                    <a:pt x="951742" y="1411031"/>
                  </a:moveTo>
                  <a:lnTo>
                    <a:pt x="989348" y="1474531"/>
                  </a:lnTo>
                  <a:lnTo>
                    <a:pt x="924212" y="1512631"/>
                  </a:lnTo>
                  <a:lnTo>
                    <a:pt x="886607" y="1449131"/>
                  </a:lnTo>
                  <a:lnTo>
                    <a:pt x="951742" y="1411031"/>
                  </a:lnTo>
                  <a:close/>
                </a:path>
                <a:path w="6694170" h="6997065">
                  <a:moveTo>
                    <a:pt x="80457" y="1385631"/>
                  </a:moveTo>
                  <a:lnTo>
                    <a:pt x="124228" y="1461831"/>
                  </a:lnTo>
                  <a:lnTo>
                    <a:pt x="48413" y="1499931"/>
                  </a:lnTo>
                  <a:lnTo>
                    <a:pt x="4636" y="1436431"/>
                  </a:lnTo>
                  <a:lnTo>
                    <a:pt x="80457" y="1385631"/>
                  </a:lnTo>
                  <a:close/>
                </a:path>
                <a:path w="6694170" h="6997065">
                  <a:moveTo>
                    <a:pt x="1285207" y="1398331"/>
                  </a:moveTo>
                  <a:lnTo>
                    <a:pt x="1320165" y="1449131"/>
                  </a:lnTo>
                  <a:lnTo>
                    <a:pt x="1259614" y="1487231"/>
                  </a:lnTo>
                  <a:lnTo>
                    <a:pt x="1224650" y="1423731"/>
                  </a:lnTo>
                  <a:lnTo>
                    <a:pt x="1285207" y="1398331"/>
                  </a:lnTo>
                  <a:close/>
                </a:path>
                <a:path w="6694170" h="6997065">
                  <a:moveTo>
                    <a:pt x="414027" y="1372931"/>
                  </a:moveTo>
                  <a:lnTo>
                    <a:pt x="455453" y="1436431"/>
                  </a:lnTo>
                  <a:lnTo>
                    <a:pt x="383701" y="1487231"/>
                  </a:lnTo>
                  <a:lnTo>
                    <a:pt x="342275" y="1411031"/>
                  </a:lnTo>
                  <a:lnTo>
                    <a:pt x="414027" y="1372931"/>
                  </a:lnTo>
                  <a:close/>
                </a:path>
                <a:path w="6694170" h="6997065">
                  <a:moveTo>
                    <a:pt x="1618678" y="1372931"/>
                  </a:moveTo>
                  <a:lnTo>
                    <a:pt x="1650994" y="1436431"/>
                  </a:lnTo>
                  <a:lnTo>
                    <a:pt x="1595015" y="1461831"/>
                  </a:lnTo>
                  <a:lnTo>
                    <a:pt x="1562700" y="1411031"/>
                  </a:lnTo>
                  <a:lnTo>
                    <a:pt x="1618678" y="1372931"/>
                  </a:lnTo>
                  <a:close/>
                </a:path>
                <a:path w="6694170" h="6997065">
                  <a:moveTo>
                    <a:pt x="747706" y="1347531"/>
                  </a:moveTo>
                  <a:lnTo>
                    <a:pt x="787076" y="1423731"/>
                  </a:lnTo>
                  <a:lnTo>
                    <a:pt x="718890" y="1461831"/>
                  </a:lnTo>
                  <a:lnTo>
                    <a:pt x="679520" y="1385631"/>
                  </a:lnTo>
                  <a:lnTo>
                    <a:pt x="747706" y="1347531"/>
                  </a:lnTo>
                  <a:close/>
                </a:path>
                <a:path w="6694170" h="6997065">
                  <a:moveTo>
                    <a:pt x="1081397" y="1334831"/>
                  </a:moveTo>
                  <a:lnTo>
                    <a:pt x="1118706" y="1398331"/>
                  </a:lnTo>
                  <a:lnTo>
                    <a:pt x="1054079" y="1436431"/>
                  </a:lnTo>
                  <a:lnTo>
                    <a:pt x="1016770" y="1372931"/>
                  </a:lnTo>
                  <a:lnTo>
                    <a:pt x="1081397" y="1334831"/>
                  </a:lnTo>
                  <a:close/>
                </a:path>
                <a:path w="6694170" h="6997065">
                  <a:moveTo>
                    <a:pt x="210217" y="1309431"/>
                  </a:moveTo>
                  <a:lnTo>
                    <a:pt x="253988" y="1385631"/>
                  </a:lnTo>
                  <a:lnTo>
                    <a:pt x="178167" y="1436431"/>
                  </a:lnTo>
                  <a:lnTo>
                    <a:pt x="134396" y="1360231"/>
                  </a:lnTo>
                  <a:lnTo>
                    <a:pt x="210217" y="1309431"/>
                  </a:lnTo>
                  <a:close/>
                </a:path>
                <a:path w="6694170" h="6997065">
                  <a:moveTo>
                    <a:pt x="1414748" y="1322131"/>
                  </a:moveTo>
                  <a:lnTo>
                    <a:pt x="1449125" y="1372931"/>
                  </a:lnTo>
                  <a:lnTo>
                    <a:pt x="1389587" y="1411031"/>
                  </a:lnTo>
                  <a:lnTo>
                    <a:pt x="1355210" y="1347531"/>
                  </a:lnTo>
                  <a:lnTo>
                    <a:pt x="1414748" y="1322131"/>
                  </a:lnTo>
                  <a:close/>
                </a:path>
                <a:path w="6694170" h="6997065">
                  <a:moveTo>
                    <a:pt x="543681" y="1296731"/>
                  </a:moveTo>
                  <a:lnTo>
                    <a:pt x="584811" y="1360231"/>
                  </a:lnTo>
                  <a:lnTo>
                    <a:pt x="513569" y="1411031"/>
                  </a:lnTo>
                  <a:lnTo>
                    <a:pt x="472439" y="1334831"/>
                  </a:lnTo>
                  <a:lnTo>
                    <a:pt x="543681" y="1296731"/>
                  </a:lnTo>
                  <a:close/>
                </a:path>
                <a:path w="6694170" h="6997065">
                  <a:moveTo>
                    <a:pt x="877467" y="1271331"/>
                  </a:moveTo>
                  <a:lnTo>
                    <a:pt x="916837" y="1347531"/>
                  </a:lnTo>
                  <a:lnTo>
                    <a:pt x="848651" y="1385631"/>
                  </a:lnTo>
                  <a:lnTo>
                    <a:pt x="809281" y="1322131"/>
                  </a:lnTo>
                  <a:lnTo>
                    <a:pt x="877467" y="1271331"/>
                  </a:lnTo>
                  <a:close/>
                </a:path>
                <a:path w="6694170" h="6997065">
                  <a:moveTo>
                    <a:pt x="1210932" y="1258631"/>
                  </a:moveTo>
                  <a:lnTo>
                    <a:pt x="1247661" y="1322131"/>
                  </a:lnTo>
                  <a:lnTo>
                    <a:pt x="1184054" y="1360231"/>
                  </a:lnTo>
                  <a:lnTo>
                    <a:pt x="1147331" y="1296731"/>
                  </a:lnTo>
                  <a:lnTo>
                    <a:pt x="1210932" y="1258631"/>
                  </a:lnTo>
                  <a:close/>
                </a:path>
                <a:path w="6694170" h="6997065">
                  <a:moveTo>
                    <a:pt x="339865" y="1233231"/>
                  </a:moveTo>
                  <a:lnTo>
                    <a:pt x="383346" y="1309431"/>
                  </a:lnTo>
                  <a:lnTo>
                    <a:pt x="308034" y="1360231"/>
                  </a:lnTo>
                  <a:lnTo>
                    <a:pt x="264553" y="1284031"/>
                  </a:lnTo>
                  <a:lnTo>
                    <a:pt x="339865" y="1233231"/>
                  </a:lnTo>
                  <a:close/>
                </a:path>
                <a:path w="6694170" h="6997065">
                  <a:moveTo>
                    <a:pt x="0" y="1258631"/>
                  </a:moveTo>
                  <a:lnTo>
                    <a:pt x="6181" y="1258631"/>
                  </a:lnTo>
                  <a:lnTo>
                    <a:pt x="51723" y="1334831"/>
                  </a:lnTo>
                  <a:lnTo>
                    <a:pt x="0" y="1360231"/>
                  </a:lnTo>
                  <a:lnTo>
                    <a:pt x="0" y="1258631"/>
                  </a:lnTo>
                  <a:close/>
                </a:path>
                <a:path w="6694170" h="6997065">
                  <a:moveTo>
                    <a:pt x="1544296" y="1245931"/>
                  </a:moveTo>
                  <a:lnTo>
                    <a:pt x="1578082" y="1309431"/>
                  </a:lnTo>
                  <a:lnTo>
                    <a:pt x="1519562" y="1334831"/>
                  </a:lnTo>
                  <a:lnTo>
                    <a:pt x="1485771" y="1284031"/>
                  </a:lnTo>
                  <a:lnTo>
                    <a:pt x="1544296" y="1245931"/>
                  </a:lnTo>
                  <a:close/>
                </a:path>
                <a:path w="6694170" h="6997065">
                  <a:moveTo>
                    <a:pt x="673330" y="1220531"/>
                  </a:moveTo>
                  <a:lnTo>
                    <a:pt x="714169" y="1296731"/>
                  </a:lnTo>
                  <a:lnTo>
                    <a:pt x="643436" y="1334831"/>
                  </a:lnTo>
                  <a:lnTo>
                    <a:pt x="602597" y="1258631"/>
                  </a:lnTo>
                  <a:lnTo>
                    <a:pt x="673330" y="1220531"/>
                  </a:lnTo>
                  <a:close/>
                </a:path>
                <a:path w="6694170" h="6997065">
                  <a:moveTo>
                    <a:pt x="1007014" y="1207831"/>
                  </a:moveTo>
                  <a:lnTo>
                    <a:pt x="1045793" y="1271331"/>
                  </a:lnTo>
                  <a:lnTo>
                    <a:pt x="978625" y="1309431"/>
                  </a:lnTo>
                  <a:lnTo>
                    <a:pt x="939841" y="1245931"/>
                  </a:lnTo>
                  <a:lnTo>
                    <a:pt x="1007014" y="1207831"/>
                  </a:lnTo>
                  <a:close/>
                </a:path>
                <a:path w="6694170" h="6997065">
                  <a:moveTo>
                    <a:pt x="135941" y="1182431"/>
                  </a:moveTo>
                  <a:lnTo>
                    <a:pt x="181483" y="1258631"/>
                  </a:lnTo>
                  <a:lnTo>
                    <a:pt x="102606" y="1309431"/>
                  </a:lnTo>
                  <a:lnTo>
                    <a:pt x="57064" y="1220531"/>
                  </a:lnTo>
                  <a:lnTo>
                    <a:pt x="135941" y="1182431"/>
                  </a:lnTo>
                  <a:close/>
                </a:path>
                <a:path w="6694170" h="6997065">
                  <a:moveTo>
                    <a:pt x="1340373" y="1182431"/>
                  </a:moveTo>
                  <a:lnTo>
                    <a:pt x="1376212" y="1245931"/>
                  </a:lnTo>
                  <a:lnTo>
                    <a:pt x="1314133" y="1284031"/>
                  </a:lnTo>
                  <a:lnTo>
                    <a:pt x="1278287" y="1220531"/>
                  </a:lnTo>
                  <a:lnTo>
                    <a:pt x="1340373" y="1182431"/>
                  </a:lnTo>
                  <a:close/>
                </a:path>
                <a:path w="6694170" h="6997065">
                  <a:moveTo>
                    <a:pt x="469513" y="1157031"/>
                  </a:moveTo>
                  <a:lnTo>
                    <a:pt x="512704" y="1233231"/>
                  </a:lnTo>
                  <a:lnTo>
                    <a:pt x="437896" y="1284031"/>
                  </a:lnTo>
                  <a:lnTo>
                    <a:pt x="394711" y="1207831"/>
                  </a:lnTo>
                  <a:lnTo>
                    <a:pt x="469513" y="1157031"/>
                  </a:lnTo>
                  <a:close/>
                </a:path>
                <a:path w="6694170" h="6997065">
                  <a:moveTo>
                    <a:pt x="802979" y="1144331"/>
                  </a:moveTo>
                  <a:lnTo>
                    <a:pt x="843522" y="1220531"/>
                  </a:lnTo>
                  <a:lnTo>
                    <a:pt x="773299" y="1258631"/>
                  </a:lnTo>
                  <a:lnTo>
                    <a:pt x="732755" y="1182431"/>
                  </a:lnTo>
                  <a:lnTo>
                    <a:pt x="802979" y="1144331"/>
                  </a:lnTo>
                  <a:close/>
                </a:path>
                <a:path w="6694170" h="6997065">
                  <a:moveTo>
                    <a:pt x="1136556" y="1131631"/>
                  </a:moveTo>
                  <a:lnTo>
                    <a:pt x="1174748" y="1195131"/>
                  </a:lnTo>
                  <a:lnTo>
                    <a:pt x="1108600" y="1233231"/>
                  </a:lnTo>
                  <a:lnTo>
                    <a:pt x="1070408" y="1169731"/>
                  </a:lnTo>
                  <a:lnTo>
                    <a:pt x="1136556" y="1131631"/>
                  </a:lnTo>
                  <a:close/>
                </a:path>
                <a:path w="6694170" h="6997065">
                  <a:moveTo>
                    <a:pt x="265596" y="1106231"/>
                  </a:moveTo>
                  <a:lnTo>
                    <a:pt x="310836" y="1182431"/>
                  </a:lnTo>
                  <a:lnTo>
                    <a:pt x="232468" y="1233231"/>
                  </a:lnTo>
                  <a:lnTo>
                    <a:pt x="187228" y="1144331"/>
                  </a:lnTo>
                  <a:lnTo>
                    <a:pt x="265596" y="1106231"/>
                  </a:lnTo>
                  <a:close/>
                </a:path>
                <a:path w="6694170" h="6997065">
                  <a:moveTo>
                    <a:pt x="1469915" y="1118931"/>
                  </a:moveTo>
                  <a:lnTo>
                    <a:pt x="1505175" y="1169731"/>
                  </a:lnTo>
                  <a:lnTo>
                    <a:pt x="1444108" y="1207831"/>
                  </a:lnTo>
                  <a:lnTo>
                    <a:pt x="1408848" y="1144331"/>
                  </a:lnTo>
                  <a:lnTo>
                    <a:pt x="1469915" y="1118931"/>
                  </a:lnTo>
                  <a:close/>
                </a:path>
                <a:path w="6694170" h="6997065">
                  <a:moveTo>
                    <a:pt x="599161" y="1093531"/>
                  </a:moveTo>
                  <a:lnTo>
                    <a:pt x="642056" y="1157031"/>
                  </a:lnTo>
                  <a:lnTo>
                    <a:pt x="567769" y="1207831"/>
                  </a:lnTo>
                  <a:lnTo>
                    <a:pt x="524875" y="1131631"/>
                  </a:lnTo>
                  <a:lnTo>
                    <a:pt x="599161" y="1093531"/>
                  </a:lnTo>
                  <a:close/>
                </a:path>
                <a:path w="6694170" h="6997065">
                  <a:moveTo>
                    <a:pt x="932527" y="1068131"/>
                  </a:moveTo>
                  <a:lnTo>
                    <a:pt x="972484" y="1144331"/>
                  </a:lnTo>
                  <a:lnTo>
                    <a:pt x="903273" y="1182431"/>
                  </a:lnTo>
                  <a:lnTo>
                    <a:pt x="863316" y="1106231"/>
                  </a:lnTo>
                  <a:lnTo>
                    <a:pt x="932527" y="1068131"/>
                  </a:lnTo>
                  <a:close/>
                </a:path>
                <a:path w="6694170" h="6997065">
                  <a:moveTo>
                    <a:pt x="61666" y="1042731"/>
                  </a:moveTo>
                  <a:lnTo>
                    <a:pt x="108968" y="1131631"/>
                  </a:lnTo>
                  <a:lnTo>
                    <a:pt x="27040" y="1182431"/>
                  </a:lnTo>
                  <a:lnTo>
                    <a:pt x="0" y="1131631"/>
                  </a:lnTo>
                  <a:lnTo>
                    <a:pt x="0" y="1080831"/>
                  </a:lnTo>
                  <a:lnTo>
                    <a:pt x="61666" y="1042731"/>
                  </a:lnTo>
                  <a:close/>
                </a:path>
                <a:path w="6694170" h="6997065">
                  <a:moveTo>
                    <a:pt x="1266103" y="1055431"/>
                  </a:moveTo>
                  <a:lnTo>
                    <a:pt x="1303709" y="1118931"/>
                  </a:lnTo>
                  <a:lnTo>
                    <a:pt x="1238573" y="1157031"/>
                  </a:lnTo>
                  <a:lnTo>
                    <a:pt x="1200967" y="1093531"/>
                  </a:lnTo>
                  <a:lnTo>
                    <a:pt x="1266103" y="1055431"/>
                  </a:lnTo>
                  <a:close/>
                </a:path>
                <a:path w="6694170" h="6997065">
                  <a:moveTo>
                    <a:pt x="395243" y="1030031"/>
                  </a:moveTo>
                  <a:lnTo>
                    <a:pt x="440194" y="1106231"/>
                  </a:lnTo>
                  <a:lnTo>
                    <a:pt x="362341" y="1157031"/>
                  </a:lnTo>
                  <a:lnTo>
                    <a:pt x="317385" y="1080831"/>
                  </a:lnTo>
                  <a:lnTo>
                    <a:pt x="395243" y="1030031"/>
                  </a:lnTo>
                  <a:close/>
                </a:path>
                <a:path w="6694170" h="6997065">
                  <a:moveTo>
                    <a:pt x="728710" y="1017331"/>
                  </a:moveTo>
                  <a:lnTo>
                    <a:pt x="771018" y="1093531"/>
                  </a:lnTo>
                  <a:lnTo>
                    <a:pt x="697744" y="1131631"/>
                  </a:lnTo>
                  <a:lnTo>
                    <a:pt x="655436" y="1055431"/>
                  </a:lnTo>
                  <a:lnTo>
                    <a:pt x="728710" y="1017331"/>
                  </a:lnTo>
                  <a:close/>
                </a:path>
                <a:path w="6694170" h="6997065">
                  <a:moveTo>
                    <a:pt x="1062175" y="991931"/>
                  </a:moveTo>
                  <a:lnTo>
                    <a:pt x="1101835" y="1068131"/>
                  </a:lnTo>
                  <a:lnTo>
                    <a:pt x="1033146" y="1106231"/>
                  </a:lnTo>
                  <a:lnTo>
                    <a:pt x="993485" y="1042731"/>
                  </a:lnTo>
                  <a:lnTo>
                    <a:pt x="1062175" y="991931"/>
                  </a:lnTo>
                  <a:close/>
                </a:path>
                <a:path w="6694170" h="6997065">
                  <a:moveTo>
                    <a:pt x="191320" y="966531"/>
                  </a:moveTo>
                  <a:lnTo>
                    <a:pt x="238326" y="1055431"/>
                  </a:lnTo>
                  <a:lnTo>
                    <a:pt x="156907" y="1106231"/>
                  </a:lnTo>
                  <a:lnTo>
                    <a:pt x="109902" y="1017331"/>
                  </a:lnTo>
                  <a:lnTo>
                    <a:pt x="191320" y="966531"/>
                  </a:lnTo>
                  <a:close/>
                </a:path>
                <a:path w="6694170" h="6997065">
                  <a:moveTo>
                    <a:pt x="1395639" y="979231"/>
                  </a:moveTo>
                  <a:lnTo>
                    <a:pt x="1432658" y="1042731"/>
                  </a:lnTo>
                  <a:lnTo>
                    <a:pt x="1368547" y="1080831"/>
                  </a:lnTo>
                  <a:lnTo>
                    <a:pt x="1331528" y="1017331"/>
                  </a:lnTo>
                  <a:lnTo>
                    <a:pt x="1395639" y="979231"/>
                  </a:lnTo>
                  <a:close/>
                </a:path>
                <a:path w="6694170" h="6997065">
                  <a:moveTo>
                    <a:pt x="524892" y="953831"/>
                  </a:moveTo>
                  <a:lnTo>
                    <a:pt x="569552" y="1030031"/>
                  </a:lnTo>
                  <a:lnTo>
                    <a:pt x="492203" y="1080831"/>
                  </a:lnTo>
                  <a:lnTo>
                    <a:pt x="447543" y="1004631"/>
                  </a:lnTo>
                  <a:lnTo>
                    <a:pt x="524892" y="953831"/>
                  </a:lnTo>
                  <a:close/>
                </a:path>
                <a:path w="6694170" h="6997065">
                  <a:moveTo>
                    <a:pt x="858257" y="941131"/>
                  </a:moveTo>
                  <a:lnTo>
                    <a:pt x="899974" y="1017331"/>
                  </a:lnTo>
                  <a:lnTo>
                    <a:pt x="827718" y="1055431"/>
                  </a:lnTo>
                  <a:lnTo>
                    <a:pt x="785996" y="979231"/>
                  </a:lnTo>
                  <a:lnTo>
                    <a:pt x="858257" y="941131"/>
                  </a:lnTo>
                  <a:close/>
                </a:path>
                <a:path w="6694170" h="6997065">
                  <a:moveTo>
                    <a:pt x="1191721" y="928431"/>
                  </a:moveTo>
                  <a:lnTo>
                    <a:pt x="1230795" y="991931"/>
                  </a:lnTo>
                  <a:lnTo>
                    <a:pt x="1163119" y="1030031"/>
                  </a:lnTo>
                  <a:lnTo>
                    <a:pt x="1124044" y="966531"/>
                  </a:lnTo>
                  <a:lnTo>
                    <a:pt x="1191721" y="928431"/>
                  </a:lnTo>
                  <a:close/>
                </a:path>
                <a:path w="6694170" h="6997065">
                  <a:moveTo>
                    <a:pt x="320969" y="903031"/>
                  </a:moveTo>
                  <a:lnTo>
                    <a:pt x="367678" y="979231"/>
                  </a:lnTo>
                  <a:lnTo>
                    <a:pt x="286775" y="1030031"/>
                  </a:lnTo>
                  <a:lnTo>
                    <a:pt x="240060" y="941131"/>
                  </a:lnTo>
                  <a:lnTo>
                    <a:pt x="320969" y="903031"/>
                  </a:lnTo>
                  <a:close/>
                </a:path>
                <a:path w="6694170" h="6997065">
                  <a:moveTo>
                    <a:pt x="0" y="941131"/>
                  </a:moveTo>
                  <a:lnTo>
                    <a:pt x="34455" y="1004631"/>
                  </a:lnTo>
                  <a:lnTo>
                    <a:pt x="0" y="1017331"/>
                  </a:lnTo>
                  <a:lnTo>
                    <a:pt x="0" y="941131"/>
                  </a:lnTo>
                  <a:close/>
                </a:path>
                <a:path w="6694170" h="6997065">
                  <a:moveTo>
                    <a:pt x="654441" y="877631"/>
                  </a:moveTo>
                  <a:lnTo>
                    <a:pt x="698509" y="953831"/>
                  </a:lnTo>
                  <a:lnTo>
                    <a:pt x="622178" y="1004631"/>
                  </a:lnTo>
                  <a:lnTo>
                    <a:pt x="578110" y="928431"/>
                  </a:lnTo>
                  <a:lnTo>
                    <a:pt x="654441" y="877631"/>
                  </a:lnTo>
                  <a:close/>
                </a:path>
                <a:path w="6694170" h="6997065">
                  <a:moveTo>
                    <a:pt x="987799" y="864931"/>
                  </a:moveTo>
                  <a:lnTo>
                    <a:pt x="1028928" y="941131"/>
                  </a:lnTo>
                  <a:lnTo>
                    <a:pt x="957686" y="979231"/>
                  </a:lnTo>
                  <a:lnTo>
                    <a:pt x="916556" y="903031"/>
                  </a:lnTo>
                  <a:lnTo>
                    <a:pt x="987799" y="864931"/>
                  </a:lnTo>
                  <a:close/>
                </a:path>
                <a:path w="6694170" h="6997065">
                  <a:moveTo>
                    <a:pt x="116938" y="839531"/>
                  </a:moveTo>
                  <a:lnTo>
                    <a:pt x="165413" y="928431"/>
                  </a:lnTo>
                  <a:lnTo>
                    <a:pt x="81453" y="979231"/>
                  </a:lnTo>
                  <a:lnTo>
                    <a:pt x="32979" y="890331"/>
                  </a:lnTo>
                  <a:lnTo>
                    <a:pt x="116938" y="839531"/>
                  </a:lnTo>
                  <a:close/>
                </a:path>
                <a:path w="6694170" h="6997065">
                  <a:moveTo>
                    <a:pt x="1321263" y="852231"/>
                  </a:moveTo>
                  <a:lnTo>
                    <a:pt x="1359752" y="915731"/>
                  </a:lnTo>
                  <a:lnTo>
                    <a:pt x="1293093" y="953831"/>
                  </a:lnTo>
                  <a:lnTo>
                    <a:pt x="1254605" y="890331"/>
                  </a:lnTo>
                  <a:lnTo>
                    <a:pt x="1321263" y="852231"/>
                  </a:lnTo>
                  <a:close/>
                </a:path>
                <a:path w="6694170" h="6997065">
                  <a:moveTo>
                    <a:pt x="450623" y="826831"/>
                  </a:moveTo>
                  <a:lnTo>
                    <a:pt x="497042" y="903031"/>
                  </a:lnTo>
                  <a:lnTo>
                    <a:pt x="416643" y="953831"/>
                  </a:lnTo>
                  <a:lnTo>
                    <a:pt x="370224" y="864931"/>
                  </a:lnTo>
                  <a:lnTo>
                    <a:pt x="450623" y="826831"/>
                  </a:lnTo>
                  <a:close/>
                </a:path>
                <a:path w="6694170" h="6997065">
                  <a:moveTo>
                    <a:pt x="783982" y="801431"/>
                  </a:moveTo>
                  <a:lnTo>
                    <a:pt x="827464" y="877631"/>
                  </a:lnTo>
                  <a:lnTo>
                    <a:pt x="752152" y="928431"/>
                  </a:lnTo>
                  <a:lnTo>
                    <a:pt x="708670" y="852231"/>
                  </a:lnTo>
                  <a:lnTo>
                    <a:pt x="783982" y="801431"/>
                  </a:lnTo>
                  <a:close/>
                </a:path>
                <a:path w="6694170" h="6997065">
                  <a:moveTo>
                    <a:pt x="1117233" y="788731"/>
                  </a:moveTo>
                  <a:lnTo>
                    <a:pt x="1157480" y="864931"/>
                  </a:lnTo>
                  <a:lnTo>
                    <a:pt x="1087766" y="903031"/>
                  </a:lnTo>
                  <a:lnTo>
                    <a:pt x="1047518" y="826831"/>
                  </a:lnTo>
                  <a:lnTo>
                    <a:pt x="1117233" y="788731"/>
                  </a:lnTo>
                  <a:close/>
                </a:path>
                <a:path w="6694170" h="6997065">
                  <a:moveTo>
                    <a:pt x="246587" y="763331"/>
                  </a:moveTo>
                  <a:lnTo>
                    <a:pt x="294771" y="852231"/>
                  </a:lnTo>
                  <a:lnTo>
                    <a:pt x="211321" y="903031"/>
                  </a:lnTo>
                  <a:lnTo>
                    <a:pt x="163137" y="814131"/>
                  </a:lnTo>
                  <a:lnTo>
                    <a:pt x="246587" y="763331"/>
                  </a:lnTo>
                  <a:close/>
                </a:path>
                <a:path w="6694170" h="6997065">
                  <a:moveTo>
                    <a:pt x="580165" y="750631"/>
                  </a:moveTo>
                  <a:lnTo>
                    <a:pt x="625998" y="826831"/>
                  </a:lnTo>
                  <a:lnTo>
                    <a:pt x="546617" y="877631"/>
                  </a:lnTo>
                  <a:lnTo>
                    <a:pt x="500785" y="801431"/>
                  </a:lnTo>
                  <a:lnTo>
                    <a:pt x="580165" y="750631"/>
                  </a:lnTo>
                  <a:close/>
                </a:path>
                <a:path w="6694170" h="6997065">
                  <a:moveTo>
                    <a:pt x="913530" y="737931"/>
                  </a:moveTo>
                  <a:lnTo>
                    <a:pt x="956418" y="814131"/>
                  </a:lnTo>
                  <a:lnTo>
                    <a:pt x="882126" y="852231"/>
                  </a:lnTo>
                  <a:lnTo>
                    <a:pt x="839231" y="776031"/>
                  </a:lnTo>
                  <a:lnTo>
                    <a:pt x="913530" y="737931"/>
                  </a:lnTo>
                  <a:close/>
                </a:path>
                <a:path w="6694170" h="6997065">
                  <a:moveTo>
                    <a:pt x="42782" y="712531"/>
                  </a:moveTo>
                  <a:lnTo>
                    <a:pt x="93311" y="801431"/>
                  </a:lnTo>
                  <a:lnTo>
                    <a:pt x="5786" y="852231"/>
                  </a:lnTo>
                  <a:lnTo>
                    <a:pt x="0" y="839531"/>
                  </a:lnTo>
                  <a:lnTo>
                    <a:pt x="0" y="737931"/>
                  </a:lnTo>
                  <a:lnTo>
                    <a:pt x="42782" y="712531"/>
                  </a:lnTo>
                  <a:close/>
                </a:path>
                <a:path w="6694170" h="6997065">
                  <a:moveTo>
                    <a:pt x="1246781" y="712531"/>
                  </a:moveTo>
                  <a:lnTo>
                    <a:pt x="1286442" y="788731"/>
                  </a:lnTo>
                  <a:lnTo>
                    <a:pt x="1217740" y="826831"/>
                  </a:lnTo>
                  <a:lnTo>
                    <a:pt x="1178079" y="763331"/>
                  </a:lnTo>
                  <a:lnTo>
                    <a:pt x="1246781" y="712531"/>
                  </a:lnTo>
                  <a:close/>
                </a:path>
                <a:path w="6694170" h="6997065">
                  <a:moveTo>
                    <a:pt x="376247" y="687131"/>
                  </a:moveTo>
                  <a:lnTo>
                    <a:pt x="424135" y="776031"/>
                  </a:lnTo>
                  <a:lnTo>
                    <a:pt x="341189" y="826831"/>
                  </a:lnTo>
                  <a:lnTo>
                    <a:pt x="293301" y="737931"/>
                  </a:lnTo>
                  <a:lnTo>
                    <a:pt x="376247" y="687131"/>
                  </a:lnTo>
                  <a:close/>
                </a:path>
                <a:path w="6694170" h="6997065">
                  <a:moveTo>
                    <a:pt x="709713" y="674431"/>
                  </a:moveTo>
                  <a:lnTo>
                    <a:pt x="754953" y="750631"/>
                  </a:lnTo>
                  <a:lnTo>
                    <a:pt x="676586" y="801431"/>
                  </a:lnTo>
                  <a:lnTo>
                    <a:pt x="631345" y="725231"/>
                  </a:lnTo>
                  <a:lnTo>
                    <a:pt x="709713" y="674431"/>
                  </a:lnTo>
                  <a:close/>
                </a:path>
                <a:path w="6694170" h="6997065">
                  <a:moveTo>
                    <a:pt x="1042964" y="661731"/>
                  </a:moveTo>
                  <a:lnTo>
                    <a:pt x="1084976" y="737931"/>
                  </a:lnTo>
                  <a:lnTo>
                    <a:pt x="1012211" y="776031"/>
                  </a:lnTo>
                  <a:lnTo>
                    <a:pt x="970193" y="699831"/>
                  </a:lnTo>
                  <a:lnTo>
                    <a:pt x="1042964" y="661731"/>
                  </a:lnTo>
                  <a:close/>
                </a:path>
                <a:path w="6694170" h="6997065">
                  <a:moveTo>
                    <a:pt x="172318" y="636331"/>
                  </a:moveTo>
                  <a:lnTo>
                    <a:pt x="222261" y="725231"/>
                  </a:lnTo>
                  <a:lnTo>
                    <a:pt x="135761" y="776031"/>
                  </a:lnTo>
                  <a:lnTo>
                    <a:pt x="85817" y="687131"/>
                  </a:lnTo>
                  <a:lnTo>
                    <a:pt x="172318" y="636331"/>
                  </a:lnTo>
                  <a:close/>
                </a:path>
                <a:path w="6694170" h="6997065">
                  <a:moveTo>
                    <a:pt x="505896" y="623631"/>
                  </a:moveTo>
                  <a:lnTo>
                    <a:pt x="553488" y="699831"/>
                  </a:lnTo>
                  <a:lnTo>
                    <a:pt x="471051" y="750631"/>
                  </a:lnTo>
                  <a:lnTo>
                    <a:pt x="423459" y="661731"/>
                  </a:lnTo>
                  <a:lnTo>
                    <a:pt x="505896" y="623631"/>
                  </a:lnTo>
                  <a:close/>
                </a:path>
                <a:path w="6694170" h="6997065">
                  <a:moveTo>
                    <a:pt x="839148" y="598231"/>
                  </a:moveTo>
                  <a:lnTo>
                    <a:pt x="883512" y="674431"/>
                  </a:lnTo>
                  <a:lnTo>
                    <a:pt x="806672" y="725231"/>
                  </a:lnTo>
                  <a:lnTo>
                    <a:pt x="762308" y="649031"/>
                  </a:lnTo>
                  <a:lnTo>
                    <a:pt x="839148" y="598231"/>
                  </a:lnTo>
                  <a:close/>
                </a:path>
                <a:path w="6694170" h="6997065">
                  <a:moveTo>
                    <a:pt x="1172399" y="585531"/>
                  </a:moveTo>
                  <a:lnTo>
                    <a:pt x="1213529" y="661731"/>
                  </a:lnTo>
                  <a:lnTo>
                    <a:pt x="1142286" y="699831"/>
                  </a:lnTo>
                  <a:lnTo>
                    <a:pt x="1101156" y="623631"/>
                  </a:lnTo>
                  <a:lnTo>
                    <a:pt x="1172399" y="585531"/>
                  </a:lnTo>
                  <a:close/>
                </a:path>
                <a:path w="6694170" h="6997065">
                  <a:moveTo>
                    <a:pt x="301972" y="560131"/>
                  </a:moveTo>
                  <a:lnTo>
                    <a:pt x="351619" y="649031"/>
                  </a:lnTo>
                  <a:lnTo>
                    <a:pt x="265622" y="699831"/>
                  </a:lnTo>
                  <a:lnTo>
                    <a:pt x="215975" y="610931"/>
                  </a:lnTo>
                  <a:lnTo>
                    <a:pt x="301972" y="560131"/>
                  </a:lnTo>
                  <a:close/>
                </a:path>
                <a:path w="6694170" h="6997065">
                  <a:moveTo>
                    <a:pt x="635331" y="547431"/>
                  </a:moveTo>
                  <a:lnTo>
                    <a:pt x="682047" y="623631"/>
                  </a:lnTo>
                  <a:lnTo>
                    <a:pt x="601132" y="674431"/>
                  </a:lnTo>
                  <a:lnTo>
                    <a:pt x="554416" y="585531"/>
                  </a:lnTo>
                  <a:lnTo>
                    <a:pt x="635331" y="547431"/>
                  </a:lnTo>
                  <a:close/>
                </a:path>
                <a:path w="6694170" h="6997065">
                  <a:moveTo>
                    <a:pt x="0" y="636331"/>
                  </a:moveTo>
                  <a:lnTo>
                    <a:pt x="13575" y="661731"/>
                  </a:lnTo>
                  <a:lnTo>
                    <a:pt x="0" y="674431"/>
                  </a:lnTo>
                  <a:lnTo>
                    <a:pt x="0" y="636331"/>
                  </a:lnTo>
                  <a:close/>
                </a:path>
                <a:path w="6694170" h="6997065">
                  <a:moveTo>
                    <a:pt x="968689" y="522031"/>
                  </a:moveTo>
                  <a:lnTo>
                    <a:pt x="1012460" y="598231"/>
                  </a:lnTo>
                  <a:lnTo>
                    <a:pt x="936645" y="649031"/>
                  </a:lnTo>
                  <a:lnTo>
                    <a:pt x="892868" y="572831"/>
                  </a:lnTo>
                  <a:lnTo>
                    <a:pt x="968689" y="522031"/>
                  </a:lnTo>
                  <a:close/>
                </a:path>
                <a:path w="6694170" h="6997065">
                  <a:moveTo>
                    <a:pt x="98156" y="496631"/>
                  </a:moveTo>
                  <a:lnTo>
                    <a:pt x="150154" y="585531"/>
                  </a:lnTo>
                  <a:lnTo>
                    <a:pt x="60088" y="649031"/>
                  </a:lnTo>
                  <a:lnTo>
                    <a:pt x="8084" y="547431"/>
                  </a:lnTo>
                  <a:lnTo>
                    <a:pt x="98156" y="496631"/>
                  </a:lnTo>
                  <a:close/>
                </a:path>
                <a:path w="6694170" h="6997065">
                  <a:moveTo>
                    <a:pt x="431408" y="483931"/>
                  </a:moveTo>
                  <a:lnTo>
                    <a:pt x="480179" y="572831"/>
                  </a:lnTo>
                  <a:lnTo>
                    <a:pt x="395704" y="623631"/>
                  </a:lnTo>
                  <a:lnTo>
                    <a:pt x="346933" y="534731"/>
                  </a:lnTo>
                  <a:lnTo>
                    <a:pt x="431408" y="483931"/>
                  </a:lnTo>
                  <a:close/>
                </a:path>
                <a:path w="6694170" h="6997065">
                  <a:moveTo>
                    <a:pt x="764872" y="471231"/>
                  </a:moveTo>
                  <a:lnTo>
                    <a:pt x="810995" y="547431"/>
                  </a:lnTo>
                  <a:lnTo>
                    <a:pt x="731105" y="598231"/>
                  </a:lnTo>
                  <a:lnTo>
                    <a:pt x="684982" y="522031"/>
                  </a:lnTo>
                  <a:lnTo>
                    <a:pt x="764872" y="471231"/>
                  </a:lnTo>
                  <a:close/>
                </a:path>
                <a:path w="6694170" h="6997065">
                  <a:moveTo>
                    <a:pt x="1098023" y="458531"/>
                  </a:moveTo>
                  <a:lnTo>
                    <a:pt x="1140621" y="522031"/>
                  </a:lnTo>
                  <a:lnTo>
                    <a:pt x="1066832" y="572831"/>
                  </a:lnTo>
                  <a:lnTo>
                    <a:pt x="1024233" y="496631"/>
                  </a:lnTo>
                  <a:lnTo>
                    <a:pt x="1098023" y="458531"/>
                  </a:lnTo>
                  <a:close/>
                </a:path>
                <a:path w="6694170" h="6997065">
                  <a:moveTo>
                    <a:pt x="227697" y="433131"/>
                  </a:moveTo>
                  <a:lnTo>
                    <a:pt x="279114" y="522031"/>
                  </a:lnTo>
                  <a:lnTo>
                    <a:pt x="190062" y="572831"/>
                  </a:lnTo>
                  <a:lnTo>
                    <a:pt x="138644" y="483931"/>
                  </a:lnTo>
                  <a:lnTo>
                    <a:pt x="227697" y="433131"/>
                  </a:lnTo>
                  <a:close/>
                </a:path>
                <a:path w="6694170" h="6997065">
                  <a:moveTo>
                    <a:pt x="560955" y="407731"/>
                  </a:moveTo>
                  <a:lnTo>
                    <a:pt x="609133" y="496631"/>
                  </a:lnTo>
                  <a:lnTo>
                    <a:pt x="525677" y="547431"/>
                  </a:lnTo>
                  <a:lnTo>
                    <a:pt x="477499" y="458531"/>
                  </a:lnTo>
                  <a:lnTo>
                    <a:pt x="560955" y="407731"/>
                  </a:lnTo>
                  <a:close/>
                </a:path>
                <a:path w="6694170" h="6997065">
                  <a:moveTo>
                    <a:pt x="894307" y="395031"/>
                  </a:moveTo>
                  <a:lnTo>
                    <a:pt x="939553" y="471231"/>
                  </a:lnTo>
                  <a:lnTo>
                    <a:pt x="861191" y="522031"/>
                  </a:lnTo>
                  <a:lnTo>
                    <a:pt x="815945" y="445831"/>
                  </a:lnTo>
                  <a:lnTo>
                    <a:pt x="894307" y="395031"/>
                  </a:lnTo>
                  <a:close/>
                </a:path>
                <a:path w="6694170" h="6997065">
                  <a:moveTo>
                    <a:pt x="23886" y="369631"/>
                  </a:moveTo>
                  <a:lnTo>
                    <a:pt x="77649" y="458531"/>
                  </a:lnTo>
                  <a:lnTo>
                    <a:pt x="0" y="509331"/>
                  </a:lnTo>
                  <a:lnTo>
                    <a:pt x="0" y="382331"/>
                  </a:lnTo>
                  <a:lnTo>
                    <a:pt x="23886" y="369631"/>
                  </a:lnTo>
                  <a:close/>
                </a:path>
                <a:path w="6694170" h="6997065">
                  <a:moveTo>
                    <a:pt x="357240" y="356931"/>
                  </a:moveTo>
                  <a:lnTo>
                    <a:pt x="408072" y="445831"/>
                  </a:lnTo>
                  <a:lnTo>
                    <a:pt x="320037" y="496631"/>
                  </a:lnTo>
                  <a:lnTo>
                    <a:pt x="269205" y="407731"/>
                  </a:lnTo>
                  <a:lnTo>
                    <a:pt x="357240" y="356931"/>
                  </a:lnTo>
                  <a:close/>
                </a:path>
                <a:path w="6694170" h="6997065">
                  <a:moveTo>
                    <a:pt x="690491" y="331531"/>
                  </a:moveTo>
                  <a:lnTo>
                    <a:pt x="738088" y="420431"/>
                  </a:lnTo>
                  <a:lnTo>
                    <a:pt x="655651" y="471231"/>
                  </a:lnTo>
                  <a:lnTo>
                    <a:pt x="608060" y="382331"/>
                  </a:lnTo>
                  <a:lnTo>
                    <a:pt x="690491" y="331531"/>
                  </a:lnTo>
                  <a:close/>
                </a:path>
                <a:path w="6694170" h="6997065">
                  <a:moveTo>
                    <a:pt x="1023742" y="318831"/>
                  </a:moveTo>
                  <a:lnTo>
                    <a:pt x="1068106" y="395031"/>
                  </a:lnTo>
                  <a:lnTo>
                    <a:pt x="991272" y="445831"/>
                  </a:lnTo>
                  <a:lnTo>
                    <a:pt x="946908" y="369631"/>
                  </a:lnTo>
                  <a:lnTo>
                    <a:pt x="1023742" y="318831"/>
                  </a:lnTo>
                  <a:close/>
                </a:path>
                <a:path w="6694170" h="6997065">
                  <a:moveTo>
                    <a:pt x="153428" y="293431"/>
                  </a:moveTo>
                  <a:lnTo>
                    <a:pt x="206605" y="382331"/>
                  </a:lnTo>
                  <a:lnTo>
                    <a:pt x="114501" y="445831"/>
                  </a:lnTo>
                  <a:lnTo>
                    <a:pt x="61324" y="344231"/>
                  </a:lnTo>
                  <a:lnTo>
                    <a:pt x="153428" y="293431"/>
                  </a:lnTo>
                  <a:close/>
                </a:path>
                <a:path w="6694170" h="6997065">
                  <a:moveTo>
                    <a:pt x="486674" y="280731"/>
                  </a:moveTo>
                  <a:lnTo>
                    <a:pt x="536623" y="369631"/>
                  </a:lnTo>
                  <a:lnTo>
                    <a:pt x="450117" y="420431"/>
                  </a:lnTo>
                  <a:lnTo>
                    <a:pt x="400174" y="331531"/>
                  </a:lnTo>
                  <a:lnTo>
                    <a:pt x="486674" y="280731"/>
                  </a:lnTo>
                  <a:close/>
                </a:path>
                <a:path w="6694170" h="6997065">
                  <a:moveTo>
                    <a:pt x="819931" y="268031"/>
                  </a:moveTo>
                  <a:lnTo>
                    <a:pt x="866640" y="344231"/>
                  </a:lnTo>
                  <a:lnTo>
                    <a:pt x="785731" y="395031"/>
                  </a:lnTo>
                  <a:lnTo>
                    <a:pt x="739022" y="306131"/>
                  </a:lnTo>
                  <a:lnTo>
                    <a:pt x="819931" y="268031"/>
                  </a:lnTo>
                  <a:close/>
                </a:path>
                <a:path w="6694170" h="6997065">
                  <a:moveTo>
                    <a:pt x="282864" y="217231"/>
                  </a:moveTo>
                  <a:lnTo>
                    <a:pt x="335158" y="306131"/>
                  </a:lnTo>
                  <a:lnTo>
                    <a:pt x="244583" y="369631"/>
                  </a:lnTo>
                  <a:lnTo>
                    <a:pt x="192288" y="268031"/>
                  </a:lnTo>
                  <a:lnTo>
                    <a:pt x="282864" y="217231"/>
                  </a:lnTo>
                  <a:close/>
                </a:path>
                <a:path w="6694170" h="6997065">
                  <a:moveTo>
                    <a:pt x="616115" y="204531"/>
                  </a:moveTo>
                  <a:lnTo>
                    <a:pt x="665175" y="293431"/>
                  </a:lnTo>
                  <a:lnTo>
                    <a:pt x="580197" y="344231"/>
                  </a:lnTo>
                  <a:lnTo>
                    <a:pt x="531131" y="255331"/>
                  </a:lnTo>
                  <a:lnTo>
                    <a:pt x="616115" y="204531"/>
                  </a:lnTo>
                  <a:close/>
                </a:path>
                <a:path w="6694170" h="6997065">
                  <a:moveTo>
                    <a:pt x="949366" y="191831"/>
                  </a:moveTo>
                  <a:lnTo>
                    <a:pt x="995198" y="268031"/>
                  </a:lnTo>
                  <a:lnTo>
                    <a:pt x="915818" y="318831"/>
                  </a:lnTo>
                  <a:lnTo>
                    <a:pt x="869985" y="229931"/>
                  </a:lnTo>
                  <a:lnTo>
                    <a:pt x="949366" y="191831"/>
                  </a:lnTo>
                  <a:close/>
                </a:path>
                <a:path w="6694170" h="6997065">
                  <a:moveTo>
                    <a:pt x="79152" y="166431"/>
                  </a:moveTo>
                  <a:lnTo>
                    <a:pt x="134094" y="255331"/>
                  </a:lnTo>
                  <a:lnTo>
                    <a:pt x="38934" y="318831"/>
                  </a:lnTo>
                  <a:lnTo>
                    <a:pt x="0" y="242631"/>
                  </a:lnTo>
                  <a:lnTo>
                    <a:pt x="0" y="204531"/>
                  </a:lnTo>
                  <a:lnTo>
                    <a:pt x="79152" y="166431"/>
                  </a:lnTo>
                  <a:close/>
                </a:path>
                <a:path w="6694170" h="6997065">
                  <a:moveTo>
                    <a:pt x="412298" y="153731"/>
                  </a:moveTo>
                  <a:lnTo>
                    <a:pt x="463710" y="242631"/>
                  </a:lnTo>
                  <a:lnTo>
                    <a:pt x="374663" y="293431"/>
                  </a:lnTo>
                  <a:lnTo>
                    <a:pt x="323251" y="204531"/>
                  </a:lnTo>
                  <a:lnTo>
                    <a:pt x="412298" y="153731"/>
                  </a:lnTo>
                  <a:close/>
                </a:path>
                <a:path w="6694170" h="6997065">
                  <a:moveTo>
                    <a:pt x="745548" y="128331"/>
                  </a:moveTo>
                  <a:lnTo>
                    <a:pt x="793733" y="217231"/>
                  </a:lnTo>
                  <a:lnTo>
                    <a:pt x="710277" y="268031"/>
                  </a:lnTo>
                  <a:lnTo>
                    <a:pt x="662099" y="179131"/>
                  </a:lnTo>
                  <a:lnTo>
                    <a:pt x="745548" y="128331"/>
                  </a:lnTo>
                  <a:close/>
                </a:path>
                <a:path w="6694170" h="6997065">
                  <a:moveTo>
                    <a:pt x="208588" y="90231"/>
                  </a:moveTo>
                  <a:lnTo>
                    <a:pt x="262648" y="179131"/>
                  </a:lnTo>
                  <a:lnTo>
                    <a:pt x="169022" y="242631"/>
                  </a:lnTo>
                  <a:lnTo>
                    <a:pt x="114962" y="141031"/>
                  </a:lnTo>
                  <a:lnTo>
                    <a:pt x="208588" y="90231"/>
                  </a:lnTo>
                  <a:close/>
                </a:path>
                <a:path w="6694170" h="6997065">
                  <a:moveTo>
                    <a:pt x="541733" y="77531"/>
                  </a:moveTo>
                  <a:lnTo>
                    <a:pt x="592268" y="166431"/>
                  </a:lnTo>
                  <a:lnTo>
                    <a:pt x="504744" y="217231"/>
                  </a:lnTo>
                  <a:lnTo>
                    <a:pt x="454208" y="128331"/>
                  </a:lnTo>
                  <a:lnTo>
                    <a:pt x="541733" y="77531"/>
                  </a:lnTo>
                  <a:close/>
                </a:path>
                <a:path w="6694170" h="6997065">
                  <a:moveTo>
                    <a:pt x="874984" y="64831"/>
                  </a:moveTo>
                  <a:lnTo>
                    <a:pt x="922286" y="141031"/>
                  </a:lnTo>
                  <a:lnTo>
                    <a:pt x="840364" y="191831"/>
                  </a:lnTo>
                  <a:lnTo>
                    <a:pt x="793062" y="102931"/>
                  </a:lnTo>
                  <a:lnTo>
                    <a:pt x="874984" y="64831"/>
                  </a:lnTo>
                  <a:close/>
                </a:path>
                <a:path w="6694170" h="6997065">
                  <a:moveTo>
                    <a:pt x="338029" y="14031"/>
                  </a:moveTo>
                  <a:lnTo>
                    <a:pt x="391207" y="102931"/>
                  </a:lnTo>
                  <a:lnTo>
                    <a:pt x="299097" y="166431"/>
                  </a:lnTo>
                  <a:lnTo>
                    <a:pt x="245920" y="64831"/>
                  </a:lnTo>
                  <a:lnTo>
                    <a:pt x="338029" y="14031"/>
                  </a:lnTo>
                  <a:close/>
                </a:path>
                <a:path w="6694170" h="6997065">
                  <a:moveTo>
                    <a:pt x="4883" y="26731"/>
                  </a:moveTo>
                  <a:lnTo>
                    <a:pt x="61585" y="128331"/>
                  </a:lnTo>
                  <a:lnTo>
                    <a:pt x="0" y="166431"/>
                  </a:lnTo>
                  <a:lnTo>
                    <a:pt x="0" y="39431"/>
                  </a:lnTo>
                  <a:lnTo>
                    <a:pt x="4883" y="26731"/>
                  </a:lnTo>
                  <a:close/>
                </a:path>
                <a:path w="6694170" h="6997065">
                  <a:moveTo>
                    <a:pt x="661758" y="1331"/>
                  </a:moveTo>
                  <a:lnTo>
                    <a:pt x="674169" y="1331"/>
                  </a:lnTo>
                  <a:lnTo>
                    <a:pt x="720423" y="90231"/>
                  </a:lnTo>
                  <a:lnTo>
                    <a:pt x="634936" y="141031"/>
                  </a:lnTo>
                  <a:lnTo>
                    <a:pt x="585579" y="52131"/>
                  </a:lnTo>
                  <a:lnTo>
                    <a:pt x="661758" y="1331"/>
                  </a:lnTo>
                  <a:close/>
                </a:path>
                <a:path w="6694170" h="6997065">
                  <a:moveTo>
                    <a:pt x="49491" y="1331"/>
                  </a:moveTo>
                  <a:lnTo>
                    <a:pt x="162601" y="1331"/>
                  </a:lnTo>
                  <a:lnTo>
                    <a:pt x="190144" y="52131"/>
                  </a:lnTo>
                  <a:lnTo>
                    <a:pt x="93456" y="115631"/>
                  </a:lnTo>
                  <a:lnTo>
                    <a:pt x="37637" y="14031"/>
                  </a:lnTo>
                  <a:lnTo>
                    <a:pt x="49491" y="1331"/>
                  </a:lnTo>
                  <a:close/>
                </a:path>
                <a:path w="6694170" h="6997065">
                  <a:moveTo>
                    <a:pt x="384114" y="1331"/>
                  </a:moveTo>
                  <a:lnTo>
                    <a:pt x="504207" y="1331"/>
                  </a:lnTo>
                  <a:lnTo>
                    <a:pt x="519355" y="26731"/>
                  </a:lnTo>
                  <a:lnTo>
                    <a:pt x="429283" y="90231"/>
                  </a:lnTo>
                  <a:lnTo>
                    <a:pt x="384114" y="1331"/>
                  </a:lnTo>
                  <a:close/>
                </a:path>
                <a:path w="6694170" h="6997065">
                  <a:moveTo>
                    <a:pt x="734553" y="1331"/>
                  </a:moveTo>
                  <a:lnTo>
                    <a:pt x="845821" y="1331"/>
                  </a:lnTo>
                  <a:lnTo>
                    <a:pt x="848573" y="14031"/>
                  </a:lnTo>
                  <a:lnTo>
                    <a:pt x="765123" y="64831"/>
                  </a:lnTo>
                  <a:lnTo>
                    <a:pt x="734553" y="1331"/>
                  </a:lnTo>
                  <a:close/>
                </a:path>
                <a:path w="6694170" h="6997065">
                  <a:moveTo>
                    <a:pt x="214501" y="1331"/>
                  </a:moveTo>
                  <a:lnTo>
                    <a:pt x="259267" y="1331"/>
                  </a:lnTo>
                  <a:lnTo>
                    <a:pt x="225693" y="26731"/>
                  </a:lnTo>
                  <a:lnTo>
                    <a:pt x="214501" y="1331"/>
                  </a:lnTo>
                  <a:close/>
                </a:path>
                <a:path w="6694170" h="6997065">
                  <a:moveTo>
                    <a:pt x="2884417" y="3605564"/>
                  </a:moveTo>
                  <a:lnTo>
                    <a:pt x="2895286" y="3624393"/>
                  </a:lnTo>
                  <a:lnTo>
                    <a:pt x="2876457" y="3635262"/>
                  </a:lnTo>
                  <a:lnTo>
                    <a:pt x="2865588" y="3616438"/>
                  </a:lnTo>
                  <a:lnTo>
                    <a:pt x="2884417" y="3605564"/>
                  </a:lnTo>
                  <a:close/>
                </a:path>
                <a:path w="6694170" h="6997065">
                  <a:moveTo>
                    <a:pt x="2959007" y="3736529"/>
                  </a:moveTo>
                  <a:lnTo>
                    <a:pt x="2968999" y="3753830"/>
                  </a:lnTo>
                  <a:lnTo>
                    <a:pt x="2951698" y="3763822"/>
                  </a:lnTo>
                  <a:lnTo>
                    <a:pt x="2941705" y="3746515"/>
                  </a:lnTo>
                  <a:lnTo>
                    <a:pt x="2959007" y="3736529"/>
                  </a:lnTo>
                  <a:close/>
                </a:path>
                <a:path w="6694170" h="6997065">
                  <a:moveTo>
                    <a:pt x="3033495" y="3867902"/>
                  </a:moveTo>
                  <a:lnTo>
                    <a:pt x="3042308" y="3883166"/>
                  </a:lnTo>
                  <a:lnTo>
                    <a:pt x="3027045" y="3891979"/>
                  </a:lnTo>
                  <a:lnTo>
                    <a:pt x="3018231" y="3876716"/>
                  </a:lnTo>
                  <a:lnTo>
                    <a:pt x="3033495" y="3867902"/>
                  </a:lnTo>
                  <a:close/>
                </a:path>
                <a:path w="6694170" h="6997065">
                  <a:moveTo>
                    <a:pt x="3108090" y="3998861"/>
                  </a:moveTo>
                  <a:lnTo>
                    <a:pt x="3116027" y="4012603"/>
                  </a:lnTo>
                  <a:lnTo>
                    <a:pt x="3102286" y="4020534"/>
                  </a:lnTo>
                  <a:lnTo>
                    <a:pt x="3094349" y="4006792"/>
                  </a:lnTo>
                  <a:lnTo>
                    <a:pt x="3108090" y="3998861"/>
                  </a:lnTo>
                  <a:close/>
                </a:path>
                <a:path w="6694170" h="6997065">
                  <a:moveTo>
                    <a:pt x="3182685" y="4129826"/>
                  </a:moveTo>
                  <a:lnTo>
                    <a:pt x="3189740" y="4142039"/>
                  </a:lnTo>
                  <a:lnTo>
                    <a:pt x="3177526" y="4149094"/>
                  </a:lnTo>
                  <a:lnTo>
                    <a:pt x="3170472" y="4136880"/>
                  </a:lnTo>
                  <a:lnTo>
                    <a:pt x="3182685" y="4129826"/>
                  </a:lnTo>
                  <a:close/>
                </a:path>
                <a:path w="6694170" h="6997065">
                  <a:moveTo>
                    <a:pt x="3257168" y="4261193"/>
                  </a:moveTo>
                  <a:lnTo>
                    <a:pt x="3263043" y="4271369"/>
                  </a:lnTo>
                  <a:lnTo>
                    <a:pt x="3252868" y="4277245"/>
                  </a:lnTo>
                  <a:lnTo>
                    <a:pt x="3246992" y="4267069"/>
                  </a:lnTo>
                  <a:lnTo>
                    <a:pt x="3257168" y="4261193"/>
                  </a:lnTo>
                  <a:close/>
                </a:path>
                <a:path w="6694170" h="6997065">
                  <a:moveTo>
                    <a:pt x="3331875" y="4391755"/>
                  </a:moveTo>
                  <a:lnTo>
                    <a:pt x="3337164" y="4400919"/>
                  </a:lnTo>
                  <a:lnTo>
                    <a:pt x="3328007" y="4406202"/>
                  </a:lnTo>
                  <a:lnTo>
                    <a:pt x="3322718" y="4397039"/>
                  </a:lnTo>
                  <a:lnTo>
                    <a:pt x="3331875" y="4391755"/>
                  </a:lnTo>
                  <a:close/>
                </a:path>
                <a:path w="6694170" h="6997065">
                  <a:moveTo>
                    <a:pt x="3406577" y="4522317"/>
                  </a:moveTo>
                  <a:lnTo>
                    <a:pt x="3411274" y="4530456"/>
                  </a:lnTo>
                  <a:lnTo>
                    <a:pt x="3403135" y="4535159"/>
                  </a:lnTo>
                  <a:lnTo>
                    <a:pt x="3398439" y="4527020"/>
                  </a:lnTo>
                  <a:lnTo>
                    <a:pt x="3406577" y="4522317"/>
                  </a:lnTo>
                  <a:close/>
                </a:path>
                <a:path w="6694170" h="6997065">
                  <a:moveTo>
                    <a:pt x="3481279" y="4652880"/>
                  </a:moveTo>
                  <a:lnTo>
                    <a:pt x="3485395" y="4660005"/>
                  </a:lnTo>
                  <a:lnTo>
                    <a:pt x="3478270" y="4664121"/>
                  </a:lnTo>
                  <a:lnTo>
                    <a:pt x="3474153" y="4656996"/>
                  </a:lnTo>
                  <a:lnTo>
                    <a:pt x="3481279" y="4652880"/>
                  </a:lnTo>
                  <a:close/>
                </a:path>
                <a:path w="6694170" h="6997065">
                  <a:moveTo>
                    <a:pt x="3555874" y="4783844"/>
                  </a:moveTo>
                  <a:lnTo>
                    <a:pt x="3559108" y="4789442"/>
                  </a:lnTo>
                  <a:lnTo>
                    <a:pt x="3553510" y="4792676"/>
                  </a:lnTo>
                  <a:lnTo>
                    <a:pt x="3550277" y="4787072"/>
                  </a:lnTo>
                  <a:lnTo>
                    <a:pt x="3555874" y="4783844"/>
                  </a:lnTo>
                  <a:close/>
                </a:path>
                <a:path w="6694170" h="6997065">
                  <a:moveTo>
                    <a:pt x="3630576" y="4914406"/>
                  </a:moveTo>
                  <a:lnTo>
                    <a:pt x="3633217" y="4918985"/>
                  </a:lnTo>
                  <a:lnTo>
                    <a:pt x="3628638" y="4921632"/>
                  </a:lnTo>
                  <a:lnTo>
                    <a:pt x="3625997" y="4917048"/>
                  </a:lnTo>
                  <a:lnTo>
                    <a:pt x="3630576" y="4914406"/>
                  </a:lnTo>
                  <a:close/>
                </a:path>
                <a:path w="6694170" h="6997065">
                  <a:moveTo>
                    <a:pt x="3705277" y="5044968"/>
                  </a:moveTo>
                  <a:lnTo>
                    <a:pt x="3707339" y="5048534"/>
                  </a:lnTo>
                  <a:lnTo>
                    <a:pt x="3703773" y="5050589"/>
                  </a:lnTo>
                  <a:lnTo>
                    <a:pt x="3701712" y="5047024"/>
                  </a:lnTo>
                  <a:lnTo>
                    <a:pt x="3705277" y="5044968"/>
                  </a:lnTo>
                  <a:close/>
                </a:path>
                <a:path w="6694170" h="6997065">
                  <a:moveTo>
                    <a:pt x="3779979" y="5175530"/>
                  </a:moveTo>
                  <a:lnTo>
                    <a:pt x="3781448" y="5178077"/>
                  </a:lnTo>
                  <a:lnTo>
                    <a:pt x="3778901" y="5179546"/>
                  </a:lnTo>
                  <a:lnTo>
                    <a:pt x="3777432" y="5176999"/>
                  </a:lnTo>
                  <a:lnTo>
                    <a:pt x="3779979" y="5175530"/>
                  </a:lnTo>
                  <a:close/>
                </a:path>
                <a:path w="6694170" h="6997065">
                  <a:moveTo>
                    <a:pt x="3854680" y="5306092"/>
                  </a:moveTo>
                  <a:lnTo>
                    <a:pt x="3855563" y="5307626"/>
                  </a:lnTo>
                  <a:lnTo>
                    <a:pt x="3854041" y="5308503"/>
                  </a:lnTo>
                  <a:lnTo>
                    <a:pt x="3853158" y="5306975"/>
                  </a:lnTo>
                  <a:lnTo>
                    <a:pt x="3854680" y="5306092"/>
                  </a:lnTo>
                  <a:close/>
                </a:path>
                <a:path w="6694170" h="6997065">
                  <a:moveTo>
                    <a:pt x="2903841" y="3942414"/>
                  </a:moveTo>
                  <a:lnTo>
                    <a:pt x="2912950" y="3958187"/>
                  </a:lnTo>
                  <a:lnTo>
                    <a:pt x="2897177" y="3967291"/>
                  </a:lnTo>
                  <a:lnTo>
                    <a:pt x="2888068" y="3951518"/>
                  </a:lnTo>
                  <a:lnTo>
                    <a:pt x="2903841" y="3942414"/>
                  </a:lnTo>
                  <a:close/>
                </a:path>
                <a:path w="6694170" h="6997065">
                  <a:moveTo>
                    <a:pt x="2978436" y="4073379"/>
                  </a:moveTo>
                  <a:lnTo>
                    <a:pt x="2986663" y="4087624"/>
                  </a:lnTo>
                  <a:lnTo>
                    <a:pt x="2972418" y="4095851"/>
                  </a:lnTo>
                  <a:lnTo>
                    <a:pt x="2964191" y="4081606"/>
                  </a:lnTo>
                  <a:lnTo>
                    <a:pt x="2978436" y="4073379"/>
                  </a:lnTo>
                  <a:close/>
                </a:path>
                <a:path w="6694170" h="6997065">
                  <a:moveTo>
                    <a:pt x="3053037" y="4204338"/>
                  </a:moveTo>
                  <a:lnTo>
                    <a:pt x="3060382" y="4217060"/>
                  </a:lnTo>
                  <a:lnTo>
                    <a:pt x="3047659" y="4224405"/>
                  </a:lnTo>
                  <a:lnTo>
                    <a:pt x="3040314" y="4211682"/>
                  </a:lnTo>
                  <a:lnTo>
                    <a:pt x="3053037" y="4204338"/>
                  </a:lnTo>
                  <a:close/>
                </a:path>
                <a:path w="6694170" h="6997065">
                  <a:moveTo>
                    <a:pt x="3127519" y="4335705"/>
                  </a:moveTo>
                  <a:lnTo>
                    <a:pt x="3133691" y="4346396"/>
                  </a:lnTo>
                  <a:lnTo>
                    <a:pt x="3123006" y="4352562"/>
                  </a:lnTo>
                  <a:lnTo>
                    <a:pt x="3116834" y="4341877"/>
                  </a:lnTo>
                  <a:lnTo>
                    <a:pt x="3127519" y="4335705"/>
                  </a:lnTo>
                  <a:close/>
                </a:path>
                <a:path w="6694170" h="6997065">
                  <a:moveTo>
                    <a:pt x="3202115" y="4466670"/>
                  </a:moveTo>
                  <a:lnTo>
                    <a:pt x="3207404" y="4475833"/>
                  </a:lnTo>
                  <a:lnTo>
                    <a:pt x="3198247" y="4481122"/>
                  </a:lnTo>
                  <a:lnTo>
                    <a:pt x="3192958" y="4471959"/>
                  </a:lnTo>
                  <a:lnTo>
                    <a:pt x="3202115" y="4466670"/>
                  </a:lnTo>
                  <a:close/>
                </a:path>
                <a:path w="6694170" h="6997065">
                  <a:moveTo>
                    <a:pt x="3276817" y="4597238"/>
                  </a:moveTo>
                  <a:lnTo>
                    <a:pt x="3281520" y="4605376"/>
                  </a:lnTo>
                  <a:lnTo>
                    <a:pt x="3273375" y="4610073"/>
                  </a:lnTo>
                  <a:lnTo>
                    <a:pt x="3268678" y="4601935"/>
                  </a:lnTo>
                  <a:lnTo>
                    <a:pt x="3276817" y="4597238"/>
                  </a:lnTo>
                  <a:close/>
                </a:path>
                <a:path w="6694170" h="6997065">
                  <a:moveTo>
                    <a:pt x="3351518" y="4727800"/>
                  </a:moveTo>
                  <a:lnTo>
                    <a:pt x="3355635" y="4734925"/>
                  </a:lnTo>
                  <a:lnTo>
                    <a:pt x="3348509" y="4739036"/>
                  </a:lnTo>
                  <a:lnTo>
                    <a:pt x="3344392" y="4731910"/>
                  </a:lnTo>
                  <a:lnTo>
                    <a:pt x="3351518" y="4727800"/>
                  </a:lnTo>
                  <a:close/>
                </a:path>
                <a:path w="6694170" h="6997065">
                  <a:moveTo>
                    <a:pt x="3426113" y="4858759"/>
                  </a:moveTo>
                  <a:lnTo>
                    <a:pt x="3429347" y="4864362"/>
                  </a:lnTo>
                  <a:lnTo>
                    <a:pt x="3423750" y="4867590"/>
                  </a:lnTo>
                  <a:lnTo>
                    <a:pt x="3420516" y="4861993"/>
                  </a:lnTo>
                  <a:lnTo>
                    <a:pt x="3426113" y="4858759"/>
                  </a:lnTo>
                  <a:close/>
                </a:path>
                <a:path w="6694170" h="6997065">
                  <a:moveTo>
                    <a:pt x="3500815" y="4989321"/>
                  </a:moveTo>
                  <a:lnTo>
                    <a:pt x="3503462" y="4993905"/>
                  </a:lnTo>
                  <a:lnTo>
                    <a:pt x="3498878" y="4996547"/>
                  </a:lnTo>
                  <a:lnTo>
                    <a:pt x="3496236" y="4991968"/>
                  </a:lnTo>
                  <a:lnTo>
                    <a:pt x="3500815" y="4989321"/>
                  </a:lnTo>
                  <a:close/>
                </a:path>
                <a:path w="6694170" h="6997065">
                  <a:moveTo>
                    <a:pt x="3575517" y="5119883"/>
                  </a:moveTo>
                  <a:lnTo>
                    <a:pt x="3577578" y="5123449"/>
                  </a:lnTo>
                  <a:lnTo>
                    <a:pt x="3574013" y="5125510"/>
                  </a:lnTo>
                  <a:lnTo>
                    <a:pt x="3571951" y="5121944"/>
                  </a:lnTo>
                  <a:lnTo>
                    <a:pt x="3575517" y="5119883"/>
                  </a:lnTo>
                  <a:close/>
                </a:path>
                <a:path w="6694170" h="6997065">
                  <a:moveTo>
                    <a:pt x="3650224" y="5250445"/>
                  </a:moveTo>
                  <a:lnTo>
                    <a:pt x="3651693" y="5252992"/>
                  </a:lnTo>
                  <a:lnTo>
                    <a:pt x="3649146" y="5254461"/>
                  </a:lnTo>
                  <a:lnTo>
                    <a:pt x="3647677" y="5251914"/>
                  </a:lnTo>
                  <a:lnTo>
                    <a:pt x="3650224" y="5250445"/>
                  </a:lnTo>
                  <a:close/>
                </a:path>
                <a:path w="6694170" h="6997065">
                  <a:moveTo>
                    <a:pt x="3724920" y="5381013"/>
                  </a:moveTo>
                  <a:lnTo>
                    <a:pt x="3725803" y="5382541"/>
                  </a:lnTo>
                  <a:lnTo>
                    <a:pt x="3724280" y="5383424"/>
                  </a:lnTo>
                  <a:lnTo>
                    <a:pt x="3723398" y="5381890"/>
                  </a:lnTo>
                  <a:lnTo>
                    <a:pt x="3724920" y="5381013"/>
                  </a:lnTo>
                  <a:close/>
                </a:path>
                <a:path w="6694170" h="6997065">
                  <a:moveTo>
                    <a:pt x="2923278" y="4279258"/>
                  </a:moveTo>
                  <a:lnTo>
                    <a:pt x="2930623" y="4291981"/>
                  </a:lnTo>
                  <a:lnTo>
                    <a:pt x="2917900" y="4299325"/>
                  </a:lnTo>
                  <a:lnTo>
                    <a:pt x="2910555" y="4286603"/>
                  </a:lnTo>
                  <a:lnTo>
                    <a:pt x="2923278" y="4279258"/>
                  </a:lnTo>
                  <a:close/>
                </a:path>
                <a:path w="6694170" h="6997065">
                  <a:moveTo>
                    <a:pt x="2997873" y="4410223"/>
                  </a:moveTo>
                  <a:lnTo>
                    <a:pt x="3004335" y="4421417"/>
                  </a:lnTo>
                  <a:lnTo>
                    <a:pt x="2993141" y="4427879"/>
                  </a:lnTo>
                  <a:lnTo>
                    <a:pt x="2986678" y="4416685"/>
                  </a:lnTo>
                  <a:lnTo>
                    <a:pt x="2997873" y="4410223"/>
                  </a:lnTo>
                  <a:close/>
                </a:path>
                <a:path w="6694170" h="6997065">
                  <a:moveTo>
                    <a:pt x="3072362" y="4541584"/>
                  </a:moveTo>
                  <a:lnTo>
                    <a:pt x="3077651" y="4550747"/>
                  </a:lnTo>
                  <a:lnTo>
                    <a:pt x="3068488" y="4556037"/>
                  </a:lnTo>
                  <a:lnTo>
                    <a:pt x="3063199" y="4546874"/>
                  </a:lnTo>
                  <a:lnTo>
                    <a:pt x="3072362" y="4541584"/>
                  </a:lnTo>
                  <a:close/>
                </a:path>
                <a:path w="6694170" h="6997065">
                  <a:moveTo>
                    <a:pt x="3147064" y="4672152"/>
                  </a:moveTo>
                  <a:lnTo>
                    <a:pt x="3151766" y="4680290"/>
                  </a:lnTo>
                  <a:lnTo>
                    <a:pt x="3143616" y="4684993"/>
                  </a:lnTo>
                  <a:lnTo>
                    <a:pt x="3138920" y="4676855"/>
                  </a:lnTo>
                  <a:lnTo>
                    <a:pt x="3147064" y="4672152"/>
                  </a:lnTo>
                  <a:close/>
                </a:path>
                <a:path w="6694170" h="6997065">
                  <a:moveTo>
                    <a:pt x="3221759" y="4802714"/>
                  </a:moveTo>
                  <a:lnTo>
                    <a:pt x="3225876" y="4809839"/>
                  </a:lnTo>
                  <a:lnTo>
                    <a:pt x="3218750" y="4813956"/>
                  </a:lnTo>
                  <a:lnTo>
                    <a:pt x="3214639" y="4806831"/>
                  </a:lnTo>
                  <a:lnTo>
                    <a:pt x="3221759" y="4802714"/>
                  </a:lnTo>
                  <a:close/>
                </a:path>
                <a:path w="6694170" h="6997065">
                  <a:moveTo>
                    <a:pt x="3296467" y="4933276"/>
                  </a:moveTo>
                  <a:lnTo>
                    <a:pt x="3299991" y="4939383"/>
                  </a:lnTo>
                  <a:lnTo>
                    <a:pt x="3293884" y="4942907"/>
                  </a:lnTo>
                  <a:lnTo>
                    <a:pt x="3290360" y="4936800"/>
                  </a:lnTo>
                  <a:lnTo>
                    <a:pt x="3296467" y="4933276"/>
                  </a:lnTo>
                  <a:close/>
                </a:path>
                <a:path w="6694170" h="6997065">
                  <a:moveTo>
                    <a:pt x="3371055" y="5064241"/>
                  </a:moveTo>
                  <a:lnTo>
                    <a:pt x="3373703" y="5068819"/>
                  </a:lnTo>
                  <a:lnTo>
                    <a:pt x="3369118" y="5071467"/>
                  </a:lnTo>
                  <a:lnTo>
                    <a:pt x="3366477" y="5066883"/>
                  </a:lnTo>
                  <a:lnTo>
                    <a:pt x="3371055" y="5064241"/>
                  </a:lnTo>
                  <a:close/>
                </a:path>
                <a:path w="6694170" h="6997065">
                  <a:moveTo>
                    <a:pt x="3445757" y="5194803"/>
                  </a:moveTo>
                  <a:lnTo>
                    <a:pt x="3447819" y="5198369"/>
                  </a:lnTo>
                  <a:lnTo>
                    <a:pt x="3444259" y="5200424"/>
                  </a:lnTo>
                  <a:lnTo>
                    <a:pt x="3442197" y="5196858"/>
                  </a:lnTo>
                  <a:lnTo>
                    <a:pt x="3445757" y="5194803"/>
                  </a:lnTo>
                  <a:close/>
                </a:path>
                <a:path w="6694170" h="6997065">
                  <a:moveTo>
                    <a:pt x="3520465" y="5325365"/>
                  </a:moveTo>
                  <a:lnTo>
                    <a:pt x="3521934" y="5327906"/>
                  </a:lnTo>
                  <a:lnTo>
                    <a:pt x="3519387" y="5329375"/>
                  </a:lnTo>
                  <a:lnTo>
                    <a:pt x="3517918" y="5326834"/>
                  </a:lnTo>
                  <a:lnTo>
                    <a:pt x="3520465" y="5325365"/>
                  </a:lnTo>
                  <a:close/>
                </a:path>
                <a:path w="6694170" h="6997065">
                  <a:moveTo>
                    <a:pt x="3595166" y="5455927"/>
                  </a:moveTo>
                  <a:lnTo>
                    <a:pt x="3596049" y="5457455"/>
                  </a:lnTo>
                  <a:lnTo>
                    <a:pt x="3594521" y="5458338"/>
                  </a:lnTo>
                  <a:lnTo>
                    <a:pt x="3593638" y="5456810"/>
                  </a:lnTo>
                  <a:lnTo>
                    <a:pt x="3595166" y="5455927"/>
                  </a:lnTo>
                  <a:close/>
                </a:path>
                <a:path w="6694170" h="6997065">
                  <a:moveTo>
                    <a:pt x="2868112" y="4485142"/>
                  </a:moveTo>
                  <a:lnTo>
                    <a:pt x="2874574" y="4496331"/>
                  </a:lnTo>
                  <a:lnTo>
                    <a:pt x="2863379" y="4502793"/>
                  </a:lnTo>
                  <a:lnTo>
                    <a:pt x="2856917" y="4491604"/>
                  </a:lnTo>
                  <a:lnTo>
                    <a:pt x="2868112" y="4485142"/>
                  </a:lnTo>
                  <a:close/>
                </a:path>
                <a:path w="6694170" h="6997065">
                  <a:moveTo>
                    <a:pt x="2942707" y="4616101"/>
                  </a:moveTo>
                  <a:lnTo>
                    <a:pt x="2948293" y="4625767"/>
                  </a:lnTo>
                  <a:lnTo>
                    <a:pt x="2938620" y="4631353"/>
                  </a:lnTo>
                  <a:lnTo>
                    <a:pt x="2933041" y="4621681"/>
                  </a:lnTo>
                  <a:lnTo>
                    <a:pt x="2942707" y="4616101"/>
                  </a:lnTo>
                  <a:close/>
                </a:path>
                <a:path w="6694170" h="6997065">
                  <a:moveTo>
                    <a:pt x="3017409" y="4746663"/>
                  </a:moveTo>
                  <a:lnTo>
                    <a:pt x="3022402" y="4755317"/>
                  </a:lnTo>
                  <a:lnTo>
                    <a:pt x="3013754" y="4760310"/>
                  </a:lnTo>
                  <a:lnTo>
                    <a:pt x="3008761" y="4751656"/>
                  </a:lnTo>
                  <a:lnTo>
                    <a:pt x="3017409" y="4746663"/>
                  </a:lnTo>
                  <a:close/>
                </a:path>
                <a:path w="6694170" h="6997065">
                  <a:moveTo>
                    <a:pt x="3092111" y="4877225"/>
                  </a:moveTo>
                  <a:lnTo>
                    <a:pt x="3096518" y="4884860"/>
                  </a:lnTo>
                  <a:lnTo>
                    <a:pt x="3088883" y="4889267"/>
                  </a:lnTo>
                  <a:lnTo>
                    <a:pt x="3084476" y="4881632"/>
                  </a:lnTo>
                  <a:lnTo>
                    <a:pt x="3092111" y="4877225"/>
                  </a:lnTo>
                  <a:close/>
                </a:path>
                <a:path w="6694170" h="6997065">
                  <a:moveTo>
                    <a:pt x="3166706" y="5008196"/>
                  </a:moveTo>
                  <a:lnTo>
                    <a:pt x="3170230" y="5014297"/>
                  </a:lnTo>
                  <a:lnTo>
                    <a:pt x="3164124" y="5017821"/>
                  </a:lnTo>
                  <a:lnTo>
                    <a:pt x="3160599" y="5011720"/>
                  </a:lnTo>
                  <a:lnTo>
                    <a:pt x="3166706" y="5008196"/>
                  </a:lnTo>
                  <a:close/>
                </a:path>
                <a:path w="6694170" h="6997065">
                  <a:moveTo>
                    <a:pt x="3241408" y="5138758"/>
                  </a:moveTo>
                  <a:lnTo>
                    <a:pt x="3244345" y="5143846"/>
                  </a:lnTo>
                  <a:lnTo>
                    <a:pt x="3239258" y="5146784"/>
                  </a:lnTo>
                  <a:lnTo>
                    <a:pt x="3236320" y="5141696"/>
                  </a:lnTo>
                  <a:lnTo>
                    <a:pt x="3241408" y="5138758"/>
                  </a:lnTo>
                  <a:close/>
                </a:path>
                <a:path w="6694170" h="6997065">
                  <a:moveTo>
                    <a:pt x="3316109" y="5269320"/>
                  </a:moveTo>
                  <a:lnTo>
                    <a:pt x="3318461" y="5273389"/>
                  </a:lnTo>
                  <a:lnTo>
                    <a:pt x="3314386" y="5275741"/>
                  </a:lnTo>
                  <a:lnTo>
                    <a:pt x="3312040" y="5271672"/>
                  </a:lnTo>
                  <a:lnTo>
                    <a:pt x="3316109" y="5269320"/>
                  </a:lnTo>
                  <a:close/>
                </a:path>
                <a:path w="6694170" h="6997065">
                  <a:moveTo>
                    <a:pt x="3390816" y="5399882"/>
                  </a:moveTo>
                  <a:lnTo>
                    <a:pt x="3392576" y="5402932"/>
                  </a:lnTo>
                  <a:lnTo>
                    <a:pt x="3389525" y="5404697"/>
                  </a:lnTo>
                  <a:lnTo>
                    <a:pt x="3387760" y="5401641"/>
                  </a:lnTo>
                  <a:lnTo>
                    <a:pt x="3390816" y="5399882"/>
                  </a:lnTo>
                  <a:close/>
                </a:path>
                <a:path w="6694170" h="6997065">
                  <a:moveTo>
                    <a:pt x="3465518" y="5530444"/>
                  </a:moveTo>
                  <a:lnTo>
                    <a:pt x="3466691" y="5532476"/>
                  </a:lnTo>
                  <a:lnTo>
                    <a:pt x="3464654" y="5533649"/>
                  </a:lnTo>
                  <a:lnTo>
                    <a:pt x="3463481" y="5531623"/>
                  </a:lnTo>
                  <a:lnTo>
                    <a:pt x="3465518" y="5530444"/>
                  </a:lnTo>
                  <a:close/>
                </a:path>
                <a:path w="6694170" h="6997065">
                  <a:moveTo>
                    <a:pt x="2887653" y="4821578"/>
                  </a:moveTo>
                  <a:lnTo>
                    <a:pt x="2892646" y="4830231"/>
                  </a:lnTo>
                  <a:lnTo>
                    <a:pt x="2883992" y="4835230"/>
                  </a:lnTo>
                  <a:lnTo>
                    <a:pt x="2878999" y="4826577"/>
                  </a:lnTo>
                  <a:lnTo>
                    <a:pt x="2887653" y="4821578"/>
                  </a:lnTo>
                  <a:close/>
                </a:path>
                <a:path w="6694170" h="6997065">
                  <a:moveTo>
                    <a:pt x="2962349" y="4952146"/>
                  </a:moveTo>
                  <a:lnTo>
                    <a:pt x="2966756" y="4959774"/>
                  </a:lnTo>
                  <a:lnTo>
                    <a:pt x="2959121" y="4964181"/>
                  </a:lnTo>
                  <a:lnTo>
                    <a:pt x="2954714" y="4956552"/>
                  </a:lnTo>
                  <a:lnTo>
                    <a:pt x="2962349" y="4952146"/>
                  </a:lnTo>
                  <a:close/>
                </a:path>
                <a:path w="6694170" h="6997065">
                  <a:moveTo>
                    <a:pt x="3036949" y="5083110"/>
                  </a:moveTo>
                  <a:lnTo>
                    <a:pt x="3040474" y="5089211"/>
                  </a:lnTo>
                  <a:lnTo>
                    <a:pt x="3034368" y="5092741"/>
                  </a:lnTo>
                  <a:lnTo>
                    <a:pt x="3030843" y="5086634"/>
                  </a:lnTo>
                  <a:lnTo>
                    <a:pt x="3036949" y="5083110"/>
                  </a:lnTo>
                  <a:close/>
                </a:path>
                <a:path w="6694170" h="6997065">
                  <a:moveTo>
                    <a:pt x="3111646" y="5213672"/>
                  </a:moveTo>
                  <a:lnTo>
                    <a:pt x="3114584" y="5218760"/>
                  </a:lnTo>
                  <a:lnTo>
                    <a:pt x="3109496" y="5221698"/>
                  </a:lnTo>
                  <a:lnTo>
                    <a:pt x="3106558" y="5216610"/>
                  </a:lnTo>
                  <a:lnTo>
                    <a:pt x="3111646" y="5213672"/>
                  </a:lnTo>
                  <a:close/>
                </a:path>
                <a:path w="6694170" h="6997065">
                  <a:moveTo>
                    <a:pt x="3186353" y="5344234"/>
                  </a:moveTo>
                  <a:lnTo>
                    <a:pt x="3188699" y="5348304"/>
                  </a:lnTo>
                  <a:lnTo>
                    <a:pt x="3184629" y="5350655"/>
                  </a:lnTo>
                  <a:lnTo>
                    <a:pt x="3182284" y="5346586"/>
                  </a:lnTo>
                  <a:lnTo>
                    <a:pt x="3186353" y="5344234"/>
                  </a:lnTo>
                  <a:close/>
                </a:path>
                <a:path w="6694170" h="6997065">
                  <a:moveTo>
                    <a:pt x="3261055" y="5474797"/>
                  </a:moveTo>
                  <a:lnTo>
                    <a:pt x="3262814" y="5477853"/>
                  </a:lnTo>
                  <a:lnTo>
                    <a:pt x="3259763" y="5479612"/>
                  </a:lnTo>
                  <a:lnTo>
                    <a:pt x="3258004" y="5476562"/>
                  </a:lnTo>
                  <a:lnTo>
                    <a:pt x="3261055" y="5474797"/>
                  </a:lnTo>
                  <a:close/>
                </a:path>
                <a:path w="6694170" h="6997065">
                  <a:moveTo>
                    <a:pt x="3335757" y="5605364"/>
                  </a:moveTo>
                  <a:lnTo>
                    <a:pt x="3336930" y="5607390"/>
                  </a:lnTo>
                  <a:lnTo>
                    <a:pt x="3334892" y="5608569"/>
                  </a:lnTo>
                  <a:lnTo>
                    <a:pt x="3333719" y="5606537"/>
                  </a:lnTo>
                  <a:lnTo>
                    <a:pt x="3335757" y="5605364"/>
                  </a:lnTo>
                  <a:close/>
                </a:path>
                <a:path w="6694170" h="6997065">
                  <a:moveTo>
                    <a:pt x="2907296" y="5157621"/>
                  </a:moveTo>
                  <a:lnTo>
                    <a:pt x="2911116" y="5164243"/>
                  </a:lnTo>
                  <a:lnTo>
                    <a:pt x="2904500" y="5168057"/>
                  </a:lnTo>
                  <a:lnTo>
                    <a:pt x="2900680" y="5161441"/>
                  </a:lnTo>
                  <a:lnTo>
                    <a:pt x="2907296" y="5157621"/>
                  </a:lnTo>
                  <a:close/>
                </a:path>
                <a:path w="6694170" h="6997065">
                  <a:moveTo>
                    <a:pt x="2981891" y="5288586"/>
                  </a:moveTo>
                  <a:lnTo>
                    <a:pt x="2984829" y="5293673"/>
                  </a:lnTo>
                  <a:lnTo>
                    <a:pt x="2979741" y="5296611"/>
                  </a:lnTo>
                  <a:lnTo>
                    <a:pt x="2976803" y="5291523"/>
                  </a:lnTo>
                  <a:lnTo>
                    <a:pt x="2981891" y="5288586"/>
                  </a:lnTo>
                  <a:close/>
                </a:path>
                <a:path w="6694170" h="6997065">
                  <a:moveTo>
                    <a:pt x="3056592" y="5419153"/>
                  </a:moveTo>
                  <a:lnTo>
                    <a:pt x="3058938" y="5423223"/>
                  </a:lnTo>
                  <a:lnTo>
                    <a:pt x="3054869" y="5425568"/>
                  </a:lnTo>
                  <a:lnTo>
                    <a:pt x="3052523" y="5421499"/>
                  </a:lnTo>
                  <a:lnTo>
                    <a:pt x="3056592" y="5419153"/>
                  </a:lnTo>
                  <a:close/>
                </a:path>
                <a:path w="6694170" h="6997065">
                  <a:moveTo>
                    <a:pt x="3131294" y="5549716"/>
                  </a:moveTo>
                  <a:lnTo>
                    <a:pt x="3133060" y="5552766"/>
                  </a:lnTo>
                  <a:lnTo>
                    <a:pt x="3130003" y="5554531"/>
                  </a:lnTo>
                  <a:lnTo>
                    <a:pt x="3128244" y="5551475"/>
                  </a:lnTo>
                  <a:lnTo>
                    <a:pt x="3131294" y="5549716"/>
                  </a:lnTo>
                  <a:close/>
                </a:path>
                <a:path w="6694170" h="6997065">
                  <a:moveTo>
                    <a:pt x="3205996" y="5680278"/>
                  </a:moveTo>
                  <a:lnTo>
                    <a:pt x="3207169" y="5682309"/>
                  </a:lnTo>
                  <a:lnTo>
                    <a:pt x="3205131" y="5683482"/>
                  </a:lnTo>
                  <a:lnTo>
                    <a:pt x="3203958" y="5681456"/>
                  </a:lnTo>
                  <a:lnTo>
                    <a:pt x="3205996" y="5680278"/>
                  </a:lnTo>
                  <a:close/>
                </a:path>
                <a:path w="6694170" h="6997065">
                  <a:moveTo>
                    <a:pt x="3279678" y="5811432"/>
                  </a:moveTo>
                  <a:lnTo>
                    <a:pt x="3281044" y="5811432"/>
                  </a:lnTo>
                  <a:lnTo>
                    <a:pt x="3281290" y="5811859"/>
                  </a:lnTo>
                  <a:lnTo>
                    <a:pt x="3279925" y="5811859"/>
                  </a:lnTo>
                  <a:lnTo>
                    <a:pt x="3279678" y="5811432"/>
                  </a:lnTo>
                  <a:close/>
                </a:path>
                <a:path w="6694170" h="6997065">
                  <a:moveTo>
                    <a:pt x="2926837" y="5494068"/>
                  </a:moveTo>
                  <a:lnTo>
                    <a:pt x="2929183" y="5498137"/>
                  </a:lnTo>
                  <a:lnTo>
                    <a:pt x="2925113" y="5500489"/>
                  </a:lnTo>
                  <a:lnTo>
                    <a:pt x="2922762" y="5496420"/>
                  </a:lnTo>
                  <a:lnTo>
                    <a:pt x="2926837" y="5494068"/>
                  </a:lnTo>
                  <a:close/>
                </a:path>
                <a:path w="6694170" h="6997065">
                  <a:moveTo>
                    <a:pt x="3001534" y="5624630"/>
                  </a:moveTo>
                  <a:lnTo>
                    <a:pt x="3003298" y="5627686"/>
                  </a:lnTo>
                  <a:lnTo>
                    <a:pt x="3000242" y="5629446"/>
                  </a:lnTo>
                  <a:lnTo>
                    <a:pt x="2998483" y="5626395"/>
                  </a:lnTo>
                  <a:lnTo>
                    <a:pt x="3001534" y="5624630"/>
                  </a:lnTo>
                  <a:close/>
                </a:path>
                <a:path w="6694170" h="6997065">
                  <a:moveTo>
                    <a:pt x="3076235" y="5755198"/>
                  </a:moveTo>
                  <a:lnTo>
                    <a:pt x="3077408" y="5757224"/>
                  </a:lnTo>
                  <a:lnTo>
                    <a:pt x="3075376" y="5758402"/>
                  </a:lnTo>
                  <a:lnTo>
                    <a:pt x="3074203" y="5756371"/>
                  </a:lnTo>
                  <a:lnTo>
                    <a:pt x="3076235" y="5755198"/>
                  </a:lnTo>
                  <a:close/>
                </a:path>
                <a:path w="6694170" h="6997065">
                  <a:moveTo>
                    <a:pt x="3149923" y="5886347"/>
                  </a:moveTo>
                  <a:lnTo>
                    <a:pt x="3151282" y="5886347"/>
                  </a:lnTo>
                  <a:lnTo>
                    <a:pt x="3151529" y="5886773"/>
                  </a:lnTo>
                  <a:lnTo>
                    <a:pt x="3150170" y="5886773"/>
                  </a:lnTo>
                  <a:lnTo>
                    <a:pt x="3149923" y="5886347"/>
                  </a:lnTo>
                  <a:close/>
                </a:path>
                <a:path w="6694170" h="6997065">
                  <a:moveTo>
                    <a:pt x="2797076" y="5568982"/>
                  </a:moveTo>
                  <a:lnTo>
                    <a:pt x="2799422" y="5573051"/>
                  </a:lnTo>
                  <a:lnTo>
                    <a:pt x="2795353" y="5575403"/>
                  </a:lnTo>
                  <a:lnTo>
                    <a:pt x="2793001" y="5571334"/>
                  </a:lnTo>
                  <a:lnTo>
                    <a:pt x="2797076" y="5568982"/>
                  </a:lnTo>
                  <a:close/>
                </a:path>
                <a:path w="6694170" h="6997065">
                  <a:moveTo>
                    <a:pt x="2871778" y="5699544"/>
                  </a:moveTo>
                  <a:lnTo>
                    <a:pt x="2873543" y="5702600"/>
                  </a:lnTo>
                  <a:lnTo>
                    <a:pt x="2870487" y="5704365"/>
                  </a:lnTo>
                  <a:lnTo>
                    <a:pt x="2868722" y="5701309"/>
                  </a:lnTo>
                  <a:lnTo>
                    <a:pt x="2871778" y="5699544"/>
                  </a:lnTo>
                  <a:close/>
                </a:path>
                <a:path w="6694170" h="6997065">
                  <a:moveTo>
                    <a:pt x="2946480" y="5830112"/>
                  </a:moveTo>
                  <a:lnTo>
                    <a:pt x="2947653" y="5832144"/>
                  </a:lnTo>
                  <a:lnTo>
                    <a:pt x="2945621" y="5833316"/>
                  </a:lnTo>
                  <a:lnTo>
                    <a:pt x="2944448" y="5831285"/>
                  </a:lnTo>
                  <a:lnTo>
                    <a:pt x="2946480" y="5830112"/>
                  </a:lnTo>
                  <a:close/>
                </a:path>
                <a:path w="6694170" h="6997065">
                  <a:moveTo>
                    <a:pt x="3020163" y="5961260"/>
                  </a:moveTo>
                  <a:lnTo>
                    <a:pt x="3021519" y="5961260"/>
                  </a:lnTo>
                  <a:lnTo>
                    <a:pt x="3021768" y="5961693"/>
                  </a:lnTo>
                  <a:lnTo>
                    <a:pt x="3020412" y="5961693"/>
                  </a:lnTo>
                  <a:lnTo>
                    <a:pt x="3020163" y="5961260"/>
                  </a:lnTo>
                  <a:close/>
                </a:path>
                <a:path w="6694170" h="6997065">
                  <a:moveTo>
                    <a:pt x="2667316" y="5643903"/>
                  </a:moveTo>
                  <a:lnTo>
                    <a:pt x="2669667" y="5647972"/>
                  </a:lnTo>
                  <a:lnTo>
                    <a:pt x="2665592" y="5650324"/>
                  </a:lnTo>
                  <a:lnTo>
                    <a:pt x="2663241" y="5646254"/>
                  </a:lnTo>
                  <a:lnTo>
                    <a:pt x="2667316" y="5643903"/>
                  </a:lnTo>
                  <a:close/>
                </a:path>
                <a:path w="6694170" h="6997065">
                  <a:moveTo>
                    <a:pt x="2742017" y="5774465"/>
                  </a:moveTo>
                  <a:lnTo>
                    <a:pt x="2743783" y="5777515"/>
                  </a:lnTo>
                  <a:lnTo>
                    <a:pt x="2740732" y="5779280"/>
                  </a:lnTo>
                  <a:lnTo>
                    <a:pt x="2738967" y="5776224"/>
                  </a:lnTo>
                  <a:lnTo>
                    <a:pt x="2742017" y="5774465"/>
                  </a:lnTo>
                  <a:close/>
                </a:path>
                <a:path w="6694170" h="6997065">
                  <a:moveTo>
                    <a:pt x="2816725" y="5905027"/>
                  </a:moveTo>
                  <a:lnTo>
                    <a:pt x="2817898" y="5907059"/>
                  </a:lnTo>
                  <a:lnTo>
                    <a:pt x="2815860" y="5908231"/>
                  </a:lnTo>
                  <a:lnTo>
                    <a:pt x="2814687" y="5906206"/>
                  </a:lnTo>
                  <a:lnTo>
                    <a:pt x="2816725" y="5905027"/>
                  </a:lnTo>
                  <a:close/>
                </a:path>
                <a:path w="6694170" h="6997065">
                  <a:moveTo>
                    <a:pt x="2890408" y="6036181"/>
                  </a:moveTo>
                  <a:lnTo>
                    <a:pt x="2891760" y="6036181"/>
                  </a:lnTo>
                  <a:lnTo>
                    <a:pt x="2892007" y="6036608"/>
                  </a:lnTo>
                  <a:lnTo>
                    <a:pt x="2890655" y="6036608"/>
                  </a:lnTo>
                  <a:lnTo>
                    <a:pt x="2890408" y="6036181"/>
                  </a:lnTo>
                  <a:close/>
                </a:path>
                <a:path w="6694170" h="6997065">
                  <a:moveTo>
                    <a:pt x="2462859" y="5588256"/>
                  </a:moveTo>
                  <a:lnTo>
                    <a:pt x="2465797" y="5593343"/>
                  </a:lnTo>
                  <a:lnTo>
                    <a:pt x="2460709" y="5596281"/>
                  </a:lnTo>
                  <a:lnTo>
                    <a:pt x="2457771" y="5591193"/>
                  </a:lnTo>
                  <a:lnTo>
                    <a:pt x="2462859" y="5588256"/>
                  </a:lnTo>
                  <a:close/>
                </a:path>
                <a:path w="6694170" h="6997065">
                  <a:moveTo>
                    <a:pt x="2537555" y="5718818"/>
                  </a:moveTo>
                  <a:lnTo>
                    <a:pt x="2539906" y="5722887"/>
                  </a:lnTo>
                  <a:lnTo>
                    <a:pt x="2535837" y="5725238"/>
                  </a:lnTo>
                  <a:lnTo>
                    <a:pt x="2533486" y="5721169"/>
                  </a:lnTo>
                  <a:lnTo>
                    <a:pt x="2537555" y="5718818"/>
                  </a:lnTo>
                  <a:close/>
                </a:path>
                <a:path w="6694170" h="6997065">
                  <a:moveTo>
                    <a:pt x="2612262" y="5849380"/>
                  </a:moveTo>
                  <a:lnTo>
                    <a:pt x="2614021" y="5852436"/>
                  </a:lnTo>
                  <a:lnTo>
                    <a:pt x="2610971" y="5854195"/>
                  </a:lnTo>
                  <a:lnTo>
                    <a:pt x="2609206" y="5851145"/>
                  </a:lnTo>
                  <a:lnTo>
                    <a:pt x="2612262" y="5849380"/>
                  </a:lnTo>
                  <a:close/>
                </a:path>
                <a:path w="6694170" h="6997065">
                  <a:moveTo>
                    <a:pt x="2686964" y="5979948"/>
                  </a:moveTo>
                  <a:lnTo>
                    <a:pt x="2688137" y="5981973"/>
                  </a:lnTo>
                  <a:lnTo>
                    <a:pt x="2686099" y="5983152"/>
                  </a:lnTo>
                  <a:lnTo>
                    <a:pt x="2684926" y="5981120"/>
                  </a:lnTo>
                  <a:lnTo>
                    <a:pt x="2686964" y="5979948"/>
                  </a:lnTo>
                  <a:close/>
                </a:path>
                <a:path w="6694170" h="6997065">
                  <a:moveTo>
                    <a:pt x="2760647" y="6111096"/>
                  </a:moveTo>
                  <a:lnTo>
                    <a:pt x="2762005" y="6111096"/>
                  </a:lnTo>
                  <a:lnTo>
                    <a:pt x="2762252" y="6111523"/>
                  </a:lnTo>
                  <a:lnTo>
                    <a:pt x="2760893" y="6111523"/>
                  </a:lnTo>
                  <a:lnTo>
                    <a:pt x="2760647" y="6111096"/>
                  </a:lnTo>
                  <a:close/>
                </a:path>
                <a:path w="6694170" h="6997065">
                  <a:moveTo>
                    <a:pt x="2333098" y="5663170"/>
                  </a:moveTo>
                  <a:lnTo>
                    <a:pt x="2336036" y="5668258"/>
                  </a:lnTo>
                  <a:lnTo>
                    <a:pt x="2330948" y="5671195"/>
                  </a:lnTo>
                  <a:lnTo>
                    <a:pt x="2328010" y="5666108"/>
                  </a:lnTo>
                  <a:lnTo>
                    <a:pt x="2333098" y="5663170"/>
                  </a:lnTo>
                  <a:close/>
                </a:path>
                <a:path w="6694170" h="6997065">
                  <a:moveTo>
                    <a:pt x="2407800" y="5793732"/>
                  </a:moveTo>
                  <a:lnTo>
                    <a:pt x="2410151" y="5797801"/>
                  </a:lnTo>
                  <a:lnTo>
                    <a:pt x="2406076" y="5800153"/>
                  </a:lnTo>
                  <a:lnTo>
                    <a:pt x="2403730" y="5796084"/>
                  </a:lnTo>
                  <a:lnTo>
                    <a:pt x="2407800" y="5793732"/>
                  </a:lnTo>
                  <a:close/>
                </a:path>
                <a:path w="6694170" h="6997065">
                  <a:moveTo>
                    <a:pt x="2482500" y="5924300"/>
                  </a:moveTo>
                  <a:lnTo>
                    <a:pt x="2484260" y="5927350"/>
                  </a:lnTo>
                  <a:lnTo>
                    <a:pt x="2481210" y="5929115"/>
                  </a:lnTo>
                  <a:lnTo>
                    <a:pt x="2479444" y="5926059"/>
                  </a:lnTo>
                  <a:lnTo>
                    <a:pt x="2482500" y="5924300"/>
                  </a:lnTo>
                  <a:close/>
                </a:path>
                <a:path w="6694170" h="6997065">
                  <a:moveTo>
                    <a:pt x="2557203" y="6054862"/>
                  </a:moveTo>
                  <a:lnTo>
                    <a:pt x="2558376" y="6056894"/>
                  </a:lnTo>
                  <a:lnTo>
                    <a:pt x="2556338" y="6058066"/>
                  </a:lnTo>
                  <a:lnTo>
                    <a:pt x="2555165" y="6056041"/>
                  </a:lnTo>
                  <a:lnTo>
                    <a:pt x="2557203" y="6054862"/>
                  </a:lnTo>
                  <a:close/>
                </a:path>
                <a:path w="6694170" h="6997065">
                  <a:moveTo>
                    <a:pt x="2630892" y="6186010"/>
                  </a:moveTo>
                  <a:lnTo>
                    <a:pt x="2632242" y="6186010"/>
                  </a:lnTo>
                  <a:lnTo>
                    <a:pt x="2632491" y="6186443"/>
                  </a:lnTo>
                  <a:lnTo>
                    <a:pt x="2631141" y="6186443"/>
                  </a:lnTo>
                  <a:lnTo>
                    <a:pt x="2630892" y="6186010"/>
                  </a:lnTo>
                  <a:close/>
                </a:path>
                <a:path w="6694170" h="6997065">
                  <a:moveTo>
                    <a:pt x="2128741" y="5607120"/>
                  </a:moveTo>
                  <a:lnTo>
                    <a:pt x="2132562" y="5613742"/>
                  </a:lnTo>
                  <a:lnTo>
                    <a:pt x="2125946" y="5617563"/>
                  </a:lnTo>
                  <a:lnTo>
                    <a:pt x="2122125" y="5610941"/>
                  </a:lnTo>
                  <a:lnTo>
                    <a:pt x="2128741" y="5607120"/>
                  </a:lnTo>
                  <a:close/>
                </a:path>
                <a:path w="6694170" h="6997065">
                  <a:moveTo>
                    <a:pt x="2203337" y="5738091"/>
                  </a:moveTo>
                  <a:lnTo>
                    <a:pt x="2206274" y="5743179"/>
                  </a:lnTo>
                  <a:lnTo>
                    <a:pt x="2201187" y="5746116"/>
                  </a:lnTo>
                  <a:lnTo>
                    <a:pt x="2198249" y="5741029"/>
                  </a:lnTo>
                  <a:lnTo>
                    <a:pt x="2203337" y="5738091"/>
                  </a:lnTo>
                  <a:close/>
                </a:path>
                <a:path w="6694170" h="6997065">
                  <a:moveTo>
                    <a:pt x="2278038" y="5868653"/>
                  </a:moveTo>
                  <a:lnTo>
                    <a:pt x="2280390" y="5872722"/>
                  </a:lnTo>
                  <a:lnTo>
                    <a:pt x="2276315" y="5875074"/>
                  </a:lnTo>
                  <a:lnTo>
                    <a:pt x="2273969" y="5871004"/>
                  </a:lnTo>
                  <a:lnTo>
                    <a:pt x="2278038" y="5868653"/>
                  </a:lnTo>
                  <a:close/>
                </a:path>
                <a:path w="6694170" h="6997065">
                  <a:moveTo>
                    <a:pt x="2352746" y="5999215"/>
                  </a:moveTo>
                  <a:lnTo>
                    <a:pt x="2354505" y="6002265"/>
                  </a:lnTo>
                  <a:lnTo>
                    <a:pt x="2351448" y="6004030"/>
                  </a:lnTo>
                  <a:lnTo>
                    <a:pt x="2349689" y="6000980"/>
                  </a:lnTo>
                  <a:lnTo>
                    <a:pt x="2352746" y="5999215"/>
                  </a:lnTo>
                  <a:close/>
                </a:path>
                <a:path w="6694170" h="6997065">
                  <a:moveTo>
                    <a:pt x="2427442" y="6129783"/>
                  </a:moveTo>
                  <a:lnTo>
                    <a:pt x="2428615" y="6131808"/>
                  </a:lnTo>
                  <a:lnTo>
                    <a:pt x="2426583" y="6132981"/>
                  </a:lnTo>
                  <a:lnTo>
                    <a:pt x="2425410" y="6130956"/>
                  </a:lnTo>
                  <a:lnTo>
                    <a:pt x="2427442" y="6129783"/>
                  </a:lnTo>
                  <a:close/>
                </a:path>
                <a:path w="6694170" h="6997065">
                  <a:moveTo>
                    <a:pt x="2501131" y="6260931"/>
                  </a:moveTo>
                  <a:lnTo>
                    <a:pt x="2502483" y="6260931"/>
                  </a:lnTo>
                  <a:lnTo>
                    <a:pt x="2502730" y="6261358"/>
                  </a:lnTo>
                  <a:lnTo>
                    <a:pt x="2501377" y="6261358"/>
                  </a:lnTo>
                  <a:lnTo>
                    <a:pt x="2501131" y="6260931"/>
                  </a:lnTo>
                  <a:close/>
                </a:path>
                <a:path w="6694170" h="6997065">
                  <a:moveTo>
                    <a:pt x="1924280" y="5551478"/>
                  </a:moveTo>
                  <a:lnTo>
                    <a:pt x="1928687" y="5559107"/>
                  </a:lnTo>
                  <a:lnTo>
                    <a:pt x="1921052" y="5563514"/>
                  </a:lnTo>
                  <a:lnTo>
                    <a:pt x="1916645" y="5555885"/>
                  </a:lnTo>
                  <a:lnTo>
                    <a:pt x="1924280" y="5551478"/>
                  </a:lnTo>
                  <a:close/>
                </a:path>
                <a:path w="6694170" h="6997065">
                  <a:moveTo>
                    <a:pt x="1998981" y="5682040"/>
                  </a:moveTo>
                  <a:lnTo>
                    <a:pt x="2002802" y="5688656"/>
                  </a:lnTo>
                  <a:lnTo>
                    <a:pt x="1996186" y="5692477"/>
                  </a:lnTo>
                  <a:lnTo>
                    <a:pt x="1992365" y="5685861"/>
                  </a:lnTo>
                  <a:lnTo>
                    <a:pt x="1998981" y="5682040"/>
                  </a:lnTo>
                  <a:close/>
                </a:path>
                <a:path w="6694170" h="6997065">
                  <a:moveTo>
                    <a:pt x="2073577" y="5813005"/>
                  </a:moveTo>
                  <a:lnTo>
                    <a:pt x="2076514" y="5818093"/>
                  </a:lnTo>
                  <a:lnTo>
                    <a:pt x="2071427" y="5821031"/>
                  </a:lnTo>
                  <a:lnTo>
                    <a:pt x="2068489" y="5815943"/>
                  </a:lnTo>
                  <a:lnTo>
                    <a:pt x="2073577" y="5813005"/>
                  </a:lnTo>
                  <a:close/>
                </a:path>
                <a:path w="6694170" h="6997065">
                  <a:moveTo>
                    <a:pt x="2148284" y="5943567"/>
                  </a:moveTo>
                  <a:lnTo>
                    <a:pt x="2150630" y="5947636"/>
                  </a:lnTo>
                  <a:lnTo>
                    <a:pt x="2146555" y="5949988"/>
                  </a:lnTo>
                  <a:lnTo>
                    <a:pt x="2144209" y="5945919"/>
                  </a:lnTo>
                  <a:lnTo>
                    <a:pt x="2148284" y="5943567"/>
                  </a:lnTo>
                  <a:close/>
                </a:path>
                <a:path w="6694170" h="6997065">
                  <a:moveTo>
                    <a:pt x="2222986" y="6074129"/>
                  </a:moveTo>
                  <a:lnTo>
                    <a:pt x="2224745" y="6077186"/>
                  </a:lnTo>
                  <a:lnTo>
                    <a:pt x="2221694" y="6078945"/>
                  </a:lnTo>
                  <a:lnTo>
                    <a:pt x="2219935" y="6075895"/>
                  </a:lnTo>
                  <a:lnTo>
                    <a:pt x="2222986" y="6074129"/>
                  </a:lnTo>
                  <a:close/>
                </a:path>
                <a:path w="6694170" h="6997065">
                  <a:moveTo>
                    <a:pt x="2297687" y="6204697"/>
                  </a:moveTo>
                  <a:lnTo>
                    <a:pt x="2298860" y="6206723"/>
                  </a:lnTo>
                  <a:lnTo>
                    <a:pt x="2296823" y="6207901"/>
                  </a:lnTo>
                  <a:lnTo>
                    <a:pt x="2295650" y="6205870"/>
                  </a:lnTo>
                  <a:lnTo>
                    <a:pt x="2297687" y="6204697"/>
                  </a:lnTo>
                  <a:close/>
                </a:path>
                <a:path w="6694170" h="6997065">
                  <a:moveTo>
                    <a:pt x="2371370" y="6335846"/>
                  </a:moveTo>
                  <a:lnTo>
                    <a:pt x="2372721" y="6335846"/>
                  </a:lnTo>
                  <a:lnTo>
                    <a:pt x="2372970" y="6336278"/>
                  </a:lnTo>
                  <a:lnTo>
                    <a:pt x="2371619" y="6336278"/>
                  </a:lnTo>
                  <a:lnTo>
                    <a:pt x="2371370" y="6335846"/>
                  </a:lnTo>
                  <a:close/>
                </a:path>
                <a:path w="6694170" h="6997065">
                  <a:moveTo>
                    <a:pt x="1794519" y="5626393"/>
                  </a:moveTo>
                  <a:lnTo>
                    <a:pt x="1798926" y="5634028"/>
                  </a:lnTo>
                  <a:lnTo>
                    <a:pt x="1791297" y="5638435"/>
                  </a:lnTo>
                  <a:lnTo>
                    <a:pt x="1786890" y="5630800"/>
                  </a:lnTo>
                  <a:lnTo>
                    <a:pt x="1794519" y="5626393"/>
                  </a:lnTo>
                  <a:close/>
                </a:path>
                <a:path w="6694170" h="6997065">
                  <a:moveTo>
                    <a:pt x="1869226" y="5756955"/>
                  </a:moveTo>
                  <a:lnTo>
                    <a:pt x="1873047" y="5763577"/>
                  </a:lnTo>
                  <a:lnTo>
                    <a:pt x="1866431" y="5767392"/>
                  </a:lnTo>
                  <a:lnTo>
                    <a:pt x="1862610" y="5760776"/>
                  </a:lnTo>
                  <a:lnTo>
                    <a:pt x="1869226" y="5756955"/>
                  </a:lnTo>
                  <a:close/>
                </a:path>
                <a:path w="6694170" h="6997065">
                  <a:moveTo>
                    <a:pt x="1943815" y="5887926"/>
                  </a:moveTo>
                  <a:lnTo>
                    <a:pt x="1946753" y="5893014"/>
                  </a:lnTo>
                  <a:lnTo>
                    <a:pt x="1941665" y="5895952"/>
                  </a:lnTo>
                  <a:lnTo>
                    <a:pt x="1938728" y="5890864"/>
                  </a:lnTo>
                  <a:lnTo>
                    <a:pt x="1943815" y="5887926"/>
                  </a:lnTo>
                  <a:close/>
                </a:path>
                <a:path w="6694170" h="6997065">
                  <a:moveTo>
                    <a:pt x="2018523" y="6018488"/>
                  </a:moveTo>
                  <a:lnTo>
                    <a:pt x="2020868" y="6022557"/>
                  </a:lnTo>
                  <a:lnTo>
                    <a:pt x="2016799" y="6024903"/>
                  </a:lnTo>
                  <a:lnTo>
                    <a:pt x="2014454" y="6020833"/>
                  </a:lnTo>
                  <a:lnTo>
                    <a:pt x="2018523" y="6018488"/>
                  </a:lnTo>
                  <a:close/>
                </a:path>
                <a:path w="6694170" h="6997065">
                  <a:moveTo>
                    <a:pt x="2093224" y="6149050"/>
                  </a:moveTo>
                  <a:lnTo>
                    <a:pt x="2094983" y="6152100"/>
                  </a:lnTo>
                  <a:lnTo>
                    <a:pt x="2091933" y="6153865"/>
                  </a:lnTo>
                  <a:lnTo>
                    <a:pt x="2090174" y="6150809"/>
                  </a:lnTo>
                  <a:lnTo>
                    <a:pt x="2093224" y="6149050"/>
                  </a:lnTo>
                  <a:close/>
                </a:path>
                <a:path w="6694170" h="6997065">
                  <a:moveTo>
                    <a:pt x="2167926" y="6279612"/>
                  </a:moveTo>
                  <a:lnTo>
                    <a:pt x="2169099" y="6281644"/>
                  </a:lnTo>
                  <a:lnTo>
                    <a:pt x="2167061" y="6282817"/>
                  </a:lnTo>
                  <a:lnTo>
                    <a:pt x="2165888" y="6280791"/>
                  </a:lnTo>
                  <a:lnTo>
                    <a:pt x="2167926" y="6279612"/>
                  </a:lnTo>
                  <a:close/>
                </a:path>
                <a:path w="6694170" h="6997065">
                  <a:moveTo>
                    <a:pt x="2241609" y="6410766"/>
                  </a:moveTo>
                  <a:lnTo>
                    <a:pt x="2242975" y="6410766"/>
                  </a:lnTo>
                  <a:lnTo>
                    <a:pt x="2243220" y="6411193"/>
                  </a:lnTo>
                  <a:lnTo>
                    <a:pt x="2241856" y="6411193"/>
                  </a:lnTo>
                  <a:lnTo>
                    <a:pt x="2241609" y="6410766"/>
                  </a:lnTo>
                  <a:close/>
                </a:path>
                <a:path w="6694170" h="6997065">
                  <a:moveTo>
                    <a:pt x="1590062" y="5570746"/>
                  </a:moveTo>
                  <a:lnTo>
                    <a:pt x="1595055" y="5579400"/>
                  </a:lnTo>
                  <a:lnTo>
                    <a:pt x="1586408" y="5584399"/>
                  </a:lnTo>
                  <a:lnTo>
                    <a:pt x="1581409" y="5575745"/>
                  </a:lnTo>
                  <a:lnTo>
                    <a:pt x="1590062" y="5570746"/>
                  </a:lnTo>
                  <a:close/>
                </a:path>
                <a:path w="6694170" h="6997065">
                  <a:moveTo>
                    <a:pt x="1664764" y="5701309"/>
                  </a:moveTo>
                  <a:lnTo>
                    <a:pt x="1669171" y="5708943"/>
                  </a:lnTo>
                  <a:lnTo>
                    <a:pt x="1661542" y="5713350"/>
                  </a:lnTo>
                  <a:lnTo>
                    <a:pt x="1657135" y="5705715"/>
                  </a:lnTo>
                  <a:lnTo>
                    <a:pt x="1664764" y="5701309"/>
                  </a:lnTo>
                  <a:close/>
                </a:path>
                <a:path w="6694170" h="6997065">
                  <a:moveTo>
                    <a:pt x="1739359" y="5832279"/>
                  </a:moveTo>
                  <a:lnTo>
                    <a:pt x="1742884" y="5838380"/>
                  </a:lnTo>
                  <a:lnTo>
                    <a:pt x="1736777" y="5841910"/>
                  </a:lnTo>
                  <a:lnTo>
                    <a:pt x="1733253" y="5835803"/>
                  </a:lnTo>
                  <a:lnTo>
                    <a:pt x="1739359" y="5832279"/>
                  </a:lnTo>
                  <a:close/>
                </a:path>
                <a:path w="6694170" h="6997065">
                  <a:moveTo>
                    <a:pt x="1814061" y="5962841"/>
                  </a:moveTo>
                  <a:lnTo>
                    <a:pt x="1816999" y="5967929"/>
                  </a:lnTo>
                  <a:lnTo>
                    <a:pt x="1811911" y="5970867"/>
                  </a:lnTo>
                  <a:lnTo>
                    <a:pt x="1808973" y="5965779"/>
                  </a:lnTo>
                  <a:lnTo>
                    <a:pt x="1814061" y="5962841"/>
                  </a:lnTo>
                  <a:close/>
                </a:path>
                <a:path w="6694170" h="6997065">
                  <a:moveTo>
                    <a:pt x="1888768" y="6093403"/>
                  </a:moveTo>
                  <a:lnTo>
                    <a:pt x="1891114" y="6097473"/>
                  </a:lnTo>
                  <a:lnTo>
                    <a:pt x="1887045" y="6099824"/>
                  </a:lnTo>
                  <a:lnTo>
                    <a:pt x="1884693" y="6095755"/>
                  </a:lnTo>
                  <a:lnTo>
                    <a:pt x="1888768" y="6093403"/>
                  </a:lnTo>
                  <a:close/>
                </a:path>
                <a:path w="6694170" h="6997065">
                  <a:moveTo>
                    <a:pt x="1963465" y="6223966"/>
                  </a:moveTo>
                  <a:lnTo>
                    <a:pt x="1965230" y="6227022"/>
                  </a:lnTo>
                  <a:lnTo>
                    <a:pt x="1962173" y="6228781"/>
                  </a:lnTo>
                  <a:lnTo>
                    <a:pt x="1960414" y="6225731"/>
                  </a:lnTo>
                  <a:lnTo>
                    <a:pt x="1963465" y="6223966"/>
                  </a:lnTo>
                  <a:close/>
                </a:path>
                <a:path w="6694170" h="6997065">
                  <a:moveTo>
                    <a:pt x="2038166" y="6354533"/>
                  </a:moveTo>
                  <a:lnTo>
                    <a:pt x="2039339" y="6356559"/>
                  </a:lnTo>
                  <a:lnTo>
                    <a:pt x="2037308" y="6357738"/>
                  </a:lnTo>
                  <a:lnTo>
                    <a:pt x="2036135" y="6355706"/>
                  </a:lnTo>
                  <a:lnTo>
                    <a:pt x="2038166" y="6354533"/>
                  </a:lnTo>
                  <a:close/>
                </a:path>
                <a:path w="6694170" h="6997065">
                  <a:moveTo>
                    <a:pt x="1460199" y="5646070"/>
                  </a:moveTo>
                  <a:lnTo>
                    <a:pt x="1464897" y="5654209"/>
                  </a:lnTo>
                  <a:lnTo>
                    <a:pt x="1456753" y="5658912"/>
                  </a:lnTo>
                  <a:lnTo>
                    <a:pt x="1452049" y="5650773"/>
                  </a:lnTo>
                  <a:lnTo>
                    <a:pt x="1460199" y="5646070"/>
                  </a:lnTo>
                  <a:close/>
                </a:path>
                <a:path w="6694170" h="6997065">
                  <a:moveTo>
                    <a:pt x="1534896" y="5776632"/>
                  </a:moveTo>
                  <a:lnTo>
                    <a:pt x="1539013" y="5783758"/>
                  </a:lnTo>
                  <a:lnTo>
                    <a:pt x="1531893" y="5787868"/>
                  </a:lnTo>
                  <a:lnTo>
                    <a:pt x="1527777" y="5780743"/>
                  </a:lnTo>
                  <a:lnTo>
                    <a:pt x="1534896" y="5776632"/>
                  </a:lnTo>
                  <a:close/>
                </a:path>
                <a:path w="6694170" h="6997065">
                  <a:moveTo>
                    <a:pt x="1609598" y="5907194"/>
                  </a:moveTo>
                  <a:lnTo>
                    <a:pt x="1613122" y="5913301"/>
                  </a:lnTo>
                  <a:lnTo>
                    <a:pt x="1607021" y="5916825"/>
                  </a:lnTo>
                  <a:lnTo>
                    <a:pt x="1603497" y="5910719"/>
                  </a:lnTo>
                  <a:lnTo>
                    <a:pt x="1609598" y="5907194"/>
                  </a:lnTo>
                  <a:close/>
                </a:path>
                <a:path w="6694170" h="6997065">
                  <a:moveTo>
                    <a:pt x="1684305" y="6037756"/>
                  </a:moveTo>
                  <a:lnTo>
                    <a:pt x="1687243" y="6042844"/>
                  </a:lnTo>
                  <a:lnTo>
                    <a:pt x="1682155" y="6045782"/>
                  </a:lnTo>
                  <a:lnTo>
                    <a:pt x="1679217" y="6040694"/>
                  </a:lnTo>
                  <a:lnTo>
                    <a:pt x="1684305" y="6037756"/>
                  </a:lnTo>
                  <a:close/>
                </a:path>
                <a:path w="6694170" h="6997065">
                  <a:moveTo>
                    <a:pt x="1759007" y="6168319"/>
                  </a:moveTo>
                  <a:lnTo>
                    <a:pt x="1761352" y="6172388"/>
                  </a:lnTo>
                  <a:lnTo>
                    <a:pt x="1757283" y="6174739"/>
                  </a:lnTo>
                  <a:lnTo>
                    <a:pt x="1754932" y="6170670"/>
                  </a:lnTo>
                  <a:lnTo>
                    <a:pt x="1759007" y="6168319"/>
                  </a:lnTo>
                  <a:close/>
                </a:path>
                <a:path w="6694170" h="6997065">
                  <a:moveTo>
                    <a:pt x="1833708" y="6298881"/>
                  </a:moveTo>
                  <a:lnTo>
                    <a:pt x="1835474" y="6301937"/>
                  </a:lnTo>
                  <a:lnTo>
                    <a:pt x="1832417" y="6303702"/>
                  </a:lnTo>
                  <a:lnTo>
                    <a:pt x="1830652" y="6300646"/>
                  </a:lnTo>
                  <a:lnTo>
                    <a:pt x="1833708" y="6298881"/>
                  </a:lnTo>
                  <a:close/>
                </a:path>
                <a:path w="6694170" h="6997065">
                  <a:moveTo>
                    <a:pt x="1908410" y="6429448"/>
                  </a:moveTo>
                  <a:lnTo>
                    <a:pt x="1909583" y="6431480"/>
                  </a:lnTo>
                  <a:lnTo>
                    <a:pt x="1907552" y="6432653"/>
                  </a:lnTo>
                  <a:lnTo>
                    <a:pt x="1906379" y="6430621"/>
                  </a:lnTo>
                  <a:lnTo>
                    <a:pt x="1908410" y="6429448"/>
                  </a:lnTo>
                  <a:close/>
                </a:path>
                <a:path w="6694170" h="6997065">
                  <a:moveTo>
                    <a:pt x="1255737" y="5590424"/>
                  </a:moveTo>
                  <a:lnTo>
                    <a:pt x="1261026" y="5599587"/>
                  </a:lnTo>
                  <a:lnTo>
                    <a:pt x="1251863" y="5604876"/>
                  </a:lnTo>
                  <a:lnTo>
                    <a:pt x="1246574" y="5595713"/>
                  </a:lnTo>
                  <a:lnTo>
                    <a:pt x="1255737" y="5590424"/>
                  </a:lnTo>
                  <a:close/>
                </a:path>
                <a:path w="6694170" h="6997065">
                  <a:moveTo>
                    <a:pt x="1330438" y="5720986"/>
                  </a:moveTo>
                  <a:lnTo>
                    <a:pt x="1335136" y="5729124"/>
                  </a:lnTo>
                  <a:lnTo>
                    <a:pt x="1326997" y="5733827"/>
                  </a:lnTo>
                  <a:lnTo>
                    <a:pt x="1322294" y="5725689"/>
                  </a:lnTo>
                  <a:lnTo>
                    <a:pt x="1330438" y="5720986"/>
                  </a:lnTo>
                  <a:close/>
                </a:path>
                <a:path w="6694170" h="6997065">
                  <a:moveTo>
                    <a:pt x="1405140" y="5851548"/>
                  </a:moveTo>
                  <a:lnTo>
                    <a:pt x="1409257" y="5858673"/>
                  </a:lnTo>
                  <a:lnTo>
                    <a:pt x="1402131" y="5862790"/>
                  </a:lnTo>
                  <a:lnTo>
                    <a:pt x="1398015" y="5855664"/>
                  </a:lnTo>
                  <a:lnTo>
                    <a:pt x="1405140" y="5851548"/>
                  </a:lnTo>
                  <a:close/>
                </a:path>
                <a:path w="6694170" h="6997065">
                  <a:moveTo>
                    <a:pt x="1479736" y="5982512"/>
                  </a:moveTo>
                  <a:lnTo>
                    <a:pt x="1482970" y="5988110"/>
                  </a:lnTo>
                  <a:lnTo>
                    <a:pt x="1477372" y="5991344"/>
                  </a:lnTo>
                  <a:lnTo>
                    <a:pt x="1474138" y="5985741"/>
                  </a:lnTo>
                  <a:lnTo>
                    <a:pt x="1479736" y="5982512"/>
                  </a:lnTo>
                  <a:close/>
                </a:path>
                <a:path w="6694170" h="6997065">
                  <a:moveTo>
                    <a:pt x="1554437" y="6113074"/>
                  </a:moveTo>
                  <a:lnTo>
                    <a:pt x="1557079" y="6117653"/>
                  </a:lnTo>
                  <a:lnTo>
                    <a:pt x="1552500" y="6120301"/>
                  </a:lnTo>
                  <a:lnTo>
                    <a:pt x="1549859" y="6115716"/>
                  </a:lnTo>
                  <a:lnTo>
                    <a:pt x="1554437" y="6113074"/>
                  </a:lnTo>
                  <a:close/>
                </a:path>
                <a:path w="6694170" h="6997065">
                  <a:moveTo>
                    <a:pt x="1629133" y="6243636"/>
                  </a:moveTo>
                  <a:lnTo>
                    <a:pt x="1631195" y="6247202"/>
                  </a:lnTo>
                  <a:lnTo>
                    <a:pt x="1627635" y="6249258"/>
                  </a:lnTo>
                  <a:lnTo>
                    <a:pt x="1625574" y="6245692"/>
                  </a:lnTo>
                  <a:lnTo>
                    <a:pt x="1629133" y="6243636"/>
                  </a:lnTo>
                  <a:close/>
                </a:path>
                <a:path w="6694170" h="6997065">
                  <a:moveTo>
                    <a:pt x="1703841" y="6374198"/>
                  </a:moveTo>
                  <a:lnTo>
                    <a:pt x="1705310" y="6376745"/>
                  </a:lnTo>
                  <a:lnTo>
                    <a:pt x="1702763" y="6378214"/>
                  </a:lnTo>
                  <a:lnTo>
                    <a:pt x="1701294" y="6375667"/>
                  </a:lnTo>
                  <a:lnTo>
                    <a:pt x="1703841" y="6374198"/>
                  </a:lnTo>
                  <a:close/>
                </a:path>
                <a:path w="6694170" h="6997065">
                  <a:moveTo>
                    <a:pt x="1778542" y="6504760"/>
                  </a:moveTo>
                  <a:lnTo>
                    <a:pt x="1779425" y="6506294"/>
                  </a:lnTo>
                  <a:lnTo>
                    <a:pt x="1777897" y="6507177"/>
                  </a:lnTo>
                  <a:lnTo>
                    <a:pt x="1777014" y="6505643"/>
                  </a:lnTo>
                  <a:lnTo>
                    <a:pt x="1778542" y="6504760"/>
                  </a:lnTo>
                  <a:close/>
                </a:path>
                <a:path w="6694170" h="6997065">
                  <a:moveTo>
                    <a:pt x="1125976" y="5665339"/>
                  </a:moveTo>
                  <a:lnTo>
                    <a:pt x="1131265" y="5674502"/>
                  </a:lnTo>
                  <a:lnTo>
                    <a:pt x="1122108" y="5679791"/>
                  </a:lnTo>
                  <a:lnTo>
                    <a:pt x="1116819" y="5670628"/>
                  </a:lnTo>
                  <a:lnTo>
                    <a:pt x="1125976" y="5665339"/>
                  </a:lnTo>
                  <a:close/>
                </a:path>
                <a:path w="6694170" h="6997065">
                  <a:moveTo>
                    <a:pt x="1200678" y="5795907"/>
                  </a:moveTo>
                  <a:lnTo>
                    <a:pt x="1205381" y="5804045"/>
                  </a:lnTo>
                  <a:lnTo>
                    <a:pt x="1197236" y="5808742"/>
                  </a:lnTo>
                  <a:lnTo>
                    <a:pt x="1192540" y="5800604"/>
                  </a:lnTo>
                  <a:lnTo>
                    <a:pt x="1200678" y="5795907"/>
                  </a:lnTo>
                  <a:close/>
                </a:path>
                <a:path w="6694170" h="6997065">
                  <a:moveTo>
                    <a:pt x="1275379" y="5926469"/>
                  </a:moveTo>
                  <a:lnTo>
                    <a:pt x="1279496" y="5933594"/>
                  </a:lnTo>
                  <a:lnTo>
                    <a:pt x="1272370" y="5937704"/>
                  </a:lnTo>
                  <a:lnTo>
                    <a:pt x="1268254" y="5930579"/>
                  </a:lnTo>
                  <a:lnTo>
                    <a:pt x="1275379" y="5926469"/>
                  </a:lnTo>
                  <a:close/>
                </a:path>
                <a:path w="6694170" h="6997065">
                  <a:moveTo>
                    <a:pt x="1349974" y="6057427"/>
                  </a:moveTo>
                  <a:lnTo>
                    <a:pt x="1353208" y="6063031"/>
                  </a:lnTo>
                  <a:lnTo>
                    <a:pt x="1347611" y="6066259"/>
                  </a:lnTo>
                  <a:lnTo>
                    <a:pt x="1344377" y="6060661"/>
                  </a:lnTo>
                  <a:lnTo>
                    <a:pt x="1349974" y="6057427"/>
                  </a:lnTo>
                  <a:close/>
                </a:path>
                <a:path w="6694170" h="6997065">
                  <a:moveTo>
                    <a:pt x="1424676" y="6187990"/>
                  </a:moveTo>
                  <a:lnTo>
                    <a:pt x="1427324" y="6192574"/>
                  </a:lnTo>
                  <a:lnTo>
                    <a:pt x="1422739" y="6195216"/>
                  </a:lnTo>
                  <a:lnTo>
                    <a:pt x="1420097" y="6190637"/>
                  </a:lnTo>
                  <a:lnTo>
                    <a:pt x="1424676" y="6187990"/>
                  </a:lnTo>
                  <a:close/>
                </a:path>
                <a:path w="6694170" h="6997065">
                  <a:moveTo>
                    <a:pt x="1499378" y="6318552"/>
                  </a:moveTo>
                  <a:lnTo>
                    <a:pt x="1501439" y="6322117"/>
                  </a:lnTo>
                  <a:lnTo>
                    <a:pt x="1497874" y="6324179"/>
                  </a:lnTo>
                  <a:lnTo>
                    <a:pt x="1495812" y="6320613"/>
                  </a:lnTo>
                  <a:lnTo>
                    <a:pt x="1499378" y="6318552"/>
                  </a:lnTo>
                  <a:close/>
                </a:path>
                <a:path w="6694170" h="6997065">
                  <a:moveTo>
                    <a:pt x="1574079" y="6449119"/>
                  </a:moveTo>
                  <a:lnTo>
                    <a:pt x="1575549" y="6451660"/>
                  </a:lnTo>
                  <a:lnTo>
                    <a:pt x="1573002" y="6453129"/>
                  </a:lnTo>
                  <a:lnTo>
                    <a:pt x="1571533" y="6450588"/>
                  </a:lnTo>
                  <a:lnTo>
                    <a:pt x="1574079" y="6449119"/>
                  </a:lnTo>
                  <a:close/>
                </a:path>
                <a:path w="6694170" h="6997065">
                  <a:moveTo>
                    <a:pt x="1648781" y="6579681"/>
                  </a:moveTo>
                  <a:lnTo>
                    <a:pt x="1649664" y="6581210"/>
                  </a:lnTo>
                  <a:lnTo>
                    <a:pt x="1648141" y="6582092"/>
                  </a:lnTo>
                  <a:lnTo>
                    <a:pt x="1647259" y="6580558"/>
                  </a:lnTo>
                  <a:lnTo>
                    <a:pt x="1648781" y="6579681"/>
                  </a:lnTo>
                  <a:close/>
                </a:path>
                <a:path w="6694170" h="6997065">
                  <a:moveTo>
                    <a:pt x="921519" y="5609691"/>
                  </a:moveTo>
                  <a:lnTo>
                    <a:pt x="927394" y="5619873"/>
                  </a:lnTo>
                  <a:lnTo>
                    <a:pt x="917212" y="5625749"/>
                  </a:lnTo>
                  <a:lnTo>
                    <a:pt x="911337" y="5615567"/>
                  </a:lnTo>
                  <a:lnTo>
                    <a:pt x="921519" y="5609691"/>
                  </a:lnTo>
                  <a:close/>
                </a:path>
                <a:path w="6694170" h="6997065">
                  <a:moveTo>
                    <a:pt x="996108" y="5740656"/>
                  </a:moveTo>
                  <a:lnTo>
                    <a:pt x="1001101" y="5749310"/>
                  </a:lnTo>
                  <a:lnTo>
                    <a:pt x="992447" y="5754303"/>
                  </a:lnTo>
                  <a:lnTo>
                    <a:pt x="987454" y="5745649"/>
                  </a:lnTo>
                  <a:lnTo>
                    <a:pt x="996108" y="5740656"/>
                  </a:lnTo>
                  <a:close/>
                </a:path>
                <a:path w="6694170" h="6997065">
                  <a:moveTo>
                    <a:pt x="1070809" y="5871218"/>
                  </a:moveTo>
                  <a:lnTo>
                    <a:pt x="1075216" y="5878853"/>
                  </a:lnTo>
                  <a:lnTo>
                    <a:pt x="1067587" y="5883260"/>
                  </a:lnTo>
                  <a:lnTo>
                    <a:pt x="1063180" y="5875625"/>
                  </a:lnTo>
                  <a:lnTo>
                    <a:pt x="1070809" y="5871218"/>
                  </a:lnTo>
                  <a:close/>
                </a:path>
                <a:path w="6694170" h="6997065">
                  <a:moveTo>
                    <a:pt x="1145617" y="6001383"/>
                  </a:moveTo>
                  <a:lnTo>
                    <a:pt x="1149734" y="6008508"/>
                  </a:lnTo>
                  <a:lnTo>
                    <a:pt x="1142608" y="6012625"/>
                  </a:lnTo>
                  <a:lnTo>
                    <a:pt x="1138498" y="6005500"/>
                  </a:lnTo>
                  <a:lnTo>
                    <a:pt x="1145617" y="6001383"/>
                  </a:lnTo>
                  <a:close/>
                </a:path>
                <a:path w="6694170" h="6997065">
                  <a:moveTo>
                    <a:pt x="1220213" y="6132348"/>
                  </a:moveTo>
                  <a:lnTo>
                    <a:pt x="1223447" y="6137945"/>
                  </a:lnTo>
                  <a:lnTo>
                    <a:pt x="1217849" y="6141179"/>
                  </a:lnTo>
                  <a:lnTo>
                    <a:pt x="1214615" y="6135576"/>
                  </a:lnTo>
                  <a:lnTo>
                    <a:pt x="1220213" y="6132348"/>
                  </a:lnTo>
                  <a:close/>
                </a:path>
                <a:path w="6694170" h="6997065">
                  <a:moveTo>
                    <a:pt x="1294914" y="6262910"/>
                  </a:moveTo>
                  <a:lnTo>
                    <a:pt x="1297562" y="6267488"/>
                  </a:lnTo>
                  <a:lnTo>
                    <a:pt x="1292977" y="6270136"/>
                  </a:lnTo>
                  <a:lnTo>
                    <a:pt x="1290335" y="6265552"/>
                  </a:lnTo>
                  <a:lnTo>
                    <a:pt x="1294914" y="6262910"/>
                  </a:lnTo>
                  <a:close/>
                </a:path>
                <a:path w="6694170" h="6997065">
                  <a:moveTo>
                    <a:pt x="1369617" y="6393472"/>
                  </a:moveTo>
                  <a:lnTo>
                    <a:pt x="1371677" y="6397037"/>
                  </a:lnTo>
                  <a:lnTo>
                    <a:pt x="1368112" y="6399093"/>
                  </a:lnTo>
                  <a:lnTo>
                    <a:pt x="1366057" y="6395527"/>
                  </a:lnTo>
                  <a:lnTo>
                    <a:pt x="1369617" y="6393472"/>
                  </a:lnTo>
                  <a:close/>
                </a:path>
                <a:path w="6694170" h="6997065">
                  <a:moveTo>
                    <a:pt x="1444323" y="6524034"/>
                  </a:moveTo>
                  <a:lnTo>
                    <a:pt x="1445793" y="6526575"/>
                  </a:lnTo>
                  <a:lnTo>
                    <a:pt x="1443246" y="6528044"/>
                  </a:lnTo>
                  <a:lnTo>
                    <a:pt x="1441777" y="6525503"/>
                  </a:lnTo>
                  <a:lnTo>
                    <a:pt x="1444323" y="6524034"/>
                  </a:lnTo>
                  <a:close/>
                </a:path>
                <a:path w="6694170" h="6997065">
                  <a:moveTo>
                    <a:pt x="1519019" y="6654596"/>
                  </a:moveTo>
                  <a:lnTo>
                    <a:pt x="1519902" y="6656130"/>
                  </a:lnTo>
                  <a:lnTo>
                    <a:pt x="1518380" y="6657006"/>
                  </a:lnTo>
                  <a:lnTo>
                    <a:pt x="1517497" y="6655478"/>
                  </a:lnTo>
                  <a:lnTo>
                    <a:pt x="1519019" y="6654596"/>
                  </a:lnTo>
                  <a:close/>
                </a:path>
                <a:path w="6694170" h="6997065">
                  <a:moveTo>
                    <a:pt x="717162" y="5553647"/>
                  </a:moveTo>
                  <a:lnTo>
                    <a:pt x="723920" y="5565350"/>
                  </a:lnTo>
                  <a:lnTo>
                    <a:pt x="712210" y="5572109"/>
                  </a:lnTo>
                  <a:lnTo>
                    <a:pt x="705452" y="5560405"/>
                  </a:lnTo>
                  <a:lnTo>
                    <a:pt x="717162" y="5553647"/>
                  </a:lnTo>
                  <a:close/>
                </a:path>
                <a:path w="6694170" h="6997065">
                  <a:moveTo>
                    <a:pt x="791757" y="5684611"/>
                  </a:moveTo>
                  <a:lnTo>
                    <a:pt x="797632" y="5694787"/>
                  </a:lnTo>
                  <a:lnTo>
                    <a:pt x="787450" y="5700663"/>
                  </a:lnTo>
                  <a:lnTo>
                    <a:pt x="781575" y="5690487"/>
                  </a:lnTo>
                  <a:lnTo>
                    <a:pt x="791757" y="5684611"/>
                  </a:lnTo>
                  <a:close/>
                </a:path>
                <a:path w="6694170" h="6997065">
                  <a:moveTo>
                    <a:pt x="866346" y="5815570"/>
                  </a:moveTo>
                  <a:lnTo>
                    <a:pt x="871345" y="5824224"/>
                  </a:lnTo>
                  <a:lnTo>
                    <a:pt x="862698" y="5829217"/>
                  </a:lnTo>
                  <a:lnTo>
                    <a:pt x="857698" y="5820563"/>
                  </a:lnTo>
                  <a:lnTo>
                    <a:pt x="866346" y="5815570"/>
                  </a:lnTo>
                  <a:close/>
                </a:path>
                <a:path w="6694170" h="6997065">
                  <a:moveTo>
                    <a:pt x="941047" y="5946132"/>
                  </a:moveTo>
                  <a:lnTo>
                    <a:pt x="945454" y="5953767"/>
                  </a:lnTo>
                  <a:lnTo>
                    <a:pt x="937826" y="5958174"/>
                  </a:lnTo>
                  <a:lnTo>
                    <a:pt x="933419" y="5950539"/>
                  </a:lnTo>
                  <a:lnTo>
                    <a:pt x="941047" y="5946132"/>
                  </a:lnTo>
                  <a:close/>
                </a:path>
                <a:path w="6694170" h="6997065">
                  <a:moveTo>
                    <a:pt x="1015755" y="6076700"/>
                  </a:moveTo>
                  <a:lnTo>
                    <a:pt x="1019575" y="6083316"/>
                  </a:lnTo>
                  <a:lnTo>
                    <a:pt x="1012954" y="6087136"/>
                  </a:lnTo>
                  <a:lnTo>
                    <a:pt x="1009133" y="6080520"/>
                  </a:lnTo>
                  <a:lnTo>
                    <a:pt x="1015755" y="6076700"/>
                  </a:lnTo>
                  <a:close/>
                </a:path>
                <a:path w="6694170" h="6997065">
                  <a:moveTo>
                    <a:pt x="1090350" y="6207665"/>
                  </a:moveTo>
                  <a:lnTo>
                    <a:pt x="1093288" y="6212752"/>
                  </a:lnTo>
                  <a:lnTo>
                    <a:pt x="1088200" y="6215690"/>
                  </a:lnTo>
                  <a:lnTo>
                    <a:pt x="1085262" y="6210602"/>
                  </a:lnTo>
                  <a:lnTo>
                    <a:pt x="1090350" y="6207665"/>
                  </a:lnTo>
                  <a:close/>
                </a:path>
                <a:path w="6694170" h="6997065">
                  <a:moveTo>
                    <a:pt x="1165052" y="6338227"/>
                  </a:moveTo>
                  <a:lnTo>
                    <a:pt x="1167403" y="6342302"/>
                  </a:lnTo>
                  <a:lnTo>
                    <a:pt x="1163328" y="6344653"/>
                  </a:lnTo>
                  <a:lnTo>
                    <a:pt x="1160977" y="6340578"/>
                  </a:lnTo>
                  <a:lnTo>
                    <a:pt x="1165052" y="6338227"/>
                  </a:lnTo>
                  <a:close/>
                </a:path>
                <a:path w="6694170" h="6997065">
                  <a:moveTo>
                    <a:pt x="1239748" y="6468795"/>
                  </a:moveTo>
                  <a:lnTo>
                    <a:pt x="1241513" y="6471845"/>
                  </a:lnTo>
                  <a:lnTo>
                    <a:pt x="1238462" y="6473604"/>
                  </a:lnTo>
                  <a:lnTo>
                    <a:pt x="1236697" y="6470554"/>
                  </a:lnTo>
                  <a:lnTo>
                    <a:pt x="1239748" y="6468795"/>
                  </a:lnTo>
                  <a:close/>
                </a:path>
                <a:path w="6694170" h="6997065">
                  <a:moveTo>
                    <a:pt x="1314455" y="6599357"/>
                  </a:moveTo>
                  <a:lnTo>
                    <a:pt x="1315628" y="6601394"/>
                  </a:lnTo>
                  <a:lnTo>
                    <a:pt x="1313590" y="6602567"/>
                  </a:lnTo>
                  <a:lnTo>
                    <a:pt x="1312417" y="6600529"/>
                  </a:lnTo>
                  <a:lnTo>
                    <a:pt x="1314455" y="6599357"/>
                  </a:lnTo>
                  <a:close/>
                </a:path>
                <a:path w="6694170" h="6997065">
                  <a:moveTo>
                    <a:pt x="1388138" y="6730505"/>
                  </a:moveTo>
                  <a:lnTo>
                    <a:pt x="1389496" y="6730505"/>
                  </a:lnTo>
                  <a:lnTo>
                    <a:pt x="1389743" y="6730931"/>
                  </a:lnTo>
                  <a:lnTo>
                    <a:pt x="1388385" y="6730931"/>
                  </a:lnTo>
                  <a:lnTo>
                    <a:pt x="1388138" y="6730505"/>
                  </a:lnTo>
                  <a:close/>
                </a:path>
                <a:path w="6694170" h="6997065">
                  <a:moveTo>
                    <a:pt x="587294" y="5628964"/>
                  </a:moveTo>
                  <a:lnTo>
                    <a:pt x="593756" y="5640158"/>
                  </a:lnTo>
                  <a:lnTo>
                    <a:pt x="582561" y="5646620"/>
                  </a:lnTo>
                  <a:lnTo>
                    <a:pt x="576099" y="5635426"/>
                  </a:lnTo>
                  <a:lnTo>
                    <a:pt x="587294" y="5628964"/>
                  </a:lnTo>
                  <a:close/>
                </a:path>
                <a:path w="6694170" h="6997065">
                  <a:moveTo>
                    <a:pt x="661889" y="5759928"/>
                  </a:moveTo>
                  <a:lnTo>
                    <a:pt x="667469" y="5769595"/>
                  </a:lnTo>
                  <a:lnTo>
                    <a:pt x="657802" y="5775174"/>
                  </a:lnTo>
                  <a:lnTo>
                    <a:pt x="652223" y="5765514"/>
                  </a:lnTo>
                  <a:lnTo>
                    <a:pt x="661889" y="5759928"/>
                  </a:lnTo>
                  <a:close/>
                </a:path>
                <a:path w="6694170" h="6997065">
                  <a:moveTo>
                    <a:pt x="736585" y="5890490"/>
                  </a:moveTo>
                  <a:lnTo>
                    <a:pt x="741584" y="5899144"/>
                  </a:lnTo>
                  <a:lnTo>
                    <a:pt x="732937" y="5904137"/>
                  </a:lnTo>
                  <a:lnTo>
                    <a:pt x="727938" y="5895484"/>
                  </a:lnTo>
                  <a:lnTo>
                    <a:pt x="736585" y="5890490"/>
                  </a:lnTo>
                  <a:close/>
                </a:path>
                <a:path w="6694170" h="6997065">
                  <a:moveTo>
                    <a:pt x="811293" y="6021052"/>
                  </a:moveTo>
                  <a:lnTo>
                    <a:pt x="815700" y="6028687"/>
                  </a:lnTo>
                  <a:lnTo>
                    <a:pt x="808065" y="6033094"/>
                  </a:lnTo>
                  <a:lnTo>
                    <a:pt x="803658" y="6025459"/>
                  </a:lnTo>
                  <a:lnTo>
                    <a:pt x="811293" y="6021052"/>
                  </a:lnTo>
                  <a:close/>
                </a:path>
                <a:path w="6694170" h="6997065">
                  <a:moveTo>
                    <a:pt x="885888" y="6152017"/>
                  </a:moveTo>
                  <a:lnTo>
                    <a:pt x="889412" y="6158124"/>
                  </a:lnTo>
                  <a:lnTo>
                    <a:pt x="883306" y="6161648"/>
                  </a:lnTo>
                  <a:lnTo>
                    <a:pt x="879781" y="6155541"/>
                  </a:lnTo>
                  <a:lnTo>
                    <a:pt x="885888" y="6152017"/>
                  </a:lnTo>
                  <a:close/>
                </a:path>
                <a:path w="6694170" h="6997065">
                  <a:moveTo>
                    <a:pt x="960589" y="6282579"/>
                  </a:moveTo>
                  <a:lnTo>
                    <a:pt x="963527" y="6287673"/>
                  </a:lnTo>
                  <a:lnTo>
                    <a:pt x="958439" y="6290611"/>
                  </a:lnTo>
                  <a:lnTo>
                    <a:pt x="955502" y="6285517"/>
                  </a:lnTo>
                  <a:lnTo>
                    <a:pt x="960589" y="6282579"/>
                  </a:lnTo>
                  <a:close/>
                </a:path>
                <a:path w="6694170" h="6997065">
                  <a:moveTo>
                    <a:pt x="1035291" y="6413147"/>
                  </a:moveTo>
                  <a:lnTo>
                    <a:pt x="1037642" y="6417216"/>
                  </a:lnTo>
                  <a:lnTo>
                    <a:pt x="1033567" y="6419568"/>
                  </a:lnTo>
                  <a:lnTo>
                    <a:pt x="1031216" y="6415498"/>
                  </a:lnTo>
                  <a:lnTo>
                    <a:pt x="1035291" y="6413147"/>
                  </a:lnTo>
                  <a:close/>
                </a:path>
                <a:path w="6694170" h="6997065">
                  <a:moveTo>
                    <a:pt x="1109993" y="6543709"/>
                  </a:moveTo>
                  <a:lnTo>
                    <a:pt x="1111758" y="6546759"/>
                  </a:lnTo>
                  <a:lnTo>
                    <a:pt x="1108702" y="6548524"/>
                  </a:lnTo>
                  <a:lnTo>
                    <a:pt x="1106936" y="6545474"/>
                  </a:lnTo>
                  <a:lnTo>
                    <a:pt x="1109993" y="6543709"/>
                  </a:lnTo>
                  <a:close/>
                </a:path>
                <a:path w="6694170" h="6997065">
                  <a:moveTo>
                    <a:pt x="1184700" y="6674271"/>
                  </a:moveTo>
                  <a:lnTo>
                    <a:pt x="1185873" y="6676308"/>
                  </a:lnTo>
                  <a:lnTo>
                    <a:pt x="1183835" y="6677481"/>
                  </a:lnTo>
                  <a:lnTo>
                    <a:pt x="1182662" y="6675444"/>
                  </a:lnTo>
                  <a:lnTo>
                    <a:pt x="1184700" y="6674271"/>
                  </a:lnTo>
                  <a:close/>
                </a:path>
                <a:path w="6694170" h="6997065">
                  <a:moveTo>
                    <a:pt x="1258378" y="6805419"/>
                  </a:moveTo>
                  <a:lnTo>
                    <a:pt x="1259734" y="6805419"/>
                  </a:lnTo>
                  <a:lnTo>
                    <a:pt x="1259983" y="6805852"/>
                  </a:lnTo>
                  <a:lnTo>
                    <a:pt x="1258626" y="6805852"/>
                  </a:lnTo>
                  <a:lnTo>
                    <a:pt x="1258378" y="6805419"/>
                  </a:lnTo>
                  <a:close/>
                </a:path>
                <a:path w="6694170" h="6997065">
                  <a:moveTo>
                    <a:pt x="382938" y="5572914"/>
                  </a:moveTo>
                  <a:lnTo>
                    <a:pt x="390283" y="5585636"/>
                  </a:lnTo>
                  <a:lnTo>
                    <a:pt x="377560" y="5592981"/>
                  </a:lnTo>
                  <a:lnTo>
                    <a:pt x="370215" y="5580258"/>
                  </a:lnTo>
                  <a:lnTo>
                    <a:pt x="382938" y="5572914"/>
                  </a:lnTo>
                  <a:close/>
                </a:path>
                <a:path w="6694170" h="6997065">
                  <a:moveTo>
                    <a:pt x="457426" y="5704287"/>
                  </a:moveTo>
                  <a:lnTo>
                    <a:pt x="463598" y="5714972"/>
                  </a:lnTo>
                  <a:lnTo>
                    <a:pt x="452913" y="5721138"/>
                  </a:lnTo>
                  <a:lnTo>
                    <a:pt x="446741" y="5710453"/>
                  </a:lnTo>
                  <a:lnTo>
                    <a:pt x="457426" y="5704287"/>
                  </a:lnTo>
                  <a:close/>
                </a:path>
                <a:path w="6694170" h="6997065">
                  <a:moveTo>
                    <a:pt x="532021" y="5835246"/>
                  </a:moveTo>
                  <a:lnTo>
                    <a:pt x="537311" y="5844409"/>
                  </a:lnTo>
                  <a:lnTo>
                    <a:pt x="528154" y="5849692"/>
                  </a:lnTo>
                  <a:lnTo>
                    <a:pt x="522864" y="5840535"/>
                  </a:lnTo>
                  <a:lnTo>
                    <a:pt x="532021" y="5835246"/>
                  </a:lnTo>
                  <a:close/>
                </a:path>
                <a:path w="6694170" h="6997065">
                  <a:moveTo>
                    <a:pt x="606724" y="5965808"/>
                  </a:moveTo>
                  <a:lnTo>
                    <a:pt x="611426" y="5973952"/>
                  </a:lnTo>
                  <a:lnTo>
                    <a:pt x="603282" y="5978649"/>
                  </a:lnTo>
                  <a:lnTo>
                    <a:pt x="598585" y="5970511"/>
                  </a:lnTo>
                  <a:lnTo>
                    <a:pt x="606724" y="5965808"/>
                  </a:lnTo>
                  <a:close/>
                </a:path>
                <a:path w="6694170" h="6997065">
                  <a:moveTo>
                    <a:pt x="681425" y="6096370"/>
                  </a:moveTo>
                  <a:lnTo>
                    <a:pt x="685541" y="6103495"/>
                  </a:lnTo>
                  <a:lnTo>
                    <a:pt x="678416" y="6107612"/>
                  </a:lnTo>
                  <a:lnTo>
                    <a:pt x="674299" y="6100487"/>
                  </a:lnTo>
                  <a:lnTo>
                    <a:pt x="681425" y="6096370"/>
                  </a:lnTo>
                  <a:close/>
                </a:path>
                <a:path w="6694170" h="6997065">
                  <a:moveTo>
                    <a:pt x="756020" y="6227341"/>
                  </a:moveTo>
                  <a:lnTo>
                    <a:pt x="759254" y="6232938"/>
                  </a:lnTo>
                  <a:lnTo>
                    <a:pt x="753657" y="6236166"/>
                  </a:lnTo>
                  <a:lnTo>
                    <a:pt x="750423" y="6230569"/>
                  </a:lnTo>
                  <a:lnTo>
                    <a:pt x="756020" y="6227341"/>
                  </a:lnTo>
                  <a:close/>
                </a:path>
                <a:path w="6694170" h="6997065">
                  <a:moveTo>
                    <a:pt x="830728" y="6357903"/>
                  </a:moveTo>
                  <a:lnTo>
                    <a:pt x="833369" y="6362475"/>
                  </a:lnTo>
                  <a:lnTo>
                    <a:pt x="828785" y="6365123"/>
                  </a:lnTo>
                  <a:lnTo>
                    <a:pt x="826143" y="6360544"/>
                  </a:lnTo>
                  <a:lnTo>
                    <a:pt x="830728" y="6357903"/>
                  </a:lnTo>
                  <a:close/>
                </a:path>
                <a:path w="6694170" h="6997065">
                  <a:moveTo>
                    <a:pt x="905429" y="6488465"/>
                  </a:moveTo>
                  <a:lnTo>
                    <a:pt x="907484" y="6492024"/>
                  </a:lnTo>
                  <a:lnTo>
                    <a:pt x="903919" y="6494080"/>
                  </a:lnTo>
                  <a:lnTo>
                    <a:pt x="901864" y="6490520"/>
                  </a:lnTo>
                  <a:lnTo>
                    <a:pt x="905429" y="6488465"/>
                  </a:lnTo>
                  <a:close/>
                </a:path>
                <a:path w="6694170" h="6997065">
                  <a:moveTo>
                    <a:pt x="980125" y="6619027"/>
                  </a:moveTo>
                  <a:lnTo>
                    <a:pt x="981594" y="6621574"/>
                  </a:lnTo>
                  <a:lnTo>
                    <a:pt x="979053" y="6623043"/>
                  </a:lnTo>
                  <a:lnTo>
                    <a:pt x="977584" y="6620496"/>
                  </a:lnTo>
                  <a:lnTo>
                    <a:pt x="980125" y="6619027"/>
                  </a:lnTo>
                  <a:close/>
                </a:path>
                <a:path w="6694170" h="6997065">
                  <a:moveTo>
                    <a:pt x="1054827" y="6749589"/>
                  </a:moveTo>
                  <a:lnTo>
                    <a:pt x="1055709" y="6751117"/>
                  </a:lnTo>
                  <a:lnTo>
                    <a:pt x="1054187" y="6751993"/>
                  </a:lnTo>
                  <a:lnTo>
                    <a:pt x="1053304" y="6750465"/>
                  </a:lnTo>
                  <a:lnTo>
                    <a:pt x="1054827" y="6749589"/>
                  </a:lnTo>
                  <a:close/>
                </a:path>
                <a:path w="6694170" h="6997065">
                  <a:moveTo>
                    <a:pt x="253070" y="5648238"/>
                  </a:moveTo>
                  <a:lnTo>
                    <a:pt x="260124" y="5660451"/>
                  </a:lnTo>
                  <a:lnTo>
                    <a:pt x="247911" y="5667499"/>
                  </a:lnTo>
                  <a:lnTo>
                    <a:pt x="240856" y="5655286"/>
                  </a:lnTo>
                  <a:lnTo>
                    <a:pt x="253070" y="5648238"/>
                  </a:lnTo>
                  <a:close/>
                </a:path>
                <a:path w="6694170" h="6997065">
                  <a:moveTo>
                    <a:pt x="327564" y="5779599"/>
                  </a:moveTo>
                  <a:lnTo>
                    <a:pt x="333439" y="5789775"/>
                  </a:lnTo>
                  <a:lnTo>
                    <a:pt x="323257" y="5795651"/>
                  </a:lnTo>
                  <a:lnTo>
                    <a:pt x="317382" y="5785475"/>
                  </a:lnTo>
                  <a:lnTo>
                    <a:pt x="327564" y="5779599"/>
                  </a:lnTo>
                  <a:close/>
                </a:path>
                <a:path w="6694170" h="6997065">
                  <a:moveTo>
                    <a:pt x="402153" y="5910564"/>
                  </a:moveTo>
                  <a:lnTo>
                    <a:pt x="407146" y="5919217"/>
                  </a:lnTo>
                  <a:lnTo>
                    <a:pt x="398492" y="5924210"/>
                  </a:lnTo>
                  <a:lnTo>
                    <a:pt x="393499" y="5915563"/>
                  </a:lnTo>
                  <a:lnTo>
                    <a:pt x="402153" y="5910564"/>
                  </a:lnTo>
                  <a:close/>
                </a:path>
                <a:path w="6694170" h="6997065">
                  <a:moveTo>
                    <a:pt x="476961" y="6040729"/>
                  </a:moveTo>
                  <a:lnTo>
                    <a:pt x="481664" y="6048867"/>
                  </a:lnTo>
                  <a:lnTo>
                    <a:pt x="473520" y="6053570"/>
                  </a:lnTo>
                  <a:lnTo>
                    <a:pt x="468823" y="6045426"/>
                  </a:lnTo>
                  <a:lnTo>
                    <a:pt x="476961" y="6040729"/>
                  </a:lnTo>
                  <a:close/>
                </a:path>
                <a:path w="6694170" h="6997065">
                  <a:moveTo>
                    <a:pt x="551662" y="6171291"/>
                  </a:moveTo>
                  <a:lnTo>
                    <a:pt x="555779" y="6178416"/>
                  </a:lnTo>
                  <a:lnTo>
                    <a:pt x="548654" y="6182527"/>
                  </a:lnTo>
                  <a:lnTo>
                    <a:pt x="544543" y="6175401"/>
                  </a:lnTo>
                  <a:lnTo>
                    <a:pt x="551662" y="6171291"/>
                  </a:lnTo>
                  <a:close/>
                </a:path>
                <a:path w="6694170" h="6997065">
                  <a:moveTo>
                    <a:pt x="626258" y="6302255"/>
                  </a:moveTo>
                  <a:lnTo>
                    <a:pt x="629492" y="6307853"/>
                  </a:lnTo>
                  <a:lnTo>
                    <a:pt x="623894" y="6311087"/>
                  </a:lnTo>
                  <a:lnTo>
                    <a:pt x="620666" y="6305489"/>
                  </a:lnTo>
                  <a:lnTo>
                    <a:pt x="626258" y="6302255"/>
                  </a:lnTo>
                  <a:close/>
                </a:path>
                <a:path w="6694170" h="6997065">
                  <a:moveTo>
                    <a:pt x="700965" y="6432817"/>
                  </a:moveTo>
                  <a:lnTo>
                    <a:pt x="703607" y="6437396"/>
                  </a:lnTo>
                  <a:lnTo>
                    <a:pt x="699022" y="6440037"/>
                  </a:lnTo>
                  <a:lnTo>
                    <a:pt x="696381" y="6435465"/>
                  </a:lnTo>
                  <a:lnTo>
                    <a:pt x="700965" y="6432817"/>
                  </a:lnTo>
                  <a:close/>
                </a:path>
                <a:path w="6694170" h="6997065">
                  <a:moveTo>
                    <a:pt x="775667" y="6563379"/>
                  </a:moveTo>
                  <a:lnTo>
                    <a:pt x="777722" y="6566939"/>
                  </a:lnTo>
                  <a:lnTo>
                    <a:pt x="774157" y="6569000"/>
                  </a:lnTo>
                  <a:lnTo>
                    <a:pt x="772101" y="6565440"/>
                  </a:lnTo>
                  <a:lnTo>
                    <a:pt x="775667" y="6563379"/>
                  </a:lnTo>
                  <a:close/>
                </a:path>
                <a:path w="6694170" h="6997065">
                  <a:moveTo>
                    <a:pt x="850369" y="6693941"/>
                  </a:moveTo>
                  <a:lnTo>
                    <a:pt x="851838" y="6696488"/>
                  </a:lnTo>
                  <a:lnTo>
                    <a:pt x="849297" y="6697957"/>
                  </a:lnTo>
                  <a:lnTo>
                    <a:pt x="847827" y="6695410"/>
                  </a:lnTo>
                  <a:lnTo>
                    <a:pt x="850369" y="6693941"/>
                  </a:lnTo>
                  <a:close/>
                </a:path>
                <a:path w="6694170" h="6997065">
                  <a:moveTo>
                    <a:pt x="925064" y="6824503"/>
                  </a:moveTo>
                  <a:lnTo>
                    <a:pt x="925947" y="6826031"/>
                  </a:lnTo>
                  <a:lnTo>
                    <a:pt x="924425" y="6826914"/>
                  </a:lnTo>
                  <a:lnTo>
                    <a:pt x="923542" y="6825386"/>
                  </a:lnTo>
                  <a:lnTo>
                    <a:pt x="925064" y="6824503"/>
                  </a:lnTo>
                  <a:close/>
                </a:path>
                <a:path w="6694170" h="6997065">
                  <a:moveTo>
                    <a:pt x="48607" y="5592590"/>
                  </a:moveTo>
                  <a:lnTo>
                    <a:pt x="56247" y="5605822"/>
                  </a:lnTo>
                  <a:lnTo>
                    <a:pt x="43015" y="5613457"/>
                  </a:lnTo>
                  <a:lnTo>
                    <a:pt x="35381" y="5600231"/>
                  </a:lnTo>
                  <a:lnTo>
                    <a:pt x="48607" y="5592590"/>
                  </a:lnTo>
                  <a:close/>
                </a:path>
                <a:path w="6694170" h="6997065">
                  <a:moveTo>
                    <a:pt x="123207" y="5723555"/>
                  </a:moveTo>
                  <a:lnTo>
                    <a:pt x="129966" y="5735253"/>
                  </a:lnTo>
                  <a:lnTo>
                    <a:pt x="118256" y="5742011"/>
                  </a:lnTo>
                  <a:lnTo>
                    <a:pt x="111503" y="5730313"/>
                  </a:lnTo>
                  <a:lnTo>
                    <a:pt x="123207" y="5723555"/>
                  </a:lnTo>
                  <a:close/>
                </a:path>
                <a:path w="6694170" h="6997065">
                  <a:moveTo>
                    <a:pt x="197690" y="5854922"/>
                  </a:moveTo>
                  <a:lnTo>
                    <a:pt x="203275" y="5864589"/>
                  </a:lnTo>
                  <a:lnTo>
                    <a:pt x="193603" y="5870174"/>
                  </a:lnTo>
                  <a:lnTo>
                    <a:pt x="188023" y="5860502"/>
                  </a:lnTo>
                  <a:lnTo>
                    <a:pt x="197690" y="5854922"/>
                  </a:lnTo>
                  <a:close/>
                </a:path>
                <a:path w="6694170" h="6997065">
                  <a:moveTo>
                    <a:pt x="272397" y="5985484"/>
                  </a:moveTo>
                  <a:lnTo>
                    <a:pt x="277390" y="5994132"/>
                  </a:lnTo>
                  <a:lnTo>
                    <a:pt x="268743" y="5999125"/>
                  </a:lnTo>
                  <a:lnTo>
                    <a:pt x="263750" y="5990478"/>
                  </a:lnTo>
                  <a:lnTo>
                    <a:pt x="272397" y="5985484"/>
                  </a:lnTo>
                  <a:close/>
                </a:path>
                <a:path w="6694170" h="6997065">
                  <a:moveTo>
                    <a:pt x="347099" y="6116046"/>
                  </a:moveTo>
                  <a:lnTo>
                    <a:pt x="351506" y="6123681"/>
                  </a:lnTo>
                  <a:lnTo>
                    <a:pt x="343871" y="6128088"/>
                  </a:lnTo>
                  <a:lnTo>
                    <a:pt x="339464" y="6120453"/>
                  </a:lnTo>
                  <a:lnTo>
                    <a:pt x="347099" y="6116046"/>
                  </a:lnTo>
                  <a:close/>
                </a:path>
                <a:path w="6694170" h="6997065">
                  <a:moveTo>
                    <a:pt x="421801" y="6246608"/>
                  </a:moveTo>
                  <a:lnTo>
                    <a:pt x="425621" y="6253219"/>
                  </a:lnTo>
                  <a:lnTo>
                    <a:pt x="418999" y="6257039"/>
                  </a:lnTo>
                  <a:lnTo>
                    <a:pt x="415185" y="6250429"/>
                  </a:lnTo>
                  <a:lnTo>
                    <a:pt x="421801" y="6246608"/>
                  </a:lnTo>
                  <a:close/>
                </a:path>
                <a:path w="6694170" h="6997065">
                  <a:moveTo>
                    <a:pt x="496396" y="6377573"/>
                  </a:moveTo>
                  <a:lnTo>
                    <a:pt x="499334" y="6382661"/>
                  </a:lnTo>
                  <a:lnTo>
                    <a:pt x="494246" y="6385599"/>
                  </a:lnTo>
                  <a:lnTo>
                    <a:pt x="491308" y="6380511"/>
                  </a:lnTo>
                  <a:lnTo>
                    <a:pt x="496396" y="6377573"/>
                  </a:lnTo>
                  <a:close/>
                </a:path>
                <a:path w="6694170" h="6997065">
                  <a:moveTo>
                    <a:pt x="571097" y="6508135"/>
                  </a:moveTo>
                  <a:lnTo>
                    <a:pt x="573449" y="6512204"/>
                  </a:lnTo>
                  <a:lnTo>
                    <a:pt x="569374" y="6514556"/>
                  </a:lnTo>
                  <a:lnTo>
                    <a:pt x="567022" y="6510487"/>
                  </a:lnTo>
                  <a:lnTo>
                    <a:pt x="571097" y="6508135"/>
                  </a:lnTo>
                  <a:close/>
                </a:path>
                <a:path w="6694170" h="6997065">
                  <a:moveTo>
                    <a:pt x="645794" y="6638697"/>
                  </a:moveTo>
                  <a:lnTo>
                    <a:pt x="647559" y="6641753"/>
                  </a:lnTo>
                  <a:lnTo>
                    <a:pt x="644502" y="6643512"/>
                  </a:lnTo>
                  <a:lnTo>
                    <a:pt x="642743" y="6640462"/>
                  </a:lnTo>
                  <a:lnTo>
                    <a:pt x="645794" y="6638697"/>
                  </a:lnTo>
                  <a:close/>
                </a:path>
                <a:path w="6694170" h="6997065">
                  <a:moveTo>
                    <a:pt x="720501" y="6769259"/>
                  </a:moveTo>
                  <a:lnTo>
                    <a:pt x="721674" y="6771297"/>
                  </a:lnTo>
                  <a:lnTo>
                    <a:pt x="719636" y="6772475"/>
                  </a:lnTo>
                  <a:lnTo>
                    <a:pt x="718463" y="6770438"/>
                  </a:lnTo>
                  <a:lnTo>
                    <a:pt x="720501" y="6769259"/>
                  </a:lnTo>
                  <a:close/>
                </a:path>
                <a:path w="6694170" h="6997065">
                  <a:moveTo>
                    <a:pt x="794184" y="6900407"/>
                  </a:moveTo>
                  <a:lnTo>
                    <a:pt x="795540" y="6900407"/>
                  </a:lnTo>
                  <a:lnTo>
                    <a:pt x="795789" y="6900840"/>
                  </a:lnTo>
                  <a:lnTo>
                    <a:pt x="794433" y="6900840"/>
                  </a:lnTo>
                  <a:lnTo>
                    <a:pt x="794184" y="6900407"/>
                  </a:lnTo>
                  <a:close/>
                </a:path>
                <a:path w="6694170" h="6997065">
                  <a:moveTo>
                    <a:pt x="67827" y="5930234"/>
                  </a:moveTo>
                  <a:lnTo>
                    <a:pt x="73116" y="5939397"/>
                  </a:lnTo>
                  <a:lnTo>
                    <a:pt x="63954" y="5944687"/>
                  </a:lnTo>
                  <a:lnTo>
                    <a:pt x="58664" y="5935524"/>
                  </a:lnTo>
                  <a:lnTo>
                    <a:pt x="67827" y="5930234"/>
                  </a:lnTo>
                  <a:close/>
                </a:path>
                <a:path w="6694170" h="6997065">
                  <a:moveTo>
                    <a:pt x="142529" y="6060796"/>
                  </a:moveTo>
                  <a:lnTo>
                    <a:pt x="147232" y="6068946"/>
                  </a:lnTo>
                  <a:lnTo>
                    <a:pt x="139088" y="6073649"/>
                  </a:lnTo>
                  <a:lnTo>
                    <a:pt x="134385" y="6065499"/>
                  </a:lnTo>
                  <a:lnTo>
                    <a:pt x="142529" y="6060796"/>
                  </a:lnTo>
                  <a:close/>
                </a:path>
                <a:path w="6694170" h="6997065">
                  <a:moveTo>
                    <a:pt x="217225" y="6191364"/>
                  </a:moveTo>
                  <a:lnTo>
                    <a:pt x="221341" y="6198489"/>
                  </a:lnTo>
                  <a:lnTo>
                    <a:pt x="214222" y="6202600"/>
                  </a:lnTo>
                  <a:lnTo>
                    <a:pt x="210106" y="6195475"/>
                  </a:lnTo>
                  <a:lnTo>
                    <a:pt x="217225" y="6191364"/>
                  </a:lnTo>
                  <a:close/>
                </a:path>
                <a:path w="6694170" h="6997065">
                  <a:moveTo>
                    <a:pt x="291932" y="6321926"/>
                  </a:moveTo>
                  <a:lnTo>
                    <a:pt x="295457" y="6328033"/>
                  </a:lnTo>
                  <a:lnTo>
                    <a:pt x="289350" y="6331557"/>
                  </a:lnTo>
                  <a:lnTo>
                    <a:pt x="285826" y="6325450"/>
                  </a:lnTo>
                  <a:lnTo>
                    <a:pt x="291932" y="6321926"/>
                  </a:lnTo>
                  <a:close/>
                </a:path>
                <a:path w="6694170" h="6997065">
                  <a:moveTo>
                    <a:pt x="366521" y="6452891"/>
                  </a:moveTo>
                  <a:lnTo>
                    <a:pt x="369169" y="6457475"/>
                  </a:lnTo>
                  <a:lnTo>
                    <a:pt x="364590" y="6460117"/>
                  </a:lnTo>
                  <a:lnTo>
                    <a:pt x="361948" y="6455533"/>
                  </a:lnTo>
                  <a:lnTo>
                    <a:pt x="366521" y="6452891"/>
                  </a:lnTo>
                  <a:close/>
                </a:path>
                <a:path w="6694170" h="6997065">
                  <a:moveTo>
                    <a:pt x="441335" y="6583050"/>
                  </a:moveTo>
                  <a:lnTo>
                    <a:pt x="443686" y="6587125"/>
                  </a:lnTo>
                  <a:lnTo>
                    <a:pt x="439611" y="6589477"/>
                  </a:lnTo>
                  <a:lnTo>
                    <a:pt x="437260" y="6585402"/>
                  </a:lnTo>
                  <a:lnTo>
                    <a:pt x="441335" y="6583050"/>
                  </a:lnTo>
                  <a:close/>
                </a:path>
                <a:path w="6694170" h="6997065">
                  <a:moveTo>
                    <a:pt x="516037" y="6713612"/>
                  </a:moveTo>
                  <a:lnTo>
                    <a:pt x="517802" y="6716668"/>
                  </a:lnTo>
                  <a:lnTo>
                    <a:pt x="514746" y="6718433"/>
                  </a:lnTo>
                  <a:lnTo>
                    <a:pt x="512980" y="6715377"/>
                  </a:lnTo>
                  <a:lnTo>
                    <a:pt x="516037" y="6713612"/>
                  </a:lnTo>
                  <a:close/>
                </a:path>
                <a:path w="6694170" h="6997065">
                  <a:moveTo>
                    <a:pt x="590738" y="6844180"/>
                  </a:moveTo>
                  <a:lnTo>
                    <a:pt x="591911" y="6846217"/>
                  </a:lnTo>
                  <a:lnTo>
                    <a:pt x="589880" y="6847390"/>
                  </a:lnTo>
                  <a:lnTo>
                    <a:pt x="588707" y="6845353"/>
                  </a:lnTo>
                  <a:lnTo>
                    <a:pt x="590738" y="6844180"/>
                  </a:lnTo>
                  <a:close/>
                </a:path>
                <a:path w="6694170" h="6997065">
                  <a:moveTo>
                    <a:pt x="12766" y="6135717"/>
                  </a:moveTo>
                  <a:lnTo>
                    <a:pt x="17469" y="6143861"/>
                  </a:lnTo>
                  <a:lnTo>
                    <a:pt x="9331" y="6148564"/>
                  </a:lnTo>
                  <a:lnTo>
                    <a:pt x="4628" y="6140414"/>
                  </a:lnTo>
                  <a:lnTo>
                    <a:pt x="12766" y="6135717"/>
                  </a:lnTo>
                  <a:close/>
                </a:path>
                <a:path w="6694170" h="6997065">
                  <a:moveTo>
                    <a:pt x="87468" y="6266279"/>
                  </a:moveTo>
                  <a:lnTo>
                    <a:pt x="91584" y="6273405"/>
                  </a:lnTo>
                  <a:lnTo>
                    <a:pt x="84459" y="6277515"/>
                  </a:lnTo>
                  <a:lnTo>
                    <a:pt x="80342" y="6270390"/>
                  </a:lnTo>
                  <a:lnTo>
                    <a:pt x="87468" y="6266279"/>
                  </a:lnTo>
                  <a:close/>
                </a:path>
                <a:path w="6694170" h="6997065">
                  <a:moveTo>
                    <a:pt x="162063" y="6397244"/>
                  </a:moveTo>
                  <a:lnTo>
                    <a:pt x="165297" y="6402841"/>
                  </a:lnTo>
                  <a:lnTo>
                    <a:pt x="159699" y="6406075"/>
                  </a:lnTo>
                  <a:lnTo>
                    <a:pt x="156466" y="6400478"/>
                  </a:lnTo>
                  <a:lnTo>
                    <a:pt x="162063" y="6397244"/>
                  </a:lnTo>
                  <a:close/>
                </a:path>
                <a:path w="6694170" h="6997065">
                  <a:moveTo>
                    <a:pt x="236765" y="6527806"/>
                  </a:moveTo>
                  <a:lnTo>
                    <a:pt x="239412" y="6532390"/>
                  </a:lnTo>
                  <a:lnTo>
                    <a:pt x="234833" y="6535032"/>
                  </a:lnTo>
                  <a:lnTo>
                    <a:pt x="232186" y="6530454"/>
                  </a:lnTo>
                  <a:lnTo>
                    <a:pt x="236765" y="6527806"/>
                  </a:lnTo>
                  <a:close/>
                </a:path>
                <a:path w="6694170" h="6997065">
                  <a:moveTo>
                    <a:pt x="311466" y="6658374"/>
                  </a:moveTo>
                  <a:lnTo>
                    <a:pt x="313521" y="6661934"/>
                  </a:lnTo>
                  <a:lnTo>
                    <a:pt x="309962" y="6663989"/>
                  </a:lnTo>
                  <a:lnTo>
                    <a:pt x="307907" y="6660429"/>
                  </a:lnTo>
                  <a:lnTo>
                    <a:pt x="311466" y="6658374"/>
                  </a:lnTo>
                  <a:close/>
                </a:path>
                <a:path w="6694170" h="6997065">
                  <a:moveTo>
                    <a:pt x="386168" y="6788936"/>
                  </a:moveTo>
                  <a:lnTo>
                    <a:pt x="387637" y="6791483"/>
                  </a:lnTo>
                  <a:lnTo>
                    <a:pt x="385096" y="6792952"/>
                  </a:lnTo>
                  <a:lnTo>
                    <a:pt x="383627" y="6790405"/>
                  </a:lnTo>
                  <a:lnTo>
                    <a:pt x="386168" y="6788936"/>
                  </a:lnTo>
                  <a:close/>
                </a:path>
                <a:path w="6694170" h="6997065">
                  <a:moveTo>
                    <a:pt x="460870" y="6919498"/>
                  </a:moveTo>
                  <a:lnTo>
                    <a:pt x="461752" y="6921020"/>
                  </a:lnTo>
                  <a:lnTo>
                    <a:pt x="460224" y="6921902"/>
                  </a:lnTo>
                  <a:lnTo>
                    <a:pt x="459341" y="6920380"/>
                  </a:lnTo>
                  <a:lnTo>
                    <a:pt x="460870" y="6919498"/>
                  </a:lnTo>
                  <a:close/>
                </a:path>
                <a:path w="6694170" h="6997065">
                  <a:moveTo>
                    <a:pt x="32195" y="6472561"/>
                  </a:moveTo>
                  <a:lnTo>
                    <a:pt x="35132" y="6477649"/>
                  </a:lnTo>
                  <a:lnTo>
                    <a:pt x="30039" y="6480587"/>
                  </a:lnTo>
                  <a:lnTo>
                    <a:pt x="27101" y="6475499"/>
                  </a:lnTo>
                  <a:lnTo>
                    <a:pt x="32195" y="6472561"/>
                  </a:lnTo>
                  <a:close/>
                </a:path>
                <a:path w="6694170" h="6997065">
                  <a:moveTo>
                    <a:pt x="106896" y="6603123"/>
                  </a:moveTo>
                  <a:lnTo>
                    <a:pt x="109248" y="6607198"/>
                  </a:lnTo>
                  <a:lnTo>
                    <a:pt x="105178" y="6609544"/>
                  </a:lnTo>
                  <a:lnTo>
                    <a:pt x="102827" y="6605475"/>
                  </a:lnTo>
                  <a:lnTo>
                    <a:pt x="106896" y="6603123"/>
                  </a:lnTo>
                  <a:close/>
                </a:path>
                <a:path w="6694170" h="6997065">
                  <a:moveTo>
                    <a:pt x="181598" y="6733685"/>
                  </a:moveTo>
                  <a:lnTo>
                    <a:pt x="183363" y="6736747"/>
                  </a:lnTo>
                  <a:lnTo>
                    <a:pt x="180313" y="6738507"/>
                  </a:lnTo>
                  <a:lnTo>
                    <a:pt x="178547" y="6735450"/>
                  </a:lnTo>
                  <a:lnTo>
                    <a:pt x="181598" y="6733685"/>
                  </a:lnTo>
                  <a:close/>
                </a:path>
                <a:path w="6694170" h="6997065">
                  <a:moveTo>
                    <a:pt x="256299" y="6864253"/>
                  </a:moveTo>
                  <a:lnTo>
                    <a:pt x="257479" y="6866285"/>
                  </a:lnTo>
                  <a:lnTo>
                    <a:pt x="255441" y="6867463"/>
                  </a:lnTo>
                  <a:lnTo>
                    <a:pt x="254268" y="6865426"/>
                  </a:lnTo>
                  <a:lnTo>
                    <a:pt x="256299" y="6864253"/>
                  </a:lnTo>
                  <a:close/>
                </a:path>
                <a:path w="6694170" h="6997065">
                  <a:moveTo>
                    <a:pt x="331114" y="6994418"/>
                  </a:moveTo>
                  <a:lnTo>
                    <a:pt x="331990" y="6995940"/>
                  </a:lnTo>
                  <a:lnTo>
                    <a:pt x="330468" y="6996817"/>
                  </a:lnTo>
                  <a:lnTo>
                    <a:pt x="329585" y="6995295"/>
                  </a:lnTo>
                  <a:lnTo>
                    <a:pt x="331114" y="6994418"/>
                  </a:lnTo>
                  <a:close/>
                </a:path>
                <a:path w="6694170" h="6997065">
                  <a:moveTo>
                    <a:pt x="51836" y="6808606"/>
                  </a:moveTo>
                  <a:lnTo>
                    <a:pt x="53601" y="6811662"/>
                  </a:lnTo>
                  <a:lnTo>
                    <a:pt x="50550" y="6813427"/>
                  </a:lnTo>
                  <a:lnTo>
                    <a:pt x="48785" y="6810365"/>
                  </a:lnTo>
                  <a:lnTo>
                    <a:pt x="51836" y="6808606"/>
                  </a:lnTo>
                  <a:close/>
                </a:path>
                <a:path w="6694170" h="6997065">
                  <a:moveTo>
                    <a:pt x="126543" y="6939168"/>
                  </a:moveTo>
                  <a:lnTo>
                    <a:pt x="127716" y="6941205"/>
                  </a:lnTo>
                  <a:lnTo>
                    <a:pt x="125678" y="6942378"/>
                  </a:lnTo>
                  <a:lnTo>
                    <a:pt x="124505" y="6940347"/>
                  </a:lnTo>
                  <a:lnTo>
                    <a:pt x="126543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53541" y="1553167"/>
            <a:ext cx="6814184" cy="196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z="5450" b="1" spc="130" dirty="0">
                <a:solidFill>
                  <a:srgbClr val="4574A6"/>
                </a:solidFill>
                <a:latin typeface="Tahoma"/>
                <a:cs typeface="Tahoma"/>
              </a:rPr>
              <a:t>NON-</a:t>
            </a:r>
            <a:r>
              <a:rPr sz="5450" b="1" spc="135" dirty="0">
                <a:solidFill>
                  <a:srgbClr val="4574A6"/>
                </a:solidFill>
                <a:latin typeface="Tahoma"/>
                <a:cs typeface="Tahoma"/>
              </a:rPr>
              <a:t>FUNCTIONAL </a:t>
            </a:r>
            <a:r>
              <a:rPr sz="5450" b="1" spc="105" dirty="0">
                <a:solidFill>
                  <a:srgbClr val="4574A6"/>
                </a:solidFill>
                <a:latin typeface="Tahoma"/>
                <a:cs typeface="Tahoma"/>
              </a:rPr>
              <a:t>REQUIREMENT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97461" y="4825156"/>
            <a:ext cx="114300" cy="2133600"/>
            <a:chOff x="1497461" y="4825156"/>
            <a:chExt cx="114300" cy="2133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461" y="4825156"/>
              <a:ext cx="114300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461" y="5329981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461" y="5834806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461" y="6339631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461" y="6844456"/>
              <a:ext cx="114300" cy="1142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84352" y="4552424"/>
            <a:ext cx="6438265" cy="28174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3970"/>
              </a:lnSpc>
              <a:spcBef>
                <a:spcPts val="320"/>
              </a:spcBef>
            </a:pPr>
            <a:r>
              <a:rPr sz="2850" b="1" spc="75" dirty="0">
                <a:solidFill>
                  <a:srgbClr val="4574A6"/>
                </a:solidFill>
                <a:latin typeface="Tahoma"/>
                <a:cs typeface="Tahoma"/>
              </a:rPr>
              <a:t>Security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14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850" b="1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95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2850" b="1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70" dirty="0">
                <a:solidFill>
                  <a:srgbClr val="4574A6"/>
                </a:solidFill>
                <a:latin typeface="Tahoma"/>
                <a:cs typeface="Tahoma"/>
              </a:rPr>
              <a:t>confidentiality </a:t>
            </a:r>
            <a:r>
              <a:rPr sz="2850" b="1" spc="105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2850" b="1" spc="-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45" dirty="0">
                <a:solidFill>
                  <a:srgbClr val="4574A6"/>
                </a:solidFill>
                <a:latin typeface="Tahoma"/>
                <a:cs typeface="Tahoma"/>
              </a:rPr>
              <a:t>reliability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14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850" b="1" spc="-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availability </a:t>
            </a:r>
            <a:r>
              <a:rPr sz="2850" b="1" spc="100" dirty="0">
                <a:solidFill>
                  <a:srgbClr val="4574A6"/>
                </a:solidFill>
                <a:latin typeface="Tahoma"/>
                <a:cs typeface="Tahoma"/>
              </a:rPr>
              <a:t>Ease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70" dirty="0">
                <a:solidFill>
                  <a:srgbClr val="4574A6"/>
                </a:solidFill>
                <a:latin typeface="Tahoma"/>
                <a:cs typeface="Tahoma"/>
              </a:rPr>
              <a:t>of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105" dirty="0">
                <a:solidFill>
                  <a:srgbClr val="4574A6"/>
                </a:solidFill>
                <a:latin typeface="Tahoma"/>
                <a:cs typeface="Tahoma"/>
              </a:rPr>
              <a:t>use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14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55" dirty="0">
                <a:solidFill>
                  <a:srgbClr val="4574A6"/>
                </a:solidFill>
                <a:latin typeface="Tahoma"/>
                <a:cs typeface="Tahoma"/>
              </a:rPr>
              <a:t>usability </a:t>
            </a:r>
            <a:r>
              <a:rPr sz="2850" b="1" spc="120" dirty="0">
                <a:solidFill>
                  <a:srgbClr val="4574A6"/>
                </a:solidFill>
                <a:latin typeface="Tahoma"/>
                <a:cs typeface="Tahoma"/>
              </a:rPr>
              <a:t>Performance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14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2850" b="1" spc="-1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80" dirty="0">
                <a:solidFill>
                  <a:srgbClr val="4574A6"/>
                </a:solidFill>
                <a:latin typeface="Tahoma"/>
                <a:cs typeface="Tahoma"/>
              </a:rPr>
              <a:t>responsiveness </a:t>
            </a:r>
            <a:r>
              <a:rPr sz="2850" b="1" spc="60" dirty="0">
                <a:solidFill>
                  <a:srgbClr val="4574A6"/>
                </a:solidFill>
                <a:latin typeface="Tahoma"/>
                <a:cs typeface="Tahoma"/>
              </a:rPr>
              <a:t>Scalability</a:t>
            </a:r>
            <a:r>
              <a:rPr sz="28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dirty="0">
                <a:solidFill>
                  <a:srgbClr val="4574A6"/>
                </a:solidFill>
                <a:latin typeface="Tahoma"/>
                <a:cs typeface="Tahoma"/>
              </a:rPr>
              <a:t>for</a:t>
            </a:r>
            <a:r>
              <a:rPr sz="28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80" dirty="0">
                <a:solidFill>
                  <a:srgbClr val="4574A6"/>
                </a:solidFill>
                <a:latin typeface="Tahoma"/>
                <a:cs typeface="Tahoma"/>
              </a:rPr>
              <a:t>future</a:t>
            </a:r>
            <a:r>
              <a:rPr sz="285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2850" b="1" spc="85" dirty="0">
                <a:solidFill>
                  <a:srgbClr val="4574A6"/>
                </a:solidFill>
                <a:latin typeface="Tahoma"/>
                <a:cs typeface="Tahoma"/>
              </a:rPr>
              <a:t>expansion</a:t>
            </a:r>
            <a:endParaRPr sz="2850">
              <a:latin typeface="Tahoma"/>
              <a:cs typeface="Tahoma"/>
            </a:endParaRPr>
          </a:p>
          <a:p>
            <a:pPr marL="253365">
              <a:lnSpc>
                <a:spcPts val="1910"/>
              </a:lnSpc>
              <a:tabLst>
                <a:tab pos="2275840" algn="l"/>
                <a:tab pos="2780665" algn="l"/>
                <a:tab pos="4044950" algn="l"/>
              </a:tabLst>
            </a:pPr>
            <a:r>
              <a:rPr sz="3100" b="1" spc="85" dirty="0">
                <a:solidFill>
                  <a:srgbClr val="FFFFFF"/>
                </a:solidFill>
                <a:latin typeface="Tahoma"/>
                <a:cs typeface="Tahoma"/>
              </a:rPr>
              <a:t>Medical</a:t>
            </a:r>
            <a:r>
              <a:rPr sz="31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100" b="1" spc="13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31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100" b="1" spc="40" dirty="0">
                <a:solidFill>
                  <a:srgbClr val="FFFFFF"/>
                </a:solidFill>
                <a:latin typeface="Tahoma"/>
                <a:cs typeface="Tahoma"/>
              </a:rPr>
              <a:t>ieve</a:t>
            </a:r>
            <a:r>
              <a:rPr sz="31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100" b="1" spc="70" dirty="0">
                <a:solidFill>
                  <a:srgbClr val="FFFFFF"/>
                </a:solidFill>
                <a:latin typeface="Tahoma"/>
                <a:cs typeface="Tahoma"/>
              </a:rPr>
              <a:t>ent</a:t>
            </a:r>
            <a:endParaRPr sz="3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485705" y="1038820"/>
            <a:ext cx="6802755" cy="9248775"/>
            <a:chOff x="11485705" y="1038820"/>
            <a:chExt cx="6802755" cy="9248775"/>
          </a:xfrm>
        </p:grpSpPr>
        <p:sp>
          <p:nvSpPr>
            <p:cNvPr id="14" name="object 14"/>
            <p:cNvSpPr/>
            <p:nvPr/>
          </p:nvSpPr>
          <p:spPr>
            <a:xfrm>
              <a:off x="11485705" y="3188993"/>
              <a:ext cx="6802755" cy="7098030"/>
            </a:xfrm>
            <a:custGeom>
              <a:avLst/>
              <a:gdLst/>
              <a:ahLst/>
              <a:cxnLst/>
              <a:rect l="l" t="t" r="r" b="b"/>
              <a:pathLst>
                <a:path w="6802755" h="70980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2755" h="70980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2755" h="70980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2755" h="70980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2755" h="70980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02755" h="70980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2755" h="70980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2755" h="70980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2755" h="70980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2755" h="70980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2755" h="70980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2755" h="70980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2755" h="70980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2755" h="70980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2755" h="70980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2755" h="70980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02755" h="70980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2755" h="70980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2755" h="70980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2755" h="70980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2755" h="70980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2755" h="70980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2755" h="70980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2755" h="70980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2755" h="70980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2755" h="70980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2755" h="70980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2755" h="70980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2755" h="70980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2755" h="70980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2755" h="70980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2755" h="70980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2755" h="70980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2755" h="70980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2755" h="70980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2755" h="70980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2755" h="70980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2755" h="70980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2755" h="70980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2755" h="70980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2755" h="70980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2755" h="70980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2755" h="70980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2755" h="70980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2755" h="70980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2755" h="70980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2755" h="70980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2755" h="70980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2755" h="70980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2755" h="70980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2755" h="70980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2755" h="70980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2755" h="70980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2755" h="70980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2755" h="70980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2755" h="70980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2755" h="70980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2755" h="70980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2755" h="70980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2755" h="70980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2755" h="70980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2755" h="70980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2755" h="70980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2755" h="70980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2755" h="70980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2755" h="70980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2755" h="70980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2755" h="70980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2755" h="70980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2755" h="70980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2755" h="70980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2755" h="70980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2755" h="70980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2755" h="70980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02755" h="70980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2755" h="70980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2755" h="70980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2755" h="70980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2755" h="70980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2755" h="70980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2755" h="70980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2755" h="70980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2755" h="70980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2755" h="70980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2755" h="70980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2755" h="70980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2755" h="70980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2755" h="70980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2755" h="70980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2755" h="70980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2755" h="70980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2755" h="70980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2755" h="70980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2755" h="70980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2755" h="70980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2755" h="70980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2755" h="70980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2755" h="70980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2755" h="70980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2755" h="70980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2755" h="70980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2755" h="70980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2755" h="70980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2755" h="70980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2755" h="70980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2755" h="70980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2755" h="70980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02755" h="70980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2755" h="70980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2755" h="70980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2755" h="70980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2755" h="70980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2755" h="70980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2755" h="70980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2755" h="70980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2755" h="70980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2755" h="70980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2755" h="70980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2755" h="70980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2755" h="70980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2755" h="70980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2755" h="70980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2755" h="70980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2755" h="70980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2755" h="70980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2755" h="70980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2755" h="70980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2755" h="70980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2755" h="70980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2755" h="70980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2755" h="70980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2755" h="70980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2755" h="70980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2755" h="70980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2755" h="70980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2755" h="70980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2755" h="70980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2755" h="70980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2755" h="70980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2755" h="70980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2755" h="70980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2755" h="70980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2755" h="70980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2755" h="70980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2755" h="70980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2755" h="70980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2755" h="70980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2755" h="70980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2755" h="70980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2755" h="70980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2755" h="70980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2755" h="70980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2755" h="70980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2755" h="70980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2755" h="70980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2755" h="70980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2755" h="70980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2755" h="70980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2755" h="70980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2755" h="70980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2755" h="70980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2755" h="70980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2755" h="70980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2755" h="70980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2755" h="70980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2755" h="70980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2755" h="7098030">
                  <a:moveTo>
                    <a:pt x="2501315" y="7098006"/>
                  </a:moveTo>
                  <a:lnTo>
                    <a:pt x="2478924" y="7098006"/>
                  </a:lnTo>
                  <a:lnTo>
                    <a:pt x="2478456" y="7097195"/>
                  </a:lnTo>
                  <a:lnTo>
                    <a:pt x="2495248" y="7087499"/>
                  </a:lnTo>
                  <a:lnTo>
                    <a:pt x="2501315" y="7098006"/>
                  </a:lnTo>
                  <a:close/>
                </a:path>
                <a:path w="6802755" h="70980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2755" h="70980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2755" h="70980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2755" h="70980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2755" h="70980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2755" h="70980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2755" h="70980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2755" h="70980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2755" h="70980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2755" h="70980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2755" h="70980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2755" h="70980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2755" h="70980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2755" h="70980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2755" h="70980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2755" h="70980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2755" h="70980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2755" h="70980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2755" h="70980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2755" h="70980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2755" h="70980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2755" h="70980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2755" h="70980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2755" h="70980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2755" h="70980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2755" h="70980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2755" h="70980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2755" h="70980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2755" h="70980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2755" h="70980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2755" h="70980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2755" h="70980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2755" h="70980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2755" h="70980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2755" h="70980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2755" h="70980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2755" h="70980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2755" h="70980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2755" h="70980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2755" h="70980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2755" h="70980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2755" h="70980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2755" h="70980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2755" h="70980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2755" h="70980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2755" h="70980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2755" h="7098030">
                  <a:moveTo>
                    <a:pt x="2823725" y="7098006"/>
                  </a:moveTo>
                  <a:lnTo>
                    <a:pt x="2820207" y="7098006"/>
                  </a:ln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3725" y="7098006"/>
                  </a:lnTo>
                  <a:close/>
                </a:path>
                <a:path w="6802755" h="70980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2755" h="70980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2755" h="70980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2755" h="70980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2755" h="70980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2755" h="70980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2755" h="70980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2755" h="70980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2755" h="70980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2755" h="70980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2755" h="70980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2755" h="70980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2755" h="70980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2755" h="70980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2755" h="70980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2755" h="70980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2755" h="70980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2755" h="70980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2755" h="70980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2755" h="70980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2755" h="70980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2755" h="70980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2755" h="70980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2755" h="70980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2755" h="70980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2755" h="70980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2755" h="70980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2755" h="70980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2755" h="70980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2755" h="70980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2755" h="70980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2755" h="70980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2755" h="70980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2755" h="70980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2755" h="70980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2755" h="70980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2755" h="70980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2755" h="70980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2755" h="70980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2755" h="70980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2755" h="70980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2755" h="70980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2755" h="70980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2755" h="70980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2755" h="70980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2755" h="70980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2755" h="70980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2755" h="70980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2755" h="70980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2755" h="70980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2755" h="70980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02755" h="70980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2755" h="70980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2755" h="70980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2755" h="70980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2755" h="70980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2755" h="70980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2755" h="70980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2755" h="70980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2755" h="70980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2755" h="70980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2755" h="70980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2755" h="70980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2755" h="70980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2755" h="70980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2755" h="70980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2755" h="70980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2755" h="70980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2755" h="70980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2755" h="70980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2755" h="70980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2755" h="70980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2755" h="70980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2755" h="70980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2755" h="70980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2755" h="70980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2755" h="70980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2755" h="70980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2755" h="70980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2755" h="70980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2755" h="70980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2755" h="70980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2755" h="70980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2755" h="70980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2755" h="70980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2755" h="70980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2755" h="70980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2755" h="70980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2755" h="70980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2755" h="70980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2755" h="70980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2755" h="70980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2755" h="70980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2755" h="70980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2755" h="70980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2755" h="70980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2755" h="70980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2755" h="70980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2755" h="70980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2755" h="70980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2755" h="70980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2755" h="70980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2755" h="70980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2755" h="70980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2755" h="70980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2755" h="70980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02755" h="70980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2755" h="70980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2755" h="70980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2755" h="70980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2755" h="70980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2755" h="70980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2755" h="70980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2755" h="70980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2755" h="70980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2755" h="70980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2755" h="70980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2755" h="70980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2755" h="70980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2755" h="70980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2755" h="70980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2755" h="70980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2755" h="70980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2755" h="70980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2755" h="70980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2755" h="70980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2755" h="70980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2755" h="70980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2755" h="70980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2755" h="70980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2755" h="70980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2755" h="70980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2755" h="70980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2755" h="70980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2755" h="7098030">
                  <a:moveTo>
                    <a:pt x="3721221" y="7098006"/>
                  </a:moveTo>
                  <a:lnTo>
                    <a:pt x="3681193" y="7098006"/>
                  </a:lnTo>
                  <a:lnTo>
                    <a:pt x="3676007" y="7089021"/>
                  </a:lnTo>
                  <a:lnTo>
                    <a:pt x="3706031" y="7071690"/>
                  </a:lnTo>
                  <a:lnTo>
                    <a:pt x="3721221" y="7098006"/>
                  </a:lnTo>
                  <a:close/>
                </a:path>
                <a:path w="6802755" h="70980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2755" h="70980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2755" h="70980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2755" h="70980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2755" h="70980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2755" h="70980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2755" h="70980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2755" h="70980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2755" h="70980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2755" h="70980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2755" h="70980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2755" h="70980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2755" h="70980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2755" h="70980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2755" h="70980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2755" h="70980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2755" h="70980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2755" h="70980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2755" h="70980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2755" h="70980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2755" h="70980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2755" h="70980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2755" h="70980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2755" h="70980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2755" h="70980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2755" h="70980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2755" h="70980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2755" h="70980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2755" h="70980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2755" h="70980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2755" h="70980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2755" h="70980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2755" h="70980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2755" h="70980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2755" h="70980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2755" h="70980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2755" h="70980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2755" h="70980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2755" h="70980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2755" h="70980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2755" h="70980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2755" h="70980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2755" h="70980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2755" h="70980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2755" h="70980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2755" h="70980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2755" h="70980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2755" h="70980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2755" h="70980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2755" h="70980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2755" h="70980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2755" h="70980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2755" h="70980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2755" h="70980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2755" h="70980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2755" h="70980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2755" h="70980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2755" h="70980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2755" h="70980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2755" h="70980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2755" h="70980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2755" h="7098030">
                  <a:moveTo>
                    <a:pt x="4042379" y="7098006"/>
                  </a:moveTo>
                  <a:lnTo>
                    <a:pt x="4019749" y="7098006"/>
                  </a:ln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42379" y="7098006"/>
                  </a:lnTo>
                  <a:close/>
                </a:path>
                <a:path w="6802755" h="70980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2755" h="70980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2755" h="70980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2755" h="70980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2755" h="70980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2755" h="70980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2755" h="70980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2755" h="70980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2755" h="70980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2755" h="70980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2755" h="70980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2755" h="70980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2755" h="70980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2755" h="70980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2755" h="70980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2755" h="70980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2755" h="70980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2755" h="70980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2755" h="70980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2755" h="70980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2755" h="70980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2755" h="70980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2755" h="70980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2755" h="70980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2755" h="70980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2755" h="70980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2755" h="70980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2755" h="70980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2755" h="70980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2755" h="70980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2755" h="70980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2755" h="70980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2755" h="70980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2755" h="70980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2755" h="70980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2755" h="70980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2755" h="70980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2755" h="70980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2755" h="70980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2755" h="70980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2755" h="70980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2755" h="70980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2755" h="70980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2755" h="70980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2755" h="70980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2755" h="70980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2755" h="70980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2755" h="70980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2755" h="70980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2755" h="70980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2755" h="70980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2755" h="70980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2755" h="70980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2755" h="70980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2755" h="70980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2755" h="70980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2755" h="70980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2755" h="70980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2755" h="70980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2755" h="70980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2755" h="70980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2755" h="70980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2755" h="70980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2755" h="70980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2755" h="70980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2755" h="70980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02755" h="70980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2755" h="70980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2755" h="70980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2755" h="70980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2755" h="70980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2755" h="70980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2755" h="70980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2755" h="70980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2755" h="70980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2755" h="70980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2755" h="70980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2755" h="70980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2755" h="70980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2755" h="70980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2755" h="70980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2755" h="70980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2755" h="70980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2755" h="70980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2755" h="70980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2755" h="70980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2755" h="70980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2755" h="70980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2755" h="70980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2755" h="70980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2755" h="70980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2755" h="70980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2755" h="70980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2755" h="70980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2755" h="70980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2755" h="70980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2755" h="70980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2755" h="70980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2755" h="70980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2755" h="70980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2755" h="7098030">
                  <a:moveTo>
                    <a:pt x="4589003" y="7098006"/>
                  </a:moveTo>
                  <a:lnTo>
                    <a:pt x="4554762" y="7098006"/>
                  </a:lnTo>
                  <a:lnTo>
                    <a:pt x="4580442" y="7083176"/>
                  </a:lnTo>
                  <a:lnTo>
                    <a:pt x="4589003" y="7098006"/>
                  </a:lnTo>
                  <a:close/>
                </a:path>
                <a:path w="6802755" h="70980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2755" h="70980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2755" h="70980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2755" h="70980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2755" h="70980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2755" h="70980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2755" h="70980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2755" h="70980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2755" h="70980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2755" h="70980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2755" h="70980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2755" h="70980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2755" h="70980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2755" h="70980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2755" h="70980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2755" h="70980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2755" h="70980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2755" h="70980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2755" h="70980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2755" h="70980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2755" h="70980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2755" h="70980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2755" h="70980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2755" h="70980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2755" h="70980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2755" h="70980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2755" h="70980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2755" h="70980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2755" h="70980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2755" h="70980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2755" h="70980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2755" h="70980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2755" h="70980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2755" h="70980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2755" h="70980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2755" h="70980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02755" h="70980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2755" h="70980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2755" h="70980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2755" h="70980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2755" h="70980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2755" h="70980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2755" h="70980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2755" h="70980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2755" h="70980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2755" h="70980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2755" h="70980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2755" h="70980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2755" h="70980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2755" h="70980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2755" h="70980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2755" h="70980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2755" h="70980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2755" h="70980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2755" h="70980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2755" h="70980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2755" h="70980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2755" h="70980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2755" h="70980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2755" h="70980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2755" h="70980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2755" h="70980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2755" h="70980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2755" h="70980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2755" h="70980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2755" h="70980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2755" h="70980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2755" h="70980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2755" h="70980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2755" h="70980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2755" h="70980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2755" h="7098030">
                  <a:moveTo>
                    <a:pt x="4944193" y="7098006"/>
                  </a:moveTo>
                  <a:lnTo>
                    <a:pt x="4880408" y="7098006"/>
                  </a:lnTo>
                  <a:lnTo>
                    <a:pt x="4869944" y="7079881"/>
                  </a:lnTo>
                  <a:lnTo>
                    <a:pt x="4917784" y="7052262"/>
                  </a:lnTo>
                  <a:lnTo>
                    <a:pt x="4944193" y="7098006"/>
                  </a:lnTo>
                  <a:close/>
                </a:path>
                <a:path w="6802755" h="70980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2755" h="70980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2755" h="70980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2755" h="70980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2755" h="70980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2755" h="70980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2755" h="70980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2755" h="70980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2755" h="70980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2755" h="70980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2755" h="70980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2755" h="70980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2755" h="70980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2755" h="70980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2755" h="70980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2755" h="70980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2755" h="70980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2755" h="70980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2755" h="70980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2755" h="70980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2755" h="70980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2755" h="70980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2755" h="70980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2755" h="70980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2755" h="70980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2755" h="70980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2755" h="70980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2755" h="70980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2755" h="70980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2755" h="70980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2755" h="70980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2755" h="70980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2755" h="70980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2755" h="70980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2755" h="70980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2755" h="70980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2755" h="70980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2755" h="70980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02755" h="70980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2755" h="70980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2755" h="70980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2755" h="70980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2755" h="70980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2755" h="70980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2755" h="70980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2755" h="70980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2755" h="70980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2755" h="70980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2755" h="70980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2755" h="70980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2755" h="70980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2755" h="70980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2755" h="70980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2755" h="70980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2755" h="70980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2755" h="70980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2755" h="70980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2755" h="70980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2755" h="70980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2755" h="70980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2755" h="70980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2755" h="70980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2755" h="70980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2755" h="70980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2755" h="70980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2755" h="70980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2755" h="70980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2755" h="70980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2755" h="70980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2755" h="70980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2755" h="70980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2755" h="70980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2755" h="70980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2755" h="70980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2755" h="70980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2755" h="7098030">
                  <a:moveTo>
                    <a:pt x="5263966" y="7098006"/>
                  </a:moveTo>
                  <a:lnTo>
                    <a:pt x="5217616" y="709800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63966" y="7098006"/>
                  </a:lnTo>
                  <a:close/>
                </a:path>
                <a:path w="6802755" h="70980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2755" h="70980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2755" h="70980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2755" h="70980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2755" h="70980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2755" h="70980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2755" h="70980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2755" h="70980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2755" h="70980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2755" h="70980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2755" h="70980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2755" h="70980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2755" h="70980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2755" h="70980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2755" h="70980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2755" h="70980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2755" h="70980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2755" h="70980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2755" h="70980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2755" h="70980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2755" h="70980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2755" h="70980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2755" h="70980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2755" h="70980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2755" h="70980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2755" h="70980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2755" h="70980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2755" h="70980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2755" h="70980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2755" h="70980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2755" h="70980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2755" h="70980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2755" h="70980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2755" h="70980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2755" h="70980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2755" h="70980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2755" h="70980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2755" h="70980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2755" h="70980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2755" h="70980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2755" h="70980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2755" h="70980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2755" h="70980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2755" h="70980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2755" h="70980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2755" h="70980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2755" h="70980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2755" h="70980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2755" h="70980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2755" h="70980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2755" h="70980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2755" h="70980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2755" h="70980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2755" h="70980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2755" h="70980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2755" h="70980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2755" h="70980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2755" h="70980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2755" h="70980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2755" h="70980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2755" h="70980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2755" h="70980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2755" h="70980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2755" h="70980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2755" h="70980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2755" h="70980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2755" h="70980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2755" h="70980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2755" h="70980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2755" h="70980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2755" h="70980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2755" h="70980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2755" h="70980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2755" h="70980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2755" h="70980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2755" h="70980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2755" h="70980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2755" h="7098030">
                  <a:moveTo>
                    <a:pt x="5578317" y="7098006"/>
                  </a:moveTo>
                  <a:lnTo>
                    <a:pt x="5555165" y="709800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78317" y="7098006"/>
                  </a:lnTo>
                  <a:close/>
                </a:path>
                <a:path w="6802755" h="70980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2755" h="70980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2755" h="70980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2755" h="70980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2755" h="70980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2755" h="70980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2755" h="70980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2755" h="70980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2755" h="70980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2755" h="70980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2755" h="70980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2755" h="70980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2755" h="70980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2755" h="70980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2755" h="70980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2755" h="70980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2755" h="70980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2755" h="70980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2755" h="70980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2755" h="70980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2755" h="70980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2755" h="70980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2755" h="70980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2755" h="70980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2755" h="70980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2755" h="70980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2755" h="70980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2755" h="70980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2755" h="70980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2755" h="70980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2755" h="70980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2755" h="70980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2755" h="70980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2755" h="70980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2755" h="70980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2755" h="70980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2755" h="70980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2755" h="70980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2755" h="70980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2755" h="70980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2755" h="7098030">
                  <a:moveTo>
                    <a:pt x="5810947" y="7098006"/>
                  </a:moveTo>
                  <a:lnTo>
                    <a:pt x="5743776" y="7098006"/>
                  </a:lnTo>
                  <a:lnTo>
                    <a:pt x="5741486" y="7094041"/>
                  </a:lnTo>
                  <a:lnTo>
                    <a:pt x="5791867" y="7064952"/>
                  </a:lnTo>
                  <a:lnTo>
                    <a:pt x="5810947" y="7098006"/>
                  </a:lnTo>
                  <a:close/>
                </a:path>
                <a:path w="6802755" h="70980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2755" h="70980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2755" h="70980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2755" h="70980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2755" h="70980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2755" h="70980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2755" h="70980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2755" h="70980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2755" h="70980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2755" h="70980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2755" h="70980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2755" h="70980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2755" h="70980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2755" h="70980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2755" h="70980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2755" h="70980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2755" h="70980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2755" h="70980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2755" h="70980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2755" h="70980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2755" h="70980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2755" h="70980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2755" h="70980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2755" h="70980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2755" h="70980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2755" h="70980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2755" h="70980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2755" h="70980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2755" h="70980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2755" h="70980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2755" h="70980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2755" h="70980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2755" h="70980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2755" h="70980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2755" h="70980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2755" h="70980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2755" h="70980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2755" h="70980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2755" h="70980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2755" h="70980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2755" h="70980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2755" h="70980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2755" h="70980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2755" h="70980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2755" h="70980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2755" h="70980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2755" h="70980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2755" h="70980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2755" h="70980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2755" h="70980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2755" h="70980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2755" h="70980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2755" h="70980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2755" h="70980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2755" h="70980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2755" h="70980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2755" h="70980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2755" h="70980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2755" h="70980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2755" h="70980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2755" h="70980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2755" h="70980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2755" h="70980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2755" h="70980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2755" h="70980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2755" h="70980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2755" h="7098030">
                  <a:moveTo>
                    <a:pt x="6802291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2291" y="1668865"/>
                  </a:lnTo>
                  <a:close/>
                </a:path>
                <a:path w="6802755" h="70980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2755" h="70980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2755" h="70980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2755" h="70980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2755" h="70980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2755" h="70980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2755" h="70980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2755" h="70980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2755" h="70980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2755" h="70980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2755" h="70980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2755" h="70980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2755" h="70980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2755" h="70980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2755" h="70980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2755" h="70980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2755" h="70980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2755" h="70980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2755" h="70980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2755" h="70980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2755" h="70980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2755" h="70980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2755" h="70980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2755" h="70980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2755" h="70980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2755" h="70980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2755" h="70980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2755" h="70980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2755" h="70980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2755" h="70980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2755" h="70980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2755" h="70980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2755" h="70980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2755" h="70980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2755" h="70980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2755" h="70980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2755" h="70980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2755" h="70980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2755" h="70980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2755" h="70980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2755" h="70980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2755" h="70980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2755" h="70980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2755" h="70980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2755" h="70980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2755" h="70980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2755" h="70980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2755" h="70980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2755" h="70980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2755" h="70980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2755" h="70980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2755" h="70980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2755" h="70980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2755" h="70980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2755" h="70980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2755" h="70980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2755" h="70980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2755" h="70980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2755" h="70980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2755" h="70980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2755" h="70980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2755" h="70980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2755" h="70980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2755" h="70980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2755" h="70980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2755" h="70980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2755" h="70980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2755" h="70980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2755" h="70980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2755" h="70980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2755" h="70980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2755" h="70980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2755" h="70980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2755" h="70980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2755" h="70980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2755" h="70980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2755" h="70980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2755" h="70980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2755" h="70980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2755" h="70980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2755" h="70980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2755" h="70980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2755" h="70980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2755" h="70980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2755" h="70980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2755" h="70980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2755" h="70980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2755" h="70980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2755" h="70980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2755" h="70980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2755" h="70980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2755" h="70980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2755" h="70980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2755" h="70980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2755" h="70980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2755" h="70980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2755" h="70980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2755" h="70980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2755" h="70980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2755" h="70980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2755" h="70980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2755" h="70980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2755" h="70980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2755" h="70980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2755" h="70980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2755" h="70980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2755" h="70980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2755" h="70980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2755" h="70980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2755" h="70980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2755" h="70980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2755" h="70980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2755" h="70980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2755" h="70980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2755" h="70980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2755" h="70980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2755" h="70980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2755" h="70980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2755" h="70980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2755" h="70980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2755" h="70980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2755" h="70980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2755" h="70980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2755" h="70980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2755" h="70980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2755" h="70980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2755" h="70980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2755" h="70980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2755" h="70980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2755" h="70980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2755" h="70980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2755" h="70980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2755" h="70980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2755" h="70980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2755" h="70980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2755" h="70980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2755" h="70980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2755" h="70980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2755" h="70980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2755" h="70980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2755" h="70980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2755" h="70980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2755" h="70980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2755" h="70980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2755" h="70980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2755" h="70980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2755" h="70980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2755" h="70980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2755" h="70980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2755" h="70980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2755" h="70980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2755" h="70980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2755" h="70980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2755" h="70980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2755" h="70980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2755" h="70980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2755" h="70980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2755" h="70980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2755" h="70980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2755" h="7098030">
                  <a:moveTo>
                    <a:pt x="6802291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2291" y="2862665"/>
                  </a:lnTo>
                  <a:lnTo>
                    <a:pt x="6802291" y="2888065"/>
                  </a:lnTo>
                  <a:close/>
                </a:path>
                <a:path w="6802755" h="70980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2755" h="70980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2755" h="70980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2755" h="70980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2755" h="70980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2755" h="70980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2755" h="70980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2755" h="70980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2755" h="70980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2755" h="70980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2755" h="70980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2755" h="70980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2755" h="70980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2755" h="70980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2755" h="70980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2755" h="70980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2755" h="70980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2755" h="70980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2755" h="70980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2755" h="70980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2755" h="70980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2755" h="70980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2755" h="70980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2755" h="70980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2755" h="70980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2755" h="70980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2755" h="70980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2755" h="70980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2755" h="70980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2755" h="70980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2755" h="70980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2755" h="70980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2755" h="70980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2755" h="70980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2755" h="70980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2755" h="70980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2755" h="70980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2755" h="70980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2755" h="70980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2755" h="70980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2755" h="70980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2755" h="70980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2755" h="70980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2755" h="70980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2755" h="70980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2755" h="70980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2755" h="70980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2755" h="70980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2755" h="70980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2755" h="70980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2755" h="70980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2755" h="70980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2755" h="70980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2755" h="70980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2755" h="70980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2755" h="70980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2755" h="70980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2755" h="70980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2755" h="70980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2755" h="70980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2755" h="70980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2755" h="70980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2755" h="70980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2755" h="70980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2755" h="70980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2755" h="70980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2755" h="70980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2755" h="70980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2755" h="70980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2755" h="70980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2755" h="70980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2755" h="70980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2755" h="70980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2755" h="70980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2755" h="70980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2755" h="70980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2755" h="70980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2755" h="70980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2755" h="70980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2755" h="70980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2755" h="70980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2755" h="70980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2755" h="70980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2755" h="70980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2755" h="70980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2755" h="70980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2755" h="70980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2755" h="70980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2755" h="70980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2755" h="70980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2755" h="70980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2755" h="70980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2755" h="70980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2755" h="70980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2755" h="70980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2755" h="70980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2755" h="70980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2755" h="70980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2755" h="70980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2755" h="70980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2755" h="70980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2755" h="70980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2755" h="70980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2755" h="70980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2755" h="70980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2755" h="70980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2755" h="70980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2755" h="70980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2755" h="70980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2755" h="70980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2755" h="70980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2755" h="70980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2755" h="70980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2755" h="70980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2755" h="7098030">
                  <a:moveTo>
                    <a:pt x="6802291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2291" y="3738965"/>
                  </a:lnTo>
                  <a:lnTo>
                    <a:pt x="6802291" y="3764365"/>
                  </a:lnTo>
                  <a:close/>
                </a:path>
                <a:path w="6802755" h="70980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2755" h="70980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2755" h="70980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2755" h="70980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2755" h="70980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2755" h="70980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2755" h="70980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2755" h="70980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2755" h="70980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2755" h="70980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2755" h="70980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2755" h="70980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2755" h="70980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2755" h="70980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2755" h="70980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2755" h="70980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2755" h="70980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2755" h="70980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2755" h="70980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2755" h="70980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2755" h="70980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2755" h="70980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2755" h="70980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2755" h="70980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2755" h="70980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2755" h="70980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2755" h="70980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2755" h="70980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2755" h="70980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2755" h="70980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2755" h="70980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2755" h="70980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2755" h="70980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2755" h="70980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2755" h="70980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2755" h="70980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2755" h="70980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2755" h="70980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2755" h="70980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2755" h="70980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2755" h="70980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2755" h="70980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2755" h="70980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2755" h="7098030">
                  <a:moveTo>
                    <a:pt x="6802291" y="4094565"/>
                  </a:moveTo>
                  <a:lnTo>
                    <a:pt x="6790458" y="4081865"/>
                  </a:lnTo>
                  <a:lnTo>
                    <a:pt x="6802291" y="4069165"/>
                  </a:lnTo>
                  <a:lnTo>
                    <a:pt x="6802291" y="4094565"/>
                  </a:lnTo>
                  <a:close/>
                </a:path>
                <a:path w="6802755" h="70980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2755" h="70980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2755" h="70980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2755" h="70980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2755" h="70980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2755" h="70980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2755" h="70980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2755" h="70980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2755" h="70980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2755" h="70980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2755" h="70980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2755" h="70980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2755" h="70980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2755" h="70980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2755" h="70980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2755" h="70980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2755" h="70980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2755" h="70980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2755" h="70980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2755" h="70980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2755" h="70980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2755" h="70980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2755" h="70980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2755" h="70980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2755" h="70980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2755" h="70980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2755" h="70980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2755" h="70980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2755" h="70980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2755" h="70980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2755" h="70980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2755" h="70980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2755" h="70980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2755" h="70980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2755" h="70980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2755" h="70980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2755" h="70980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2755" h="70980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2755" h="70980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2755" h="70980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2755" h="70980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2755" h="70980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2755" h="70980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2755" h="70980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2755" h="70980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2755" h="70980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2755" h="70980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2755" h="70980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2755" h="70980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2755" h="70980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2755" h="70980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2755" h="70980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2755" h="70980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2755" h="70980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2755" h="70980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2755" h="70980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2755" h="70980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2755" h="70980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2755" h="70980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2291" y="4615265"/>
                  </a:lnTo>
                  <a:lnTo>
                    <a:pt x="6802291" y="4640665"/>
                  </a:lnTo>
                  <a:lnTo>
                    <a:pt x="6764613" y="4653365"/>
                  </a:lnTo>
                  <a:close/>
                </a:path>
                <a:path w="6802755" h="70980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2755" h="70980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2755" h="70980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2755" h="70980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2755" h="70980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2755" h="70980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2755" h="70980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2755" h="70980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2755" h="70980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2755" h="70980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2755" h="70980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2755" h="70980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2755" h="70980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2755" h="70980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2755" h="70980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2755" h="70980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2755" h="70980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2755" h="70980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2755" h="70980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2755" h="70980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2755" h="70980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2755" h="70980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2755" h="70980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2755" h="70980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2755" h="70980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2755" h="70980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2755" h="70980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2755" h="70980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2755" h="70980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2755" h="70980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2755" h="70980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2755" h="70980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2755" h="70980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2755" h="70980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2755" h="70980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02291" y="4932765"/>
                  </a:lnTo>
                  <a:lnTo>
                    <a:pt x="6802291" y="4970865"/>
                  </a:lnTo>
                  <a:lnTo>
                    <a:pt x="6785873" y="4983565"/>
                  </a:lnTo>
                  <a:close/>
                </a:path>
                <a:path w="6802755" h="70980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2755" h="70980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2755" h="70980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2755" h="70980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2755" h="70980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2755" h="70980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2755" h="70980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2755" h="70980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2755" h="70980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2755" h="70980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2755" h="70980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2755" h="70980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2755" h="70980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2755" h="70980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2755" h="70980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2755" h="70980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2755" h="70980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2755" h="70980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2755" h="70980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2755" h="70980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2755" h="70980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2755" h="70980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2755" h="70980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2755" h="70980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2755" h="70980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2755" h="70980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2755" h="70980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2755" h="70980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2755" h="70980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2755" h="70980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2755" h="70980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2755" h="70980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2755" h="7098030">
                  <a:moveTo>
                    <a:pt x="6802291" y="5301065"/>
                  </a:moveTo>
                  <a:lnTo>
                    <a:pt x="6790625" y="5288365"/>
                  </a:lnTo>
                  <a:lnTo>
                    <a:pt x="6802291" y="5275665"/>
                  </a:lnTo>
                  <a:lnTo>
                    <a:pt x="6802291" y="5301065"/>
                  </a:lnTo>
                  <a:close/>
                </a:path>
                <a:path w="6802755" h="70980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2755" h="70980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2755" h="70980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2755" h="70980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2755" h="70980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2755" h="70980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2755" h="70980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2755" h="70980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2755" h="70980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2755" h="70980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2755" h="70980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2755" h="70980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2755" h="70980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2755" h="70980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2291" y="5504265"/>
                  </a:lnTo>
                  <a:lnTo>
                    <a:pt x="6802291" y="5516965"/>
                  </a:lnTo>
                  <a:lnTo>
                    <a:pt x="6745941" y="5542365"/>
                  </a:lnTo>
                  <a:close/>
                </a:path>
                <a:path w="6802755" h="70980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2755" h="70980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2755" h="70980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2755" h="70980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2755" h="70980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2755" h="70980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2755" h="70980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2755" h="70980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2755" h="70980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2755" h="70980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2755" h="70980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2755" h="70980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2755" h="70980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2755" h="70980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2755" h="70980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2755" h="70980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2755" h="70980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2755" h="70980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2755" h="70980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2755" h="70980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2755" h="70980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2755" h="70980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2755" h="70980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2755" h="70980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2755" h="70980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2755" h="70980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2755" h="70980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2755" h="70980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2291" y="5809065"/>
                  </a:lnTo>
                  <a:lnTo>
                    <a:pt x="6802291" y="5859865"/>
                  </a:lnTo>
                  <a:lnTo>
                    <a:pt x="6767308" y="5872565"/>
                  </a:lnTo>
                  <a:close/>
                </a:path>
                <a:path w="6802755" h="70980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2755" h="70980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2755" h="70980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2755" h="70980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2755" h="70980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2755" h="70980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2755" h="70980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2755" h="70980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2755" h="70980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2755" h="70980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2755" h="70980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2755" h="70980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2755" h="70980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2755" h="70980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2755" h="70980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2755" h="70980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2755" h="70980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2755" h="70980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2755" h="70980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2755" h="70980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2755" h="70980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2755" h="70980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2755" h="70980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2755" h="70980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2291" y="6126565"/>
                  </a:lnTo>
                  <a:lnTo>
                    <a:pt x="6802291" y="6190065"/>
                  </a:lnTo>
                  <a:lnTo>
                    <a:pt x="6789427" y="6202765"/>
                  </a:lnTo>
                  <a:close/>
                </a:path>
                <a:path w="6802755" h="70980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2755" h="70980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2755" h="70980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2755" h="70980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2755" h="70980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2755" h="70980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2755" h="70980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2755" h="70980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2755" h="70980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2755" h="70980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2755" h="70980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2291" y="6380565"/>
                  </a:lnTo>
                  <a:lnTo>
                    <a:pt x="6802291" y="6393265"/>
                  </a:lnTo>
                  <a:lnTo>
                    <a:pt x="6727171" y="6431365"/>
                  </a:lnTo>
                  <a:close/>
                </a:path>
                <a:path w="6802755" h="70980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2755" h="70980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2755" h="70980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2755" h="70980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2755" h="70980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2755" h="70980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2755" h="70980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2755" h="70980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2755" h="70980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2755" h="70980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2755" h="7098030">
                  <a:moveTo>
                    <a:pt x="6802291" y="6507565"/>
                  </a:moveTo>
                  <a:lnTo>
                    <a:pt x="6791998" y="6494865"/>
                  </a:lnTo>
                  <a:lnTo>
                    <a:pt x="6802291" y="6482165"/>
                  </a:lnTo>
                  <a:lnTo>
                    <a:pt x="6802291" y="6507565"/>
                  </a:lnTo>
                  <a:close/>
                </a:path>
                <a:path w="6802755" h="70980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2755" h="70980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2755" h="70980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2755" h="70980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2755" h="70980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2755" h="70980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2755" h="70980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2755" h="70980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2755" h="70980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2755" h="70980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2291" y="6685365"/>
                  </a:lnTo>
                  <a:lnTo>
                    <a:pt x="6802291" y="6736165"/>
                  </a:lnTo>
                  <a:lnTo>
                    <a:pt x="6748318" y="6761565"/>
                  </a:lnTo>
                  <a:close/>
                </a:path>
                <a:path w="6802755" h="70980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2755" h="70980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2755" h="70980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2755" h="70980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2755" h="70980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2755" h="70980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2755" h="70980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2755" h="70980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2755" h="70980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2755" h="70980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2755" h="70980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2755" h="70980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02755" h="70980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02755" h="70980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02755" h="7098030">
                  <a:moveTo>
                    <a:pt x="6490236" y="7091765"/>
                  </a:moveTo>
                  <a:lnTo>
                    <a:pt x="6412755" y="70917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90236" y="7091765"/>
                  </a:lnTo>
                  <a:close/>
                </a:path>
                <a:path w="6802755" h="70980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02291" y="7002865"/>
                  </a:lnTo>
                  <a:lnTo>
                    <a:pt x="6802291" y="7066365"/>
                  </a:lnTo>
                  <a:lnTo>
                    <a:pt x="6771514" y="7091765"/>
                  </a:lnTo>
                  <a:close/>
                </a:path>
                <a:path w="6802755" h="7098030">
                  <a:moveTo>
                    <a:pt x="6168849" y="7091765"/>
                  </a:moveTo>
                  <a:lnTo>
                    <a:pt x="6077936" y="7091765"/>
                  </a:lnTo>
                  <a:lnTo>
                    <a:pt x="6061879" y="7066365"/>
                  </a:lnTo>
                  <a:lnTo>
                    <a:pt x="6130065" y="7028265"/>
                  </a:lnTo>
                  <a:lnTo>
                    <a:pt x="6168849" y="7091765"/>
                  </a:lnTo>
                  <a:close/>
                </a:path>
                <a:path w="6802755" h="7098030">
                  <a:moveTo>
                    <a:pt x="6676348" y="7091765"/>
                  </a:moveTo>
                  <a:lnTo>
                    <a:pt x="6633023" y="7091765"/>
                  </a:lnTo>
                  <a:lnTo>
                    <a:pt x="6665515" y="7079065"/>
                  </a:lnTo>
                  <a:lnTo>
                    <a:pt x="6676348" y="7091765"/>
                  </a:lnTo>
                  <a:close/>
                </a:path>
                <a:path w="6802755" h="70980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2755" h="70980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2755" h="70980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2755" h="70980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2755" h="70980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2755" h="70980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2755" h="70980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2755" h="70980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2755" h="70980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2755" h="70980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2755" h="70980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2755" h="70980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2755" h="70980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2755" h="70980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2755" h="70980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2755" h="70980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2755" h="70980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2755" h="70980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2755" h="70980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2755" h="70980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2755" h="70980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2755" h="70980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2755" h="70980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2755" h="70980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2755" h="70980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2755" h="70980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2755" h="70980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2755" h="70980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2755" h="70980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2755" h="70980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2755" h="70980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2755" h="70980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2755" h="70980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2755" h="70980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2755" h="70980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2755" h="70980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2755" h="70980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2755" h="70980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2755" h="70980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2755" h="70980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2755" h="70980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2755" h="70980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2755" h="70980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2755" h="70980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2755" h="70980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2755" h="70980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2755" h="70980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2755" h="70980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2755" h="70980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2755" h="70980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2755" h="70980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2755" h="70980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2755" h="70980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2755" h="70980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2755" h="70980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2755" h="70980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2755" h="70980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2755" h="70980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2755" h="70980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2755" h="70980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2755" h="70980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2755" h="70980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2755" h="70980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2755" h="70980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2755" h="70980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2755" h="70980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2755" h="70980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2755" h="70980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2755" h="70980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2755" h="70980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2755" h="70980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2755" h="70980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2755" h="70980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2755" h="70980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2755" h="70980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2755" h="70980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2755" h="70980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2755" h="70980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2755" h="70980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2755" h="70980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2755" h="70980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2755" h="70980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2755" h="70980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2755" h="70980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2755" h="70980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2755" h="70980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2755" h="70980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2755" h="70980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2755" h="70980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2755" h="70980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2755" h="70980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2755" h="70980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2755" h="70980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2755" h="70980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2755" h="70980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2755" h="70980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2755" h="70980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2755" h="70980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2755" h="70980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2755" h="70980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2755" h="70980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2755" h="70980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2755" h="70980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2755" h="70980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2755" h="70980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2755" h="70980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2755" h="70980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2755" h="70980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2755" h="70980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2755" h="70980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2755" h="70980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2755" h="70980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2755" h="70980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2755" h="70980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2755" h="70980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2755" h="70980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2755" h="70980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2755" h="70980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2755" h="70980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2755" h="70980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2755" h="70980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2755" h="70980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2755" h="70980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2755" h="70980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2755" h="70980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2755" h="70980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2755" h="70980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2755" h="70980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2755" h="70980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2755" h="70980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2755" h="70980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2755" h="70980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2755" h="70980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2755" h="70980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2755" h="70980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2755" h="70980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2755" h="70980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2755" h="70980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2755" h="70980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2755" h="70980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2755" h="70980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2755" h="70980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2755" h="70980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2755" h="70980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2755" h="70980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2755" h="70980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2755" h="70980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2755" h="70980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2755" h="70980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2755" h="70980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2755" h="70980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2755" h="70980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2755" h="70980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2755" h="70980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2755" h="70980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2755" h="70980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2755" h="70980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2755" h="70980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2755" h="70980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2755" h="70980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2755" h="70980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2755" h="70980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2755" h="70980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2755" h="70980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2755" h="70980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2755" h="70980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2755" h="70980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2755" h="70980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2755" h="70980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2755" h="70980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2755" h="70980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2755" h="70980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2755" h="70980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2755" h="70980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2755" h="70980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2755" h="70980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2755" h="70980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2755" h="70980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2755" h="70980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2755" h="70980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2755" h="70980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2755" h="70980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2755" h="70980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2755" h="70980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2755" h="70980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2755" h="70980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2755" h="70980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2755" h="70980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2755" h="70980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2755" h="70980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2755" h="70980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2755" h="70980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2755" h="70980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2755" h="70980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2755" h="70980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2755" h="70980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2755" h="70980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2755" h="70980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2755" h="70980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2755" h="70980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2755" h="70980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2755" h="70980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2755" h="70980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2755" h="70980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2755" h="70980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2755" h="70980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2755" h="70980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2755" h="70980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2755" h="70980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2755" h="70980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2755" h="70980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2755" h="70980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2755" h="70980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2755" h="70980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2755" h="70980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2755" h="70980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2755" h="70980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2755" h="70980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2755" h="70980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2755" h="70980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83776" y="1038820"/>
              <a:ext cx="5039320" cy="5029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79297" y="1195737"/>
              <a:ext cx="4838699" cy="48196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106190" y="1253015"/>
              <a:ext cx="4612005" cy="4610100"/>
            </a:xfrm>
            <a:custGeom>
              <a:avLst/>
              <a:gdLst/>
              <a:ahLst/>
              <a:cxnLst/>
              <a:rect l="l" t="t" r="r" b="b"/>
              <a:pathLst>
                <a:path w="4612005" h="4610100">
                  <a:moveTo>
                    <a:pt x="2402211" y="12700"/>
                  </a:moveTo>
                  <a:lnTo>
                    <a:pt x="2209713" y="12700"/>
                  </a:lnTo>
                  <a:lnTo>
                    <a:pt x="2257717" y="0"/>
                  </a:lnTo>
                  <a:lnTo>
                    <a:pt x="2354207" y="0"/>
                  </a:lnTo>
                  <a:lnTo>
                    <a:pt x="2402211" y="12700"/>
                  </a:lnTo>
                  <a:close/>
                </a:path>
                <a:path w="4612005" h="4610100">
                  <a:moveTo>
                    <a:pt x="2591618" y="25400"/>
                  </a:moveTo>
                  <a:lnTo>
                    <a:pt x="2020306" y="25400"/>
                  </a:lnTo>
                  <a:lnTo>
                    <a:pt x="2067247" y="12700"/>
                  </a:lnTo>
                  <a:lnTo>
                    <a:pt x="2544677" y="12700"/>
                  </a:lnTo>
                  <a:lnTo>
                    <a:pt x="2591618" y="25400"/>
                  </a:lnTo>
                  <a:close/>
                </a:path>
                <a:path w="4612005" h="4610100">
                  <a:moveTo>
                    <a:pt x="2684623" y="38100"/>
                  </a:moveTo>
                  <a:lnTo>
                    <a:pt x="1927301" y="38100"/>
                  </a:lnTo>
                  <a:lnTo>
                    <a:pt x="1973654" y="25400"/>
                  </a:lnTo>
                  <a:lnTo>
                    <a:pt x="2638270" y="25400"/>
                  </a:lnTo>
                  <a:lnTo>
                    <a:pt x="2684623" y="38100"/>
                  </a:lnTo>
                  <a:close/>
                </a:path>
                <a:path w="4612005" h="4610100">
                  <a:moveTo>
                    <a:pt x="2776392" y="4572000"/>
                  </a:moveTo>
                  <a:lnTo>
                    <a:pt x="1835532" y="4572000"/>
                  </a:lnTo>
                  <a:lnTo>
                    <a:pt x="1525181" y="4483100"/>
                  </a:lnTo>
                  <a:lnTo>
                    <a:pt x="1482350" y="4470400"/>
                  </a:lnTo>
                  <a:lnTo>
                    <a:pt x="1439925" y="4445000"/>
                  </a:lnTo>
                  <a:lnTo>
                    <a:pt x="1397914" y="4432300"/>
                  </a:lnTo>
                  <a:lnTo>
                    <a:pt x="1356328" y="4406900"/>
                  </a:lnTo>
                  <a:lnTo>
                    <a:pt x="1315175" y="4394200"/>
                  </a:lnTo>
                  <a:lnTo>
                    <a:pt x="1274466" y="4368800"/>
                  </a:lnTo>
                  <a:lnTo>
                    <a:pt x="1234211" y="4356100"/>
                  </a:lnTo>
                  <a:lnTo>
                    <a:pt x="1155099" y="4305300"/>
                  </a:lnTo>
                  <a:lnTo>
                    <a:pt x="1116261" y="4292600"/>
                  </a:lnTo>
                  <a:lnTo>
                    <a:pt x="1040070" y="4241800"/>
                  </a:lnTo>
                  <a:lnTo>
                    <a:pt x="965924" y="4191000"/>
                  </a:lnTo>
                  <a:lnTo>
                    <a:pt x="929642" y="4165600"/>
                  </a:lnTo>
                  <a:lnTo>
                    <a:pt x="893899" y="4127500"/>
                  </a:lnTo>
                  <a:lnTo>
                    <a:pt x="858707" y="4102100"/>
                  </a:lnTo>
                  <a:lnTo>
                    <a:pt x="824073" y="4076700"/>
                  </a:lnTo>
                  <a:lnTo>
                    <a:pt x="790008" y="4051300"/>
                  </a:lnTo>
                  <a:lnTo>
                    <a:pt x="756522" y="4013200"/>
                  </a:lnTo>
                  <a:lnTo>
                    <a:pt x="723624" y="3987800"/>
                  </a:lnTo>
                  <a:lnTo>
                    <a:pt x="691323" y="3962400"/>
                  </a:lnTo>
                  <a:lnTo>
                    <a:pt x="659630" y="3924300"/>
                  </a:lnTo>
                  <a:lnTo>
                    <a:pt x="628554" y="3898900"/>
                  </a:lnTo>
                  <a:lnTo>
                    <a:pt x="598105" y="3860800"/>
                  </a:lnTo>
                  <a:lnTo>
                    <a:pt x="568292" y="3822700"/>
                  </a:lnTo>
                  <a:lnTo>
                    <a:pt x="539124" y="3797300"/>
                  </a:lnTo>
                  <a:lnTo>
                    <a:pt x="510613" y="3759200"/>
                  </a:lnTo>
                  <a:lnTo>
                    <a:pt x="482766" y="3721100"/>
                  </a:lnTo>
                  <a:lnTo>
                    <a:pt x="455594" y="3683000"/>
                  </a:lnTo>
                  <a:lnTo>
                    <a:pt x="429107" y="3644900"/>
                  </a:lnTo>
                  <a:lnTo>
                    <a:pt x="403313" y="3619500"/>
                  </a:lnTo>
                  <a:lnTo>
                    <a:pt x="378224" y="3581400"/>
                  </a:lnTo>
                  <a:lnTo>
                    <a:pt x="353847" y="3543300"/>
                  </a:lnTo>
                  <a:lnTo>
                    <a:pt x="330194" y="3505200"/>
                  </a:lnTo>
                  <a:lnTo>
                    <a:pt x="307273" y="3467100"/>
                  </a:lnTo>
                  <a:lnTo>
                    <a:pt x="285094" y="3416300"/>
                  </a:lnTo>
                  <a:lnTo>
                    <a:pt x="263667" y="3378200"/>
                  </a:lnTo>
                  <a:lnTo>
                    <a:pt x="243001" y="3340100"/>
                  </a:lnTo>
                  <a:lnTo>
                    <a:pt x="223107" y="3302000"/>
                  </a:lnTo>
                  <a:lnTo>
                    <a:pt x="203993" y="3263900"/>
                  </a:lnTo>
                  <a:lnTo>
                    <a:pt x="185670" y="3213100"/>
                  </a:lnTo>
                  <a:lnTo>
                    <a:pt x="168146" y="3175000"/>
                  </a:lnTo>
                  <a:lnTo>
                    <a:pt x="151432" y="3136900"/>
                  </a:lnTo>
                  <a:lnTo>
                    <a:pt x="135538" y="3086100"/>
                  </a:lnTo>
                  <a:lnTo>
                    <a:pt x="120472" y="3048000"/>
                  </a:lnTo>
                  <a:lnTo>
                    <a:pt x="106245" y="3009900"/>
                  </a:lnTo>
                  <a:lnTo>
                    <a:pt x="92865" y="2959100"/>
                  </a:lnTo>
                  <a:lnTo>
                    <a:pt x="80344" y="2921000"/>
                  </a:lnTo>
                  <a:lnTo>
                    <a:pt x="68690" y="2870200"/>
                  </a:lnTo>
                  <a:lnTo>
                    <a:pt x="57912" y="2832100"/>
                  </a:lnTo>
                  <a:lnTo>
                    <a:pt x="48022" y="2781300"/>
                  </a:lnTo>
                  <a:lnTo>
                    <a:pt x="39028" y="2730500"/>
                  </a:lnTo>
                  <a:lnTo>
                    <a:pt x="30939" y="2692400"/>
                  </a:lnTo>
                  <a:lnTo>
                    <a:pt x="23766" y="2641600"/>
                  </a:lnTo>
                  <a:lnTo>
                    <a:pt x="17519" y="2590800"/>
                  </a:lnTo>
                  <a:lnTo>
                    <a:pt x="12206" y="2552700"/>
                  </a:lnTo>
                  <a:lnTo>
                    <a:pt x="7837" y="2501900"/>
                  </a:lnTo>
                  <a:lnTo>
                    <a:pt x="4423" y="2451100"/>
                  </a:lnTo>
                  <a:lnTo>
                    <a:pt x="1972" y="2413000"/>
                  </a:lnTo>
                  <a:lnTo>
                    <a:pt x="494" y="2362200"/>
                  </a:lnTo>
                  <a:lnTo>
                    <a:pt x="0" y="2311400"/>
                  </a:lnTo>
                  <a:lnTo>
                    <a:pt x="494" y="2260600"/>
                  </a:lnTo>
                  <a:lnTo>
                    <a:pt x="1972" y="2209800"/>
                  </a:lnTo>
                  <a:lnTo>
                    <a:pt x="4423" y="2171700"/>
                  </a:lnTo>
                  <a:lnTo>
                    <a:pt x="7837" y="2120900"/>
                  </a:lnTo>
                  <a:lnTo>
                    <a:pt x="12206" y="2070100"/>
                  </a:lnTo>
                  <a:lnTo>
                    <a:pt x="17519" y="2019300"/>
                  </a:lnTo>
                  <a:lnTo>
                    <a:pt x="23766" y="1981200"/>
                  </a:lnTo>
                  <a:lnTo>
                    <a:pt x="30939" y="1930400"/>
                  </a:lnTo>
                  <a:lnTo>
                    <a:pt x="39028" y="1879600"/>
                  </a:lnTo>
                  <a:lnTo>
                    <a:pt x="48022" y="1841500"/>
                  </a:lnTo>
                  <a:lnTo>
                    <a:pt x="57912" y="1790700"/>
                  </a:lnTo>
                  <a:lnTo>
                    <a:pt x="68690" y="1752600"/>
                  </a:lnTo>
                  <a:lnTo>
                    <a:pt x="80344" y="1701800"/>
                  </a:lnTo>
                  <a:lnTo>
                    <a:pt x="92865" y="1663700"/>
                  </a:lnTo>
                  <a:lnTo>
                    <a:pt x="106245" y="1612900"/>
                  </a:lnTo>
                  <a:lnTo>
                    <a:pt x="120472" y="1574800"/>
                  </a:lnTo>
                  <a:lnTo>
                    <a:pt x="135538" y="1524000"/>
                  </a:lnTo>
                  <a:lnTo>
                    <a:pt x="151432" y="1485900"/>
                  </a:lnTo>
                  <a:lnTo>
                    <a:pt x="168146" y="1447800"/>
                  </a:lnTo>
                  <a:lnTo>
                    <a:pt x="185670" y="1397000"/>
                  </a:lnTo>
                  <a:lnTo>
                    <a:pt x="203993" y="1358900"/>
                  </a:lnTo>
                  <a:lnTo>
                    <a:pt x="223107" y="1320800"/>
                  </a:lnTo>
                  <a:lnTo>
                    <a:pt x="243001" y="1282700"/>
                  </a:lnTo>
                  <a:lnTo>
                    <a:pt x="263667" y="1244600"/>
                  </a:lnTo>
                  <a:lnTo>
                    <a:pt x="285094" y="1193800"/>
                  </a:lnTo>
                  <a:lnTo>
                    <a:pt x="307273" y="1155700"/>
                  </a:lnTo>
                  <a:lnTo>
                    <a:pt x="330194" y="1117600"/>
                  </a:lnTo>
                  <a:lnTo>
                    <a:pt x="353847" y="1079500"/>
                  </a:lnTo>
                  <a:lnTo>
                    <a:pt x="378224" y="1041400"/>
                  </a:lnTo>
                  <a:lnTo>
                    <a:pt x="403313" y="1003300"/>
                  </a:lnTo>
                  <a:lnTo>
                    <a:pt x="429107" y="965200"/>
                  </a:lnTo>
                  <a:lnTo>
                    <a:pt x="455594" y="939800"/>
                  </a:lnTo>
                  <a:lnTo>
                    <a:pt x="482766" y="901700"/>
                  </a:lnTo>
                  <a:lnTo>
                    <a:pt x="510613" y="863600"/>
                  </a:lnTo>
                  <a:lnTo>
                    <a:pt x="539124" y="825500"/>
                  </a:lnTo>
                  <a:lnTo>
                    <a:pt x="568292" y="800100"/>
                  </a:lnTo>
                  <a:lnTo>
                    <a:pt x="598105" y="762000"/>
                  </a:lnTo>
                  <a:lnTo>
                    <a:pt x="628554" y="723900"/>
                  </a:lnTo>
                  <a:lnTo>
                    <a:pt x="659630" y="698500"/>
                  </a:lnTo>
                  <a:lnTo>
                    <a:pt x="691323" y="660400"/>
                  </a:lnTo>
                  <a:lnTo>
                    <a:pt x="723624" y="635000"/>
                  </a:lnTo>
                  <a:lnTo>
                    <a:pt x="756522" y="596900"/>
                  </a:lnTo>
                  <a:lnTo>
                    <a:pt x="790008" y="571500"/>
                  </a:lnTo>
                  <a:lnTo>
                    <a:pt x="824073" y="546100"/>
                  </a:lnTo>
                  <a:lnTo>
                    <a:pt x="858707" y="520700"/>
                  </a:lnTo>
                  <a:lnTo>
                    <a:pt x="893899" y="482600"/>
                  </a:lnTo>
                  <a:lnTo>
                    <a:pt x="929642" y="457200"/>
                  </a:lnTo>
                  <a:lnTo>
                    <a:pt x="965924" y="431800"/>
                  </a:lnTo>
                  <a:lnTo>
                    <a:pt x="1040070" y="381000"/>
                  </a:lnTo>
                  <a:lnTo>
                    <a:pt x="1116261" y="330200"/>
                  </a:lnTo>
                  <a:lnTo>
                    <a:pt x="1155099" y="317500"/>
                  </a:lnTo>
                  <a:lnTo>
                    <a:pt x="1234211" y="266700"/>
                  </a:lnTo>
                  <a:lnTo>
                    <a:pt x="1274466" y="241300"/>
                  </a:lnTo>
                  <a:lnTo>
                    <a:pt x="1315175" y="228600"/>
                  </a:lnTo>
                  <a:lnTo>
                    <a:pt x="1356328" y="203200"/>
                  </a:lnTo>
                  <a:lnTo>
                    <a:pt x="1439925" y="177800"/>
                  </a:lnTo>
                  <a:lnTo>
                    <a:pt x="1482350" y="152400"/>
                  </a:lnTo>
                  <a:lnTo>
                    <a:pt x="1881257" y="38100"/>
                  </a:lnTo>
                  <a:lnTo>
                    <a:pt x="2730667" y="38100"/>
                  </a:lnTo>
                  <a:lnTo>
                    <a:pt x="3129574" y="152400"/>
                  </a:lnTo>
                  <a:lnTo>
                    <a:pt x="3172000" y="177800"/>
                  </a:lnTo>
                  <a:lnTo>
                    <a:pt x="3255597" y="203200"/>
                  </a:lnTo>
                  <a:lnTo>
                    <a:pt x="3296749" y="228600"/>
                  </a:lnTo>
                  <a:lnTo>
                    <a:pt x="3337458" y="241300"/>
                  </a:lnTo>
                  <a:lnTo>
                    <a:pt x="3377714" y="266700"/>
                  </a:lnTo>
                  <a:lnTo>
                    <a:pt x="3456826" y="317500"/>
                  </a:lnTo>
                  <a:lnTo>
                    <a:pt x="3495664" y="330200"/>
                  </a:lnTo>
                  <a:lnTo>
                    <a:pt x="3571854" y="381000"/>
                  </a:lnTo>
                  <a:lnTo>
                    <a:pt x="3646001" y="431800"/>
                  </a:lnTo>
                  <a:lnTo>
                    <a:pt x="3682283" y="457200"/>
                  </a:lnTo>
                  <a:lnTo>
                    <a:pt x="3718025" y="482600"/>
                  </a:lnTo>
                  <a:lnTo>
                    <a:pt x="3753218" y="520700"/>
                  </a:lnTo>
                  <a:lnTo>
                    <a:pt x="3787852" y="546100"/>
                  </a:lnTo>
                  <a:lnTo>
                    <a:pt x="3821917" y="571500"/>
                  </a:lnTo>
                  <a:lnTo>
                    <a:pt x="3855403" y="596900"/>
                  </a:lnTo>
                  <a:lnTo>
                    <a:pt x="3888301" y="635000"/>
                  </a:lnTo>
                  <a:lnTo>
                    <a:pt x="3920602" y="660400"/>
                  </a:lnTo>
                  <a:lnTo>
                    <a:pt x="3952295" y="698500"/>
                  </a:lnTo>
                  <a:lnTo>
                    <a:pt x="3983371" y="723900"/>
                  </a:lnTo>
                  <a:lnTo>
                    <a:pt x="4013820" y="762000"/>
                  </a:lnTo>
                  <a:lnTo>
                    <a:pt x="4043633" y="800100"/>
                  </a:lnTo>
                  <a:lnTo>
                    <a:pt x="4072801" y="825500"/>
                  </a:lnTo>
                  <a:lnTo>
                    <a:pt x="4101312" y="863600"/>
                  </a:lnTo>
                  <a:lnTo>
                    <a:pt x="4129159" y="901700"/>
                  </a:lnTo>
                  <a:lnTo>
                    <a:pt x="4156331" y="939800"/>
                  </a:lnTo>
                  <a:lnTo>
                    <a:pt x="4182818" y="965200"/>
                  </a:lnTo>
                  <a:lnTo>
                    <a:pt x="4208612" y="1003300"/>
                  </a:lnTo>
                  <a:lnTo>
                    <a:pt x="4233702" y="1041400"/>
                  </a:lnTo>
                  <a:lnTo>
                    <a:pt x="4258078" y="1079500"/>
                  </a:lnTo>
                  <a:lnTo>
                    <a:pt x="4281732" y="1117600"/>
                  </a:lnTo>
                  <a:lnTo>
                    <a:pt x="4304652" y="1155700"/>
                  </a:lnTo>
                  <a:lnTo>
                    <a:pt x="4326831" y="1193800"/>
                  </a:lnTo>
                  <a:lnTo>
                    <a:pt x="4348258" y="1244600"/>
                  </a:lnTo>
                  <a:lnTo>
                    <a:pt x="4368924" y="1282700"/>
                  </a:lnTo>
                  <a:lnTo>
                    <a:pt x="4388818" y="1320800"/>
                  </a:lnTo>
                  <a:lnTo>
                    <a:pt x="4407932" y="1358900"/>
                  </a:lnTo>
                  <a:lnTo>
                    <a:pt x="4426255" y="1397000"/>
                  </a:lnTo>
                  <a:lnTo>
                    <a:pt x="4443779" y="1447800"/>
                  </a:lnTo>
                  <a:lnTo>
                    <a:pt x="4460493" y="1485900"/>
                  </a:lnTo>
                  <a:lnTo>
                    <a:pt x="4476388" y="1524000"/>
                  </a:lnTo>
                  <a:lnTo>
                    <a:pt x="4491453" y="1574800"/>
                  </a:lnTo>
                  <a:lnTo>
                    <a:pt x="4505681" y="1612900"/>
                  </a:lnTo>
                  <a:lnTo>
                    <a:pt x="4519060" y="1663700"/>
                  </a:lnTo>
                  <a:lnTo>
                    <a:pt x="4531581" y="1701800"/>
                  </a:lnTo>
                  <a:lnTo>
                    <a:pt x="4543236" y="1752600"/>
                  </a:lnTo>
                  <a:lnTo>
                    <a:pt x="4554013" y="1790700"/>
                  </a:lnTo>
                  <a:lnTo>
                    <a:pt x="4563903" y="1841500"/>
                  </a:lnTo>
                  <a:lnTo>
                    <a:pt x="4572898" y="1879600"/>
                  </a:lnTo>
                  <a:lnTo>
                    <a:pt x="4580986" y="1930400"/>
                  </a:lnTo>
                  <a:lnTo>
                    <a:pt x="4588159" y="1981200"/>
                  </a:lnTo>
                  <a:lnTo>
                    <a:pt x="4594407" y="2019300"/>
                  </a:lnTo>
                  <a:lnTo>
                    <a:pt x="4599720" y="2070100"/>
                  </a:lnTo>
                  <a:lnTo>
                    <a:pt x="4604088" y="2120900"/>
                  </a:lnTo>
                  <a:lnTo>
                    <a:pt x="4607503" y="2171700"/>
                  </a:lnTo>
                  <a:lnTo>
                    <a:pt x="4609954" y="2209800"/>
                  </a:lnTo>
                  <a:lnTo>
                    <a:pt x="4611431" y="2260600"/>
                  </a:lnTo>
                  <a:lnTo>
                    <a:pt x="4611926" y="2311400"/>
                  </a:lnTo>
                  <a:lnTo>
                    <a:pt x="4611431" y="2362200"/>
                  </a:lnTo>
                  <a:lnTo>
                    <a:pt x="4609954" y="2413000"/>
                  </a:lnTo>
                  <a:lnTo>
                    <a:pt x="4607503" y="2451100"/>
                  </a:lnTo>
                  <a:lnTo>
                    <a:pt x="4604088" y="2501900"/>
                  </a:lnTo>
                  <a:lnTo>
                    <a:pt x="4599720" y="2552700"/>
                  </a:lnTo>
                  <a:lnTo>
                    <a:pt x="4594407" y="2590800"/>
                  </a:lnTo>
                  <a:lnTo>
                    <a:pt x="4588159" y="2641600"/>
                  </a:lnTo>
                  <a:lnTo>
                    <a:pt x="4580986" y="2692400"/>
                  </a:lnTo>
                  <a:lnTo>
                    <a:pt x="4572898" y="2730500"/>
                  </a:lnTo>
                  <a:lnTo>
                    <a:pt x="4563903" y="2781300"/>
                  </a:lnTo>
                  <a:lnTo>
                    <a:pt x="4554013" y="2832100"/>
                  </a:lnTo>
                  <a:lnTo>
                    <a:pt x="4543236" y="2870200"/>
                  </a:lnTo>
                  <a:lnTo>
                    <a:pt x="4531581" y="2921000"/>
                  </a:lnTo>
                  <a:lnTo>
                    <a:pt x="4519060" y="2959100"/>
                  </a:lnTo>
                  <a:lnTo>
                    <a:pt x="4505681" y="3009900"/>
                  </a:lnTo>
                  <a:lnTo>
                    <a:pt x="4491453" y="3048000"/>
                  </a:lnTo>
                  <a:lnTo>
                    <a:pt x="4476388" y="3086100"/>
                  </a:lnTo>
                  <a:lnTo>
                    <a:pt x="4460493" y="3136900"/>
                  </a:lnTo>
                  <a:lnTo>
                    <a:pt x="4443779" y="3175000"/>
                  </a:lnTo>
                  <a:lnTo>
                    <a:pt x="4426255" y="3213100"/>
                  </a:lnTo>
                  <a:lnTo>
                    <a:pt x="4407932" y="3263900"/>
                  </a:lnTo>
                  <a:lnTo>
                    <a:pt x="4388818" y="3302000"/>
                  </a:lnTo>
                  <a:lnTo>
                    <a:pt x="4368924" y="3340100"/>
                  </a:lnTo>
                  <a:lnTo>
                    <a:pt x="4348258" y="3378200"/>
                  </a:lnTo>
                  <a:lnTo>
                    <a:pt x="4326831" y="3416300"/>
                  </a:lnTo>
                  <a:lnTo>
                    <a:pt x="4304652" y="3467100"/>
                  </a:lnTo>
                  <a:lnTo>
                    <a:pt x="4281732" y="3505200"/>
                  </a:lnTo>
                  <a:lnTo>
                    <a:pt x="4258078" y="3543300"/>
                  </a:lnTo>
                  <a:lnTo>
                    <a:pt x="4233702" y="3581400"/>
                  </a:lnTo>
                  <a:lnTo>
                    <a:pt x="4208612" y="3619500"/>
                  </a:lnTo>
                  <a:lnTo>
                    <a:pt x="4182818" y="3644900"/>
                  </a:lnTo>
                  <a:lnTo>
                    <a:pt x="4156331" y="3683000"/>
                  </a:lnTo>
                  <a:lnTo>
                    <a:pt x="4129159" y="3721100"/>
                  </a:lnTo>
                  <a:lnTo>
                    <a:pt x="4101312" y="3759200"/>
                  </a:lnTo>
                  <a:lnTo>
                    <a:pt x="4072801" y="3797300"/>
                  </a:lnTo>
                  <a:lnTo>
                    <a:pt x="4043633" y="3822700"/>
                  </a:lnTo>
                  <a:lnTo>
                    <a:pt x="4013820" y="3860800"/>
                  </a:lnTo>
                  <a:lnTo>
                    <a:pt x="3983371" y="3898900"/>
                  </a:lnTo>
                  <a:lnTo>
                    <a:pt x="3952295" y="3924300"/>
                  </a:lnTo>
                  <a:lnTo>
                    <a:pt x="3920602" y="3962400"/>
                  </a:lnTo>
                  <a:lnTo>
                    <a:pt x="3888301" y="3987800"/>
                  </a:lnTo>
                  <a:lnTo>
                    <a:pt x="3855403" y="4013200"/>
                  </a:lnTo>
                  <a:lnTo>
                    <a:pt x="3821917" y="4051300"/>
                  </a:lnTo>
                  <a:lnTo>
                    <a:pt x="3787852" y="4076700"/>
                  </a:lnTo>
                  <a:lnTo>
                    <a:pt x="3753218" y="4102100"/>
                  </a:lnTo>
                  <a:lnTo>
                    <a:pt x="3718025" y="4127500"/>
                  </a:lnTo>
                  <a:lnTo>
                    <a:pt x="3682283" y="4165600"/>
                  </a:lnTo>
                  <a:lnTo>
                    <a:pt x="3646001" y="4191000"/>
                  </a:lnTo>
                  <a:lnTo>
                    <a:pt x="3571854" y="4241800"/>
                  </a:lnTo>
                  <a:lnTo>
                    <a:pt x="3495664" y="4292600"/>
                  </a:lnTo>
                  <a:lnTo>
                    <a:pt x="3456826" y="4305300"/>
                  </a:lnTo>
                  <a:lnTo>
                    <a:pt x="3377714" y="4356100"/>
                  </a:lnTo>
                  <a:lnTo>
                    <a:pt x="3337458" y="4368800"/>
                  </a:lnTo>
                  <a:lnTo>
                    <a:pt x="3296749" y="4394200"/>
                  </a:lnTo>
                  <a:lnTo>
                    <a:pt x="3255597" y="4406900"/>
                  </a:lnTo>
                  <a:lnTo>
                    <a:pt x="3214011" y="4432300"/>
                  </a:lnTo>
                  <a:lnTo>
                    <a:pt x="3172000" y="4445000"/>
                  </a:lnTo>
                  <a:lnTo>
                    <a:pt x="3129574" y="4470400"/>
                  </a:lnTo>
                  <a:lnTo>
                    <a:pt x="3086743" y="4483100"/>
                  </a:lnTo>
                  <a:lnTo>
                    <a:pt x="2776392" y="4572000"/>
                  </a:lnTo>
                  <a:close/>
                </a:path>
                <a:path w="4612005" h="4610100">
                  <a:moveTo>
                    <a:pt x="2638270" y="4597400"/>
                  </a:moveTo>
                  <a:lnTo>
                    <a:pt x="1973654" y="4597400"/>
                  </a:lnTo>
                  <a:lnTo>
                    <a:pt x="1881257" y="4572000"/>
                  </a:lnTo>
                  <a:lnTo>
                    <a:pt x="2730667" y="4572000"/>
                  </a:lnTo>
                  <a:lnTo>
                    <a:pt x="2638270" y="4597400"/>
                  </a:lnTo>
                  <a:close/>
                </a:path>
                <a:path w="4612005" h="4610100">
                  <a:moveTo>
                    <a:pt x="2544677" y="4610100"/>
                  </a:moveTo>
                  <a:lnTo>
                    <a:pt x="2067247" y="4610100"/>
                  </a:lnTo>
                  <a:lnTo>
                    <a:pt x="2020306" y="4597400"/>
                  </a:lnTo>
                  <a:lnTo>
                    <a:pt x="2591618" y="4597400"/>
                  </a:lnTo>
                  <a:lnTo>
                    <a:pt x="2544677" y="4610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34650" y="1501304"/>
              <a:ext cx="4110086" cy="41021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88081" y="4662537"/>
              <a:ext cx="4455256" cy="4432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24052" y="4846737"/>
              <a:ext cx="4183201" cy="41640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218539" y="4895634"/>
              <a:ext cx="3989070" cy="3987800"/>
            </a:xfrm>
            <a:custGeom>
              <a:avLst/>
              <a:gdLst/>
              <a:ahLst/>
              <a:cxnLst/>
              <a:rect l="l" t="t" r="r" b="b"/>
              <a:pathLst>
                <a:path w="3989069" h="3987800">
                  <a:moveTo>
                    <a:pt x="2091007" y="12699"/>
                  </a:moveTo>
                  <a:lnTo>
                    <a:pt x="1897748" y="12699"/>
                  </a:lnTo>
                  <a:lnTo>
                    <a:pt x="1945921" y="0"/>
                  </a:lnTo>
                  <a:lnTo>
                    <a:pt x="2042834" y="0"/>
                  </a:lnTo>
                  <a:lnTo>
                    <a:pt x="2091007" y="12699"/>
                  </a:lnTo>
                  <a:close/>
                </a:path>
                <a:path w="3989069" h="3987800">
                  <a:moveTo>
                    <a:pt x="2233693" y="25399"/>
                  </a:moveTo>
                  <a:lnTo>
                    <a:pt x="1755062" y="25399"/>
                  </a:lnTo>
                  <a:lnTo>
                    <a:pt x="1802305" y="12699"/>
                  </a:lnTo>
                  <a:lnTo>
                    <a:pt x="2186449" y="12699"/>
                  </a:lnTo>
                  <a:lnTo>
                    <a:pt x="2233693" y="25399"/>
                  </a:lnTo>
                  <a:close/>
                </a:path>
                <a:path w="3989069" h="3987800">
                  <a:moveTo>
                    <a:pt x="2327159" y="38099"/>
                  </a:moveTo>
                  <a:lnTo>
                    <a:pt x="1661596" y="38099"/>
                  </a:lnTo>
                  <a:lnTo>
                    <a:pt x="1708154" y="25399"/>
                  </a:lnTo>
                  <a:lnTo>
                    <a:pt x="2280600" y="25399"/>
                  </a:lnTo>
                  <a:lnTo>
                    <a:pt x="2327159" y="38099"/>
                  </a:lnTo>
                  <a:close/>
                </a:path>
                <a:path w="3989069" h="3987800">
                  <a:moveTo>
                    <a:pt x="2373356" y="3962399"/>
                  </a:moveTo>
                  <a:lnTo>
                    <a:pt x="1615399" y="3962399"/>
                  </a:lnTo>
                  <a:lnTo>
                    <a:pt x="1303256" y="3873499"/>
                  </a:lnTo>
                  <a:lnTo>
                    <a:pt x="1260426" y="3860799"/>
                  </a:lnTo>
                  <a:lnTo>
                    <a:pt x="1218075" y="3835399"/>
                  </a:lnTo>
                  <a:lnTo>
                    <a:pt x="1176217" y="3822699"/>
                  </a:lnTo>
                  <a:lnTo>
                    <a:pt x="1134865" y="3797299"/>
                  </a:lnTo>
                  <a:lnTo>
                    <a:pt x="1094031" y="3784599"/>
                  </a:lnTo>
                  <a:lnTo>
                    <a:pt x="1013972" y="3733799"/>
                  </a:lnTo>
                  <a:lnTo>
                    <a:pt x="974773" y="3708399"/>
                  </a:lnTo>
                  <a:lnTo>
                    <a:pt x="936145" y="3695699"/>
                  </a:lnTo>
                  <a:lnTo>
                    <a:pt x="898101" y="3670299"/>
                  </a:lnTo>
                  <a:lnTo>
                    <a:pt x="860654" y="3644899"/>
                  </a:lnTo>
                  <a:lnTo>
                    <a:pt x="823817" y="3619499"/>
                  </a:lnTo>
                  <a:lnTo>
                    <a:pt x="787603" y="3581399"/>
                  </a:lnTo>
                  <a:lnTo>
                    <a:pt x="752025" y="3555999"/>
                  </a:lnTo>
                  <a:lnTo>
                    <a:pt x="717097" y="3530599"/>
                  </a:lnTo>
                  <a:lnTo>
                    <a:pt x="682832" y="3505199"/>
                  </a:lnTo>
                  <a:lnTo>
                    <a:pt x="649241" y="3467099"/>
                  </a:lnTo>
                  <a:lnTo>
                    <a:pt x="616339" y="3441699"/>
                  </a:lnTo>
                  <a:lnTo>
                    <a:pt x="584139" y="3416299"/>
                  </a:lnTo>
                  <a:lnTo>
                    <a:pt x="552654" y="3378199"/>
                  </a:lnTo>
                  <a:lnTo>
                    <a:pt x="521896" y="3340099"/>
                  </a:lnTo>
                  <a:lnTo>
                    <a:pt x="491878" y="3314699"/>
                  </a:lnTo>
                  <a:lnTo>
                    <a:pt x="462615" y="3276599"/>
                  </a:lnTo>
                  <a:lnTo>
                    <a:pt x="434118" y="3238499"/>
                  </a:lnTo>
                  <a:lnTo>
                    <a:pt x="406402" y="3200399"/>
                  </a:lnTo>
                  <a:lnTo>
                    <a:pt x="379478" y="3174999"/>
                  </a:lnTo>
                  <a:lnTo>
                    <a:pt x="353360" y="3136899"/>
                  </a:lnTo>
                  <a:lnTo>
                    <a:pt x="328062" y="3098799"/>
                  </a:lnTo>
                  <a:lnTo>
                    <a:pt x="303595" y="3060699"/>
                  </a:lnTo>
                  <a:lnTo>
                    <a:pt x="279974" y="3022599"/>
                  </a:lnTo>
                  <a:lnTo>
                    <a:pt x="257211" y="2984499"/>
                  </a:lnTo>
                  <a:lnTo>
                    <a:pt x="235320" y="2946399"/>
                  </a:lnTo>
                  <a:lnTo>
                    <a:pt x="214312" y="2895599"/>
                  </a:lnTo>
                  <a:lnTo>
                    <a:pt x="194203" y="2857499"/>
                  </a:lnTo>
                  <a:lnTo>
                    <a:pt x="175003" y="2819399"/>
                  </a:lnTo>
                  <a:lnTo>
                    <a:pt x="156728" y="2781299"/>
                  </a:lnTo>
                  <a:lnTo>
                    <a:pt x="139388" y="2730499"/>
                  </a:lnTo>
                  <a:lnTo>
                    <a:pt x="122999" y="2692399"/>
                  </a:lnTo>
                  <a:lnTo>
                    <a:pt x="107572" y="2641599"/>
                  </a:lnTo>
                  <a:lnTo>
                    <a:pt x="93121" y="2603499"/>
                  </a:lnTo>
                  <a:lnTo>
                    <a:pt x="79659" y="2565399"/>
                  </a:lnTo>
                  <a:lnTo>
                    <a:pt x="67199" y="2514599"/>
                  </a:lnTo>
                  <a:lnTo>
                    <a:pt x="55754" y="2463799"/>
                  </a:lnTo>
                  <a:lnTo>
                    <a:pt x="45337" y="2425699"/>
                  </a:lnTo>
                  <a:lnTo>
                    <a:pt x="35961" y="2374899"/>
                  </a:lnTo>
                  <a:lnTo>
                    <a:pt x="27639" y="2336799"/>
                  </a:lnTo>
                  <a:lnTo>
                    <a:pt x="20385" y="2285999"/>
                  </a:lnTo>
                  <a:lnTo>
                    <a:pt x="14210" y="2235199"/>
                  </a:lnTo>
                  <a:lnTo>
                    <a:pt x="9129" y="2197099"/>
                  </a:lnTo>
                  <a:lnTo>
                    <a:pt x="5155" y="2146299"/>
                  </a:lnTo>
                  <a:lnTo>
                    <a:pt x="2299" y="2095499"/>
                  </a:lnTo>
                  <a:lnTo>
                    <a:pt x="577" y="2044699"/>
                  </a:lnTo>
                  <a:lnTo>
                    <a:pt x="0" y="1993899"/>
                  </a:lnTo>
                  <a:lnTo>
                    <a:pt x="577" y="1955799"/>
                  </a:lnTo>
                  <a:lnTo>
                    <a:pt x="2299" y="1904999"/>
                  </a:lnTo>
                  <a:lnTo>
                    <a:pt x="5155" y="1854199"/>
                  </a:lnTo>
                  <a:lnTo>
                    <a:pt x="9129" y="1803399"/>
                  </a:lnTo>
                  <a:lnTo>
                    <a:pt x="14210" y="1765299"/>
                  </a:lnTo>
                  <a:lnTo>
                    <a:pt x="20385" y="1714499"/>
                  </a:lnTo>
                  <a:lnTo>
                    <a:pt x="27639" y="1663699"/>
                  </a:lnTo>
                  <a:lnTo>
                    <a:pt x="35961" y="1625599"/>
                  </a:lnTo>
                  <a:lnTo>
                    <a:pt x="45337" y="1574799"/>
                  </a:lnTo>
                  <a:lnTo>
                    <a:pt x="55754" y="1523999"/>
                  </a:lnTo>
                  <a:lnTo>
                    <a:pt x="67199" y="1485899"/>
                  </a:lnTo>
                  <a:lnTo>
                    <a:pt x="79659" y="1435099"/>
                  </a:lnTo>
                  <a:lnTo>
                    <a:pt x="93121" y="1396999"/>
                  </a:lnTo>
                  <a:lnTo>
                    <a:pt x="107572" y="1346199"/>
                  </a:lnTo>
                  <a:lnTo>
                    <a:pt x="122999" y="1308099"/>
                  </a:lnTo>
                  <a:lnTo>
                    <a:pt x="139388" y="1269999"/>
                  </a:lnTo>
                  <a:lnTo>
                    <a:pt x="156728" y="1219199"/>
                  </a:lnTo>
                  <a:lnTo>
                    <a:pt x="175003" y="1181099"/>
                  </a:lnTo>
                  <a:lnTo>
                    <a:pt x="194203" y="1142999"/>
                  </a:lnTo>
                  <a:lnTo>
                    <a:pt x="214312" y="1104899"/>
                  </a:lnTo>
                  <a:lnTo>
                    <a:pt x="235320" y="1054099"/>
                  </a:lnTo>
                  <a:lnTo>
                    <a:pt x="257211" y="1015999"/>
                  </a:lnTo>
                  <a:lnTo>
                    <a:pt x="279974" y="977899"/>
                  </a:lnTo>
                  <a:lnTo>
                    <a:pt x="303595" y="939799"/>
                  </a:lnTo>
                  <a:lnTo>
                    <a:pt x="328062" y="901699"/>
                  </a:lnTo>
                  <a:lnTo>
                    <a:pt x="353360" y="863599"/>
                  </a:lnTo>
                  <a:lnTo>
                    <a:pt x="379478" y="825499"/>
                  </a:lnTo>
                  <a:lnTo>
                    <a:pt x="406402" y="787399"/>
                  </a:lnTo>
                  <a:lnTo>
                    <a:pt x="434118" y="761999"/>
                  </a:lnTo>
                  <a:lnTo>
                    <a:pt x="462615" y="723899"/>
                  </a:lnTo>
                  <a:lnTo>
                    <a:pt x="491878" y="685799"/>
                  </a:lnTo>
                  <a:lnTo>
                    <a:pt x="521896" y="660399"/>
                  </a:lnTo>
                  <a:lnTo>
                    <a:pt x="552654" y="622299"/>
                  </a:lnTo>
                  <a:lnTo>
                    <a:pt x="584139" y="584199"/>
                  </a:lnTo>
                  <a:lnTo>
                    <a:pt x="616339" y="558799"/>
                  </a:lnTo>
                  <a:lnTo>
                    <a:pt x="649241" y="533399"/>
                  </a:lnTo>
                  <a:lnTo>
                    <a:pt x="682832" y="495299"/>
                  </a:lnTo>
                  <a:lnTo>
                    <a:pt x="717097" y="469899"/>
                  </a:lnTo>
                  <a:lnTo>
                    <a:pt x="752025" y="444499"/>
                  </a:lnTo>
                  <a:lnTo>
                    <a:pt x="787603" y="406399"/>
                  </a:lnTo>
                  <a:lnTo>
                    <a:pt x="823817" y="380999"/>
                  </a:lnTo>
                  <a:lnTo>
                    <a:pt x="860654" y="355599"/>
                  </a:lnTo>
                  <a:lnTo>
                    <a:pt x="898101" y="330199"/>
                  </a:lnTo>
                  <a:lnTo>
                    <a:pt x="936145" y="304799"/>
                  </a:lnTo>
                  <a:lnTo>
                    <a:pt x="974773" y="279399"/>
                  </a:lnTo>
                  <a:lnTo>
                    <a:pt x="1013972" y="266699"/>
                  </a:lnTo>
                  <a:lnTo>
                    <a:pt x="1094031" y="215899"/>
                  </a:lnTo>
                  <a:lnTo>
                    <a:pt x="1134865" y="203199"/>
                  </a:lnTo>
                  <a:lnTo>
                    <a:pt x="1176217" y="177799"/>
                  </a:lnTo>
                  <a:lnTo>
                    <a:pt x="1218075" y="165099"/>
                  </a:lnTo>
                  <a:lnTo>
                    <a:pt x="1260426" y="139699"/>
                  </a:lnTo>
                  <a:lnTo>
                    <a:pt x="1569578" y="50799"/>
                  </a:lnTo>
                  <a:lnTo>
                    <a:pt x="1615399" y="38099"/>
                  </a:lnTo>
                  <a:lnTo>
                    <a:pt x="2373356" y="38099"/>
                  </a:lnTo>
                  <a:lnTo>
                    <a:pt x="2419177" y="50799"/>
                  </a:lnTo>
                  <a:lnTo>
                    <a:pt x="2728328" y="139699"/>
                  </a:lnTo>
                  <a:lnTo>
                    <a:pt x="2770679" y="165099"/>
                  </a:lnTo>
                  <a:lnTo>
                    <a:pt x="2812537" y="177799"/>
                  </a:lnTo>
                  <a:lnTo>
                    <a:pt x="2853890" y="203199"/>
                  </a:lnTo>
                  <a:lnTo>
                    <a:pt x="2894723" y="215899"/>
                  </a:lnTo>
                  <a:lnTo>
                    <a:pt x="2974782" y="266699"/>
                  </a:lnTo>
                  <a:lnTo>
                    <a:pt x="3013982" y="279399"/>
                  </a:lnTo>
                  <a:lnTo>
                    <a:pt x="3052610" y="304799"/>
                  </a:lnTo>
                  <a:lnTo>
                    <a:pt x="3090654" y="330199"/>
                  </a:lnTo>
                  <a:lnTo>
                    <a:pt x="3128101" y="355599"/>
                  </a:lnTo>
                  <a:lnTo>
                    <a:pt x="3164938" y="380999"/>
                  </a:lnTo>
                  <a:lnTo>
                    <a:pt x="3201152" y="406399"/>
                  </a:lnTo>
                  <a:lnTo>
                    <a:pt x="3236729" y="444499"/>
                  </a:lnTo>
                  <a:lnTo>
                    <a:pt x="3271657" y="469899"/>
                  </a:lnTo>
                  <a:lnTo>
                    <a:pt x="3305923" y="495299"/>
                  </a:lnTo>
                  <a:lnTo>
                    <a:pt x="3339513" y="533399"/>
                  </a:lnTo>
                  <a:lnTo>
                    <a:pt x="3372415" y="558799"/>
                  </a:lnTo>
                  <a:lnTo>
                    <a:pt x="3404615" y="584199"/>
                  </a:lnTo>
                  <a:lnTo>
                    <a:pt x="3436101" y="622299"/>
                  </a:lnTo>
                  <a:lnTo>
                    <a:pt x="3466859" y="660399"/>
                  </a:lnTo>
                  <a:lnTo>
                    <a:pt x="3496876" y="685799"/>
                  </a:lnTo>
                  <a:lnTo>
                    <a:pt x="3526140" y="723899"/>
                  </a:lnTo>
                  <a:lnTo>
                    <a:pt x="3554636" y="761999"/>
                  </a:lnTo>
                  <a:lnTo>
                    <a:pt x="3582353" y="787399"/>
                  </a:lnTo>
                  <a:lnTo>
                    <a:pt x="3609277" y="825499"/>
                  </a:lnTo>
                  <a:lnTo>
                    <a:pt x="3635394" y="863599"/>
                  </a:lnTo>
                  <a:lnTo>
                    <a:pt x="3660693" y="901699"/>
                  </a:lnTo>
                  <a:lnTo>
                    <a:pt x="3685159" y="939799"/>
                  </a:lnTo>
                  <a:lnTo>
                    <a:pt x="3708780" y="977899"/>
                  </a:lnTo>
                  <a:lnTo>
                    <a:pt x="3731543" y="1015999"/>
                  </a:lnTo>
                  <a:lnTo>
                    <a:pt x="3753435" y="1054099"/>
                  </a:lnTo>
                  <a:lnTo>
                    <a:pt x="3774442" y="1104899"/>
                  </a:lnTo>
                  <a:lnTo>
                    <a:pt x="3794552" y="1142999"/>
                  </a:lnTo>
                  <a:lnTo>
                    <a:pt x="3813751" y="1181099"/>
                  </a:lnTo>
                  <a:lnTo>
                    <a:pt x="3832027" y="1219199"/>
                  </a:lnTo>
                  <a:lnTo>
                    <a:pt x="3849366" y="1269999"/>
                  </a:lnTo>
                  <a:lnTo>
                    <a:pt x="3865756" y="1308099"/>
                  </a:lnTo>
                  <a:lnTo>
                    <a:pt x="3881182" y="1346199"/>
                  </a:lnTo>
                  <a:lnTo>
                    <a:pt x="3895633" y="1396999"/>
                  </a:lnTo>
                  <a:lnTo>
                    <a:pt x="3909095" y="1435099"/>
                  </a:lnTo>
                  <a:lnTo>
                    <a:pt x="3921555" y="1485899"/>
                  </a:lnTo>
                  <a:lnTo>
                    <a:pt x="3933000" y="1523999"/>
                  </a:lnTo>
                  <a:lnTo>
                    <a:pt x="3943418" y="1574799"/>
                  </a:lnTo>
                  <a:lnTo>
                    <a:pt x="3952794" y="1625599"/>
                  </a:lnTo>
                  <a:lnTo>
                    <a:pt x="3961115" y="1663699"/>
                  </a:lnTo>
                  <a:lnTo>
                    <a:pt x="3968370" y="1714499"/>
                  </a:lnTo>
                  <a:lnTo>
                    <a:pt x="3974544" y="1765299"/>
                  </a:lnTo>
                  <a:lnTo>
                    <a:pt x="3979626" y="1803399"/>
                  </a:lnTo>
                  <a:lnTo>
                    <a:pt x="3983600" y="1854199"/>
                  </a:lnTo>
                  <a:lnTo>
                    <a:pt x="3986455" y="1904999"/>
                  </a:lnTo>
                  <a:lnTo>
                    <a:pt x="3988178" y="1955799"/>
                  </a:lnTo>
                  <a:lnTo>
                    <a:pt x="3988755" y="1993899"/>
                  </a:lnTo>
                  <a:lnTo>
                    <a:pt x="3988178" y="2044699"/>
                  </a:lnTo>
                  <a:lnTo>
                    <a:pt x="3986455" y="2095499"/>
                  </a:lnTo>
                  <a:lnTo>
                    <a:pt x="3983600" y="2146299"/>
                  </a:lnTo>
                  <a:lnTo>
                    <a:pt x="3979626" y="2197099"/>
                  </a:lnTo>
                  <a:lnTo>
                    <a:pt x="3974544" y="2235199"/>
                  </a:lnTo>
                  <a:lnTo>
                    <a:pt x="3968370" y="2285999"/>
                  </a:lnTo>
                  <a:lnTo>
                    <a:pt x="3961115" y="2336799"/>
                  </a:lnTo>
                  <a:lnTo>
                    <a:pt x="3952794" y="2374899"/>
                  </a:lnTo>
                  <a:lnTo>
                    <a:pt x="3943418" y="2425699"/>
                  </a:lnTo>
                  <a:lnTo>
                    <a:pt x="3933000" y="2463799"/>
                  </a:lnTo>
                  <a:lnTo>
                    <a:pt x="3921555" y="2514599"/>
                  </a:lnTo>
                  <a:lnTo>
                    <a:pt x="3909095" y="2565399"/>
                  </a:lnTo>
                  <a:lnTo>
                    <a:pt x="3895633" y="2603499"/>
                  </a:lnTo>
                  <a:lnTo>
                    <a:pt x="3881182" y="2641599"/>
                  </a:lnTo>
                  <a:lnTo>
                    <a:pt x="3865756" y="2692399"/>
                  </a:lnTo>
                  <a:lnTo>
                    <a:pt x="3849366" y="2730499"/>
                  </a:lnTo>
                  <a:lnTo>
                    <a:pt x="3832027" y="2781299"/>
                  </a:lnTo>
                  <a:lnTo>
                    <a:pt x="3813751" y="2819399"/>
                  </a:lnTo>
                  <a:lnTo>
                    <a:pt x="3794552" y="2857499"/>
                  </a:lnTo>
                  <a:lnTo>
                    <a:pt x="3774442" y="2895599"/>
                  </a:lnTo>
                  <a:lnTo>
                    <a:pt x="3753435" y="2946399"/>
                  </a:lnTo>
                  <a:lnTo>
                    <a:pt x="3731543" y="2984499"/>
                  </a:lnTo>
                  <a:lnTo>
                    <a:pt x="3708780" y="3022599"/>
                  </a:lnTo>
                  <a:lnTo>
                    <a:pt x="3685159" y="3060699"/>
                  </a:lnTo>
                  <a:lnTo>
                    <a:pt x="3660693" y="3098799"/>
                  </a:lnTo>
                  <a:lnTo>
                    <a:pt x="3635394" y="3136899"/>
                  </a:lnTo>
                  <a:lnTo>
                    <a:pt x="3609277" y="3174999"/>
                  </a:lnTo>
                  <a:lnTo>
                    <a:pt x="3582353" y="3200399"/>
                  </a:lnTo>
                  <a:lnTo>
                    <a:pt x="3554636" y="3238499"/>
                  </a:lnTo>
                  <a:lnTo>
                    <a:pt x="3526140" y="3276599"/>
                  </a:lnTo>
                  <a:lnTo>
                    <a:pt x="3496876" y="3314699"/>
                  </a:lnTo>
                  <a:lnTo>
                    <a:pt x="3466859" y="3340099"/>
                  </a:lnTo>
                  <a:lnTo>
                    <a:pt x="3436101" y="3378199"/>
                  </a:lnTo>
                  <a:lnTo>
                    <a:pt x="3404615" y="3416299"/>
                  </a:lnTo>
                  <a:lnTo>
                    <a:pt x="3372415" y="3441699"/>
                  </a:lnTo>
                  <a:lnTo>
                    <a:pt x="3339513" y="3467099"/>
                  </a:lnTo>
                  <a:lnTo>
                    <a:pt x="3305923" y="3505199"/>
                  </a:lnTo>
                  <a:lnTo>
                    <a:pt x="3271657" y="3530599"/>
                  </a:lnTo>
                  <a:lnTo>
                    <a:pt x="3236729" y="3555999"/>
                  </a:lnTo>
                  <a:lnTo>
                    <a:pt x="3201152" y="3581399"/>
                  </a:lnTo>
                  <a:lnTo>
                    <a:pt x="3164938" y="3619499"/>
                  </a:lnTo>
                  <a:lnTo>
                    <a:pt x="3128101" y="3644899"/>
                  </a:lnTo>
                  <a:lnTo>
                    <a:pt x="3090654" y="3670299"/>
                  </a:lnTo>
                  <a:lnTo>
                    <a:pt x="3052610" y="3695699"/>
                  </a:lnTo>
                  <a:lnTo>
                    <a:pt x="3013982" y="3708399"/>
                  </a:lnTo>
                  <a:lnTo>
                    <a:pt x="2974782" y="3733799"/>
                  </a:lnTo>
                  <a:lnTo>
                    <a:pt x="2894723" y="3784599"/>
                  </a:lnTo>
                  <a:lnTo>
                    <a:pt x="2853890" y="3797299"/>
                  </a:lnTo>
                  <a:lnTo>
                    <a:pt x="2812537" y="3822699"/>
                  </a:lnTo>
                  <a:lnTo>
                    <a:pt x="2770679" y="3835399"/>
                  </a:lnTo>
                  <a:lnTo>
                    <a:pt x="2728328" y="3860799"/>
                  </a:lnTo>
                  <a:lnTo>
                    <a:pt x="2685498" y="3873499"/>
                  </a:lnTo>
                  <a:lnTo>
                    <a:pt x="2373356" y="3962399"/>
                  </a:lnTo>
                  <a:close/>
                </a:path>
                <a:path w="3989069" h="3987800">
                  <a:moveTo>
                    <a:pt x="2280600" y="3975099"/>
                  </a:moveTo>
                  <a:lnTo>
                    <a:pt x="1708154" y="3975099"/>
                  </a:lnTo>
                  <a:lnTo>
                    <a:pt x="1661596" y="3962399"/>
                  </a:lnTo>
                  <a:lnTo>
                    <a:pt x="2327159" y="3962399"/>
                  </a:lnTo>
                  <a:lnTo>
                    <a:pt x="2280600" y="3975099"/>
                  </a:lnTo>
                  <a:close/>
                </a:path>
                <a:path w="3989069" h="3987800">
                  <a:moveTo>
                    <a:pt x="2186449" y="3987799"/>
                  </a:moveTo>
                  <a:lnTo>
                    <a:pt x="1802305" y="3987799"/>
                  </a:lnTo>
                  <a:lnTo>
                    <a:pt x="1755062" y="3975099"/>
                  </a:lnTo>
                  <a:lnTo>
                    <a:pt x="2233693" y="3975099"/>
                  </a:lnTo>
                  <a:lnTo>
                    <a:pt x="2186449" y="39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16132" y="5104088"/>
              <a:ext cx="3554726" cy="35547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8187" y="2068017"/>
            <a:ext cx="5965825" cy="1216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800" spc="-30" dirty="0"/>
              <a:t>System</a:t>
            </a:r>
            <a:r>
              <a:rPr sz="7800" spc="-955" dirty="0"/>
              <a:t> </a:t>
            </a:r>
            <a:r>
              <a:rPr sz="7800" spc="-160" dirty="0"/>
              <a:t>Actors</a:t>
            </a:r>
            <a:endParaRPr sz="7800"/>
          </a:p>
        </p:txBody>
      </p:sp>
      <p:grpSp>
        <p:nvGrpSpPr>
          <p:cNvPr id="4" name="object 4"/>
          <p:cNvGrpSpPr/>
          <p:nvPr/>
        </p:nvGrpSpPr>
        <p:grpSpPr>
          <a:xfrm>
            <a:off x="4031675" y="3807489"/>
            <a:ext cx="129539" cy="3697604"/>
            <a:chOff x="4031675" y="3807489"/>
            <a:chExt cx="129539" cy="369760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1675" y="3807489"/>
              <a:ext cx="129227" cy="1292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675" y="4317218"/>
              <a:ext cx="129227" cy="1292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675" y="4826946"/>
              <a:ext cx="129227" cy="1292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675" y="5336675"/>
              <a:ext cx="129227" cy="1292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675" y="5846404"/>
              <a:ext cx="129227" cy="1292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1675" y="6356133"/>
              <a:ext cx="129227" cy="1292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1675" y="6865862"/>
              <a:ext cx="129227" cy="1292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1675" y="7375590"/>
              <a:ext cx="129227" cy="12922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327684" y="3552387"/>
            <a:ext cx="4119245" cy="410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1310">
              <a:lnSpc>
                <a:spcPct val="115300"/>
              </a:lnSpc>
              <a:spcBef>
                <a:spcPts val="100"/>
              </a:spcBef>
            </a:pP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Administrator Receptionist Triage</a:t>
            </a:r>
            <a:endParaRPr sz="2900">
              <a:latin typeface="Lucida Sans Unicode"/>
              <a:cs typeface="Lucida Sans Unicode"/>
            </a:endParaRPr>
          </a:p>
          <a:p>
            <a:pPr marL="12700" marR="2874645">
              <a:lnSpc>
                <a:spcPct val="115300"/>
              </a:lnSpc>
            </a:pP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Doctor Nurse</a:t>
            </a:r>
            <a:endParaRPr sz="2900">
              <a:latin typeface="Lucida Sans Unicode"/>
              <a:cs typeface="Lucida Sans Unicode"/>
            </a:endParaRPr>
          </a:p>
          <a:p>
            <a:pPr marL="12700" marR="5080">
              <a:lnSpc>
                <a:spcPct val="115300"/>
              </a:lnSpc>
              <a:spcBef>
                <a:spcPts val="5"/>
              </a:spcBef>
            </a:pP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Laboratory</a:t>
            </a:r>
            <a:r>
              <a:rPr sz="2900" spc="25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Technician </a:t>
            </a:r>
            <a:r>
              <a:rPr sz="2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Pharmacist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Cashier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94170" cy="6997065"/>
            <a:chOff x="0" y="0"/>
            <a:chExt cx="669417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94170" cy="6997065"/>
            </a:xfrm>
            <a:custGeom>
              <a:avLst/>
              <a:gdLst/>
              <a:ahLst/>
              <a:cxnLst/>
              <a:rect l="l" t="t" r="r" b="b"/>
              <a:pathLst>
                <a:path w="6694170" h="6997065">
                  <a:moveTo>
                    <a:pt x="6692130" y="34950"/>
                  </a:moveTo>
                  <a:lnTo>
                    <a:pt x="6693488" y="34950"/>
                  </a:lnTo>
                  <a:lnTo>
                    <a:pt x="6693735" y="35376"/>
                  </a:lnTo>
                  <a:lnTo>
                    <a:pt x="6692376" y="35376"/>
                  </a:lnTo>
                  <a:lnTo>
                    <a:pt x="6692130" y="34950"/>
                  </a:lnTo>
                  <a:close/>
                </a:path>
                <a:path w="6694170" h="6997065">
                  <a:moveTo>
                    <a:pt x="6563606" y="108478"/>
                  </a:moveTo>
                  <a:lnTo>
                    <a:pt x="6564778" y="110510"/>
                  </a:lnTo>
                  <a:lnTo>
                    <a:pt x="6562741" y="111689"/>
                  </a:lnTo>
                  <a:lnTo>
                    <a:pt x="6561568" y="109657"/>
                  </a:lnTo>
                  <a:lnTo>
                    <a:pt x="6563606" y="108478"/>
                  </a:lnTo>
                  <a:close/>
                </a:path>
                <a:path w="6694170" h="6997065">
                  <a:moveTo>
                    <a:pt x="6637289" y="239632"/>
                  </a:moveTo>
                  <a:lnTo>
                    <a:pt x="6638648" y="239632"/>
                  </a:lnTo>
                  <a:lnTo>
                    <a:pt x="6638894" y="240059"/>
                  </a:lnTo>
                  <a:lnTo>
                    <a:pt x="6637535" y="240059"/>
                  </a:lnTo>
                  <a:lnTo>
                    <a:pt x="6637289" y="239632"/>
                  </a:lnTo>
                  <a:close/>
                </a:path>
                <a:path w="6694170" h="6997065">
                  <a:moveTo>
                    <a:pt x="6359142" y="52831"/>
                  </a:moveTo>
                  <a:lnTo>
                    <a:pt x="6360907" y="55882"/>
                  </a:lnTo>
                  <a:lnTo>
                    <a:pt x="6357850" y="57647"/>
                  </a:lnTo>
                  <a:lnTo>
                    <a:pt x="6356085" y="54596"/>
                  </a:lnTo>
                  <a:lnTo>
                    <a:pt x="6359142" y="52831"/>
                  </a:lnTo>
                  <a:close/>
                </a:path>
                <a:path w="6694170" h="6997065">
                  <a:moveTo>
                    <a:pt x="6433950" y="182990"/>
                  </a:moveTo>
                  <a:lnTo>
                    <a:pt x="6435419" y="185537"/>
                  </a:lnTo>
                  <a:lnTo>
                    <a:pt x="6432872" y="187006"/>
                  </a:lnTo>
                  <a:lnTo>
                    <a:pt x="6431403" y="184459"/>
                  </a:lnTo>
                  <a:lnTo>
                    <a:pt x="6433950" y="182990"/>
                  </a:lnTo>
                  <a:close/>
                </a:path>
                <a:path w="6694170" h="6997065">
                  <a:moveTo>
                    <a:pt x="6508757" y="313155"/>
                  </a:moveTo>
                  <a:lnTo>
                    <a:pt x="6509931" y="315187"/>
                  </a:lnTo>
                  <a:lnTo>
                    <a:pt x="6507893" y="316366"/>
                  </a:lnTo>
                  <a:lnTo>
                    <a:pt x="6506721" y="314328"/>
                  </a:lnTo>
                  <a:lnTo>
                    <a:pt x="6508757" y="313155"/>
                  </a:lnTo>
                  <a:close/>
                </a:path>
                <a:path w="6694170" h="6997065">
                  <a:moveTo>
                    <a:pt x="6583572" y="443314"/>
                  </a:moveTo>
                  <a:lnTo>
                    <a:pt x="6584449" y="444837"/>
                  </a:lnTo>
                  <a:lnTo>
                    <a:pt x="6582921" y="445720"/>
                  </a:lnTo>
                  <a:lnTo>
                    <a:pt x="6582044" y="444197"/>
                  </a:lnTo>
                  <a:lnTo>
                    <a:pt x="6583572" y="443314"/>
                  </a:lnTo>
                  <a:close/>
                </a:path>
                <a:path w="6694170" h="6997065">
                  <a:moveTo>
                    <a:pt x="6150536" y="0"/>
                  </a:moveTo>
                  <a:lnTo>
                    <a:pt x="6156645" y="0"/>
                  </a:lnTo>
                  <a:lnTo>
                    <a:pt x="6157432" y="1365"/>
                  </a:lnTo>
                  <a:lnTo>
                    <a:pt x="6152854" y="4007"/>
                  </a:lnTo>
                  <a:lnTo>
                    <a:pt x="6150536" y="0"/>
                  </a:lnTo>
                  <a:close/>
                </a:path>
                <a:path w="6694170" h="6997065">
                  <a:moveTo>
                    <a:pt x="6229593" y="126940"/>
                  </a:moveTo>
                  <a:lnTo>
                    <a:pt x="6231944" y="131015"/>
                  </a:lnTo>
                  <a:lnTo>
                    <a:pt x="6227875" y="133366"/>
                  </a:lnTo>
                  <a:lnTo>
                    <a:pt x="6225523" y="129291"/>
                  </a:lnTo>
                  <a:lnTo>
                    <a:pt x="6229593" y="126940"/>
                  </a:lnTo>
                  <a:close/>
                </a:path>
                <a:path w="6694170" h="6997065">
                  <a:moveTo>
                    <a:pt x="6304401" y="257111"/>
                  </a:moveTo>
                  <a:lnTo>
                    <a:pt x="6306456" y="260670"/>
                  </a:lnTo>
                  <a:lnTo>
                    <a:pt x="6302897" y="262725"/>
                  </a:lnTo>
                  <a:lnTo>
                    <a:pt x="6300841" y="259166"/>
                  </a:lnTo>
                  <a:lnTo>
                    <a:pt x="6304401" y="257111"/>
                  </a:lnTo>
                  <a:close/>
                </a:path>
                <a:path w="6694170" h="6997065">
                  <a:moveTo>
                    <a:pt x="6379214" y="387264"/>
                  </a:moveTo>
                  <a:lnTo>
                    <a:pt x="6380974" y="390320"/>
                  </a:lnTo>
                  <a:lnTo>
                    <a:pt x="6377924" y="392079"/>
                  </a:lnTo>
                  <a:lnTo>
                    <a:pt x="6376165" y="389029"/>
                  </a:lnTo>
                  <a:lnTo>
                    <a:pt x="6379214" y="387264"/>
                  </a:lnTo>
                  <a:close/>
                </a:path>
                <a:path w="6694170" h="6997065">
                  <a:moveTo>
                    <a:pt x="6453917" y="517826"/>
                  </a:moveTo>
                  <a:lnTo>
                    <a:pt x="6455095" y="519864"/>
                  </a:lnTo>
                  <a:lnTo>
                    <a:pt x="6453058" y="521042"/>
                  </a:lnTo>
                  <a:lnTo>
                    <a:pt x="6451879" y="519005"/>
                  </a:lnTo>
                  <a:lnTo>
                    <a:pt x="6453917" y="517826"/>
                  </a:lnTo>
                  <a:close/>
                </a:path>
                <a:path w="6694170" h="6997065">
                  <a:moveTo>
                    <a:pt x="6528725" y="647991"/>
                  </a:moveTo>
                  <a:lnTo>
                    <a:pt x="6529607" y="649519"/>
                  </a:lnTo>
                  <a:lnTo>
                    <a:pt x="6528079" y="650402"/>
                  </a:lnTo>
                  <a:lnTo>
                    <a:pt x="6527197" y="648874"/>
                  </a:lnTo>
                  <a:lnTo>
                    <a:pt x="6528725" y="647991"/>
                  </a:lnTo>
                  <a:close/>
                </a:path>
                <a:path w="6694170" h="6997065">
                  <a:moveTo>
                    <a:pt x="6025242" y="70896"/>
                  </a:moveTo>
                  <a:lnTo>
                    <a:pt x="6028470" y="76493"/>
                  </a:lnTo>
                  <a:lnTo>
                    <a:pt x="6022878" y="79727"/>
                  </a:lnTo>
                  <a:lnTo>
                    <a:pt x="6019644" y="74130"/>
                  </a:lnTo>
                  <a:lnTo>
                    <a:pt x="6025242" y="70896"/>
                  </a:lnTo>
                  <a:close/>
                </a:path>
                <a:path w="6694170" h="6997065">
                  <a:moveTo>
                    <a:pt x="6100050" y="201061"/>
                  </a:moveTo>
                  <a:lnTo>
                    <a:pt x="6102987" y="206149"/>
                  </a:lnTo>
                  <a:lnTo>
                    <a:pt x="6097899" y="209086"/>
                  </a:lnTo>
                  <a:lnTo>
                    <a:pt x="6094962" y="203999"/>
                  </a:lnTo>
                  <a:lnTo>
                    <a:pt x="6100050" y="201061"/>
                  </a:lnTo>
                  <a:close/>
                </a:path>
                <a:path w="6694170" h="6997065">
                  <a:moveTo>
                    <a:pt x="6174751" y="331623"/>
                  </a:moveTo>
                  <a:lnTo>
                    <a:pt x="6177103" y="335692"/>
                  </a:lnTo>
                  <a:lnTo>
                    <a:pt x="6173034" y="338043"/>
                  </a:lnTo>
                  <a:lnTo>
                    <a:pt x="6170682" y="333968"/>
                  </a:lnTo>
                  <a:lnTo>
                    <a:pt x="6174751" y="331623"/>
                  </a:lnTo>
                  <a:close/>
                </a:path>
                <a:path w="6694170" h="6997065">
                  <a:moveTo>
                    <a:pt x="6249565" y="461782"/>
                  </a:moveTo>
                  <a:lnTo>
                    <a:pt x="6251621" y="465341"/>
                  </a:lnTo>
                  <a:lnTo>
                    <a:pt x="6248055" y="467403"/>
                  </a:lnTo>
                  <a:lnTo>
                    <a:pt x="6246000" y="463843"/>
                  </a:lnTo>
                  <a:lnTo>
                    <a:pt x="6249565" y="461782"/>
                  </a:lnTo>
                  <a:close/>
                </a:path>
                <a:path w="6694170" h="6997065">
                  <a:moveTo>
                    <a:pt x="6324374" y="591947"/>
                  </a:moveTo>
                  <a:lnTo>
                    <a:pt x="6326133" y="594997"/>
                  </a:lnTo>
                  <a:lnTo>
                    <a:pt x="6323082" y="596763"/>
                  </a:lnTo>
                  <a:lnTo>
                    <a:pt x="6321317" y="593706"/>
                  </a:lnTo>
                  <a:lnTo>
                    <a:pt x="6324374" y="591947"/>
                  </a:lnTo>
                  <a:close/>
                </a:path>
                <a:path w="6694170" h="6997065">
                  <a:moveTo>
                    <a:pt x="6399176" y="722106"/>
                  </a:moveTo>
                  <a:lnTo>
                    <a:pt x="6400645" y="724653"/>
                  </a:lnTo>
                  <a:lnTo>
                    <a:pt x="6398104" y="726122"/>
                  </a:lnTo>
                  <a:lnTo>
                    <a:pt x="6396635" y="723575"/>
                  </a:lnTo>
                  <a:lnTo>
                    <a:pt x="6399176" y="722106"/>
                  </a:lnTo>
                  <a:close/>
                </a:path>
                <a:path w="6694170" h="6997065">
                  <a:moveTo>
                    <a:pt x="6473883" y="852668"/>
                  </a:moveTo>
                  <a:lnTo>
                    <a:pt x="6474766" y="854196"/>
                  </a:lnTo>
                  <a:lnTo>
                    <a:pt x="6473238" y="855079"/>
                  </a:lnTo>
                  <a:lnTo>
                    <a:pt x="6472355" y="853550"/>
                  </a:lnTo>
                  <a:lnTo>
                    <a:pt x="6473883" y="852668"/>
                  </a:lnTo>
                  <a:close/>
                </a:path>
                <a:path w="6694170" h="6997065">
                  <a:moveTo>
                    <a:pt x="6547673" y="983419"/>
                  </a:moveTo>
                  <a:lnTo>
                    <a:pt x="6549037" y="983419"/>
                  </a:lnTo>
                  <a:lnTo>
                    <a:pt x="6549284" y="983846"/>
                  </a:lnTo>
                  <a:lnTo>
                    <a:pt x="6547918" y="983846"/>
                  </a:lnTo>
                  <a:lnTo>
                    <a:pt x="6547673" y="983419"/>
                  </a:lnTo>
                  <a:close/>
                </a:path>
                <a:path w="6694170" h="6997065">
                  <a:moveTo>
                    <a:pt x="5820996" y="14449"/>
                  </a:moveTo>
                  <a:lnTo>
                    <a:pt x="5825403" y="22083"/>
                  </a:lnTo>
                  <a:lnTo>
                    <a:pt x="5817768" y="26490"/>
                  </a:lnTo>
                  <a:lnTo>
                    <a:pt x="5813361" y="18856"/>
                  </a:lnTo>
                  <a:lnTo>
                    <a:pt x="5820996" y="14449"/>
                  </a:lnTo>
                  <a:close/>
                </a:path>
                <a:path w="6694170" h="6997065">
                  <a:moveTo>
                    <a:pt x="5895692" y="145017"/>
                  </a:moveTo>
                  <a:lnTo>
                    <a:pt x="5899512" y="151627"/>
                  </a:lnTo>
                  <a:lnTo>
                    <a:pt x="5892902" y="155447"/>
                  </a:lnTo>
                  <a:lnTo>
                    <a:pt x="5889082" y="148831"/>
                  </a:lnTo>
                  <a:lnTo>
                    <a:pt x="5895692" y="145017"/>
                  </a:lnTo>
                  <a:close/>
                </a:path>
                <a:path w="6694170" h="6997065">
                  <a:moveTo>
                    <a:pt x="5970506" y="275170"/>
                  </a:moveTo>
                  <a:lnTo>
                    <a:pt x="5974030" y="281277"/>
                  </a:lnTo>
                  <a:lnTo>
                    <a:pt x="5967918" y="284807"/>
                  </a:lnTo>
                  <a:lnTo>
                    <a:pt x="5964394" y="278700"/>
                  </a:lnTo>
                  <a:lnTo>
                    <a:pt x="5970506" y="275170"/>
                  </a:lnTo>
                  <a:close/>
                </a:path>
                <a:path w="6694170" h="6997065">
                  <a:moveTo>
                    <a:pt x="6045208" y="405738"/>
                  </a:moveTo>
                  <a:lnTo>
                    <a:pt x="6048146" y="410826"/>
                  </a:lnTo>
                  <a:lnTo>
                    <a:pt x="6043058" y="413764"/>
                  </a:lnTo>
                  <a:lnTo>
                    <a:pt x="6040120" y="408676"/>
                  </a:lnTo>
                  <a:lnTo>
                    <a:pt x="6045208" y="405738"/>
                  </a:lnTo>
                  <a:close/>
                </a:path>
                <a:path w="6694170" h="6997065">
                  <a:moveTo>
                    <a:pt x="6120016" y="535898"/>
                  </a:moveTo>
                  <a:lnTo>
                    <a:pt x="6122657" y="540476"/>
                  </a:lnTo>
                  <a:lnTo>
                    <a:pt x="6118079" y="543124"/>
                  </a:lnTo>
                  <a:lnTo>
                    <a:pt x="6115431" y="538539"/>
                  </a:lnTo>
                  <a:lnTo>
                    <a:pt x="6120016" y="535898"/>
                  </a:lnTo>
                  <a:close/>
                </a:path>
                <a:path w="6694170" h="6997065">
                  <a:moveTo>
                    <a:pt x="6194717" y="666459"/>
                  </a:moveTo>
                  <a:lnTo>
                    <a:pt x="6196779" y="670025"/>
                  </a:lnTo>
                  <a:lnTo>
                    <a:pt x="6193213" y="672080"/>
                  </a:lnTo>
                  <a:lnTo>
                    <a:pt x="6191152" y="668514"/>
                  </a:lnTo>
                  <a:lnTo>
                    <a:pt x="6194717" y="666459"/>
                  </a:lnTo>
                  <a:close/>
                </a:path>
                <a:path w="6694170" h="6997065">
                  <a:moveTo>
                    <a:pt x="6269526" y="796624"/>
                  </a:moveTo>
                  <a:lnTo>
                    <a:pt x="6271291" y="799675"/>
                  </a:lnTo>
                  <a:lnTo>
                    <a:pt x="6268240" y="801440"/>
                  </a:lnTo>
                  <a:lnTo>
                    <a:pt x="6266475" y="798390"/>
                  </a:lnTo>
                  <a:lnTo>
                    <a:pt x="6269526" y="796624"/>
                  </a:lnTo>
                  <a:close/>
                </a:path>
                <a:path w="6694170" h="6997065">
                  <a:moveTo>
                    <a:pt x="6344340" y="926784"/>
                  </a:moveTo>
                  <a:lnTo>
                    <a:pt x="6345809" y="929324"/>
                  </a:lnTo>
                  <a:lnTo>
                    <a:pt x="6343262" y="930794"/>
                  </a:lnTo>
                  <a:lnTo>
                    <a:pt x="6341793" y="928253"/>
                  </a:lnTo>
                  <a:lnTo>
                    <a:pt x="6344340" y="926784"/>
                  </a:lnTo>
                  <a:close/>
                </a:path>
                <a:path w="6694170" h="6997065">
                  <a:moveTo>
                    <a:pt x="6419035" y="1057345"/>
                  </a:moveTo>
                  <a:lnTo>
                    <a:pt x="6419918" y="1058879"/>
                  </a:lnTo>
                  <a:lnTo>
                    <a:pt x="6418396" y="1059756"/>
                  </a:lnTo>
                  <a:lnTo>
                    <a:pt x="6417513" y="1058228"/>
                  </a:lnTo>
                  <a:lnTo>
                    <a:pt x="6419035" y="1057345"/>
                  </a:lnTo>
                  <a:close/>
                </a:path>
                <a:path w="6694170" h="6997065">
                  <a:moveTo>
                    <a:pt x="6492825" y="1188097"/>
                  </a:moveTo>
                  <a:lnTo>
                    <a:pt x="6494189" y="1188097"/>
                  </a:lnTo>
                  <a:lnTo>
                    <a:pt x="6494436" y="1188529"/>
                  </a:lnTo>
                  <a:lnTo>
                    <a:pt x="6493076" y="1188529"/>
                  </a:lnTo>
                  <a:lnTo>
                    <a:pt x="6492825" y="1188097"/>
                  </a:lnTo>
                  <a:close/>
                </a:path>
                <a:path w="6694170" h="6997065">
                  <a:moveTo>
                    <a:pt x="5691341" y="88967"/>
                  </a:moveTo>
                  <a:lnTo>
                    <a:pt x="5696038" y="97105"/>
                  </a:lnTo>
                  <a:lnTo>
                    <a:pt x="5687899" y="101808"/>
                  </a:lnTo>
                  <a:lnTo>
                    <a:pt x="5683196" y="93664"/>
                  </a:lnTo>
                  <a:lnTo>
                    <a:pt x="5691341" y="88967"/>
                  </a:lnTo>
                  <a:close/>
                </a:path>
                <a:path w="6694170" h="6997065">
                  <a:moveTo>
                    <a:pt x="5766149" y="219126"/>
                  </a:moveTo>
                  <a:lnTo>
                    <a:pt x="5770555" y="226755"/>
                  </a:lnTo>
                  <a:lnTo>
                    <a:pt x="5762920" y="231162"/>
                  </a:lnTo>
                  <a:lnTo>
                    <a:pt x="5758514" y="223533"/>
                  </a:lnTo>
                  <a:lnTo>
                    <a:pt x="5766149" y="219126"/>
                  </a:lnTo>
                  <a:close/>
                </a:path>
                <a:path w="6694170" h="6997065">
                  <a:moveTo>
                    <a:pt x="5840957" y="349291"/>
                  </a:moveTo>
                  <a:lnTo>
                    <a:pt x="5845073" y="356417"/>
                  </a:lnTo>
                  <a:lnTo>
                    <a:pt x="5837948" y="360528"/>
                  </a:lnTo>
                  <a:lnTo>
                    <a:pt x="5833831" y="353402"/>
                  </a:lnTo>
                  <a:lnTo>
                    <a:pt x="5840957" y="349291"/>
                  </a:lnTo>
                  <a:close/>
                </a:path>
                <a:path w="6694170" h="6997065">
                  <a:moveTo>
                    <a:pt x="5915664" y="479853"/>
                  </a:moveTo>
                  <a:lnTo>
                    <a:pt x="5919189" y="485954"/>
                  </a:lnTo>
                  <a:lnTo>
                    <a:pt x="5913082" y="489478"/>
                  </a:lnTo>
                  <a:lnTo>
                    <a:pt x="5909557" y="483377"/>
                  </a:lnTo>
                  <a:lnTo>
                    <a:pt x="5915664" y="479853"/>
                  </a:lnTo>
                  <a:close/>
                </a:path>
                <a:path w="6694170" h="6997065">
                  <a:moveTo>
                    <a:pt x="5990366" y="610415"/>
                  </a:moveTo>
                  <a:lnTo>
                    <a:pt x="5993304" y="615502"/>
                  </a:lnTo>
                  <a:lnTo>
                    <a:pt x="5988216" y="618440"/>
                  </a:lnTo>
                  <a:lnTo>
                    <a:pt x="5985278" y="613353"/>
                  </a:lnTo>
                  <a:lnTo>
                    <a:pt x="5990366" y="610415"/>
                  </a:lnTo>
                  <a:close/>
                </a:path>
                <a:path w="6694170" h="6997065">
                  <a:moveTo>
                    <a:pt x="6065168" y="740574"/>
                  </a:moveTo>
                  <a:lnTo>
                    <a:pt x="6067816" y="745158"/>
                  </a:lnTo>
                  <a:lnTo>
                    <a:pt x="6063237" y="747800"/>
                  </a:lnTo>
                  <a:lnTo>
                    <a:pt x="6060590" y="743221"/>
                  </a:lnTo>
                  <a:lnTo>
                    <a:pt x="6065168" y="740574"/>
                  </a:lnTo>
                  <a:close/>
                </a:path>
                <a:path w="6694170" h="6997065">
                  <a:moveTo>
                    <a:pt x="6139982" y="870733"/>
                  </a:moveTo>
                  <a:lnTo>
                    <a:pt x="6142334" y="874808"/>
                  </a:lnTo>
                  <a:lnTo>
                    <a:pt x="6138259" y="877159"/>
                  </a:lnTo>
                  <a:lnTo>
                    <a:pt x="6135907" y="873084"/>
                  </a:lnTo>
                  <a:lnTo>
                    <a:pt x="6139982" y="870733"/>
                  </a:lnTo>
                  <a:close/>
                </a:path>
                <a:path w="6694170" h="6997065">
                  <a:moveTo>
                    <a:pt x="6214678" y="1001301"/>
                  </a:moveTo>
                  <a:lnTo>
                    <a:pt x="6216443" y="1004358"/>
                  </a:lnTo>
                  <a:lnTo>
                    <a:pt x="6213393" y="1006117"/>
                  </a:lnTo>
                  <a:lnTo>
                    <a:pt x="6211628" y="1003060"/>
                  </a:lnTo>
                  <a:lnTo>
                    <a:pt x="6214678" y="1001301"/>
                  </a:lnTo>
                  <a:close/>
                </a:path>
                <a:path w="6694170" h="6997065">
                  <a:moveTo>
                    <a:pt x="6289498" y="1131460"/>
                  </a:moveTo>
                  <a:lnTo>
                    <a:pt x="6290967" y="1134007"/>
                  </a:lnTo>
                  <a:lnTo>
                    <a:pt x="6288420" y="1135476"/>
                  </a:lnTo>
                  <a:lnTo>
                    <a:pt x="6286951" y="1132930"/>
                  </a:lnTo>
                  <a:lnTo>
                    <a:pt x="6289498" y="1131460"/>
                  </a:lnTo>
                  <a:close/>
                </a:path>
                <a:path w="6694170" h="6997065">
                  <a:moveTo>
                    <a:pt x="6364200" y="1262022"/>
                  </a:moveTo>
                  <a:lnTo>
                    <a:pt x="6365076" y="1263545"/>
                  </a:lnTo>
                  <a:lnTo>
                    <a:pt x="6363548" y="1264427"/>
                  </a:lnTo>
                  <a:lnTo>
                    <a:pt x="6362671" y="1262905"/>
                  </a:lnTo>
                  <a:lnTo>
                    <a:pt x="6364200" y="1262022"/>
                  </a:lnTo>
                  <a:close/>
                </a:path>
                <a:path w="6694170" h="6997065">
                  <a:moveTo>
                    <a:pt x="6437989" y="1392774"/>
                  </a:moveTo>
                  <a:lnTo>
                    <a:pt x="6439343" y="1392774"/>
                  </a:lnTo>
                  <a:lnTo>
                    <a:pt x="6439594" y="1393206"/>
                  </a:lnTo>
                  <a:lnTo>
                    <a:pt x="6438240" y="1393206"/>
                  </a:lnTo>
                  <a:lnTo>
                    <a:pt x="6437989" y="1392774"/>
                  </a:lnTo>
                  <a:close/>
                </a:path>
                <a:path w="6694170" h="6997065">
                  <a:moveTo>
                    <a:pt x="5487095" y="32514"/>
                  </a:moveTo>
                  <a:lnTo>
                    <a:pt x="5492971" y="42696"/>
                  </a:lnTo>
                  <a:lnTo>
                    <a:pt x="5482789" y="48572"/>
                  </a:lnTo>
                  <a:lnTo>
                    <a:pt x="5476914" y="38390"/>
                  </a:lnTo>
                  <a:lnTo>
                    <a:pt x="5487095" y="32514"/>
                  </a:lnTo>
                  <a:close/>
                </a:path>
                <a:path w="6694170" h="6997065">
                  <a:moveTo>
                    <a:pt x="5561797" y="163082"/>
                  </a:moveTo>
                  <a:lnTo>
                    <a:pt x="5567086" y="172239"/>
                  </a:lnTo>
                  <a:lnTo>
                    <a:pt x="5557923" y="177528"/>
                  </a:lnTo>
                  <a:lnTo>
                    <a:pt x="5552634" y="168371"/>
                  </a:lnTo>
                  <a:lnTo>
                    <a:pt x="5561797" y="163082"/>
                  </a:lnTo>
                  <a:close/>
                </a:path>
                <a:path w="6694170" h="6997065">
                  <a:moveTo>
                    <a:pt x="5636599" y="293241"/>
                  </a:moveTo>
                  <a:lnTo>
                    <a:pt x="5641598" y="301895"/>
                  </a:lnTo>
                  <a:lnTo>
                    <a:pt x="5632951" y="306888"/>
                  </a:lnTo>
                  <a:lnTo>
                    <a:pt x="5627952" y="298234"/>
                  </a:lnTo>
                  <a:lnTo>
                    <a:pt x="5636599" y="293241"/>
                  </a:lnTo>
                  <a:close/>
                </a:path>
                <a:path w="6694170" h="6997065">
                  <a:moveTo>
                    <a:pt x="5711307" y="423803"/>
                  </a:moveTo>
                  <a:lnTo>
                    <a:pt x="5715714" y="431438"/>
                  </a:lnTo>
                  <a:lnTo>
                    <a:pt x="5708079" y="435845"/>
                  </a:lnTo>
                  <a:lnTo>
                    <a:pt x="5703672" y="428210"/>
                  </a:lnTo>
                  <a:lnTo>
                    <a:pt x="5711307" y="423803"/>
                  </a:lnTo>
                  <a:close/>
                </a:path>
                <a:path w="6694170" h="6997065">
                  <a:moveTo>
                    <a:pt x="5786115" y="553968"/>
                  </a:moveTo>
                  <a:lnTo>
                    <a:pt x="5790226" y="561087"/>
                  </a:lnTo>
                  <a:lnTo>
                    <a:pt x="5783106" y="565198"/>
                  </a:lnTo>
                  <a:lnTo>
                    <a:pt x="5778995" y="558079"/>
                  </a:lnTo>
                  <a:lnTo>
                    <a:pt x="5786115" y="553968"/>
                  </a:lnTo>
                  <a:close/>
                </a:path>
                <a:path w="6694170" h="6997065">
                  <a:moveTo>
                    <a:pt x="5860817" y="684530"/>
                  </a:moveTo>
                  <a:lnTo>
                    <a:pt x="5864341" y="690636"/>
                  </a:lnTo>
                  <a:lnTo>
                    <a:pt x="5858240" y="694161"/>
                  </a:lnTo>
                  <a:lnTo>
                    <a:pt x="5854716" y="688054"/>
                  </a:lnTo>
                  <a:lnTo>
                    <a:pt x="5860817" y="684530"/>
                  </a:lnTo>
                  <a:close/>
                </a:path>
                <a:path w="6694170" h="6997065">
                  <a:moveTo>
                    <a:pt x="5935518" y="815092"/>
                  </a:moveTo>
                  <a:lnTo>
                    <a:pt x="5938456" y="820179"/>
                  </a:lnTo>
                  <a:lnTo>
                    <a:pt x="5933368" y="823117"/>
                  </a:lnTo>
                  <a:lnTo>
                    <a:pt x="5930431" y="818029"/>
                  </a:lnTo>
                  <a:lnTo>
                    <a:pt x="5935518" y="815092"/>
                  </a:lnTo>
                  <a:close/>
                </a:path>
                <a:path w="6694170" h="6997065">
                  <a:moveTo>
                    <a:pt x="6010327" y="945257"/>
                  </a:moveTo>
                  <a:lnTo>
                    <a:pt x="6012974" y="949835"/>
                  </a:lnTo>
                  <a:lnTo>
                    <a:pt x="6008396" y="952477"/>
                  </a:lnTo>
                  <a:lnTo>
                    <a:pt x="6005754" y="947898"/>
                  </a:lnTo>
                  <a:lnTo>
                    <a:pt x="6010327" y="945257"/>
                  </a:lnTo>
                  <a:close/>
                </a:path>
                <a:path w="6694170" h="6997065">
                  <a:moveTo>
                    <a:pt x="6085141" y="1075410"/>
                  </a:moveTo>
                  <a:lnTo>
                    <a:pt x="6087492" y="1079485"/>
                  </a:lnTo>
                  <a:lnTo>
                    <a:pt x="6083417" y="1081836"/>
                  </a:lnTo>
                  <a:lnTo>
                    <a:pt x="6081066" y="1077761"/>
                  </a:lnTo>
                  <a:lnTo>
                    <a:pt x="6085141" y="1075410"/>
                  </a:lnTo>
                  <a:close/>
                </a:path>
                <a:path w="6694170" h="6997065">
                  <a:moveTo>
                    <a:pt x="6159842" y="1205972"/>
                  </a:moveTo>
                  <a:lnTo>
                    <a:pt x="6161602" y="1209028"/>
                  </a:lnTo>
                  <a:lnTo>
                    <a:pt x="6158545" y="1210794"/>
                  </a:lnTo>
                  <a:lnTo>
                    <a:pt x="6156786" y="1207737"/>
                  </a:lnTo>
                  <a:lnTo>
                    <a:pt x="6159842" y="1205972"/>
                  </a:lnTo>
                  <a:close/>
                </a:path>
                <a:path w="6694170" h="6997065">
                  <a:moveTo>
                    <a:pt x="6234650" y="1336143"/>
                  </a:moveTo>
                  <a:lnTo>
                    <a:pt x="6236119" y="1338684"/>
                  </a:lnTo>
                  <a:lnTo>
                    <a:pt x="6233578" y="1340153"/>
                  </a:lnTo>
                  <a:lnTo>
                    <a:pt x="6232109" y="1337612"/>
                  </a:lnTo>
                  <a:lnTo>
                    <a:pt x="6234650" y="1336143"/>
                  </a:lnTo>
                  <a:close/>
                </a:path>
                <a:path w="6694170" h="6997065">
                  <a:moveTo>
                    <a:pt x="6309352" y="1466704"/>
                  </a:moveTo>
                  <a:lnTo>
                    <a:pt x="6310235" y="1468227"/>
                  </a:lnTo>
                  <a:lnTo>
                    <a:pt x="6308707" y="1469109"/>
                  </a:lnTo>
                  <a:lnTo>
                    <a:pt x="6307824" y="1467587"/>
                  </a:lnTo>
                  <a:lnTo>
                    <a:pt x="6309352" y="1466704"/>
                  </a:lnTo>
                  <a:close/>
                </a:path>
                <a:path w="6694170" h="6997065">
                  <a:moveTo>
                    <a:pt x="6383148" y="1597450"/>
                  </a:moveTo>
                  <a:lnTo>
                    <a:pt x="6384500" y="1597450"/>
                  </a:lnTo>
                  <a:lnTo>
                    <a:pt x="6384747" y="1597876"/>
                  </a:lnTo>
                  <a:lnTo>
                    <a:pt x="6383394" y="1597876"/>
                  </a:lnTo>
                  <a:lnTo>
                    <a:pt x="6383148" y="1597450"/>
                  </a:lnTo>
                  <a:close/>
                </a:path>
                <a:path w="6694170" h="6997065">
                  <a:moveTo>
                    <a:pt x="5357653" y="106225"/>
                  </a:moveTo>
                  <a:lnTo>
                    <a:pt x="5364411" y="117935"/>
                  </a:lnTo>
                  <a:lnTo>
                    <a:pt x="5352707" y="124693"/>
                  </a:lnTo>
                  <a:lnTo>
                    <a:pt x="5345949" y="112984"/>
                  </a:lnTo>
                  <a:lnTo>
                    <a:pt x="5357653" y="106225"/>
                  </a:lnTo>
                  <a:close/>
                </a:path>
                <a:path w="6694170" h="6997065">
                  <a:moveTo>
                    <a:pt x="5432248" y="237196"/>
                  </a:moveTo>
                  <a:lnTo>
                    <a:pt x="5438123" y="247372"/>
                  </a:lnTo>
                  <a:lnTo>
                    <a:pt x="5427948" y="253247"/>
                  </a:lnTo>
                  <a:lnTo>
                    <a:pt x="5422072" y="243072"/>
                  </a:lnTo>
                  <a:lnTo>
                    <a:pt x="5432248" y="237196"/>
                  </a:lnTo>
                  <a:close/>
                </a:path>
                <a:path w="6694170" h="6997065">
                  <a:moveTo>
                    <a:pt x="5506949" y="367758"/>
                  </a:moveTo>
                  <a:lnTo>
                    <a:pt x="5512239" y="376915"/>
                  </a:lnTo>
                  <a:lnTo>
                    <a:pt x="5503076" y="382204"/>
                  </a:lnTo>
                  <a:lnTo>
                    <a:pt x="5497792" y="373047"/>
                  </a:lnTo>
                  <a:lnTo>
                    <a:pt x="5506949" y="367758"/>
                  </a:lnTo>
                  <a:close/>
                </a:path>
                <a:path w="6694170" h="6997065">
                  <a:moveTo>
                    <a:pt x="5581764" y="497917"/>
                  </a:moveTo>
                  <a:lnTo>
                    <a:pt x="5586757" y="506565"/>
                  </a:lnTo>
                  <a:lnTo>
                    <a:pt x="5578103" y="511557"/>
                  </a:lnTo>
                  <a:lnTo>
                    <a:pt x="5573110" y="502910"/>
                  </a:lnTo>
                  <a:lnTo>
                    <a:pt x="5581764" y="497917"/>
                  </a:lnTo>
                  <a:close/>
                </a:path>
                <a:path w="6694170" h="6997065">
                  <a:moveTo>
                    <a:pt x="5656572" y="628077"/>
                  </a:moveTo>
                  <a:lnTo>
                    <a:pt x="5661275" y="636220"/>
                  </a:lnTo>
                  <a:lnTo>
                    <a:pt x="5653130" y="640924"/>
                  </a:lnTo>
                  <a:lnTo>
                    <a:pt x="5648428" y="632774"/>
                  </a:lnTo>
                  <a:lnTo>
                    <a:pt x="5656572" y="628077"/>
                  </a:lnTo>
                  <a:close/>
                </a:path>
                <a:path w="6694170" h="6997065">
                  <a:moveTo>
                    <a:pt x="5731273" y="758639"/>
                  </a:moveTo>
                  <a:lnTo>
                    <a:pt x="5735384" y="765764"/>
                  </a:lnTo>
                  <a:lnTo>
                    <a:pt x="5728264" y="769874"/>
                  </a:lnTo>
                  <a:lnTo>
                    <a:pt x="5724148" y="762755"/>
                  </a:lnTo>
                  <a:lnTo>
                    <a:pt x="5731273" y="758639"/>
                  </a:lnTo>
                  <a:close/>
                </a:path>
                <a:path w="6694170" h="6997065">
                  <a:moveTo>
                    <a:pt x="5806082" y="888803"/>
                  </a:moveTo>
                  <a:lnTo>
                    <a:pt x="5809902" y="895419"/>
                  </a:lnTo>
                  <a:lnTo>
                    <a:pt x="5803280" y="899240"/>
                  </a:lnTo>
                  <a:lnTo>
                    <a:pt x="5799466" y="892624"/>
                  </a:lnTo>
                  <a:lnTo>
                    <a:pt x="5806082" y="888803"/>
                  </a:lnTo>
                  <a:close/>
                </a:path>
                <a:path w="6694170" h="6997065">
                  <a:moveTo>
                    <a:pt x="5880783" y="1019365"/>
                  </a:moveTo>
                  <a:lnTo>
                    <a:pt x="5884017" y="1024962"/>
                  </a:lnTo>
                  <a:lnTo>
                    <a:pt x="5878420" y="1028196"/>
                  </a:lnTo>
                  <a:lnTo>
                    <a:pt x="5875192" y="1022599"/>
                  </a:lnTo>
                  <a:lnTo>
                    <a:pt x="5880783" y="1019365"/>
                  </a:lnTo>
                  <a:close/>
                </a:path>
                <a:path w="6694170" h="6997065">
                  <a:moveTo>
                    <a:pt x="5955491" y="1149927"/>
                  </a:moveTo>
                  <a:lnTo>
                    <a:pt x="5958132" y="1154505"/>
                  </a:lnTo>
                  <a:lnTo>
                    <a:pt x="5953548" y="1157147"/>
                  </a:lnTo>
                  <a:lnTo>
                    <a:pt x="5950906" y="1152575"/>
                  </a:lnTo>
                  <a:lnTo>
                    <a:pt x="5955491" y="1149927"/>
                  </a:lnTo>
                  <a:close/>
                </a:path>
                <a:path w="6694170" h="6997065">
                  <a:moveTo>
                    <a:pt x="6030293" y="1280092"/>
                  </a:moveTo>
                  <a:lnTo>
                    <a:pt x="6032645" y="1284161"/>
                  </a:lnTo>
                  <a:lnTo>
                    <a:pt x="6028575" y="1286512"/>
                  </a:lnTo>
                  <a:lnTo>
                    <a:pt x="6026224" y="1282443"/>
                  </a:lnTo>
                  <a:lnTo>
                    <a:pt x="6030293" y="1280092"/>
                  </a:lnTo>
                  <a:close/>
                </a:path>
                <a:path w="6694170" h="6997065">
                  <a:moveTo>
                    <a:pt x="6105001" y="1410654"/>
                  </a:moveTo>
                  <a:lnTo>
                    <a:pt x="6106760" y="1413704"/>
                  </a:lnTo>
                  <a:lnTo>
                    <a:pt x="6103709" y="1415469"/>
                  </a:lnTo>
                  <a:lnTo>
                    <a:pt x="6101944" y="1412413"/>
                  </a:lnTo>
                  <a:lnTo>
                    <a:pt x="6105001" y="1410654"/>
                  </a:lnTo>
                  <a:close/>
                </a:path>
                <a:path w="6694170" h="6997065">
                  <a:moveTo>
                    <a:pt x="6179803" y="1540813"/>
                  </a:moveTo>
                  <a:lnTo>
                    <a:pt x="6181272" y="1543359"/>
                  </a:lnTo>
                  <a:lnTo>
                    <a:pt x="6178731" y="1544829"/>
                  </a:lnTo>
                  <a:lnTo>
                    <a:pt x="6177262" y="1542282"/>
                  </a:lnTo>
                  <a:lnTo>
                    <a:pt x="6179803" y="1540813"/>
                  </a:lnTo>
                  <a:close/>
                </a:path>
                <a:path w="6694170" h="6997065">
                  <a:moveTo>
                    <a:pt x="6254510" y="1671374"/>
                  </a:moveTo>
                  <a:lnTo>
                    <a:pt x="6255393" y="1672903"/>
                  </a:lnTo>
                  <a:lnTo>
                    <a:pt x="6253865" y="1673785"/>
                  </a:lnTo>
                  <a:lnTo>
                    <a:pt x="6252982" y="1672257"/>
                  </a:lnTo>
                  <a:lnTo>
                    <a:pt x="6254510" y="1671374"/>
                  </a:lnTo>
                  <a:close/>
                </a:path>
                <a:path w="6694170" h="6997065">
                  <a:moveTo>
                    <a:pt x="5153408" y="49778"/>
                  </a:moveTo>
                  <a:lnTo>
                    <a:pt x="5161339" y="63513"/>
                  </a:lnTo>
                  <a:lnTo>
                    <a:pt x="5147597" y="71451"/>
                  </a:lnTo>
                  <a:lnTo>
                    <a:pt x="5139666" y="57715"/>
                  </a:lnTo>
                  <a:lnTo>
                    <a:pt x="5153408" y="49778"/>
                  </a:lnTo>
                  <a:close/>
                </a:path>
                <a:path w="6694170" h="6997065">
                  <a:moveTo>
                    <a:pt x="5228215" y="179937"/>
                  </a:moveTo>
                  <a:lnTo>
                    <a:pt x="5235857" y="193175"/>
                  </a:lnTo>
                  <a:lnTo>
                    <a:pt x="5222625" y="200809"/>
                  </a:lnTo>
                  <a:lnTo>
                    <a:pt x="5214984" y="187577"/>
                  </a:lnTo>
                  <a:lnTo>
                    <a:pt x="5228215" y="179937"/>
                  </a:lnTo>
                  <a:close/>
                </a:path>
                <a:path w="6694170" h="6997065">
                  <a:moveTo>
                    <a:pt x="5302918" y="310505"/>
                  </a:moveTo>
                  <a:lnTo>
                    <a:pt x="5309972" y="322718"/>
                  </a:lnTo>
                  <a:lnTo>
                    <a:pt x="5297759" y="329767"/>
                  </a:lnTo>
                  <a:lnTo>
                    <a:pt x="5290704" y="317554"/>
                  </a:lnTo>
                  <a:lnTo>
                    <a:pt x="5302918" y="310505"/>
                  </a:lnTo>
                  <a:close/>
                </a:path>
                <a:path w="6694170" h="6997065">
                  <a:moveTo>
                    <a:pt x="5377513" y="441470"/>
                  </a:moveTo>
                  <a:lnTo>
                    <a:pt x="5383685" y="452155"/>
                  </a:lnTo>
                  <a:lnTo>
                    <a:pt x="5372999" y="458321"/>
                  </a:lnTo>
                  <a:lnTo>
                    <a:pt x="5366828" y="447636"/>
                  </a:lnTo>
                  <a:lnTo>
                    <a:pt x="5377513" y="441470"/>
                  </a:lnTo>
                  <a:close/>
                </a:path>
                <a:path w="6694170" h="6997065">
                  <a:moveTo>
                    <a:pt x="5452214" y="572032"/>
                  </a:moveTo>
                  <a:lnTo>
                    <a:pt x="5457800" y="581698"/>
                  </a:lnTo>
                  <a:lnTo>
                    <a:pt x="5448128" y="587284"/>
                  </a:lnTo>
                  <a:lnTo>
                    <a:pt x="5442548" y="577611"/>
                  </a:lnTo>
                  <a:lnTo>
                    <a:pt x="5452214" y="572032"/>
                  </a:lnTo>
                  <a:close/>
                </a:path>
                <a:path w="6694170" h="6997065">
                  <a:moveTo>
                    <a:pt x="5526922" y="702593"/>
                  </a:moveTo>
                  <a:lnTo>
                    <a:pt x="5531915" y="711241"/>
                  </a:lnTo>
                  <a:lnTo>
                    <a:pt x="5523262" y="716240"/>
                  </a:lnTo>
                  <a:lnTo>
                    <a:pt x="5518268" y="707593"/>
                  </a:lnTo>
                  <a:lnTo>
                    <a:pt x="5526922" y="702593"/>
                  </a:lnTo>
                  <a:close/>
                </a:path>
                <a:path w="6694170" h="6997065">
                  <a:moveTo>
                    <a:pt x="5601723" y="832753"/>
                  </a:moveTo>
                  <a:lnTo>
                    <a:pt x="5606427" y="840897"/>
                  </a:lnTo>
                  <a:lnTo>
                    <a:pt x="5598283" y="845594"/>
                  </a:lnTo>
                  <a:lnTo>
                    <a:pt x="5593586" y="837455"/>
                  </a:lnTo>
                  <a:lnTo>
                    <a:pt x="5601723" y="832753"/>
                  </a:lnTo>
                  <a:close/>
                </a:path>
                <a:path w="6694170" h="6997065">
                  <a:moveTo>
                    <a:pt x="5676432" y="963314"/>
                  </a:moveTo>
                  <a:lnTo>
                    <a:pt x="5680542" y="970440"/>
                  </a:lnTo>
                  <a:lnTo>
                    <a:pt x="5673417" y="974557"/>
                  </a:lnTo>
                  <a:lnTo>
                    <a:pt x="5669306" y="967431"/>
                  </a:lnTo>
                  <a:lnTo>
                    <a:pt x="5676432" y="963314"/>
                  </a:lnTo>
                  <a:close/>
                </a:path>
                <a:path w="6694170" h="6997065">
                  <a:moveTo>
                    <a:pt x="5751234" y="1093479"/>
                  </a:moveTo>
                  <a:lnTo>
                    <a:pt x="5755054" y="1100095"/>
                  </a:lnTo>
                  <a:lnTo>
                    <a:pt x="5748444" y="1103910"/>
                  </a:lnTo>
                  <a:lnTo>
                    <a:pt x="5744624" y="1097294"/>
                  </a:lnTo>
                  <a:lnTo>
                    <a:pt x="5751234" y="1093479"/>
                  </a:lnTo>
                  <a:close/>
                </a:path>
                <a:path w="6694170" h="6997065">
                  <a:moveTo>
                    <a:pt x="5825941" y="1224041"/>
                  </a:moveTo>
                  <a:lnTo>
                    <a:pt x="5829175" y="1229639"/>
                  </a:lnTo>
                  <a:lnTo>
                    <a:pt x="5823578" y="1232873"/>
                  </a:lnTo>
                  <a:lnTo>
                    <a:pt x="5820344" y="1227269"/>
                  </a:lnTo>
                  <a:lnTo>
                    <a:pt x="5825941" y="1224041"/>
                  </a:lnTo>
                  <a:close/>
                </a:path>
                <a:path w="6694170" h="6997065">
                  <a:moveTo>
                    <a:pt x="5900643" y="1354603"/>
                  </a:moveTo>
                  <a:lnTo>
                    <a:pt x="5903285" y="1359182"/>
                  </a:lnTo>
                  <a:lnTo>
                    <a:pt x="5898706" y="1361829"/>
                  </a:lnTo>
                  <a:lnTo>
                    <a:pt x="5896059" y="1357245"/>
                  </a:lnTo>
                  <a:lnTo>
                    <a:pt x="5900643" y="1354603"/>
                  </a:lnTo>
                  <a:close/>
                </a:path>
                <a:path w="6694170" h="6997065">
                  <a:moveTo>
                    <a:pt x="5975451" y="1484768"/>
                  </a:moveTo>
                  <a:lnTo>
                    <a:pt x="5977803" y="1488837"/>
                  </a:lnTo>
                  <a:lnTo>
                    <a:pt x="5973734" y="1491183"/>
                  </a:lnTo>
                  <a:lnTo>
                    <a:pt x="5971382" y="1487113"/>
                  </a:lnTo>
                  <a:lnTo>
                    <a:pt x="5975451" y="1484768"/>
                  </a:lnTo>
                  <a:close/>
                </a:path>
                <a:path w="6694170" h="6997065">
                  <a:moveTo>
                    <a:pt x="6050153" y="1615330"/>
                  </a:moveTo>
                  <a:lnTo>
                    <a:pt x="6051918" y="1618380"/>
                  </a:lnTo>
                  <a:lnTo>
                    <a:pt x="6048868" y="1620146"/>
                  </a:lnTo>
                  <a:lnTo>
                    <a:pt x="6047103" y="1617095"/>
                  </a:lnTo>
                  <a:lnTo>
                    <a:pt x="6050153" y="1615330"/>
                  </a:lnTo>
                  <a:close/>
                </a:path>
                <a:path w="6694170" h="6997065">
                  <a:moveTo>
                    <a:pt x="6124967" y="1745489"/>
                  </a:moveTo>
                  <a:lnTo>
                    <a:pt x="6126436" y="1748030"/>
                  </a:lnTo>
                  <a:lnTo>
                    <a:pt x="6123889" y="1749499"/>
                  </a:lnTo>
                  <a:lnTo>
                    <a:pt x="6122420" y="1746958"/>
                  </a:lnTo>
                  <a:lnTo>
                    <a:pt x="6124967" y="1745489"/>
                  </a:lnTo>
                  <a:close/>
                </a:path>
                <a:path w="6694170" h="6997065">
                  <a:moveTo>
                    <a:pt x="6199663" y="1876051"/>
                  </a:moveTo>
                  <a:lnTo>
                    <a:pt x="6200545" y="1877585"/>
                  </a:lnTo>
                  <a:lnTo>
                    <a:pt x="6199023" y="1878462"/>
                  </a:lnTo>
                  <a:lnTo>
                    <a:pt x="6198141" y="1876933"/>
                  </a:lnTo>
                  <a:lnTo>
                    <a:pt x="6199663" y="1876051"/>
                  </a:lnTo>
                  <a:close/>
                </a:path>
                <a:path w="6694170" h="6997065">
                  <a:moveTo>
                    <a:pt x="4937019" y="0"/>
                  </a:moveTo>
                  <a:lnTo>
                    <a:pt x="4953351" y="0"/>
                  </a:lnTo>
                  <a:lnTo>
                    <a:pt x="4958670" y="9216"/>
                  </a:lnTo>
                  <a:lnTo>
                    <a:pt x="4942387" y="18616"/>
                  </a:lnTo>
                  <a:lnTo>
                    <a:pt x="4932987" y="2327"/>
                  </a:lnTo>
                  <a:lnTo>
                    <a:pt x="4937019" y="0"/>
                  </a:lnTo>
                  <a:close/>
                </a:path>
                <a:path w="6694170" h="6997065">
                  <a:moveTo>
                    <a:pt x="5023972" y="123489"/>
                  </a:moveTo>
                  <a:lnTo>
                    <a:pt x="5032785" y="138752"/>
                  </a:lnTo>
                  <a:lnTo>
                    <a:pt x="5017521" y="147566"/>
                  </a:lnTo>
                  <a:lnTo>
                    <a:pt x="5008708" y="132302"/>
                  </a:lnTo>
                  <a:lnTo>
                    <a:pt x="5023972" y="123489"/>
                  </a:lnTo>
                  <a:close/>
                </a:path>
                <a:path w="6694170" h="6997065">
                  <a:moveTo>
                    <a:pt x="5098673" y="254051"/>
                  </a:moveTo>
                  <a:lnTo>
                    <a:pt x="5106900" y="268301"/>
                  </a:lnTo>
                  <a:lnTo>
                    <a:pt x="5092650" y="276528"/>
                  </a:lnTo>
                  <a:lnTo>
                    <a:pt x="5084422" y="262278"/>
                  </a:lnTo>
                  <a:lnTo>
                    <a:pt x="5098673" y="254051"/>
                  </a:lnTo>
                  <a:close/>
                </a:path>
                <a:path w="6694170" h="6997065">
                  <a:moveTo>
                    <a:pt x="5173375" y="384619"/>
                  </a:moveTo>
                  <a:lnTo>
                    <a:pt x="5181010" y="397845"/>
                  </a:lnTo>
                  <a:lnTo>
                    <a:pt x="5167784" y="405486"/>
                  </a:lnTo>
                  <a:lnTo>
                    <a:pt x="5160143" y="392254"/>
                  </a:lnTo>
                  <a:lnTo>
                    <a:pt x="5173375" y="384619"/>
                  </a:lnTo>
                  <a:close/>
                </a:path>
                <a:path w="6694170" h="6997065">
                  <a:moveTo>
                    <a:pt x="5248077" y="515181"/>
                  </a:moveTo>
                  <a:lnTo>
                    <a:pt x="5255125" y="527394"/>
                  </a:lnTo>
                  <a:lnTo>
                    <a:pt x="5242912" y="534443"/>
                  </a:lnTo>
                  <a:lnTo>
                    <a:pt x="5235863" y="522229"/>
                  </a:lnTo>
                  <a:lnTo>
                    <a:pt x="5248077" y="515181"/>
                  </a:lnTo>
                  <a:close/>
                </a:path>
                <a:path w="6694170" h="6997065">
                  <a:moveTo>
                    <a:pt x="5322672" y="646146"/>
                  </a:moveTo>
                  <a:lnTo>
                    <a:pt x="5328838" y="656831"/>
                  </a:lnTo>
                  <a:lnTo>
                    <a:pt x="5318152" y="663003"/>
                  </a:lnTo>
                  <a:lnTo>
                    <a:pt x="5311986" y="652317"/>
                  </a:lnTo>
                  <a:lnTo>
                    <a:pt x="5322672" y="646146"/>
                  </a:lnTo>
                  <a:close/>
                </a:path>
                <a:path w="6694170" h="6997065">
                  <a:moveTo>
                    <a:pt x="5397373" y="776708"/>
                  </a:moveTo>
                  <a:lnTo>
                    <a:pt x="5402953" y="786374"/>
                  </a:lnTo>
                  <a:lnTo>
                    <a:pt x="5393286" y="791953"/>
                  </a:lnTo>
                  <a:lnTo>
                    <a:pt x="5387707" y="782293"/>
                  </a:lnTo>
                  <a:lnTo>
                    <a:pt x="5397373" y="776708"/>
                  </a:lnTo>
                  <a:close/>
                </a:path>
                <a:path w="6694170" h="6997065">
                  <a:moveTo>
                    <a:pt x="5472075" y="907269"/>
                  </a:moveTo>
                  <a:lnTo>
                    <a:pt x="5477068" y="915923"/>
                  </a:lnTo>
                  <a:lnTo>
                    <a:pt x="5468420" y="920916"/>
                  </a:lnTo>
                  <a:lnTo>
                    <a:pt x="5463427" y="912262"/>
                  </a:lnTo>
                  <a:lnTo>
                    <a:pt x="5472075" y="907269"/>
                  </a:lnTo>
                  <a:close/>
                </a:path>
                <a:path w="6694170" h="6997065">
                  <a:moveTo>
                    <a:pt x="5546883" y="1037435"/>
                  </a:moveTo>
                  <a:lnTo>
                    <a:pt x="5551580" y="1045573"/>
                  </a:lnTo>
                  <a:lnTo>
                    <a:pt x="5543442" y="1050276"/>
                  </a:lnTo>
                  <a:lnTo>
                    <a:pt x="5538745" y="1042132"/>
                  </a:lnTo>
                  <a:lnTo>
                    <a:pt x="5546883" y="1037435"/>
                  </a:lnTo>
                  <a:close/>
                </a:path>
                <a:path w="6694170" h="6997065">
                  <a:moveTo>
                    <a:pt x="5621585" y="1167996"/>
                  </a:moveTo>
                  <a:lnTo>
                    <a:pt x="5625701" y="1175122"/>
                  </a:lnTo>
                  <a:lnTo>
                    <a:pt x="5618576" y="1179232"/>
                  </a:lnTo>
                  <a:lnTo>
                    <a:pt x="5614459" y="1172107"/>
                  </a:lnTo>
                  <a:lnTo>
                    <a:pt x="5621585" y="1167996"/>
                  </a:lnTo>
                  <a:close/>
                </a:path>
                <a:path w="6694170" h="6997065">
                  <a:moveTo>
                    <a:pt x="5696399" y="1298155"/>
                  </a:moveTo>
                  <a:lnTo>
                    <a:pt x="5700219" y="1304771"/>
                  </a:lnTo>
                  <a:lnTo>
                    <a:pt x="5693603" y="1308592"/>
                  </a:lnTo>
                  <a:lnTo>
                    <a:pt x="5689783" y="1301976"/>
                  </a:lnTo>
                  <a:lnTo>
                    <a:pt x="5696399" y="1298155"/>
                  </a:lnTo>
                  <a:close/>
                </a:path>
                <a:path w="6694170" h="6997065">
                  <a:moveTo>
                    <a:pt x="5770994" y="1429120"/>
                  </a:moveTo>
                  <a:lnTo>
                    <a:pt x="5773932" y="1434208"/>
                  </a:lnTo>
                  <a:lnTo>
                    <a:pt x="5768844" y="1437146"/>
                  </a:lnTo>
                  <a:lnTo>
                    <a:pt x="5765906" y="1432058"/>
                  </a:lnTo>
                  <a:lnTo>
                    <a:pt x="5770994" y="1429120"/>
                  </a:lnTo>
                  <a:close/>
                </a:path>
                <a:path w="6694170" h="6997065">
                  <a:moveTo>
                    <a:pt x="5845796" y="1559279"/>
                  </a:moveTo>
                  <a:lnTo>
                    <a:pt x="5848444" y="1563864"/>
                  </a:lnTo>
                  <a:lnTo>
                    <a:pt x="5843865" y="1566506"/>
                  </a:lnTo>
                  <a:lnTo>
                    <a:pt x="5841218" y="1561927"/>
                  </a:lnTo>
                  <a:lnTo>
                    <a:pt x="5845796" y="1559279"/>
                  </a:lnTo>
                  <a:close/>
                </a:path>
                <a:path w="6694170" h="6997065">
                  <a:moveTo>
                    <a:pt x="5920616" y="1689444"/>
                  </a:moveTo>
                  <a:lnTo>
                    <a:pt x="5922962" y="1693514"/>
                  </a:lnTo>
                  <a:lnTo>
                    <a:pt x="5918887" y="1695865"/>
                  </a:lnTo>
                  <a:lnTo>
                    <a:pt x="5916541" y="1691796"/>
                  </a:lnTo>
                  <a:lnTo>
                    <a:pt x="5920616" y="1689444"/>
                  </a:lnTo>
                  <a:close/>
                </a:path>
                <a:path w="6694170" h="6997065">
                  <a:moveTo>
                    <a:pt x="5995311" y="1820006"/>
                  </a:moveTo>
                  <a:lnTo>
                    <a:pt x="5997071" y="1823062"/>
                  </a:lnTo>
                  <a:lnTo>
                    <a:pt x="5994021" y="1824821"/>
                  </a:lnTo>
                  <a:lnTo>
                    <a:pt x="5992261" y="1821771"/>
                  </a:lnTo>
                  <a:lnTo>
                    <a:pt x="5995311" y="1820006"/>
                  </a:lnTo>
                  <a:close/>
                </a:path>
                <a:path w="6694170" h="6997065">
                  <a:moveTo>
                    <a:pt x="6070012" y="1950568"/>
                  </a:moveTo>
                  <a:lnTo>
                    <a:pt x="6071186" y="1952599"/>
                  </a:lnTo>
                  <a:lnTo>
                    <a:pt x="6069149" y="1953778"/>
                  </a:lnTo>
                  <a:lnTo>
                    <a:pt x="6067976" y="1951740"/>
                  </a:lnTo>
                  <a:lnTo>
                    <a:pt x="6070012" y="1950568"/>
                  </a:lnTo>
                  <a:close/>
                </a:path>
                <a:path w="6694170" h="6997065">
                  <a:moveTo>
                    <a:pt x="6144828" y="2080727"/>
                  </a:moveTo>
                  <a:lnTo>
                    <a:pt x="6145704" y="2082249"/>
                  </a:lnTo>
                  <a:lnTo>
                    <a:pt x="6144176" y="2083132"/>
                  </a:lnTo>
                  <a:lnTo>
                    <a:pt x="6143299" y="2081610"/>
                  </a:lnTo>
                  <a:lnTo>
                    <a:pt x="6144828" y="2080727"/>
                  </a:lnTo>
                  <a:close/>
                </a:path>
                <a:path w="6694170" h="6997065">
                  <a:moveTo>
                    <a:pt x="4819828" y="66639"/>
                  </a:moveTo>
                  <a:lnTo>
                    <a:pt x="4830110" y="84449"/>
                  </a:lnTo>
                  <a:lnTo>
                    <a:pt x="4812299" y="94732"/>
                  </a:lnTo>
                  <a:lnTo>
                    <a:pt x="4802017" y="76921"/>
                  </a:lnTo>
                  <a:lnTo>
                    <a:pt x="4819828" y="66639"/>
                  </a:lnTo>
                  <a:close/>
                </a:path>
                <a:path w="6694170" h="6997065">
                  <a:moveTo>
                    <a:pt x="4894535" y="197200"/>
                  </a:moveTo>
                  <a:lnTo>
                    <a:pt x="4904231" y="213992"/>
                  </a:lnTo>
                  <a:lnTo>
                    <a:pt x="4887433" y="223688"/>
                  </a:lnTo>
                  <a:lnTo>
                    <a:pt x="4877737" y="206897"/>
                  </a:lnTo>
                  <a:lnTo>
                    <a:pt x="4894535" y="197200"/>
                  </a:lnTo>
                  <a:close/>
                </a:path>
                <a:path w="6694170" h="6997065">
                  <a:moveTo>
                    <a:pt x="4969130" y="328165"/>
                  </a:moveTo>
                  <a:lnTo>
                    <a:pt x="4977944" y="343435"/>
                  </a:lnTo>
                  <a:lnTo>
                    <a:pt x="4962674" y="352249"/>
                  </a:lnTo>
                  <a:lnTo>
                    <a:pt x="4953861" y="336979"/>
                  </a:lnTo>
                  <a:lnTo>
                    <a:pt x="4969130" y="328165"/>
                  </a:lnTo>
                  <a:close/>
                </a:path>
                <a:path w="6694170" h="6997065">
                  <a:moveTo>
                    <a:pt x="5043832" y="458734"/>
                  </a:moveTo>
                  <a:lnTo>
                    <a:pt x="5052059" y="472978"/>
                  </a:lnTo>
                  <a:lnTo>
                    <a:pt x="5037808" y="481205"/>
                  </a:lnTo>
                  <a:lnTo>
                    <a:pt x="5029581" y="466960"/>
                  </a:lnTo>
                  <a:lnTo>
                    <a:pt x="5043832" y="458734"/>
                  </a:lnTo>
                  <a:close/>
                </a:path>
                <a:path w="6694170" h="6997065">
                  <a:moveTo>
                    <a:pt x="5118533" y="589295"/>
                  </a:moveTo>
                  <a:lnTo>
                    <a:pt x="5126174" y="602521"/>
                  </a:lnTo>
                  <a:lnTo>
                    <a:pt x="5112936" y="610162"/>
                  </a:lnTo>
                  <a:lnTo>
                    <a:pt x="5105301" y="596936"/>
                  </a:lnTo>
                  <a:lnTo>
                    <a:pt x="5118533" y="589295"/>
                  </a:lnTo>
                  <a:close/>
                </a:path>
                <a:path w="6694170" h="6997065">
                  <a:moveTo>
                    <a:pt x="5193229" y="719857"/>
                  </a:moveTo>
                  <a:lnTo>
                    <a:pt x="5200283" y="732070"/>
                  </a:lnTo>
                  <a:lnTo>
                    <a:pt x="5188076" y="739119"/>
                  </a:lnTo>
                  <a:lnTo>
                    <a:pt x="5181022" y="726906"/>
                  </a:lnTo>
                  <a:lnTo>
                    <a:pt x="5193229" y="719857"/>
                  </a:lnTo>
                  <a:close/>
                </a:path>
                <a:path w="6694170" h="6997065">
                  <a:moveTo>
                    <a:pt x="5267936" y="850419"/>
                  </a:moveTo>
                  <a:lnTo>
                    <a:pt x="5274399" y="861614"/>
                  </a:lnTo>
                  <a:lnTo>
                    <a:pt x="5263204" y="868076"/>
                  </a:lnTo>
                  <a:lnTo>
                    <a:pt x="5256742" y="856881"/>
                  </a:lnTo>
                  <a:lnTo>
                    <a:pt x="5267936" y="850419"/>
                  </a:lnTo>
                  <a:close/>
                </a:path>
                <a:path w="6694170" h="6997065">
                  <a:moveTo>
                    <a:pt x="5342526" y="981384"/>
                  </a:moveTo>
                  <a:lnTo>
                    <a:pt x="5348111" y="991050"/>
                  </a:lnTo>
                  <a:lnTo>
                    <a:pt x="5338445" y="996630"/>
                  </a:lnTo>
                  <a:lnTo>
                    <a:pt x="5332865" y="986963"/>
                  </a:lnTo>
                  <a:lnTo>
                    <a:pt x="5342526" y="981384"/>
                  </a:lnTo>
                  <a:close/>
                </a:path>
                <a:path w="6694170" h="6997065">
                  <a:moveTo>
                    <a:pt x="5417227" y="1111946"/>
                  </a:moveTo>
                  <a:lnTo>
                    <a:pt x="5422226" y="1120599"/>
                  </a:lnTo>
                  <a:lnTo>
                    <a:pt x="5413579" y="1125592"/>
                  </a:lnTo>
                  <a:lnTo>
                    <a:pt x="5408580" y="1116938"/>
                  </a:lnTo>
                  <a:lnTo>
                    <a:pt x="5417227" y="1111946"/>
                  </a:lnTo>
                  <a:close/>
                </a:path>
                <a:path w="6694170" h="6997065">
                  <a:moveTo>
                    <a:pt x="5492047" y="1242111"/>
                  </a:moveTo>
                  <a:lnTo>
                    <a:pt x="5496744" y="1250249"/>
                  </a:lnTo>
                  <a:lnTo>
                    <a:pt x="5488600" y="1254952"/>
                  </a:lnTo>
                  <a:lnTo>
                    <a:pt x="5483897" y="1246814"/>
                  </a:lnTo>
                  <a:lnTo>
                    <a:pt x="5492047" y="1242111"/>
                  </a:lnTo>
                  <a:close/>
                </a:path>
                <a:path w="6694170" h="6997065">
                  <a:moveTo>
                    <a:pt x="5566743" y="1372672"/>
                  </a:moveTo>
                  <a:lnTo>
                    <a:pt x="5570853" y="1379792"/>
                  </a:lnTo>
                  <a:lnTo>
                    <a:pt x="5563734" y="1383902"/>
                  </a:lnTo>
                  <a:lnTo>
                    <a:pt x="5559623" y="1376783"/>
                  </a:lnTo>
                  <a:lnTo>
                    <a:pt x="5566743" y="1372672"/>
                  </a:lnTo>
                  <a:close/>
                </a:path>
                <a:path w="6694170" h="6997065">
                  <a:moveTo>
                    <a:pt x="5641445" y="1503234"/>
                  </a:moveTo>
                  <a:lnTo>
                    <a:pt x="5644969" y="1509341"/>
                  </a:lnTo>
                  <a:lnTo>
                    <a:pt x="5638868" y="1512865"/>
                  </a:lnTo>
                  <a:lnTo>
                    <a:pt x="5635344" y="1506758"/>
                  </a:lnTo>
                  <a:lnTo>
                    <a:pt x="5641445" y="1503234"/>
                  </a:lnTo>
                  <a:close/>
                </a:path>
                <a:path w="6694170" h="6997065">
                  <a:moveTo>
                    <a:pt x="5716146" y="1633796"/>
                  </a:moveTo>
                  <a:lnTo>
                    <a:pt x="5719084" y="1638884"/>
                  </a:lnTo>
                  <a:lnTo>
                    <a:pt x="5713996" y="1641822"/>
                  </a:lnTo>
                  <a:lnTo>
                    <a:pt x="5711058" y="1636734"/>
                  </a:lnTo>
                  <a:lnTo>
                    <a:pt x="5716146" y="1633796"/>
                  </a:lnTo>
                  <a:close/>
                </a:path>
                <a:path w="6694170" h="6997065">
                  <a:moveTo>
                    <a:pt x="5790955" y="1763961"/>
                  </a:moveTo>
                  <a:lnTo>
                    <a:pt x="5793602" y="1768540"/>
                  </a:lnTo>
                  <a:lnTo>
                    <a:pt x="5789024" y="1771181"/>
                  </a:lnTo>
                  <a:lnTo>
                    <a:pt x="5786382" y="1766603"/>
                  </a:lnTo>
                  <a:lnTo>
                    <a:pt x="5790955" y="1763961"/>
                  </a:lnTo>
                  <a:close/>
                </a:path>
                <a:path w="6694170" h="6997065">
                  <a:moveTo>
                    <a:pt x="5865656" y="1894523"/>
                  </a:moveTo>
                  <a:lnTo>
                    <a:pt x="5867711" y="1898082"/>
                  </a:lnTo>
                  <a:lnTo>
                    <a:pt x="5864152" y="1900137"/>
                  </a:lnTo>
                  <a:lnTo>
                    <a:pt x="5862096" y="1896578"/>
                  </a:lnTo>
                  <a:lnTo>
                    <a:pt x="5865656" y="1894523"/>
                  </a:lnTo>
                  <a:close/>
                </a:path>
                <a:path w="6694170" h="6997065">
                  <a:moveTo>
                    <a:pt x="5940470" y="2024676"/>
                  </a:moveTo>
                  <a:lnTo>
                    <a:pt x="5942230" y="2027732"/>
                  </a:lnTo>
                  <a:lnTo>
                    <a:pt x="5939173" y="2029498"/>
                  </a:lnTo>
                  <a:lnTo>
                    <a:pt x="5937414" y="2026441"/>
                  </a:lnTo>
                  <a:lnTo>
                    <a:pt x="5940470" y="2024676"/>
                  </a:lnTo>
                  <a:close/>
                </a:path>
                <a:path w="6694170" h="6997065">
                  <a:moveTo>
                    <a:pt x="6015166" y="2155244"/>
                  </a:moveTo>
                  <a:lnTo>
                    <a:pt x="6016345" y="2157282"/>
                  </a:lnTo>
                  <a:lnTo>
                    <a:pt x="6014313" y="2158455"/>
                  </a:lnTo>
                  <a:lnTo>
                    <a:pt x="6013134" y="2156417"/>
                  </a:lnTo>
                  <a:lnTo>
                    <a:pt x="6015166" y="2155244"/>
                  </a:lnTo>
                  <a:close/>
                </a:path>
                <a:path w="6694170" h="6997065">
                  <a:moveTo>
                    <a:pt x="6089980" y="2285409"/>
                  </a:moveTo>
                  <a:lnTo>
                    <a:pt x="6090863" y="2286932"/>
                  </a:lnTo>
                  <a:lnTo>
                    <a:pt x="6089334" y="2287814"/>
                  </a:lnTo>
                  <a:lnTo>
                    <a:pt x="6088452" y="2286292"/>
                  </a:lnTo>
                  <a:lnTo>
                    <a:pt x="6089980" y="2285409"/>
                  </a:lnTo>
                  <a:close/>
                </a:path>
                <a:path w="6694170" h="6997065">
                  <a:moveTo>
                    <a:pt x="4615689" y="9794"/>
                  </a:moveTo>
                  <a:lnTo>
                    <a:pt x="4627441" y="30146"/>
                  </a:lnTo>
                  <a:lnTo>
                    <a:pt x="4607089" y="41897"/>
                  </a:lnTo>
                  <a:lnTo>
                    <a:pt x="4595338" y="21545"/>
                  </a:lnTo>
                  <a:lnTo>
                    <a:pt x="4615689" y="9794"/>
                  </a:lnTo>
                  <a:close/>
                </a:path>
                <a:path w="6694170" h="6997065">
                  <a:moveTo>
                    <a:pt x="4690290" y="140753"/>
                  </a:moveTo>
                  <a:lnTo>
                    <a:pt x="4701159" y="159582"/>
                  </a:lnTo>
                  <a:lnTo>
                    <a:pt x="4682330" y="170451"/>
                  </a:lnTo>
                  <a:lnTo>
                    <a:pt x="4671455" y="151621"/>
                  </a:lnTo>
                  <a:lnTo>
                    <a:pt x="4690290" y="140753"/>
                  </a:lnTo>
                  <a:close/>
                </a:path>
                <a:path w="6694170" h="6997065">
                  <a:moveTo>
                    <a:pt x="4764986" y="271314"/>
                  </a:moveTo>
                  <a:lnTo>
                    <a:pt x="4775268" y="289125"/>
                  </a:lnTo>
                  <a:lnTo>
                    <a:pt x="4757458" y="299408"/>
                  </a:lnTo>
                  <a:lnTo>
                    <a:pt x="4747176" y="281597"/>
                  </a:lnTo>
                  <a:lnTo>
                    <a:pt x="4764986" y="271314"/>
                  </a:lnTo>
                  <a:close/>
                </a:path>
                <a:path w="6694170" h="6997065">
                  <a:moveTo>
                    <a:pt x="4839688" y="401876"/>
                  </a:moveTo>
                  <a:lnTo>
                    <a:pt x="4849384" y="418674"/>
                  </a:lnTo>
                  <a:lnTo>
                    <a:pt x="4832592" y="428370"/>
                  </a:lnTo>
                  <a:lnTo>
                    <a:pt x="4822896" y="411572"/>
                  </a:lnTo>
                  <a:lnTo>
                    <a:pt x="4839688" y="401876"/>
                  </a:lnTo>
                  <a:close/>
                </a:path>
                <a:path w="6694170" h="6997065">
                  <a:moveTo>
                    <a:pt x="4914389" y="532438"/>
                  </a:moveTo>
                  <a:lnTo>
                    <a:pt x="4923499" y="548217"/>
                  </a:lnTo>
                  <a:lnTo>
                    <a:pt x="4907726" y="557321"/>
                  </a:lnTo>
                  <a:lnTo>
                    <a:pt x="4898616" y="541548"/>
                  </a:lnTo>
                  <a:lnTo>
                    <a:pt x="4914389" y="532438"/>
                  </a:lnTo>
                  <a:close/>
                </a:path>
                <a:path w="6694170" h="6997065">
                  <a:moveTo>
                    <a:pt x="4988984" y="663409"/>
                  </a:moveTo>
                  <a:lnTo>
                    <a:pt x="4997212" y="677654"/>
                  </a:lnTo>
                  <a:lnTo>
                    <a:pt x="4982961" y="685880"/>
                  </a:lnTo>
                  <a:lnTo>
                    <a:pt x="4974740" y="671636"/>
                  </a:lnTo>
                  <a:lnTo>
                    <a:pt x="4988984" y="663409"/>
                  </a:lnTo>
                  <a:close/>
                </a:path>
                <a:path w="6694170" h="6997065">
                  <a:moveTo>
                    <a:pt x="5063692" y="793971"/>
                  </a:moveTo>
                  <a:lnTo>
                    <a:pt x="5071327" y="807197"/>
                  </a:lnTo>
                  <a:lnTo>
                    <a:pt x="5058101" y="814838"/>
                  </a:lnTo>
                  <a:lnTo>
                    <a:pt x="5050460" y="801606"/>
                  </a:lnTo>
                  <a:lnTo>
                    <a:pt x="5063692" y="793971"/>
                  </a:lnTo>
                  <a:close/>
                </a:path>
                <a:path w="6694170" h="6997065">
                  <a:moveTo>
                    <a:pt x="5138394" y="924532"/>
                  </a:moveTo>
                  <a:lnTo>
                    <a:pt x="5145442" y="936740"/>
                  </a:lnTo>
                  <a:lnTo>
                    <a:pt x="5133229" y="943794"/>
                  </a:lnTo>
                  <a:lnTo>
                    <a:pt x="5126180" y="931587"/>
                  </a:lnTo>
                  <a:lnTo>
                    <a:pt x="5138394" y="924532"/>
                  </a:lnTo>
                  <a:close/>
                </a:path>
                <a:path w="6694170" h="6997065">
                  <a:moveTo>
                    <a:pt x="5213089" y="1055100"/>
                  </a:moveTo>
                  <a:lnTo>
                    <a:pt x="5219551" y="1066289"/>
                  </a:lnTo>
                  <a:lnTo>
                    <a:pt x="5208363" y="1072751"/>
                  </a:lnTo>
                  <a:lnTo>
                    <a:pt x="5201900" y="1061563"/>
                  </a:lnTo>
                  <a:lnTo>
                    <a:pt x="5213089" y="1055100"/>
                  </a:lnTo>
                  <a:close/>
                </a:path>
                <a:path w="6694170" h="6997065">
                  <a:moveTo>
                    <a:pt x="5287690" y="1186059"/>
                  </a:moveTo>
                  <a:lnTo>
                    <a:pt x="5293270" y="1195726"/>
                  </a:lnTo>
                  <a:lnTo>
                    <a:pt x="5283603" y="1201311"/>
                  </a:lnTo>
                  <a:lnTo>
                    <a:pt x="5278018" y="1191638"/>
                  </a:lnTo>
                  <a:lnTo>
                    <a:pt x="5287690" y="1186059"/>
                  </a:lnTo>
                  <a:close/>
                </a:path>
                <a:path w="6694170" h="6997065">
                  <a:moveTo>
                    <a:pt x="5362386" y="1316621"/>
                  </a:moveTo>
                  <a:lnTo>
                    <a:pt x="5367385" y="1325275"/>
                  </a:lnTo>
                  <a:lnTo>
                    <a:pt x="5358731" y="1330267"/>
                  </a:lnTo>
                  <a:lnTo>
                    <a:pt x="5353738" y="1321614"/>
                  </a:lnTo>
                  <a:lnTo>
                    <a:pt x="5362386" y="1316621"/>
                  </a:lnTo>
                  <a:close/>
                </a:path>
                <a:path w="6694170" h="6997065">
                  <a:moveTo>
                    <a:pt x="5437200" y="1446781"/>
                  </a:moveTo>
                  <a:lnTo>
                    <a:pt x="5441903" y="1454924"/>
                  </a:lnTo>
                  <a:lnTo>
                    <a:pt x="5433759" y="1459627"/>
                  </a:lnTo>
                  <a:lnTo>
                    <a:pt x="5429056" y="1451477"/>
                  </a:lnTo>
                  <a:lnTo>
                    <a:pt x="5437200" y="1446781"/>
                  </a:lnTo>
                  <a:close/>
                </a:path>
                <a:path w="6694170" h="6997065">
                  <a:moveTo>
                    <a:pt x="5511901" y="1577342"/>
                  </a:moveTo>
                  <a:lnTo>
                    <a:pt x="5516012" y="1584467"/>
                  </a:lnTo>
                  <a:lnTo>
                    <a:pt x="5508893" y="1588578"/>
                  </a:lnTo>
                  <a:lnTo>
                    <a:pt x="5504776" y="1581459"/>
                  </a:lnTo>
                  <a:lnTo>
                    <a:pt x="5511901" y="1577342"/>
                  </a:lnTo>
                  <a:close/>
                </a:path>
                <a:path w="6694170" h="6997065">
                  <a:moveTo>
                    <a:pt x="5586597" y="1707910"/>
                  </a:moveTo>
                  <a:lnTo>
                    <a:pt x="5590127" y="1714016"/>
                  </a:lnTo>
                  <a:lnTo>
                    <a:pt x="5584021" y="1717541"/>
                  </a:lnTo>
                  <a:lnTo>
                    <a:pt x="5580496" y="1711434"/>
                  </a:lnTo>
                  <a:lnTo>
                    <a:pt x="5586597" y="1707910"/>
                  </a:lnTo>
                  <a:close/>
                </a:path>
                <a:path w="6694170" h="6997065">
                  <a:moveTo>
                    <a:pt x="5661305" y="1838472"/>
                  </a:moveTo>
                  <a:lnTo>
                    <a:pt x="5664243" y="1843559"/>
                  </a:lnTo>
                  <a:lnTo>
                    <a:pt x="5659155" y="1846497"/>
                  </a:lnTo>
                  <a:lnTo>
                    <a:pt x="5656217" y="1841410"/>
                  </a:lnTo>
                  <a:lnTo>
                    <a:pt x="5661305" y="1838472"/>
                  </a:lnTo>
                  <a:close/>
                </a:path>
                <a:path w="6694170" h="6997065">
                  <a:moveTo>
                    <a:pt x="5736119" y="1968631"/>
                  </a:moveTo>
                  <a:lnTo>
                    <a:pt x="5738761" y="1973215"/>
                  </a:lnTo>
                  <a:lnTo>
                    <a:pt x="5734182" y="1975857"/>
                  </a:lnTo>
                  <a:lnTo>
                    <a:pt x="5731534" y="1971278"/>
                  </a:lnTo>
                  <a:lnTo>
                    <a:pt x="5736119" y="1968631"/>
                  </a:lnTo>
                  <a:close/>
                </a:path>
                <a:path w="6694170" h="6997065">
                  <a:moveTo>
                    <a:pt x="5810814" y="2099199"/>
                  </a:moveTo>
                  <a:lnTo>
                    <a:pt x="5812870" y="2102759"/>
                  </a:lnTo>
                  <a:lnTo>
                    <a:pt x="5809310" y="2104814"/>
                  </a:lnTo>
                  <a:lnTo>
                    <a:pt x="5807255" y="2101254"/>
                  </a:lnTo>
                  <a:lnTo>
                    <a:pt x="5810814" y="2099199"/>
                  </a:lnTo>
                  <a:close/>
                </a:path>
                <a:path w="6694170" h="6997065">
                  <a:moveTo>
                    <a:pt x="5885516" y="2229761"/>
                  </a:moveTo>
                  <a:lnTo>
                    <a:pt x="5886985" y="2232308"/>
                  </a:lnTo>
                  <a:lnTo>
                    <a:pt x="5884444" y="2233777"/>
                  </a:lnTo>
                  <a:lnTo>
                    <a:pt x="5882975" y="2231230"/>
                  </a:lnTo>
                  <a:lnTo>
                    <a:pt x="5885516" y="2229761"/>
                  </a:lnTo>
                  <a:close/>
                </a:path>
                <a:path w="6694170" h="6997065">
                  <a:moveTo>
                    <a:pt x="5960330" y="2359920"/>
                  </a:moveTo>
                  <a:lnTo>
                    <a:pt x="5961503" y="2361958"/>
                  </a:lnTo>
                  <a:lnTo>
                    <a:pt x="5959471" y="2363131"/>
                  </a:lnTo>
                  <a:lnTo>
                    <a:pt x="5958293" y="2361093"/>
                  </a:lnTo>
                  <a:lnTo>
                    <a:pt x="5960330" y="2359920"/>
                  </a:lnTo>
                  <a:close/>
                </a:path>
                <a:path w="6694170" h="6997065">
                  <a:moveTo>
                    <a:pt x="6034013" y="2491068"/>
                  </a:moveTo>
                  <a:lnTo>
                    <a:pt x="6035364" y="2491068"/>
                  </a:lnTo>
                  <a:lnTo>
                    <a:pt x="6035612" y="2491500"/>
                  </a:lnTo>
                  <a:lnTo>
                    <a:pt x="6034262" y="2491500"/>
                  </a:lnTo>
                  <a:lnTo>
                    <a:pt x="6034013" y="2491068"/>
                  </a:lnTo>
                  <a:close/>
                </a:path>
                <a:path w="6694170" h="6997065">
                  <a:moveTo>
                    <a:pt x="4486252" y="83505"/>
                  </a:moveTo>
                  <a:lnTo>
                    <a:pt x="4498881" y="105379"/>
                  </a:lnTo>
                  <a:lnTo>
                    <a:pt x="4477007" y="118012"/>
                  </a:lnTo>
                  <a:lnTo>
                    <a:pt x="4464373" y="96132"/>
                  </a:lnTo>
                  <a:lnTo>
                    <a:pt x="4486252" y="83505"/>
                  </a:lnTo>
                  <a:close/>
                </a:path>
                <a:path w="6694170" h="6997065">
                  <a:moveTo>
                    <a:pt x="4560955" y="214067"/>
                  </a:moveTo>
                  <a:lnTo>
                    <a:pt x="4573002" y="234928"/>
                  </a:lnTo>
                  <a:lnTo>
                    <a:pt x="4552141" y="246969"/>
                  </a:lnTo>
                  <a:lnTo>
                    <a:pt x="4540094" y="226108"/>
                  </a:lnTo>
                  <a:lnTo>
                    <a:pt x="4560955" y="214067"/>
                  </a:lnTo>
                  <a:close/>
                </a:path>
                <a:path w="6694170" h="6997065">
                  <a:moveTo>
                    <a:pt x="4635550" y="345025"/>
                  </a:moveTo>
                  <a:lnTo>
                    <a:pt x="4646715" y="364364"/>
                  </a:lnTo>
                  <a:lnTo>
                    <a:pt x="4627382" y="375529"/>
                  </a:lnTo>
                  <a:lnTo>
                    <a:pt x="4616217" y="356190"/>
                  </a:lnTo>
                  <a:lnTo>
                    <a:pt x="4635550" y="345025"/>
                  </a:lnTo>
                  <a:close/>
                </a:path>
                <a:path w="6694170" h="6997065">
                  <a:moveTo>
                    <a:pt x="4710251" y="475587"/>
                  </a:moveTo>
                  <a:lnTo>
                    <a:pt x="4720830" y="493913"/>
                  </a:lnTo>
                  <a:lnTo>
                    <a:pt x="4702510" y="504486"/>
                  </a:lnTo>
                  <a:lnTo>
                    <a:pt x="4691931" y="486166"/>
                  </a:lnTo>
                  <a:lnTo>
                    <a:pt x="4710251" y="475587"/>
                  </a:lnTo>
                  <a:close/>
                </a:path>
                <a:path w="6694170" h="6997065">
                  <a:moveTo>
                    <a:pt x="4784953" y="606149"/>
                  </a:moveTo>
                  <a:lnTo>
                    <a:pt x="4794945" y="623456"/>
                  </a:lnTo>
                  <a:lnTo>
                    <a:pt x="4777644" y="633442"/>
                  </a:lnTo>
                  <a:lnTo>
                    <a:pt x="4767652" y="616141"/>
                  </a:lnTo>
                  <a:lnTo>
                    <a:pt x="4784953" y="606149"/>
                  </a:lnTo>
                  <a:close/>
                </a:path>
                <a:path w="6694170" h="6997065">
                  <a:moveTo>
                    <a:pt x="4859548" y="737120"/>
                  </a:moveTo>
                  <a:lnTo>
                    <a:pt x="4868658" y="752893"/>
                  </a:lnTo>
                  <a:lnTo>
                    <a:pt x="4852885" y="761996"/>
                  </a:lnTo>
                  <a:lnTo>
                    <a:pt x="4843775" y="746223"/>
                  </a:lnTo>
                  <a:lnTo>
                    <a:pt x="4859548" y="737120"/>
                  </a:lnTo>
                  <a:close/>
                </a:path>
                <a:path w="6694170" h="6997065">
                  <a:moveTo>
                    <a:pt x="4934250" y="867681"/>
                  </a:moveTo>
                  <a:lnTo>
                    <a:pt x="4942773" y="882436"/>
                  </a:lnTo>
                  <a:lnTo>
                    <a:pt x="4928013" y="890959"/>
                  </a:lnTo>
                  <a:lnTo>
                    <a:pt x="4919495" y="876199"/>
                  </a:lnTo>
                  <a:lnTo>
                    <a:pt x="4934250" y="867681"/>
                  </a:lnTo>
                  <a:close/>
                </a:path>
                <a:path w="6694170" h="6997065">
                  <a:moveTo>
                    <a:pt x="5008957" y="998244"/>
                  </a:moveTo>
                  <a:lnTo>
                    <a:pt x="5016888" y="1011979"/>
                  </a:lnTo>
                  <a:lnTo>
                    <a:pt x="5003147" y="1019916"/>
                  </a:lnTo>
                  <a:lnTo>
                    <a:pt x="4995216" y="1006174"/>
                  </a:lnTo>
                  <a:lnTo>
                    <a:pt x="5008957" y="998244"/>
                  </a:lnTo>
                  <a:close/>
                </a:path>
                <a:path w="6694170" h="6997065">
                  <a:moveTo>
                    <a:pt x="5083546" y="1129208"/>
                  </a:moveTo>
                  <a:lnTo>
                    <a:pt x="5090601" y="1141421"/>
                  </a:lnTo>
                  <a:lnTo>
                    <a:pt x="5078387" y="1148470"/>
                  </a:lnTo>
                  <a:lnTo>
                    <a:pt x="5071333" y="1136257"/>
                  </a:lnTo>
                  <a:lnTo>
                    <a:pt x="5083546" y="1129208"/>
                  </a:lnTo>
                  <a:close/>
                </a:path>
                <a:path w="6694170" h="6997065">
                  <a:moveTo>
                    <a:pt x="5158141" y="1260173"/>
                  </a:moveTo>
                  <a:lnTo>
                    <a:pt x="5164313" y="1270858"/>
                  </a:lnTo>
                  <a:lnTo>
                    <a:pt x="5153628" y="1277024"/>
                  </a:lnTo>
                  <a:lnTo>
                    <a:pt x="5147456" y="1266339"/>
                  </a:lnTo>
                  <a:lnTo>
                    <a:pt x="5158141" y="1260173"/>
                  </a:lnTo>
                  <a:close/>
                </a:path>
                <a:path w="6694170" h="6997065">
                  <a:moveTo>
                    <a:pt x="5232843" y="1390735"/>
                  </a:moveTo>
                  <a:lnTo>
                    <a:pt x="5238428" y="1400401"/>
                  </a:lnTo>
                  <a:lnTo>
                    <a:pt x="5228756" y="1405987"/>
                  </a:lnTo>
                  <a:lnTo>
                    <a:pt x="5223177" y="1396314"/>
                  </a:lnTo>
                  <a:lnTo>
                    <a:pt x="5232843" y="1390735"/>
                  </a:lnTo>
                  <a:close/>
                </a:path>
                <a:path w="6694170" h="6997065">
                  <a:moveTo>
                    <a:pt x="5307550" y="1521297"/>
                  </a:moveTo>
                  <a:lnTo>
                    <a:pt x="5312544" y="1529944"/>
                  </a:lnTo>
                  <a:lnTo>
                    <a:pt x="5303890" y="1534943"/>
                  </a:lnTo>
                  <a:lnTo>
                    <a:pt x="5298897" y="1526296"/>
                  </a:lnTo>
                  <a:lnTo>
                    <a:pt x="5307550" y="1521297"/>
                  </a:lnTo>
                  <a:close/>
                </a:path>
                <a:path w="6694170" h="6997065">
                  <a:moveTo>
                    <a:pt x="5382252" y="1651858"/>
                  </a:moveTo>
                  <a:lnTo>
                    <a:pt x="5386659" y="1659493"/>
                  </a:lnTo>
                  <a:lnTo>
                    <a:pt x="5379018" y="1663900"/>
                  </a:lnTo>
                  <a:lnTo>
                    <a:pt x="5374611" y="1656271"/>
                  </a:lnTo>
                  <a:lnTo>
                    <a:pt x="5382252" y="1651858"/>
                  </a:lnTo>
                  <a:close/>
                </a:path>
                <a:path w="6694170" h="6997065">
                  <a:moveTo>
                    <a:pt x="5457060" y="1782018"/>
                  </a:moveTo>
                  <a:lnTo>
                    <a:pt x="5461171" y="1789143"/>
                  </a:lnTo>
                  <a:lnTo>
                    <a:pt x="5454045" y="1793260"/>
                  </a:lnTo>
                  <a:lnTo>
                    <a:pt x="5449935" y="1786134"/>
                  </a:lnTo>
                  <a:lnTo>
                    <a:pt x="5457060" y="1782018"/>
                  </a:lnTo>
                  <a:close/>
                </a:path>
                <a:path w="6694170" h="6997065">
                  <a:moveTo>
                    <a:pt x="5531762" y="1912586"/>
                  </a:moveTo>
                  <a:lnTo>
                    <a:pt x="5535286" y="1918692"/>
                  </a:lnTo>
                  <a:lnTo>
                    <a:pt x="5529179" y="1922216"/>
                  </a:lnTo>
                  <a:lnTo>
                    <a:pt x="5525649" y="1916110"/>
                  </a:lnTo>
                  <a:lnTo>
                    <a:pt x="5531762" y="1912586"/>
                  </a:lnTo>
                  <a:close/>
                </a:path>
                <a:path w="6694170" h="6997065">
                  <a:moveTo>
                    <a:pt x="5606457" y="2043147"/>
                  </a:moveTo>
                  <a:lnTo>
                    <a:pt x="5609395" y="2048235"/>
                  </a:lnTo>
                  <a:lnTo>
                    <a:pt x="5604307" y="2051173"/>
                  </a:lnTo>
                  <a:lnTo>
                    <a:pt x="5601370" y="2046085"/>
                  </a:lnTo>
                  <a:lnTo>
                    <a:pt x="5606457" y="2043147"/>
                  </a:lnTo>
                  <a:close/>
                </a:path>
                <a:path w="6694170" h="6997065">
                  <a:moveTo>
                    <a:pt x="5681165" y="2173709"/>
                  </a:moveTo>
                  <a:lnTo>
                    <a:pt x="5683516" y="2177784"/>
                  </a:lnTo>
                  <a:lnTo>
                    <a:pt x="5679447" y="2180130"/>
                  </a:lnTo>
                  <a:lnTo>
                    <a:pt x="5677096" y="2176061"/>
                  </a:lnTo>
                  <a:lnTo>
                    <a:pt x="5681165" y="2173709"/>
                  </a:lnTo>
                  <a:close/>
                </a:path>
                <a:path w="6694170" h="6997065">
                  <a:moveTo>
                    <a:pt x="5755973" y="2303868"/>
                  </a:moveTo>
                  <a:lnTo>
                    <a:pt x="5758034" y="2307434"/>
                  </a:lnTo>
                  <a:lnTo>
                    <a:pt x="5754469" y="2309489"/>
                  </a:lnTo>
                  <a:lnTo>
                    <a:pt x="5752407" y="2305924"/>
                  </a:lnTo>
                  <a:lnTo>
                    <a:pt x="5755973" y="2303868"/>
                  </a:lnTo>
                  <a:close/>
                </a:path>
                <a:path w="6694170" h="6997065">
                  <a:moveTo>
                    <a:pt x="5830669" y="2434437"/>
                  </a:moveTo>
                  <a:lnTo>
                    <a:pt x="5832138" y="2436978"/>
                  </a:lnTo>
                  <a:lnTo>
                    <a:pt x="5829597" y="2438447"/>
                  </a:lnTo>
                  <a:lnTo>
                    <a:pt x="5828128" y="2435906"/>
                  </a:lnTo>
                  <a:lnTo>
                    <a:pt x="5830669" y="2434437"/>
                  </a:lnTo>
                  <a:close/>
                </a:path>
                <a:path w="6694170" h="6997065">
                  <a:moveTo>
                    <a:pt x="5905376" y="2564998"/>
                  </a:moveTo>
                  <a:lnTo>
                    <a:pt x="5906259" y="2566527"/>
                  </a:lnTo>
                  <a:lnTo>
                    <a:pt x="5904737" y="2567403"/>
                  </a:lnTo>
                  <a:lnTo>
                    <a:pt x="5903854" y="2565875"/>
                  </a:lnTo>
                  <a:lnTo>
                    <a:pt x="5905376" y="2564998"/>
                  </a:lnTo>
                  <a:close/>
                </a:path>
                <a:path w="6694170" h="6997065">
                  <a:moveTo>
                    <a:pt x="4282115" y="26648"/>
                  </a:moveTo>
                  <a:lnTo>
                    <a:pt x="4296217" y="51075"/>
                  </a:lnTo>
                  <a:lnTo>
                    <a:pt x="4271791" y="65178"/>
                  </a:lnTo>
                  <a:lnTo>
                    <a:pt x="4257688" y="40751"/>
                  </a:lnTo>
                  <a:lnTo>
                    <a:pt x="4282115" y="26648"/>
                  </a:lnTo>
                  <a:close/>
                </a:path>
                <a:path w="6694170" h="6997065">
                  <a:moveTo>
                    <a:pt x="4356710" y="157613"/>
                  </a:moveTo>
                  <a:lnTo>
                    <a:pt x="4369930" y="180512"/>
                  </a:lnTo>
                  <a:lnTo>
                    <a:pt x="4347031" y="193732"/>
                  </a:lnTo>
                  <a:lnTo>
                    <a:pt x="4333811" y="170834"/>
                  </a:lnTo>
                  <a:lnTo>
                    <a:pt x="4356710" y="157613"/>
                  </a:lnTo>
                  <a:close/>
                </a:path>
                <a:path w="6694170" h="6997065">
                  <a:moveTo>
                    <a:pt x="4431411" y="288181"/>
                  </a:moveTo>
                  <a:lnTo>
                    <a:pt x="4444045" y="310055"/>
                  </a:lnTo>
                  <a:lnTo>
                    <a:pt x="4422159" y="322689"/>
                  </a:lnTo>
                  <a:lnTo>
                    <a:pt x="4409531" y="300815"/>
                  </a:lnTo>
                  <a:lnTo>
                    <a:pt x="4431411" y="288181"/>
                  </a:lnTo>
                  <a:close/>
                </a:path>
                <a:path w="6694170" h="6997065">
                  <a:moveTo>
                    <a:pt x="4506107" y="418737"/>
                  </a:moveTo>
                  <a:lnTo>
                    <a:pt x="4518154" y="439604"/>
                  </a:lnTo>
                  <a:lnTo>
                    <a:pt x="4497293" y="451652"/>
                  </a:lnTo>
                  <a:lnTo>
                    <a:pt x="4485246" y="430785"/>
                  </a:lnTo>
                  <a:lnTo>
                    <a:pt x="4506107" y="418737"/>
                  </a:lnTo>
                  <a:close/>
                </a:path>
                <a:path w="6694170" h="6997065">
                  <a:moveTo>
                    <a:pt x="4580708" y="549702"/>
                  </a:moveTo>
                  <a:lnTo>
                    <a:pt x="4591873" y="569041"/>
                  </a:lnTo>
                  <a:lnTo>
                    <a:pt x="4572534" y="580206"/>
                  </a:lnTo>
                  <a:lnTo>
                    <a:pt x="4561369" y="560867"/>
                  </a:lnTo>
                  <a:lnTo>
                    <a:pt x="4580708" y="549702"/>
                  </a:lnTo>
                  <a:close/>
                </a:path>
                <a:path w="6694170" h="6997065">
                  <a:moveTo>
                    <a:pt x="4655410" y="680271"/>
                  </a:moveTo>
                  <a:lnTo>
                    <a:pt x="4665982" y="698584"/>
                  </a:lnTo>
                  <a:lnTo>
                    <a:pt x="4647668" y="709163"/>
                  </a:lnTo>
                  <a:lnTo>
                    <a:pt x="4637090" y="690843"/>
                  </a:lnTo>
                  <a:lnTo>
                    <a:pt x="4655410" y="680271"/>
                  </a:lnTo>
                  <a:close/>
                </a:path>
                <a:path w="6694170" h="6997065">
                  <a:moveTo>
                    <a:pt x="4730111" y="810832"/>
                  </a:moveTo>
                  <a:lnTo>
                    <a:pt x="4740097" y="828133"/>
                  </a:lnTo>
                  <a:lnTo>
                    <a:pt x="4722796" y="838120"/>
                  </a:lnTo>
                  <a:lnTo>
                    <a:pt x="4712810" y="820819"/>
                  </a:lnTo>
                  <a:lnTo>
                    <a:pt x="4730111" y="810832"/>
                  </a:lnTo>
                  <a:close/>
                </a:path>
                <a:path w="6694170" h="6997065">
                  <a:moveTo>
                    <a:pt x="4804706" y="941797"/>
                  </a:moveTo>
                  <a:lnTo>
                    <a:pt x="4813810" y="957570"/>
                  </a:lnTo>
                  <a:lnTo>
                    <a:pt x="4798037" y="966680"/>
                  </a:lnTo>
                  <a:lnTo>
                    <a:pt x="4788933" y="950907"/>
                  </a:lnTo>
                  <a:lnTo>
                    <a:pt x="4804706" y="941797"/>
                  </a:lnTo>
                  <a:close/>
                </a:path>
                <a:path w="6694170" h="6997065">
                  <a:moveTo>
                    <a:pt x="4879408" y="1072359"/>
                  </a:moveTo>
                  <a:lnTo>
                    <a:pt x="4887925" y="1087113"/>
                  </a:lnTo>
                  <a:lnTo>
                    <a:pt x="4873171" y="1095631"/>
                  </a:lnTo>
                  <a:lnTo>
                    <a:pt x="4864653" y="1080882"/>
                  </a:lnTo>
                  <a:lnTo>
                    <a:pt x="4879408" y="1072359"/>
                  </a:lnTo>
                  <a:close/>
                </a:path>
                <a:path w="6694170" h="6997065">
                  <a:moveTo>
                    <a:pt x="4954003" y="1203324"/>
                  </a:moveTo>
                  <a:lnTo>
                    <a:pt x="4961638" y="1216550"/>
                  </a:lnTo>
                  <a:lnTo>
                    <a:pt x="4948411" y="1224191"/>
                  </a:lnTo>
                  <a:lnTo>
                    <a:pt x="4940771" y="1210959"/>
                  </a:lnTo>
                  <a:lnTo>
                    <a:pt x="4954003" y="1203324"/>
                  </a:lnTo>
                  <a:close/>
                </a:path>
                <a:path w="6694170" h="6997065">
                  <a:moveTo>
                    <a:pt x="5028704" y="1333886"/>
                  </a:moveTo>
                  <a:lnTo>
                    <a:pt x="5035753" y="1346099"/>
                  </a:lnTo>
                  <a:lnTo>
                    <a:pt x="5023539" y="1353148"/>
                  </a:lnTo>
                  <a:lnTo>
                    <a:pt x="5016491" y="1340934"/>
                  </a:lnTo>
                  <a:lnTo>
                    <a:pt x="5028704" y="1333886"/>
                  </a:lnTo>
                  <a:close/>
                </a:path>
                <a:path w="6694170" h="6997065">
                  <a:moveTo>
                    <a:pt x="5103299" y="1464851"/>
                  </a:moveTo>
                  <a:lnTo>
                    <a:pt x="5109465" y="1475536"/>
                  </a:lnTo>
                  <a:lnTo>
                    <a:pt x="5098780" y="1481707"/>
                  </a:lnTo>
                  <a:lnTo>
                    <a:pt x="5092614" y="1471022"/>
                  </a:lnTo>
                  <a:lnTo>
                    <a:pt x="5103299" y="1464851"/>
                  </a:lnTo>
                  <a:close/>
                </a:path>
                <a:path w="6694170" h="6997065">
                  <a:moveTo>
                    <a:pt x="5178001" y="1595413"/>
                  </a:moveTo>
                  <a:lnTo>
                    <a:pt x="5183581" y="1605079"/>
                  </a:lnTo>
                  <a:lnTo>
                    <a:pt x="5173914" y="1610658"/>
                  </a:lnTo>
                  <a:lnTo>
                    <a:pt x="5168335" y="1600998"/>
                  </a:lnTo>
                  <a:lnTo>
                    <a:pt x="5178001" y="1595413"/>
                  </a:lnTo>
                  <a:close/>
                </a:path>
                <a:path w="6694170" h="6997065">
                  <a:moveTo>
                    <a:pt x="5252703" y="1725974"/>
                  </a:moveTo>
                  <a:lnTo>
                    <a:pt x="5257696" y="1734628"/>
                  </a:lnTo>
                  <a:lnTo>
                    <a:pt x="5249043" y="1739621"/>
                  </a:lnTo>
                  <a:lnTo>
                    <a:pt x="5244049" y="1730973"/>
                  </a:lnTo>
                  <a:lnTo>
                    <a:pt x="5252703" y="1725974"/>
                  </a:lnTo>
                  <a:close/>
                </a:path>
                <a:path w="6694170" h="6997065">
                  <a:moveTo>
                    <a:pt x="5327410" y="1856536"/>
                  </a:moveTo>
                  <a:lnTo>
                    <a:pt x="5331817" y="1864170"/>
                  </a:lnTo>
                  <a:lnTo>
                    <a:pt x="5324182" y="1868577"/>
                  </a:lnTo>
                  <a:lnTo>
                    <a:pt x="5319775" y="1860943"/>
                  </a:lnTo>
                  <a:lnTo>
                    <a:pt x="5327410" y="1856536"/>
                  </a:lnTo>
                  <a:close/>
                </a:path>
                <a:path w="6694170" h="6997065">
                  <a:moveTo>
                    <a:pt x="5402213" y="1986701"/>
                  </a:moveTo>
                  <a:lnTo>
                    <a:pt x="5406329" y="1993826"/>
                  </a:lnTo>
                  <a:lnTo>
                    <a:pt x="5399204" y="1997937"/>
                  </a:lnTo>
                  <a:lnTo>
                    <a:pt x="5395087" y="1990812"/>
                  </a:lnTo>
                  <a:lnTo>
                    <a:pt x="5402213" y="1986701"/>
                  </a:lnTo>
                  <a:close/>
                </a:path>
                <a:path w="6694170" h="6997065">
                  <a:moveTo>
                    <a:pt x="5476808" y="2117659"/>
                  </a:moveTo>
                  <a:lnTo>
                    <a:pt x="5480041" y="2123263"/>
                  </a:lnTo>
                  <a:lnTo>
                    <a:pt x="5474444" y="2126491"/>
                  </a:lnTo>
                  <a:lnTo>
                    <a:pt x="5471210" y="2120893"/>
                  </a:lnTo>
                  <a:lnTo>
                    <a:pt x="5476808" y="2117659"/>
                  </a:lnTo>
                  <a:close/>
                </a:path>
                <a:path w="6694170" h="6997065">
                  <a:moveTo>
                    <a:pt x="5551509" y="2248221"/>
                  </a:moveTo>
                  <a:lnTo>
                    <a:pt x="5554151" y="2252806"/>
                  </a:lnTo>
                  <a:lnTo>
                    <a:pt x="5549572" y="2255447"/>
                  </a:lnTo>
                  <a:lnTo>
                    <a:pt x="5546931" y="2250869"/>
                  </a:lnTo>
                  <a:lnTo>
                    <a:pt x="5551509" y="2248221"/>
                  </a:lnTo>
                  <a:close/>
                </a:path>
                <a:path w="6694170" h="6997065">
                  <a:moveTo>
                    <a:pt x="5626323" y="2378386"/>
                  </a:moveTo>
                  <a:lnTo>
                    <a:pt x="5628675" y="2382455"/>
                  </a:lnTo>
                  <a:lnTo>
                    <a:pt x="5624600" y="2384807"/>
                  </a:lnTo>
                  <a:lnTo>
                    <a:pt x="5622248" y="2380737"/>
                  </a:lnTo>
                  <a:lnTo>
                    <a:pt x="5626323" y="2378386"/>
                  </a:lnTo>
                  <a:close/>
                </a:path>
                <a:path w="6694170" h="6997065">
                  <a:moveTo>
                    <a:pt x="5701019" y="2508954"/>
                  </a:moveTo>
                  <a:lnTo>
                    <a:pt x="5702784" y="2512005"/>
                  </a:lnTo>
                  <a:lnTo>
                    <a:pt x="5699734" y="2513764"/>
                  </a:lnTo>
                  <a:lnTo>
                    <a:pt x="5697969" y="2510713"/>
                  </a:lnTo>
                  <a:lnTo>
                    <a:pt x="5701019" y="2508954"/>
                  </a:lnTo>
                  <a:close/>
                </a:path>
                <a:path w="6694170" h="6997065">
                  <a:moveTo>
                    <a:pt x="5775725" y="2639516"/>
                  </a:moveTo>
                  <a:lnTo>
                    <a:pt x="5776899" y="2641548"/>
                  </a:lnTo>
                  <a:lnTo>
                    <a:pt x="5774862" y="2642726"/>
                  </a:lnTo>
                  <a:lnTo>
                    <a:pt x="5773689" y="2640689"/>
                  </a:lnTo>
                  <a:lnTo>
                    <a:pt x="5775725" y="2639516"/>
                  </a:lnTo>
                  <a:close/>
                </a:path>
                <a:path w="6694170" h="6997065">
                  <a:moveTo>
                    <a:pt x="5850535" y="2769670"/>
                  </a:moveTo>
                  <a:lnTo>
                    <a:pt x="5851417" y="2771204"/>
                  </a:lnTo>
                  <a:lnTo>
                    <a:pt x="5849889" y="2772086"/>
                  </a:lnTo>
                  <a:lnTo>
                    <a:pt x="5849006" y="2770552"/>
                  </a:lnTo>
                  <a:lnTo>
                    <a:pt x="5850535" y="2769670"/>
                  </a:lnTo>
                  <a:close/>
                </a:path>
                <a:path w="6694170" h="6997065">
                  <a:moveTo>
                    <a:pt x="4059448" y="0"/>
                  </a:moveTo>
                  <a:lnTo>
                    <a:pt x="4087957" y="0"/>
                  </a:lnTo>
                  <a:lnTo>
                    <a:pt x="4066575" y="12344"/>
                  </a:lnTo>
                  <a:lnTo>
                    <a:pt x="4059448" y="0"/>
                  </a:lnTo>
                  <a:close/>
                </a:path>
                <a:path w="6694170" h="6997065">
                  <a:moveTo>
                    <a:pt x="4152785" y="99963"/>
                  </a:moveTo>
                  <a:lnTo>
                    <a:pt x="4168060" y="126422"/>
                  </a:lnTo>
                  <a:lnTo>
                    <a:pt x="4141602" y="141697"/>
                  </a:lnTo>
                  <a:lnTo>
                    <a:pt x="4126326" y="115239"/>
                  </a:lnTo>
                  <a:lnTo>
                    <a:pt x="4152785" y="99963"/>
                  </a:lnTo>
                  <a:close/>
                </a:path>
                <a:path w="6694170" h="6997065">
                  <a:moveTo>
                    <a:pt x="4227374" y="230928"/>
                  </a:moveTo>
                  <a:lnTo>
                    <a:pt x="4241773" y="255858"/>
                  </a:lnTo>
                  <a:lnTo>
                    <a:pt x="4216837" y="270257"/>
                  </a:lnTo>
                  <a:lnTo>
                    <a:pt x="4202444" y="245321"/>
                  </a:lnTo>
                  <a:lnTo>
                    <a:pt x="4227374" y="230928"/>
                  </a:lnTo>
                  <a:close/>
                </a:path>
                <a:path w="6694170" h="6997065">
                  <a:moveTo>
                    <a:pt x="4301975" y="361887"/>
                  </a:moveTo>
                  <a:lnTo>
                    <a:pt x="4315491" y="385295"/>
                  </a:lnTo>
                  <a:lnTo>
                    <a:pt x="4292077" y="398811"/>
                  </a:lnTo>
                  <a:lnTo>
                    <a:pt x="4278567" y="375403"/>
                  </a:lnTo>
                  <a:lnTo>
                    <a:pt x="4301975" y="361887"/>
                  </a:lnTo>
                  <a:close/>
                </a:path>
                <a:path w="6694170" h="6997065">
                  <a:moveTo>
                    <a:pt x="4376570" y="492852"/>
                  </a:moveTo>
                  <a:lnTo>
                    <a:pt x="4389204" y="514732"/>
                  </a:lnTo>
                  <a:lnTo>
                    <a:pt x="4367318" y="527366"/>
                  </a:lnTo>
                  <a:lnTo>
                    <a:pt x="4354684" y="505486"/>
                  </a:lnTo>
                  <a:lnTo>
                    <a:pt x="4376570" y="492852"/>
                  </a:lnTo>
                  <a:close/>
                </a:path>
                <a:path w="6694170" h="6997065">
                  <a:moveTo>
                    <a:pt x="4451271" y="623414"/>
                  </a:moveTo>
                  <a:lnTo>
                    <a:pt x="4463319" y="644281"/>
                  </a:lnTo>
                  <a:lnTo>
                    <a:pt x="4442452" y="656328"/>
                  </a:lnTo>
                  <a:lnTo>
                    <a:pt x="4430404" y="635461"/>
                  </a:lnTo>
                  <a:lnTo>
                    <a:pt x="4451271" y="623414"/>
                  </a:lnTo>
                  <a:close/>
                </a:path>
                <a:path w="6694170" h="6997065">
                  <a:moveTo>
                    <a:pt x="4525866" y="754379"/>
                  </a:moveTo>
                  <a:lnTo>
                    <a:pt x="4537031" y="773718"/>
                  </a:lnTo>
                  <a:lnTo>
                    <a:pt x="4517693" y="784882"/>
                  </a:lnTo>
                  <a:lnTo>
                    <a:pt x="4506528" y="765543"/>
                  </a:lnTo>
                  <a:lnTo>
                    <a:pt x="4525866" y="754379"/>
                  </a:lnTo>
                  <a:close/>
                </a:path>
                <a:path w="6694170" h="6997065">
                  <a:moveTo>
                    <a:pt x="4600568" y="884947"/>
                  </a:moveTo>
                  <a:lnTo>
                    <a:pt x="4611147" y="903261"/>
                  </a:lnTo>
                  <a:lnTo>
                    <a:pt x="4592821" y="913839"/>
                  </a:lnTo>
                  <a:lnTo>
                    <a:pt x="4582248" y="895525"/>
                  </a:lnTo>
                  <a:lnTo>
                    <a:pt x="4600568" y="884947"/>
                  </a:lnTo>
                  <a:close/>
                </a:path>
                <a:path w="6694170" h="6997065">
                  <a:moveTo>
                    <a:pt x="4675270" y="1015508"/>
                  </a:moveTo>
                  <a:lnTo>
                    <a:pt x="4685256" y="1032810"/>
                  </a:lnTo>
                  <a:lnTo>
                    <a:pt x="4667955" y="1042802"/>
                  </a:lnTo>
                  <a:lnTo>
                    <a:pt x="4657962" y="1025501"/>
                  </a:lnTo>
                  <a:lnTo>
                    <a:pt x="4675270" y="1015508"/>
                  </a:lnTo>
                  <a:close/>
                </a:path>
                <a:path w="6694170" h="6997065">
                  <a:moveTo>
                    <a:pt x="4749865" y="1146467"/>
                  </a:moveTo>
                  <a:lnTo>
                    <a:pt x="4758974" y="1162246"/>
                  </a:lnTo>
                  <a:lnTo>
                    <a:pt x="4743195" y="1171355"/>
                  </a:lnTo>
                  <a:lnTo>
                    <a:pt x="4734086" y="1155577"/>
                  </a:lnTo>
                  <a:lnTo>
                    <a:pt x="4749865" y="1146467"/>
                  </a:lnTo>
                  <a:close/>
                </a:path>
                <a:path w="6694170" h="6997065">
                  <a:moveTo>
                    <a:pt x="4824460" y="1277438"/>
                  </a:moveTo>
                  <a:lnTo>
                    <a:pt x="4832687" y="1291683"/>
                  </a:lnTo>
                  <a:lnTo>
                    <a:pt x="4818436" y="1299910"/>
                  </a:lnTo>
                  <a:lnTo>
                    <a:pt x="4810209" y="1285665"/>
                  </a:lnTo>
                  <a:lnTo>
                    <a:pt x="4824460" y="1277438"/>
                  </a:lnTo>
                  <a:close/>
                </a:path>
                <a:path w="6694170" h="6997065">
                  <a:moveTo>
                    <a:pt x="4899161" y="1408000"/>
                  </a:moveTo>
                  <a:lnTo>
                    <a:pt x="4906802" y="1421226"/>
                  </a:lnTo>
                  <a:lnTo>
                    <a:pt x="4893564" y="1428867"/>
                  </a:lnTo>
                  <a:lnTo>
                    <a:pt x="4885929" y="1415641"/>
                  </a:lnTo>
                  <a:lnTo>
                    <a:pt x="4899161" y="1408000"/>
                  </a:lnTo>
                  <a:close/>
                </a:path>
                <a:path w="6694170" h="6997065">
                  <a:moveTo>
                    <a:pt x="4973857" y="1538561"/>
                  </a:moveTo>
                  <a:lnTo>
                    <a:pt x="4980911" y="1550775"/>
                  </a:lnTo>
                  <a:lnTo>
                    <a:pt x="4968704" y="1557823"/>
                  </a:lnTo>
                  <a:lnTo>
                    <a:pt x="4961650" y="1545610"/>
                  </a:lnTo>
                  <a:lnTo>
                    <a:pt x="4973857" y="1538561"/>
                  </a:lnTo>
                  <a:close/>
                </a:path>
                <a:path w="6694170" h="6997065">
                  <a:moveTo>
                    <a:pt x="5048458" y="1669520"/>
                  </a:moveTo>
                  <a:lnTo>
                    <a:pt x="5054630" y="1680211"/>
                  </a:lnTo>
                  <a:lnTo>
                    <a:pt x="5043939" y="1686383"/>
                  </a:lnTo>
                  <a:lnTo>
                    <a:pt x="5037767" y="1675692"/>
                  </a:lnTo>
                  <a:lnTo>
                    <a:pt x="5048458" y="1669520"/>
                  </a:lnTo>
                  <a:close/>
                </a:path>
                <a:path w="6694170" h="6997065">
                  <a:moveTo>
                    <a:pt x="5123053" y="1800491"/>
                  </a:moveTo>
                  <a:lnTo>
                    <a:pt x="5128342" y="1809648"/>
                  </a:lnTo>
                  <a:lnTo>
                    <a:pt x="5119179" y="1814937"/>
                  </a:lnTo>
                  <a:lnTo>
                    <a:pt x="5113890" y="1805780"/>
                  </a:lnTo>
                  <a:lnTo>
                    <a:pt x="5123053" y="1800491"/>
                  </a:lnTo>
                  <a:close/>
                </a:path>
                <a:path w="6694170" h="6997065">
                  <a:moveTo>
                    <a:pt x="5197755" y="1931052"/>
                  </a:moveTo>
                  <a:lnTo>
                    <a:pt x="5202457" y="1939191"/>
                  </a:lnTo>
                  <a:lnTo>
                    <a:pt x="5194307" y="1943894"/>
                  </a:lnTo>
                  <a:lnTo>
                    <a:pt x="5189610" y="1935756"/>
                  </a:lnTo>
                  <a:lnTo>
                    <a:pt x="5197755" y="1931052"/>
                  </a:lnTo>
                  <a:close/>
                </a:path>
                <a:path w="6694170" h="6997065">
                  <a:moveTo>
                    <a:pt x="5272563" y="2061212"/>
                  </a:moveTo>
                  <a:lnTo>
                    <a:pt x="5276969" y="2068846"/>
                  </a:lnTo>
                  <a:lnTo>
                    <a:pt x="5269335" y="2073253"/>
                  </a:lnTo>
                  <a:lnTo>
                    <a:pt x="5264928" y="2065619"/>
                  </a:lnTo>
                  <a:lnTo>
                    <a:pt x="5272563" y="2061212"/>
                  </a:lnTo>
                  <a:close/>
                </a:path>
                <a:path w="6694170" h="6997065">
                  <a:moveTo>
                    <a:pt x="5347264" y="2191773"/>
                  </a:moveTo>
                  <a:lnTo>
                    <a:pt x="5351085" y="2198389"/>
                  </a:lnTo>
                  <a:lnTo>
                    <a:pt x="5344469" y="2202210"/>
                  </a:lnTo>
                  <a:lnTo>
                    <a:pt x="5340648" y="2195594"/>
                  </a:lnTo>
                  <a:lnTo>
                    <a:pt x="5347264" y="2191773"/>
                  </a:lnTo>
                  <a:close/>
                </a:path>
                <a:path w="6694170" h="6997065">
                  <a:moveTo>
                    <a:pt x="5421966" y="2322335"/>
                  </a:moveTo>
                  <a:lnTo>
                    <a:pt x="5425200" y="2327933"/>
                  </a:lnTo>
                  <a:lnTo>
                    <a:pt x="5419597" y="2331167"/>
                  </a:lnTo>
                  <a:lnTo>
                    <a:pt x="5416369" y="2325569"/>
                  </a:lnTo>
                  <a:lnTo>
                    <a:pt x="5421966" y="2322335"/>
                  </a:lnTo>
                  <a:close/>
                </a:path>
                <a:path w="6694170" h="6997065">
                  <a:moveTo>
                    <a:pt x="5496667" y="2452903"/>
                  </a:moveTo>
                  <a:lnTo>
                    <a:pt x="5499309" y="2457482"/>
                  </a:lnTo>
                  <a:lnTo>
                    <a:pt x="5494737" y="2460124"/>
                  </a:lnTo>
                  <a:lnTo>
                    <a:pt x="5492089" y="2455545"/>
                  </a:lnTo>
                  <a:lnTo>
                    <a:pt x="5496667" y="2452903"/>
                  </a:lnTo>
                  <a:close/>
                </a:path>
                <a:path w="6694170" h="6997065">
                  <a:moveTo>
                    <a:pt x="5571369" y="2583465"/>
                  </a:moveTo>
                  <a:lnTo>
                    <a:pt x="5573425" y="2587031"/>
                  </a:lnTo>
                  <a:lnTo>
                    <a:pt x="5569865" y="2589086"/>
                  </a:lnTo>
                  <a:lnTo>
                    <a:pt x="5567810" y="2585520"/>
                  </a:lnTo>
                  <a:lnTo>
                    <a:pt x="5571369" y="2583465"/>
                  </a:lnTo>
                  <a:close/>
                </a:path>
                <a:path w="6694170" h="6997065">
                  <a:moveTo>
                    <a:pt x="5646184" y="2713624"/>
                  </a:moveTo>
                  <a:lnTo>
                    <a:pt x="5647943" y="2716681"/>
                  </a:lnTo>
                  <a:lnTo>
                    <a:pt x="5644886" y="2718446"/>
                  </a:lnTo>
                  <a:lnTo>
                    <a:pt x="5643127" y="2715390"/>
                  </a:lnTo>
                  <a:lnTo>
                    <a:pt x="5646184" y="2713624"/>
                  </a:lnTo>
                  <a:close/>
                </a:path>
                <a:path w="6694170" h="6997065">
                  <a:moveTo>
                    <a:pt x="5720879" y="2844192"/>
                  </a:moveTo>
                  <a:lnTo>
                    <a:pt x="5722052" y="2846224"/>
                  </a:lnTo>
                  <a:lnTo>
                    <a:pt x="5720020" y="2847397"/>
                  </a:lnTo>
                  <a:lnTo>
                    <a:pt x="5718847" y="2845366"/>
                  </a:lnTo>
                  <a:lnTo>
                    <a:pt x="5720879" y="2844192"/>
                  </a:lnTo>
                  <a:close/>
                </a:path>
                <a:path w="6694170" h="6997065">
                  <a:moveTo>
                    <a:pt x="5794568" y="2975341"/>
                  </a:moveTo>
                  <a:lnTo>
                    <a:pt x="5795924" y="2975341"/>
                  </a:lnTo>
                  <a:lnTo>
                    <a:pt x="5796173" y="2975773"/>
                  </a:lnTo>
                  <a:lnTo>
                    <a:pt x="5794817" y="2975773"/>
                  </a:lnTo>
                  <a:lnTo>
                    <a:pt x="5794568" y="2975341"/>
                  </a:lnTo>
                  <a:close/>
                </a:path>
                <a:path w="6694170" h="6997065">
                  <a:moveTo>
                    <a:pt x="3948534" y="43510"/>
                  </a:moveTo>
                  <a:lnTo>
                    <a:pt x="3964989" y="72012"/>
                  </a:lnTo>
                  <a:lnTo>
                    <a:pt x="3936499" y="88460"/>
                  </a:lnTo>
                  <a:lnTo>
                    <a:pt x="3920044" y="59958"/>
                  </a:lnTo>
                  <a:lnTo>
                    <a:pt x="3948534" y="43510"/>
                  </a:lnTo>
                  <a:close/>
                </a:path>
                <a:path w="6694170" h="6997065">
                  <a:moveTo>
                    <a:pt x="4023241" y="174072"/>
                  </a:moveTo>
                  <a:lnTo>
                    <a:pt x="4039104" y="201548"/>
                  </a:lnTo>
                  <a:lnTo>
                    <a:pt x="4011627" y="217416"/>
                  </a:lnTo>
                  <a:lnTo>
                    <a:pt x="3995759" y="189933"/>
                  </a:lnTo>
                  <a:lnTo>
                    <a:pt x="4023241" y="174072"/>
                  </a:lnTo>
                  <a:close/>
                </a:path>
                <a:path w="6694170" h="6997065">
                  <a:moveTo>
                    <a:pt x="4097938" y="304640"/>
                  </a:moveTo>
                  <a:lnTo>
                    <a:pt x="4113219" y="331098"/>
                  </a:lnTo>
                  <a:lnTo>
                    <a:pt x="4086761" y="346374"/>
                  </a:lnTo>
                  <a:lnTo>
                    <a:pt x="4071479" y="319915"/>
                  </a:lnTo>
                  <a:lnTo>
                    <a:pt x="4097938" y="304640"/>
                  </a:lnTo>
                  <a:close/>
                </a:path>
                <a:path w="6694170" h="6997065">
                  <a:moveTo>
                    <a:pt x="4172639" y="435201"/>
                  </a:moveTo>
                  <a:lnTo>
                    <a:pt x="4187328" y="460641"/>
                  </a:lnTo>
                  <a:lnTo>
                    <a:pt x="4161889" y="475330"/>
                  </a:lnTo>
                  <a:lnTo>
                    <a:pt x="4147200" y="449891"/>
                  </a:lnTo>
                  <a:lnTo>
                    <a:pt x="4172639" y="435201"/>
                  </a:lnTo>
                  <a:close/>
                </a:path>
                <a:path w="6694170" h="6997065">
                  <a:moveTo>
                    <a:pt x="4247127" y="566563"/>
                  </a:moveTo>
                  <a:lnTo>
                    <a:pt x="4260644" y="589977"/>
                  </a:lnTo>
                  <a:lnTo>
                    <a:pt x="4237242" y="603487"/>
                  </a:lnTo>
                  <a:lnTo>
                    <a:pt x="4223726" y="580073"/>
                  </a:lnTo>
                  <a:lnTo>
                    <a:pt x="4247127" y="566563"/>
                  </a:lnTo>
                  <a:close/>
                </a:path>
                <a:path w="6694170" h="6997065">
                  <a:moveTo>
                    <a:pt x="4321722" y="697528"/>
                  </a:moveTo>
                  <a:lnTo>
                    <a:pt x="4334356" y="719414"/>
                  </a:lnTo>
                  <a:lnTo>
                    <a:pt x="4312477" y="732048"/>
                  </a:lnTo>
                  <a:lnTo>
                    <a:pt x="4299843" y="710162"/>
                  </a:lnTo>
                  <a:lnTo>
                    <a:pt x="4321722" y="697528"/>
                  </a:lnTo>
                  <a:close/>
                </a:path>
                <a:path w="6694170" h="6997065">
                  <a:moveTo>
                    <a:pt x="4396430" y="828091"/>
                  </a:moveTo>
                  <a:lnTo>
                    <a:pt x="4408472" y="848957"/>
                  </a:lnTo>
                  <a:lnTo>
                    <a:pt x="4387610" y="860999"/>
                  </a:lnTo>
                  <a:lnTo>
                    <a:pt x="4375563" y="840138"/>
                  </a:lnTo>
                  <a:lnTo>
                    <a:pt x="4396430" y="828091"/>
                  </a:lnTo>
                  <a:close/>
                </a:path>
                <a:path w="6694170" h="6997065">
                  <a:moveTo>
                    <a:pt x="4471019" y="959061"/>
                  </a:moveTo>
                  <a:lnTo>
                    <a:pt x="4482184" y="978393"/>
                  </a:lnTo>
                  <a:lnTo>
                    <a:pt x="4462845" y="989558"/>
                  </a:lnTo>
                  <a:lnTo>
                    <a:pt x="4451686" y="970225"/>
                  </a:lnTo>
                  <a:lnTo>
                    <a:pt x="4471019" y="959061"/>
                  </a:lnTo>
                  <a:close/>
                </a:path>
                <a:path w="6694170" h="6997065">
                  <a:moveTo>
                    <a:pt x="4545727" y="1089623"/>
                  </a:moveTo>
                  <a:lnTo>
                    <a:pt x="4556299" y="1107937"/>
                  </a:lnTo>
                  <a:lnTo>
                    <a:pt x="4537985" y="1118515"/>
                  </a:lnTo>
                  <a:lnTo>
                    <a:pt x="4527407" y="1100195"/>
                  </a:lnTo>
                  <a:lnTo>
                    <a:pt x="4545727" y="1089623"/>
                  </a:lnTo>
                  <a:close/>
                </a:path>
                <a:path w="6694170" h="6997065">
                  <a:moveTo>
                    <a:pt x="4620316" y="1220581"/>
                  </a:moveTo>
                  <a:lnTo>
                    <a:pt x="4630012" y="1237379"/>
                  </a:lnTo>
                  <a:lnTo>
                    <a:pt x="4613220" y="1247075"/>
                  </a:lnTo>
                  <a:lnTo>
                    <a:pt x="4603524" y="1230277"/>
                  </a:lnTo>
                  <a:lnTo>
                    <a:pt x="4620316" y="1220581"/>
                  </a:lnTo>
                  <a:close/>
                </a:path>
                <a:path w="6694170" h="6997065">
                  <a:moveTo>
                    <a:pt x="4694911" y="1351552"/>
                  </a:moveTo>
                  <a:lnTo>
                    <a:pt x="4703724" y="1366815"/>
                  </a:lnTo>
                  <a:lnTo>
                    <a:pt x="4688460" y="1375629"/>
                  </a:lnTo>
                  <a:lnTo>
                    <a:pt x="4679647" y="1360365"/>
                  </a:lnTo>
                  <a:lnTo>
                    <a:pt x="4694911" y="1351552"/>
                  </a:lnTo>
                  <a:close/>
                </a:path>
                <a:path w="6694170" h="6997065">
                  <a:moveTo>
                    <a:pt x="4769612" y="1482114"/>
                  </a:moveTo>
                  <a:lnTo>
                    <a:pt x="4777840" y="1496358"/>
                  </a:lnTo>
                  <a:lnTo>
                    <a:pt x="4763589" y="1504585"/>
                  </a:lnTo>
                  <a:lnTo>
                    <a:pt x="4755367" y="1490340"/>
                  </a:lnTo>
                  <a:lnTo>
                    <a:pt x="4769612" y="1482114"/>
                  </a:lnTo>
                  <a:close/>
                </a:path>
                <a:path w="6694170" h="6997065">
                  <a:moveTo>
                    <a:pt x="4844320" y="1612676"/>
                  </a:moveTo>
                  <a:lnTo>
                    <a:pt x="4851955" y="1625902"/>
                  </a:lnTo>
                  <a:lnTo>
                    <a:pt x="4838728" y="1633543"/>
                  </a:lnTo>
                  <a:lnTo>
                    <a:pt x="4831088" y="1620311"/>
                  </a:lnTo>
                  <a:lnTo>
                    <a:pt x="4844320" y="1612676"/>
                  </a:lnTo>
                  <a:close/>
                </a:path>
                <a:path w="6694170" h="6997065">
                  <a:moveTo>
                    <a:pt x="4918909" y="1743634"/>
                  </a:moveTo>
                  <a:lnTo>
                    <a:pt x="4925667" y="1755344"/>
                  </a:lnTo>
                  <a:lnTo>
                    <a:pt x="4913963" y="1762102"/>
                  </a:lnTo>
                  <a:lnTo>
                    <a:pt x="4907205" y="1750392"/>
                  </a:lnTo>
                  <a:lnTo>
                    <a:pt x="4918909" y="1743634"/>
                  </a:lnTo>
                  <a:close/>
                </a:path>
                <a:path w="6694170" h="6997065">
                  <a:moveTo>
                    <a:pt x="4993504" y="1874605"/>
                  </a:moveTo>
                  <a:lnTo>
                    <a:pt x="4999380" y="1884780"/>
                  </a:lnTo>
                  <a:lnTo>
                    <a:pt x="4989204" y="1890656"/>
                  </a:lnTo>
                  <a:lnTo>
                    <a:pt x="4983328" y="1880480"/>
                  </a:lnTo>
                  <a:lnTo>
                    <a:pt x="4993504" y="1874605"/>
                  </a:lnTo>
                  <a:close/>
                </a:path>
                <a:path w="6694170" h="6997065">
                  <a:moveTo>
                    <a:pt x="5068206" y="2005166"/>
                  </a:moveTo>
                  <a:lnTo>
                    <a:pt x="5073495" y="2014323"/>
                  </a:lnTo>
                  <a:lnTo>
                    <a:pt x="5064332" y="2019613"/>
                  </a:lnTo>
                  <a:lnTo>
                    <a:pt x="5059049" y="2010456"/>
                  </a:lnTo>
                  <a:lnTo>
                    <a:pt x="5068206" y="2005166"/>
                  </a:lnTo>
                  <a:close/>
                </a:path>
                <a:path w="6694170" h="6997065">
                  <a:moveTo>
                    <a:pt x="5142913" y="2135728"/>
                  </a:moveTo>
                  <a:lnTo>
                    <a:pt x="5147610" y="2143867"/>
                  </a:lnTo>
                  <a:lnTo>
                    <a:pt x="5139472" y="2148570"/>
                  </a:lnTo>
                  <a:lnTo>
                    <a:pt x="5134769" y="2140431"/>
                  </a:lnTo>
                  <a:lnTo>
                    <a:pt x="5142913" y="2135728"/>
                  </a:lnTo>
                  <a:close/>
                </a:path>
                <a:path w="6694170" h="6997065">
                  <a:moveTo>
                    <a:pt x="5217614" y="2266290"/>
                  </a:moveTo>
                  <a:lnTo>
                    <a:pt x="5221725" y="2273416"/>
                  </a:lnTo>
                  <a:lnTo>
                    <a:pt x="5214606" y="2277532"/>
                  </a:lnTo>
                  <a:lnTo>
                    <a:pt x="5210489" y="2270407"/>
                  </a:lnTo>
                  <a:lnTo>
                    <a:pt x="5217614" y="2266290"/>
                  </a:lnTo>
                  <a:close/>
                </a:path>
                <a:path w="6694170" h="6997065">
                  <a:moveTo>
                    <a:pt x="5292310" y="2396858"/>
                  </a:moveTo>
                  <a:lnTo>
                    <a:pt x="5295835" y="2402959"/>
                  </a:lnTo>
                  <a:lnTo>
                    <a:pt x="5289734" y="2406483"/>
                  </a:lnTo>
                  <a:lnTo>
                    <a:pt x="5286210" y="2400382"/>
                  </a:lnTo>
                  <a:lnTo>
                    <a:pt x="5292310" y="2396858"/>
                  </a:lnTo>
                  <a:close/>
                </a:path>
                <a:path w="6694170" h="6997065">
                  <a:moveTo>
                    <a:pt x="5367018" y="2527420"/>
                  </a:moveTo>
                  <a:lnTo>
                    <a:pt x="5369956" y="2532508"/>
                  </a:lnTo>
                  <a:lnTo>
                    <a:pt x="5364862" y="2535446"/>
                  </a:lnTo>
                  <a:lnTo>
                    <a:pt x="5361924" y="2530358"/>
                  </a:lnTo>
                  <a:lnTo>
                    <a:pt x="5367018" y="2527420"/>
                  </a:lnTo>
                  <a:close/>
                </a:path>
                <a:path w="6694170" h="6997065">
                  <a:moveTo>
                    <a:pt x="5441719" y="2657982"/>
                  </a:moveTo>
                  <a:lnTo>
                    <a:pt x="5444065" y="2662051"/>
                  </a:lnTo>
                  <a:lnTo>
                    <a:pt x="5439996" y="2664402"/>
                  </a:lnTo>
                  <a:lnTo>
                    <a:pt x="5437644" y="2660333"/>
                  </a:lnTo>
                  <a:lnTo>
                    <a:pt x="5441719" y="2657982"/>
                  </a:lnTo>
                  <a:close/>
                </a:path>
                <a:path w="6694170" h="6997065">
                  <a:moveTo>
                    <a:pt x="5516528" y="2788141"/>
                  </a:moveTo>
                  <a:lnTo>
                    <a:pt x="5518583" y="2791701"/>
                  </a:lnTo>
                  <a:lnTo>
                    <a:pt x="5515023" y="2793756"/>
                  </a:lnTo>
                  <a:lnTo>
                    <a:pt x="5512968" y="2790196"/>
                  </a:lnTo>
                  <a:lnTo>
                    <a:pt x="5516528" y="2788141"/>
                  </a:lnTo>
                  <a:close/>
                </a:path>
                <a:path w="6694170" h="6997065">
                  <a:moveTo>
                    <a:pt x="5591229" y="2918703"/>
                  </a:moveTo>
                  <a:lnTo>
                    <a:pt x="5592698" y="2921250"/>
                  </a:lnTo>
                  <a:lnTo>
                    <a:pt x="5590151" y="2922719"/>
                  </a:lnTo>
                  <a:lnTo>
                    <a:pt x="5588682" y="2920172"/>
                  </a:lnTo>
                  <a:lnTo>
                    <a:pt x="5591229" y="2918703"/>
                  </a:lnTo>
                  <a:close/>
                </a:path>
                <a:path w="6694170" h="6997065">
                  <a:moveTo>
                    <a:pt x="5665931" y="3049265"/>
                  </a:moveTo>
                  <a:lnTo>
                    <a:pt x="5666814" y="3050793"/>
                  </a:lnTo>
                  <a:lnTo>
                    <a:pt x="5665285" y="3051675"/>
                  </a:lnTo>
                  <a:lnTo>
                    <a:pt x="5664403" y="3050147"/>
                  </a:lnTo>
                  <a:lnTo>
                    <a:pt x="5665931" y="3049265"/>
                  </a:lnTo>
                  <a:close/>
                </a:path>
                <a:path w="6694170" h="6997065">
                  <a:moveTo>
                    <a:pt x="3720112" y="0"/>
                  </a:moveTo>
                  <a:lnTo>
                    <a:pt x="3752775" y="0"/>
                  </a:lnTo>
                  <a:lnTo>
                    <a:pt x="3763119" y="17915"/>
                  </a:lnTo>
                  <a:lnTo>
                    <a:pt x="3731063" y="36424"/>
                  </a:lnTo>
                  <a:lnTo>
                    <a:pt x="3712554" y="4363"/>
                  </a:lnTo>
                  <a:lnTo>
                    <a:pt x="3720112" y="0"/>
                  </a:lnTo>
                  <a:close/>
                </a:path>
                <a:path w="6694170" h="6997065">
                  <a:moveTo>
                    <a:pt x="3819211" y="116817"/>
                  </a:moveTo>
                  <a:lnTo>
                    <a:pt x="3836837" y="147351"/>
                  </a:lnTo>
                  <a:lnTo>
                    <a:pt x="3806298" y="164983"/>
                  </a:lnTo>
                  <a:lnTo>
                    <a:pt x="3788672" y="134450"/>
                  </a:lnTo>
                  <a:lnTo>
                    <a:pt x="3819211" y="116817"/>
                  </a:lnTo>
                  <a:close/>
                </a:path>
                <a:path w="6694170" h="6997065">
                  <a:moveTo>
                    <a:pt x="3893806" y="247789"/>
                  </a:moveTo>
                  <a:lnTo>
                    <a:pt x="3910550" y="276787"/>
                  </a:lnTo>
                  <a:lnTo>
                    <a:pt x="3881539" y="293538"/>
                  </a:lnTo>
                  <a:lnTo>
                    <a:pt x="3864794" y="264533"/>
                  </a:lnTo>
                  <a:lnTo>
                    <a:pt x="3893806" y="247789"/>
                  </a:lnTo>
                  <a:close/>
                </a:path>
                <a:path w="6694170" h="6997065">
                  <a:moveTo>
                    <a:pt x="3968507" y="378350"/>
                  </a:moveTo>
                  <a:lnTo>
                    <a:pt x="3984665" y="406336"/>
                  </a:lnTo>
                  <a:lnTo>
                    <a:pt x="3956673" y="422495"/>
                  </a:lnTo>
                  <a:lnTo>
                    <a:pt x="3940515" y="394508"/>
                  </a:lnTo>
                  <a:lnTo>
                    <a:pt x="3968507" y="378350"/>
                  </a:lnTo>
                  <a:close/>
                </a:path>
                <a:path w="6694170" h="6997065">
                  <a:moveTo>
                    <a:pt x="4043203" y="508912"/>
                  </a:moveTo>
                  <a:lnTo>
                    <a:pt x="4058775" y="535880"/>
                  </a:lnTo>
                  <a:lnTo>
                    <a:pt x="4031807" y="551451"/>
                  </a:lnTo>
                  <a:lnTo>
                    <a:pt x="4016242" y="524483"/>
                  </a:lnTo>
                  <a:lnTo>
                    <a:pt x="4043203" y="508912"/>
                  </a:lnTo>
                  <a:close/>
                </a:path>
                <a:path w="6694170" h="6997065">
                  <a:moveTo>
                    <a:pt x="4117798" y="639877"/>
                  </a:moveTo>
                  <a:lnTo>
                    <a:pt x="4132487" y="665316"/>
                  </a:lnTo>
                  <a:lnTo>
                    <a:pt x="4107042" y="680005"/>
                  </a:lnTo>
                  <a:lnTo>
                    <a:pt x="4092353" y="654566"/>
                  </a:lnTo>
                  <a:lnTo>
                    <a:pt x="4117798" y="639877"/>
                  </a:lnTo>
                  <a:close/>
                </a:path>
                <a:path w="6694170" h="6997065">
                  <a:moveTo>
                    <a:pt x="4192286" y="771238"/>
                  </a:moveTo>
                  <a:lnTo>
                    <a:pt x="4205803" y="794652"/>
                  </a:lnTo>
                  <a:lnTo>
                    <a:pt x="4182395" y="808163"/>
                  </a:lnTo>
                  <a:lnTo>
                    <a:pt x="4168878" y="784755"/>
                  </a:lnTo>
                  <a:lnTo>
                    <a:pt x="4192286" y="771238"/>
                  </a:lnTo>
                  <a:close/>
                </a:path>
                <a:path w="6694170" h="6997065">
                  <a:moveTo>
                    <a:pt x="4266881" y="902209"/>
                  </a:moveTo>
                  <a:lnTo>
                    <a:pt x="4279515" y="924089"/>
                  </a:lnTo>
                  <a:lnTo>
                    <a:pt x="4257635" y="936723"/>
                  </a:lnTo>
                  <a:lnTo>
                    <a:pt x="4245001" y="914837"/>
                  </a:lnTo>
                  <a:lnTo>
                    <a:pt x="4266881" y="902209"/>
                  </a:lnTo>
                  <a:close/>
                </a:path>
                <a:path w="6694170" h="6997065">
                  <a:moveTo>
                    <a:pt x="4341583" y="1032771"/>
                  </a:moveTo>
                  <a:lnTo>
                    <a:pt x="4353630" y="1053632"/>
                  </a:lnTo>
                  <a:lnTo>
                    <a:pt x="4332769" y="1065673"/>
                  </a:lnTo>
                  <a:lnTo>
                    <a:pt x="4320722" y="1044813"/>
                  </a:lnTo>
                  <a:lnTo>
                    <a:pt x="4341583" y="1032771"/>
                  </a:lnTo>
                  <a:close/>
                </a:path>
                <a:path w="6694170" h="6997065">
                  <a:moveTo>
                    <a:pt x="4416178" y="1163730"/>
                  </a:moveTo>
                  <a:lnTo>
                    <a:pt x="4427343" y="1183069"/>
                  </a:lnTo>
                  <a:lnTo>
                    <a:pt x="4408010" y="1194233"/>
                  </a:lnTo>
                  <a:lnTo>
                    <a:pt x="4396845" y="1174894"/>
                  </a:lnTo>
                  <a:lnTo>
                    <a:pt x="4416178" y="1163730"/>
                  </a:lnTo>
                  <a:close/>
                </a:path>
                <a:path w="6694170" h="6997065">
                  <a:moveTo>
                    <a:pt x="4490880" y="1294291"/>
                  </a:moveTo>
                  <a:lnTo>
                    <a:pt x="4501458" y="1312617"/>
                  </a:lnTo>
                  <a:lnTo>
                    <a:pt x="4483138" y="1323190"/>
                  </a:lnTo>
                  <a:lnTo>
                    <a:pt x="4472559" y="1304870"/>
                  </a:lnTo>
                  <a:lnTo>
                    <a:pt x="4490880" y="1294291"/>
                  </a:lnTo>
                  <a:close/>
                </a:path>
                <a:path w="6694170" h="6997065">
                  <a:moveTo>
                    <a:pt x="4565473" y="1425262"/>
                  </a:moveTo>
                  <a:lnTo>
                    <a:pt x="4575171" y="1442054"/>
                  </a:lnTo>
                  <a:lnTo>
                    <a:pt x="4558379" y="1451750"/>
                  </a:lnTo>
                  <a:lnTo>
                    <a:pt x="4548683" y="1434952"/>
                  </a:lnTo>
                  <a:lnTo>
                    <a:pt x="4565473" y="1425262"/>
                  </a:lnTo>
                  <a:close/>
                </a:path>
                <a:path w="6694170" h="6997065">
                  <a:moveTo>
                    <a:pt x="4640064" y="1556221"/>
                  </a:moveTo>
                  <a:lnTo>
                    <a:pt x="4648883" y="1571490"/>
                  </a:lnTo>
                  <a:lnTo>
                    <a:pt x="4633619" y="1580304"/>
                  </a:lnTo>
                  <a:lnTo>
                    <a:pt x="4624800" y="1565034"/>
                  </a:lnTo>
                  <a:lnTo>
                    <a:pt x="4640064" y="1556221"/>
                  </a:lnTo>
                  <a:close/>
                </a:path>
                <a:path w="6694170" h="6997065">
                  <a:moveTo>
                    <a:pt x="4714771" y="1686782"/>
                  </a:moveTo>
                  <a:lnTo>
                    <a:pt x="4722998" y="1701033"/>
                  </a:lnTo>
                  <a:lnTo>
                    <a:pt x="4708753" y="1709260"/>
                  </a:lnTo>
                  <a:lnTo>
                    <a:pt x="4700526" y="1695009"/>
                  </a:lnTo>
                  <a:lnTo>
                    <a:pt x="4714771" y="1686782"/>
                  </a:lnTo>
                  <a:close/>
                </a:path>
                <a:path w="6694170" h="6997065">
                  <a:moveTo>
                    <a:pt x="4789366" y="1817753"/>
                  </a:moveTo>
                  <a:lnTo>
                    <a:pt x="4796711" y="1830470"/>
                  </a:lnTo>
                  <a:lnTo>
                    <a:pt x="4783988" y="1837815"/>
                  </a:lnTo>
                  <a:lnTo>
                    <a:pt x="4776643" y="1825098"/>
                  </a:lnTo>
                  <a:lnTo>
                    <a:pt x="4789366" y="1817753"/>
                  </a:lnTo>
                  <a:close/>
                </a:path>
                <a:path w="6694170" h="6997065">
                  <a:moveTo>
                    <a:pt x="4863960" y="1948718"/>
                  </a:moveTo>
                  <a:lnTo>
                    <a:pt x="4870423" y="1959907"/>
                  </a:lnTo>
                  <a:lnTo>
                    <a:pt x="4859229" y="1966374"/>
                  </a:lnTo>
                  <a:lnTo>
                    <a:pt x="4852767" y="1955180"/>
                  </a:lnTo>
                  <a:lnTo>
                    <a:pt x="4863960" y="1948718"/>
                  </a:lnTo>
                  <a:close/>
                </a:path>
                <a:path w="6694170" h="6997065">
                  <a:moveTo>
                    <a:pt x="4938556" y="2079677"/>
                  </a:moveTo>
                  <a:lnTo>
                    <a:pt x="4944135" y="2089349"/>
                  </a:lnTo>
                  <a:lnTo>
                    <a:pt x="4934469" y="2094929"/>
                  </a:lnTo>
                  <a:lnTo>
                    <a:pt x="4928884" y="2085262"/>
                  </a:lnTo>
                  <a:lnTo>
                    <a:pt x="4938556" y="2079677"/>
                  </a:lnTo>
                  <a:close/>
                </a:path>
                <a:path w="6694170" h="6997065">
                  <a:moveTo>
                    <a:pt x="5013258" y="2210238"/>
                  </a:moveTo>
                  <a:lnTo>
                    <a:pt x="5018257" y="2218892"/>
                  </a:lnTo>
                  <a:lnTo>
                    <a:pt x="5009603" y="2223892"/>
                  </a:lnTo>
                  <a:lnTo>
                    <a:pt x="5004604" y="2215238"/>
                  </a:lnTo>
                  <a:lnTo>
                    <a:pt x="5013258" y="2210238"/>
                  </a:lnTo>
                  <a:close/>
                </a:path>
                <a:path w="6694170" h="6997065">
                  <a:moveTo>
                    <a:pt x="5087959" y="2340807"/>
                  </a:moveTo>
                  <a:lnTo>
                    <a:pt x="5092366" y="2348435"/>
                  </a:lnTo>
                  <a:lnTo>
                    <a:pt x="5084731" y="2352842"/>
                  </a:lnTo>
                  <a:lnTo>
                    <a:pt x="5080324" y="2345214"/>
                  </a:lnTo>
                  <a:lnTo>
                    <a:pt x="5087959" y="2340807"/>
                  </a:lnTo>
                  <a:close/>
                </a:path>
                <a:path w="6694170" h="6997065">
                  <a:moveTo>
                    <a:pt x="5162766" y="2470966"/>
                  </a:moveTo>
                  <a:lnTo>
                    <a:pt x="5166884" y="2478085"/>
                  </a:lnTo>
                  <a:lnTo>
                    <a:pt x="5159759" y="2482202"/>
                  </a:lnTo>
                  <a:lnTo>
                    <a:pt x="5155642" y="2475076"/>
                  </a:lnTo>
                  <a:lnTo>
                    <a:pt x="5162766" y="2470966"/>
                  </a:lnTo>
                  <a:close/>
                </a:path>
                <a:path w="6694170" h="6997065">
                  <a:moveTo>
                    <a:pt x="5237362" y="2601931"/>
                  </a:moveTo>
                  <a:lnTo>
                    <a:pt x="5240596" y="2607528"/>
                  </a:lnTo>
                  <a:lnTo>
                    <a:pt x="5234999" y="2610756"/>
                  </a:lnTo>
                  <a:lnTo>
                    <a:pt x="5231765" y="2605159"/>
                  </a:lnTo>
                  <a:lnTo>
                    <a:pt x="5237362" y="2601931"/>
                  </a:lnTo>
                  <a:close/>
                </a:path>
                <a:path w="6694170" h="6997065">
                  <a:moveTo>
                    <a:pt x="5312064" y="2732492"/>
                  </a:moveTo>
                  <a:lnTo>
                    <a:pt x="5314712" y="2737071"/>
                  </a:lnTo>
                  <a:lnTo>
                    <a:pt x="5310127" y="2739719"/>
                  </a:lnTo>
                  <a:lnTo>
                    <a:pt x="5307486" y="2735140"/>
                  </a:lnTo>
                  <a:lnTo>
                    <a:pt x="5312064" y="2732492"/>
                  </a:lnTo>
                  <a:close/>
                </a:path>
                <a:path w="6694170" h="6997065">
                  <a:moveTo>
                    <a:pt x="5386872" y="2862652"/>
                  </a:moveTo>
                  <a:lnTo>
                    <a:pt x="5389224" y="2866727"/>
                  </a:lnTo>
                  <a:lnTo>
                    <a:pt x="5385155" y="2869072"/>
                  </a:lnTo>
                  <a:lnTo>
                    <a:pt x="5382803" y="2865003"/>
                  </a:lnTo>
                  <a:lnTo>
                    <a:pt x="5386872" y="2862652"/>
                  </a:lnTo>
                  <a:close/>
                </a:path>
                <a:path w="6694170" h="6997065">
                  <a:moveTo>
                    <a:pt x="5461573" y="2993213"/>
                  </a:moveTo>
                  <a:lnTo>
                    <a:pt x="5463339" y="2996276"/>
                  </a:lnTo>
                  <a:lnTo>
                    <a:pt x="5460289" y="2998035"/>
                  </a:lnTo>
                  <a:lnTo>
                    <a:pt x="5458524" y="2994978"/>
                  </a:lnTo>
                  <a:lnTo>
                    <a:pt x="5461573" y="2993213"/>
                  </a:lnTo>
                  <a:close/>
                </a:path>
                <a:path w="6694170" h="6997065">
                  <a:moveTo>
                    <a:pt x="5536281" y="3123775"/>
                  </a:moveTo>
                  <a:lnTo>
                    <a:pt x="5537454" y="3125813"/>
                  </a:lnTo>
                  <a:lnTo>
                    <a:pt x="5535417" y="3126992"/>
                  </a:lnTo>
                  <a:lnTo>
                    <a:pt x="5534244" y="3124954"/>
                  </a:lnTo>
                  <a:lnTo>
                    <a:pt x="5536281" y="3123775"/>
                  </a:lnTo>
                  <a:close/>
                </a:path>
                <a:path w="6694170" h="6997065">
                  <a:moveTo>
                    <a:pt x="5611089" y="3253946"/>
                  </a:moveTo>
                  <a:lnTo>
                    <a:pt x="5611966" y="3255468"/>
                  </a:lnTo>
                  <a:lnTo>
                    <a:pt x="5610444" y="3256345"/>
                  </a:lnTo>
                  <a:lnTo>
                    <a:pt x="5609567" y="3254823"/>
                  </a:lnTo>
                  <a:lnTo>
                    <a:pt x="5611089" y="3253946"/>
                  </a:lnTo>
                  <a:close/>
                </a:path>
                <a:path w="6694170" h="6997065">
                  <a:moveTo>
                    <a:pt x="3615173" y="59570"/>
                  </a:moveTo>
                  <a:lnTo>
                    <a:pt x="3634565" y="93154"/>
                  </a:lnTo>
                  <a:lnTo>
                    <a:pt x="3600981" y="112546"/>
                  </a:lnTo>
                  <a:lnTo>
                    <a:pt x="3581589" y="78962"/>
                  </a:lnTo>
                  <a:lnTo>
                    <a:pt x="3615173" y="59570"/>
                  </a:lnTo>
                  <a:close/>
                </a:path>
                <a:path w="6694170" h="6997065">
                  <a:moveTo>
                    <a:pt x="3689874" y="190131"/>
                  </a:moveTo>
                  <a:lnTo>
                    <a:pt x="3708680" y="222702"/>
                  </a:lnTo>
                  <a:lnTo>
                    <a:pt x="3676115" y="241502"/>
                  </a:lnTo>
                  <a:lnTo>
                    <a:pt x="3657309" y="208937"/>
                  </a:lnTo>
                  <a:lnTo>
                    <a:pt x="3689874" y="190131"/>
                  </a:lnTo>
                  <a:close/>
                </a:path>
                <a:path w="6694170" h="6997065">
                  <a:moveTo>
                    <a:pt x="3764470" y="321096"/>
                  </a:moveTo>
                  <a:lnTo>
                    <a:pt x="3782393" y="352139"/>
                  </a:lnTo>
                  <a:lnTo>
                    <a:pt x="3751356" y="370062"/>
                  </a:lnTo>
                  <a:lnTo>
                    <a:pt x="3733433" y="339014"/>
                  </a:lnTo>
                  <a:lnTo>
                    <a:pt x="3764470" y="321096"/>
                  </a:lnTo>
                  <a:close/>
                </a:path>
                <a:path w="6694170" h="6997065">
                  <a:moveTo>
                    <a:pt x="3838958" y="452458"/>
                  </a:moveTo>
                  <a:lnTo>
                    <a:pt x="3855702" y="481470"/>
                  </a:lnTo>
                  <a:lnTo>
                    <a:pt x="3826697" y="498214"/>
                  </a:lnTo>
                  <a:lnTo>
                    <a:pt x="3809953" y="469209"/>
                  </a:lnTo>
                  <a:lnTo>
                    <a:pt x="3838958" y="452458"/>
                  </a:lnTo>
                  <a:close/>
                </a:path>
                <a:path w="6694170" h="6997065">
                  <a:moveTo>
                    <a:pt x="3913660" y="583020"/>
                  </a:moveTo>
                  <a:lnTo>
                    <a:pt x="3929818" y="611006"/>
                  </a:lnTo>
                  <a:lnTo>
                    <a:pt x="3901831" y="627165"/>
                  </a:lnTo>
                  <a:lnTo>
                    <a:pt x="3885673" y="599178"/>
                  </a:lnTo>
                  <a:lnTo>
                    <a:pt x="3913660" y="583020"/>
                  </a:lnTo>
                  <a:close/>
                </a:path>
                <a:path w="6694170" h="6997065">
                  <a:moveTo>
                    <a:pt x="3988361" y="713582"/>
                  </a:moveTo>
                  <a:lnTo>
                    <a:pt x="4003933" y="740555"/>
                  </a:lnTo>
                  <a:lnTo>
                    <a:pt x="3976965" y="756127"/>
                  </a:lnTo>
                  <a:lnTo>
                    <a:pt x="3961394" y="729153"/>
                  </a:lnTo>
                  <a:lnTo>
                    <a:pt x="3988361" y="713582"/>
                  </a:lnTo>
                  <a:close/>
                </a:path>
                <a:path w="6694170" h="6997065">
                  <a:moveTo>
                    <a:pt x="4062956" y="844552"/>
                  </a:moveTo>
                  <a:lnTo>
                    <a:pt x="4077645" y="869992"/>
                  </a:lnTo>
                  <a:lnTo>
                    <a:pt x="4052206" y="884681"/>
                  </a:lnTo>
                  <a:lnTo>
                    <a:pt x="4037517" y="859242"/>
                  </a:lnTo>
                  <a:lnTo>
                    <a:pt x="4062956" y="844552"/>
                  </a:lnTo>
                  <a:close/>
                </a:path>
                <a:path w="6694170" h="6997065">
                  <a:moveTo>
                    <a:pt x="4137444" y="975921"/>
                  </a:moveTo>
                  <a:lnTo>
                    <a:pt x="4150955" y="999322"/>
                  </a:lnTo>
                  <a:lnTo>
                    <a:pt x="4127547" y="1012838"/>
                  </a:lnTo>
                  <a:lnTo>
                    <a:pt x="4114037" y="989431"/>
                  </a:lnTo>
                  <a:lnTo>
                    <a:pt x="4137444" y="975921"/>
                  </a:lnTo>
                  <a:close/>
                </a:path>
                <a:path w="6694170" h="6997065">
                  <a:moveTo>
                    <a:pt x="4212039" y="1106885"/>
                  </a:moveTo>
                  <a:lnTo>
                    <a:pt x="4224673" y="1128759"/>
                  </a:lnTo>
                  <a:lnTo>
                    <a:pt x="4202788" y="1141393"/>
                  </a:lnTo>
                  <a:lnTo>
                    <a:pt x="4190160" y="1119519"/>
                  </a:lnTo>
                  <a:lnTo>
                    <a:pt x="4212039" y="1106885"/>
                  </a:lnTo>
                  <a:close/>
                </a:path>
                <a:path w="6694170" h="6997065">
                  <a:moveTo>
                    <a:pt x="4286741" y="1237447"/>
                  </a:moveTo>
                  <a:lnTo>
                    <a:pt x="4298783" y="1258308"/>
                  </a:lnTo>
                  <a:lnTo>
                    <a:pt x="4277922" y="1270355"/>
                  </a:lnTo>
                  <a:lnTo>
                    <a:pt x="4265880" y="1249494"/>
                  </a:lnTo>
                  <a:lnTo>
                    <a:pt x="4286741" y="1237447"/>
                  </a:lnTo>
                  <a:close/>
                </a:path>
                <a:path w="6694170" h="6997065">
                  <a:moveTo>
                    <a:pt x="4361336" y="1368405"/>
                  </a:moveTo>
                  <a:lnTo>
                    <a:pt x="4372501" y="1387744"/>
                  </a:lnTo>
                  <a:lnTo>
                    <a:pt x="4353162" y="1398909"/>
                  </a:lnTo>
                  <a:lnTo>
                    <a:pt x="4341997" y="1379570"/>
                  </a:lnTo>
                  <a:lnTo>
                    <a:pt x="4361336" y="1368405"/>
                  </a:lnTo>
                  <a:close/>
                </a:path>
                <a:path w="6694170" h="6997065">
                  <a:moveTo>
                    <a:pt x="4435931" y="1499376"/>
                  </a:moveTo>
                  <a:lnTo>
                    <a:pt x="4446213" y="1517180"/>
                  </a:lnTo>
                  <a:lnTo>
                    <a:pt x="4428403" y="1527463"/>
                  </a:lnTo>
                  <a:lnTo>
                    <a:pt x="4418121" y="1509659"/>
                  </a:lnTo>
                  <a:lnTo>
                    <a:pt x="4435931" y="1499376"/>
                  </a:lnTo>
                  <a:close/>
                </a:path>
                <a:path w="6694170" h="6997065">
                  <a:moveTo>
                    <a:pt x="4510526" y="1630335"/>
                  </a:moveTo>
                  <a:lnTo>
                    <a:pt x="4519926" y="1646623"/>
                  </a:lnTo>
                  <a:lnTo>
                    <a:pt x="4503638" y="1656023"/>
                  </a:lnTo>
                  <a:lnTo>
                    <a:pt x="4494238" y="1639740"/>
                  </a:lnTo>
                  <a:lnTo>
                    <a:pt x="4510526" y="1630335"/>
                  </a:lnTo>
                  <a:close/>
                </a:path>
                <a:path w="6694170" h="6997065">
                  <a:moveTo>
                    <a:pt x="4585121" y="1761300"/>
                  </a:moveTo>
                  <a:lnTo>
                    <a:pt x="4593638" y="1776060"/>
                  </a:lnTo>
                  <a:lnTo>
                    <a:pt x="4578884" y="1784577"/>
                  </a:lnTo>
                  <a:lnTo>
                    <a:pt x="4570360" y="1769823"/>
                  </a:lnTo>
                  <a:lnTo>
                    <a:pt x="4585121" y="1761300"/>
                  </a:lnTo>
                  <a:close/>
                </a:path>
                <a:path w="6694170" h="6997065">
                  <a:moveTo>
                    <a:pt x="4659823" y="1891868"/>
                  </a:moveTo>
                  <a:lnTo>
                    <a:pt x="4667754" y="1905603"/>
                  </a:lnTo>
                  <a:lnTo>
                    <a:pt x="4654012" y="1913534"/>
                  </a:lnTo>
                  <a:lnTo>
                    <a:pt x="4646081" y="1899798"/>
                  </a:lnTo>
                  <a:lnTo>
                    <a:pt x="4659823" y="1891868"/>
                  </a:lnTo>
                  <a:close/>
                </a:path>
                <a:path w="6694170" h="6997065">
                  <a:moveTo>
                    <a:pt x="4734524" y="2022429"/>
                  </a:moveTo>
                  <a:lnTo>
                    <a:pt x="4741869" y="2035146"/>
                  </a:lnTo>
                  <a:lnTo>
                    <a:pt x="4729146" y="2042491"/>
                  </a:lnTo>
                  <a:lnTo>
                    <a:pt x="4721802" y="2029774"/>
                  </a:lnTo>
                  <a:lnTo>
                    <a:pt x="4734524" y="2022429"/>
                  </a:lnTo>
                  <a:close/>
                </a:path>
                <a:path w="6694170" h="6997065">
                  <a:moveTo>
                    <a:pt x="4809007" y="2153791"/>
                  </a:moveTo>
                  <a:lnTo>
                    <a:pt x="4815179" y="2164476"/>
                  </a:lnTo>
                  <a:lnTo>
                    <a:pt x="4804493" y="2170648"/>
                  </a:lnTo>
                  <a:lnTo>
                    <a:pt x="4798322" y="2159963"/>
                  </a:lnTo>
                  <a:lnTo>
                    <a:pt x="4809007" y="2153791"/>
                  </a:lnTo>
                  <a:close/>
                </a:path>
                <a:path w="6694170" h="6997065">
                  <a:moveTo>
                    <a:pt x="4883714" y="2284353"/>
                  </a:moveTo>
                  <a:lnTo>
                    <a:pt x="4889294" y="2294025"/>
                  </a:lnTo>
                  <a:lnTo>
                    <a:pt x="4879627" y="2299605"/>
                  </a:lnTo>
                  <a:lnTo>
                    <a:pt x="4874042" y="2289938"/>
                  </a:lnTo>
                  <a:lnTo>
                    <a:pt x="4883714" y="2284353"/>
                  </a:lnTo>
                  <a:close/>
                </a:path>
                <a:path w="6694170" h="6997065">
                  <a:moveTo>
                    <a:pt x="4958416" y="2414921"/>
                  </a:moveTo>
                  <a:lnTo>
                    <a:pt x="4963409" y="2423569"/>
                  </a:lnTo>
                  <a:lnTo>
                    <a:pt x="4954756" y="2428562"/>
                  </a:lnTo>
                  <a:lnTo>
                    <a:pt x="4949762" y="2419914"/>
                  </a:lnTo>
                  <a:lnTo>
                    <a:pt x="4958416" y="2414921"/>
                  </a:lnTo>
                  <a:close/>
                </a:path>
                <a:path w="6694170" h="6997065">
                  <a:moveTo>
                    <a:pt x="5033118" y="2545483"/>
                  </a:moveTo>
                  <a:lnTo>
                    <a:pt x="5037524" y="2553112"/>
                  </a:lnTo>
                  <a:lnTo>
                    <a:pt x="5029889" y="2557519"/>
                  </a:lnTo>
                  <a:lnTo>
                    <a:pt x="5025483" y="2549890"/>
                  </a:lnTo>
                  <a:lnTo>
                    <a:pt x="5033118" y="2545483"/>
                  </a:lnTo>
                  <a:close/>
                </a:path>
                <a:path w="6694170" h="6997065">
                  <a:moveTo>
                    <a:pt x="5107813" y="2676045"/>
                  </a:moveTo>
                  <a:lnTo>
                    <a:pt x="5111634" y="2682661"/>
                  </a:lnTo>
                  <a:lnTo>
                    <a:pt x="5105023" y="2686475"/>
                  </a:lnTo>
                  <a:lnTo>
                    <a:pt x="5101203" y="2679865"/>
                  </a:lnTo>
                  <a:lnTo>
                    <a:pt x="5107813" y="2676045"/>
                  </a:lnTo>
                  <a:close/>
                </a:path>
                <a:path w="6694170" h="6997065">
                  <a:moveTo>
                    <a:pt x="5182414" y="2807003"/>
                  </a:moveTo>
                  <a:lnTo>
                    <a:pt x="5185352" y="2812091"/>
                  </a:lnTo>
                  <a:lnTo>
                    <a:pt x="5180264" y="2815029"/>
                  </a:lnTo>
                  <a:lnTo>
                    <a:pt x="5177326" y="2809941"/>
                  </a:lnTo>
                  <a:lnTo>
                    <a:pt x="5182414" y="2807003"/>
                  </a:lnTo>
                  <a:close/>
                </a:path>
                <a:path w="6694170" h="6997065">
                  <a:moveTo>
                    <a:pt x="5257222" y="2937168"/>
                  </a:moveTo>
                  <a:lnTo>
                    <a:pt x="5259864" y="2941753"/>
                  </a:lnTo>
                  <a:lnTo>
                    <a:pt x="5255285" y="2944395"/>
                  </a:lnTo>
                  <a:lnTo>
                    <a:pt x="5252644" y="2939816"/>
                  </a:lnTo>
                  <a:lnTo>
                    <a:pt x="5257222" y="2937168"/>
                  </a:lnTo>
                  <a:close/>
                </a:path>
                <a:path w="6694170" h="6997065">
                  <a:moveTo>
                    <a:pt x="5331924" y="3067730"/>
                  </a:moveTo>
                  <a:lnTo>
                    <a:pt x="5333979" y="3071290"/>
                  </a:lnTo>
                  <a:lnTo>
                    <a:pt x="5330414" y="3073351"/>
                  </a:lnTo>
                  <a:lnTo>
                    <a:pt x="5328358" y="3069792"/>
                  </a:lnTo>
                  <a:lnTo>
                    <a:pt x="5331924" y="3067730"/>
                  </a:lnTo>
                  <a:close/>
                </a:path>
                <a:path w="6694170" h="6997065">
                  <a:moveTo>
                    <a:pt x="5406626" y="3198298"/>
                  </a:moveTo>
                  <a:lnTo>
                    <a:pt x="5408095" y="3200839"/>
                  </a:lnTo>
                  <a:lnTo>
                    <a:pt x="5405554" y="3202308"/>
                  </a:lnTo>
                  <a:lnTo>
                    <a:pt x="5404085" y="3199767"/>
                  </a:lnTo>
                  <a:lnTo>
                    <a:pt x="5406626" y="3198298"/>
                  </a:lnTo>
                  <a:close/>
                </a:path>
                <a:path w="6694170" h="6997065">
                  <a:moveTo>
                    <a:pt x="5481434" y="3328457"/>
                  </a:moveTo>
                  <a:lnTo>
                    <a:pt x="5482613" y="3330495"/>
                  </a:lnTo>
                  <a:lnTo>
                    <a:pt x="5480575" y="3331668"/>
                  </a:lnTo>
                  <a:lnTo>
                    <a:pt x="5479396" y="3329630"/>
                  </a:lnTo>
                  <a:lnTo>
                    <a:pt x="5481434" y="3328457"/>
                  </a:lnTo>
                  <a:close/>
                </a:path>
                <a:path w="6694170" h="6997065">
                  <a:moveTo>
                    <a:pt x="3411254" y="1920"/>
                  </a:moveTo>
                  <a:lnTo>
                    <a:pt x="3432696" y="39058"/>
                  </a:lnTo>
                  <a:lnTo>
                    <a:pt x="3395546" y="60505"/>
                  </a:lnTo>
                  <a:lnTo>
                    <a:pt x="3374105" y="23367"/>
                  </a:lnTo>
                  <a:lnTo>
                    <a:pt x="3411254" y="1920"/>
                  </a:lnTo>
                  <a:close/>
                </a:path>
                <a:path w="6694170" h="6997065">
                  <a:moveTo>
                    <a:pt x="3485843" y="132879"/>
                  </a:moveTo>
                  <a:lnTo>
                    <a:pt x="3506408" y="168500"/>
                  </a:lnTo>
                  <a:lnTo>
                    <a:pt x="3470792" y="189064"/>
                  </a:lnTo>
                  <a:lnTo>
                    <a:pt x="3450228" y="153443"/>
                  </a:lnTo>
                  <a:lnTo>
                    <a:pt x="3485843" y="132879"/>
                  </a:lnTo>
                  <a:close/>
                </a:path>
                <a:path w="6694170" h="6997065">
                  <a:moveTo>
                    <a:pt x="3560438" y="263843"/>
                  </a:moveTo>
                  <a:lnTo>
                    <a:pt x="3580121" y="297936"/>
                  </a:lnTo>
                  <a:lnTo>
                    <a:pt x="3546034" y="317619"/>
                  </a:lnTo>
                  <a:lnTo>
                    <a:pt x="3526351" y="283526"/>
                  </a:lnTo>
                  <a:lnTo>
                    <a:pt x="3560438" y="263843"/>
                  </a:lnTo>
                  <a:close/>
                </a:path>
                <a:path w="6694170" h="6997065">
                  <a:moveTo>
                    <a:pt x="3635033" y="394808"/>
                  </a:moveTo>
                  <a:lnTo>
                    <a:pt x="3653833" y="427374"/>
                  </a:lnTo>
                  <a:lnTo>
                    <a:pt x="3621268" y="446179"/>
                  </a:lnTo>
                  <a:lnTo>
                    <a:pt x="3602462" y="413608"/>
                  </a:lnTo>
                  <a:lnTo>
                    <a:pt x="3635033" y="394808"/>
                  </a:lnTo>
                  <a:close/>
                </a:path>
                <a:path w="6694170" h="6997065">
                  <a:moveTo>
                    <a:pt x="3709629" y="525773"/>
                  </a:moveTo>
                  <a:lnTo>
                    <a:pt x="3727552" y="556810"/>
                  </a:lnTo>
                  <a:lnTo>
                    <a:pt x="3696509" y="574733"/>
                  </a:lnTo>
                  <a:lnTo>
                    <a:pt x="3678586" y="543696"/>
                  </a:lnTo>
                  <a:lnTo>
                    <a:pt x="3709629" y="525773"/>
                  </a:lnTo>
                  <a:close/>
                </a:path>
                <a:path w="6694170" h="6997065">
                  <a:moveTo>
                    <a:pt x="3784116" y="657141"/>
                  </a:moveTo>
                  <a:lnTo>
                    <a:pt x="3800861" y="686146"/>
                  </a:lnTo>
                  <a:lnTo>
                    <a:pt x="3771862" y="702890"/>
                  </a:lnTo>
                  <a:lnTo>
                    <a:pt x="3755111" y="673885"/>
                  </a:lnTo>
                  <a:lnTo>
                    <a:pt x="3784116" y="657141"/>
                  </a:lnTo>
                  <a:close/>
                </a:path>
                <a:path w="6694170" h="6997065">
                  <a:moveTo>
                    <a:pt x="3858819" y="787703"/>
                  </a:moveTo>
                  <a:lnTo>
                    <a:pt x="3874977" y="815689"/>
                  </a:lnTo>
                  <a:lnTo>
                    <a:pt x="3846990" y="831847"/>
                  </a:lnTo>
                  <a:lnTo>
                    <a:pt x="3830832" y="803861"/>
                  </a:lnTo>
                  <a:lnTo>
                    <a:pt x="3858819" y="787703"/>
                  </a:lnTo>
                  <a:close/>
                </a:path>
                <a:path w="6694170" h="6997065">
                  <a:moveTo>
                    <a:pt x="3933413" y="918668"/>
                  </a:moveTo>
                  <a:lnTo>
                    <a:pt x="3948689" y="945126"/>
                  </a:lnTo>
                  <a:lnTo>
                    <a:pt x="3922231" y="960401"/>
                  </a:lnTo>
                  <a:lnTo>
                    <a:pt x="3906955" y="933943"/>
                  </a:lnTo>
                  <a:lnTo>
                    <a:pt x="3933413" y="918668"/>
                  </a:lnTo>
                  <a:close/>
                </a:path>
                <a:path w="6694170" h="6997065">
                  <a:moveTo>
                    <a:pt x="4008003" y="1049633"/>
                  </a:moveTo>
                  <a:lnTo>
                    <a:pt x="4022402" y="1074563"/>
                  </a:lnTo>
                  <a:lnTo>
                    <a:pt x="3997466" y="1088961"/>
                  </a:lnTo>
                  <a:lnTo>
                    <a:pt x="3983073" y="1064025"/>
                  </a:lnTo>
                  <a:lnTo>
                    <a:pt x="4008003" y="1049633"/>
                  </a:lnTo>
                  <a:close/>
                </a:path>
                <a:path w="6694170" h="6997065">
                  <a:moveTo>
                    <a:pt x="4082491" y="1180994"/>
                  </a:moveTo>
                  <a:lnTo>
                    <a:pt x="4095717" y="1203899"/>
                  </a:lnTo>
                  <a:lnTo>
                    <a:pt x="4072819" y="1217119"/>
                  </a:lnTo>
                  <a:lnTo>
                    <a:pt x="4059592" y="1194215"/>
                  </a:lnTo>
                  <a:lnTo>
                    <a:pt x="4082491" y="1180994"/>
                  </a:lnTo>
                  <a:close/>
                </a:path>
                <a:path w="6694170" h="6997065">
                  <a:moveTo>
                    <a:pt x="4157199" y="1311556"/>
                  </a:moveTo>
                  <a:lnTo>
                    <a:pt x="4169832" y="1333436"/>
                  </a:lnTo>
                  <a:lnTo>
                    <a:pt x="4147947" y="1346070"/>
                  </a:lnTo>
                  <a:lnTo>
                    <a:pt x="4135313" y="1324190"/>
                  </a:lnTo>
                  <a:lnTo>
                    <a:pt x="4157199" y="1311556"/>
                  </a:lnTo>
                  <a:close/>
                </a:path>
                <a:path w="6694170" h="6997065">
                  <a:moveTo>
                    <a:pt x="4231793" y="1442521"/>
                  </a:moveTo>
                  <a:lnTo>
                    <a:pt x="4243545" y="1462879"/>
                  </a:lnTo>
                  <a:lnTo>
                    <a:pt x="4223187" y="1474630"/>
                  </a:lnTo>
                  <a:lnTo>
                    <a:pt x="4211436" y="1454272"/>
                  </a:lnTo>
                  <a:lnTo>
                    <a:pt x="4231793" y="1442521"/>
                  </a:lnTo>
                  <a:close/>
                </a:path>
                <a:path w="6694170" h="6997065">
                  <a:moveTo>
                    <a:pt x="4306382" y="1573486"/>
                  </a:moveTo>
                  <a:lnTo>
                    <a:pt x="4317257" y="1592315"/>
                  </a:lnTo>
                  <a:lnTo>
                    <a:pt x="4298428" y="1603184"/>
                  </a:lnTo>
                  <a:lnTo>
                    <a:pt x="4287559" y="1584355"/>
                  </a:lnTo>
                  <a:lnTo>
                    <a:pt x="4306382" y="1573486"/>
                  </a:lnTo>
                  <a:close/>
                </a:path>
                <a:path w="6694170" h="6997065">
                  <a:moveTo>
                    <a:pt x="4381084" y="1704048"/>
                  </a:moveTo>
                  <a:lnTo>
                    <a:pt x="4391373" y="1721864"/>
                  </a:lnTo>
                  <a:lnTo>
                    <a:pt x="4373562" y="1732147"/>
                  </a:lnTo>
                  <a:lnTo>
                    <a:pt x="4363274" y="1714330"/>
                  </a:lnTo>
                  <a:lnTo>
                    <a:pt x="4381084" y="1704048"/>
                  </a:lnTo>
                  <a:close/>
                </a:path>
                <a:path w="6694170" h="6997065">
                  <a:moveTo>
                    <a:pt x="4455579" y="1835415"/>
                  </a:moveTo>
                  <a:lnTo>
                    <a:pt x="4464682" y="1851188"/>
                  </a:lnTo>
                  <a:lnTo>
                    <a:pt x="4448903" y="1860298"/>
                  </a:lnTo>
                  <a:lnTo>
                    <a:pt x="4439800" y="1844525"/>
                  </a:lnTo>
                  <a:lnTo>
                    <a:pt x="4455579" y="1835415"/>
                  </a:lnTo>
                  <a:close/>
                </a:path>
                <a:path w="6694170" h="6997065">
                  <a:moveTo>
                    <a:pt x="4530274" y="1965983"/>
                  </a:moveTo>
                  <a:lnTo>
                    <a:pt x="4538792" y="1980732"/>
                  </a:lnTo>
                  <a:lnTo>
                    <a:pt x="4524037" y="1989255"/>
                  </a:lnTo>
                  <a:lnTo>
                    <a:pt x="4515520" y="1974501"/>
                  </a:lnTo>
                  <a:lnTo>
                    <a:pt x="4530274" y="1965983"/>
                  </a:lnTo>
                  <a:close/>
                </a:path>
                <a:path w="6694170" h="6997065">
                  <a:moveTo>
                    <a:pt x="4604876" y="2096942"/>
                  </a:moveTo>
                  <a:lnTo>
                    <a:pt x="4612510" y="2110168"/>
                  </a:lnTo>
                  <a:lnTo>
                    <a:pt x="4599278" y="2117809"/>
                  </a:lnTo>
                  <a:lnTo>
                    <a:pt x="4591637" y="2104583"/>
                  </a:lnTo>
                  <a:lnTo>
                    <a:pt x="4604876" y="2096942"/>
                  </a:lnTo>
                  <a:close/>
                </a:path>
                <a:path w="6694170" h="6997065">
                  <a:moveTo>
                    <a:pt x="4679571" y="2227504"/>
                  </a:moveTo>
                  <a:lnTo>
                    <a:pt x="4686619" y="2239717"/>
                  </a:lnTo>
                  <a:lnTo>
                    <a:pt x="4674406" y="2246772"/>
                  </a:lnTo>
                  <a:lnTo>
                    <a:pt x="4667357" y="2234558"/>
                  </a:lnTo>
                  <a:lnTo>
                    <a:pt x="4679571" y="2227504"/>
                  </a:lnTo>
                  <a:close/>
                </a:path>
                <a:path w="6694170" h="6997065">
                  <a:moveTo>
                    <a:pt x="4754059" y="2358871"/>
                  </a:moveTo>
                  <a:lnTo>
                    <a:pt x="4759935" y="2369047"/>
                  </a:lnTo>
                  <a:lnTo>
                    <a:pt x="4749759" y="2374923"/>
                  </a:lnTo>
                  <a:lnTo>
                    <a:pt x="4743883" y="2364747"/>
                  </a:lnTo>
                  <a:lnTo>
                    <a:pt x="4754059" y="2358871"/>
                  </a:lnTo>
                  <a:close/>
                </a:path>
                <a:path w="6694170" h="6997065">
                  <a:moveTo>
                    <a:pt x="4828761" y="2489433"/>
                  </a:moveTo>
                  <a:lnTo>
                    <a:pt x="4834050" y="2498590"/>
                  </a:lnTo>
                  <a:lnTo>
                    <a:pt x="4824893" y="2503879"/>
                  </a:lnTo>
                  <a:lnTo>
                    <a:pt x="4819604" y="2494722"/>
                  </a:lnTo>
                  <a:lnTo>
                    <a:pt x="4828761" y="2489433"/>
                  </a:lnTo>
                  <a:close/>
                </a:path>
                <a:path w="6694170" h="6997065">
                  <a:moveTo>
                    <a:pt x="4903462" y="2619995"/>
                  </a:moveTo>
                  <a:lnTo>
                    <a:pt x="4908165" y="2628139"/>
                  </a:lnTo>
                  <a:lnTo>
                    <a:pt x="4900021" y="2632842"/>
                  </a:lnTo>
                  <a:lnTo>
                    <a:pt x="4895318" y="2624698"/>
                  </a:lnTo>
                  <a:lnTo>
                    <a:pt x="4903462" y="2619995"/>
                  </a:lnTo>
                  <a:close/>
                </a:path>
                <a:path w="6694170" h="6997065">
                  <a:moveTo>
                    <a:pt x="4978164" y="2750557"/>
                  </a:moveTo>
                  <a:lnTo>
                    <a:pt x="4982275" y="2757682"/>
                  </a:lnTo>
                  <a:lnTo>
                    <a:pt x="4975149" y="2761799"/>
                  </a:lnTo>
                  <a:lnTo>
                    <a:pt x="4971039" y="2754673"/>
                  </a:lnTo>
                  <a:lnTo>
                    <a:pt x="4978164" y="2750557"/>
                  </a:lnTo>
                  <a:close/>
                </a:path>
                <a:path w="6694170" h="6997065">
                  <a:moveTo>
                    <a:pt x="5052866" y="2881125"/>
                  </a:moveTo>
                  <a:lnTo>
                    <a:pt x="5056396" y="2887231"/>
                  </a:lnTo>
                  <a:lnTo>
                    <a:pt x="5050289" y="2890756"/>
                  </a:lnTo>
                  <a:lnTo>
                    <a:pt x="5046765" y="2884649"/>
                  </a:lnTo>
                  <a:lnTo>
                    <a:pt x="5052866" y="2881125"/>
                  </a:lnTo>
                  <a:close/>
                </a:path>
                <a:path w="6694170" h="6997065">
                  <a:moveTo>
                    <a:pt x="5127567" y="3011687"/>
                  </a:moveTo>
                  <a:lnTo>
                    <a:pt x="5130505" y="3016774"/>
                  </a:lnTo>
                  <a:lnTo>
                    <a:pt x="5125418" y="3019712"/>
                  </a:lnTo>
                  <a:lnTo>
                    <a:pt x="5122480" y="3014624"/>
                  </a:lnTo>
                  <a:lnTo>
                    <a:pt x="5127567" y="3011687"/>
                  </a:lnTo>
                  <a:close/>
                </a:path>
                <a:path w="6694170" h="6997065">
                  <a:moveTo>
                    <a:pt x="5202275" y="3142248"/>
                  </a:moveTo>
                  <a:lnTo>
                    <a:pt x="5204627" y="3146318"/>
                  </a:lnTo>
                  <a:lnTo>
                    <a:pt x="5200552" y="3148669"/>
                  </a:lnTo>
                  <a:lnTo>
                    <a:pt x="5198200" y="3144600"/>
                  </a:lnTo>
                  <a:lnTo>
                    <a:pt x="5202275" y="3142248"/>
                  </a:lnTo>
                  <a:close/>
                </a:path>
                <a:path w="6694170" h="6997065">
                  <a:moveTo>
                    <a:pt x="5276969" y="3272810"/>
                  </a:moveTo>
                  <a:lnTo>
                    <a:pt x="5278736" y="3275867"/>
                  </a:lnTo>
                  <a:lnTo>
                    <a:pt x="5275679" y="3277626"/>
                  </a:lnTo>
                  <a:lnTo>
                    <a:pt x="5273920" y="3274575"/>
                  </a:lnTo>
                  <a:lnTo>
                    <a:pt x="5276969" y="3272810"/>
                  </a:lnTo>
                  <a:close/>
                </a:path>
                <a:path w="6694170" h="6997065">
                  <a:moveTo>
                    <a:pt x="5351673" y="3403372"/>
                  </a:moveTo>
                  <a:lnTo>
                    <a:pt x="5352851" y="3405410"/>
                  </a:lnTo>
                  <a:lnTo>
                    <a:pt x="5350814" y="3406589"/>
                  </a:lnTo>
                  <a:lnTo>
                    <a:pt x="5349641" y="3404551"/>
                  </a:lnTo>
                  <a:lnTo>
                    <a:pt x="5351673" y="3403372"/>
                  </a:lnTo>
                  <a:close/>
                </a:path>
                <a:path w="6694170" h="6997065">
                  <a:moveTo>
                    <a:pt x="5426486" y="3533531"/>
                  </a:moveTo>
                  <a:lnTo>
                    <a:pt x="5427369" y="3535059"/>
                  </a:lnTo>
                  <a:lnTo>
                    <a:pt x="5425841" y="3535942"/>
                  </a:lnTo>
                  <a:lnTo>
                    <a:pt x="5424958" y="3534414"/>
                  </a:lnTo>
                  <a:lnTo>
                    <a:pt x="5426486" y="3533531"/>
                  </a:lnTo>
                  <a:close/>
                </a:path>
                <a:path w="6694170" h="6997065">
                  <a:moveTo>
                    <a:pt x="3186582" y="0"/>
                  </a:moveTo>
                  <a:lnTo>
                    <a:pt x="3202453" y="0"/>
                  </a:lnTo>
                  <a:lnTo>
                    <a:pt x="3190550" y="6871"/>
                  </a:lnTo>
                  <a:lnTo>
                    <a:pt x="3186582" y="0"/>
                  </a:lnTo>
                  <a:close/>
                </a:path>
                <a:path w="6694170" h="6997065">
                  <a:moveTo>
                    <a:pt x="3281813" y="75626"/>
                  </a:moveTo>
                  <a:lnTo>
                    <a:pt x="3304143" y="114298"/>
                  </a:lnTo>
                  <a:lnTo>
                    <a:pt x="3265465" y="136628"/>
                  </a:lnTo>
                  <a:lnTo>
                    <a:pt x="3243141" y="97956"/>
                  </a:lnTo>
                  <a:lnTo>
                    <a:pt x="3281813" y="75626"/>
                  </a:lnTo>
                  <a:close/>
                </a:path>
                <a:path w="6694170" h="6997065">
                  <a:moveTo>
                    <a:pt x="3356408" y="206591"/>
                  </a:moveTo>
                  <a:lnTo>
                    <a:pt x="3377855" y="243740"/>
                  </a:lnTo>
                  <a:lnTo>
                    <a:pt x="3340706" y="265188"/>
                  </a:lnTo>
                  <a:lnTo>
                    <a:pt x="3319259" y="228038"/>
                  </a:lnTo>
                  <a:lnTo>
                    <a:pt x="3356408" y="206591"/>
                  </a:lnTo>
                  <a:close/>
                </a:path>
                <a:path w="6694170" h="6997065">
                  <a:moveTo>
                    <a:pt x="3431110" y="337153"/>
                  </a:moveTo>
                  <a:lnTo>
                    <a:pt x="3451971" y="373284"/>
                  </a:lnTo>
                  <a:lnTo>
                    <a:pt x="3415840" y="394144"/>
                  </a:lnTo>
                  <a:lnTo>
                    <a:pt x="3394979" y="358014"/>
                  </a:lnTo>
                  <a:lnTo>
                    <a:pt x="3431110" y="337153"/>
                  </a:lnTo>
                  <a:close/>
                </a:path>
                <a:path w="6694170" h="6997065">
                  <a:moveTo>
                    <a:pt x="3505598" y="468526"/>
                  </a:moveTo>
                  <a:lnTo>
                    <a:pt x="3525281" y="502613"/>
                  </a:lnTo>
                  <a:lnTo>
                    <a:pt x="3491188" y="522296"/>
                  </a:lnTo>
                  <a:lnTo>
                    <a:pt x="3471505" y="488209"/>
                  </a:lnTo>
                  <a:lnTo>
                    <a:pt x="3505598" y="468526"/>
                  </a:lnTo>
                  <a:close/>
                </a:path>
                <a:path w="6694170" h="6997065">
                  <a:moveTo>
                    <a:pt x="3580193" y="599485"/>
                  </a:moveTo>
                  <a:lnTo>
                    <a:pt x="3598999" y="632050"/>
                  </a:lnTo>
                  <a:lnTo>
                    <a:pt x="3566428" y="650856"/>
                  </a:lnTo>
                  <a:lnTo>
                    <a:pt x="3547628" y="618285"/>
                  </a:lnTo>
                  <a:lnTo>
                    <a:pt x="3580193" y="599485"/>
                  </a:lnTo>
                  <a:close/>
                </a:path>
                <a:path w="6694170" h="6997065">
                  <a:moveTo>
                    <a:pt x="3654788" y="730450"/>
                  </a:moveTo>
                  <a:lnTo>
                    <a:pt x="3672711" y="761487"/>
                  </a:lnTo>
                  <a:lnTo>
                    <a:pt x="3641663" y="779410"/>
                  </a:lnTo>
                  <a:lnTo>
                    <a:pt x="3623746" y="748373"/>
                  </a:lnTo>
                  <a:lnTo>
                    <a:pt x="3654788" y="730450"/>
                  </a:lnTo>
                  <a:close/>
                </a:path>
                <a:path w="6694170" h="6997065">
                  <a:moveTo>
                    <a:pt x="3729271" y="861817"/>
                  </a:moveTo>
                  <a:lnTo>
                    <a:pt x="3746015" y="890822"/>
                  </a:lnTo>
                  <a:lnTo>
                    <a:pt x="3717016" y="907566"/>
                  </a:lnTo>
                  <a:lnTo>
                    <a:pt x="3700272" y="878561"/>
                  </a:lnTo>
                  <a:lnTo>
                    <a:pt x="3729271" y="861817"/>
                  </a:lnTo>
                  <a:close/>
                </a:path>
                <a:path w="6694170" h="6997065">
                  <a:moveTo>
                    <a:pt x="3803978" y="992379"/>
                  </a:moveTo>
                  <a:lnTo>
                    <a:pt x="3820137" y="1020365"/>
                  </a:lnTo>
                  <a:lnTo>
                    <a:pt x="3792150" y="1036524"/>
                  </a:lnTo>
                  <a:lnTo>
                    <a:pt x="3775992" y="1008537"/>
                  </a:lnTo>
                  <a:lnTo>
                    <a:pt x="3803978" y="992379"/>
                  </a:lnTo>
                  <a:close/>
                </a:path>
                <a:path w="6694170" h="6997065">
                  <a:moveTo>
                    <a:pt x="3878567" y="1123344"/>
                  </a:moveTo>
                  <a:lnTo>
                    <a:pt x="3893849" y="1149802"/>
                  </a:lnTo>
                  <a:lnTo>
                    <a:pt x="3867390" y="1165078"/>
                  </a:lnTo>
                  <a:lnTo>
                    <a:pt x="3852109" y="1138620"/>
                  </a:lnTo>
                  <a:lnTo>
                    <a:pt x="3878567" y="1123344"/>
                  </a:lnTo>
                  <a:close/>
                </a:path>
                <a:path w="6694170" h="6997065">
                  <a:moveTo>
                    <a:pt x="3953168" y="1254303"/>
                  </a:moveTo>
                  <a:lnTo>
                    <a:pt x="3967561" y="1279238"/>
                  </a:lnTo>
                  <a:lnTo>
                    <a:pt x="3942631" y="1293637"/>
                  </a:lnTo>
                  <a:lnTo>
                    <a:pt x="3928232" y="1268701"/>
                  </a:lnTo>
                  <a:lnTo>
                    <a:pt x="3953168" y="1254303"/>
                  </a:lnTo>
                  <a:close/>
                </a:path>
                <a:path w="6694170" h="6997065">
                  <a:moveTo>
                    <a:pt x="4027651" y="1385670"/>
                  </a:moveTo>
                  <a:lnTo>
                    <a:pt x="4040871" y="1408569"/>
                  </a:lnTo>
                  <a:lnTo>
                    <a:pt x="4017972" y="1421789"/>
                  </a:lnTo>
                  <a:lnTo>
                    <a:pt x="4004752" y="1398891"/>
                  </a:lnTo>
                  <a:lnTo>
                    <a:pt x="4027651" y="1385670"/>
                  </a:lnTo>
                  <a:close/>
                </a:path>
                <a:path w="6694170" h="6997065">
                  <a:moveTo>
                    <a:pt x="4102246" y="1516641"/>
                  </a:moveTo>
                  <a:lnTo>
                    <a:pt x="4114583" y="1538011"/>
                  </a:lnTo>
                  <a:lnTo>
                    <a:pt x="4093213" y="1550349"/>
                  </a:lnTo>
                  <a:lnTo>
                    <a:pt x="4080875" y="1528979"/>
                  </a:lnTo>
                  <a:lnTo>
                    <a:pt x="4102246" y="1516641"/>
                  </a:lnTo>
                  <a:close/>
                </a:path>
                <a:path w="6694170" h="6997065">
                  <a:moveTo>
                    <a:pt x="4176841" y="1647599"/>
                  </a:moveTo>
                  <a:lnTo>
                    <a:pt x="4188302" y="1667442"/>
                  </a:lnTo>
                  <a:lnTo>
                    <a:pt x="4168454" y="1678903"/>
                  </a:lnTo>
                  <a:lnTo>
                    <a:pt x="4156999" y="1659054"/>
                  </a:lnTo>
                  <a:lnTo>
                    <a:pt x="4176841" y="1647599"/>
                  </a:lnTo>
                  <a:close/>
                </a:path>
                <a:path w="6694170" h="6997065">
                  <a:moveTo>
                    <a:pt x="4251436" y="1778564"/>
                  </a:moveTo>
                  <a:lnTo>
                    <a:pt x="4262014" y="1796884"/>
                  </a:lnTo>
                  <a:lnTo>
                    <a:pt x="4243688" y="1807463"/>
                  </a:lnTo>
                  <a:lnTo>
                    <a:pt x="4233115" y="1789143"/>
                  </a:lnTo>
                  <a:lnTo>
                    <a:pt x="4251436" y="1778564"/>
                  </a:lnTo>
                  <a:close/>
                </a:path>
                <a:path w="6694170" h="6997065">
                  <a:moveTo>
                    <a:pt x="4326143" y="1909126"/>
                  </a:moveTo>
                  <a:lnTo>
                    <a:pt x="4336129" y="1926427"/>
                  </a:lnTo>
                  <a:lnTo>
                    <a:pt x="4318828" y="1936420"/>
                  </a:lnTo>
                  <a:lnTo>
                    <a:pt x="4308836" y="1919118"/>
                  </a:lnTo>
                  <a:lnTo>
                    <a:pt x="4326143" y="1909126"/>
                  </a:lnTo>
                  <a:close/>
                </a:path>
                <a:path w="6694170" h="6997065">
                  <a:moveTo>
                    <a:pt x="4400626" y="2040494"/>
                  </a:moveTo>
                  <a:lnTo>
                    <a:pt x="4409439" y="2055757"/>
                  </a:lnTo>
                  <a:lnTo>
                    <a:pt x="4394169" y="2064571"/>
                  </a:lnTo>
                  <a:lnTo>
                    <a:pt x="4385356" y="2049307"/>
                  </a:lnTo>
                  <a:lnTo>
                    <a:pt x="4400626" y="2040494"/>
                  </a:lnTo>
                  <a:close/>
                </a:path>
                <a:path w="6694170" h="6997065">
                  <a:moveTo>
                    <a:pt x="4475327" y="2171055"/>
                  </a:moveTo>
                  <a:lnTo>
                    <a:pt x="4483554" y="2185306"/>
                  </a:lnTo>
                  <a:lnTo>
                    <a:pt x="4469303" y="2193533"/>
                  </a:lnTo>
                  <a:lnTo>
                    <a:pt x="4461076" y="2179282"/>
                  </a:lnTo>
                  <a:lnTo>
                    <a:pt x="4475327" y="2171055"/>
                  </a:lnTo>
                  <a:close/>
                </a:path>
                <a:path w="6694170" h="6997065">
                  <a:moveTo>
                    <a:pt x="4549922" y="2302020"/>
                  </a:moveTo>
                  <a:lnTo>
                    <a:pt x="4557267" y="2314743"/>
                  </a:lnTo>
                  <a:lnTo>
                    <a:pt x="4544544" y="2322088"/>
                  </a:lnTo>
                  <a:lnTo>
                    <a:pt x="4537199" y="2309365"/>
                  </a:lnTo>
                  <a:lnTo>
                    <a:pt x="4549922" y="2302020"/>
                  </a:lnTo>
                  <a:close/>
                </a:path>
                <a:path w="6694170" h="6997065">
                  <a:moveTo>
                    <a:pt x="4624511" y="2432985"/>
                  </a:moveTo>
                  <a:lnTo>
                    <a:pt x="4630979" y="2444180"/>
                  </a:lnTo>
                  <a:lnTo>
                    <a:pt x="4619785" y="2450642"/>
                  </a:lnTo>
                  <a:lnTo>
                    <a:pt x="4613323" y="2439447"/>
                  </a:lnTo>
                  <a:lnTo>
                    <a:pt x="4624511" y="2432985"/>
                  </a:lnTo>
                  <a:close/>
                </a:path>
                <a:path w="6694170" h="6997065">
                  <a:moveTo>
                    <a:pt x="4699112" y="2563950"/>
                  </a:moveTo>
                  <a:lnTo>
                    <a:pt x="4704698" y="2573617"/>
                  </a:lnTo>
                  <a:lnTo>
                    <a:pt x="4695026" y="2579202"/>
                  </a:lnTo>
                  <a:lnTo>
                    <a:pt x="4689446" y="2569530"/>
                  </a:lnTo>
                  <a:lnTo>
                    <a:pt x="4699112" y="2563950"/>
                  </a:lnTo>
                  <a:close/>
                </a:path>
                <a:path w="6694170" h="6997065">
                  <a:moveTo>
                    <a:pt x="4773814" y="2694512"/>
                  </a:moveTo>
                  <a:lnTo>
                    <a:pt x="4778807" y="2703166"/>
                  </a:lnTo>
                  <a:lnTo>
                    <a:pt x="4770154" y="2708159"/>
                  </a:lnTo>
                  <a:lnTo>
                    <a:pt x="4765160" y="2699505"/>
                  </a:lnTo>
                  <a:lnTo>
                    <a:pt x="4773814" y="2694512"/>
                  </a:lnTo>
                  <a:close/>
                </a:path>
                <a:path w="6694170" h="6997065">
                  <a:moveTo>
                    <a:pt x="4848516" y="2825074"/>
                  </a:moveTo>
                  <a:lnTo>
                    <a:pt x="4852922" y="2832708"/>
                  </a:lnTo>
                  <a:lnTo>
                    <a:pt x="4845288" y="2837115"/>
                  </a:lnTo>
                  <a:lnTo>
                    <a:pt x="4840881" y="2829481"/>
                  </a:lnTo>
                  <a:lnTo>
                    <a:pt x="4848516" y="2825074"/>
                  </a:lnTo>
                  <a:close/>
                </a:path>
                <a:path w="6694170" h="6997065">
                  <a:moveTo>
                    <a:pt x="4923217" y="2955642"/>
                  </a:moveTo>
                  <a:lnTo>
                    <a:pt x="4927038" y="2962252"/>
                  </a:lnTo>
                  <a:lnTo>
                    <a:pt x="4920416" y="2966073"/>
                  </a:lnTo>
                  <a:lnTo>
                    <a:pt x="4916601" y="2959462"/>
                  </a:lnTo>
                  <a:lnTo>
                    <a:pt x="4923217" y="2955642"/>
                  </a:lnTo>
                  <a:close/>
                </a:path>
                <a:path w="6694170" h="6997065">
                  <a:moveTo>
                    <a:pt x="4997919" y="3086204"/>
                  </a:moveTo>
                  <a:lnTo>
                    <a:pt x="5001153" y="3091795"/>
                  </a:lnTo>
                  <a:lnTo>
                    <a:pt x="4995556" y="3095029"/>
                  </a:lnTo>
                  <a:lnTo>
                    <a:pt x="4992327" y="3089432"/>
                  </a:lnTo>
                  <a:lnTo>
                    <a:pt x="4997919" y="3086204"/>
                  </a:lnTo>
                  <a:close/>
                </a:path>
                <a:path w="6694170" h="6997065">
                  <a:moveTo>
                    <a:pt x="5072625" y="3216766"/>
                  </a:moveTo>
                  <a:lnTo>
                    <a:pt x="5075268" y="3221338"/>
                  </a:lnTo>
                  <a:lnTo>
                    <a:pt x="5070684" y="3223985"/>
                  </a:lnTo>
                  <a:lnTo>
                    <a:pt x="5068042" y="3219407"/>
                  </a:lnTo>
                  <a:lnTo>
                    <a:pt x="5072625" y="3216766"/>
                  </a:lnTo>
                  <a:close/>
                </a:path>
                <a:path w="6694170" h="6997065">
                  <a:moveTo>
                    <a:pt x="5147322" y="3347322"/>
                  </a:moveTo>
                  <a:lnTo>
                    <a:pt x="5149378" y="3350887"/>
                  </a:lnTo>
                  <a:lnTo>
                    <a:pt x="5145818" y="3352942"/>
                  </a:lnTo>
                  <a:lnTo>
                    <a:pt x="5143762" y="3349377"/>
                  </a:lnTo>
                  <a:lnTo>
                    <a:pt x="5147322" y="3347322"/>
                  </a:lnTo>
                  <a:close/>
                </a:path>
                <a:path w="6694170" h="6997065">
                  <a:moveTo>
                    <a:pt x="5222024" y="3477890"/>
                  </a:moveTo>
                  <a:lnTo>
                    <a:pt x="5223493" y="3480431"/>
                  </a:lnTo>
                  <a:lnTo>
                    <a:pt x="5220946" y="3481900"/>
                  </a:lnTo>
                  <a:lnTo>
                    <a:pt x="5219477" y="3479359"/>
                  </a:lnTo>
                  <a:lnTo>
                    <a:pt x="5222024" y="3477890"/>
                  </a:lnTo>
                  <a:close/>
                </a:path>
                <a:path w="6694170" h="6997065">
                  <a:moveTo>
                    <a:pt x="5296838" y="3608049"/>
                  </a:moveTo>
                  <a:lnTo>
                    <a:pt x="5298011" y="3610087"/>
                  </a:lnTo>
                  <a:lnTo>
                    <a:pt x="5295979" y="3611260"/>
                  </a:lnTo>
                  <a:lnTo>
                    <a:pt x="5294800" y="3609228"/>
                  </a:lnTo>
                  <a:lnTo>
                    <a:pt x="5296838" y="3608049"/>
                  </a:lnTo>
                  <a:close/>
                </a:path>
                <a:path w="6694170" h="6997065">
                  <a:moveTo>
                    <a:pt x="3077782" y="18374"/>
                  </a:moveTo>
                  <a:lnTo>
                    <a:pt x="3101877" y="60102"/>
                  </a:lnTo>
                  <a:lnTo>
                    <a:pt x="3060149" y="84197"/>
                  </a:lnTo>
                  <a:lnTo>
                    <a:pt x="3036054" y="42469"/>
                  </a:lnTo>
                  <a:lnTo>
                    <a:pt x="3077782" y="18374"/>
                  </a:lnTo>
                  <a:close/>
                </a:path>
                <a:path w="6694170" h="6997065">
                  <a:moveTo>
                    <a:pt x="3152378" y="149339"/>
                  </a:moveTo>
                  <a:lnTo>
                    <a:pt x="3175590" y="189539"/>
                  </a:lnTo>
                  <a:lnTo>
                    <a:pt x="3135391" y="212751"/>
                  </a:lnTo>
                  <a:lnTo>
                    <a:pt x="3112178" y="172551"/>
                  </a:lnTo>
                  <a:lnTo>
                    <a:pt x="3152378" y="149339"/>
                  </a:lnTo>
                  <a:close/>
                </a:path>
                <a:path w="6694170" h="6997065">
                  <a:moveTo>
                    <a:pt x="3226973" y="280309"/>
                  </a:moveTo>
                  <a:lnTo>
                    <a:pt x="3249303" y="318981"/>
                  </a:lnTo>
                  <a:lnTo>
                    <a:pt x="3210631" y="341305"/>
                  </a:lnTo>
                  <a:lnTo>
                    <a:pt x="3188301" y="302634"/>
                  </a:lnTo>
                  <a:lnTo>
                    <a:pt x="3226973" y="280309"/>
                  </a:lnTo>
                  <a:close/>
                </a:path>
                <a:path w="6694170" h="6997065">
                  <a:moveTo>
                    <a:pt x="3301568" y="411268"/>
                  </a:moveTo>
                  <a:lnTo>
                    <a:pt x="3323016" y="448417"/>
                  </a:lnTo>
                  <a:lnTo>
                    <a:pt x="3285866" y="469865"/>
                  </a:lnTo>
                  <a:lnTo>
                    <a:pt x="3264419" y="432715"/>
                  </a:lnTo>
                  <a:lnTo>
                    <a:pt x="3301568" y="411268"/>
                  </a:lnTo>
                  <a:close/>
                </a:path>
                <a:path w="6694170" h="6997065">
                  <a:moveTo>
                    <a:pt x="3376270" y="541830"/>
                  </a:moveTo>
                  <a:lnTo>
                    <a:pt x="3397131" y="577966"/>
                  </a:lnTo>
                  <a:lnTo>
                    <a:pt x="3361000" y="598821"/>
                  </a:lnTo>
                  <a:lnTo>
                    <a:pt x="3340139" y="562691"/>
                  </a:lnTo>
                  <a:lnTo>
                    <a:pt x="3376270" y="541830"/>
                  </a:lnTo>
                  <a:close/>
                </a:path>
                <a:path w="6694170" h="6997065">
                  <a:moveTo>
                    <a:pt x="3450758" y="673197"/>
                  </a:moveTo>
                  <a:lnTo>
                    <a:pt x="3470441" y="707290"/>
                  </a:lnTo>
                  <a:lnTo>
                    <a:pt x="3436348" y="726979"/>
                  </a:lnTo>
                  <a:lnTo>
                    <a:pt x="3416660" y="692879"/>
                  </a:lnTo>
                  <a:lnTo>
                    <a:pt x="3450758" y="673197"/>
                  </a:lnTo>
                  <a:close/>
                </a:path>
                <a:path w="6694170" h="6997065">
                  <a:moveTo>
                    <a:pt x="3525353" y="804162"/>
                  </a:moveTo>
                  <a:lnTo>
                    <a:pt x="3544153" y="836733"/>
                  </a:lnTo>
                  <a:lnTo>
                    <a:pt x="3511588" y="855533"/>
                  </a:lnTo>
                  <a:lnTo>
                    <a:pt x="3492782" y="822968"/>
                  </a:lnTo>
                  <a:lnTo>
                    <a:pt x="3525353" y="804162"/>
                  </a:lnTo>
                  <a:close/>
                </a:path>
                <a:path w="6694170" h="6997065">
                  <a:moveTo>
                    <a:pt x="3599836" y="935530"/>
                  </a:moveTo>
                  <a:lnTo>
                    <a:pt x="3617463" y="966063"/>
                  </a:lnTo>
                  <a:lnTo>
                    <a:pt x="3586929" y="983690"/>
                  </a:lnTo>
                  <a:lnTo>
                    <a:pt x="3569303" y="953157"/>
                  </a:lnTo>
                  <a:lnTo>
                    <a:pt x="3599836" y="935530"/>
                  </a:lnTo>
                  <a:close/>
                </a:path>
                <a:path w="6694170" h="6997065">
                  <a:moveTo>
                    <a:pt x="3674437" y="1066495"/>
                  </a:moveTo>
                  <a:lnTo>
                    <a:pt x="3691181" y="1095494"/>
                  </a:lnTo>
                  <a:lnTo>
                    <a:pt x="3662170" y="1112245"/>
                  </a:lnTo>
                  <a:lnTo>
                    <a:pt x="3645425" y="1083240"/>
                  </a:lnTo>
                  <a:lnTo>
                    <a:pt x="3674437" y="1066495"/>
                  </a:lnTo>
                  <a:close/>
                </a:path>
                <a:path w="6694170" h="6997065">
                  <a:moveTo>
                    <a:pt x="3749025" y="1197454"/>
                  </a:moveTo>
                  <a:lnTo>
                    <a:pt x="3764894" y="1224937"/>
                  </a:lnTo>
                  <a:lnTo>
                    <a:pt x="3737410" y="1240799"/>
                  </a:lnTo>
                  <a:lnTo>
                    <a:pt x="3721548" y="1213322"/>
                  </a:lnTo>
                  <a:lnTo>
                    <a:pt x="3749025" y="1197454"/>
                  </a:lnTo>
                  <a:close/>
                </a:path>
                <a:path w="6694170" h="6997065">
                  <a:moveTo>
                    <a:pt x="3823621" y="1328424"/>
                  </a:moveTo>
                  <a:lnTo>
                    <a:pt x="3838606" y="1354373"/>
                  </a:lnTo>
                  <a:lnTo>
                    <a:pt x="3812658" y="1369352"/>
                  </a:lnTo>
                  <a:lnTo>
                    <a:pt x="3797672" y="1343404"/>
                  </a:lnTo>
                  <a:lnTo>
                    <a:pt x="3823621" y="1328424"/>
                  </a:lnTo>
                  <a:close/>
                </a:path>
                <a:path w="6694170" h="6997065">
                  <a:moveTo>
                    <a:pt x="3898216" y="1459383"/>
                  </a:moveTo>
                  <a:lnTo>
                    <a:pt x="3912319" y="1483810"/>
                  </a:lnTo>
                  <a:lnTo>
                    <a:pt x="3887892" y="1497912"/>
                  </a:lnTo>
                  <a:lnTo>
                    <a:pt x="3873789" y="1473485"/>
                  </a:lnTo>
                  <a:lnTo>
                    <a:pt x="3898216" y="1459383"/>
                  </a:lnTo>
                  <a:close/>
                </a:path>
                <a:path w="6694170" h="6997065">
                  <a:moveTo>
                    <a:pt x="3972704" y="1590750"/>
                  </a:moveTo>
                  <a:lnTo>
                    <a:pt x="3985629" y="1613139"/>
                  </a:lnTo>
                  <a:lnTo>
                    <a:pt x="3963239" y="1626064"/>
                  </a:lnTo>
                  <a:lnTo>
                    <a:pt x="3950315" y="1603680"/>
                  </a:lnTo>
                  <a:lnTo>
                    <a:pt x="3972704" y="1590750"/>
                  </a:lnTo>
                  <a:close/>
                </a:path>
                <a:path w="6694170" h="6997065">
                  <a:moveTo>
                    <a:pt x="4047406" y="1721312"/>
                  </a:moveTo>
                  <a:lnTo>
                    <a:pt x="4059744" y="1742682"/>
                  </a:lnTo>
                  <a:lnTo>
                    <a:pt x="4038374" y="1755026"/>
                  </a:lnTo>
                  <a:lnTo>
                    <a:pt x="4026030" y="1733650"/>
                  </a:lnTo>
                  <a:lnTo>
                    <a:pt x="4047406" y="1721312"/>
                  </a:lnTo>
                  <a:close/>
                </a:path>
                <a:path w="6694170" h="6997065">
                  <a:moveTo>
                    <a:pt x="4121894" y="1852679"/>
                  </a:moveTo>
                  <a:lnTo>
                    <a:pt x="4133053" y="1872012"/>
                  </a:lnTo>
                  <a:lnTo>
                    <a:pt x="4113720" y="1883177"/>
                  </a:lnTo>
                  <a:lnTo>
                    <a:pt x="4102561" y="1863844"/>
                  </a:lnTo>
                  <a:lnTo>
                    <a:pt x="4121894" y="1852679"/>
                  </a:lnTo>
                  <a:close/>
                </a:path>
                <a:path w="6694170" h="6997065">
                  <a:moveTo>
                    <a:pt x="4196484" y="1983644"/>
                  </a:moveTo>
                  <a:lnTo>
                    <a:pt x="4206766" y="2001455"/>
                  </a:lnTo>
                  <a:lnTo>
                    <a:pt x="4188955" y="2011738"/>
                  </a:lnTo>
                  <a:lnTo>
                    <a:pt x="4178673" y="1993927"/>
                  </a:lnTo>
                  <a:lnTo>
                    <a:pt x="4196484" y="1983644"/>
                  </a:lnTo>
                  <a:close/>
                </a:path>
                <a:path w="6694170" h="6997065">
                  <a:moveTo>
                    <a:pt x="4271184" y="2114206"/>
                  </a:moveTo>
                  <a:lnTo>
                    <a:pt x="4280881" y="2130998"/>
                  </a:lnTo>
                  <a:lnTo>
                    <a:pt x="4264096" y="2140694"/>
                  </a:lnTo>
                  <a:lnTo>
                    <a:pt x="4254399" y="2123896"/>
                  </a:lnTo>
                  <a:lnTo>
                    <a:pt x="4271184" y="2114206"/>
                  </a:lnTo>
                  <a:close/>
                </a:path>
                <a:path w="6694170" h="6997065">
                  <a:moveTo>
                    <a:pt x="4345674" y="2245568"/>
                  </a:moveTo>
                  <a:lnTo>
                    <a:pt x="4354197" y="2260328"/>
                  </a:lnTo>
                  <a:lnTo>
                    <a:pt x="4339437" y="2268845"/>
                  </a:lnTo>
                  <a:lnTo>
                    <a:pt x="4330919" y="2254091"/>
                  </a:lnTo>
                  <a:lnTo>
                    <a:pt x="4345674" y="2245568"/>
                  </a:lnTo>
                  <a:close/>
                </a:path>
                <a:path w="6694170" h="6997065">
                  <a:moveTo>
                    <a:pt x="4420381" y="2376130"/>
                  </a:moveTo>
                  <a:lnTo>
                    <a:pt x="4428312" y="2389871"/>
                  </a:lnTo>
                  <a:lnTo>
                    <a:pt x="4414570" y="2397808"/>
                  </a:lnTo>
                  <a:lnTo>
                    <a:pt x="4406639" y="2384067"/>
                  </a:lnTo>
                  <a:lnTo>
                    <a:pt x="4420381" y="2376130"/>
                  </a:lnTo>
                  <a:close/>
                </a:path>
                <a:path w="6694170" h="6997065">
                  <a:moveTo>
                    <a:pt x="4494976" y="2507100"/>
                  </a:moveTo>
                  <a:lnTo>
                    <a:pt x="4502024" y="2519314"/>
                  </a:lnTo>
                  <a:lnTo>
                    <a:pt x="4489811" y="2526363"/>
                  </a:lnTo>
                  <a:lnTo>
                    <a:pt x="4482763" y="2514149"/>
                  </a:lnTo>
                  <a:lnTo>
                    <a:pt x="4494976" y="2507100"/>
                  </a:lnTo>
                  <a:close/>
                </a:path>
                <a:path w="6694170" h="6997065">
                  <a:moveTo>
                    <a:pt x="4569565" y="2638059"/>
                  </a:moveTo>
                  <a:lnTo>
                    <a:pt x="4575737" y="2648750"/>
                  </a:lnTo>
                  <a:lnTo>
                    <a:pt x="4565052" y="2654922"/>
                  </a:lnTo>
                  <a:lnTo>
                    <a:pt x="4558880" y="2644231"/>
                  </a:lnTo>
                  <a:lnTo>
                    <a:pt x="4569565" y="2638059"/>
                  </a:lnTo>
                  <a:close/>
                </a:path>
                <a:path w="6694170" h="6997065">
                  <a:moveTo>
                    <a:pt x="4644160" y="2769030"/>
                  </a:moveTo>
                  <a:lnTo>
                    <a:pt x="4649449" y="2778187"/>
                  </a:lnTo>
                  <a:lnTo>
                    <a:pt x="4640292" y="2783476"/>
                  </a:lnTo>
                  <a:lnTo>
                    <a:pt x="4635003" y="2774313"/>
                  </a:lnTo>
                  <a:lnTo>
                    <a:pt x="4644160" y="2769030"/>
                  </a:lnTo>
                  <a:close/>
                </a:path>
                <a:path w="6694170" h="6997065">
                  <a:moveTo>
                    <a:pt x="4718862" y="2899592"/>
                  </a:moveTo>
                  <a:lnTo>
                    <a:pt x="4723565" y="2907730"/>
                  </a:lnTo>
                  <a:lnTo>
                    <a:pt x="4715420" y="2912433"/>
                  </a:lnTo>
                  <a:lnTo>
                    <a:pt x="4710723" y="2904289"/>
                  </a:lnTo>
                  <a:lnTo>
                    <a:pt x="4718862" y="2899592"/>
                  </a:lnTo>
                  <a:close/>
                </a:path>
                <a:path w="6694170" h="6997065">
                  <a:moveTo>
                    <a:pt x="4793569" y="3030153"/>
                  </a:moveTo>
                  <a:lnTo>
                    <a:pt x="4797680" y="3037279"/>
                  </a:lnTo>
                  <a:lnTo>
                    <a:pt x="4790554" y="3041390"/>
                  </a:lnTo>
                  <a:lnTo>
                    <a:pt x="4786444" y="3034264"/>
                  </a:lnTo>
                  <a:lnTo>
                    <a:pt x="4793569" y="3030153"/>
                  </a:lnTo>
                  <a:close/>
                </a:path>
                <a:path w="6694170" h="6997065">
                  <a:moveTo>
                    <a:pt x="4868271" y="3160715"/>
                  </a:moveTo>
                  <a:lnTo>
                    <a:pt x="4871795" y="3166816"/>
                  </a:lnTo>
                  <a:lnTo>
                    <a:pt x="4865683" y="3170346"/>
                  </a:lnTo>
                  <a:lnTo>
                    <a:pt x="4862158" y="3164239"/>
                  </a:lnTo>
                  <a:lnTo>
                    <a:pt x="4868271" y="3160715"/>
                  </a:lnTo>
                  <a:close/>
                </a:path>
                <a:path w="6694170" h="6997065">
                  <a:moveTo>
                    <a:pt x="4942966" y="3291277"/>
                  </a:moveTo>
                  <a:lnTo>
                    <a:pt x="4945904" y="3296371"/>
                  </a:lnTo>
                  <a:lnTo>
                    <a:pt x="4940816" y="3299308"/>
                  </a:lnTo>
                  <a:lnTo>
                    <a:pt x="4937879" y="3294215"/>
                  </a:lnTo>
                  <a:lnTo>
                    <a:pt x="4942966" y="3291277"/>
                  </a:lnTo>
                  <a:close/>
                </a:path>
                <a:path w="6694170" h="6997065">
                  <a:moveTo>
                    <a:pt x="5017668" y="3421845"/>
                  </a:moveTo>
                  <a:lnTo>
                    <a:pt x="5020020" y="3425914"/>
                  </a:lnTo>
                  <a:lnTo>
                    <a:pt x="5015957" y="3428266"/>
                  </a:lnTo>
                  <a:lnTo>
                    <a:pt x="5013605" y="3424191"/>
                  </a:lnTo>
                  <a:lnTo>
                    <a:pt x="5017668" y="3421845"/>
                  </a:lnTo>
                  <a:close/>
                </a:path>
                <a:path w="6694170" h="6997065">
                  <a:moveTo>
                    <a:pt x="5092376" y="3552407"/>
                  </a:moveTo>
                  <a:lnTo>
                    <a:pt x="5094135" y="3555457"/>
                  </a:lnTo>
                  <a:lnTo>
                    <a:pt x="5091085" y="3557216"/>
                  </a:lnTo>
                  <a:lnTo>
                    <a:pt x="5089320" y="3554166"/>
                  </a:lnTo>
                  <a:lnTo>
                    <a:pt x="5092376" y="3552407"/>
                  </a:lnTo>
                  <a:close/>
                </a:path>
                <a:path w="6694170" h="6997065">
                  <a:moveTo>
                    <a:pt x="5167076" y="3682969"/>
                  </a:moveTo>
                  <a:lnTo>
                    <a:pt x="5168256" y="3685000"/>
                  </a:lnTo>
                  <a:lnTo>
                    <a:pt x="5166219" y="3686179"/>
                  </a:lnTo>
                  <a:lnTo>
                    <a:pt x="5165040" y="3684141"/>
                  </a:lnTo>
                  <a:lnTo>
                    <a:pt x="5167076" y="3682969"/>
                  </a:lnTo>
                  <a:close/>
                </a:path>
                <a:path w="6694170" h="6997065">
                  <a:moveTo>
                    <a:pt x="5241885" y="3813128"/>
                  </a:moveTo>
                  <a:lnTo>
                    <a:pt x="5242768" y="3814656"/>
                  </a:lnTo>
                  <a:lnTo>
                    <a:pt x="5241246" y="3815539"/>
                  </a:lnTo>
                  <a:lnTo>
                    <a:pt x="5240363" y="3814005"/>
                  </a:lnTo>
                  <a:lnTo>
                    <a:pt x="5241885" y="3813128"/>
                  </a:lnTo>
                  <a:close/>
                </a:path>
                <a:path w="6694170" h="6997065">
                  <a:moveTo>
                    <a:pt x="2836150" y="0"/>
                  </a:moveTo>
                  <a:lnTo>
                    <a:pt x="2896534" y="0"/>
                  </a:lnTo>
                  <a:lnTo>
                    <a:pt x="2900009" y="6017"/>
                  </a:lnTo>
                  <a:lnTo>
                    <a:pt x="2854721" y="32161"/>
                  </a:lnTo>
                  <a:lnTo>
                    <a:pt x="2836150" y="0"/>
                  </a:lnTo>
                  <a:close/>
                </a:path>
                <a:path w="6694170" h="6997065">
                  <a:moveTo>
                    <a:pt x="2948453" y="91688"/>
                  </a:moveTo>
                  <a:lnTo>
                    <a:pt x="2973721" y="135453"/>
                  </a:lnTo>
                  <a:lnTo>
                    <a:pt x="2929962" y="160721"/>
                  </a:lnTo>
                  <a:lnTo>
                    <a:pt x="2904694" y="116956"/>
                  </a:lnTo>
                  <a:lnTo>
                    <a:pt x="2948453" y="91688"/>
                  </a:lnTo>
                  <a:close/>
                </a:path>
                <a:path w="6694170" h="6997065">
                  <a:moveTo>
                    <a:pt x="3023054" y="222653"/>
                  </a:moveTo>
                  <a:lnTo>
                    <a:pt x="3047434" y="264884"/>
                  </a:lnTo>
                  <a:lnTo>
                    <a:pt x="3005197" y="289269"/>
                  </a:lnTo>
                  <a:lnTo>
                    <a:pt x="2980817" y="247038"/>
                  </a:lnTo>
                  <a:lnTo>
                    <a:pt x="3023054" y="222653"/>
                  </a:lnTo>
                  <a:close/>
                </a:path>
                <a:path w="6694170" h="6997065">
                  <a:moveTo>
                    <a:pt x="3097537" y="354020"/>
                  </a:moveTo>
                  <a:lnTo>
                    <a:pt x="3120743" y="394220"/>
                  </a:lnTo>
                  <a:lnTo>
                    <a:pt x="3080543" y="417427"/>
                  </a:lnTo>
                  <a:lnTo>
                    <a:pt x="3057337" y="377227"/>
                  </a:lnTo>
                  <a:lnTo>
                    <a:pt x="3097537" y="354020"/>
                  </a:lnTo>
                  <a:close/>
                </a:path>
                <a:path w="6694170" h="6997065">
                  <a:moveTo>
                    <a:pt x="3172126" y="484979"/>
                  </a:moveTo>
                  <a:lnTo>
                    <a:pt x="3194456" y="523656"/>
                  </a:lnTo>
                  <a:lnTo>
                    <a:pt x="3155784" y="545986"/>
                  </a:lnTo>
                  <a:lnTo>
                    <a:pt x="3133454" y="507309"/>
                  </a:lnTo>
                  <a:lnTo>
                    <a:pt x="3172126" y="484979"/>
                  </a:lnTo>
                  <a:close/>
                </a:path>
                <a:path w="6694170" h="6997065">
                  <a:moveTo>
                    <a:pt x="3246727" y="615944"/>
                  </a:moveTo>
                  <a:lnTo>
                    <a:pt x="3268174" y="653093"/>
                  </a:lnTo>
                  <a:lnTo>
                    <a:pt x="3231025" y="674540"/>
                  </a:lnTo>
                  <a:lnTo>
                    <a:pt x="3209578" y="637391"/>
                  </a:lnTo>
                  <a:lnTo>
                    <a:pt x="3246727" y="615944"/>
                  </a:lnTo>
                  <a:close/>
                </a:path>
                <a:path w="6694170" h="6997065">
                  <a:moveTo>
                    <a:pt x="3321322" y="746915"/>
                  </a:moveTo>
                  <a:lnTo>
                    <a:pt x="3341887" y="782530"/>
                  </a:lnTo>
                  <a:lnTo>
                    <a:pt x="3306259" y="803101"/>
                  </a:lnTo>
                  <a:lnTo>
                    <a:pt x="3285695" y="767480"/>
                  </a:lnTo>
                  <a:lnTo>
                    <a:pt x="3321322" y="746915"/>
                  </a:lnTo>
                  <a:close/>
                </a:path>
                <a:path w="6694170" h="6997065">
                  <a:moveTo>
                    <a:pt x="3395804" y="878276"/>
                  </a:moveTo>
                  <a:lnTo>
                    <a:pt x="3415197" y="911860"/>
                  </a:lnTo>
                  <a:lnTo>
                    <a:pt x="3381613" y="931252"/>
                  </a:lnTo>
                  <a:lnTo>
                    <a:pt x="3362221" y="897669"/>
                  </a:lnTo>
                  <a:lnTo>
                    <a:pt x="3395804" y="878276"/>
                  </a:lnTo>
                  <a:close/>
                </a:path>
                <a:path w="6694170" h="6997065">
                  <a:moveTo>
                    <a:pt x="3470400" y="1009241"/>
                  </a:moveTo>
                  <a:lnTo>
                    <a:pt x="3488909" y="1041303"/>
                  </a:lnTo>
                  <a:lnTo>
                    <a:pt x="3456854" y="1059806"/>
                  </a:lnTo>
                  <a:lnTo>
                    <a:pt x="3438344" y="1027745"/>
                  </a:lnTo>
                  <a:lnTo>
                    <a:pt x="3470400" y="1009241"/>
                  </a:lnTo>
                  <a:close/>
                </a:path>
                <a:path w="6694170" h="6997065">
                  <a:moveTo>
                    <a:pt x="3544995" y="1140206"/>
                  </a:moveTo>
                  <a:lnTo>
                    <a:pt x="3562622" y="1170734"/>
                  </a:lnTo>
                  <a:lnTo>
                    <a:pt x="3532094" y="1188361"/>
                  </a:lnTo>
                  <a:lnTo>
                    <a:pt x="3514467" y="1157833"/>
                  </a:lnTo>
                  <a:lnTo>
                    <a:pt x="3544995" y="1140206"/>
                  </a:lnTo>
                  <a:close/>
                </a:path>
                <a:path w="6694170" h="6997065">
                  <a:moveTo>
                    <a:pt x="3619483" y="1271574"/>
                  </a:moveTo>
                  <a:lnTo>
                    <a:pt x="3635931" y="1300063"/>
                  </a:lnTo>
                  <a:lnTo>
                    <a:pt x="3607435" y="1316518"/>
                  </a:lnTo>
                  <a:lnTo>
                    <a:pt x="3590987" y="1288022"/>
                  </a:lnTo>
                  <a:lnTo>
                    <a:pt x="3619483" y="1271574"/>
                  </a:lnTo>
                  <a:close/>
                </a:path>
                <a:path w="6694170" h="6997065">
                  <a:moveTo>
                    <a:pt x="3694185" y="1402136"/>
                  </a:moveTo>
                  <a:lnTo>
                    <a:pt x="3710047" y="1429612"/>
                  </a:lnTo>
                  <a:lnTo>
                    <a:pt x="3682570" y="1445474"/>
                  </a:lnTo>
                  <a:lnTo>
                    <a:pt x="3666708" y="1417998"/>
                  </a:lnTo>
                  <a:lnTo>
                    <a:pt x="3694185" y="1402136"/>
                  </a:lnTo>
                  <a:close/>
                </a:path>
                <a:path w="6694170" h="6997065">
                  <a:moveTo>
                    <a:pt x="3768673" y="1533497"/>
                  </a:moveTo>
                  <a:lnTo>
                    <a:pt x="3783362" y="1558943"/>
                  </a:lnTo>
                  <a:lnTo>
                    <a:pt x="3757917" y="1573632"/>
                  </a:lnTo>
                  <a:lnTo>
                    <a:pt x="3743228" y="1548186"/>
                  </a:lnTo>
                  <a:lnTo>
                    <a:pt x="3768673" y="1533497"/>
                  </a:lnTo>
                  <a:close/>
                </a:path>
                <a:path w="6694170" h="6997065">
                  <a:moveTo>
                    <a:pt x="3843156" y="1664865"/>
                  </a:moveTo>
                  <a:lnTo>
                    <a:pt x="3856672" y="1688272"/>
                  </a:lnTo>
                  <a:lnTo>
                    <a:pt x="3833265" y="1701789"/>
                  </a:lnTo>
                  <a:lnTo>
                    <a:pt x="3819748" y="1678375"/>
                  </a:lnTo>
                  <a:lnTo>
                    <a:pt x="3843156" y="1664865"/>
                  </a:lnTo>
                  <a:close/>
                </a:path>
                <a:path w="6694170" h="6997065">
                  <a:moveTo>
                    <a:pt x="3917751" y="1795830"/>
                  </a:moveTo>
                  <a:lnTo>
                    <a:pt x="3930385" y="1817716"/>
                  </a:lnTo>
                  <a:lnTo>
                    <a:pt x="3908505" y="1830344"/>
                  </a:lnTo>
                  <a:lnTo>
                    <a:pt x="3895871" y="1808464"/>
                  </a:lnTo>
                  <a:lnTo>
                    <a:pt x="3917751" y="1795830"/>
                  </a:lnTo>
                  <a:close/>
                </a:path>
                <a:path w="6694170" h="6997065">
                  <a:moveTo>
                    <a:pt x="3992452" y="1926391"/>
                  </a:moveTo>
                  <a:lnTo>
                    <a:pt x="4004500" y="1947252"/>
                  </a:lnTo>
                  <a:lnTo>
                    <a:pt x="3983639" y="1959300"/>
                  </a:lnTo>
                  <a:lnTo>
                    <a:pt x="3971591" y="1938439"/>
                  </a:lnTo>
                  <a:lnTo>
                    <a:pt x="3992452" y="1926391"/>
                  </a:lnTo>
                  <a:close/>
                </a:path>
                <a:path w="6694170" h="6997065">
                  <a:moveTo>
                    <a:pt x="4066941" y="2057759"/>
                  </a:moveTo>
                  <a:lnTo>
                    <a:pt x="4077815" y="2076588"/>
                  </a:lnTo>
                  <a:lnTo>
                    <a:pt x="4058986" y="2087457"/>
                  </a:lnTo>
                  <a:lnTo>
                    <a:pt x="4048111" y="2068628"/>
                  </a:lnTo>
                  <a:lnTo>
                    <a:pt x="4066941" y="2057759"/>
                  </a:lnTo>
                  <a:close/>
                </a:path>
                <a:path w="6694170" h="6997065">
                  <a:moveTo>
                    <a:pt x="4141648" y="2188321"/>
                  </a:moveTo>
                  <a:lnTo>
                    <a:pt x="4151931" y="2206132"/>
                  </a:lnTo>
                  <a:lnTo>
                    <a:pt x="4134120" y="2216414"/>
                  </a:lnTo>
                  <a:lnTo>
                    <a:pt x="4123838" y="2198603"/>
                  </a:lnTo>
                  <a:lnTo>
                    <a:pt x="4141648" y="2188321"/>
                  </a:lnTo>
                  <a:close/>
                </a:path>
                <a:path w="6694170" h="6997065">
                  <a:moveTo>
                    <a:pt x="4216131" y="2319688"/>
                  </a:moveTo>
                  <a:lnTo>
                    <a:pt x="4225234" y="2335461"/>
                  </a:lnTo>
                  <a:lnTo>
                    <a:pt x="4209461" y="2344565"/>
                  </a:lnTo>
                  <a:lnTo>
                    <a:pt x="4200358" y="2328792"/>
                  </a:lnTo>
                  <a:lnTo>
                    <a:pt x="4216131" y="2319688"/>
                  </a:lnTo>
                  <a:close/>
                </a:path>
                <a:path w="6694170" h="6997065">
                  <a:moveTo>
                    <a:pt x="4290726" y="2450653"/>
                  </a:moveTo>
                  <a:lnTo>
                    <a:pt x="4298947" y="2464898"/>
                  </a:lnTo>
                  <a:lnTo>
                    <a:pt x="4284702" y="2473119"/>
                  </a:lnTo>
                  <a:lnTo>
                    <a:pt x="4276481" y="2458874"/>
                  </a:lnTo>
                  <a:lnTo>
                    <a:pt x="4290726" y="2450653"/>
                  </a:lnTo>
                  <a:close/>
                </a:path>
                <a:path w="6694170" h="6997065">
                  <a:moveTo>
                    <a:pt x="4365427" y="2581216"/>
                  </a:moveTo>
                  <a:lnTo>
                    <a:pt x="4373068" y="2594441"/>
                  </a:lnTo>
                  <a:lnTo>
                    <a:pt x="4359836" y="2602082"/>
                  </a:lnTo>
                  <a:lnTo>
                    <a:pt x="4352201" y="2588850"/>
                  </a:lnTo>
                  <a:lnTo>
                    <a:pt x="4365427" y="2581216"/>
                  </a:lnTo>
                  <a:close/>
                </a:path>
                <a:path w="6694170" h="6997065">
                  <a:moveTo>
                    <a:pt x="4440016" y="2712174"/>
                  </a:moveTo>
                  <a:lnTo>
                    <a:pt x="4446775" y="2723883"/>
                  </a:lnTo>
                  <a:lnTo>
                    <a:pt x="4435077" y="2730636"/>
                  </a:lnTo>
                  <a:lnTo>
                    <a:pt x="4428318" y="2718932"/>
                  </a:lnTo>
                  <a:lnTo>
                    <a:pt x="4440016" y="2712174"/>
                  </a:lnTo>
                  <a:close/>
                </a:path>
                <a:path w="6694170" h="6997065">
                  <a:moveTo>
                    <a:pt x="4514617" y="2843139"/>
                  </a:moveTo>
                  <a:lnTo>
                    <a:pt x="4520493" y="2853321"/>
                  </a:lnTo>
                  <a:lnTo>
                    <a:pt x="4510317" y="2859196"/>
                  </a:lnTo>
                  <a:lnTo>
                    <a:pt x="4504442" y="2849014"/>
                  </a:lnTo>
                  <a:lnTo>
                    <a:pt x="4514617" y="2843139"/>
                  </a:lnTo>
                  <a:close/>
                </a:path>
                <a:path w="6694170" h="6997065">
                  <a:moveTo>
                    <a:pt x="4589212" y="2974104"/>
                  </a:moveTo>
                  <a:lnTo>
                    <a:pt x="4594206" y="2982757"/>
                  </a:lnTo>
                  <a:lnTo>
                    <a:pt x="4585552" y="2987750"/>
                  </a:lnTo>
                  <a:lnTo>
                    <a:pt x="4580559" y="2979096"/>
                  </a:lnTo>
                  <a:lnTo>
                    <a:pt x="4589212" y="2974104"/>
                  </a:lnTo>
                  <a:close/>
                </a:path>
                <a:path w="6694170" h="6997065">
                  <a:moveTo>
                    <a:pt x="4663914" y="3104665"/>
                  </a:moveTo>
                  <a:lnTo>
                    <a:pt x="4668321" y="3112300"/>
                  </a:lnTo>
                  <a:lnTo>
                    <a:pt x="4660686" y="3116707"/>
                  </a:lnTo>
                  <a:lnTo>
                    <a:pt x="4656279" y="3109072"/>
                  </a:lnTo>
                  <a:lnTo>
                    <a:pt x="4663914" y="3104665"/>
                  </a:lnTo>
                  <a:close/>
                </a:path>
                <a:path w="6694170" h="6997065">
                  <a:moveTo>
                    <a:pt x="4738722" y="3234830"/>
                  </a:moveTo>
                  <a:lnTo>
                    <a:pt x="4742839" y="3241956"/>
                  </a:lnTo>
                  <a:lnTo>
                    <a:pt x="4735714" y="3246073"/>
                  </a:lnTo>
                  <a:lnTo>
                    <a:pt x="4731597" y="3238947"/>
                  </a:lnTo>
                  <a:lnTo>
                    <a:pt x="4738722" y="3234830"/>
                  </a:lnTo>
                  <a:close/>
                </a:path>
                <a:path w="6694170" h="6997065">
                  <a:moveTo>
                    <a:pt x="4813317" y="3365795"/>
                  </a:moveTo>
                  <a:lnTo>
                    <a:pt x="4816551" y="3371393"/>
                  </a:lnTo>
                  <a:lnTo>
                    <a:pt x="4810954" y="3374627"/>
                  </a:lnTo>
                  <a:lnTo>
                    <a:pt x="4807720" y="3369023"/>
                  </a:lnTo>
                  <a:lnTo>
                    <a:pt x="4813317" y="3365795"/>
                  </a:lnTo>
                  <a:close/>
                </a:path>
                <a:path w="6694170" h="6997065">
                  <a:moveTo>
                    <a:pt x="4888019" y="3496357"/>
                  </a:moveTo>
                  <a:lnTo>
                    <a:pt x="4890660" y="3500936"/>
                  </a:lnTo>
                  <a:lnTo>
                    <a:pt x="4886082" y="3503583"/>
                  </a:lnTo>
                  <a:lnTo>
                    <a:pt x="4883440" y="3498999"/>
                  </a:lnTo>
                  <a:lnTo>
                    <a:pt x="4888019" y="3496357"/>
                  </a:lnTo>
                  <a:close/>
                </a:path>
                <a:path w="6694170" h="6997065">
                  <a:moveTo>
                    <a:pt x="4962721" y="3626919"/>
                  </a:moveTo>
                  <a:lnTo>
                    <a:pt x="4964782" y="3630484"/>
                  </a:lnTo>
                  <a:lnTo>
                    <a:pt x="4961216" y="3632539"/>
                  </a:lnTo>
                  <a:lnTo>
                    <a:pt x="4959155" y="3628974"/>
                  </a:lnTo>
                  <a:lnTo>
                    <a:pt x="4962721" y="3626919"/>
                  </a:lnTo>
                  <a:close/>
                </a:path>
                <a:path w="6694170" h="6997065">
                  <a:moveTo>
                    <a:pt x="5037422" y="3757481"/>
                  </a:moveTo>
                  <a:lnTo>
                    <a:pt x="5038891" y="3760022"/>
                  </a:lnTo>
                  <a:lnTo>
                    <a:pt x="5036350" y="3761491"/>
                  </a:lnTo>
                  <a:lnTo>
                    <a:pt x="5034881" y="3758950"/>
                  </a:lnTo>
                  <a:lnTo>
                    <a:pt x="5037422" y="3757481"/>
                  </a:lnTo>
                  <a:close/>
                </a:path>
                <a:path w="6694170" h="6997065">
                  <a:moveTo>
                    <a:pt x="5112124" y="3888042"/>
                  </a:moveTo>
                  <a:lnTo>
                    <a:pt x="5113007" y="3889576"/>
                  </a:lnTo>
                  <a:lnTo>
                    <a:pt x="5111484" y="3890453"/>
                  </a:lnTo>
                  <a:lnTo>
                    <a:pt x="5110602" y="3888925"/>
                  </a:lnTo>
                  <a:lnTo>
                    <a:pt x="5112124" y="3888042"/>
                  </a:lnTo>
                  <a:close/>
                </a:path>
                <a:path w="6694170" h="6997065">
                  <a:moveTo>
                    <a:pt x="2744636" y="33630"/>
                  </a:moveTo>
                  <a:lnTo>
                    <a:pt x="2772255" y="81470"/>
                  </a:lnTo>
                  <a:lnTo>
                    <a:pt x="2724421" y="109083"/>
                  </a:lnTo>
                  <a:lnTo>
                    <a:pt x="2696801" y="61249"/>
                  </a:lnTo>
                  <a:lnTo>
                    <a:pt x="2744636" y="33630"/>
                  </a:lnTo>
                  <a:close/>
                </a:path>
                <a:path w="6694170" h="6997065">
                  <a:moveTo>
                    <a:pt x="2819124" y="165003"/>
                  </a:moveTo>
                  <a:lnTo>
                    <a:pt x="2845564" y="210800"/>
                  </a:lnTo>
                  <a:lnTo>
                    <a:pt x="2799767" y="237241"/>
                  </a:lnTo>
                  <a:lnTo>
                    <a:pt x="2773327" y="191443"/>
                  </a:lnTo>
                  <a:lnTo>
                    <a:pt x="2819124" y="165003"/>
                  </a:lnTo>
                  <a:close/>
                </a:path>
                <a:path w="6694170" h="6997065">
                  <a:moveTo>
                    <a:pt x="2893612" y="296365"/>
                  </a:moveTo>
                  <a:lnTo>
                    <a:pt x="2918880" y="340124"/>
                  </a:lnTo>
                  <a:lnTo>
                    <a:pt x="2875115" y="365392"/>
                  </a:lnTo>
                  <a:lnTo>
                    <a:pt x="2849847" y="321633"/>
                  </a:lnTo>
                  <a:lnTo>
                    <a:pt x="2893612" y="296365"/>
                  </a:lnTo>
                  <a:close/>
                </a:path>
                <a:path w="6694170" h="6997065">
                  <a:moveTo>
                    <a:pt x="2968208" y="427323"/>
                  </a:moveTo>
                  <a:lnTo>
                    <a:pt x="2992593" y="469560"/>
                  </a:lnTo>
                  <a:lnTo>
                    <a:pt x="2950356" y="493946"/>
                  </a:lnTo>
                  <a:lnTo>
                    <a:pt x="2925971" y="451709"/>
                  </a:lnTo>
                  <a:lnTo>
                    <a:pt x="2968208" y="427323"/>
                  </a:lnTo>
                  <a:close/>
                </a:path>
                <a:path w="6694170" h="6997065">
                  <a:moveTo>
                    <a:pt x="3042690" y="558697"/>
                  </a:moveTo>
                  <a:lnTo>
                    <a:pt x="3065903" y="598897"/>
                  </a:lnTo>
                  <a:lnTo>
                    <a:pt x="3025703" y="622109"/>
                  </a:lnTo>
                  <a:lnTo>
                    <a:pt x="3002490" y="581909"/>
                  </a:lnTo>
                  <a:lnTo>
                    <a:pt x="3042690" y="558697"/>
                  </a:lnTo>
                  <a:close/>
                </a:path>
                <a:path w="6694170" h="6997065">
                  <a:moveTo>
                    <a:pt x="3117291" y="689655"/>
                  </a:moveTo>
                  <a:lnTo>
                    <a:pt x="3139621" y="728333"/>
                  </a:lnTo>
                  <a:lnTo>
                    <a:pt x="3100944" y="750663"/>
                  </a:lnTo>
                  <a:lnTo>
                    <a:pt x="3078614" y="711985"/>
                  </a:lnTo>
                  <a:lnTo>
                    <a:pt x="3117291" y="689655"/>
                  </a:lnTo>
                  <a:close/>
                </a:path>
                <a:path w="6694170" h="6997065">
                  <a:moveTo>
                    <a:pt x="3191886" y="820626"/>
                  </a:moveTo>
                  <a:lnTo>
                    <a:pt x="3213334" y="857769"/>
                  </a:lnTo>
                  <a:lnTo>
                    <a:pt x="3176184" y="879217"/>
                  </a:lnTo>
                  <a:lnTo>
                    <a:pt x="3154737" y="842073"/>
                  </a:lnTo>
                  <a:lnTo>
                    <a:pt x="3191886" y="820626"/>
                  </a:lnTo>
                  <a:close/>
                </a:path>
                <a:path w="6694170" h="6997065">
                  <a:moveTo>
                    <a:pt x="3266476" y="951585"/>
                  </a:moveTo>
                  <a:lnTo>
                    <a:pt x="3287046" y="987212"/>
                  </a:lnTo>
                  <a:lnTo>
                    <a:pt x="3251425" y="1007777"/>
                  </a:lnTo>
                  <a:lnTo>
                    <a:pt x="3230861" y="972149"/>
                  </a:lnTo>
                  <a:lnTo>
                    <a:pt x="3266476" y="951585"/>
                  </a:lnTo>
                  <a:close/>
                </a:path>
                <a:path w="6694170" h="6997065">
                  <a:moveTo>
                    <a:pt x="3340963" y="1082946"/>
                  </a:moveTo>
                  <a:lnTo>
                    <a:pt x="3360356" y="1116536"/>
                  </a:lnTo>
                  <a:lnTo>
                    <a:pt x="3326766" y="1135928"/>
                  </a:lnTo>
                  <a:lnTo>
                    <a:pt x="3307374" y="1102339"/>
                  </a:lnTo>
                  <a:lnTo>
                    <a:pt x="3340963" y="1082946"/>
                  </a:lnTo>
                  <a:close/>
                </a:path>
                <a:path w="6694170" h="6997065">
                  <a:moveTo>
                    <a:pt x="3415559" y="1213917"/>
                  </a:moveTo>
                  <a:lnTo>
                    <a:pt x="3434068" y="1245973"/>
                  </a:lnTo>
                  <a:lnTo>
                    <a:pt x="3402013" y="1264482"/>
                  </a:lnTo>
                  <a:lnTo>
                    <a:pt x="3383503" y="1232427"/>
                  </a:lnTo>
                  <a:lnTo>
                    <a:pt x="3415559" y="1213917"/>
                  </a:lnTo>
                  <a:close/>
                </a:path>
                <a:path w="6694170" h="6997065">
                  <a:moveTo>
                    <a:pt x="3490040" y="1345285"/>
                  </a:moveTo>
                  <a:lnTo>
                    <a:pt x="3507378" y="1375302"/>
                  </a:lnTo>
                  <a:lnTo>
                    <a:pt x="3477354" y="1392639"/>
                  </a:lnTo>
                  <a:lnTo>
                    <a:pt x="3460023" y="1362615"/>
                  </a:lnTo>
                  <a:lnTo>
                    <a:pt x="3490040" y="1345285"/>
                  </a:lnTo>
                  <a:close/>
                </a:path>
                <a:path w="6694170" h="6997065">
                  <a:moveTo>
                    <a:pt x="3564529" y="1476646"/>
                  </a:moveTo>
                  <a:lnTo>
                    <a:pt x="3580694" y="1504639"/>
                  </a:lnTo>
                  <a:lnTo>
                    <a:pt x="3552707" y="1520797"/>
                  </a:lnTo>
                  <a:lnTo>
                    <a:pt x="3536543" y="1492805"/>
                  </a:lnTo>
                  <a:lnTo>
                    <a:pt x="3564529" y="1476646"/>
                  </a:lnTo>
                  <a:close/>
                </a:path>
                <a:path w="6694170" h="6997065">
                  <a:moveTo>
                    <a:pt x="3639237" y="1607208"/>
                  </a:moveTo>
                  <a:lnTo>
                    <a:pt x="3654809" y="1634182"/>
                  </a:lnTo>
                  <a:lnTo>
                    <a:pt x="3627835" y="1649753"/>
                  </a:lnTo>
                  <a:lnTo>
                    <a:pt x="3612263" y="1622780"/>
                  </a:lnTo>
                  <a:lnTo>
                    <a:pt x="3639237" y="1607208"/>
                  </a:lnTo>
                  <a:close/>
                </a:path>
                <a:path w="6694170" h="6997065">
                  <a:moveTo>
                    <a:pt x="3713719" y="1738581"/>
                  </a:moveTo>
                  <a:lnTo>
                    <a:pt x="3728112" y="1763511"/>
                  </a:lnTo>
                  <a:lnTo>
                    <a:pt x="3703182" y="1777904"/>
                  </a:lnTo>
                  <a:lnTo>
                    <a:pt x="3688789" y="1752974"/>
                  </a:lnTo>
                  <a:lnTo>
                    <a:pt x="3713719" y="1738581"/>
                  </a:lnTo>
                  <a:close/>
                </a:path>
                <a:path w="6694170" h="6997065">
                  <a:moveTo>
                    <a:pt x="3788208" y="1869943"/>
                  </a:moveTo>
                  <a:lnTo>
                    <a:pt x="3801428" y="1892842"/>
                  </a:lnTo>
                  <a:lnTo>
                    <a:pt x="3778529" y="1906062"/>
                  </a:lnTo>
                  <a:lnTo>
                    <a:pt x="3765309" y="1883164"/>
                  </a:lnTo>
                  <a:lnTo>
                    <a:pt x="3788208" y="1869943"/>
                  </a:lnTo>
                  <a:close/>
                </a:path>
                <a:path w="6694170" h="6997065">
                  <a:moveTo>
                    <a:pt x="3862803" y="2000902"/>
                  </a:moveTo>
                  <a:lnTo>
                    <a:pt x="3875141" y="2022278"/>
                  </a:lnTo>
                  <a:lnTo>
                    <a:pt x="3853770" y="2034616"/>
                  </a:lnTo>
                  <a:lnTo>
                    <a:pt x="3841432" y="2013240"/>
                  </a:lnTo>
                  <a:lnTo>
                    <a:pt x="3862803" y="2000902"/>
                  </a:lnTo>
                  <a:close/>
                </a:path>
                <a:path w="6694170" h="6997065">
                  <a:moveTo>
                    <a:pt x="3937398" y="2131872"/>
                  </a:moveTo>
                  <a:lnTo>
                    <a:pt x="3948853" y="2151720"/>
                  </a:lnTo>
                  <a:lnTo>
                    <a:pt x="3929011" y="2163176"/>
                  </a:lnTo>
                  <a:lnTo>
                    <a:pt x="3917549" y="2143328"/>
                  </a:lnTo>
                  <a:lnTo>
                    <a:pt x="3937398" y="2131872"/>
                  </a:lnTo>
                  <a:close/>
                </a:path>
                <a:path w="6694170" h="6997065">
                  <a:moveTo>
                    <a:pt x="4011987" y="2262831"/>
                  </a:moveTo>
                  <a:lnTo>
                    <a:pt x="4022565" y="2281157"/>
                  </a:lnTo>
                  <a:lnTo>
                    <a:pt x="4004251" y="2291730"/>
                  </a:lnTo>
                  <a:lnTo>
                    <a:pt x="3993673" y="2273410"/>
                  </a:lnTo>
                  <a:lnTo>
                    <a:pt x="4011987" y="2262831"/>
                  </a:lnTo>
                  <a:close/>
                </a:path>
                <a:path w="6694170" h="6997065">
                  <a:moveTo>
                    <a:pt x="4086588" y="2393796"/>
                  </a:moveTo>
                  <a:lnTo>
                    <a:pt x="4096284" y="2410594"/>
                  </a:lnTo>
                  <a:lnTo>
                    <a:pt x="4079492" y="2420290"/>
                  </a:lnTo>
                  <a:lnTo>
                    <a:pt x="4069796" y="2403492"/>
                  </a:lnTo>
                  <a:lnTo>
                    <a:pt x="4086588" y="2393796"/>
                  </a:lnTo>
                  <a:close/>
                </a:path>
                <a:path w="6694170" h="6997065">
                  <a:moveTo>
                    <a:pt x="4161183" y="2524767"/>
                  </a:moveTo>
                  <a:lnTo>
                    <a:pt x="4169996" y="2540030"/>
                  </a:lnTo>
                  <a:lnTo>
                    <a:pt x="4154733" y="2548844"/>
                  </a:lnTo>
                  <a:lnTo>
                    <a:pt x="4145919" y="2533580"/>
                  </a:lnTo>
                  <a:lnTo>
                    <a:pt x="4161183" y="2524767"/>
                  </a:lnTo>
                  <a:close/>
                </a:path>
                <a:path w="6694170" h="6997065">
                  <a:moveTo>
                    <a:pt x="4235772" y="2655725"/>
                  </a:moveTo>
                  <a:lnTo>
                    <a:pt x="4243709" y="2669467"/>
                  </a:lnTo>
                  <a:lnTo>
                    <a:pt x="4229973" y="2677398"/>
                  </a:lnTo>
                  <a:lnTo>
                    <a:pt x="4222037" y="2663656"/>
                  </a:lnTo>
                  <a:lnTo>
                    <a:pt x="4235772" y="2655725"/>
                  </a:lnTo>
                  <a:close/>
                </a:path>
                <a:path w="6694170" h="6997065">
                  <a:moveTo>
                    <a:pt x="4310480" y="2786287"/>
                  </a:moveTo>
                  <a:lnTo>
                    <a:pt x="4317824" y="2799010"/>
                  </a:lnTo>
                  <a:lnTo>
                    <a:pt x="4305101" y="2806355"/>
                  </a:lnTo>
                  <a:lnTo>
                    <a:pt x="4297757" y="2793632"/>
                  </a:lnTo>
                  <a:lnTo>
                    <a:pt x="4310480" y="2786287"/>
                  </a:lnTo>
                  <a:close/>
                </a:path>
                <a:path w="6694170" h="6997065">
                  <a:moveTo>
                    <a:pt x="4384962" y="2917655"/>
                  </a:moveTo>
                  <a:lnTo>
                    <a:pt x="4391134" y="2928346"/>
                  </a:lnTo>
                  <a:lnTo>
                    <a:pt x="4380449" y="2934512"/>
                  </a:lnTo>
                  <a:lnTo>
                    <a:pt x="4374277" y="2923826"/>
                  </a:lnTo>
                  <a:lnTo>
                    <a:pt x="4384962" y="2917655"/>
                  </a:lnTo>
                  <a:close/>
                </a:path>
                <a:path w="6694170" h="6997065">
                  <a:moveTo>
                    <a:pt x="4459563" y="3048620"/>
                  </a:moveTo>
                  <a:lnTo>
                    <a:pt x="4464846" y="3057777"/>
                  </a:lnTo>
                  <a:lnTo>
                    <a:pt x="4455683" y="3063066"/>
                  </a:lnTo>
                  <a:lnTo>
                    <a:pt x="4450400" y="3053909"/>
                  </a:lnTo>
                  <a:lnTo>
                    <a:pt x="4459563" y="3048620"/>
                  </a:lnTo>
                  <a:close/>
                </a:path>
                <a:path w="6694170" h="6997065">
                  <a:moveTo>
                    <a:pt x="4534259" y="3179188"/>
                  </a:moveTo>
                  <a:lnTo>
                    <a:pt x="4538962" y="3187326"/>
                  </a:lnTo>
                  <a:lnTo>
                    <a:pt x="4530817" y="3192023"/>
                  </a:lnTo>
                  <a:lnTo>
                    <a:pt x="4526120" y="3183884"/>
                  </a:lnTo>
                  <a:lnTo>
                    <a:pt x="4534259" y="3179188"/>
                  </a:lnTo>
                  <a:close/>
                </a:path>
                <a:path w="6694170" h="6997065">
                  <a:moveTo>
                    <a:pt x="4608960" y="3309749"/>
                  </a:moveTo>
                  <a:lnTo>
                    <a:pt x="4613077" y="3316875"/>
                  </a:lnTo>
                  <a:lnTo>
                    <a:pt x="4605952" y="3320986"/>
                  </a:lnTo>
                  <a:lnTo>
                    <a:pt x="4601835" y="3313860"/>
                  </a:lnTo>
                  <a:lnTo>
                    <a:pt x="4608960" y="3309749"/>
                  </a:lnTo>
                  <a:close/>
                </a:path>
                <a:path w="6694170" h="6997065">
                  <a:moveTo>
                    <a:pt x="4683668" y="3440311"/>
                  </a:moveTo>
                  <a:lnTo>
                    <a:pt x="4687192" y="3446412"/>
                  </a:lnTo>
                  <a:lnTo>
                    <a:pt x="4681085" y="3449936"/>
                  </a:lnTo>
                  <a:lnTo>
                    <a:pt x="4677561" y="3443836"/>
                  </a:lnTo>
                  <a:lnTo>
                    <a:pt x="4683668" y="3440311"/>
                  </a:lnTo>
                  <a:close/>
                </a:path>
                <a:path w="6694170" h="6997065">
                  <a:moveTo>
                    <a:pt x="4758370" y="3570873"/>
                  </a:moveTo>
                  <a:lnTo>
                    <a:pt x="4761307" y="3575961"/>
                  </a:lnTo>
                  <a:lnTo>
                    <a:pt x="4756220" y="3578899"/>
                  </a:lnTo>
                  <a:lnTo>
                    <a:pt x="4753282" y="3573811"/>
                  </a:lnTo>
                  <a:lnTo>
                    <a:pt x="4758370" y="3570873"/>
                  </a:lnTo>
                  <a:close/>
                </a:path>
                <a:path w="6694170" h="6997065">
                  <a:moveTo>
                    <a:pt x="4833071" y="3701435"/>
                  </a:moveTo>
                  <a:lnTo>
                    <a:pt x="4835423" y="3705504"/>
                  </a:lnTo>
                  <a:lnTo>
                    <a:pt x="4831348" y="3707855"/>
                  </a:lnTo>
                  <a:lnTo>
                    <a:pt x="4829002" y="3703786"/>
                  </a:lnTo>
                  <a:lnTo>
                    <a:pt x="4833071" y="3701435"/>
                  </a:lnTo>
                  <a:close/>
                </a:path>
                <a:path w="6694170" h="6997065">
                  <a:moveTo>
                    <a:pt x="4907772" y="3831997"/>
                  </a:moveTo>
                  <a:lnTo>
                    <a:pt x="4909532" y="3835053"/>
                  </a:lnTo>
                  <a:lnTo>
                    <a:pt x="4906482" y="3836812"/>
                  </a:lnTo>
                  <a:lnTo>
                    <a:pt x="4904717" y="3833761"/>
                  </a:lnTo>
                  <a:lnTo>
                    <a:pt x="4907772" y="3831997"/>
                  </a:lnTo>
                  <a:close/>
                </a:path>
                <a:path w="6694170" h="6997065">
                  <a:moveTo>
                    <a:pt x="4982475" y="3962564"/>
                  </a:moveTo>
                  <a:lnTo>
                    <a:pt x="4983647" y="3964590"/>
                  </a:lnTo>
                  <a:lnTo>
                    <a:pt x="4981610" y="3965769"/>
                  </a:lnTo>
                  <a:lnTo>
                    <a:pt x="4980437" y="3963737"/>
                  </a:lnTo>
                  <a:lnTo>
                    <a:pt x="4982475" y="3962564"/>
                  </a:lnTo>
                  <a:close/>
                </a:path>
                <a:path w="6694170" h="6997065">
                  <a:moveTo>
                    <a:pt x="5056163" y="4093713"/>
                  </a:moveTo>
                  <a:lnTo>
                    <a:pt x="5057516" y="4093713"/>
                  </a:lnTo>
                  <a:lnTo>
                    <a:pt x="5057763" y="4094139"/>
                  </a:lnTo>
                  <a:lnTo>
                    <a:pt x="5056410" y="4094139"/>
                  </a:lnTo>
                  <a:lnTo>
                    <a:pt x="5056163" y="4093713"/>
                  </a:lnTo>
                  <a:close/>
                </a:path>
                <a:path w="6694170" h="6997065">
                  <a:moveTo>
                    <a:pt x="2499110" y="0"/>
                  </a:moveTo>
                  <a:lnTo>
                    <a:pt x="2554584" y="0"/>
                  </a:lnTo>
                  <a:lnTo>
                    <a:pt x="2570386" y="27373"/>
                  </a:lnTo>
                  <a:lnTo>
                    <a:pt x="2518992" y="57047"/>
                  </a:lnTo>
                  <a:lnTo>
                    <a:pt x="2489317" y="5653"/>
                  </a:lnTo>
                  <a:lnTo>
                    <a:pt x="2499110" y="0"/>
                  </a:lnTo>
                  <a:close/>
                </a:path>
                <a:path w="6694170" h="6997065">
                  <a:moveTo>
                    <a:pt x="2615306" y="106944"/>
                  </a:moveTo>
                  <a:lnTo>
                    <a:pt x="2644098" y="156810"/>
                  </a:lnTo>
                  <a:lnTo>
                    <a:pt x="2594232" y="185602"/>
                  </a:lnTo>
                  <a:lnTo>
                    <a:pt x="2565440" y="135736"/>
                  </a:lnTo>
                  <a:lnTo>
                    <a:pt x="2615306" y="106944"/>
                  </a:lnTo>
                  <a:close/>
                </a:path>
                <a:path w="6694170" h="6997065">
                  <a:moveTo>
                    <a:pt x="2689794" y="238305"/>
                  </a:moveTo>
                  <a:lnTo>
                    <a:pt x="2717414" y="286140"/>
                  </a:lnTo>
                  <a:lnTo>
                    <a:pt x="2669579" y="313753"/>
                  </a:lnTo>
                  <a:lnTo>
                    <a:pt x="2641966" y="265925"/>
                  </a:lnTo>
                  <a:lnTo>
                    <a:pt x="2689794" y="238305"/>
                  </a:lnTo>
                  <a:close/>
                </a:path>
                <a:path w="6694170" h="6997065">
                  <a:moveTo>
                    <a:pt x="2764277" y="369673"/>
                  </a:moveTo>
                  <a:lnTo>
                    <a:pt x="2790724" y="415476"/>
                  </a:lnTo>
                  <a:lnTo>
                    <a:pt x="2744926" y="441916"/>
                  </a:lnTo>
                  <a:lnTo>
                    <a:pt x="2718486" y="396113"/>
                  </a:lnTo>
                  <a:lnTo>
                    <a:pt x="2764277" y="369673"/>
                  </a:lnTo>
                  <a:close/>
                </a:path>
                <a:path w="6694170" h="6997065">
                  <a:moveTo>
                    <a:pt x="2838771" y="501041"/>
                  </a:moveTo>
                  <a:lnTo>
                    <a:pt x="2864033" y="544800"/>
                  </a:lnTo>
                  <a:lnTo>
                    <a:pt x="2820273" y="570068"/>
                  </a:lnTo>
                  <a:lnTo>
                    <a:pt x="2795006" y="526308"/>
                  </a:lnTo>
                  <a:lnTo>
                    <a:pt x="2838771" y="501041"/>
                  </a:lnTo>
                  <a:close/>
                </a:path>
                <a:path w="6694170" h="6997065">
                  <a:moveTo>
                    <a:pt x="2913253" y="632408"/>
                  </a:moveTo>
                  <a:lnTo>
                    <a:pt x="2937342" y="674130"/>
                  </a:lnTo>
                  <a:lnTo>
                    <a:pt x="2895620" y="698219"/>
                  </a:lnTo>
                  <a:lnTo>
                    <a:pt x="2871531" y="656497"/>
                  </a:lnTo>
                  <a:lnTo>
                    <a:pt x="2913253" y="632408"/>
                  </a:lnTo>
                  <a:close/>
                </a:path>
                <a:path w="6694170" h="6997065">
                  <a:moveTo>
                    <a:pt x="2987849" y="763367"/>
                  </a:moveTo>
                  <a:lnTo>
                    <a:pt x="3011061" y="803567"/>
                  </a:lnTo>
                  <a:lnTo>
                    <a:pt x="2970861" y="826779"/>
                  </a:lnTo>
                  <a:lnTo>
                    <a:pt x="2947649" y="786579"/>
                  </a:lnTo>
                  <a:lnTo>
                    <a:pt x="2987849" y="763367"/>
                  </a:lnTo>
                  <a:close/>
                </a:path>
                <a:path w="6694170" h="6997065">
                  <a:moveTo>
                    <a:pt x="3062444" y="894337"/>
                  </a:moveTo>
                  <a:lnTo>
                    <a:pt x="3084774" y="933003"/>
                  </a:lnTo>
                  <a:lnTo>
                    <a:pt x="3046096" y="955333"/>
                  </a:lnTo>
                  <a:lnTo>
                    <a:pt x="3023772" y="916667"/>
                  </a:lnTo>
                  <a:lnTo>
                    <a:pt x="3062444" y="894337"/>
                  </a:lnTo>
                  <a:close/>
                </a:path>
                <a:path w="6694170" h="6997065">
                  <a:moveTo>
                    <a:pt x="3136933" y="1025699"/>
                  </a:moveTo>
                  <a:lnTo>
                    <a:pt x="3158083" y="1062339"/>
                  </a:lnTo>
                  <a:lnTo>
                    <a:pt x="3121449" y="1083491"/>
                  </a:lnTo>
                  <a:lnTo>
                    <a:pt x="3100292" y="1046850"/>
                  </a:lnTo>
                  <a:lnTo>
                    <a:pt x="3136933" y="1025699"/>
                  </a:lnTo>
                  <a:close/>
                </a:path>
                <a:path w="6694170" h="6997065">
                  <a:moveTo>
                    <a:pt x="3211527" y="1156664"/>
                  </a:moveTo>
                  <a:lnTo>
                    <a:pt x="3231802" y="1191776"/>
                  </a:lnTo>
                  <a:lnTo>
                    <a:pt x="3196690" y="1212051"/>
                  </a:lnTo>
                  <a:lnTo>
                    <a:pt x="3176415" y="1176939"/>
                  </a:lnTo>
                  <a:lnTo>
                    <a:pt x="3211527" y="1156664"/>
                  </a:lnTo>
                  <a:close/>
                </a:path>
                <a:path w="6694170" h="6997065">
                  <a:moveTo>
                    <a:pt x="3286016" y="1288032"/>
                  </a:moveTo>
                  <a:lnTo>
                    <a:pt x="3305112" y="1321106"/>
                  </a:lnTo>
                  <a:lnTo>
                    <a:pt x="3272032" y="1340202"/>
                  </a:lnTo>
                  <a:lnTo>
                    <a:pt x="3252936" y="1307128"/>
                  </a:lnTo>
                  <a:lnTo>
                    <a:pt x="3286016" y="1288032"/>
                  </a:lnTo>
                  <a:close/>
                </a:path>
                <a:path w="6694170" h="6997065">
                  <a:moveTo>
                    <a:pt x="3360604" y="1418997"/>
                  </a:moveTo>
                  <a:lnTo>
                    <a:pt x="3378824" y="1450543"/>
                  </a:lnTo>
                  <a:lnTo>
                    <a:pt x="3347272" y="1468756"/>
                  </a:lnTo>
                  <a:lnTo>
                    <a:pt x="3329058" y="1437210"/>
                  </a:lnTo>
                  <a:lnTo>
                    <a:pt x="3360604" y="1418997"/>
                  </a:lnTo>
                  <a:close/>
                </a:path>
                <a:path w="6694170" h="6997065">
                  <a:moveTo>
                    <a:pt x="3434986" y="1550761"/>
                  </a:moveTo>
                  <a:lnTo>
                    <a:pt x="3451730" y="1579772"/>
                  </a:lnTo>
                  <a:lnTo>
                    <a:pt x="3422731" y="1596516"/>
                  </a:lnTo>
                  <a:lnTo>
                    <a:pt x="3405981" y="1567505"/>
                  </a:lnTo>
                  <a:lnTo>
                    <a:pt x="3434986" y="1550761"/>
                  </a:lnTo>
                  <a:close/>
                </a:path>
                <a:path w="6694170" h="6997065">
                  <a:moveTo>
                    <a:pt x="3509588" y="1681726"/>
                  </a:moveTo>
                  <a:lnTo>
                    <a:pt x="3525449" y="1709203"/>
                  </a:lnTo>
                  <a:lnTo>
                    <a:pt x="3497973" y="1725071"/>
                  </a:lnTo>
                  <a:lnTo>
                    <a:pt x="3482105" y="1697594"/>
                  </a:lnTo>
                  <a:lnTo>
                    <a:pt x="3509588" y="1681726"/>
                  </a:lnTo>
                  <a:close/>
                </a:path>
                <a:path w="6694170" h="6997065">
                  <a:moveTo>
                    <a:pt x="3584283" y="1812294"/>
                  </a:moveTo>
                  <a:lnTo>
                    <a:pt x="3599559" y="1838752"/>
                  </a:lnTo>
                  <a:lnTo>
                    <a:pt x="3573101" y="1854028"/>
                  </a:lnTo>
                  <a:lnTo>
                    <a:pt x="3557825" y="1827570"/>
                  </a:lnTo>
                  <a:lnTo>
                    <a:pt x="3584283" y="1812294"/>
                  </a:lnTo>
                  <a:close/>
                </a:path>
                <a:path w="6694170" h="6997065">
                  <a:moveTo>
                    <a:pt x="3658771" y="1943656"/>
                  </a:moveTo>
                  <a:lnTo>
                    <a:pt x="3672874" y="1968083"/>
                  </a:lnTo>
                  <a:lnTo>
                    <a:pt x="3648447" y="1982185"/>
                  </a:lnTo>
                  <a:lnTo>
                    <a:pt x="3634345" y="1957758"/>
                  </a:lnTo>
                  <a:lnTo>
                    <a:pt x="3658771" y="1943656"/>
                  </a:lnTo>
                  <a:close/>
                </a:path>
                <a:path w="6694170" h="6997065">
                  <a:moveTo>
                    <a:pt x="3733260" y="2075017"/>
                  </a:moveTo>
                  <a:lnTo>
                    <a:pt x="3746190" y="2097407"/>
                  </a:lnTo>
                  <a:lnTo>
                    <a:pt x="3723795" y="2110337"/>
                  </a:lnTo>
                  <a:lnTo>
                    <a:pt x="3710871" y="2087948"/>
                  </a:lnTo>
                  <a:lnTo>
                    <a:pt x="3733260" y="2075017"/>
                  </a:lnTo>
                  <a:close/>
                </a:path>
                <a:path w="6694170" h="6997065">
                  <a:moveTo>
                    <a:pt x="3807855" y="2205988"/>
                  </a:moveTo>
                  <a:lnTo>
                    <a:pt x="3819902" y="2226849"/>
                  </a:lnTo>
                  <a:lnTo>
                    <a:pt x="3799035" y="2238896"/>
                  </a:lnTo>
                  <a:lnTo>
                    <a:pt x="3786988" y="2218036"/>
                  </a:lnTo>
                  <a:lnTo>
                    <a:pt x="3807855" y="2205988"/>
                  </a:lnTo>
                  <a:close/>
                </a:path>
                <a:path w="6694170" h="6997065">
                  <a:moveTo>
                    <a:pt x="3882444" y="2336947"/>
                  </a:moveTo>
                  <a:lnTo>
                    <a:pt x="3893609" y="2356286"/>
                  </a:lnTo>
                  <a:lnTo>
                    <a:pt x="3874276" y="2367451"/>
                  </a:lnTo>
                  <a:lnTo>
                    <a:pt x="3863111" y="2348111"/>
                  </a:lnTo>
                  <a:lnTo>
                    <a:pt x="3882444" y="2336947"/>
                  </a:lnTo>
                  <a:close/>
                </a:path>
                <a:path w="6694170" h="6997065">
                  <a:moveTo>
                    <a:pt x="3957039" y="2467917"/>
                  </a:moveTo>
                  <a:lnTo>
                    <a:pt x="3967321" y="2485722"/>
                  </a:lnTo>
                  <a:lnTo>
                    <a:pt x="3949516" y="2496005"/>
                  </a:lnTo>
                  <a:lnTo>
                    <a:pt x="3939234" y="2478200"/>
                  </a:lnTo>
                  <a:lnTo>
                    <a:pt x="3957039" y="2467917"/>
                  </a:lnTo>
                  <a:close/>
                </a:path>
                <a:path w="6694170" h="6997065">
                  <a:moveTo>
                    <a:pt x="4031634" y="2598876"/>
                  </a:moveTo>
                  <a:lnTo>
                    <a:pt x="4041034" y="2615164"/>
                  </a:lnTo>
                  <a:lnTo>
                    <a:pt x="4024757" y="2624564"/>
                  </a:lnTo>
                  <a:lnTo>
                    <a:pt x="4015351" y="2608276"/>
                  </a:lnTo>
                  <a:lnTo>
                    <a:pt x="4031634" y="2598876"/>
                  </a:lnTo>
                  <a:close/>
                </a:path>
                <a:path w="6694170" h="6997065">
                  <a:moveTo>
                    <a:pt x="4106234" y="2729841"/>
                  </a:moveTo>
                  <a:lnTo>
                    <a:pt x="4114752" y="2744595"/>
                  </a:lnTo>
                  <a:lnTo>
                    <a:pt x="4099998" y="2753119"/>
                  </a:lnTo>
                  <a:lnTo>
                    <a:pt x="4091474" y="2738358"/>
                  </a:lnTo>
                  <a:lnTo>
                    <a:pt x="4106234" y="2729841"/>
                  </a:lnTo>
                  <a:close/>
                </a:path>
                <a:path w="6694170" h="6997065">
                  <a:moveTo>
                    <a:pt x="4180824" y="2860800"/>
                  </a:moveTo>
                  <a:lnTo>
                    <a:pt x="4188465" y="2874037"/>
                  </a:lnTo>
                  <a:lnTo>
                    <a:pt x="4175233" y="2881678"/>
                  </a:lnTo>
                  <a:lnTo>
                    <a:pt x="4167592" y="2868441"/>
                  </a:lnTo>
                  <a:lnTo>
                    <a:pt x="4180824" y="2860800"/>
                  </a:lnTo>
                  <a:close/>
                </a:path>
                <a:path w="6694170" h="6997065">
                  <a:moveTo>
                    <a:pt x="4255419" y="2991770"/>
                  </a:moveTo>
                  <a:lnTo>
                    <a:pt x="4262177" y="3003474"/>
                  </a:lnTo>
                  <a:lnTo>
                    <a:pt x="4250473" y="3010232"/>
                  </a:lnTo>
                  <a:lnTo>
                    <a:pt x="4243715" y="2998529"/>
                  </a:lnTo>
                  <a:lnTo>
                    <a:pt x="4255419" y="2991770"/>
                  </a:lnTo>
                  <a:close/>
                </a:path>
                <a:path w="6694170" h="6997065">
                  <a:moveTo>
                    <a:pt x="4330014" y="3122735"/>
                  </a:moveTo>
                  <a:lnTo>
                    <a:pt x="4335889" y="3132911"/>
                  </a:lnTo>
                  <a:lnTo>
                    <a:pt x="4325714" y="3138787"/>
                  </a:lnTo>
                  <a:lnTo>
                    <a:pt x="4319838" y="3128611"/>
                  </a:lnTo>
                  <a:lnTo>
                    <a:pt x="4330014" y="3122735"/>
                  </a:lnTo>
                  <a:close/>
                </a:path>
                <a:path w="6694170" h="6997065">
                  <a:moveTo>
                    <a:pt x="4404609" y="3253700"/>
                  </a:moveTo>
                  <a:lnTo>
                    <a:pt x="4409602" y="3262354"/>
                  </a:lnTo>
                  <a:lnTo>
                    <a:pt x="4400954" y="3267347"/>
                  </a:lnTo>
                  <a:lnTo>
                    <a:pt x="4395955" y="3258693"/>
                  </a:lnTo>
                  <a:lnTo>
                    <a:pt x="4404609" y="3253700"/>
                  </a:lnTo>
                  <a:close/>
                </a:path>
                <a:path w="6694170" h="6997065">
                  <a:moveTo>
                    <a:pt x="4479311" y="3384262"/>
                  </a:moveTo>
                  <a:lnTo>
                    <a:pt x="4483717" y="3391891"/>
                  </a:lnTo>
                  <a:lnTo>
                    <a:pt x="4476082" y="3396298"/>
                  </a:lnTo>
                  <a:lnTo>
                    <a:pt x="4471676" y="3388669"/>
                  </a:lnTo>
                  <a:lnTo>
                    <a:pt x="4479311" y="3384262"/>
                  </a:lnTo>
                  <a:close/>
                </a:path>
                <a:path w="6694170" h="6997065">
                  <a:moveTo>
                    <a:pt x="4554012" y="3514824"/>
                  </a:moveTo>
                  <a:lnTo>
                    <a:pt x="4557833" y="3521440"/>
                  </a:lnTo>
                  <a:lnTo>
                    <a:pt x="4551217" y="3525260"/>
                  </a:lnTo>
                  <a:lnTo>
                    <a:pt x="4547396" y="3518644"/>
                  </a:lnTo>
                  <a:lnTo>
                    <a:pt x="4554012" y="3514824"/>
                  </a:lnTo>
                  <a:close/>
                </a:path>
                <a:path w="6694170" h="6997065">
                  <a:moveTo>
                    <a:pt x="4628714" y="3645386"/>
                  </a:moveTo>
                  <a:lnTo>
                    <a:pt x="4631948" y="3650983"/>
                  </a:lnTo>
                  <a:lnTo>
                    <a:pt x="4626345" y="3654217"/>
                  </a:lnTo>
                  <a:lnTo>
                    <a:pt x="4623116" y="3648620"/>
                  </a:lnTo>
                  <a:lnTo>
                    <a:pt x="4628714" y="3645386"/>
                  </a:lnTo>
                  <a:close/>
                </a:path>
                <a:path w="6694170" h="6997065">
                  <a:moveTo>
                    <a:pt x="4703415" y="3775954"/>
                  </a:moveTo>
                  <a:lnTo>
                    <a:pt x="4706057" y="3780533"/>
                  </a:lnTo>
                  <a:lnTo>
                    <a:pt x="4701484" y="3783174"/>
                  </a:lnTo>
                  <a:lnTo>
                    <a:pt x="4698837" y="3778595"/>
                  </a:lnTo>
                  <a:lnTo>
                    <a:pt x="4703415" y="3775954"/>
                  </a:lnTo>
                  <a:close/>
                </a:path>
                <a:path w="6694170" h="6997065">
                  <a:moveTo>
                    <a:pt x="4778117" y="3906516"/>
                  </a:moveTo>
                  <a:lnTo>
                    <a:pt x="4780173" y="3910075"/>
                  </a:lnTo>
                  <a:lnTo>
                    <a:pt x="4776613" y="3912130"/>
                  </a:lnTo>
                  <a:lnTo>
                    <a:pt x="4774558" y="3908571"/>
                  </a:lnTo>
                  <a:lnTo>
                    <a:pt x="4778117" y="3906516"/>
                  </a:lnTo>
                  <a:close/>
                </a:path>
                <a:path w="6694170" h="6997065">
                  <a:moveTo>
                    <a:pt x="4852819" y="4037078"/>
                  </a:moveTo>
                  <a:lnTo>
                    <a:pt x="4854288" y="4039619"/>
                  </a:lnTo>
                  <a:lnTo>
                    <a:pt x="4851747" y="4041088"/>
                  </a:lnTo>
                  <a:lnTo>
                    <a:pt x="4850278" y="4038546"/>
                  </a:lnTo>
                  <a:lnTo>
                    <a:pt x="4852819" y="4037078"/>
                  </a:lnTo>
                  <a:close/>
                </a:path>
                <a:path w="6694170" h="6997065">
                  <a:moveTo>
                    <a:pt x="4927526" y="4167640"/>
                  </a:moveTo>
                  <a:lnTo>
                    <a:pt x="4928409" y="4169168"/>
                  </a:lnTo>
                  <a:lnTo>
                    <a:pt x="4926875" y="4170050"/>
                  </a:lnTo>
                  <a:lnTo>
                    <a:pt x="4925992" y="4168522"/>
                  </a:lnTo>
                  <a:lnTo>
                    <a:pt x="4927526" y="4167640"/>
                  </a:lnTo>
                  <a:close/>
                </a:path>
                <a:path w="6694170" h="6997065">
                  <a:moveTo>
                    <a:pt x="2313379" y="0"/>
                  </a:moveTo>
                  <a:lnTo>
                    <a:pt x="2317548" y="0"/>
                  </a:lnTo>
                  <a:lnTo>
                    <a:pt x="2314421" y="1805"/>
                  </a:lnTo>
                  <a:lnTo>
                    <a:pt x="2313379" y="0"/>
                  </a:lnTo>
                  <a:close/>
                </a:path>
                <a:path w="6694170" h="6997065">
                  <a:moveTo>
                    <a:pt x="2411382" y="49296"/>
                  </a:moveTo>
                  <a:lnTo>
                    <a:pt x="2442229" y="102722"/>
                  </a:lnTo>
                  <a:lnTo>
                    <a:pt x="2388797" y="133570"/>
                  </a:lnTo>
                  <a:lnTo>
                    <a:pt x="2357950" y="80144"/>
                  </a:lnTo>
                  <a:lnTo>
                    <a:pt x="2411382" y="49296"/>
                  </a:lnTo>
                  <a:close/>
                </a:path>
                <a:path w="6694170" h="6997065">
                  <a:moveTo>
                    <a:pt x="2485870" y="180658"/>
                  </a:moveTo>
                  <a:lnTo>
                    <a:pt x="2515544" y="232058"/>
                  </a:lnTo>
                  <a:lnTo>
                    <a:pt x="2464150" y="261727"/>
                  </a:lnTo>
                  <a:lnTo>
                    <a:pt x="2434476" y="210327"/>
                  </a:lnTo>
                  <a:lnTo>
                    <a:pt x="2485870" y="180658"/>
                  </a:lnTo>
                  <a:close/>
                </a:path>
                <a:path w="6694170" h="6997065">
                  <a:moveTo>
                    <a:pt x="2560465" y="311623"/>
                  </a:moveTo>
                  <a:lnTo>
                    <a:pt x="2589257" y="361495"/>
                  </a:lnTo>
                  <a:lnTo>
                    <a:pt x="2539385" y="390287"/>
                  </a:lnTo>
                  <a:lnTo>
                    <a:pt x="2510593" y="340415"/>
                  </a:lnTo>
                  <a:lnTo>
                    <a:pt x="2560465" y="311623"/>
                  </a:lnTo>
                  <a:close/>
                </a:path>
                <a:path w="6694170" h="6997065">
                  <a:moveTo>
                    <a:pt x="2634954" y="442991"/>
                  </a:moveTo>
                  <a:lnTo>
                    <a:pt x="2662567" y="490819"/>
                  </a:lnTo>
                  <a:lnTo>
                    <a:pt x="2614738" y="518438"/>
                  </a:lnTo>
                  <a:lnTo>
                    <a:pt x="2587119" y="470604"/>
                  </a:lnTo>
                  <a:lnTo>
                    <a:pt x="2634954" y="442991"/>
                  </a:lnTo>
                  <a:close/>
                </a:path>
                <a:path w="6694170" h="6997065">
                  <a:moveTo>
                    <a:pt x="2709436" y="574352"/>
                  </a:moveTo>
                  <a:lnTo>
                    <a:pt x="2735876" y="620150"/>
                  </a:lnTo>
                  <a:lnTo>
                    <a:pt x="2690079" y="646590"/>
                  </a:lnTo>
                  <a:lnTo>
                    <a:pt x="2663639" y="600793"/>
                  </a:lnTo>
                  <a:lnTo>
                    <a:pt x="2709436" y="574352"/>
                  </a:lnTo>
                  <a:close/>
                </a:path>
                <a:path w="6694170" h="6997065">
                  <a:moveTo>
                    <a:pt x="2783818" y="706122"/>
                  </a:moveTo>
                  <a:lnTo>
                    <a:pt x="2808789" y="749372"/>
                  </a:lnTo>
                  <a:lnTo>
                    <a:pt x="2765540" y="774344"/>
                  </a:lnTo>
                  <a:lnTo>
                    <a:pt x="2740568" y="731094"/>
                  </a:lnTo>
                  <a:lnTo>
                    <a:pt x="2783818" y="706122"/>
                  </a:lnTo>
                  <a:close/>
                </a:path>
                <a:path w="6694170" h="6997065">
                  <a:moveTo>
                    <a:pt x="2858419" y="837087"/>
                  </a:moveTo>
                  <a:lnTo>
                    <a:pt x="2882508" y="878810"/>
                  </a:lnTo>
                  <a:lnTo>
                    <a:pt x="2840780" y="902904"/>
                  </a:lnTo>
                  <a:lnTo>
                    <a:pt x="2816691" y="861176"/>
                  </a:lnTo>
                  <a:lnTo>
                    <a:pt x="2858419" y="837087"/>
                  </a:lnTo>
                  <a:close/>
                </a:path>
                <a:path w="6694170" h="6997065">
                  <a:moveTo>
                    <a:pt x="2932901" y="968455"/>
                  </a:moveTo>
                  <a:lnTo>
                    <a:pt x="2955818" y="1008145"/>
                  </a:lnTo>
                  <a:lnTo>
                    <a:pt x="2916128" y="1031062"/>
                  </a:lnTo>
                  <a:lnTo>
                    <a:pt x="2893211" y="991371"/>
                  </a:lnTo>
                  <a:lnTo>
                    <a:pt x="2932901" y="968455"/>
                  </a:lnTo>
                  <a:close/>
                </a:path>
                <a:path w="6694170" h="6997065">
                  <a:moveTo>
                    <a:pt x="3007490" y="1099413"/>
                  </a:moveTo>
                  <a:lnTo>
                    <a:pt x="3029530" y="1137582"/>
                  </a:lnTo>
                  <a:lnTo>
                    <a:pt x="2991368" y="1159616"/>
                  </a:lnTo>
                  <a:lnTo>
                    <a:pt x="2969328" y="1121447"/>
                  </a:lnTo>
                  <a:lnTo>
                    <a:pt x="3007490" y="1099413"/>
                  </a:lnTo>
                  <a:close/>
                </a:path>
                <a:path w="6694170" h="6997065">
                  <a:moveTo>
                    <a:pt x="3081978" y="1230781"/>
                  </a:moveTo>
                  <a:lnTo>
                    <a:pt x="3102839" y="1266912"/>
                  </a:lnTo>
                  <a:lnTo>
                    <a:pt x="3066714" y="1287767"/>
                  </a:lnTo>
                  <a:lnTo>
                    <a:pt x="3045854" y="1251636"/>
                  </a:lnTo>
                  <a:lnTo>
                    <a:pt x="3081978" y="1230781"/>
                  </a:lnTo>
                  <a:close/>
                </a:path>
                <a:path w="6694170" h="6997065">
                  <a:moveTo>
                    <a:pt x="3156472" y="1362148"/>
                  </a:moveTo>
                  <a:lnTo>
                    <a:pt x="3176155" y="1396236"/>
                  </a:lnTo>
                  <a:lnTo>
                    <a:pt x="3142056" y="1415924"/>
                  </a:lnTo>
                  <a:lnTo>
                    <a:pt x="3122373" y="1381831"/>
                  </a:lnTo>
                  <a:lnTo>
                    <a:pt x="3156472" y="1362148"/>
                  </a:lnTo>
                  <a:close/>
                </a:path>
                <a:path w="6694170" h="6997065">
                  <a:moveTo>
                    <a:pt x="3231061" y="1493107"/>
                  </a:moveTo>
                  <a:lnTo>
                    <a:pt x="3249867" y="1525678"/>
                  </a:lnTo>
                  <a:lnTo>
                    <a:pt x="3217296" y="1544478"/>
                  </a:lnTo>
                  <a:lnTo>
                    <a:pt x="3198496" y="1511913"/>
                  </a:lnTo>
                  <a:lnTo>
                    <a:pt x="3231061" y="1493107"/>
                  </a:lnTo>
                  <a:close/>
                </a:path>
                <a:path w="6694170" h="6997065">
                  <a:moveTo>
                    <a:pt x="3305544" y="1624475"/>
                  </a:moveTo>
                  <a:lnTo>
                    <a:pt x="3323176" y="1655014"/>
                  </a:lnTo>
                  <a:lnTo>
                    <a:pt x="3292643" y="1672641"/>
                  </a:lnTo>
                  <a:lnTo>
                    <a:pt x="3275016" y="1642101"/>
                  </a:lnTo>
                  <a:lnTo>
                    <a:pt x="3305544" y="1624475"/>
                  </a:lnTo>
                  <a:close/>
                </a:path>
                <a:path w="6694170" h="6997065">
                  <a:moveTo>
                    <a:pt x="3380038" y="1755842"/>
                  </a:moveTo>
                  <a:lnTo>
                    <a:pt x="3396486" y="1784338"/>
                  </a:lnTo>
                  <a:lnTo>
                    <a:pt x="3367996" y="1800793"/>
                  </a:lnTo>
                  <a:lnTo>
                    <a:pt x="3351542" y="1772297"/>
                  </a:lnTo>
                  <a:lnTo>
                    <a:pt x="3380038" y="1755842"/>
                  </a:lnTo>
                  <a:close/>
                </a:path>
                <a:path w="6694170" h="6997065">
                  <a:moveTo>
                    <a:pt x="3454739" y="1886404"/>
                  </a:moveTo>
                  <a:lnTo>
                    <a:pt x="3470602" y="1913881"/>
                  </a:lnTo>
                  <a:lnTo>
                    <a:pt x="3443125" y="1929743"/>
                  </a:lnTo>
                  <a:lnTo>
                    <a:pt x="3427263" y="1902272"/>
                  </a:lnTo>
                  <a:lnTo>
                    <a:pt x="3454739" y="1886404"/>
                  </a:lnTo>
                  <a:close/>
                </a:path>
                <a:path w="6694170" h="6997065">
                  <a:moveTo>
                    <a:pt x="3529222" y="2017771"/>
                  </a:moveTo>
                  <a:lnTo>
                    <a:pt x="3543911" y="2043217"/>
                  </a:lnTo>
                  <a:lnTo>
                    <a:pt x="3518471" y="2057906"/>
                  </a:lnTo>
                  <a:lnTo>
                    <a:pt x="3503782" y="2032461"/>
                  </a:lnTo>
                  <a:lnTo>
                    <a:pt x="3529222" y="2017771"/>
                  </a:lnTo>
                  <a:close/>
                </a:path>
                <a:path w="6694170" h="6997065">
                  <a:moveTo>
                    <a:pt x="3603711" y="2149140"/>
                  </a:moveTo>
                  <a:lnTo>
                    <a:pt x="3617227" y="2172541"/>
                  </a:lnTo>
                  <a:lnTo>
                    <a:pt x="3593819" y="2186057"/>
                  </a:lnTo>
                  <a:lnTo>
                    <a:pt x="3580309" y="2162650"/>
                  </a:lnTo>
                  <a:lnTo>
                    <a:pt x="3603711" y="2149140"/>
                  </a:lnTo>
                  <a:close/>
                </a:path>
                <a:path w="6694170" h="6997065">
                  <a:moveTo>
                    <a:pt x="3678305" y="2280098"/>
                  </a:moveTo>
                  <a:lnTo>
                    <a:pt x="3690939" y="2301983"/>
                  </a:lnTo>
                  <a:lnTo>
                    <a:pt x="3669054" y="2314617"/>
                  </a:lnTo>
                  <a:lnTo>
                    <a:pt x="3656420" y="2292731"/>
                  </a:lnTo>
                  <a:lnTo>
                    <a:pt x="3678305" y="2280098"/>
                  </a:lnTo>
                  <a:close/>
                </a:path>
                <a:path w="6694170" h="6997065">
                  <a:moveTo>
                    <a:pt x="3752901" y="2411062"/>
                  </a:moveTo>
                  <a:lnTo>
                    <a:pt x="3764652" y="2431420"/>
                  </a:lnTo>
                  <a:lnTo>
                    <a:pt x="3744294" y="2443171"/>
                  </a:lnTo>
                  <a:lnTo>
                    <a:pt x="3732543" y="2422814"/>
                  </a:lnTo>
                  <a:lnTo>
                    <a:pt x="3752901" y="2411062"/>
                  </a:lnTo>
                  <a:close/>
                </a:path>
                <a:path w="6694170" h="6997065">
                  <a:moveTo>
                    <a:pt x="3827388" y="2542431"/>
                  </a:moveTo>
                  <a:lnTo>
                    <a:pt x="3837961" y="2560744"/>
                  </a:lnTo>
                  <a:lnTo>
                    <a:pt x="3819647" y="2571323"/>
                  </a:lnTo>
                  <a:lnTo>
                    <a:pt x="3809068" y="2553003"/>
                  </a:lnTo>
                  <a:lnTo>
                    <a:pt x="3827388" y="2542431"/>
                  </a:lnTo>
                  <a:close/>
                </a:path>
                <a:path w="6694170" h="6997065">
                  <a:moveTo>
                    <a:pt x="3901985" y="2673395"/>
                  </a:moveTo>
                  <a:lnTo>
                    <a:pt x="3911674" y="2690187"/>
                  </a:lnTo>
                  <a:lnTo>
                    <a:pt x="3894883" y="2699883"/>
                  </a:lnTo>
                  <a:lnTo>
                    <a:pt x="3885187" y="2683091"/>
                  </a:lnTo>
                  <a:lnTo>
                    <a:pt x="3901985" y="2673395"/>
                  </a:lnTo>
                  <a:close/>
                </a:path>
                <a:path w="6694170" h="6997065">
                  <a:moveTo>
                    <a:pt x="3976573" y="2804360"/>
                  </a:moveTo>
                  <a:lnTo>
                    <a:pt x="3985387" y="2819623"/>
                  </a:lnTo>
                  <a:lnTo>
                    <a:pt x="3970123" y="2828437"/>
                  </a:lnTo>
                  <a:lnTo>
                    <a:pt x="3961310" y="2813173"/>
                  </a:lnTo>
                  <a:lnTo>
                    <a:pt x="3976573" y="2804360"/>
                  </a:lnTo>
                  <a:close/>
                </a:path>
                <a:path w="6694170" h="6997065">
                  <a:moveTo>
                    <a:pt x="4051174" y="2935325"/>
                  </a:moveTo>
                  <a:lnTo>
                    <a:pt x="4059105" y="2949061"/>
                  </a:lnTo>
                  <a:lnTo>
                    <a:pt x="4045364" y="2956991"/>
                  </a:lnTo>
                  <a:lnTo>
                    <a:pt x="4037433" y="2943256"/>
                  </a:lnTo>
                  <a:lnTo>
                    <a:pt x="4051174" y="2935325"/>
                  </a:lnTo>
                  <a:close/>
                </a:path>
                <a:path w="6694170" h="6997065">
                  <a:moveTo>
                    <a:pt x="4125876" y="3065887"/>
                  </a:moveTo>
                  <a:lnTo>
                    <a:pt x="4133221" y="3078610"/>
                  </a:lnTo>
                  <a:lnTo>
                    <a:pt x="4120498" y="3085954"/>
                  </a:lnTo>
                  <a:lnTo>
                    <a:pt x="4113153" y="3073231"/>
                  </a:lnTo>
                  <a:lnTo>
                    <a:pt x="4125876" y="3065887"/>
                  </a:lnTo>
                  <a:close/>
                </a:path>
                <a:path w="6694170" h="6997065">
                  <a:moveTo>
                    <a:pt x="4200364" y="3197248"/>
                  </a:moveTo>
                  <a:lnTo>
                    <a:pt x="4206530" y="3207934"/>
                  </a:lnTo>
                  <a:lnTo>
                    <a:pt x="4195845" y="3214105"/>
                  </a:lnTo>
                  <a:lnTo>
                    <a:pt x="4189679" y="3203420"/>
                  </a:lnTo>
                  <a:lnTo>
                    <a:pt x="4200364" y="3197248"/>
                  </a:lnTo>
                  <a:close/>
                </a:path>
                <a:path w="6694170" h="6997065">
                  <a:moveTo>
                    <a:pt x="4274959" y="3328219"/>
                  </a:moveTo>
                  <a:lnTo>
                    <a:pt x="4280243" y="3337376"/>
                  </a:lnTo>
                  <a:lnTo>
                    <a:pt x="4271079" y="3342665"/>
                  </a:lnTo>
                  <a:lnTo>
                    <a:pt x="4265796" y="3333508"/>
                  </a:lnTo>
                  <a:lnTo>
                    <a:pt x="4274959" y="3328219"/>
                  </a:lnTo>
                  <a:close/>
                </a:path>
                <a:path w="6694170" h="6997065">
                  <a:moveTo>
                    <a:pt x="4349661" y="3458781"/>
                  </a:moveTo>
                  <a:lnTo>
                    <a:pt x="4354358" y="3466919"/>
                  </a:lnTo>
                  <a:lnTo>
                    <a:pt x="4346220" y="3471622"/>
                  </a:lnTo>
                  <a:lnTo>
                    <a:pt x="4341517" y="3463478"/>
                  </a:lnTo>
                  <a:lnTo>
                    <a:pt x="4349661" y="3458781"/>
                  </a:lnTo>
                  <a:close/>
                </a:path>
                <a:path w="6694170" h="6997065">
                  <a:moveTo>
                    <a:pt x="4424362" y="3589343"/>
                  </a:moveTo>
                  <a:lnTo>
                    <a:pt x="4428473" y="3596462"/>
                  </a:lnTo>
                  <a:lnTo>
                    <a:pt x="4421348" y="3600579"/>
                  </a:lnTo>
                  <a:lnTo>
                    <a:pt x="4417237" y="3593453"/>
                  </a:lnTo>
                  <a:lnTo>
                    <a:pt x="4424362" y="3589343"/>
                  </a:lnTo>
                  <a:close/>
                </a:path>
                <a:path w="6694170" h="6997065">
                  <a:moveTo>
                    <a:pt x="4499064" y="3719899"/>
                  </a:moveTo>
                  <a:lnTo>
                    <a:pt x="4502589" y="3726011"/>
                  </a:lnTo>
                  <a:lnTo>
                    <a:pt x="4496482" y="3729536"/>
                  </a:lnTo>
                  <a:lnTo>
                    <a:pt x="4492952" y="3723429"/>
                  </a:lnTo>
                  <a:lnTo>
                    <a:pt x="4499064" y="3719899"/>
                  </a:lnTo>
                  <a:close/>
                </a:path>
                <a:path w="6694170" h="6997065">
                  <a:moveTo>
                    <a:pt x="4573659" y="3850869"/>
                  </a:moveTo>
                  <a:lnTo>
                    <a:pt x="4576301" y="3855448"/>
                  </a:lnTo>
                  <a:lnTo>
                    <a:pt x="4571722" y="3858090"/>
                  </a:lnTo>
                  <a:lnTo>
                    <a:pt x="4569075" y="3853511"/>
                  </a:lnTo>
                  <a:lnTo>
                    <a:pt x="4573659" y="3850869"/>
                  </a:lnTo>
                  <a:close/>
                </a:path>
                <a:path w="6694170" h="6997065">
                  <a:moveTo>
                    <a:pt x="4648461" y="3981029"/>
                  </a:moveTo>
                  <a:lnTo>
                    <a:pt x="4650813" y="3985098"/>
                  </a:lnTo>
                  <a:lnTo>
                    <a:pt x="4646744" y="3987449"/>
                  </a:lnTo>
                  <a:lnTo>
                    <a:pt x="4644392" y="3983380"/>
                  </a:lnTo>
                  <a:lnTo>
                    <a:pt x="4648461" y="3981029"/>
                  </a:lnTo>
                  <a:close/>
                </a:path>
                <a:path w="6694170" h="6997065">
                  <a:moveTo>
                    <a:pt x="4723169" y="4111591"/>
                  </a:moveTo>
                  <a:lnTo>
                    <a:pt x="4724934" y="4114647"/>
                  </a:lnTo>
                  <a:lnTo>
                    <a:pt x="4721878" y="4116412"/>
                  </a:lnTo>
                  <a:lnTo>
                    <a:pt x="4720113" y="4113350"/>
                  </a:lnTo>
                  <a:lnTo>
                    <a:pt x="4723169" y="4111591"/>
                  </a:lnTo>
                  <a:close/>
                </a:path>
                <a:path w="6694170" h="6997065">
                  <a:moveTo>
                    <a:pt x="4797870" y="4242153"/>
                  </a:moveTo>
                  <a:lnTo>
                    <a:pt x="4799050" y="4244190"/>
                  </a:lnTo>
                  <a:lnTo>
                    <a:pt x="4797012" y="4245363"/>
                  </a:lnTo>
                  <a:lnTo>
                    <a:pt x="4795833" y="4243331"/>
                  </a:lnTo>
                  <a:lnTo>
                    <a:pt x="4797870" y="4242153"/>
                  </a:lnTo>
                  <a:close/>
                </a:path>
                <a:path w="6694170" h="6997065">
                  <a:moveTo>
                    <a:pt x="4871553" y="4373307"/>
                  </a:moveTo>
                  <a:lnTo>
                    <a:pt x="4872907" y="4373307"/>
                  </a:lnTo>
                  <a:lnTo>
                    <a:pt x="4873159" y="4373739"/>
                  </a:lnTo>
                  <a:lnTo>
                    <a:pt x="4871802" y="4373739"/>
                  </a:lnTo>
                  <a:lnTo>
                    <a:pt x="4871553" y="4373307"/>
                  </a:lnTo>
                  <a:close/>
                </a:path>
                <a:path w="6694170" h="6997065">
                  <a:moveTo>
                    <a:pt x="2192979" y="0"/>
                  </a:moveTo>
                  <a:lnTo>
                    <a:pt x="2212283" y="0"/>
                  </a:lnTo>
                  <a:lnTo>
                    <a:pt x="2240365" y="48633"/>
                  </a:lnTo>
                  <a:lnTo>
                    <a:pt x="2183374" y="81542"/>
                  </a:lnTo>
                  <a:lnTo>
                    <a:pt x="2150465" y="24544"/>
                  </a:lnTo>
                  <a:lnTo>
                    <a:pt x="2192979" y="0"/>
                  </a:lnTo>
                  <a:close/>
                </a:path>
                <a:path w="6694170" h="6997065">
                  <a:moveTo>
                    <a:pt x="2281945" y="123010"/>
                  </a:moveTo>
                  <a:lnTo>
                    <a:pt x="2313675" y="177964"/>
                  </a:lnTo>
                  <a:lnTo>
                    <a:pt x="2258721" y="209694"/>
                  </a:lnTo>
                  <a:lnTo>
                    <a:pt x="2226991" y="154734"/>
                  </a:lnTo>
                  <a:lnTo>
                    <a:pt x="2281945" y="123010"/>
                  </a:lnTo>
                  <a:close/>
                </a:path>
                <a:path w="6694170" h="6997065">
                  <a:moveTo>
                    <a:pt x="2356540" y="253968"/>
                  </a:moveTo>
                  <a:lnTo>
                    <a:pt x="2387388" y="307400"/>
                  </a:lnTo>
                  <a:lnTo>
                    <a:pt x="2333956" y="338247"/>
                  </a:lnTo>
                  <a:lnTo>
                    <a:pt x="2303108" y="284821"/>
                  </a:lnTo>
                  <a:lnTo>
                    <a:pt x="2356540" y="253968"/>
                  </a:lnTo>
                  <a:close/>
                </a:path>
                <a:path w="6694170" h="6997065">
                  <a:moveTo>
                    <a:pt x="2431029" y="385336"/>
                  </a:moveTo>
                  <a:lnTo>
                    <a:pt x="2460703" y="436736"/>
                  </a:lnTo>
                  <a:lnTo>
                    <a:pt x="2409309" y="466405"/>
                  </a:lnTo>
                  <a:lnTo>
                    <a:pt x="2379634" y="415010"/>
                  </a:lnTo>
                  <a:lnTo>
                    <a:pt x="2431029" y="385336"/>
                  </a:lnTo>
                  <a:close/>
                </a:path>
                <a:path w="6694170" h="6997065">
                  <a:moveTo>
                    <a:pt x="2505517" y="516703"/>
                  </a:moveTo>
                  <a:lnTo>
                    <a:pt x="2534013" y="566060"/>
                  </a:lnTo>
                  <a:lnTo>
                    <a:pt x="2484650" y="594562"/>
                  </a:lnTo>
                  <a:lnTo>
                    <a:pt x="2456154" y="545199"/>
                  </a:lnTo>
                  <a:lnTo>
                    <a:pt x="2505517" y="516703"/>
                  </a:lnTo>
                  <a:close/>
                </a:path>
                <a:path w="6694170" h="6997065">
                  <a:moveTo>
                    <a:pt x="2579999" y="648065"/>
                  </a:moveTo>
                  <a:lnTo>
                    <a:pt x="2607322" y="695390"/>
                  </a:lnTo>
                  <a:lnTo>
                    <a:pt x="2560003" y="722713"/>
                  </a:lnTo>
                  <a:lnTo>
                    <a:pt x="2532680" y="675388"/>
                  </a:lnTo>
                  <a:lnTo>
                    <a:pt x="2579999" y="648065"/>
                  </a:lnTo>
                  <a:close/>
                </a:path>
                <a:path w="6694170" h="6997065">
                  <a:moveTo>
                    <a:pt x="2654487" y="779438"/>
                  </a:moveTo>
                  <a:lnTo>
                    <a:pt x="2680638" y="824726"/>
                  </a:lnTo>
                  <a:lnTo>
                    <a:pt x="2635350" y="850870"/>
                  </a:lnTo>
                  <a:lnTo>
                    <a:pt x="2609200" y="805582"/>
                  </a:lnTo>
                  <a:lnTo>
                    <a:pt x="2654487" y="779438"/>
                  </a:lnTo>
                  <a:close/>
                </a:path>
                <a:path w="6694170" h="6997065">
                  <a:moveTo>
                    <a:pt x="2728975" y="910800"/>
                  </a:moveTo>
                  <a:lnTo>
                    <a:pt x="2753947" y="954050"/>
                  </a:lnTo>
                  <a:lnTo>
                    <a:pt x="2710691" y="979027"/>
                  </a:lnTo>
                  <a:lnTo>
                    <a:pt x="2685719" y="935771"/>
                  </a:lnTo>
                  <a:lnTo>
                    <a:pt x="2728975" y="910800"/>
                  </a:lnTo>
                  <a:close/>
                </a:path>
                <a:path w="6694170" h="6997065">
                  <a:moveTo>
                    <a:pt x="2803464" y="1042167"/>
                  </a:moveTo>
                  <a:lnTo>
                    <a:pt x="2827257" y="1083380"/>
                  </a:lnTo>
                  <a:lnTo>
                    <a:pt x="2786038" y="1107179"/>
                  </a:lnTo>
                  <a:lnTo>
                    <a:pt x="2762245" y="1065960"/>
                  </a:lnTo>
                  <a:lnTo>
                    <a:pt x="2803464" y="1042167"/>
                  </a:lnTo>
                  <a:close/>
                </a:path>
                <a:path w="6694170" h="6997065">
                  <a:moveTo>
                    <a:pt x="2877952" y="1173529"/>
                  </a:moveTo>
                  <a:lnTo>
                    <a:pt x="2900573" y="1212716"/>
                  </a:lnTo>
                  <a:lnTo>
                    <a:pt x="2861386" y="1235337"/>
                  </a:lnTo>
                  <a:lnTo>
                    <a:pt x="2838765" y="1196155"/>
                  </a:lnTo>
                  <a:lnTo>
                    <a:pt x="2877952" y="1173529"/>
                  </a:lnTo>
                  <a:close/>
                </a:path>
                <a:path w="6694170" h="6997065">
                  <a:moveTo>
                    <a:pt x="2952547" y="1304494"/>
                  </a:moveTo>
                  <a:lnTo>
                    <a:pt x="2974285" y="1342153"/>
                  </a:lnTo>
                  <a:lnTo>
                    <a:pt x="2936632" y="1363891"/>
                  </a:lnTo>
                  <a:lnTo>
                    <a:pt x="2914889" y="1326238"/>
                  </a:lnTo>
                  <a:lnTo>
                    <a:pt x="2952547" y="1304494"/>
                  </a:lnTo>
                  <a:close/>
                </a:path>
                <a:path w="6694170" h="6997065">
                  <a:moveTo>
                    <a:pt x="3027036" y="1435862"/>
                  </a:moveTo>
                  <a:lnTo>
                    <a:pt x="3047600" y="1471477"/>
                  </a:lnTo>
                  <a:lnTo>
                    <a:pt x="3011973" y="1492048"/>
                  </a:lnTo>
                  <a:lnTo>
                    <a:pt x="2991408" y="1456427"/>
                  </a:lnTo>
                  <a:lnTo>
                    <a:pt x="3027036" y="1435862"/>
                  </a:lnTo>
                  <a:close/>
                </a:path>
                <a:path w="6694170" h="6997065">
                  <a:moveTo>
                    <a:pt x="3101518" y="1567229"/>
                  </a:moveTo>
                  <a:lnTo>
                    <a:pt x="3120905" y="1600807"/>
                  </a:lnTo>
                  <a:lnTo>
                    <a:pt x="3087321" y="1620199"/>
                  </a:lnTo>
                  <a:lnTo>
                    <a:pt x="3067934" y="1586616"/>
                  </a:lnTo>
                  <a:lnTo>
                    <a:pt x="3101518" y="1567229"/>
                  </a:lnTo>
                  <a:close/>
                </a:path>
                <a:path w="6694170" h="6997065">
                  <a:moveTo>
                    <a:pt x="3176113" y="1698194"/>
                  </a:moveTo>
                  <a:lnTo>
                    <a:pt x="3194617" y="1730250"/>
                  </a:lnTo>
                  <a:lnTo>
                    <a:pt x="3162561" y="1748754"/>
                  </a:lnTo>
                  <a:lnTo>
                    <a:pt x="3144058" y="1716698"/>
                  </a:lnTo>
                  <a:lnTo>
                    <a:pt x="3176113" y="1698194"/>
                  </a:lnTo>
                  <a:close/>
                </a:path>
                <a:path w="6694170" h="6997065">
                  <a:moveTo>
                    <a:pt x="3250489" y="1829958"/>
                  </a:moveTo>
                  <a:lnTo>
                    <a:pt x="3267530" y="1859473"/>
                  </a:lnTo>
                  <a:lnTo>
                    <a:pt x="3238021" y="1876508"/>
                  </a:lnTo>
                  <a:lnTo>
                    <a:pt x="3220981" y="1846993"/>
                  </a:lnTo>
                  <a:lnTo>
                    <a:pt x="3250489" y="1829958"/>
                  </a:lnTo>
                  <a:close/>
                </a:path>
                <a:path w="6694170" h="6997065">
                  <a:moveTo>
                    <a:pt x="3325090" y="1960923"/>
                  </a:moveTo>
                  <a:lnTo>
                    <a:pt x="3341249" y="1988910"/>
                  </a:lnTo>
                  <a:lnTo>
                    <a:pt x="3313256" y="2005068"/>
                  </a:lnTo>
                  <a:lnTo>
                    <a:pt x="3297098" y="1977082"/>
                  </a:lnTo>
                  <a:lnTo>
                    <a:pt x="3325090" y="1960923"/>
                  </a:lnTo>
                  <a:close/>
                </a:path>
                <a:path w="6694170" h="6997065">
                  <a:moveTo>
                    <a:pt x="3399679" y="2091882"/>
                  </a:moveTo>
                  <a:lnTo>
                    <a:pt x="3414961" y="2118346"/>
                  </a:lnTo>
                  <a:lnTo>
                    <a:pt x="3388497" y="2133622"/>
                  </a:lnTo>
                  <a:lnTo>
                    <a:pt x="3373215" y="2107163"/>
                  </a:lnTo>
                  <a:lnTo>
                    <a:pt x="3399679" y="2091882"/>
                  </a:lnTo>
                  <a:close/>
                </a:path>
                <a:path w="6694170" h="6997065">
                  <a:moveTo>
                    <a:pt x="3474168" y="2223255"/>
                  </a:moveTo>
                  <a:lnTo>
                    <a:pt x="3488264" y="2247676"/>
                  </a:lnTo>
                  <a:lnTo>
                    <a:pt x="3463843" y="2261773"/>
                  </a:lnTo>
                  <a:lnTo>
                    <a:pt x="3449746" y="2237352"/>
                  </a:lnTo>
                  <a:lnTo>
                    <a:pt x="3474168" y="2223255"/>
                  </a:lnTo>
                  <a:close/>
                </a:path>
                <a:path w="6694170" h="6997065">
                  <a:moveTo>
                    <a:pt x="3548656" y="2354617"/>
                  </a:moveTo>
                  <a:lnTo>
                    <a:pt x="3561580" y="2377006"/>
                  </a:lnTo>
                  <a:lnTo>
                    <a:pt x="3539191" y="2389936"/>
                  </a:lnTo>
                  <a:lnTo>
                    <a:pt x="3526267" y="2367547"/>
                  </a:lnTo>
                  <a:lnTo>
                    <a:pt x="3548656" y="2354617"/>
                  </a:lnTo>
                  <a:close/>
                </a:path>
                <a:path w="6694170" h="6997065">
                  <a:moveTo>
                    <a:pt x="3623245" y="2485582"/>
                  </a:moveTo>
                  <a:lnTo>
                    <a:pt x="3635292" y="2506449"/>
                  </a:lnTo>
                  <a:lnTo>
                    <a:pt x="3614431" y="2518491"/>
                  </a:lnTo>
                  <a:lnTo>
                    <a:pt x="3602384" y="2497624"/>
                  </a:lnTo>
                  <a:lnTo>
                    <a:pt x="3623245" y="2485582"/>
                  </a:lnTo>
                  <a:close/>
                </a:path>
                <a:path w="6694170" h="6997065">
                  <a:moveTo>
                    <a:pt x="3697840" y="2616548"/>
                  </a:moveTo>
                  <a:lnTo>
                    <a:pt x="3709005" y="2635886"/>
                  </a:lnTo>
                  <a:lnTo>
                    <a:pt x="3689672" y="2647045"/>
                  </a:lnTo>
                  <a:lnTo>
                    <a:pt x="3678507" y="2627712"/>
                  </a:lnTo>
                  <a:lnTo>
                    <a:pt x="3697840" y="2616548"/>
                  </a:lnTo>
                  <a:close/>
                </a:path>
                <a:path w="6694170" h="6997065">
                  <a:moveTo>
                    <a:pt x="3772441" y="2747512"/>
                  </a:moveTo>
                  <a:lnTo>
                    <a:pt x="3782724" y="2765323"/>
                  </a:lnTo>
                  <a:lnTo>
                    <a:pt x="3764907" y="2775605"/>
                  </a:lnTo>
                  <a:lnTo>
                    <a:pt x="3754624" y="2757794"/>
                  </a:lnTo>
                  <a:lnTo>
                    <a:pt x="3772441" y="2747512"/>
                  </a:lnTo>
                  <a:close/>
                </a:path>
                <a:path w="6694170" h="6997065">
                  <a:moveTo>
                    <a:pt x="3847036" y="2878470"/>
                  </a:moveTo>
                  <a:lnTo>
                    <a:pt x="3856436" y="2894759"/>
                  </a:lnTo>
                  <a:lnTo>
                    <a:pt x="3840148" y="2904165"/>
                  </a:lnTo>
                  <a:lnTo>
                    <a:pt x="3830748" y="2887876"/>
                  </a:lnTo>
                  <a:lnTo>
                    <a:pt x="3847036" y="2878470"/>
                  </a:lnTo>
                  <a:close/>
                </a:path>
                <a:path w="6694170" h="6997065">
                  <a:moveTo>
                    <a:pt x="3921519" y="3009838"/>
                  </a:moveTo>
                  <a:lnTo>
                    <a:pt x="3929746" y="3024089"/>
                  </a:lnTo>
                  <a:lnTo>
                    <a:pt x="3915501" y="3032316"/>
                  </a:lnTo>
                  <a:lnTo>
                    <a:pt x="3907274" y="3018065"/>
                  </a:lnTo>
                  <a:lnTo>
                    <a:pt x="3921519" y="3009838"/>
                  </a:lnTo>
                  <a:close/>
                </a:path>
                <a:path w="6694170" h="6997065">
                  <a:moveTo>
                    <a:pt x="3996219" y="3140400"/>
                  </a:moveTo>
                  <a:lnTo>
                    <a:pt x="4003861" y="3153638"/>
                  </a:lnTo>
                  <a:lnTo>
                    <a:pt x="3990635" y="3161272"/>
                  </a:lnTo>
                  <a:lnTo>
                    <a:pt x="3982994" y="3148040"/>
                  </a:lnTo>
                  <a:lnTo>
                    <a:pt x="3996219" y="3140400"/>
                  </a:lnTo>
                  <a:close/>
                </a:path>
                <a:path w="6694170" h="6997065">
                  <a:moveTo>
                    <a:pt x="4070815" y="3271370"/>
                  </a:moveTo>
                  <a:lnTo>
                    <a:pt x="4077567" y="3283069"/>
                  </a:lnTo>
                  <a:lnTo>
                    <a:pt x="4065869" y="3289827"/>
                  </a:lnTo>
                  <a:lnTo>
                    <a:pt x="4059117" y="3278123"/>
                  </a:lnTo>
                  <a:lnTo>
                    <a:pt x="4070815" y="3271370"/>
                  </a:lnTo>
                  <a:close/>
                </a:path>
                <a:path w="6694170" h="6997065">
                  <a:moveTo>
                    <a:pt x="4145304" y="3402732"/>
                  </a:moveTo>
                  <a:lnTo>
                    <a:pt x="4150883" y="3412399"/>
                  </a:lnTo>
                  <a:lnTo>
                    <a:pt x="4141217" y="3417984"/>
                  </a:lnTo>
                  <a:lnTo>
                    <a:pt x="4135637" y="3408318"/>
                  </a:lnTo>
                  <a:lnTo>
                    <a:pt x="4145304" y="3402732"/>
                  </a:lnTo>
                  <a:close/>
                </a:path>
                <a:path w="6694170" h="6997065">
                  <a:moveTo>
                    <a:pt x="4220005" y="3533294"/>
                  </a:moveTo>
                  <a:lnTo>
                    <a:pt x="4224998" y="3541941"/>
                  </a:lnTo>
                  <a:lnTo>
                    <a:pt x="4216345" y="3546941"/>
                  </a:lnTo>
                  <a:lnTo>
                    <a:pt x="4211352" y="3538293"/>
                  </a:lnTo>
                  <a:lnTo>
                    <a:pt x="4220005" y="3533294"/>
                  </a:lnTo>
                  <a:close/>
                </a:path>
                <a:path w="6694170" h="6997065">
                  <a:moveTo>
                    <a:pt x="4294713" y="3663856"/>
                  </a:moveTo>
                  <a:lnTo>
                    <a:pt x="4299119" y="3671490"/>
                  </a:lnTo>
                  <a:lnTo>
                    <a:pt x="4291484" y="3675897"/>
                  </a:lnTo>
                  <a:lnTo>
                    <a:pt x="4287078" y="3668263"/>
                  </a:lnTo>
                  <a:lnTo>
                    <a:pt x="4294713" y="3663856"/>
                  </a:lnTo>
                  <a:close/>
                </a:path>
                <a:path w="6694170" h="6997065">
                  <a:moveTo>
                    <a:pt x="4369408" y="3794424"/>
                  </a:moveTo>
                  <a:lnTo>
                    <a:pt x="4373229" y="3801040"/>
                  </a:lnTo>
                  <a:lnTo>
                    <a:pt x="4366619" y="3804855"/>
                  </a:lnTo>
                  <a:lnTo>
                    <a:pt x="4362798" y="3798239"/>
                  </a:lnTo>
                  <a:lnTo>
                    <a:pt x="4369408" y="3794424"/>
                  </a:lnTo>
                  <a:close/>
                </a:path>
                <a:path w="6694170" h="6997065">
                  <a:moveTo>
                    <a:pt x="4444003" y="3925383"/>
                  </a:moveTo>
                  <a:lnTo>
                    <a:pt x="4446941" y="3930470"/>
                  </a:lnTo>
                  <a:lnTo>
                    <a:pt x="4441853" y="3933408"/>
                  </a:lnTo>
                  <a:lnTo>
                    <a:pt x="4438915" y="3928320"/>
                  </a:lnTo>
                  <a:lnTo>
                    <a:pt x="4444003" y="3925383"/>
                  </a:lnTo>
                  <a:close/>
                </a:path>
                <a:path w="6694170" h="6997065">
                  <a:moveTo>
                    <a:pt x="4518704" y="4055945"/>
                  </a:moveTo>
                  <a:lnTo>
                    <a:pt x="4521056" y="4060020"/>
                  </a:lnTo>
                  <a:lnTo>
                    <a:pt x="4516987" y="4062365"/>
                  </a:lnTo>
                  <a:lnTo>
                    <a:pt x="4514636" y="4058296"/>
                  </a:lnTo>
                  <a:lnTo>
                    <a:pt x="4518704" y="4055945"/>
                  </a:lnTo>
                  <a:close/>
                </a:path>
                <a:path w="6694170" h="6997065">
                  <a:moveTo>
                    <a:pt x="4593407" y="4186507"/>
                  </a:moveTo>
                  <a:lnTo>
                    <a:pt x="4595172" y="4189569"/>
                  </a:lnTo>
                  <a:lnTo>
                    <a:pt x="4592121" y="4191328"/>
                  </a:lnTo>
                  <a:lnTo>
                    <a:pt x="4590356" y="4188272"/>
                  </a:lnTo>
                  <a:lnTo>
                    <a:pt x="4593407" y="4186507"/>
                  </a:lnTo>
                  <a:close/>
                </a:path>
                <a:path w="6694170" h="6997065">
                  <a:moveTo>
                    <a:pt x="4668221" y="4316672"/>
                  </a:moveTo>
                  <a:lnTo>
                    <a:pt x="4669690" y="4319218"/>
                  </a:lnTo>
                  <a:lnTo>
                    <a:pt x="4667143" y="4320687"/>
                  </a:lnTo>
                  <a:lnTo>
                    <a:pt x="4665674" y="4318141"/>
                  </a:lnTo>
                  <a:lnTo>
                    <a:pt x="4668221" y="4316672"/>
                  </a:lnTo>
                  <a:close/>
                </a:path>
                <a:path w="6694170" h="6997065">
                  <a:moveTo>
                    <a:pt x="4742916" y="4447240"/>
                  </a:moveTo>
                  <a:lnTo>
                    <a:pt x="4743799" y="4448762"/>
                  </a:lnTo>
                  <a:lnTo>
                    <a:pt x="4742277" y="4449638"/>
                  </a:lnTo>
                  <a:lnTo>
                    <a:pt x="4741394" y="4448116"/>
                  </a:lnTo>
                  <a:lnTo>
                    <a:pt x="4742916" y="4447240"/>
                  </a:lnTo>
                  <a:close/>
                </a:path>
                <a:path w="6694170" h="6997065">
                  <a:moveTo>
                    <a:pt x="1961247" y="0"/>
                  </a:moveTo>
                  <a:lnTo>
                    <a:pt x="2028466" y="0"/>
                  </a:lnTo>
                  <a:lnTo>
                    <a:pt x="1978051" y="29106"/>
                  </a:lnTo>
                  <a:lnTo>
                    <a:pt x="1961247" y="0"/>
                  </a:lnTo>
                  <a:close/>
                </a:path>
                <a:path w="6694170" h="6997065">
                  <a:moveTo>
                    <a:pt x="2078133" y="64952"/>
                  </a:moveTo>
                  <a:lnTo>
                    <a:pt x="2112208" y="123981"/>
                  </a:lnTo>
                  <a:lnTo>
                    <a:pt x="2053179" y="158062"/>
                  </a:lnTo>
                  <a:lnTo>
                    <a:pt x="2019104" y="99033"/>
                  </a:lnTo>
                  <a:lnTo>
                    <a:pt x="2078133" y="64952"/>
                  </a:lnTo>
                  <a:close/>
                </a:path>
                <a:path w="6694170" h="6997065">
                  <a:moveTo>
                    <a:pt x="2152615" y="196320"/>
                  </a:moveTo>
                  <a:lnTo>
                    <a:pt x="2185524" y="253317"/>
                  </a:lnTo>
                  <a:lnTo>
                    <a:pt x="2128526" y="286220"/>
                  </a:lnTo>
                  <a:lnTo>
                    <a:pt x="2095623" y="229228"/>
                  </a:lnTo>
                  <a:lnTo>
                    <a:pt x="2152615" y="196320"/>
                  </a:lnTo>
                  <a:close/>
                </a:path>
                <a:path w="6694170" h="6997065">
                  <a:moveTo>
                    <a:pt x="2227104" y="327681"/>
                  </a:moveTo>
                  <a:lnTo>
                    <a:pt x="2258834" y="382641"/>
                  </a:lnTo>
                  <a:lnTo>
                    <a:pt x="2203879" y="414371"/>
                  </a:lnTo>
                  <a:lnTo>
                    <a:pt x="2172149" y="359411"/>
                  </a:lnTo>
                  <a:lnTo>
                    <a:pt x="2227104" y="327681"/>
                  </a:lnTo>
                  <a:close/>
                </a:path>
                <a:path w="6694170" h="6997065">
                  <a:moveTo>
                    <a:pt x="2301699" y="458652"/>
                  </a:moveTo>
                  <a:lnTo>
                    <a:pt x="2332546" y="512078"/>
                  </a:lnTo>
                  <a:lnTo>
                    <a:pt x="2279120" y="542925"/>
                  </a:lnTo>
                  <a:lnTo>
                    <a:pt x="2248273" y="489499"/>
                  </a:lnTo>
                  <a:lnTo>
                    <a:pt x="2301699" y="458652"/>
                  </a:lnTo>
                  <a:close/>
                </a:path>
                <a:path w="6694170" h="6997065">
                  <a:moveTo>
                    <a:pt x="2376186" y="590014"/>
                  </a:moveTo>
                  <a:lnTo>
                    <a:pt x="2405861" y="641408"/>
                  </a:lnTo>
                  <a:lnTo>
                    <a:pt x="2354461" y="671082"/>
                  </a:lnTo>
                  <a:lnTo>
                    <a:pt x="2324792" y="619688"/>
                  </a:lnTo>
                  <a:lnTo>
                    <a:pt x="2376186" y="590014"/>
                  </a:lnTo>
                  <a:close/>
                </a:path>
                <a:path w="6694170" h="6997065">
                  <a:moveTo>
                    <a:pt x="2450669" y="721381"/>
                  </a:moveTo>
                  <a:lnTo>
                    <a:pt x="2479171" y="770744"/>
                  </a:lnTo>
                  <a:lnTo>
                    <a:pt x="2429809" y="799240"/>
                  </a:lnTo>
                  <a:lnTo>
                    <a:pt x="2401313" y="749877"/>
                  </a:lnTo>
                  <a:lnTo>
                    <a:pt x="2450669" y="721381"/>
                  </a:lnTo>
                  <a:close/>
                </a:path>
                <a:path w="6694170" h="6997065">
                  <a:moveTo>
                    <a:pt x="2525051" y="853151"/>
                  </a:moveTo>
                  <a:lnTo>
                    <a:pt x="2552078" y="899961"/>
                  </a:lnTo>
                  <a:lnTo>
                    <a:pt x="2505262" y="926988"/>
                  </a:lnTo>
                  <a:lnTo>
                    <a:pt x="2478235" y="880178"/>
                  </a:lnTo>
                  <a:lnTo>
                    <a:pt x="2525051" y="853151"/>
                  </a:lnTo>
                  <a:close/>
                </a:path>
                <a:path w="6694170" h="6997065">
                  <a:moveTo>
                    <a:pt x="2599540" y="984513"/>
                  </a:moveTo>
                  <a:lnTo>
                    <a:pt x="2625394" y="1029291"/>
                  </a:lnTo>
                  <a:lnTo>
                    <a:pt x="2580616" y="1055146"/>
                  </a:lnTo>
                  <a:lnTo>
                    <a:pt x="2554761" y="1010367"/>
                  </a:lnTo>
                  <a:lnTo>
                    <a:pt x="2599540" y="984513"/>
                  </a:lnTo>
                  <a:close/>
                </a:path>
                <a:path w="6694170" h="6997065">
                  <a:moveTo>
                    <a:pt x="2674022" y="1115881"/>
                  </a:moveTo>
                  <a:lnTo>
                    <a:pt x="2698703" y="1158621"/>
                  </a:lnTo>
                  <a:lnTo>
                    <a:pt x="2655957" y="1183303"/>
                  </a:lnTo>
                  <a:lnTo>
                    <a:pt x="2631281" y="1140556"/>
                  </a:lnTo>
                  <a:lnTo>
                    <a:pt x="2674022" y="1115881"/>
                  </a:lnTo>
                  <a:close/>
                </a:path>
                <a:path w="6694170" h="6997065">
                  <a:moveTo>
                    <a:pt x="2748404" y="1247645"/>
                  </a:moveTo>
                  <a:lnTo>
                    <a:pt x="2771610" y="1287845"/>
                  </a:lnTo>
                  <a:lnTo>
                    <a:pt x="2731410" y="1311057"/>
                  </a:lnTo>
                  <a:lnTo>
                    <a:pt x="2708204" y="1270858"/>
                  </a:lnTo>
                  <a:lnTo>
                    <a:pt x="2748404" y="1247645"/>
                  </a:lnTo>
                  <a:close/>
                </a:path>
                <a:path w="6694170" h="6997065">
                  <a:moveTo>
                    <a:pt x="2822993" y="1378610"/>
                  </a:moveTo>
                  <a:lnTo>
                    <a:pt x="2845323" y="1417287"/>
                  </a:lnTo>
                  <a:lnTo>
                    <a:pt x="2806651" y="1439612"/>
                  </a:lnTo>
                  <a:lnTo>
                    <a:pt x="2784321" y="1400934"/>
                  </a:lnTo>
                  <a:lnTo>
                    <a:pt x="2822993" y="1378610"/>
                  </a:lnTo>
                  <a:close/>
                </a:path>
                <a:path w="6694170" h="6997065">
                  <a:moveTo>
                    <a:pt x="2897487" y="1509977"/>
                  </a:moveTo>
                  <a:lnTo>
                    <a:pt x="2918638" y="1546611"/>
                  </a:lnTo>
                  <a:lnTo>
                    <a:pt x="2881998" y="1567768"/>
                  </a:lnTo>
                  <a:lnTo>
                    <a:pt x="2860846" y="1531134"/>
                  </a:lnTo>
                  <a:lnTo>
                    <a:pt x="2897487" y="1509977"/>
                  </a:lnTo>
                  <a:close/>
                </a:path>
                <a:path w="6694170" h="6997065">
                  <a:moveTo>
                    <a:pt x="2972076" y="1640942"/>
                  </a:moveTo>
                  <a:lnTo>
                    <a:pt x="2992350" y="1676048"/>
                  </a:lnTo>
                  <a:lnTo>
                    <a:pt x="2957238" y="1696323"/>
                  </a:lnTo>
                  <a:lnTo>
                    <a:pt x="2936964" y="1661211"/>
                  </a:lnTo>
                  <a:lnTo>
                    <a:pt x="2972076" y="1640942"/>
                  </a:lnTo>
                  <a:close/>
                </a:path>
                <a:path w="6694170" h="6997065">
                  <a:moveTo>
                    <a:pt x="3046564" y="1772304"/>
                  </a:moveTo>
                  <a:lnTo>
                    <a:pt x="3065666" y="1805384"/>
                  </a:lnTo>
                  <a:lnTo>
                    <a:pt x="3032591" y="1824480"/>
                  </a:lnTo>
                  <a:lnTo>
                    <a:pt x="3013490" y="1791400"/>
                  </a:lnTo>
                  <a:lnTo>
                    <a:pt x="3046564" y="1772304"/>
                  </a:lnTo>
                  <a:close/>
                </a:path>
                <a:path w="6694170" h="6997065">
                  <a:moveTo>
                    <a:pt x="3121052" y="1903677"/>
                  </a:moveTo>
                  <a:lnTo>
                    <a:pt x="3138975" y="1934714"/>
                  </a:lnTo>
                  <a:lnTo>
                    <a:pt x="3107932" y="1952632"/>
                  </a:lnTo>
                  <a:lnTo>
                    <a:pt x="3090015" y="1921595"/>
                  </a:lnTo>
                  <a:lnTo>
                    <a:pt x="3121052" y="1903677"/>
                  </a:lnTo>
                  <a:close/>
                </a:path>
                <a:path w="6694170" h="6997065">
                  <a:moveTo>
                    <a:pt x="3195540" y="2035040"/>
                  </a:moveTo>
                  <a:lnTo>
                    <a:pt x="3212285" y="2064038"/>
                  </a:lnTo>
                  <a:lnTo>
                    <a:pt x="3183279" y="2080789"/>
                  </a:lnTo>
                  <a:lnTo>
                    <a:pt x="3166535" y="2051784"/>
                  </a:lnTo>
                  <a:lnTo>
                    <a:pt x="3195540" y="2035040"/>
                  </a:lnTo>
                  <a:close/>
                </a:path>
                <a:path w="6694170" h="6997065">
                  <a:moveTo>
                    <a:pt x="3270136" y="2165998"/>
                  </a:moveTo>
                  <a:lnTo>
                    <a:pt x="3285998" y="2193481"/>
                  </a:lnTo>
                  <a:lnTo>
                    <a:pt x="3258521" y="2209343"/>
                  </a:lnTo>
                  <a:lnTo>
                    <a:pt x="3242653" y="2181866"/>
                  </a:lnTo>
                  <a:lnTo>
                    <a:pt x="3270136" y="2165998"/>
                  </a:lnTo>
                  <a:close/>
                </a:path>
                <a:path w="6694170" h="6997065">
                  <a:moveTo>
                    <a:pt x="3344624" y="2297365"/>
                  </a:moveTo>
                  <a:lnTo>
                    <a:pt x="3359313" y="2322811"/>
                  </a:lnTo>
                  <a:lnTo>
                    <a:pt x="3333873" y="2337500"/>
                  </a:lnTo>
                  <a:lnTo>
                    <a:pt x="3319178" y="2312054"/>
                  </a:lnTo>
                  <a:lnTo>
                    <a:pt x="3344624" y="2297365"/>
                  </a:lnTo>
                  <a:close/>
                </a:path>
                <a:path w="6694170" h="6997065">
                  <a:moveTo>
                    <a:pt x="3419107" y="2428733"/>
                  </a:moveTo>
                  <a:lnTo>
                    <a:pt x="3432623" y="2452140"/>
                  </a:lnTo>
                  <a:lnTo>
                    <a:pt x="3409215" y="2465657"/>
                  </a:lnTo>
                  <a:lnTo>
                    <a:pt x="3395705" y="2442249"/>
                  </a:lnTo>
                  <a:lnTo>
                    <a:pt x="3419107" y="2428733"/>
                  </a:lnTo>
                  <a:close/>
                </a:path>
                <a:path w="6694170" h="6997065">
                  <a:moveTo>
                    <a:pt x="3493707" y="2559691"/>
                  </a:moveTo>
                  <a:lnTo>
                    <a:pt x="3506341" y="2581577"/>
                  </a:lnTo>
                  <a:lnTo>
                    <a:pt x="3484455" y="2594211"/>
                  </a:lnTo>
                  <a:lnTo>
                    <a:pt x="3471821" y="2572325"/>
                  </a:lnTo>
                  <a:lnTo>
                    <a:pt x="3493707" y="2559691"/>
                  </a:lnTo>
                  <a:close/>
                </a:path>
                <a:path w="6694170" h="6997065">
                  <a:moveTo>
                    <a:pt x="3568190" y="2691059"/>
                  </a:moveTo>
                  <a:lnTo>
                    <a:pt x="3579645" y="2710907"/>
                  </a:lnTo>
                  <a:lnTo>
                    <a:pt x="3559803" y="2722362"/>
                  </a:lnTo>
                  <a:lnTo>
                    <a:pt x="3548342" y="2702520"/>
                  </a:lnTo>
                  <a:lnTo>
                    <a:pt x="3568190" y="2691059"/>
                  </a:lnTo>
                  <a:close/>
                </a:path>
                <a:path w="6694170" h="6997065">
                  <a:moveTo>
                    <a:pt x="3642784" y="2822030"/>
                  </a:moveTo>
                  <a:lnTo>
                    <a:pt x="3653357" y="2840344"/>
                  </a:lnTo>
                  <a:lnTo>
                    <a:pt x="3635043" y="2850922"/>
                  </a:lnTo>
                  <a:lnTo>
                    <a:pt x="3624465" y="2832603"/>
                  </a:lnTo>
                  <a:lnTo>
                    <a:pt x="3642784" y="2822030"/>
                  </a:lnTo>
                  <a:close/>
                </a:path>
                <a:path w="6694170" h="6997065">
                  <a:moveTo>
                    <a:pt x="3717380" y="2952988"/>
                  </a:moveTo>
                  <a:lnTo>
                    <a:pt x="3727076" y="2969780"/>
                  </a:lnTo>
                  <a:lnTo>
                    <a:pt x="3710285" y="2979476"/>
                  </a:lnTo>
                  <a:lnTo>
                    <a:pt x="3700589" y="2962684"/>
                  </a:lnTo>
                  <a:lnTo>
                    <a:pt x="3717380" y="2952988"/>
                  </a:lnTo>
                  <a:close/>
                </a:path>
                <a:path w="6694170" h="6997065">
                  <a:moveTo>
                    <a:pt x="3791975" y="3083953"/>
                  </a:moveTo>
                  <a:lnTo>
                    <a:pt x="3800789" y="3099217"/>
                  </a:lnTo>
                  <a:lnTo>
                    <a:pt x="3785525" y="3108030"/>
                  </a:lnTo>
                  <a:lnTo>
                    <a:pt x="3776712" y="3092767"/>
                  </a:lnTo>
                  <a:lnTo>
                    <a:pt x="3791975" y="3083953"/>
                  </a:lnTo>
                  <a:close/>
                </a:path>
                <a:path w="6694170" h="6997065">
                  <a:moveTo>
                    <a:pt x="3866571" y="3214918"/>
                  </a:moveTo>
                  <a:lnTo>
                    <a:pt x="3874501" y="3228660"/>
                  </a:lnTo>
                  <a:lnTo>
                    <a:pt x="3860766" y="3236590"/>
                  </a:lnTo>
                  <a:lnTo>
                    <a:pt x="3852835" y="3222849"/>
                  </a:lnTo>
                  <a:lnTo>
                    <a:pt x="3866571" y="3214918"/>
                  </a:lnTo>
                  <a:close/>
                </a:path>
                <a:path w="6694170" h="6997065">
                  <a:moveTo>
                    <a:pt x="3941160" y="3345883"/>
                  </a:moveTo>
                  <a:lnTo>
                    <a:pt x="3948214" y="3358096"/>
                  </a:lnTo>
                  <a:lnTo>
                    <a:pt x="3936001" y="3365145"/>
                  </a:lnTo>
                  <a:lnTo>
                    <a:pt x="3928946" y="3352932"/>
                  </a:lnTo>
                  <a:lnTo>
                    <a:pt x="3941160" y="3345883"/>
                  </a:lnTo>
                  <a:close/>
                </a:path>
                <a:path w="6694170" h="6997065">
                  <a:moveTo>
                    <a:pt x="4015648" y="3477245"/>
                  </a:moveTo>
                  <a:lnTo>
                    <a:pt x="4021524" y="3487420"/>
                  </a:lnTo>
                  <a:lnTo>
                    <a:pt x="4011348" y="3493296"/>
                  </a:lnTo>
                  <a:lnTo>
                    <a:pt x="4005472" y="3483120"/>
                  </a:lnTo>
                  <a:lnTo>
                    <a:pt x="4015648" y="3477245"/>
                  </a:lnTo>
                  <a:close/>
                </a:path>
                <a:path w="6694170" h="6997065">
                  <a:moveTo>
                    <a:pt x="4090356" y="3607807"/>
                  </a:moveTo>
                  <a:lnTo>
                    <a:pt x="4095645" y="3616969"/>
                  </a:lnTo>
                  <a:lnTo>
                    <a:pt x="4086482" y="3622258"/>
                  </a:lnTo>
                  <a:lnTo>
                    <a:pt x="4081193" y="3613096"/>
                  </a:lnTo>
                  <a:lnTo>
                    <a:pt x="4090356" y="3607807"/>
                  </a:lnTo>
                  <a:close/>
                </a:path>
                <a:path w="6694170" h="6997065">
                  <a:moveTo>
                    <a:pt x="4165051" y="3738375"/>
                  </a:moveTo>
                  <a:lnTo>
                    <a:pt x="4169754" y="3746519"/>
                  </a:lnTo>
                  <a:lnTo>
                    <a:pt x="4161616" y="3751222"/>
                  </a:lnTo>
                  <a:lnTo>
                    <a:pt x="4156913" y="3743072"/>
                  </a:lnTo>
                  <a:lnTo>
                    <a:pt x="4165051" y="3738375"/>
                  </a:lnTo>
                  <a:close/>
                </a:path>
                <a:path w="6694170" h="6997065">
                  <a:moveTo>
                    <a:pt x="4239753" y="3868936"/>
                  </a:moveTo>
                  <a:lnTo>
                    <a:pt x="4243869" y="3876062"/>
                  </a:lnTo>
                  <a:lnTo>
                    <a:pt x="4236744" y="3880173"/>
                  </a:lnTo>
                  <a:lnTo>
                    <a:pt x="4232628" y="3873047"/>
                  </a:lnTo>
                  <a:lnTo>
                    <a:pt x="4239753" y="3868936"/>
                  </a:lnTo>
                  <a:close/>
                </a:path>
                <a:path w="6694170" h="6997065">
                  <a:moveTo>
                    <a:pt x="4314348" y="3999901"/>
                  </a:moveTo>
                  <a:lnTo>
                    <a:pt x="4317582" y="4005499"/>
                  </a:lnTo>
                  <a:lnTo>
                    <a:pt x="4311984" y="4008733"/>
                  </a:lnTo>
                  <a:lnTo>
                    <a:pt x="4308750" y="4003135"/>
                  </a:lnTo>
                  <a:lnTo>
                    <a:pt x="4314348" y="3999901"/>
                  </a:lnTo>
                  <a:close/>
                </a:path>
                <a:path w="6694170" h="6997065">
                  <a:moveTo>
                    <a:pt x="4389055" y="4130463"/>
                  </a:moveTo>
                  <a:lnTo>
                    <a:pt x="4391697" y="4135048"/>
                  </a:lnTo>
                  <a:lnTo>
                    <a:pt x="4387118" y="4137689"/>
                  </a:lnTo>
                  <a:lnTo>
                    <a:pt x="4384471" y="4133111"/>
                  </a:lnTo>
                  <a:lnTo>
                    <a:pt x="4389055" y="4130463"/>
                  </a:lnTo>
                  <a:close/>
                </a:path>
                <a:path w="6694170" h="6997065">
                  <a:moveTo>
                    <a:pt x="4463757" y="4261025"/>
                  </a:moveTo>
                  <a:lnTo>
                    <a:pt x="4465812" y="4264591"/>
                  </a:lnTo>
                  <a:lnTo>
                    <a:pt x="4462253" y="4266646"/>
                  </a:lnTo>
                  <a:lnTo>
                    <a:pt x="4460197" y="4263081"/>
                  </a:lnTo>
                  <a:lnTo>
                    <a:pt x="4463757" y="4261025"/>
                  </a:lnTo>
                  <a:close/>
                </a:path>
                <a:path w="6694170" h="6997065">
                  <a:moveTo>
                    <a:pt x="4538459" y="4391593"/>
                  </a:moveTo>
                  <a:lnTo>
                    <a:pt x="4539928" y="4394134"/>
                  </a:lnTo>
                  <a:lnTo>
                    <a:pt x="4537387" y="4395603"/>
                  </a:lnTo>
                  <a:lnTo>
                    <a:pt x="4535918" y="4393062"/>
                  </a:lnTo>
                  <a:lnTo>
                    <a:pt x="4538459" y="4391593"/>
                  </a:lnTo>
                  <a:close/>
                </a:path>
                <a:path w="6694170" h="6997065">
                  <a:moveTo>
                    <a:pt x="4613160" y="4522155"/>
                  </a:moveTo>
                  <a:lnTo>
                    <a:pt x="4614043" y="4523677"/>
                  </a:lnTo>
                  <a:lnTo>
                    <a:pt x="4612515" y="4524560"/>
                  </a:lnTo>
                  <a:lnTo>
                    <a:pt x="4611632" y="4523038"/>
                  </a:lnTo>
                  <a:lnTo>
                    <a:pt x="4613160" y="4522155"/>
                  </a:lnTo>
                  <a:close/>
                </a:path>
                <a:path w="6694170" h="6997065">
                  <a:moveTo>
                    <a:pt x="1874314" y="6901"/>
                  </a:moveTo>
                  <a:lnTo>
                    <a:pt x="1910741" y="70000"/>
                  </a:lnTo>
                  <a:lnTo>
                    <a:pt x="1847643" y="106432"/>
                  </a:lnTo>
                  <a:lnTo>
                    <a:pt x="1811210" y="43334"/>
                  </a:lnTo>
                  <a:lnTo>
                    <a:pt x="1874314" y="6901"/>
                  </a:lnTo>
                  <a:close/>
                </a:path>
                <a:path w="6694170" h="6997065">
                  <a:moveTo>
                    <a:pt x="1948797" y="138263"/>
                  </a:moveTo>
                  <a:lnTo>
                    <a:pt x="1984057" y="199330"/>
                  </a:lnTo>
                  <a:lnTo>
                    <a:pt x="1922990" y="234583"/>
                  </a:lnTo>
                  <a:lnTo>
                    <a:pt x="1887737" y="173517"/>
                  </a:lnTo>
                  <a:lnTo>
                    <a:pt x="1948797" y="138263"/>
                  </a:lnTo>
                  <a:close/>
                </a:path>
                <a:path w="6694170" h="6997065">
                  <a:moveTo>
                    <a:pt x="2023179" y="270033"/>
                  </a:moveTo>
                  <a:lnTo>
                    <a:pt x="2056964" y="328553"/>
                  </a:lnTo>
                  <a:lnTo>
                    <a:pt x="1998444" y="362338"/>
                  </a:lnTo>
                  <a:lnTo>
                    <a:pt x="1964659" y="303818"/>
                  </a:lnTo>
                  <a:lnTo>
                    <a:pt x="2023179" y="270033"/>
                  </a:lnTo>
                  <a:close/>
                </a:path>
                <a:path w="6694170" h="6997065">
                  <a:moveTo>
                    <a:pt x="2097667" y="401395"/>
                  </a:moveTo>
                  <a:lnTo>
                    <a:pt x="2130279" y="457883"/>
                  </a:lnTo>
                  <a:lnTo>
                    <a:pt x="2073791" y="490495"/>
                  </a:lnTo>
                  <a:lnTo>
                    <a:pt x="2041178" y="434007"/>
                  </a:lnTo>
                  <a:lnTo>
                    <a:pt x="2097667" y="401395"/>
                  </a:lnTo>
                  <a:close/>
                </a:path>
                <a:path w="6694170" h="6997065">
                  <a:moveTo>
                    <a:pt x="2172262" y="532366"/>
                  </a:moveTo>
                  <a:lnTo>
                    <a:pt x="2203992" y="587320"/>
                  </a:lnTo>
                  <a:lnTo>
                    <a:pt x="2149032" y="619050"/>
                  </a:lnTo>
                  <a:lnTo>
                    <a:pt x="2117302" y="564096"/>
                  </a:lnTo>
                  <a:lnTo>
                    <a:pt x="2172262" y="532366"/>
                  </a:lnTo>
                  <a:close/>
                </a:path>
                <a:path w="6694170" h="6997065">
                  <a:moveTo>
                    <a:pt x="2246751" y="663727"/>
                  </a:moveTo>
                  <a:lnTo>
                    <a:pt x="2277301" y="716650"/>
                  </a:lnTo>
                  <a:lnTo>
                    <a:pt x="2224379" y="747207"/>
                  </a:lnTo>
                  <a:lnTo>
                    <a:pt x="2193822" y="694284"/>
                  </a:lnTo>
                  <a:lnTo>
                    <a:pt x="2246751" y="663727"/>
                  </a:lnTo>
                  <a:close/>
                </a:path>
                <a:path w="6694170" h="6997065">
                  <a:moveTo>
                    <a:pt x="2321233" y="795095"/>
                  </a:moveTo>
                  <a:lnTo>
                    <a:pt x="2350611" y="845980"/>
                  </a:lnTo>
                  <a:lnTo>
                    <a:pt x="2299726" y="875358"/>
                  </a:lnTo>
                  <a:lnTo>
                    <a:pt x="2270348" y="824473"/>
                  </a:lnTo>
                  <a:lnTo>
                    <a:pt x="2321233" y="795095"/>
                  </a:lnTo>
                  <a:close/>
                </a:path>
                <a:path w="6694170" h="6997065">
                  <a:moveTo>
                    <a:pt x="2395615" y="926865"/>
                  </a:moveTo>
                  <a:lnTo>
                    <a:pt x="2423524" y="975203"/>
                  </a:lnTo>
                  <a:lnTo>
                    <a:pt x="2375180" y="1003113"/>
                  </a:lnTo>
                  <a:lnTo>
                    <a:pt x="2347270" y="954775"/>
                  </a:lnTo>
                  <a:lnTo>
                    <a:pt x="2395615" y="926865"/>
                  </a:lnTo>
                  <a:close/>
                </a:path>
                <a:path w="6694170" h="6997065">
                  <a:moveTo>
                    <a:pt x="2470103" y="1058227"/>
                  </a:moveTo>
                  <a:lnTo>
                    <a:pt x="2496839" y="1104533"/>
                  </a:lnTo>
                  <a:lnTo>
                    <a:pt x="2450527" y="1131270"/>
                  </a:lnTo>
                  <a:lnTo>
                    <a:pt x="2423790" y="1084963"/>
                  </a:lnTo>
                  <a:lnTo>
                    <a:pt x="2470103" y="1058227"/>
                  </a:lnTo>
                  <a:close/>
                </a:path>
                <a:path w="6694170" h="6997065">
                  <a:moveTo>
                    <a:pt x="2544479" y="1189991"/>
                  </a:moveTo>
                  <a:lnTo>
                    <a:pt x="2569747" y="1233756"/>
                  </a:lnTo>
                  <a:lnTo>
                    <a:pt x="2525981" y="1259024"/>
                  </a:lnTo>
                  <a:lnTo>
                    <a:pt x="2500719" y="1215259"/>
                  </a:lnTo>
                  <a:lnTo>
                    <a:pt x="2544479" y="1189991"/>
                  </a:lnTo>
                  <a:close/>
                </a:path>
                <a:path w="6694170" h="6997065">
                  <a:moveTo>
                    <a:pt x="2618967" y="1321359"/>
                  </a:moveTo>
                  <a:lnTo>
                    <a:pt x="2643056" y="1363087"/>
                  </a:lnTo>
                  <a:lnTo>
                    <a:pt x="2601334" y="1387176"/>
                  </a:lnTo>
                  <a:lnTo>
                    <a:pt x="2577239" y="1345448"/>
                  </a:lnTo>
                  <a:lnTo>
                    <a:pt x="2618967" y="1321359"/>
                  </a:lnTo>
                  <a:close/>
                </a:path>
                <a:path w="6694170" h="6997065">
                  <a:moveTo>
                    <a:pt x="2693455" y="1452726"/>
                  </a:moveTo>
                  <a:lnTo>
                    <a:pt x="2716372" y="1492416"/>
                  </a:lnTo>
                  <a:lnTo>
                    <a:pt x="2676676" y="1515333"/>
                  </a:lnTo>
                  <a:lnTo>
                    <a:pt x="2653759" y="1475643"/>
                  </a:lnTo>
                  <a:lnTo>
                    <a:pt x="2693455" y="1452726"/>
                  </a:lnTo>
                  <a:close/>
                </a:path>
                <a:path w="6694170" h="6997065">
                  <a:moveTo>
                    <a:pt x="2767944" y="1584088"/>
                  </a:moveTo>
                  <a:lnTo>
                    <a:pt x="2789681" y="1621741"/>
                  </a:lnTo>
                  <a:lnTo>
                    <a:pt x="2752022" y="1643484"/>
                  </a:lnTo>
                  <a:lnTo>
                    <a:pt x="2730279" y="1605831"/>
                  </a:lnTo>
                  <a:lnTo>
                    <a:pt x="2767944" y="1584088"/>
                  </a:lnTo>
                  <a:close/>
                </a:path>
                <a:path w="6694170" h="6997065">
                  <a:moveTo>
                    <a:pt x="2842539" y="1715053"/>
                  </a:moveTo>
                  <a:lnTo>
                    <a:pt x="2863394" y="1751184"/>
                  </a:lnTo>
                  <a:lnTo>
                    <a:pt x="2827263" y="1772044"/>
                  </a:lnTo>
                  <a:lnTo>
                    <a:pt x="2806402" y="1735914"/>
                  </a:lnTo>
                  <a:lnTo>
                    <a:pt x="2842539" y="1715053"/>
                  </a:lnTo>
                  <a:close/>
                </a:path>
                <a:path w="6694170" h="6997065">
                  <a:moveTo>
                    <a:pt x="2916915" y="1846823"/>
                  </a:moveTo>
                  <a:lnTo>
                    <a:pt x="2936307" y="1880407"/>
                  </a:lnTo>
                  <a:lnTo>
                    <a:pt x="2902717" y="1899799"/>
                  </a:lnTo>
                  <a:lnTo>
                    <a:pt x="2883331" y="1866215"/>
                  </a:lnTo>
                  <a:lnTo>
                    <a:pt x="2916915" y="1846823"/>
                  </a:lnTo>
                  <a:close/>
                </a:path>
                <a:path w="6694170" h="6997065">
                  <a:moveTo>
                    <a:pt x="2991510" y="1977782"/>
                  </a:moveTo>
                  <a:lnTo>
                    <a:pt x="3010020" y="2009843"/>
                  </a:lnTo>
                  <a:lnTo>
                    <a:pt x="2977958" y="2028353"/>
                  </a:lnTo>
                  <a:lnTo>
                    <a:pt x="2959449" y="1996291"/>
                  </a:lnTo>
                  <a:lnTo>
                    <a:pt x="2991510" y="1977782"/>
                  </a:lnTo>
                  <a:close/>
                </a:path>
                <a:path w="6694170" h="6997065">
                  <a:moveTo>
                    <a:pt x="3065993" y="2109149"/>
                  </a:moveTo>
                  <a:lnTo>
                    <a:pt x="3083323" y="2139173"/>
                  </a:lnTo>
                  <a:lnTo>
                    <a:pt x="3053311" y="2156504"/>
                  </a:lnTo>
                  <a:lnTo>
                    <a:pt x="3035975" y="2126480"/>
                  </a:lnTo>
                  <a:lnTo>
                    <a:pt x="3065993" y="2109149"/>
                  </a:lnTo>
                  <a:close/>
                </a:path>
                <a:path w="6694170" h="6997065">
                  <a:moveTo>
                    <a:pt x="3140487" y="2240517"/>
                  </a:moveTo>
                  <a:lnTo>
                    <a:pt x="3156645" y="2268503"/>
                  </a:lnTo>
                  <a:lnTo>
                    <a:pt x="3128653" y="2284661"/>
                  </a:lnTo>
                  <a:lnTo>
                    <a:pt x="3112494" y="2256675"/>
                  </a:lnTo>
                  <a:lnTo>
                    <a:pt x="3140487" y="2240517"/>
                  </a:lnTo>
                  <a:close/>
                </a:path>
                <a:path w="6694170" h="6997065">
                  <a:moveTo>
                    <a:pt x="3215075" y="2371482"/>
                  </a:moveTo>
                  <a:lnTo>
                    <a:pt x="3230351" y="2397946"/>
                  </a:lnTo>
                  <a:lnTo>
                    <a:pt x="3203899" y="2413221"/>
                  </a:lnTo>
                  <a:lnTo>
                    <a:pt x="3188617" y="2386757"/>
                  </a:lnTo>
                  <a:lnTo>
                    <a:pt x="3215075" y="2371482"/>
                  </a:lnTo>
                  <a:close/>
                </a:path>
                <a:path w="6694170" h="6997065">
                  <a:moveTo>
                    <a:pt x="3289564" y="2502843"/>
                  </a:moveTo>
                  <a:lnTo>
                    <a:pt x="3303666" y="2527270"/>
                  </a:lnTo>
                  <a:lnTo>
                    <a:pt x="3279239" y="2541373"/>
                  </a:lnTo>
                  <a:lnTo>
                    <a:pt x="3265137" y="2516946"/>
                  </a:lnTo>
                  <a:lnTo>
                    <a:pt x="3289564" y="2502843"/>
                  </a:lnTo>
                  <a:close/>
                </a:path>
                <a:path w="6694170" h="6997065">
                  <a:moveTo>
                    <a:pt x="3364052" y="2634217"/>
                  </a:moveTo>
                  <a:lnTo>
                    <a:pt x="3376976" y="2656606"/>
                  </a:lnTo>
                  <a:lnTo>
                    <a:pt x="3354593" y="2669530"/>
                  </a:lnTo>
                  <a:lnTo>
                    <a:pt x="3341663" y="2647141"/>
                  </a:lnTo>
                  <a:lnTo>
                    <a:pt x="3364052" y="2634217"/>
                  </a:lnTo>
                  <a:close/>
                </a:path>
                <a:path w="6694170" h="6997065">
                  <a:moveTo>
                    <a:pt x="3438648" y="2765175"/>
                  </a:moveTo>
                  <a:lnTo>
                    <a:pt x="3450689" y="2786036"/>
                  </a:lnTo>
                  <a:lnTo>
                    <a:pt x="3429828" y="2798083"/>
                  </a:lnTo>
                  <a:lnTo>
                    <a:pt x="3417780" y="2777223"/>
                  </a:lnTo>
                  <a:lnTo>
                    <a:pt x="3438648" y="2765175"/>
                  </a:lnTo>
                  <a:close/>
                </a:path>
                <a:path w="6694170" h="6997065">
                  <a:moveTo>
                    <a:pt x="3513130" y="2896543"/>
                  </a:moveTo>
                  <a:lnTo>
                    <a:pt x="3524005" y="2915372"/>
                  </a:lnTo>
                  <a:lnTo>
                    <a:pt x="3505175" y="2926241"/>
                  </a:lnTo>
                  <a:lnTo>
                    <a:pt x="3494306" y="2907411"/>
                  </a:lnTo>
                  <a:lnTo>
                    <a:pt x="3513130" y="2896543"/>
                  </a:lnTo>
                  <a:close/>
                </a:path>
                <a:path w="6694170" h="6997065">
                  <a:moveTo>
                    <a:pt x="3587831" y="3027105"/>
                  </a:moveTo>
                  <a:lnTo>
                    <a:pt x="3598114" y="3044915"/>
                  </a:lnTo>
                  <a:lnTo>
                    <a:pt x="3580309" y="3055198"/>
                  </a:lnTo>
                  <a:lnTo>
                    <a:pt x="3570027" y="3037387"/>
                  </a:lnTo>
                  <a:lnTo>
                    <a:pt x="3587831" y="3027105"/>
                  </a:lnTo>
                  <a:close/>
                </a:path>
                <a:path w="6694170" h="6997065">
                  <a:moveTo>
                    <a:pt x="3662319" y="3158466"/>
                  </a:moveTo>
                  <a:lnTo>
                    <a:pt x="3671429" y="3174245"/>
                  </a:lnTo>
                  <a:lnTo>
                    <a:pt x="3655656" y="3183355"/>
                  </a:lnTo>
                  <a:lnTo>
                    <a:pt x="3646546" y="3167576"/>
                  </a:lnTo>
                  <a:lnTo>
                    <a:pt x="3662319" y="3158466"/>
                  </a:lnTo>
                  <a:close/>
                </a:path>
                <a:path w="6694170" h="6997065">
                  <a:moveTo>
                    <a:pt x="3736915" y="3289437"/>
                  </a:moveTo>
                  <a:lnTo>
                    <a:pt x="3745142" y="3303682"/>
                  </a:lnTo>
                  <a:lnTo>
                    <a:pt x="3730897" y="3311909"/>
                  </a:lnTo>
                  <a:lnTo>
                    <a:pt x="3722670" y="3297664"/>
                  </a:lnTo>
                  <a:lnTo>
                    <a:pt x="3736915" y="3289437"/>
                  </a:lnTo>
                  <a:close/>
                </a:path>
                <a:path w="6694170" h="6997065">
                  <a:moveTo>
                    <a:pt x="3811510" y="3420402"/>
                  </a:moveTo>
                  <a:lnTo>
                    <a:pt x="3818855" y="3433125"/>
                  </a:lnTo>
                  <a:lnTo>
                    <a:pt x="3806138" y="3440470"/>
                  </a:lnTo>
                  <a:lnTo>
                    <a:pt x="3798793" y="3427747"/>
                  </a:lnTo>
                  <a:lnTo>
                    <a:pt x="3811510" y="3420402"/>
                  </a:lnTo>
                  <a:close/>
                </a:path>
                <a:path w="6694170" h="6997065">
                  <a:moveTo>
                    <a:pt x="3886106" y="3551360"/>
                  </a:moveTo>
                  <a:lnTo>
                    <a:pt x="3892567" y="3562561"/>
                  </a:lnTo>
                  <a:lnTo>
                    <a:pt x="3881379" y="3569023"/>
                  </a:lnTo>
                  <a:lnTo>
                    <a:pt x="3874911" y="3557823"/>
                  </a:lnTo>
                  <a:lnTo>
                    <a:pt x="3886106" y="3551360"/>
                  </a:lnTo>
                  <a:close/>
                </a:path>
                <a:path w="6694170" h="6997065">
                  <a:moveTo>
                    <a:pt x="3960593" y="3682728"/>
                  </a:moveTo>
                  <a:lnTo>
                    <a:pt x="3965883" y="3691891"/>
                  </a:lnTo>
                  <a:lnTo>
                    <a:pt x="3956720" y="3697180"/>
                  </a:lnTo>
                  <a:lnTo>
                    <a:pt x="3951430" y="3688017"/>
                  </a:lnTo>
                  <a:lnTo>
                    <a:pt x="3960593" y="3682728"/>
                  </a:lnTo>
                  <a:close/>
                </a:path>
                <a:path w="6694170" h="6997065">
                  <a:moveTo>
                    <a:pt x="4035295" y="3813290"/>
                  </a:moveTo>
                  <a:lnTo>
                    <a:pt x="4039998" y="3821434"/>
                  </a:lnTo>
                  <a:lnTo>
                    <a:pt x="4031854" y="3826137"/>
                  </a:lnTo>
                  <a:lnTo>
                    <a:pt x="4027151" y="3817993"/>
                  </a:lnTo>
                  <a:lnTo>
                    <a:pt x="4035295" y="3813290"/>
                  </a:lnTo>
                  <a:close/>
                </a:path>
                <a:path w="6694170" h="6997065">
                  <a:moveTo>
                    <a:pt x="4109997" y="3943852"/>
                  </a:moveTo>
                  <a:lnTo>
                    <a:pt x="4114107" y="3950977"/>
                  </a:lnTo>
                  <a:lnTo>
                    <a:pt x="4106988" y="3955088"/>
                  </a:lnTo>
                  <a:lnTo>
                    <a:pt x="4102871" y="3947962"/>
                  </a:lnTo>
                  <a:lnTo>
                    <a:pt x="4109997" y="3943852"/>
                  </a:lnTo>
                  <a:close/>
                </a:path>
                <a:path w="6694170" h="6997065">
                  <a:moveTo>
                    <a:pt x="4184699" y="4074420"/>
                  </a:moveTo>
                  <a:lnTo>
                    <a:pt x="4188223" y="4080526"/>
                  </a:lnTo>
                  <a:lnTo>
                    <a:pt x="4182122" y="4084051"/>
                  </a:lnTo>
                  <a:lnTo>
                    <a:pt x="4178592" y="4077944"/>
                  </a:lnTo>
                  <a:lnTo>
                    <a:pt x="4184699" y="4074420"/>
                  </a:lnTo>
                  <a:close/>
                </a:path>
                <a:path w="6694170" h="6997065">
                  <a:moveTo>
                    <a:pt x="4259400" y="4204982"/>
                  </a:moveTo>
                  <a:lnTo>
                    <a:pt x="4262338" y="4210070"/>
                  </a:lnTo>
                  <a:lnTo>
                    <a:pt x="4257250" y="4213007"/>
                  </a:lnTo>
                  <a:lnTo>
                    <a:pt x="4254312" y="4207920"/>
                  </a:lnTo>
                  <a:lnTo>
                    <a:pt x="4259400" y="4204982"/>
                  </a:lnTo>
                  <a:close/>
                </a:path>
                <a:path w="6694170" h="6997065">
                  <a:moveTo>
                    <a:pt x="4334102" y="4335544"/>
                  </a:moveTo>
                  <a:lnTo>
                    <a:pt x="4336453" y="4339613"/>
                  </a:lnTo>
                  <a:lnTo>
                    <a:pt x="4332384" y="4341965"/>
                  </a:lnTo>
                  <a:lnTo>
                    <a:pt x="4330033" y="4337895"/>
                  </a:lnTo>
                  <a:lnTo>
                    <a:pt x="4334102" y="4335544"/>
                  </a:lnTo>
                  <a:close/>
                </a:path>
                <a:path w="6694170" h="6997065">
                  <a:moveTo>
                    <a:pt x="4408809" y="4466106"/>
                  </a:moveTo>
                  <a:lnTo>
                    <a:pt x="4410569" y="4469156"/>
                  </a:lnTo>
                  <a:lnTo>
                    <a:pt x="4407512" y="4470921"/>
                  </a:lnTo>
                  <a:lnTo>
                    <a:pt x="4405747" y="4467871"/>
                  </a:lnTo>
                  <a:lnTo>
                    <a:pt x="4408809" y="4466106"/>
                  </a:lnTo>
                  <a:close/>
                </a:path>
                <a:path w="6694170" h="6997065">
                  <a:moveTo>
                    <a:pt x="4483505" y="4596668"/>
                  </a:moveTo>
                  <a:lnTo>
                    <a:pt x="4484678" y="4598706"/>
                  </a:lnTo>
                  <a:lnTo>
                    <a:pt x="4482652" y="4599878"/>
                  </a:lnTo>
                  <a:lnTo>
                    <a:pt x="4481473" y="4597841"/>
                  </a:lnTo>
                  <a:lnTo>
                    <a:pt x="4483505" y="4596668"/>
                  </a:lnTo>
                  <a:close/>
                </a:path>
                <a:path w="6694170" h="6997065">
                  <a:moveTo>
                    <a:pt x="4557194" y="4727817"/>
                  </a:moveTo>
                  <a:lnTo>
                    <a:pt x="4558544" y="4727817"/>
                  </a:lnTo>
                  <a:lnTo>
                    <a:pt x="4558793" y="4728249"/>
                  </a:lnTo>
                  <a:lnTo>
                    <a:pt x="4557443" y="4728249"/>
                  </a:lnTo>
                  <a:lnTo>
                    <a:pt x="4557194" y="4727817"/>
                  </a:lnTo>
                  <a:close/>
                </a:path>
                <a:path w="6694170" h="6997065">
                  <a:moveTo>
                    <a:pt x="1610125" y="0"/>
                  </a:moveTo>
                  <a:lnTo>
                    <a:pt x="1700368" y="0"/>
                  </a:lnTo>
                  <a:lnTo>
                    <a:pt x="1709678" y="16124"/>
                  </a:lnTo>
                  <a:lnTo>
                    <a:pt x="1641995" y="55199"/>
                  </a:lnTo>
                  <a:lnTo>
                    <a:pt x="1610125" y="0"/>
                  </a:lnTo>
                  <a:close/>
                </a:path>
                <a:path w="6694170" h="6997065">
                  <a:moveTo>
                    <a:pt x="1744985" y="80218"/>
                  </a:moveTo>
                  <a:lnTo>
                    <a:pt x="1782591" y="145348"/>
                  </a:lnTo>
                  <a:lnTo>
                    <a:pt x="1717455" y="182953"/>
                  </a:lnTo>
                  <a:lnTo>
                    <a:pt x="1679849" y="117823"/>
                  </a:lnTo>
                  <a:lnTo>
                    <a:pt x="1744985" y="80218"/>
                  </a:lnTo>
                  <a:close/>
                </a:path>
                <a:path w="6694170" h="6997065">
                  <a:moveTo>
                    <a:pt x="1819473" y="211579"/>
                  </a:moveTo>
                  <a:lnTo>
                    <a:pt x="1855900" y="274678"/>
                  </a:lnTo>
                  <a:lnTo>
                    <a:pt x="1792802" y="311105"/>
                  </a:lnTo>
                  <a:lnTo>
                    <a:pt x="1756375" y="248006"/>
                  </a:lnTo>
                  <a:lnTo>
                    <a:pt x="1819473" y="211579"/>
                  </a:lnTo>
                  <a:close/>
                </a:path>
                <a:path w="6694170" h="6997065">
                  <a:moveTo>
                    <a:pt x="1893850" y="343350"/>
                  </a:moveTo>
                  <a:lnTo>
                    <a:pt x="1928813" y="403901"/>
                  </a:lnTo>
                  <a:lnTo>
                    <a:pt x="1868256" y="438865"/>
                  </a:lnTo>
                  <a:lnTo>
                    <a:pt x="1833298" y="378308"/>
                  </a:lnTo>
                  <a:lnTo>
                    <a:pt x="1893850" y="343350"/>
                  </a:lnTo>
                  <a:close/>
                </a:path>
                <a:path w="6694170" h="6997065">
                  <a:moveTo>
                    <a:pt x="1968332" y="474711"/>
                  </a:moveTo>
                  <a:lnTo>
                    <a:pt x="2002117" y="533231"/>
                  </a:lnTo>
                  <a:lnTo>
                    <a:pt x="1943603" y="567016"/>
                  </a:lnTo>
                  <a:lnTo>
                    <a:pt x="1909818" y="508496"/>
                  </a:lnTo>
                  <a:lnTo>
                    <a:pt x="1968332" y="474711"/>
                  </a:lnTo>
                  <a:close/>
                </a:path>
                <a:path w="6694170" h="6997065">
                  <a:moveTo>
                    <a:pt x="2042820" y="606079"/>
                  </a:moveTo>
                  <a:lnTo>
                    <a:pt x="2075432" y="662561"/>
                  </a:lnTo>
                  <a:lnTo>
                    <a:pt x="2018950" y="695173"/>
                  </a:lnTo>
                  <a:lnTo>
                    <a:pt x="1986338" y="638691"/>
                  </a:lnTo>
                  <a:lnTo>
                    <a:pt x="2042820" y="606079"/>
                  </a:lnTo>
                  <a:close/>
                </a:path>
                <a:path w="6694170" h="6997065">
                  <a:moveTo>
                    <a:pt x="2117314" y="737441"/>
                  </a:moveTo>
                  <a:lnTo>
                    <a:pt x="2148748" y="791891"/>
                  </a:lnTo>
                  <a:lnTo>
                    <a:pt x="2094297" y="823325"/>
                  </a:lnTo>
                  <a:lnTo>
                    <a:pt x="2062864" y="768880"/>
                  </a:lnTo>
                  <a:lnTo>
                    <a:pt x="2117314" y="737441"/>
                  </a:lnTo>
                  <a:close/>
                </a:path>
                <a:path w="6694170" h="6997065">
                  <a:moveTo>
                    <a:pt x="2191797" y="868808"/>
                  </a:moveTo>
                  <a:lnTo>
                    <a:pt x="2222057" y="921221"/>
                  </a:lnTo>
                  <a:lnTo>
                    <a:pt x="2169644" y="951482"/>
                  </a:lnTo>
                  <a:lnTo>
                    <a:pt x="2139383" y="899069"/>
                  </a:lnTo>
                  <a:lnTo>
                    <a:pt x="2191797" y="868808"/>
                  </a:lnTo>
                  <a:close/>
                </a:path>
                <a:path w="6694170" h="6997065">
                  <a:moveTo>
                    <a:pt x="2266173" y="1000572"/>
                  </a:moveTo>
                  <a:lnTo>
                    <a:pt x="2294965" y="1050445"/>
                  </a:lnTo>
                  <a:lnTo>
                    <a:pt x="2245098" y="1079237"/>
                  </a:lnTo>
                  <a:lnTo>
                    <a:pt x="2216306" y="1029365"/>
                  </a:lnTo>
                  <a:lnTo>
                    <a:pt x="2266173" y="1000572"/>
                  </a:lnTo>
                  <a:close/>
                </a:path>
                <a:path w="6694170" h="6997065">
                  <a:moveTo>
                    <a:pt x="2340661" y="1131940"/>
                  </a:moveTo>
                  <a:lnTo>
                    <a:pt x="2368280" y="1179769"/>
                  </a:lnTo>
                  <a:lnTo>
                    <a:pt x="2320445" y="1207388"/>
                  </a:lnTo>
                  <a:lnTo>
                    <a:pt x="2292832" y="1159553"/>
                  </a:lnTo>
                  <a:lnTo>
                    <a:pt x="2340661" y="1131940"/>
                  </a:lnTo>
                  <a:close/>
                </a:path>
                <a:path w="6694170" h="6997065">
                  <a:moveTo>
                    <a:pt x="2415042" y="1263704"/>
                  </a:moveTo>
                  <a:lnTo>
                    <a:pt x="2441193" y="1308998"/>
                  </a:lnTo>
                  <a:lnTo>
                    <a:pt x="2395905" y="1335142"/>
                  </a:lnTo>
                  <a:lnTo>
                    <a:pt x="2369755" y="1289854"/>
                  </a:lnTo>
                  <a:lnTo>
                    <a:pt x="2415042" y="1263704"/>
                  </a:lnTo>
                  <a:close/>
                </a:path>
                <a:path w="6694170" h="6997065">
                  <a:moveTo>
                    <a:pt x="2489424" y="1395474"/>
                  </a:moveTo>
                  <a:lnTo>
                    <a:pt x="2514100" y="1438221"/>
                  </a:lnTo>
                  <a:lnTo>
                    <a:pt x="2471359" y="1462897"/>
                  </a:lnTo>
                  <a:lnTo>
                    <a:pt x="2446678" y="1420156"/>
                  </a:lnTo>
                  <a:lnTo>
                    <a:pt x="2489424" y="1395474"/>
                  </a:lnTo>
                  <a:close/>
                </a:path>
                <a:path w="6694170" h="6997065">
                  <a:moveTo>
                    <a:pt x="2563907" y="1526842"/>
                  </a:moveTo>
                  <a:lnTo>
                    <a:pt x="2587409" y="1567551"/>
                  </a:lnTo>
                  <a:lnTo>
                    <a:pt x="2546700" y="1591054"/>
                  </a:lnTo>
                  <a:lnTo>
                    <a:pt x="2523197" y="1550344"/>
                  </a:lnTo>
                  <a:lnTo>
                    <a:pt x="2563907" y="1526842"/>
                  </a:lnTo>
                  <a:close/>
                </a:path>
                <a:path w="6694170" h="6997065">
                  <a:moveTo>
                    <a:pt x="2638395" y="1658204"/>
                  </a:moveTo>
                  <a:lnTo>
                    <a:pt x="2660725" y="1696881"/>
                  </a:lnTo>
                  <a:lnTo>
                    <a:pt x="2622054" y="1719211"/>
                  </a:lnTo>
                  <a:lnTo>
                    <a:pt x="2599723" y="1680534"/>
                  </a:lnTo>
                  <a:lnTo>
                    <a:pt x="2638395" y="1658204"/>
                  </a:lnTo>
                  <a:close/>
                </a:path>
                <a:path w="6694170" h="6997065">
                  <a:moveTo>
                    <a:pt x="2712990" y="1789174"/>
                  </a:moveTo>
                  <a:lnTo>
                    <a:pt x="2734438" y="1826318"/>
                  </a:lnTo>
                  <a:lnTo>
                    <a:pt x="2697288" y="1847765"/>
                  </a:lnTo>
                  <a:lnTo>
                    <a:pt x="2675841" y="1810622"/>
                  </a:lnTo>
                  <a:lnTo>
                    <a:pt x="2712990" y="1789174"/>
                  </a:lnTo>
                  <a:close/>
                </a:path>
                <a:path w="6694170" h="6997065">
                  <a:moveTo>
                    <a:pt x="2787479" y="1920536"/>
                  </a:moveTo>
                  <a:lnTo>
                    <a:pt x="2807754" y="1955648"/>
                  </a:lnTo>
                  <a:lnTo>
                    <a:pt x="2772641" y="1975917"/>
                  </a:lnTo>
                  <a:lnTo>
                    <a:pt x="2752367" y="1940805"/>
                  </a:lnTo>
                  <a:lnTo>
                    <a:pt x="2787479" y="1920536"/>
                  </a:lnTo>
                  <a:close/>
                </a:path>
                <a:path w="6694170" h="6997065">
                  <a:moveTo>
                    <a:pt x="2861961" y="2051904"/>
                  </a:moveTo>
                  <a:lnTo>
                    <a:pt x="2881057" y="2084978"/>
                  </a:lnTo>
                  <a:lnTo>
                    <a:pt x="2847983" y="2104074"/>
                  </a:lnTo>
                  <a:lnTo>
                    <a:pt x="2828887" y="2071000"/>
                  </a:lnTo>
                  <a:lnTo>
                    <a:pt x="2861961" y="2051904"/>
                  </a:lnTo>
                  <a:close/>
                </a:path>
                <a:path w="6694170" h="6997065">
                  <a:moveTo>
                    <a:pt x="2936449" y="2183265"/>
                  </a:moveTo>
                  <a:lnTo>
                    <a:pt x="2954372" y="2214308"/>
                  </a:lnTo>
                  <a:lnTo>
                    <a:pt x="2923335" y="2232231"/>
                  </a:lnTo>
                  <a:lnTo>
                    <a:pt x="2905412" y="2201188"/>
                  </a:lnTo>
                  <a:lnTo>
                    <a:pt x="2936449" y="2183265"/>
                  </a:lnTo>
                  <a:close/>
                </a:path>
                <a:path w="6694170" h="6997065">
                  <a:moveTo>
                    <a:pt x="3010831" y="2315035"/>
                  </a:moveTo>
                  <a:lnTo>
                    <a:pt x="3027279" y="2343525"/>
                  </a:lnTo>
                  <a:lnTo>
                    <a:pt x="2998789" y="2359980"/>
                  </a:lnTo>
                  <a:lnTo>
                    <a:pt x="2982335" y="2331484"/>
                  </a:lnTo>
                  <a:lnTo>
                    <a:pt x="3010831" y="2315035"/>
                  </a:lnTo>
                  <a:close/>
                </a:path>
                <a:path w="6694170" h="6997065">
                  <a:moveTo>
                    <a:pt x="3085531" y="2445597"/>
                  </a:moveTo>
                  <a:lnTo>
                    <a:pt x="3101401" y="2473074"/>
                  </a:lnTo>
                  <a:lnTo>
                    <a:pt x="3073917" y="2488942"/>
                  </a:lnTo>
                  <a:lnTo>
                    <a:pt x="3058055" y="2461459"/>
                  </a:lnTo>
                  <a:lnTo>
                    <a:pt x="3085531" y="2445597"/>
                  </a:lnTo>
                  <a:close/>
                </a:path>
                <a:path w="6694170" h="6997065">
                  <a:moveTo>
                    <a:pt x="3160015" y="2576965"/>
                  </a:moveTo>
                  <a:lnTo>
                    <a:pt x="3174704" y="2602404"/>
                  </a:lnTo>
                  <a:lnTo>
                    <a:pt x="3149265" y="2617094"/>
                  </a:lnTo>
                  <a:lnTo>
                    <a:pt x="3134576" y="2591654"/>
                  </a:lnTo>
                  <a:lnTo>
                    <a:pt x="3160015" y="2576965"/>
                  </a:lnTo>
                  <a:close/>
                </a:path>
                <a:path w="6694170" h="6997065">
                  <a:moveTo>
                    <a:pt x="3234397" y="2708729"/>
                  </a:moveTo>
                  <a:lnTo>
                    <a:pt x="3247618" y="2731628"/>
                  </a:lnTo>
                  <a:lnTo>
                    <a:pt x="3224719" y="2744848"/>
                  </a:lnTo>
                  <a:lnTo>
                    <a:pt x="3211498" y="2721950"/>
                  </a:lnTo>
                  <a:lnTo>
                    <a:pt x="3234397" y="2708729"/>
                  </a:lnTo>
                  <a:close/>
                </a:path>
                <a:path w="6694170" h="6997065">
                  <a:moveTo>
                    <a:pt x="3308992" y="2839700"/>
                  </a:moveTo>
                  <a:lnTo>
                    <a:pt x="3321330" y="2861064"/>
                  </a:lnTo>
                  <a:lnTo>
                    <a:pt x="3299960" y="2873402"/>
                  </a:lnTo>
                  <a:lnTo>
                    <a:pt x="3287622" y="2852038"/>
                  </a:lnTo>
                  <a:lnTo>
                    <a:pt x="3308992" y="2839700"/>
                  </a:lnTo>
                  <a:close/>
                </a:path>
                <a:path w="6694170" h="6997065">
                  <a:moveTo>
                    <a:pt x="3383588" y="2970658"/>
                  </a:moveTo>
                  <a:lnTo>
                    <a:pt x="3395048" y="2990501"/>
                  </a:lnTo>
                  <a:lnTo>
                    <a:pt x="3375200" y="3001962"/>
                  </a:lnTo>
                  <a:lnTo>
                    <a:pt x="3363745" y="2982114"/>
                  </a:lnTo>
                  <a:lnTo>
                    <a:pt x="3383588" y="2970658"/>
                  </a:lnTo>
                  <a:close/>
                </a:path>
                <a:path w="6694170" h="6997065">
                  <a:moveTo>
                    <a:pt x="3458183" y="3101623"/>
                  </a:moveTo>
                  <a:lnTo>
                    <a:pt x="3468762" y="3119943"/>
                  </a:lnTo>
                  <a:lnTo>
                    <a:pt x="3450442" y="3130516"/>
                  </a:lnTo>
                  <a:lnTo>
                    <a:pt x="3439869" y="3112196"/>
                  </a:lnTo>
                  <a:lnTo>
                    <a:pt x="3458183" y="3101623"/>
                  </a:lnTo>
                  <a:close/>
                </a:path>
                <a:path w="6694170" h="6997065">
                  <a:moveTo>
                    <a:pt x="3532671" y="3232991"/>
                  </a:moveTo>
                  <a:lnTo>
                    <a:pt x="3542071" y="3249274"/>
                  </a:lnTo>
                  <a:lnTo>
                    <a:pt x="3525788" y="3258674"/>
                  </a:lnTo>
                  <a:lnTo>
                    <a:pt x="3516388" y="3242391"/>
                  </a:lnTo>
                  <a:lnTo>
                    <a:pt x="3532671" y="3232991"/>
                  </a:lnTo>
                  <a:close/>
                </a:path>
                <a:path w="6694170" h="6997065">
                  <a:moveTo>
                    <a:pt x="3607266" y="3363949"/>
                  </a:moveTo>
                  <a:lnTo>
                    <a:pt x="3615784" y="3378704"/>
                  </a:lnTo>
                  <a:lnTo>
                    <a:pt x="3601029" y="3387227"/>
                  </a:lnTo>
                  <a:lnTo>
                    <a:pt x="3592506" y="3372467"/>
                  </a:lnTo>
                  <a:lnTo>
                    <a:pt x="3607266" y="3363949"/>
                  </a:lnTo>
                  <a:close/>
                </a:path>
                <a:path w="6694170" h="6997065">
                  <a:moveTo>
                    <a:pt x="3681860" y="3494914"/>
                  </a:moveTo>
                  <a:lnTo>
                    <a:pt x="3689496" y="3508146"/>
                  </a:lnTo>
                  <a:lnTo>
                    <a:pt x="3676270" y="3515781"/>
                  </a:lnTo>
                  <a:lnTo>
                    <a:pt x="3668629" y="3502555"/>
                  </a:lnTo>
                  <a:lnTo>
                    <a:pt x="3681860" y="3494914"/>
                  </a:lnTo>
                  <a:close/>
                </a:path>
                <a:path w="6694170" h="6997065">
                  <a:moveTo>
                    <a:pt x="3756457" y="3625885"/>
                  </a:moveTo>
                  <a:lnTo>
                    <a:pt x="3763209" y="3637583"/>
                  </a:lnTo>
                  <a:lnTo>
                    <a:pt x="3751505" y="3644342"/>
                  </a:lnTo>
                  <a:lnTo>
                    <a:pt x="3744753" y="3632643"/>
                  </a:lnTo>
                  <a:lnTo>
                    <a:pt x="3756457" y="3625885"/>
                  </a:lnTo>
                  <a:close/>
                </a:path>
                <a:path w="6694170" h="6997065">
                  <a:moveTo>
                    <a:pt x="3830945" y="3757247"/>
                  </a:moveTo>
                  <a:lnTo>
                    <a:pt x="3836524" y="3766914"/>
                  </a:lnTo>
                  <a:lnTo>
                    <a:pt x="3826858" y="3772499"/>
                  </a:lnTo>
                  <a:lnTo>
                    <a:pt x="3821273" y="3762826"/>
                  </a:lnTo>
                  <a:lnTo>
                    <a:pt x="3830945" y="3757247"/>
                  </a:lnTo>
                  <a:close/>
                </a:path>
                <a:path w="6694170" h="6997065">
                  <a:moveTo>
                    <a:pt x="3905641" y="3887809"/>
                  </a:moveTo>
                  <a:lnTo>
                    <a:pt x="3910634" y="3896462"/>
                  </a:lnTo>
                  <a:lnTo>
                    <a:pt x="3901986" y="3901455"/>
                  </a:lnTo>
                  <a:lnTo>
                    <a:pt x="3896993" y="3892802"/>
                  </a:lnTo>
                  <a:lnTo>
                    <a:pt x="3905641" y="3887809"/>
                  </a:lnTo>
                  <a:close/>
                </a:path>
                <a:path w="6694170" h="6997065">
                  <a:moveTo>
                    <a:pt x="3980343" y="4018377"/>
                  </a:moveTo>
                  <a:lnTo>
                    <a:pt x="3984749" y="4026005"/>
                  </a:lnTo>
                  <a:lnTo>
                    <a:pt x="3977120" y="4030412"/>
                  </a:lnTo>
                  <a:lnTo>
                    <a:pt x="3972714" y="4022783"/>
                  </a:lnTo>
                  <a:lnTo>
                    <a:pt x="3980343" y="4018377"/>
                  </a:lnTo>
                  <a:close/>
                </a:path>
                <a:path w="6694170" h="6997065">
                  <a:moveTo>
                    <a:pt x="4055050" y="4148939"/>
                  </a:moveTo>
                  <a:lnTo>
                    <a:pt x="4058864" y="4155549"/>
                  </a:lnTo>
                  <a:lnTo>
                    <a:pt x="4052248" y="4159369"/>
                  </a:lnTo>
                  <a:lnTo>
                    <a:pt x="4048434" y="4152759"/>
                  </a:lnTo>
                  <a:lnTo>
                    <a:pt x="4055050" y="4148939"/>
                  </a:lnTo>
                  <a:close/>
                </a:path>
                <a:path w="6694170" h="6997065">
                  <a:moveTo>
                    <a:pt x="4129639" y="4279898"/>
                  </a:moveTo>
                  <a:lnTo>
                    <a:pt x="4132577" y="4284985"/>
                  </a:lnTo>
                  <a:lnTo>
                    <a:pt x="4127489" y="4287923"/>
                  </a:lnTo>
                  <a:lnTo>
                    <a:pt x="4124551" y="4282835"/>
                  </a:lnTo>
                  <a:lnTo>
                    <a:pt x="4129639" y="4279898"/>
                  </a:lnTo>
                  <a:close/>
                </a:path>
                <a:path w="6694170" h="6997065">
                  <a:moveTo>
                    <a:pt x="4204341" y="4410460"/>
                  </a:moveTo>
                  <a:lnTo>
                    <a:pt x="4206692" y="4414535"/>
                  </a:lnTo>
                  <a:lnTo>
                    <a:pt x="4202623" y="4416886"/>
                  </a:lnTo>
                  <a:lnTo>
                    <a:pt x="4200272" y="4412811"/>
                  </a:lnTo>
                  <a:lnTo>
                    <a:pt x="4204341" y="4410460"/>
                  </a:lnTo>
                  <a:close/>
                </a:path>
                <a:path w="6694170" h="6997065">
                  <a:moveTo>
                    <a:pt x="4279049" y="4541022"/>
                  </a:moveTo>
                  <a:lnTo>
                    <a:pt x="4280808" y="4544078"/>
                  </a:lnTo>
                  <a:lnTo>
                    <a:pt x="4277757" y="4545837"/>
                  </a:lnTo>
                  <a:lnTo>
                    <a:pt x="4275992" y="4542787"/>
                  </a:lnTo>
                  <a:lnTo>
                    <a:pt x="4279049" y="4541022"/>
                  </a:lnTo>
                  <a:close/>
                </a:path>
                <a:path w="6694170" h="6997065">
                  <a:moveTo>
                    <a:pt x="4353750" y="4671584"/>
                  </a:moveTo>
                  <a:lnTo>
                    <a:pt x="4354923" y="4673621"/>
                  </a:lnTo>
                  <a:lnTo>
                    <a:pt x="4352891" y="4674800"/>
                  </a:lnTo>
                  <a:lnTo>
                    <a:pt x="4351712" y="4672763"/>
                  </a:lnTo>
                  <a:lnTo>
                    <a:pt x="4353750" y="4671584"/>
                  </a:lnTo>
                  <a:close/>
                </a:path>
                <a:path w="6694170" h="6997065">
                  <a:moveTo>
                    <a:pt x="4428558" y="4801749"/>
                  </a:moveTo>
                  <a:lnTo>
                    <a:pt x="4429441" y="4803277"/>
                  </a:lnTo>
                  <a:lnTo>
                    <a:pt x="4427913" y="4804160"/>
                  </a:lnTo>
                  <a:lnTo>
                    <a:pt x="4427030" y="4802631"/>
                  </a:lnTo>
                  <a:lnTo>
                    <a:pt x="4428558" y="4801749"/>
                  </a:lnTo>
                  <a:close/>
                </a:path>
                <a:path w="6694170" h="6997065">
                  <a:moveTo>
                    <a:pt x="1541062" y="22563"/>
                  </a:moveTo>
                  <a:lnTo>
                    <a:pt x="1580723" y="91259"/>
                  </a:lnTo>
                  <a:lnTo>
                    <a:pt x="1512021" y="130920"/>
                  </a:lnTo>
                  <a:lnTo>
                    <a:pt x="1472360" y="62224"/>
                  </a:lnTo>
                  <a:lnTo>
                    <a:pt x="1541062" y="22563"/>
                  </a:lnTo>
                  <a:close/>
                </a:path>
                <a:path w="6694170" h="6997065">
                  <a:moveTo>
                    <a:pt x="1615758" y="153125"/>
                  </a:moveTo>
                  <a:lnTo>
                    <a:pt x="1654832" y="220808"/>
                  </a:lnTo>
                  <a:lnTo>
                    <a:pt x="1587155" y="259882"/>
                  </a:lnTo>
                  <a:lnTo>
                    <a:pt x="1548081" y="192199"/>
                  </a:lnTo>
                  <a:lnTo>
                    <a:pt x="1615758" y="153125"/>
                  </a:lnTo>
                  <a:close/>
                </a:path>
                <a:path w="6694170" h="6997065">
                  <a:moveTo>
                    <a:pt x="1690140" y="284895"/>
                  </a:moveTo>
                  <a:lnTo>
                    <a:pt x="1727745" y="350025"/>
                  </a:lnTo>
                  <a:lnTo>
                    <a:pt x="1662609" y="387631"/>
                  </a:lnTo>
                  <a:lnTo>
                    <a:pt x="1625004" y="322501"/>
                  </a:lnTo>
                  <a:lnTo>
                    <a:pt x="1690140" y="284895"/>
                  </a:lnTo>
                  <a:close/>
                </a:path>
                <a:path w="6694170" h="6997065">
                  <a:moveTo>
                    <a:pt x="1764516" y="416660"/>
                  </a:moveTo>
                  <a:lnTo>
                    <a:pt x="1800652" y="479248"/>
                  </a:lnTo>
                  <a:lnTo>
                    <a:pt x="1738063" y="515385"/>
                  </a:lnTo>
                  <a:lnTo>
                    <a:pt x="1701927" y="452796"/>
                  </a:lnTo>
                  <a:lnTo>
                    <a:pt x="1764516" y="416660"/>
                  </a:lnTo>
                  <a:close/>
                </a:path>
                <a:path w="6694170" h="6997065">
                  <a:moveTo>
                    <a:pt x="1838897" y="548424"/>
                  </a:moveTo>
                  <a:lnTo>
                    <a:pt x="1873565" y="608472"/>
                  </a:lnTo>
                  <a:lnTo>
                    <a:pt x="1813517" y="643140"/>
                  </a:lnTo>
                  <a:lnTo>
                    <a:pt x="1778850" y="583092"/>
                  </a:lnTo>
                  <a:lnTo>
                    <a:pt x="1838897" y="548424"/>
                  </a:lnTo>
                  <a:close/>
                </a:path>
                <a:path w="6694170" h="6997065">
                  <a:moveTo>
                    <a:pt x="1913386" y="679791"/>
                  </a:moveTo>
                  <a:lnTo>
                    <a:pt x="1946880" y="737802"/>
                  </a:lnTo>
                  <a:lnTo>
                    <a:pt x="1888870" y="771291"/>
                  </a:lnTo>
                  <a:lnTo>
                    <a:pt x="1855375" y="713280"/>
                  </a:lnTo>
                  <a:lnTo>
                    <a:pt x="1913386" y="679791"/>
                  </a:lnTo>
                  <a:close/>
                </a:path>
                <a:path w="6694170" h="6997065">
                  <a:moveTo>
                    <a:pt x="1987873" y="811153"/>
                  </a:moveTo>
                  <a:lnTo>
                    <a:pt x="2020196" y="867132"/>
                  </a:lnTo>
                  <a:lnTo>
                    <a:pt x="1964218" y="899448"/>
                  </a:lnTo>
                  <a:lnTo>
                    <a:pt x="1931895" y="843475"/>
                  </a:lnTo>
                  <a:lnTo>
                    <a:pt x="1987873" y="811153"/>
                  </a:lnTo>
                  <a:close/>
                </a:path>
                <a:path w="6694170" h="6997065">
                  <a:moveTo>
                    <a:pt x="2062256" y="942923"/>
                  </a:moveTo>
                  <a:lnTo>
                    <a:pt x="2093103" y="996349"/>
                  </a:lnTo>
                  <a:lnTo>
                    <a:pt x="2039671" y="1027202"/>
                  </a:lnTo>
                  <a:lnTo>
                    <a:pt x="2008824" y="973771"/>
                  </a:lnTo>
                  <a:lnTo>
                    <a:pt x="2062256" y="942923"/>
                  </a:lnTo>
                  <a:close/>
                </a:path>
                <a:path w="6694170" h="6997065">
                  <a:moveTo>
                    <a:pt x="2136738" y="1074285"/>
                  </a:moveTo>
                  <a:lnTo>
                    <a:pt x="2166412" y="1125685"/>
                  </a:lnTo>
                  <a:lnTo>
                    <a:pt x="2115018" y="1155360"/>
                  </a:lnTo>
                  <a:lnTo>
                    <a:pt x="2085344" y="1103959"/>
                  </a:lnTo>
                  <a:lnTo>
                    <a:pt x="2136738" y="1074285"/>
                  </a:lnTo>
                  <a:close/>
                </a:path>
                <a:path w="6694170" h="6997065">
                  <a:moveTo>
                    <a:pt x="2211232" y="1205658"/>
                  </a:moveTo>
                  <a:lnTo>
                    <a:pt x="2239728" y="1255015"/>
                  </a:lnTo>
                  <a:lnTo>
                    <a:pt x="2190366" y="1283511"/>
                  </a:lnTo>
                  <a:lnTo>
                    <a:pt x="2161870" y="1234154"/>
                  </a:lnTo>
                  <a:lnTo>
                    <a:pt x="2211232" y="1205658"/>
                  </a:lnTo>
                  <a:close/>
                </a:path>
                <a:path w="6694170" h="6997065">
                  <a:moveTo>
                    <a:pt x="2285608" y="1337417"/>
                  </a:moveTo>
                  <a:lnTo>
                    <a:pt x="2312635" y="1384239"/>
                  </a:lnTo>
                  <a:lnTo>
                    <a:pt x="2265819" y="1411265"/>
                  </a:lnTo>
                  <a:lnTo>
                    <a:pt x="2238792" y="1364449"/>
                  </a:lnTo>
                  <a:lnTo>
                    <a:pt x="2285608" y="1337417"/>
                  </a:lnTo>
                  <a:close/>
                </a:path>
                <a:path w="6694170" h="6997065">
                  <a:moveTo>
                    <a:pt x="2359990" y="1469187"/>
                  </a:moveTo>
                  <a:lnTo>
                    <a:pt x="2385548" y="1513462"/>
                  </a:lnTo>
                  <a:lnTo>
                    <a:pt x="2341273" y="1539020"/>
                  </a:lnTo>
                  <a:lnTo>
                    <a:pt x="2315715" y="1494751"/>
                  </a:lnTo>
                  <a:lnTo>
                    <a:pt x="2359990" y="1469187"/>
                  </a:lnTo>
                  <a:close/>
                </a:path>
                <a:path w="6694170" h="6997065">
                  <a:moveTo>
                    <a:pt x="2434472" y="1600554"/>
                  </a:moveTo>
                  <a:lnTo>
                    <a:pt x="2458858" y="1642792"/>
                  </a:lnTo>
                  <a:lnTo>
                    <a:pt x="2416626" y="1667171"/>
                  </a:lnTo>
                  <a:lnTo>
                    <a:pt x="2392241" y="1624934"/>
                  </a:lnTo>
                  <a:lnTo>
                    <a:pt x="2434472" y="1600554"/>
                  </a:lnTo>
                  <a:close/>
                </a:path>
                <a:path w="6694170" h="6997065">
                  <a:moveTo>
                    <a:pt x="2508847" y="1732319"/>
                  </a:moveTo>
                  <a:lnTo>
                    <a:pt x="2531765" y="1772015"/>
                  </a:lnTo>
                  <a:lnTo>
                    <a:pt x="2492081" y="1794925"/>
                  </a:lnTo>
                  <a:lnTo>
                    <a:pt x="2469164" y="1755235"/>
                  </a:lnTo>
                  <a:lnTo>
                    <a:pt x="2508847" y="1732319"/>
                  </a:lnTo>
                  <a:close/>
                </a:path>
                <a:path w="6694170" h="6997065">
                  <a:moveTo>
                    <a:pt x="2583449" y="1863284"/>
                  </a:moveTo>
                  <a:lnTo>
                    <a:pt x="2605483" y="1901452"/>
                  </a:lnTo>
                  <a:lnTo>
                    <a:pt x="2567315" y="1923486"/>
                  </a:lnTo>
                  <a:lnTo>
                    <a:pt x="2545281" y="1885324"/>
                  </a:lnTo>
                  <a:lnTo>
                    <a:pt x="2583449" y="1863284"/>
                  </a:lnTo>
                  <a:close/>
                </a:path>
                <a:path w="6694170" h="6997065">
                  <a:moveTo>
                    <a:pt x="2657932" y="1994651"/>
                  </a:moveTo>
                  <a:lnTo>
                    <a:pt x="2678793" y="2030782"/>
                  </a:lnTo>
                  <a:lnTo>
                    <a:pt x="2642668" y="2051637"/>
                  </a:lnTo>
                  <a:lnTo>
                    <a:pt x="2621807" y="2015512"/>
                  </a:lnTo>
                  <a:lnTo>
                    <a:pt x="2657932" y="1994651"/>
                  </a:lnTo>
                  <a:close/>
                </a:path>
                <a:path w="6694170" h="6997065">
                  <a:moveTo>
                    <a:pt x="2732314" y="2126421"/>
                  </a:moveTo>
                  <a:lnTo>
                    <a:pt x="2751706" y="2160005"/>
                  </a:lnTo>
                  <a:lnTo>
                    <a:pt x="2718122" y="2179392"/>
                  </a:lnTo>
                  <a:lnTo>
                    <a:pt x="2698730" y="2145808"/>
                  </a:lnTo>
                  <a:lnTo>
                    <a:pt x="2732314" y="2126421"/>
                  </a:lnTo>
                  <a:close/>
                </a:path>
                <a:path w="6694170" h="6997065">
                  <a:moveTo>
                    <a:pt x="2806909" y="2257380"/>
                  </a:moveTo>
                  <a:lnTo>
                    <a:pt x="2825419" y="2289441"/>
                  </a:lnTo>
                  <a:lnTo>
                    <a:pt x="2793363" y="2307945"/>
                  </a:lnTo>
                  <a:lnTo>
                    <a:pt x="2774853" y="2275890"/>
                  </a:lnTo>
                  <a:lnTo>
                    <a:pt x="2806909" y="2257380"/>
                  </a:lnTo>
                  <a:close/>
                </a:path>
                <a:path w="6694170" h="6997065">
                  <a:moveTo>
                    <a:pt x="2881285" y="2389150"/>
                  </a:moveTo>
                  <a:lnTo>
                    <a:pt x="2898325" y="2418665"/>
                  </a:lnTo>
                  <a:lnTo>
                    <a:pt x="2868817" y="2435705"/>
                  </a:lnTo>
                  <a:lnTo>
                    <a:pt x="2851776" y="2406185"/>
                  </a:lnTo>
                  <a:lnTo>
                    <a:pt x="2881285" y="2389150"/>
                  </a:lnTo>
                  <a:close/>
                </a:path>
                <a:path w="6694170" h="6997065">
                  <a:moveTo>
                    <a:pt x="2955886" y="2520109"/>
                  </a:moveTo>
                  <a:lnTo>
                    <a:pt x="2972044" y="2548101"/>
                  </a:lnTo>
                  <a:lnTo>
                    <a:pt x="2944052" y="2564259"/>
                  </a:lnTo>
                  <a:lnTo>
                    <a:pt x="2927894" y="2536267"/>
                  </a:lnTo>
                  <a:lnTo>
                    <a:pt x="2955886" y="2520109"/>
                  </a:lnTo>
                  <a:close/>
                </a:path>
                <a:path w="6694170" h="6997065">
                  <a:moveTo>
                    <a:pt x="3030369" y="2651482"/>
                  </a:moveTo>
                  <a:lnTo>
                    <a:pt x="3045354" y="2677431"/>
                  </a:lnTo>
                  <a:lnTo>
                    <a:pt x="3019405" y="2692410"/>
                  </a:lnTo>
                  <a:lnTo>
                    <a:pt x="3004420" y="2666461"/>
                  </a:lnTo>
                  <a:lnTo>
                    <a:pt x="3030369" y="2651482"/>
                  </a:lnTo>
                  <a:close/>
                </a:path>
                <a:path w="6694170" h="6997065">
                  <a:moveTo>
                    <a:pt x="3104857" y="2782844"/>
                  </a:moveTo>
                  <a:lnTo>
                    <a:pt x="3118663" y="2806755"/>
                  </a:lnTo>
                  <a:lnTo>
                    <a:pt x="3094746" y="2820568"/>
                  </a:lnTo>
                  <a:lnTo>
                    <a:pt x="3080940" y="2796651"/>
                  </a:lnTo>
                  <a:lnTo>
                    <a:pt x="3104857" y="2782844"/>
                  </a:lnTo>
                  <a:close/>
                </a:path>
                <a:path w="6694170" h="6997065">
                  <a:moveTo>
                    <a:pt x="3179345" y="2914211"/>
                  </a:moveTo>
                  <a:lnTo>
                    <a:pt x="3191979" y="2936091"/>
                  </a:lnTo>
                  <a:lnTo>
                    <a:pt x="3170099" y="2948725"/>
                  </a:lnTo>
                  <a:lnTo>
                    <a:pt x="3157465" y="2926839"/>
                  </a:lnTo>
                  <a:lnTo>
                    <a:pt x="3179345" y="2914211"/>
                  </a:lnTo>
                  <a:close/>
                </a:path>
                <a:path w="6694170" h="6997065">
                  <a:moveTo>
                    <a:pt x="3253940" y="3045176"/>
                  </a:moveTo>
                  <a:lnTo>
                    <a:pt x="3265691" y="3065528"/>
                  </a:lnTo>
                  <a:lnTo>
                    <a:pt x="3245334" y="3077285"/>
                  </a:lnTo>
                  <a:lnTo>
                    <a:pt x="3233583" y="3056927"/>
                  </a:lnTo>
                  <a:lnTo>
                    <a:pt x="3253940" y="3045176"/>
                  </a:lnTo>
                  <a:close/>
                </a:path>
                <a:path w="6694170" h="6997065">
                  <a:moveTo>
                    <a:pt x="3328535" y="3176135"/>
                  </a:moveTo>
                  <a:lnTo>
                    <a:pt x="3339404" y="3194964"/>
                  </a:lnTo>
                  <a:lnTo>
                    <a:pt x="3320575" y="3205839"/>
                  </a:lnTo>
                  <a:lnTo>
                    <a:pt x="3309706" y="3187010"/>
                  </a:lnTo>
                  <a:lnTo>
                    <a:pt x="3328535" y="3176135"/>
                  </a:lnTo>
                  <a:close/>
                </a:path>
                <a:path w="6694170" h="6997065">
                  <a:moveTo>
                    <a:pt x="3403131" y="3307105"/>
                  </a:moveTo>
                  <a:lnTo>
                    <a:pt x="3413117" y="3324407"/>
                  </a:lnTo>
                  <a:lnTo>
                    <a:pt x="3395816" y="3334393"/>
                  </a:lnTo>
                  <a:lnTo>
                    <a:pt x="3385830" y="3317092"/>
                  </a:lnTo>
                  <a:lnTo>
                    <a:pt x="3403131" y="3307105"/>
                  </a:lnTo>
                  <a:close/>
                </a:path>
                <a:path w="6694170" h="6997065">
                  <a:moveTo>
                    <a:pt x="3477618" y="3438467"/>
                  </a:moveTo>
                  <a:lnTo>
                    <a:pt x="3486432" y="3453731"/>
                  </a:lnTo>
                  <a:lnTo>
                    <a:pt x="3471163" y="3462550"/>
                  </a:lnTo>
                  <a:lnTo>
                    <a:pt x="3462349" y="3447280"/>
                  </a:lnTo>
                  <a:lnTo>
                    <a:pt x="3477618" y="3438467"/>
                  </a:lnTo>
                  <a:close/>
                </a:path>
                <a:path w="6694170" h="6997065">
                  <a:moveTo>
                    <a:pt x="3552208" y="3569426"/>
                  </a:moveTo>
                  <a:lnTo>
                    <a:pt x="3560145" y="3583167"/>
                  </a:lnTo>
                  <a:lnTo>
                    <a:pt x="3546403" y="3591105"/>
                  </a:lnTo>
                  <a:lnTo>
                    <a:pt x="3538466" y="3577363"/>
                  </a:lnTo>
                  <a:lnTo>
                    <a:pt x="3552208" y="3569426"/>
                  </a:lnTo>
                  <a:close/>
                </a:path>
                <a:path w="6694170" h="6997065">
                  <a:moveTo>
                    <a:pt x="3626803" y="3700397"/>
                  </a:moveTo>
                  <a:lnTo>
                    <a:pt x="3633858" y="3712610"/>
                  </a:lnTo>
                  <a:lnTo>
                    <a:pt x="3621644" y="3719659"/>
                  </a:lnTo>
                  <a:lnTo>
                    <a:pt x="3614590" y="3707445"/>
                  </a:lnTo>
                  <a:lnTo>
                    <a:pt x="3626803" y="3700397"/>
                  </a:lnTo>
                  <a:close/>
                </a:path>
                <a:path w="6694170" h="6997065">
                  <a:moveTo>
                    <a:pt x="3701286" y="3831764"/>
                  </a:moveTo>
                  <a:lnTo>
                    <a:pt x="3707161" y="3841940"/>
                  </a:lnTo>
                  <a:lnTo>
                    <a:pt x="3696986" y="3847815"/>
                  </a:lnTo>
                  <a:lnTo>
                    <a:pt x="3691110" y="3837640"/>
                  </a:lnTo>
                  <a:lnTo>
                    <a:pt x="3701286" y="3831764"/>
                  </a:lnTo>
                  <a:close/>
                </a:path>
                <a:path w="6694170" h="6997065">
                  <a:moveTo>
                    <a:pt x="3775993" y="3962326"/>
                  </a:moveTo>
                  <a:lnTo>
                    <a:pt x="3781282" y="3971483"/>
                  </a:lnTo>
                  <a:lnTo>
                    <a:pt x="3772125" y="3976773"/>
                  </a:lnTo>
                  <a:lnTo>
                    <a:pt x="3766836" y="3967609"/>
                  </a:lnTo>
                  <a:lnTo>
                    <a:pt x="3775993" y="3962326"/>
                  </a:lnTo>
                  <a:close/>
                </a:path>
                <a:path w="6694170" h="6997065">
                  <a:moveTo>
                    <a:pt x="3850695" y="4092888"/>
                  </a:moveTo>
                  <a:lnTo>
                    <a:pt x="3855392" y="4101027"/>
                  </a:lnTo>
                  <a:lnTo>
                    <a:pt x="3847253" y="4105730"/>
                  </a:lnTo>
                  <a:lnTo>
                    <a:pt x="3842556" y="4097585"/>
                  </a:lnTo>
                  <a:lnTo>
                    <a:pt x="3850695" y="4092888"/>
                  </a:lnTo>
                  <a:close/>
                </a:path>
                <a:path w="6694170" h="6997065">
                  <a:moveTo>
                    <a:pt x="3925396" y="4223450"/>
                  </a:moveTo>
                  <a:lnTo>
                    <a:pt x="3929513" y="4230576"/>
                  </a:lnTo>
                  <a:lnTo>
                    <a:pt x="3922387" y="4234686"/>
                  </a:lnTo>
                  <a:lnTo>
                    <a:pt x="3918271" y="4227561"/>
                  </a:lnTo>
                  <a:lnTo>
                    <a:pt x="3925396" y="4223450"/>
                  </a:lnTo>
                  <a:close/>
                </a:path>
                <a:path w="6694170" h="6997065">
                  <a:moveTo>
                    <a:pt x="3999991" y="4354415"/>
                  </a:moveTo>
                  <a:lnTo>
                    <a:pt x="4003225" y="4360012"/>
                  </a:lnTo>
                  <a:lnTo>
                    <a:pt x="3997628" y="4363246"/>
                  </a:lnTo>
                  <a:lnTo>
                    <a:pt x="3994394" y="4357649"/>
                  </a:lnTo>
                  <a:lnTo>
                    <a:pt x="3999991" y="4354415"/>
                  </a:lnTo>
                  <a:close/>
                </a:path>
                <a:path w="6694170" h="6997065">
                  <a:moveTo>
                    <a:pt x="4074693" y="4484977"/>
                  </a:moveTo>
                  <a:lnTo>
                    <a:pt x="4077335" y="4489556"/>
                  </a:lnTo>
                  <a:lnTo>
                    <a:pt x="4072756" y="4492197"/>
                  </a:lnTo>
                  <a:lnTo>
                    <a:pt x="4070115" y="4487624"/>
                  </a:lnTo>
                  <a:lnTo>
                    <a:pt x="4074693" y="4484977"/>
                  </a:lnTo>
                  <a:close/>
                </a:path>
                <a:path w="6694170" h="6997065">
                  <a:moveTo>
                    <a:pt x="4149400" y="4615539"/>
                  </a:moveTo>
                  <a:lnTo>
                    <a:pt x="4151456" y="4619099"/>
                  </a:lnTo>
                  <a:lnTo>
                    <a:pt x="4147890" y="4621160"/>
                  </a:lnTo>
                  <a:lnTo>
                    <a:pt x="4145835" y="4617600"/>
                  </a:lnTo>
                  <a:lnTo>
                    <a:pt x="4149400" y="4615539"/>
                  </a:lnTo>
                  <a:close/>
                </a:path>
                <a:path w="6694170" h="6997065">
                  <a:moveTo>
                    <a:pt x="4224096" y="4746107"/>
                  </a:moveTo>
                  <a:lnTo>
                    <a:pt x="4225565" y="4748648"/>
                  </a:lnTo>
                  <a:lnTo>
                    <a:pt x="4223024" y="4750117"/>
                  </a:lnTo>
                  <a:lnTo>
                    <a:pt x="4221555" y="4747576"/>
                  </a:lnTo>
                  <a:lnTo>
                    <a:pt x="4224096" y="4746107"/>
                  </a:lnTo>
                  <a:close/>
                </a:path>
                <a:path w="6694170" h="6997065">
                  <a:moveTo>
                    <a:pt x="4298798" y="4876663"/>
                  </a:moveTo>
                  <a:lnTo>
                    <a:pt x="4299680" y="4878191"/>
                  </a:lnTo>
                  <a:lnTo>
                    <a:pt x="4298158" y="4879074"/>
                  </a:lnTo>
                  <a:lnTo>
                    <a:pt x="4297276" y="4877546"/>
                  </a:lnTo>
                  <a:lnTo>
                    <a:pt x="4298798" y="4876663"/>
                  </a:lnTo>
                  <a:close/>
                </a:path>
                <a:path w="6694170" h="6997065">
                  <a:moveTo>
                    <a:pt x="1275768" y="0"/>
                  </a:moveTo>
                  <a:lnTo>
                    <a:pt x="1357736" y="0"/>
                  </a:lnTo>
                  <a:lnTo>
                    <a:pt x="1379256" y="37276"/>
                  </a:lnTo>
                  <a:lnTo>
                    <a:pt x="1306492" y="79288"/>
                  </a:lnTo>
                  <a:lnTo>
                    <a:pt x="1264480" y="6517"/>
                  </a:lnTo>
                  <a:lnTo>
                    <a:pt x="1275768" y="0"/>
                  </a:lnTo>
                  <a:close/>
                </a:path>
                <a:path w="6694170" h="6997065">
                  <a:moveTo>
                    <a:pt x="1411727" y="95872"/>
                  </a:moveTo>
                  <a:lnTo>
                    <a:pt x="1452567" y="166605"/>
                  </a:lnTo>
                  <a:lnTo>
                    <a:pt x="1381839" y="207445"/>
                  </a:lnTo>
                  <a:lnTo>
                    <a:pt x="1341000" y="136706"/>
                  </a:lnTo>
                  <a:lnTo>
                    <a:pt x="1411727" y="95872"/>
                  </a:lnTo>
                  <a:close/>
                </a:path>
                <a:path w="6694170" h="6997065">
                  <a:moveTo>
                    <a:pt x="1486221" y="227240"/>
                  </a:moveTo>
                  <a:lnTo>
                    <a:pt x="1525882" y="295936"/>
                  </a:lnTo>
                  <a:lnTo>
                    <a:pt x="1457186" y="335596"/>
                  </a:lnTo>
                  <a:lnTo>
                    <a:pt x="1417525" y="266900"/>
                  </a:lnTo>
                  <a:lnTo>
                    <a:pt x="1486221" y="227240"/>
                  </a:lnTo>
                  <a:close/>
                </a:path>
                <a:path w="6694170" h="6997065">
                  <a:moveTo>
                    <a:pt x="1560709" y="358601"/>
                  </a:moveTo>
                  <a:lnTo>
                    <a:pt x="1599191" y="425260"/>
                  </a:lnTo>
                  <a:lnTo>
                    <a:pt x="1532527" y="463748"/>
                  </a:lnTo>
                  <a:lnTo>
                    <a:pt x="1494045" y="397090"/>
                  </a:lnTo>
                  <a:lnTo>
                    <a:pt x="1560709" y="358601"/>
                  </a:lnTo>
                  <a:close/>
                </a:path>
                <a:path w="6694170" h="6997065">
                  <a:moveTo>
                    <a:pt x="1635192" y="489969"/>
                  </a:moveTo>
                  <a:lnTo>
                    <a:pt x="1672501" y="554596"/>
                  </a:lnTo>
                  <a:lnTo>
                    <a:pt x="1607874" y="591911"/>
                  </a:lnTo>
                  <a:lnTo>
                    <a:pt x="1570565" y="527284"/>
                  </a:lnTo>
                  <a:lnTo>
                    <a:pt x="1635192" y="489969"/>
                  </a:lnTo>
                  <a:close/>
                </a:path>
                <a:path w="6694170" h="6997065">
                  <a:moveTo>
                    <a:pt x="1709573" y="621739"/>
                  </a:moveTo>
                  <a:lnTo>
                    <a:pt x="1745414" y="683818"/>
                  </a:lnTo>
                  <a:lnTo>
                    <a:pt x="1683328" y="719659"/>
                  </a:lnTo>
                  <a:lnTo>
                    <a:pt x="1647488" y="657579"/>
                  </a:lnTo>
                  <a:lnTo>
                    <a:pt x="1709573" y="621739"/>
                  </a:lnTo>
                  <a:close/>
                </a:path>
                <a:path w="6694170" h="6997065">
                  <a:moveTo>
                    <a:pt x="1783949" y="753503"/>
                  </a:moveTo>
                  <a:lnTo>
                    <a:pt x="1818321" y="813042"/>
                  </a:lnTo>
                  <a:lnTo>
                    <a:pt x="1758783" y="847413"/>
                  </a:lnTo>
                  <a:lnTo>
                    <a:pt x="1724411" y="787875"/>
                  </a:lnTo>
                  <a:lnTo>
                    <a:pt x="1783949" y="753503"/>
                  </a:lnTo>
                  <a:close/>
                </a:path>
                <a:path w="6694170" h="6997065">
                  <a:moveTo>
                    <a:pt x="1858332" y="885268"/>
                  </a:moveTo>
                  <a:lnTo>
                    <a:pt x="1891234" y="942266"/>
                  </a:lnTo>
                  <a:lnTo>
                    <a:pt x="1834242" y="975168"/>
                  </a:lnTo>
                  <a:lnTo>
                    <a:pt x="1801334" y="918177"/>
                  </a:lnTo>
                  <a:lnTo>
                    <a:pt x="1858332" y="885268"/>
                  </a:lnTo>
                  <a:close/>
                </a:path>
                <a:path w="6694170" h="6997065">
                  <a:moveTo>
                    <a:pt x="1932820" y="1016635"/>
                  </a:moveTo>
                  <a:lnTo>
                    <a:pt x="1964550" y="1071590"/>
                  </a:lnTo>
                  <a:lnTo>
                    <a:pt x="1909589" y="1103320"/>
                  </a:lnTo>
                  <a:lnTo>
                    <a:pt x="1877859" y="1048365"/>
                  </a:lnTo>
                  <a:lnTo>
                    <a:pt x="1932820" y="1016635"/>
                  </a:lnTo>
                  <a:close/>
                </a:path>
                <a:path w="6694170" h="6997065">
                  <a:moveTo>
                    <a:pt x="2007302" y="1148003"/>
                  </a:moveTo>
                  <a:lnTo>
                    <a:pt x="2037859" y="1200925"/>
                  </a:lnTo>
                  <a:lnTo>
                    <a:pt x="1984937" y="1231482"/>
                  </a:lnTo>
                  <a:lnTo>
                    <a:pt x="1954385" y="1178560"/>
                  </a:lnTo>
                  <a:lnTo>
                    <a:pt x="2007302" y="1148003"/>
                  </a:lnTo>
                  <a:close/>
                </a:path>
                <a:path w="6694170" h="6997065">
                  <a:moveTo>
                    <a:pt x="2081683" y="1279767"/>
                  </a:moveTo>
                  <a:lnTo>
                    <a:pt x="2110766" y="1330143"/>
                  </a:lnTo>
                  <a:lnTo>
                    <a:pt x="2060390" y="1359231"/>
                  </a:lnTo>
                  <a:lnTo>
                    <a:pt x="2031302" y="1308855"/>
                  </a:lnTo>
                  <a:lnTo>
                    <a:pt x="2081683" y="1279767"/>
                  </a:lnTo>
                  <a:close/>
                </a:path>
                <a:path w="6694170" h="6997065">
                  <a:moveTo>
                    <a:pt x="2156172" y="1411129"/>
                  </a:moveTo>
                  <a:lnTo>
                    <a:pt x="2184082" y="1459479"/>
                  </a:lnTo>
                  <a:lnTo>
                    <a:pt x="2135743" y="1487388"/>
                  </a:lnTo>
                  <a:lnTo>
                    <a:pt x="2107828" y="1439038"/>
                  </a:lnTo>
                  <a:lnTo>
                    <a:pt x="2156172" y="1411129"/>
                  </a:lnTo>
                  <a:close/>
                </a:path>
                <a:path w="6694170" h="6997065">
                  <a:moveTo>
                    <a:pt x="2230441" y="1543302"/>
                  </a:moveTo>
                  <a:lnTo>
                    <a:pt x="2256585" y="1588590"/>
                  </a:lnTo>
                  <a:lnTo>
                    <a:pt x="2211298" y="1614740"/>
                  </a:lnTo>
                  <a:lnTo>
                    <a:pt x="2185153" y="1569453"/>
                  </a:lnTo>
                  <a:lnTo>
                    <a:pt x="2230441" y="1543302"/>
                  </a:lnTo>
                  <a:close/>
                </a:path>
                <a:path w="6694170" h="6997065">
                  <a:moveTo>
                    <a:pt x="2304929" y="1674670"/>
                  </a:moveTo>
                  <a:lnTo>
                    <a:pt x="2329901" y="1717919"/>
                  </a:lnTo>
                  <a:lnTo>
                    <a:pt x="2286651" y="1742891"/>
                  </a:lnTo>
                  <a:lnTo>
                    <a:pt x="2261679" y="1699641"/>
                  </a:lnTo>
                  <a:lnTo>
                    <a:pt x="2304929" y="1674670"/>
                  </a:lnTo>
                  <a:close/>
                </a:path>
                <a:path w="6694170" h="6997065">
                  <a:moveTo>
                    <a:pt x="2379311" y="1806434"/>
                  </a:moveTo>
                  <a:lnTo>
                    <a:pt x="2402814" y="1847143"/>
                  </a:lnTo>
                  <a:lnTo>
                    <a:pt x="2362104" y="1870646"/>
                  </a:lnTo>
                  <a:lnTo>
                    <a:pt x="2338602" y="1829936"/>
                  </a:lnTo>
                  <a:lnTo>
                    <a:pt x="2379311" y="1806434"/>
                  </a:lnTo>
                  <a:close/>
                </a:path>
                <a:path w="6694170" h="6997065">
                  <a:moveTo>
                    <a:pt x="2453794" y="1937801"/>
                  </a:moveTo>
                  <a:lnTo>
                    <a:pt x="2476118" y="1976473"/>
                  </a:lnTo>
                  <a:lnTo>
                    <a:pt x="2437446" y="1998797"/>
                  </a:lnTo>
                  <a:lnTo>
                    <a:pt x="2415122" y="1960132"/>
                  </a:lnTo>
                  <a:lnTo>
                    <a:pt x="2453794" y="1937801"/>
                  </a:lnTo>
                  <a:close/>
                </a:path>
                <a:path w="6694170" h="6997065">
                  <a:moveTo>
                    <a:pt x="2528395" y="2068766"/>
                  </a:moveTo>
                  <a:lnTo>
                    <a:pt x="2549836" y="2105910"/>
                  </a:lnTo>
                  <a:lnTo>
                    <a:pt x="2512687" y="2127357"/>
                  </a:lnTo>
                  <a:lnTo>
                    <a:pt x="2491245" y="2090214"/>
                  </a:lnTo>
                  <a:lnTo>
                    <a:pt x="2528395" y="2068766"/>
                  </a:lnTo>
                  <a:close/>
                </a:path>
                <a:path w="6694170" h="6997065">
                  <a:moveTo>
                    <a:pt x="2602771" y="2200531"/>
                  </a:moveTo>
                  <a:lnTo>
                    <a:pt x="2622749" y="2235133"/>
                  </a:lnTo>
                  <a:lnTo>
                    <a:pt x="2588147" y="2255112"/>
                  </a:lnTo>
                  <a:lnTo>
                    <a:pt x="2568168" y="2220510"/>
                  </a:lnTo>
                  <a:lnTo>
                    <a:pt x="2602771" y="2200531"/>
                  </a:lnTo>
                  <a:close/>
                </a:path>
                <a:path w="6694170" h="6997065">
                  <a:moveTo>
                    <a:pt x="2677253" y="2331893"/>
                  </a:moveTo>
                  <a:lnTo>
                    <a:pt x="2696059" y="2364464"/>
                  </a:lnTo>
                  <a:lnTo>
                    <a:pt x="2663488" y="2383263"/>
                  </a:lnTo>
                  <a:lnTo>
                    <a:pt x="2644688" y="2350698"/>
                  </a:lnTo>
                  <a:lnTo>
                    <a:pt x="2677253" y="2331893"/>
                  </a:lnTo>
                  <a:close/>
                </a:path>
                <a:path w="6694170" h="6997065">
                  <a:moveTo>
                    <a:pt x="2751747" y="2463266"/>
                  </a:moveTo>
                  <a:lnTo>
                    <a:pt x="2769374" y="2493793"/>
                  </a:lnTo>
                  <a:lnTo>
                    <a:pt x="2738841" y="2511420"/>
                  </a:lnTo>
                  <a:lnTo>
                    <a:pt x="2721214" y="2480893"/>
                  </a:lnTo>
                  <a:lnTo>
                    <a:pt x="2751747" y="2463266"/>
                  </a:lnTo>
                  <a:close/>
                </a:path>
                <a:path w="6694170" h="6997065">
                  <a:moveTo>
                    <a:pt x="2826230" y="2594628"/>
                  </a:moveTo>
                  <a:lnTo>
                    <a:pt x="2842678" y="2623124"/>
                  </a:lnTo>
                  <a:lnTo>
                    <a:pt x="2814188" y="2639578"/>
                  </a:lnTo>
                  <a:lnTo>
                    <a:pt x="2797733" y="2611082"/>
                  </a:lnTo>
                  <a:lnTo>
                    <a:pt x="2826230" y="2594628"/>
                  </a:lnTo>
                  <a:close/>
                </a:path>
                <a:path w="6694170" h="6997065">
                  <a:moveTo>
                    <a:pt x="2900825" y="2725586"/>
                  </a:moveTo>
                  <a:lnTo>
                    <a:pt x="2916396" y="2752560"/>
                  </a:lnTo>
                  <a:lnTo>
                    <a:pt x="2889429" y="2768132"/>
                  </a:lnTo>
                  <a:lnTo>
                    <a:pt x="2873857" y="2741158"/>
                  </a:lnTo>
                  <a:lnTo>
                    <a:pt x="2900825" y="2725586"/>
                  </a:lnTo>
                  <a:close/>
                </a:path>
                <a:path w="6694170" h="6997065">
                  <a:moveTo>
                    <a:pt x="2975313" y="2856959"/>
                  </a:moveTo>
                  <a:lnTo>
                    <a:pt x="2989706" y="2881895"/>
                  </a:lnTo>
                  <a:lnTo>
                    <a:pt x="2964776" y="2896288"/>
                  </a:lnTo>
                  <a:lnTo>
                    <a:pt x="2950377" y="2871358"/>
                  </a:lnTo>
                  <a:lnTo>
                    <a:pt x="2975313" y="2856959"/>
                  </a:lnTo>
                  <a:close/>
                </a:path>
                <a:path w="6694170" h="6997065">
                  <a:moveTo>
                    <a:pt x="3049689" y="2988724"/>
                  </a:moveTo>
                  <a:lnTo>
                    <a:pt x="3062613" y="3011113"/>
                  </a:lnTo>
                  <a:lnTo>
                    <a:pt x="3040224" y="3024043"/>
                  </a:lnTo>
                  <a:lnTo>
                    <a:pt x="3027300" y="3001648"/>
                  </a:lnTo>
                  <a:lnTo>
                    <a:pt x="3049689" y="2988724"/>
                  </a:lnTo>
                  <a:close/>
                </a:path>
                <a:path w="6694170" h="6997065">
                  <a:moveTo>
                    <a:pt x="3124284" y="3119689"/>
                  </a:moveTo>
                  <a:lnTo>
                    <a:pt x="3136326" y="3140550"/>
                  </a:lnTo>
                  <a:lnTo>
                    <a:pt x="3115465" y="3152597"/>
                  </a:lnTo>
                  <a:lnTo>
                    <a:pt x="3103423" y="3131736"/>
                  </a:lnTo>
                  <a:lnTo>
                    <a:pt x="3124284" y="3119689"/>
                  </a:lnTo>
                  <a:close/>
                </a:path>
                <a:path w="6694170" h="6997065">
                  <a:moveTo>
                    <a:pt x="3198880" y="3250647"/>
                  </a:moveTo>
                  <a:lnTo>
                    <a:pt x="3210044" y="3269986"/>
                  </a:lnTo>
                  <a:lnTo>
                    <a:pt x="3190705" y="3281151"/>
                  </a:lnTo>
                  <a:lnTo>
                    <a:pt x="3179540" y="3261812"/>
                  </a:lnTo>
                  <a:lnTo>
                    <a:pt x="3198880" y="3250647"/>
                  </a:lnTo>
                  <a:close/>
                </a:path>
                <a:path w="6694170" h="6997065">
                  <a:moveTo>
                    <a:pt x="3273475" y="3381618"/>
                  </a:moveTo>
                  <a:lnTo>
                    <a:pt x="3283757" y="3399429"/>
                  </a:lnTo>
                  <a:lnTo>
                    <a:pt x="3265947" y="3409711"/>
                  </a:lnTo>
                  <a:lnTo>
                    <a:pt x="3255664" y="3391901"/>
                  </a:lnTo>
                  <a:lnTo>
                    <a:pt x="3273475" y="3381618"/>
                  </a:lnTo>
                  <a:close/>
                </a:path>
                <a:path w="6694170" h="6997065">
                  <a:moveTo>
                    <a:pt x="3347957" y="3512986"/>
                  </a:moveTo>
                  <a:lnTo>
                    <a:pt x="3357067" y="3528759"/>
                  </a:lnTo>
                  <a:lnTo>
                    <a:pt x="3341294" y="3537868"/>
                  </a:lnTo>
                  <a:lnTo>
                    <a:pt x="3332184" y="3522089"/>
                  </a:lnTo>
                  <a:lnTo>
                    <a:pt x="3347957" y="3512986"/>
                  </a:lnTo>
                  <a:close/>
                </a:path>
                <a:path w="6694170" h="6997065">
                  <a:moveTo>
                    <a:pt x="3422558" y="3643944"/>
                  </a:moveTo>
                  <a:lnTo>
                    <a:pt x="3430785" y="3658189"/>
                  </a:lnTo>
                  <a:lnTo>
                    <a:pt x="3416535" y="3666416"/>
                  </a:lnTo>
                  <a:lnTo>
                    <a:pt x="3408308" y="3652171"/>
                  </a:lnTo>
                  <a:lnTo>
                    <a:pt x="3422558" y="3643944"/>
                  </a:lnTo>
                  <a:close/>
                </a:path>
                <a:path w="6694170" h="6997065">
                  <a:moveTo>
                    <a:pt x="3497154" y="3774909"/>
                  </a:moveTo>
                  <a:lnTo>
                    <a:pt x="3504498" y="3787632"/>
                  </a:lnTo>
                  <a:lnTo>
                    <a:pt x="3491775" y="3794977"/>
                  </a:lnTo>
                  <a:lnTo>
                    <a:pt x="3484430" y="3782254"/>
                  </a:lnTo>
                  <a:lnTo>
                    <a:pt x="3497154" y="3774909"/>
                  </a:lnTo>
                  <a:close/>
                </a:path>
                <a:path w="6694170" h="6997065">
                  <a:moveTo>
                    <a:pt x="3571749" y="3905875"/>
                  </a:moveTo>
                  <a:lnTo>
                    <a:pt x="3578211" y="3917069"/>
                  </a:lnTo>
                  <a:lnTo>
                    <a:pt x="3567010" y="3923531"/>
                  </a:lnTo>
                  <a:lnTo>
                    <a:pt x="3560548" y="3912343"/>
                  </a:lnTo>
                  <a:lnTo>
                    <a:pt x="3571749" y="3905875"/>
                  </a:lnTo>
                  <a:close/>
                </a:path>
                <a:path w="6694170" h="6997065">
                  <a:moveTo>
                    <a:pt x="3646237" y="4037242"/>
                  </a:moveTo>
                  <a:lnTo>
                    <a:pt x="3651526" y="4046399"/>
                  </a:lnTo>
                  <a:lnTo>
                    <a:pt x="3642363" y="4051688"/>
                  </a:lnTo>
                  <a:lnTo>
                    <a:pt x="3637074" y="4042531"/>
                  </a:lnTo>
                  <a:lnTo>
                    <a:pt x="3646237" y="4037242"/>
                  </a:lnTo>
                  <a:close/>
                </a:path>
                <a:path w="6694170" h="6997065">
                  <a:moveTo>
                    <a:pt x="3720933" y="4167804"/>
                  </a:moveTo>
                  <a:lnTo>
                    <a:pt x="3725636" y="4175948"/>
                  </a:lnTo>
                  <a:lnTo>
                    <a:pt x="3717492" y="4180645"/>
                  </a:lnTo>
                  <a:lnTo>
                    <a:pt x="3712795" y="4172506"/>
                  </a:lnTo>
                  <a:lnTo>
                    <a:pt x="3720933" y="4167804"/>
                  </a:lnTo>
                  <a:close/>
                </a:path>
                <a:path w="6694170" h="6997065">
                  <a:moveTo>
                    <a:pt x="3795635" y="4298366"/>
                  </a:moveTo>
                  <a:lnTo>
                    <a:pt x="3799751" y="4305491"/>
                  </a:lnTo>
                  <a:lnTo>
                    <a:pt x="3792626" y="4309608"/>
                  </a:lnTo>
                  <a:lnTo>
                    <a:pt x="3788509" y="4302482"/>
                  </a:lnTo>
                  <a:lnTo>
                    <a:pt x="3795635" y="4298366"/>
                  </a:lnTo>
                  <a:close/>
                </a:path>
                <a:path w="6694170" h="6997065">
                  <a:moveTo>
                    <a:pt x="3870342" y="4428928"/>
                  </a:moveTo>
                  <a:lnTo>
                    <a:pt x="3873866" y="4435034"/>
                  </a:lnTo>
                  <a:lnTo>
                    <a:pt x="3867754" y="4438559"/>
                  </a:lnTo>
                  <a:lnTo>
                    <a:pt x="3864229" y="4432458"/>
                  </a:lnTo>
                  <a:lnTo>
                    <a:pt x="3870342" y="4428928"/>
                  </a:lnTo>
                  <a:close/>
                </a:path>
                <a:path w="6694170" h="6997065">
                  <a:moveTo>
                    <a:pt x="3944937" y="4559899"/>
                  </a:moveTo>
                  <a:lnTo>
                    <a:pt x="3947579" y="4564471"/>
                  </a:lnTo>
                  <a:lnTo>
                    <a:pt x="3942994" y="4567119"/>
                  </a:lnTo>
                  <a:lnTo>
                    <a:pt x="3940352" y="4562540"/>
                  </a:lnTo>
                  <a:lnTo>
                    <a:pt x="3944937" y="4559899"/>
                  </a:lnTo>
                  <a:close/>
                </a:path>
                <a:path w="6694170" h="6997065">
                  <a:moveTo>
                    <a:pt x="4019639" y="4690461"/>
                  </a:moveTo>
                  <a:lnTo>
                    <a:pt x="4021694" y="4694020"/>
                  </a:lnTo>
                  <a:lnTo>
                    <a:pt x="4018128" y="4696076"/>
                  </a:lnTo>
                  <a:lnTo>
                    <a:pt x="4016073" y="4692516"/>
                  </a:lnTo>
                  <a:lnTo>
                    <a:pt x="4019639" y="4690461"/>
                  </a:lnTo>
                  <a:close/>
                </a:path>
                <a:path w="6694170" h="6997065">
                  <a:moveTo>
                    <a:pt x="4094340" y="4821023"/>
                  </a:moveTo>
                  <a:lnTo>
                    <a:pt x="4095809" y="4823564"/>
                  </a:lnTo>
                  <a:lnTo>
                    <a:pt x="4093268" y="4825033"/>
                  </a:lnTo>
                  <a:lnTo>
                    <a:pt x="4091799" y="4822492"/>
                  </a:lnTo>
                  <a:lnTo>
                    <a:pt x="4094340" y="4821023"/>
                  </a:lnTo>
                  <a:close/>
                </a:path>
                <a:path w="6694170" h="6997065">
                  <a:moveTo>
                    <a:pt x="4169042" y="4951579"/>
                  </a:moveTo>
                  <a:lnTo>
                    <a:pt x="4169925" y="4953107"/>
                  </a:lnTo>
                  <a:lnTo>
                    <a:pt x="4168397" y="4953989"/>
                  </a:lnTo>
                  <a:lnTo>
                    <a:pt x="4167514" y="4952461"/>
                  </a:lnTo>
                  <a:lnTo>
                    <a:pt x="4169042" y="4951579"/>
                  </a:lnTo>
                  <a:close/>
                </a:path>
                <a:path w="6694170" h="6997065">
                  <a:moveTo>
                    <a:pt x="1087024" y="0"/>
                  </a:moveTo>
                  <a:lnTo>
                    <a:pt x="1145330" y="0"/>
                  </a:lnTo>
                  <a:lnTo>
                    <a:pt x="1101603" y="25247"/>
                  </a:lnTo>
                  <a:lnTo>
                    <a:pt x="1087024" y="0"/>
                  </a:lnTo>
                  <a:close/>
                </a:path>
                <a:path w="6694170" h="6997065">
                  <a:moveTo>
                    <a:pt x="1208022" y="37419"/>
                  </a:moveTo>
                  <a:lnTo>
                    <a:pt x="1251504" y="112731"/>
                  </a:lnTo>
                  <a:lnTo>
                    <a:pt x="1176192" y="156212"/>
                  </a:lnTo>
                  <a:lnTo>
                    <a:pt x="1132710" y="80900"/>
                  </a:lnTo>
                  <a:lnTo>
                    <a:pt x="1208022" y="37419"/>
                  </a:lnTo>
                  <a:close/>
                </a:path>
                <a:path w="6694170" h="6997065">
                  <a:moveTo>
                    <a:pt x="1282404" y="169183"/>
                  </a:moveTo>
                  <a:lnTo>
                    <a:pt x="1324416" y="241954"/>
                  </a:lnTo>
                  <a:lnTo>
                    <a:pt x="1251645" y="283966"/>
                  </a:lnTo>
                  <a:lnTo>
                    <a:pt x="1209633" y="211195"/>
                  </a:lnTo>
                  <a:lnTo>
                    <a:pt x="1282404" y="169183"/>
                  </a:lnTo>
                  <a:close/>
                </a:path>
                <a:path w="6694170" h="6997065">
                  <a:moveTo>
                    <a:pt x="1356780" y="300953"/>
                  </a:moveTo>
                  <a:lnTo>
                    <a:pt x="1397324" y="371177"/>
                  </a:lnTo>
                  <a:lnTo>
                    <a:pt x="1327106" y="411720"/>
                  </a:lnTo>
                  <a:lnTo>
                    <a:pt x="1286562" y="341497"/>
                  </a:lnTo>
                  <a:lnTo>
                    <a:pt x="1356780" y="300953"/>
                  </a:lnTo>
                  <a:close/>
                </a:path>
                <a:path w="6694170" h="6997065">
                  <a:moveTo>
                    <a:pt x="1431268" y="432315"/>
                  </a:moveTo>
                  <a:lnTo>
                    <a:pt x="1470639" y="500507"/>
                  </a:lnTo>
                  <a:lnTo>
                    <a:pt x="1402447" y="539878"/>
                  </a:lnTo>
                  <a:lnTo>
                    <a:pt x="1363082" y="471686"/>
                  </a:lnTo>
                  <a:lnTo>
                    <a:pt x="1431268" y="432315"/>
                  </a:lnTo>
                  <a:close/>
                </a:path>
                <a:path w="6694170" h="6997065">
                  <a:moveTo>
                    <a:pt x="1505757" y="563683"/>
                  </a:moveTo>
                  <a:lnTo>
                    <a:pt x="1543949" y="629838"/>
                  </a:lnTo>
                  <a:lnTo>
                    <a:pt x="1477794" y="668030"/>
                  </a:lnTo>
                  <a:lnTo>
                    <a:pt x="1439602" y="601875"/>
                  </a:lnTo>
                  <a:lnTo>
                    <a:pt x="1505757" y="563683"/>
                  </a:lnTo>
                  <a:close/>
                </a:path>
                <a:path w="6694170" h="6997065">
                  <a:moveTo>
                    <a:pt x="1580133" y="695453"/>
                  </a:moveTo>
                  <a:lnTo>
                    <a:pt x="1616856" y="759060"/>
                  </a:lnTo>
                  <a:lnTo>
                    <a:pt x="1553254" y="795783"/>
                  </a:lnTo>
                  <a:lnTo>
                    <a:pt x="1516531" y="732176"/>
                  </a:lnTo>
                  <a:lnTo>
                    <a:pt x="1580133" y="695453"/>
                  </a:lnTo>
                  <a:close/>
                </a:path>
                <a:path w="6694170" h="6997065">
                  <a:moveTo>
                    <a:pt x="1654514" y="827217"/>
                  </a:moveTo>
                  <a:lnTo>
                    <a:pt x="1689768" y="888284"/>
                  </a:lnTo>
                  <a:lnTo>
                    <a:pt x="1628708" y="923537"/>
                  </a:lnTo>
                  <a:lnTo>
                    <a:pt x="1593454" y="862471"/>
                  </a:lnTo>
                  <a:lnTo>
                    <a:pt x="1654514" y="827217"/>
                  </a:lnTo>
                  <a:close/>
                </a:path>
                <a:path w="6694170" h="6997065">
                  <a:moveTo>
                    <a:pt x="1728890" y="958981"/>
                  </a:moveTo>
                  <a:lnTo>
                    <a:pt x="1762681" y="1017507"/>
                  </a:lnTo>
                  <a:lnTo>
                    <a:pt x="1704162" y="1051292"/>
                  </a:lnTo>
                  <a:lnTo>
                    <a:pt x="1670377" y="992767"/>
                  </a:lnTo>
                  <a:lnTo>
                    <a:pt x="1728890" y="958981"/>
                  </a:lnTo>
                  <a:close/>
                </a:path>
                <a:path w="6694170" h="6997065">
                  <a:moveTo>
                    <a:pt x="1803272" y="1090752"/>
                  </a:moveTo>
                  <a:lnTo>
                    <a:pt x="1835588" y="1146724"/>
                  </a:lnTo>
                  <a:lnTo>
                    <a:pt x="1779615" y="1179040"/>
                  </a:lnTo>
                  <a:lnTo>
                    <a:pt x="1747299" y="1123067"/>
                  </a:lnTo>
                  <a:lnTo>
                    <a:pt x="1803272" y="1090752"/>
                  </a:lnTo>
                  <a:close/>
                </a:path>
                <a:path w="6694170" h="6997065">
                  <a:moveTo>
                    <a:pt x="1877761" y="1222113"/>
                  </a:moveTo>
                  <a:lnTo>
                    <a:pt x="1908904" y="1276055"/>
                  </a:lnTo>
                  <a:lnTo>
                    <a:pt x="1854963" y="1307198"/>
                  </a:lnTo>
                  <a:lnTo>
                    <a:pt x="1823819" y="1253257"/>
                  </a:lnTo>
                  <a:lnTo>
                    <a:pt x="1877761" y="1222113"/>
                  </a:lnTo>
                  <a:close/>
                </a:path>
                <a:path w="6694170" h="6997065">
                  <a:moveTo>
                    <a:pt x="1952142" y="1353883"/>
                  </a:moveTo>
                  <a:lnTo>
                    <a:pt x="1981817" y="1405278"/>
                  </a:lnTo>
                  <a:lnTo>
                    <a:pt x="1930416" y="1434952"/>
                  </a:lnTo>
                  <a:lnTo>
                    <a:pt x="1900742" y="1383558"/>
                  </a:lnTo>
                  <a:lnTo>
                    <a:pt x="1952142" y="1353883"/>
                  </a:lnTo>
                  <a:close/>
                </a:path>
                <a:path w="6694170" h="6997065">
                  <a:moveTo>
                    <a:pt x="2026625" y="1485251"/>
                  </a:moveTo>
                  <a:lnTo>
                    <a:pt x="2055121" y="1534608"/>
                  </a:lnTo>
                  <a:lnTo>
                    <a:pt x="2005770" y="1563104"/>
                  </a:lnTo>
                  <a:lnTo>
                    <a:pt x="1977268" y="1513747"/>
                  </a:lnTo>
                  <a:lnTo>
                    <a:pt x="2026625" y="1485251"/>
                  </a:lnTo>
                  <a:close/>
                </a:path>
                <a:path w="6694170" h="6997065">
                  <a:moveTo>
                    <a:pt x="2101007" y="1617015"/>
                  </a:moveTo>
                  <a:lnTo>
                    <a:pt x="2128033" y="1663831"/>
                  </a:lnTo>
                  <a:lnTo>
                    <a:pt x="2081223" y="1690858"/>
                  </a:lnTo>
                  <a:lnTo>
                    <a:pt x="2054191" y="1644042"/>
                  </a:lnTo>
                  <a:lnTo>
                    <a:pt x="2101007" y="1617015"/>
                  </a:lnTo>
                  <a:close/>
                </a:path>
                <a:path w="6694170" h="6997065">
                  <a:moveTo>
                    <a:pt x="2175383" y="1748785"/>
                  </a:moveTo>
                  <a:lnTo>
                    <a:pt x="2200941" y="1793054"/>
                  </a:lnTo>
                  <a:lnTo>
                    <a:pt x="2156678" y="1818613"/>
                  </a:lnTo>
                  <a:lnTo>
                    <a:pt x="2131119" y="1774344"/>
                  </a:lnTo>
                  <a:lnTo>
                    <a:pt x="2175383" y="1748785"/>
                  </a:lnTo>
                  <a:close/>
                </a:path>
                <a:path w="6694170" h="6997065">
                  <a:moveTo>
                    <a:pt x="2249764" y="1880550"/>
                  </a:moveTo>
                  <a:lnTo>
                    <a:pt x="2273853" y="1922278"/>
                  </a:lnTo>
                  <a:lnTo>
                    <a:pt x="2232131" y="1946367"/>
                  </a:lnTo>
                  <a:lnTo>
                    <a:pt x="2208042" y="1904639"/>
                  </a:lnTo>
                  <a:lnTo>
                    <a:pt x="2249764" y="1880550"/>
                  </a:lnTo>
                  <a:close/>
                </a:path>
                <a:path w="6694170" h="6997065">
                  <a:moveTo>
                    <a:pt x="2324253" y="2011917"/>
                  </a:moveTo>
                  <a:lnTo>
                    <a:pt x="2347169" y="2051607"/>
                  </a:lnTo>
                  <a:lnTo>
                    <a:pt x="2307479" y="2074524"/>
                  </a:lnTo>
                  <a:lnTo>
                    <a:pt x="2284562" y="2034834"/>
                  </a:lnTo>
                  <a:lnTo>
                    <a:pt x="2324253" y="2011917"/>
                  </a:lnTo>
                  <a:close/>
                </a:path>
                <a:path w="6694170" h="6997065">
                  <a:moveTo>
                    <a:pt x="2398735" y="2143285"/>
                  </a:moveTo>
                  <a:lnTo>
                    <a:pt x="2420479" y="2180938"/>
                  </a:lnTo>
                  <a:lnTo>
                    <a:pt x="2382820" y="2202681"/>
                  </a:lnTo>
                  <a:lnTo>
                    <a:pt x="2361082" y="2165022"/>
                  </a:lnTo>
                  <a:lnTo>
                    <a:pt x="2398735" y="2143285"/>
                  </a:lnTo>
                  <a:close/>
                </a:path>
                <a:path w="6694170" h="6997065">
                  <a:moveTo>
                    <a:pt x="2473223" y="2274647"/>
                  </a:moveTo>
                  <a:lnTo>
                    <a:pt x="2493788" y="2310268"/>
                  </a:lnTo>
                  <a:lnTo>
                    <a:pt x="2458173" y="2330832"/>
                  </a:lnTo>
                  <a:lnTo>
                    <a:pt x="2437608" y="2295211"/>
                  </a:lnTo>
                  <a:lnTo>
                    <a:pt x="2473223" y="2274647"/>
                  </a:lnTo>
                  <a:close/>
                </a:path>
                <a:path w="6694170" h="6997065">
                  <a:moveTo>
                    <a:pt x="2547712" y="2406008"/>
                  </a:moveTo>
                  <a:lnTo>
                    <a:pt x="2567104" y="2439598"/>
                  </a:lnTo>
                  <a:lnTo>
                    <a:pt x="2533520" y="2458990"/>
                  </a:lnTo>
                  <a:lnTo>
                    <a:pt x="2514128" y="2425400"/>
                  </a:lnTo>
                  <a:lnTo>
                    <a:pt x="2547712" y="2406008"/>
                  </a:lnTo>
                  <a:close/>
                </a:path>
                <a:path w="6694170" h="6997065">
                  <a:moveTo>
                    <a:pt x="2622200" y="2537376"/>
                  </a:moveTo>
                  <a:lnTo>
                    <a:pt x="2640413" y="2568928"/>
                  </a:lnTo>
                  <a:lnTo>
                    <a:pt x="2608867" y="2587141"/>
                  </a:lnTo>
                  <a:lnTo>
                    <a:pt x="2590648" y="2555589"/>
                  </a:lnTo>
                  <a:lnTo>
                    <a:pt x="2622200" y="2537376"/>
                  </a:lnTo>
                  <a:close/>
                </a:path>
                <a:path w="6694170" h="6997065">
                  <a:moveTo>
                    <a:pt x="2696576" y="2669146"/>
                  </a:moveTo>
                  <a:lnTo>
                    <a:pt x="2713326" y="2698151"/>
                  </a:lnTo>
                  <a:lnTo>
                    <a:pt x="2684321" y="2714895"/>
                  </a:lnTo>
                  <a:lnTo>
                    <a:pt x="2667577" y="2685890"/>
                  </a:lnTo>
                  <a:lnTo>
                    <a:pt x="2696576" y="2669146"/>
                  </a:lnTo>
                  <a:close/>
                </a:path>
                <a:path w="6694170" h="6997065">
                  <a:moveTo>
                    <a:pt x="2771171" y="2800111"/>
                  </a:moveTo>
                  <a:lnTo>
                    <a:pt x="2787039" y="2827588"/>
                  </a:lnTo>
                  <a:lnTo>
                    <a:pt x="2759556" y="2843456"/>
                  </a:lnTo>
                  <a:lnTo>
                    <a:pt x="2743694" y="2815979"/>
                  </a:lnTo>
                  <a:lnTo>
                    <a:pt x="2771171" y="2800111"/>
                  </a:lnTo>
                  <a:close/>
                </a:path>
                <a:path w="6694170" h="6997065">
                  <a:moveTo>
                    <a:pt x="2845659" y="2931473"/>
                  </a:moveTo>
                  <a:lnTo>
                    <a:pt x="2860348" y="2956918"/>
                  </a:lnTo>
                  <a:lnTo>
                    <a:pt x="2834909" y="2971607"/>
                  </a:lnTo>
                  <a:lnTo>
                    <a:pt x="2820220" y="2946162"/>
                  </a:lnTo>
                  <a:lnTo>
                    <a:pt x="2845659" y="2931473"/>
                  </a:lnTo>
                  <a:close/>
                </a:path>
                <a:path w="6694170" h="6997065">
                  <a:moveTo>
                    <a:pt x="2920148" y="3062840"/>
                  </a:moveTo>
                  <a:lnTo>
                    <a:pt x="2933664" y="3086242"/>
                  </a:lnTo>
                  <a:lnTo>
                    <a:pt x="2910250" y="3099759"/>
                  </a:lnTo>
                  <a:lnTo>
                    <a:pt x="2896740" y="3076357"/>
                  </a:lnTo>
                  <a:lnTo>
                    <a:pt x="2920148" y="3062840"/>
                  </a:lnTo>
                  <a:close/>
                </a:path>
                <a:path w="6694170" h="6997065">
                  <a:moveTo>
                    <a:pt x="2994630" y="3194208"/>
                  </a:moveTo>
                  <a:lnTo>
                    <a:pt x="3006974" y="3215578"/>
                  </a:lnTo>
                  <a:lnTo>
                    <a:pt x="2985603" y="3227916"/>
                  </a:lnTo>
                  <a:lnTo>
                    <a:pt x="2973265" y="3206545"/>
                  </a:lnTo>
                  <a:lnTo>
                    <a:pt x="2994630" y="3194208"/>
                  </a:lnTo>
                  <a:close/>
                </a:path>
                <a:path w="6694170" h="6997065">
                  <a:moveTo>
                    <a:pt x="3069225" y="3325173"/>
                  </a:moveTo>
                  <a:lnTo>
                    <a:pt x="3080686" y="3345021"/>
                  </a:lnTo>
                  <a:lnTo>
                    <a:pt x="3060838" y="3356476"/>
                  </a:lnTo>
                  <a:lnTo>
                    <a:pt x="3049383" y="3336628"/>
                  </a:lnTo>
                  <a:lnTo>
                    <a:pt x="3069225" y="3325173"/>
                  </a:lnTo>
                  <a:close/>
                </a:path>
                <a:path w="6694170" h="6997065">
                  <a:moveTo>
                    <a:pt x="3143826" y="3456131"/>
                  </a:moveTo>
                  <a:lnTo>
                    <a:pt x="3154405" y="3474451"/>
                  </a:lnTo>
                  <a:lnTo>
                    <a:pt x="3136079" y="3485030"/>
                  </a:lnTo>
                  <a:lnTo>
                    <a:pt x="3125500" y="3466710"/>
                  </a:lnTo>
                  <a:lnTo>
                    <a:pt x="3143826" y="3456131"/>
                  </a:lnTo>
                  <a:close/>
                </a:path>
                <a:path w="6694170" h="6997065">
                  <a:moveTo>
                    <a:pt x="3218309" y="3587504"/>
                  </a:moveTo>
                  <a:lnTo>
                    <a:pt x="3227709" y="3603781"/>
                  </a:lnTo>
                  <a:lnTo>
                    <a:pt x="3211432" y="3613181"/>
                  </a:lnTo>
                  <a:lnTo>
                    <a:pt x="3202032" y="3596904"/>
                  </a:lnTo>
                  <a:lnTo>
                    <a:pt x="3218309" y="3587504"/>
                  </a:lnTo>
                  <a:close/>
                </a:path>
                <a:path w="6694170" h="6997065">
                  <a:moveTo>
                    <a:pt x="3292904" y="3718463"/>
                  </a:moveTo>
                  <a:lnTo>
                    <a:pt x="3301421" y="3733223"/>
                  </a:lnTo>
                  <a:lnTo>
                    <a:pt x="3286667" y="3741741"/>
                  </a:lnTo>
                  <a:lnTo>
                    <a:pt x="3278144" y="3726986"/>
                  </a:lnTo>
                  <a:lnTo>
                    <a:pt x="3292904" y="3718463"/>
                  </a:lnTo>
                  <a:close/>
                </a:path>
                <a:path w="6694170" h="6997065">
                  <a:moveTo>
                    <a:pt x="3367504" y="3849428"/>
                  </a:moveTo>
                  <a:lnTo>
                    <a:pt x="3375140" y="3862654"/>
                  </a:lnTo>
                  <a:lnTo>
                    <a:pt x="3361908" y="3870295"/>
                  </a:lnTo>
                  <a:lnTo>
                    <a:pt x="3354267" y="3857069"/>
                  </a:lnTo>
                  <a:lnTo>
                    <a:pt x="3367504" y="3849428"/>
                  </a:lnTo>
                  <a:close/>
                </a:path>
                <a:path w="6694170" h="6997065">
                  <a:moveTo>
                    <a:pt x="3442094" y="3980393"/>
                  </a:moveTo>
                  <a:lnTo>
                    <a:pt x="3448852" y="3992096"/>
                  </a:lnTo>
                  <a:lnTo>
                    <a:pt x="3437148" y="3998855"/>
                  </a:lnTo>
                  <a:lnTo>
                    <a:pt x="3430390" y="3987151"/>
                  </a:lnTo>
                  <a:lnTo>
                    <a:pt x="3442094" y="3980393"/>
                  </a:lnTo>
                  <a:close/>
                </a:path>
                <a:path w="6694170" h="6997065">
                  <a:moveTo>
                    <a:pt x="3516582" y="4111760"/>
                  </a:moveTo>
                  <a:lnTo>
                    <a:pt x="3522162" y="4121427"/>
                  </a:lnTo>
                  <a:lnTo>
                    <a:pt x="3512495" y="4127006"/>
                  </a:lnTo>
                  <a:lnTo>
                    <a:pt x="3506916" y="4117340"/>
                  </a:lnTo>
                  <a:lnTo>
                    <a:pt x="3516582" y="4111760"/>
                  </a:lnTo>
                  <a:close/>
                </a:path>
                <a:path w="6694170" h="6997065">
                  <a:moveTo>
                    <a:pt x="3591284" y="4242316"/>
                  </a:moveTo>
                  <a:lnTo>
                    <a:pt x="3596277" y="4250970"/>
                  </a:lnTo>
                  <a:lnTo>
                    <a:pt x="3587629" y="4255963"/>
                  </a:lnTo>
                  <a:lnTo>
                    <a:pt x="3582630" y="4247309"/>
                  </a:lnTo>
                  <a:lnTo>
                    <a:pt x="3591284" y="4242316"/>
                  </a:lnTo>
                  <a:close/>
                </a:path>
                <a:path w="6694170" h="6997065">
                  <a:moveTo>
                    <a:pt x="3665986" y="4372878"/>
                  </a:moveTo>
                  <a:lnTo>
                    <a:pt x="3670393" y="4380513"/>
                  </a:lnTo>
                  <a:lnTo>
                    <a:pt x="3662758" y="4384920"/>
                  </a:lnTo>
                  <a:lnTo>
                    <a:pt x="3658351" y="4377285"/>
                  </a:lnTo>
                  <a:lnTo>
                    <a:pt x="3665986" y="4372878"/>
                  </a:lnTo>
                  <a:close/>
                </a:path>
                <a:path w="6694170" h="6997065">
                  <a:moveTo>
                    <a:pt x="3740581" y="4503849"/>
                  </a:moveTo>
                  <a:lnTo>
                    <a:pt x="3744105" y="4509950"/>
                  </a:lnTo>
                  <a:lnTo>
                    <a:pt x="3737999" y="4513474"/>
                  </a:lnTo>
                  <a:lnTo>
                    <a:pt x="3734474" y="4507373"/>
                  </a:lnTo>
                  <a:lnTo>
                    <a:pt x="3740581" y="4503849"/>
                  </a:lnTo>
                  <a:close/>
                </a:path>
                <a:path w="6694170" h="6997065">
                  <a:moveTo>
                    <a:pt x="3815282" y="4634411"/>
                  </a:moveTo>
                  <a:lnTo>
                    <a:pt x="3818220" y="4639499"/>
                  </a:lnTo>
                  <a:lnTo>
                    <a:pt x="3813132" y="4642437"/>
                  </a:lnTo>
                  <a:lnTo>
                    <a:pt x="3810195" y="4637349"/>
                  </a:lnTo>
                  <a:lnTo>
                    <a:pt x="3815282" y="4634411"/>
                  </a:lnTo>
                  <a:close/>
                </a:path>
                <a:path w="6694170" h="6997065">
                  <a:moveTo>
                    <a:pt x="3889984" y="4764973"/>
                  </a:moveTo>
                  <a:lnTo>
                    <a:pt x="3892335" y="4769048"/>
                  </a:lnTo>
                  <a:lnTo>
                    <a:pt x="3888266" y="4771400"/>
                  </a:lnTo>
                  <a:lnTo>
                    <a:pt x="3885915" y="4767325"/>
                  </a:lnTo>
                  <a:lnTo>
                    <a:pt x="3889984" y="4764973"/>
                  </a:lnTo>
                  <a:close/>
                </a:path>
                <a:path w="6694170" h="6997065">
                  <a:moveTo>
                    <a:pt x="3964692" y="4895535"/>
                  </a:moveTo>
                  <a:lnTo>
                    <a:pt x="3966451" y="4898586"/>
                  </a:lnTo>
                  <a:lnTo>
                    <a:pt x="3963395" y="4900351"/>
                  </a:lnTo>
                  <a:lnTo>
                    <a:pt x="3961629" y="4897300"/>
                  </a:lnTo>
                  <a:lnTo>
                    <a:pt x="3964692" y="4895535"/>
                  </a:lnTo>
                  <a:close/>
                </a:path>
                <a:path w="6694170" h="6997065">
                  <a:moveTo>
                    <a:pt x="4039387" y="5026103"/>
                  </a:moveTo>
                  <a:lnTo>
                    <a:pt x="4040560" y="5028141"/>
                  </a:lnTo>
                  <a:lnTo>
                    <a:pt x="4038534" y="5029313"/>
                  </a:lnTo>
                  <a:lnTo>
                    <a:pt x="4037355" y="5027276"/>
                  </a:lnTo>
                  <a:lnTo>
                    <a:pt x="4039387" y="5026103"/>
                  </a:lnTo>
                  <a:close/>
                </a:path>
                <a:path w="6694170" h="6997065">
                  <a:moveTo>
                    <a:pt x="4113076" y="5157252"/>
                  </a:moveTo>
                  <a:lnTo>
                    <a:pt x="4114429" y="5157252"/>
                  </a:lnTo>
                  <a:lnTo>
                    <a:pt x="4114675" y="5157678"/>
                  </a:lnTo>
                  <a:lnTo>
                    <a:pt x="4113323" y="5157678"/>
                  </a:lnTo>
                  <a:lnTo>
                    <a:pt x="4113076" y="5157252"/>
                  </a:lnTo>
                  <a:close/>
                </a:path>
                <a:path w="6694170" h="6997065">
                  <a:moveTo>
                    <a:pt x="967880" y="0"/>
                  </a:moveTo>
                  <a:lnTo>
                    <a:pt x="1016462" y="0"/>
                  </a:lnTo>
                  <a:lnTo>
                    <a:pt x="1050441" y="58855"/>
                  </a:lnTo>
                  <a:lnTo>
                    <a:pt x="970551" y="104983"/>
                  </a:lnTo>
                  <a:lnTo>
                    <a:pt x="924422" y="25088"/>
                  </a:lnTo>
                  <a:lnTo>
                    <a:pt x="967880" y="0"/>
                  </a:lnTo>
                  <a:close/>
                </a:path>
                <a:path w="6694170" h="6997065">
                  <a:moveTo>
                    <a:pt x="1078694" y="110729"/>
                  </a:moveTo>
                  <a:lnTo>
                    <a:pt x="1123354" y="188078"/>
                  </a:lnTo>
                  <a:lnTo>
                    <a:pt x="1046005" y="232738"/>
                  </a:lnTo>
                  <a:lnTo>
                    <a:pt x="1001351" y="155389"/>
                  </a:lnTo>
                  <a:lnTo>
                    <a:pt x="1078694" y="110729"/>
                  </a:lnTo>
                  <a:close/>
                </a:path>
                <a:path w="6694170" h="6997065">
                  <a:moveTo>
                    <a:pt x="1153076" y="242499"/>
                  </a:moveTo>
                  <a:lnTo>
                    <a:pt x="1196261" y="317296"/>
                  </a:lnTo>
                  <a:lnTo>
                    <a:pt x="1121458" y="360486"/>
                  </a:lnTo>
                  <a:lnTo>
                    <a:pt x="1078273" y="285690"/>
                  </a:lnTo>
                  <a:lnTo>
                    <a:pt x="1153076" y="242499"/>
                  </a:lnTo>
                  <a:close/>
                </a:path>
                <a:path w="6694170" h="6997065">
                  <a:moveTo>
                    <a:pt x="1227345" y="374666"/>
                  </a:moveTo>
                  <a:lnTo>
                    <a:pt x="1268771" y="446418"/>
                  </a:lnTo>
                  <a:lnTo>
                    <a:pt x="1197019" y="487844"/>
                  </a:lnTo>
                  <a:lnTo>
                    <a:pt x="1155593" y="416092"/>
                  </a:lnTo>
                  <a:lnTo>
                    <a:pt x="1227345" y="374666"/>
                  </a:lnTo>
                  <a:close/>
                </a:path>
                <a:path w="6694170" h="6997065">
                  <a:moveTo>
                    <a:pt x="1301833" y="506028"/>
                  </a:moveTo>
                  <a:lnTo>
                    <a:pt x="1342086" y="575748"/>
                  </a:lnTo>
                  <a:lnTo>
                    <a:pt x="1272371" y="615995"/>
                  </a:lnTo>
                  <a:lnTo>
                    <a:pt x="1232118" y="546281"/>
                  </a:lnTo>
                  <a:lnTo>
                    <a:pt x="1301833" y="506028"/>
                  </a:lnTo>
                  <a:close/>
                </a:path>
                <a:path w="6694170" h="6997065">
                  <a:moveTo>
                    <a:pt x="1376315" y="637395"/>
                  </a:moveTo>
                  <a:lnTo>
                    <a:pt x="1415389" y="705078"/>
                  </a:lnTo>
                  <a:lnTo>
                    <a:pt x="1347713" y="744152"/>
                  </a:lnTo>
                  <a:lnTo>
                    <a:pt x="1308639" y="676470"/>
                  </a:lnTo>
                  <a:lnTo>
                    <a:pt x="1376315" y="637395"/>
                  </a:lnTo>
                  <a:close/>
                </a:path>
                <a:path w="6694170" h="6997065">
                  <a:moveTo>
                    <a:pt x="1450697" y="769165"/>
                  </a:moveTo>
                  <a:lnTo>
                    <a:pt x="1488303" y="834301"/>
                  </a:lnTo>
                  <a:lnTo>
                    <a:pt x="1423167" y="871907"/>
                  </a:lnTo>
                  <a:lnTo>
                    <a:pt x="1385561" y="806771"/>
                  </a:lnTo>
                  <a:lnTo>
                    <a:pt x="1450697" y="769165"/>
                  </a:lnTo>
                  <a:close/>
                </a:path>
                <a:path w="6694170" h="6997065">
                  <a:moveTo>
                    <a:pt x="1525079" y="900930"/>
                  </a:moveTo>
                  <a:lnTo>
                    <a:pt x="1561215" y="963524"/>
                  </a:lnTo>
                  <a:lnTo>
                    <a:pt x="1498626" y="999661"/>
                  </a:lnTo>
                  <a:lnTo>
                    <a:pt x="1462490" y="937066"/>
                  </a:lnTo>
                  <a:lnTo>
                    <a:pt x="1525079" y="900930"/>
                  </a:lnTo>
                  <a:close/>
                </a:path>
                <a:path w="6694170" h="6997065">
                  <a:moveTo>
                    <a:pt x="1599455" y="1032700"/>
                  </a:moveTo>
                  <a:lnTo>
                    <a:pt x="1634123" y="1092748"/>
                  </a:lnTo>
                  <a:lnTo>
                    <a:pt x="1574081" y="1127415"/>
                  </a:lnTo>
                  <a:lnTo>
                    <a:pt x="1539413" y="1067368"/>
                  </a:lnTo>
                  <a:lnTo>
                    <a:pt x="1599455" y="1032700"/>
                  </a:lnTo>
                  <a:close/>
                </a:path>
                <a:path w="6694170" h="6997065">
                  <a:moveTo>
                    <a:pt x="1673837" y="1164464"/>
                  </a:moveTo>
                  <a:lnTo>
                    <a:pt x="1707035" y="1221965"/>
                  </a:lnTo>
                  <a:lnTo>
                    <a:pt x="1649534" y="1255164"/>
                  </a:lnTo>
                  <a:lnTo>
                    <a:pt x="1616336" y="1197663"/>
                  </a:lnTo>
                  <a:lnTo>
                    <a:pt x="1673837" y="1164464"/>
                  </a:lnTo>
                  <a:close/>
                </a:path>
                <a:path w="6694170" h="6997065">
                  <a:moveTo>
                    <a:pt x="1748213" y="1296228"/>
                  </a:moveTo>
                  <a:lnTo>
                    <a:pt x="1779943" y="1351189"/>
                  </a:lnTo>
                  <a:lnTo>
                    <a:pt x="1724988" y="1382919"/>
                  </a:lnTo>
                  <a:lnTo>
                    <a:pt x="1693258" y="1327958"/>
                  </a:lnTo>
                  <a:lnTo>
                    <a:pt x="1748213" y="1296228"/>
                  </a:lnTo>
                  <a:close/>
                </a:path>
                <a:path w="6694170" h="6997065">
                  <a:moveTo>
                    <a:pt x="1822701" y="1427596"/>
                  </a:moveTo>
                  <a:lnTo>
                    <a:pt x="1853258" y="1480518"/>
                  </a:lnTo>
                  <a:lnTo>
                    <a:pt x="1800336" y="1511069"/>
                  </a:lnTo>
                  <a:lnTo>
                    <a:pt x="1769784" y="1458147"/>
                  </a:lnTo>
                  <a:lnTo>
                    <a:pt x="1822701" y="1427596"/>
                  </a:lnTo>
                  <a:close/>
                </a:path>
                <a:path w="6694170" h="6997065">
                  <a:moveTo>
                    <a:pt x="1897082" y="1559360"/>
                  </a:moveTo>
                  <a:lnTo>
                    <a:pt x="1926171" y="1609742"/>
                  </a:lnTo>
                  <a:lnTo>
                    <a:pt x="1875790" y="1638824"/>
                  </a:lnTo>
                  <a:lnTo>
                    <a:pt x="1846708" y="1588448"/>
                  </a:lnTo>
                  <a:lnTo>
                    <a:pt x="1897082" y="1559360"/>
                  </a:lnTo>
                  <a:close/>
                </a:path>
                <a:path w="6694170" h="6997065">
                  <a:moveTo>
                    <a:pt x="1971465" y="1691130"/>
                  </a:moveTo>
                  <a:lnTo>
                    <a:pt x="1999078" y="1738965"/>
                  </a:lnTo>
                  <a:lnTo>
                    <a:pt x="1951249" y="1766578"/>
                  </a:lnTo>
                  <a:lnTo>
                    <a:pt x="1923630" y="1718744"/>
                  </a:lnTo>
                  <a:lnTo>
                    <a:pt x="1971465" y="1691130"/>
                  </a:lnTo>
                  <a:close/>
                </a:path>
                <a:path w="6694170" h="6997065">
                  <a:moveTo>
                    <a:pt x="2045846" y="1822900"/>
                  </a:moveTo>
                  <a:lnTo>
                    <a:pt x="2071991" y="1868188"/>
                  </a:lnTo>
                  <a:lnTo>
                    <a:pt x="2026703" y="1894332"/>
                  </a:lnTo>
                  <a:lnTo>
                    <a:pt x="2000559" y="1849045"/>
                  </a:lnTo>
                  <a:lnTo>
                    <a:pt x="2045846" y="1822900"/>
                  </a:lnTo>
                  <a:close/>
                </a:path>
                <a:path w="6694170" h="6997065">
                  <a:moveTo>
                    <a:pt x="2120222" y="1954659"/>
                  </a:moveTo>
                  <a:lnTo>
                    <a:pt x="2144898" y="1997406"/>
                  </a:lnTo>
                  <a:lnTo>
                    <a:pt x="2102157" y="2022081"/>
                  </a:lnTo>
                  <a:lnTo>
                    <a:pt x="2077476" y="1979340"/>
                  </a:lnTo>
                  <a:lnTo>
                    <a:pt x="2120222" y="1954659"/>
                  </a:lnTo>
                  <a:close/>
                </a:path>
                <a:path w="6694170" h="6997065">
                  <a:moveTo>
                    <a:pt x="2194604" y="2086430"/>
                  </a:moveTo>
                  <a:lnTo>
                    <a:pt x="2217811" y="2126629"/>
                  </a:lnTo>
                  <a:lnTo>
                    <a:pt x="2177611" y="2149842"/>
                  </a:lnTo>
                  <a:lnTo>
                    <a:pt x="2154404" y="2109636"/>
                  </a:lnTo>
                  <a:lnTo>
                    <a:pt x="2194604" y="2086430"/>
                  </a:lnTo>
                  <a:close/>
                </a:path>
                <a:path w="6694170" h="6997065">
                  <a:moveTo>
                    <a:pt x="2269087" y="2217797"/>
                  </a:moveTo>
                  <a:lnTo>
                    <a:pt x="2291121" y="2255965"/>
                  </a:lnTo>
                  <a:lnTo>
                    <a:pt x="2252958" y="2277999"/>
                  </a:lnTo>
                  <a:lnTo>
                    <a:pt x="2230925" y="2239831"/>
                  </a:lnTo>
                  <a:lnTo>
                    <a:pt x="2269087" y="2217797"/>
                  </a:lnTo>
                  <a:close/>
                </a:path>
                <a:path w="6694170" h="6997065">
                  <a:moveTo>
                    <a:pt x="2343682" y="2348762"/>
                  </a:moveTo>
                  <a:lnTo>
                    <a:pt x="2364833" y="2385402"/>
                  </a:lnTo>
                  <a:lnTo>
                    <a:pt x="2328199" y="2406553"/>
                  </a:lnTo>
                  <a:lnTo>
                    <a:pt x="2307048" y="2369913"/>
                  </a:lnTo>
                  <a:lnTo>
                    <a:pt x="2343682" y="2348762"/>
                  </a:lnTo>
                  <a:close/>
                </a:path>
                <a:path w="6694170" h="6997065">
                  <a:moveTo>
                    <a:pt x="2418058" y="2480532"/>
                  </a:moveTo>
                  <a:lnTo>
                    <a:pt x="2437741" y="2514619"/>
                  </a:lnTo>
                  <a:lnTo>
                    <a:pt x="2403653" y="2534301"/>
                  </a:lnTo>
                  <a:lnTo>
                    <a:pt x="2383971" y="2500214"/>
                  </a:lnTo>
                  <a:lnTo>
                    <a:pt x="2418058" y="2480532"/>
                  </a:lnTo>
                  <a:close/>
                </a:path>
                <a:path w="6694170" h="6997065">
                  <a:moveTo>
                    <a:pt x="2492546" y="2611894"/>
                  </a:moveTo>
                  <a:lnTo>
                    <a:pt x="2511056" y="2643955"/>
                  </a:lnTo>
                  <a:lnTo>
                    <a:pt x="2479000" y="2662464"/>
                  </a:lnTo>
                  <a:lnTo>
                    <a:pt x="2460491" y="2630403"/>
                  </a:lnTo>
                  <a:lnTo>
                    <a:pt x="2492546" y="2611894"/>
                  </a:lnTo>
                  <a:close/>
                </a:path>
                <a:path w="6694170" h="6997065">
                  <a:moveTo>
                    <a:pt x="2566928" y="2743664"/>
                  </a:moveTo>
                  <a:lnTo>
                    <a:pt x="2583968" y="2773172"/>
                  </a:lnTo>
                  <a:lnTo>
                    <a:pt x="2554454" y="2790213"/>
                  </a:lnTo>
                  <a:lnTo>
                    <a:pt x="2537413" y="2760704"/>
                  </a:lnTo>
                  <a:lnTo>
                    <a:pt x="2566928" y="2743664"/>
                  </a:lnTo>
                  <a:close/>
                </a:path>
                <a:path w="6694170" h="6997065">
                  <a:moveTo>
                    <a:pt x="2641523" y="2874622"/>
                  </a:moveTo>
                  <a:lnTo>
                    <a:pt x="2657682" y="2902609"/>
                  </a:lnTo>
                  <a:lnTo>
                    <a:pt x="2629695" y="2918767"/>
                  </a:lnTo>
                  <a:lnTo>
                    <a:pt x="2613537" y="2890780"/>
                  </a:lnTo>
                  <a:lnTo>
                    <a:pt x="2641523" y="2874622"/>
                  </a:lnTo>
                  <a:close/>
                </a:path>
                <a:path w="6694170" h="6997065">
                  <a:moveTo>
                    <a:pt x="2716012" y="3005990"/>
                  </a:moveTo>
                  <a:lnTo>
                    <a:pt x="2730997" y="3031945"/>
                  </a:lnTo>
                  <a:lnTo>
                    <a:pt x="2705042" y="3046930"/>
                  </a:lnTo>
                  <a:lnTo>
                    <a:pt x="2690056" y="3020975"/>
                  </a:lnTo>
                  <a:lnTo>
                    <a:pt x="2716012" y="3005990"/>
                  </a:lnTo>
                  <a:close/>
                </a:path>
                <a:path w="6694170" h="6997065">
                  <a:moveTo>
                    <a:pt x="2790494" y="3137357"/>
                  </a:moveTo>
                  <a:lnTo>
                    <a:pt x="2804300" y="3161275"/>
                  </a:lnTo>
                  <a:lnTo>
                    <a:pt x="2780389" y="3175081"/>
                  </a:lnTo>
                  <a:lnTo>
                    <a:pt x="2766582" y="3151164"/>
                  </a:lnTo>
                  <a:lnTo>
                    <a:pt x="2790494" y="3137357"/>
                  </a:lnTo>
                  <a:close/>
                </a:path>
                <a:path w="6694170" h="6997065">
                  <a:moveTo>
                    <a:pt x="2864982" y="3268725"/>
                  </a:moveTo>
                  <a:lnTo>
                    <a:pt x="2877616" y="3290598"/>
                  </a:lnTo>
                  <a:lnTo>
                    <a:pt x="2855730" y="3303232"/>
                  </a:lnTo>
                  <a:lnTo>
                    <a:pt x="2843102" y="3281359"/>
                  </a:lnTo>
                  <a:lnTo>
                    <a:pt x="2864982" y="3268725"/>
                  </a:lnTo>
                  <a:close/>
                </a:path>
                <a:path w="6694170" h="6997065">
                  <a:moveTo>
                    <a:pt x="2939577" y="3399683"/>
                  </a:moveTo>
                  <a:lnTo>
                    <a:pt x="2951329" y="3420035"/>
                  </a:lnTo>
                  <a:lnTo>
                    <a:pt x="2930971" y="3431786"/>
                  </a:lnTo>
                  <a:lnTo>
                    <a:pt x="2919220" y="3411435"/>
                  </a:lnTo>
                  <a:lnTo>
                    <a:pt x="2939577" y="3399683"/>
                  </a:lnTo>
                  <a:close/>
                </a:path>
                <a:path w="6694170" h="6997065">
                  <a:moveTo>
                    <a:pt x="3014066" y="3531045"/>
                  </a:moveTo>
                  <a:lnTo>
                    <a:pt x="3024644" y="3549371"/>
                  </a:lnTo>
                  <a:lnTo>
                    <a:pt x="3006325" y="3559944"/>
                  </a:lnTo>
                  <a:lnTo>
                    <a:pt x="2995746" y="3541624"/>
                  </a:lnTo>
                  <a:lnTo>
                    <a:pt x="3014066" y="3531045"/>
                  </a:lnTo>
                  <a:close/>
                </a:path>
                <a:path w="6694170" h="6997065">
                  <a:moveTo>
                    <a:pt x="3088661" y="3662016"/>
                  </a:moveTo>
                  <a:lnTo>
                    <a:pt x="3098357" y="3678807"/>
                  </a:lnTo>
                  <a:lnTo>
                    <a:pt x="3081559" y="3688504"/>
                  </a:lnTo>
                  <a:lnTo>
                    <a:pt x="3071863" y="3671712"/>
                  </a:lnTo>
                  <a:lnTo>
                    <a:pt x="3088661" y="3662016"/>
                  </a:lnTo>
                  <a:close/>
                </a:path>
                <a:path w="6694170" h="6997065">
                  <a:moveTo>
                    <a:pt x="3163256" y="3792981"/>
                  </a:moveTo>
                  <a:lnTo>
                    <a:pt x="3172070" y="3808244"/>
                  </a:lnTo>
                  <a:lnTo>
                    <a:pt x="3156800" y="3817058"/>
                  </a:lnTo>
                  <a:lnTo>
                    <a:pt x="3147986" y="3801794"/>
                  </a:lnTo>
                  <a:lnTo>
                    <a:pt x="3163256" y="3792981"/>
                  </a:lnTo>
                  <a:close/>
                </a:path>
                <a:path w="6694170" h="6997065">
                  <a:moveTo>
                    <a:pt x="3237845" y="3923946"/>
                  </a:moveTo>
                  <a:lnTo>
                    <a:pt x="3245782" y="3937687"/>
                  </a:lnTo>
                  <a:lnTo>
                    <a:pt x="3232046" y="3945618"/>
                  </a:lnTo>
                  <a:lnTo>
                    <a:pt x="3224109" y="3931877"/>
                  </a:lnTo>
                  <a:lnTo>
                    <a:pt x="3237845" y="3923946"/>
                  </a:lnTo>
                  <a:close/>
                </a:path>
                <a:path w="6694170" h="6997065">
                  <a:moveTo>
                    <a:pt x="3312333" y="4055307"/>
                  </a:moveTo>
                  <a:lnTo>
                    <a:pt x="3319092" y="4067011"/>
                  </a:lnTo>
                  <a:lnTo>
                    <a:pt x="3307388" y="4073769"/>
                  </a:lnTo>
                  <a:lnTo>
                    <a:pt x="3300629" y="4062066"/>
                  </a:lnTo>
                  <a:lnTo>
                    <a:pt x="3312333" y="4055307"/>
                  </a:lnTo>
                  <a:close/>
                </a:path>
                <a:path w="6694170" h="6997065">
                  <a:moveTo>
                    <a:pt x="3386929" y="4186272"/>
                  </a:moveTo>
                  <a:lnTo>
                    <a:pt x="3392804" y="4196454"/>
                  </a:lnTo>
                  <a:lnTo>
                    <a:pt x="3382629" y="4202329"/>
                  </a:lnTo>
                  <a:lnTo>
                    <a:pt x="3376753" y="4192147"/>
                  </a:lnTo>
                  <a:lnTo>
                    <a:pt x="3386929" y="4186272"/>
                  </a:lnTo>
                  <a:close/>
                </a:path>
                <a:path w="6694170" h="6997065">
                  <a:moveTo>
                    <a:pt x="3461524" y="4317236"/>
                  </a:moveTo>
                  <a:lnTo>
                    <a:pt x="3466517" y="4325890"/>
                  </a:lnTo>
                  <a:lnTo>
                    <a:pt x="3457869" y="4330883"/>
                  </a:lnTo>
                  <a:lnTo>
                    <a:pt x="3452876" y="4322230"/>
                  </a:lnTo>
                  <a:lnTo>
                    <a:pt x="3461524" y="4317236"/>
                  </a:lnTo>
                  <a:close/>
                </a:path>
                <a:path w="6694170" h="6997065">
                  <a:moveTo>
                    <a:pt x="3536225" y="4447799"/>
                  </a:moveTo>
                  <a:lnTo>
                    <a:pt x="3540632" y="4455433"/>
                  </a:lnTo>
                  <a:lnTo>
                    <a:pt x="3532998" y="4459840"/>
                  </a:lnTo>
                  <a:lnTo>
                    <a:pt x="3528591" y="4452205"/>
                  </a:lnTo>
                  <a:lnTo>
                    <a:pt x="3536225" y="4447799"/>
                  </a:lnTo>
                  <a:close/>
                </a:path>
                <a:path w="6694170" h="6997065">
                  <a:moveTo>
                    <a:pt x="3610927" y="4578361"/>
                  </a:moveTo>
                  <a:lnTo>
                    <a:pt x="3614748" y="4584977"/>
                  </a:lnTo>
                  <a:lnTo>
                    <a:pt x="3608132" y="4588797"/>
                  </a:lnTo>
                  <a:lnTo>
                    <a:pt x="3604311" y="4582181"/>
                  </a:lnTo>
                  <a:lnTo>
                    <a:pt x="3610927" y="4578361"/>
                  </a:lnTo>
                  <a:close/>
                </a:path>
                <a:path w="6694170" h="6997065">
                  <a:moveTo>
                    <a:pt x="3685522" y="4709325"/>
                  </a:moveTo>
                  <a:lnTo>
                    <a:pt x="3688460" y="4714419"/>
                  </a:lnTo>
                  <a:lnTo>
                    <a:pt x="3683372" y="4717357"/>
                  </a:lnTo>
                  <a:lnTo>
                    <a:pt x="3680435" y="4712263"/>
                  </a:lnTo>
                  <a:lnTo>
                    <a:pt x="3685522" y="4709325"/>
                  </a:lnTo>
                  <a:close/>
                </a:path>
                <a:path w="6694170" h="6997065">
                  <a:moveTo>
                    <a:pt x="3760224" y="4839893"/>
                  </a:moveTo>
                  <a:lnTo>
                    <a:pt x="3762575" y="4843962"/>
                  </a:lnTo>
                  <a:lnTo>
                    <a:pt x="3758506" y="4846314"/>
                  </a:lnTo>
                  <a:lnTo>
                    <a:pt x="3756155" y="4842245"/>
                  </a:lnTo>
                  <a:lnTo>
                    <a:pt x="3760224" y="4839893"/>
                  </a:lnTo>
                  <a:close/>
                </a:path>
                <a:path w="6694170" h="6997065">
                  <a:moveTo>
                    <a:pt x="3834931" y="4970455"/>
                  </a:moveTo>
                  <a:lnTo>
                    <a:pt x="3836691" y="4973506"/>
                  </a:lnTo>
                  <a:lnTo>
                    <a:pt x="3833640" y="4975265"/>
                  </a:lnTo>
                  <a:lnTo>
                    <a:pt x="3831875" y="4972215"/>
                  </a:lnTo>
                  <a:lnTo>
                    <a:pt x="3834931" y="4970455"/>
                  </a:lnTo>
                  <a:close/>
                </a:path>
                <a:path w="6694170" h="6997065">
                  <a:moveTo>
                    <a:pt x="3909634" y="5101017"/>
                  </a:moveTo>
                  <a:lnTo>
                    <a:pt x="3910806" y="5103055"/>
                  </a:lnTo>
                  <a:lnTo>
                    <a:pt x="3908775" y="5104228"/>
                  </a:lnTo>
                  <a:lnTo>
                    <a:pt x="3907596" y="5102190"/>
                  </a:lnTo>
                  <a:lnTo>
                    <a:pt x="3909634" y="5101017"/>
                  </a:lnTo>
                  <a:close/>
                </a:path>
                <a:path w="6694170" h="6997065">
                  <a:moveTo>
                    <a:pt x="3983316" y="5232166"/>
                  </a:moveTo>
                  <a:lnTo>
                    <a:pt x="3984666" y="5232166"/>
                  </a:lnTo>
                  <a:lnTo>
                    <a:pt x="3984915" y="5232598"/>
                  </a:lnTo>
                  <a:lnTo>
                    <a:pt x="3983565" y="5232598"/>
                  </a:lnTo>
                  <a:lnTo>
                    <a:pt x="3983316" y="5232166"/>
                  </a:lnTo>
                  <a:close/>
                </a:path>
                <a:path w="6694170" h="6997065">
                  <a:moveTo>
                    <a:pt x="2251887" y="5538531"/>
                  </a:moveTo>
                  <a:lnTo>
                    <a:pt x="2258503" y="5538531"/>
                  </a:lnTo>
                  <a:lnTo>
                    <a:pt x="2262323" y="5551231"/>
                  </a:lnTo>
                  <a:lnTo>
                    <a:pt x="2255707" y="5551231"/>
                  </a:lnTo>
                  <a:lnTo>
                    <a:pt x="2251887" y="5538531"/>
                  </a:lnTo>
                  <a:close/>
                </a:path>
                <a:path w="6694170" h="6997065">
                  <a:moveTo>
                    <a:pt x="1051381" y="5538531"/>
                  </a:moveTo>
                  <a:lnTo>
                    <a:pt x="1057552" y="5551231"/>
                  </a:lnTo>
                  <a:lnTo>
                    <a:pt x="1040695" y="5551231"/>
                  </a:lnTo>
                  <a:lnTo>
                    <a:pt x="1051381" y="5538531"/>
                  </a:lnTo>
                  <a:close/>
                </a:path>
                <a:path w="6694170" h="6997065">
                  <a:moveTo>
                    <a:pt x="164733" y="5525831"/>
                  </a:moveTo>
                  <a:lnTo>
                    <a:pt x="178481" y="5525831"/>
                  </a:lnTo>
                  <a:lnTo>
                    <a:pt x="186412" y="5538531"/>
                  </a:lnTo>
                  <a:lnTo>
                    <a:pt x="172670" y="5551231"/>
                  </a:lnTo>
                  <a:lnTo>
                    <a:pt x="164733" y="5525831"/>
                  </a:lnTo>
                  <a:close/>
                </a:path>
                <a:path w="6694170" h="6997065">
                  <a:moveTo>
                    <a:pt x="1375927" y="5525831"/>
                  </a:moveTo>
                  <a:lnTo>
                    <a:pt x="1391178" y="5525831"/>
                  </a:lnTo>
                  <a:lnTo>
                    <a:pt x="1381512" y="5538531"/>
                  </a:lnTo>
                  <a:lnTo>
                    <a:pt x="1375927" y="5525831"/>
                  </a:lnTo>
                  <a:close/>
                </a:path>
                <a:path w="6694170" h="6997065">
                  <a:moveTo>
                    <a:pt x="512806" y="5500431"/>
                  </a:moveTo>
                  <a:lnTo>
                    <a:pt x="520447" y="5513131"/>
                  </a:lnTo>
                  <a:lnTo>
                    <a:pt x="507215" y="5525831"/>
                  </a:lnTo>
                  <a:lnTo>
                    <a:pt x="499574" y="5513131"/>
                  </a:lnTo>
                  <a:lnTo>
                    <a:pt x="512806" y="5500431"/>
                  </a:lnTo>
                  <a:close/>
                </a:path>
                <a:path w="6694170" h="6997065">
                  <a:moveTo>
                    <a:pt x="1719823" y="5500431"/>
                  </a:moveTo>
                  <a:lnTo>
                    <a:pt x="1724816" y="5513131"/>
                  </a:lnTo>
                  <a:lnTo>
                    <a:pt x="1711169" y="5513131"/>
                  </a:lnTo>
                  <a:lnTo>
                    <a:pt x="1719823" y="5500431"/>
                  </a:lnTo>
                  <a:close/>
                </a:path>
                <a:path w="6694170" h="6997065">
                  <a:moveTo>
                    <a:pt x="2046405" y="5487731"/>
                  </a:moveTo>
                  <a:lnTo>
                    <a:pt x="2058447" y="5487731"/>
                  </a:lnTo>
                  <a:lnTo>
                    <a:pt x="2050812" y="5500431"/>
                  </a:lnTo>
                  <a:lnTo>
                    <a:pt x="2046405" y="5487731"/>
                  </a:lnTo>
                  <a:close/>
                </a:path>
                <a:path w="6694170" h="6997065">
                  <a:moveTo>
                    <a:pt x="834811" y="5487731"/>
                  </a:moveTo>
                  <a:lnTo>
                    <a:pt x="847025" y="5487731"/>
                  </a:lnTo>
                  <a:lnTo>
                    <a:pt x="854079" y="5500431"/>
                  </a:lnTo>
                  <a:lnTo>
                    <a:pt x="841866" y="5500431"/>
                  </a:lnTo>
                  <a:lnTo>
                    <a:pt x="834811" y="5487731"/>
                  </a:lnTo>
                  <a:close/>
                </a:path>
                <a:path w="6694170" h="6997065">
                  <a:moveTo>
                    <a:pt x="1181249" y="5462331"/>
                  </a:moveTo>
                  <a:lnTo>
                    <a:pt x="1187711" y="5475031"/>
                  </a:lnTo>
                  <a:lnTo>
                    <a:pt x="1176516" y="5487731"/>
                  </a:lnTo>
                  <a:lnTo>
                    <a:pt x="1170054" y="5475031"/>
                  </a:lnTo>
                  <a:lnTo>
                    <a:pt x="1181249" y="5462331"/>
                  </a:lnTo>
                  <a:close/>
                </a:path>
                <a:path w="6694170" h="6997065">
                  <a:moveTo>
                    <a:pt x="2381648" y="5462331"/>
                  </a:moveTo>
                  <a:lnTo>
                    <a:pt x="2388258" y="5462331"/>
                  </a:lnTo>
                  <a:lnTo>
                    <a:pt x="2392079" y="5475031"/>
                  </a:lnTo>
                  <a:lnTo>
                    <a:pt x="2385468" y="5475031"/>
                  </a:lnTo>
                  <a:lnTo>
                    <a:pt x="2381648" y="5462331"/>
                  </a:lnTo>
                  <a:close/>
                </a:path>
                <a:path w="6694170" h="6997065">
                  <a:moveTo>
                    <a:pt x="308343" y="5449631"/>
                  </a:moveTo>
                  <a:lnTo>
                    <a:pt x="316570" y="5462331"/>
                  </a:lnTo>
                  <a:lnTo>
                    <a:pt x="302319" y="5475031"/>
                  </a:lnTo>
                  <a:lnTo>
                    <a:pt x="294092" y="5462331"/>
                  </a:lnTo>
                  <a:lnTo>
                    <a:pt x="308343" y="5449631"/>
                  </a:lnTo>
                  <a:close/>
                </a:path>
                <a:path w="6694170" h="6997065">
                  <a:moveTo>
                    <a:pt x="1505688" y="5449631"/>
                  </a:moveTo>
                  <a:lnTo>
                    <a:pt x="1515361" y="5449631"/>
                  </a:lnTo>
                  <a:lnTo>
                    <a:pt x="1520940" y="5462331"/>
                  </a:lnTo>
                  <a:lnTo>
                    <a:pt x="1511274" y="5462331"/>
                  </a:lnTo>
                  <a:lnTo>
                    <a:pt x="1505688" y="5449631"/>
                  </a:lnTo>
                  <a:close/>
                </a:path>
                <a:path w="6694170" h="6997065">
                  <a:moveTo>
                    <a:pt x="642567" y="5424231"/>
                  </a:moveTo>
                  <a:lnTo>
                    <a:pt x="650207" y="5436931"/>
                  </a:lnTo>
                  <a:lnTo>
                    <a:pt x="636969" y="5449631"/>
                  </a:lnTo>
                  <a:lnTo>
                    <a:pt x="629335" y="5436931"/>
                  </a:lnTo>
                  <a:lnTo>
                    <a:pt x="642567" y="5424231"/>
                  </a:lnTo>
                  <a:close/>
                </a:path>
                <a:path w="6694170" h="6997065">
                  <a:moveTo>
                    <a:pt x="1849578" y="5424231"/>
                  </a:moveTo>
                  <a:lnTo>
                    <a:pt x="1854571" y="5436931"/>
                  </a:lnTo>
                  <a:lnTo>
                    <a:pt x="1840931" y="5436931"/>
                  </a:lnTo>
                  <a:lnTo>
                    <a:pt x="1849578" y="5424231"/>
                  </a:lnTo>
                  <a:close/>
                </a:path>
                <a:path w="6694170" h="6997065">
                  <a:moveTo>
                    <a:pt x="2176166" y="5411531"/>
                  </a:moveTo>
                  <a:lnTo>
                    <a:pt x="2188208" y="5411531"/>
                  </a:lnTo>
                  <a:lnTo>
                    <a:pt x="2180573" y="5424231"/>
                  </a:lnTo>
                  <a:lnTo>
                    <a:pt x="2176166" y="5411531"/>
                  </a:lnTo>
                  <a:close/>
                </a:path>
                <a:path w="6694170" h="6997065">
                  <a:moveTo>
                    <a:pt x="964169" y="5411531"/>
                  </a:moveTo>
                  <a:lnTo>
                    <a:pt x="976892" y="5411531"/>
                  </a:lnTo>
                  <a:lnTo>
                    <a:pt x="984237" y="5424231"/>
                  </a:lnTo>
                  <a:lnTo>
                    <a:pt x="971514" y="5424231"/>
                  </a:lnTo>
                  <a:lnTo>
                    <a:pt x="964169" y="5411531"/>
                  </a:lnTo>
                  <a:close/>
                </a:path>
                <a:path w="6694170" h="6997065">
                  <a:moveTo>
                    <a:pt x="1311004" y="5386131"/>
                  </a:moveTo>
                  <a:lnTo>
                    <a:pt x="1317466" y="5398831"/>
                  </a:lnTo>
                  <a:lnTo>
                    <a:pt x="1306277" y="5411531"/>
                  </a:lnTo>
                  <a:lnTo>
                    <a:pt x="1299815" y="5398831"/>
                  </a:lnTo>
                  <a:lnTo>
                    <a:pt x="1311004" y="5386131"/>
                  </a:lnTo>
                  <a:close/>
                </a:path>
                <a:path w="6694170" h="6997065">
                  <a:moveTo>
                    <a:pt x="88622" y="5398831"/>
                  </a:moveTo>
                  <a:lnTo>
                    <a:pt x="103886" y="5398831"/>
                  </a:lnTo>
                  <a:lnTo>
                    <a:pt x="112699" y="5411531"/>
                  </a:lnTo>
                  <a:lnTo>
                    <a:pt x="97436" y="5411531"/>
                  </a:lnTo>
                  <a:lnTo>
                    <a:pt x="88622" y="5398831"/>
                  </a:lnTo>
                  <a:close/>
                </a:path>
                <a:path w="6694170" h="6997065">
                  <a:moveTo>
                    <a:pt x="2518019" y="5386131"/>
                  </a:moveTo>
                  <a:lnTo>
                    <a:pt x="2521839" y="5398831"/>
                  </a:lnTo>
                  <a:lnTo>
                    <a:pt x="2511403" y="5398831"/>
                  </a:lnTo>
                  <a:lnTo>
                    <a:pt x="2518019" y="5386131"/>
                  </a:lnTo>
                  <a:close/>
                </a:path>
                <a:path w="6694170" h="6997065">
                  <a:moveTo>
                    <a:pt x="438210" y="5373431"/>
                  </a:moveTo>
                  <a:lnTo>
                    <a:pt x="446733" y="5386131"/>
                  </a:lnTo>
                  <a:lnTo>
                    <a:pt x="431973" y="5398831"/>
                  </a:lnTo>
                  <a:lnTo>
                    <a:pt x="423456" y="5386131"/>
                  </a:lnTo>
                  <a:lnTo>
                    <a:pt x="438210" y="5373431"/>
                  </a:lnTo>
                  <a:close/>
                </a:path>
                <a:path w="6694170" h="6997065">
                  <a:moveTo>
                    <a:pt x="1635046" y="5373431"/>
                  </a:moveTo>
                  <a:lnTo>
                    <a:pt x="1645228" y="5373431"/>
                  </a:lnTo>
                  <a:lnTo>
                    <a:pt x="1651103" y="5386131"/>
                  </a:lnTo>
                  <a:lnTo>
                    <a:pt x="1640922" y="5386131"/>
                  </a:lnTo>
                  <a:lnTo>
                    <a:pt x="1635046" y="5373431"/>
                  </a:lnTo>
                  <a:close/>
                </a:path>
                <a:path w="6694170" h="6997065">
                  <a:moveTo>
                    <a:pt x="772435" y="5348031"/>
                  </a:moveTo>
                  <a:lnTo>
                    <a:pt x="780366" y="5373431"/>
                  </a:lnTo>
                  <a:lnTo>
                    <a:pt x="766625" y="5373431"/>
                  </a:lnTo>
                  <a:lnTo>
                    <a:pt x="758688" y="5360731"/>
                  </a:lnTo>
                  <a:lnTo>
                    <a:pt x="772435" y="5348031"/>
                  </a:lnTo>
                  <a:close/>
                </a:path>
                <a:path w="6694170" h="6997065">
                  <a:moveTo>
                    <a:pt x="1979338" y="5348031"/>
                  </a:moveTo>
                  <a:lnTo>
                    <a:pt x="1984331" y="5360731"/>
                  </a:lnTo>
                  <a:lnTo>
                    <a:pt x="1970691" y="5360731"/>
                  </a:lnTo>
                  <a:lnTo>
                    <a:pt x="1979338" y="5348031"/>
                  </a:lnTo>
                  <a:close/>
                </a:path>
                <a:path w="6694170" h="6997065">
                  <a:moveTo>
                    <a:pt x="1106654" y="5335331"/>
                  </a:moveTo>
                  <a:lnTo>
                    <a:pt x="1113998" y="5348031"/>
                  </a:lnTo>
                  <a:lnTo>
                    <a:pt x="1101275" y="5360731"/>
                  </a:lnTo>
                  <a:lnTo>
                    <a:pt x="1093931" y="5348031"/>
                  </a:lnTo>
                  <a:lnTo>
                    <a:pt x="1106654" y="5335331"/>
                  </a:lnTo>
                  <a:close/>
                </a:path>
                <a:path w="6694170" h="6997065">
                  <a:moveTo>
                    <a:pt x="2305921" y="5335331"/>
                  </a:moveTo>
                  <a:lnTo>
                    <a:pt x="2317969" y="5335331"/>
                  </a:lnTo>
                  <a:lnTo>
                    <a:pt x="2310328" y="5348031"/>
                  </a:lnTo>
                  <a:lnTo>
                    <a:pt x="2305921" y="5335331"/>
                  </a:lnTo>
                  <a:close/>
                </a:path>
                <a:path w="6694170" h="6997065">
                  <a:moveTo>
                    <a:pt x="217974" y="5322631"/>
                  </a:moveTo>
                  <a:lnTo>
                    <a:pt x="233747" y="5322631"/>
                  </a:lnTo>
                  <a:lnTo>
                    <a:pt x="242857" y="5335331"/>
                  </a:lnTo>
                  <a:lnTo>
                    <a:pt x="227084" y="5348031"/>
                  </a:lnTo>
                  <a:lnTo>
                    <a:pt x="217974" y="5322631"/>
                  </a:lnTo>
                  <a:close/>
                </a:path>
                <a:path w="6694170" h="6997065">
                  <a:moveTo>
                    <a:pt x="1440878" y="5309931"/>
                  </a:moveTo>
                  <a:lnTo>
                    <a:pt x="1447637" y="5322631"/>
                  </a:lnTo>
                  <a:lnTo>
                    <a:pt x="1435927" y="5335331"/>
                  </a:lnTo>
                  <a:lnTo>
                    <a:pt x="1429169" y="5322631"/>
                  </a:lnTo>
                  <a:lnTo>
                    <a:pt x="1440878" y="5309931"/>
                  </a:lnTo>
                  <a:close/>
                </a:path>
                <a:path w="6694170" h="6997065">
                  <a:moveTo>
                    <a:pt x="2647779" y="5309931"/>
                  </a:moveTo>
                  <a:lnTo>
                    <a:pt x="2651600" y="5322631"/>
                  </a:lnTo>
                  <a:lnTo>
                    <a:pt x="2641163" y="5322631"/>
                  </a:lnTo>
                  <a:lnTo>
                    <a:pt x="2647779" y="5309931"/>
                  </a:lnTo>
                  <a:close/>
                </a:path>
                <a:path w="6694170" h="6997065">
                  <a:moveTo>
                    <a:pt x="567965" y="5297231"/>
                  </a:moveTo>
                  <a:lnTo>
                    <a:pt x="576488" y="5309931"/>
                  </a:lnTo>
                  <a:lnTo>
                    <a:pt x="561728" y="5322631"/>
                  </a:lnTo>
                  <a:lnTo>
                    <a:pt x="553211" y="5309931"/>
                  </a:lnTo>
                  <a:lnTo>
                    <a:pt x="567965" y="5297231"/>
                  </a:lnTo>
                  <a:close/>
                </a:path>
                <a:path w="6694170" h="6997065">
                  <a:moveTo>
                    <a:pt x="1764807" y="5297231"/>
                  </a:moveTo>
                  <a:lnTo>
                    <a:pt x="1774983" y="5297231"/>
                  </a:lnTo>
                  <a:lnTo>
                    <a:pt x="1780858" y="5309931"/>
                  </a:lnTo>
                  <a:lnTo>
                    <a:pt x="1770683" y="5309931"/>
                  </a:lnTo>
                  <a:lnTo>
                    <a:pt x="1764807" y="5297231"/>
                  </a:lnTo>
                  <a:close/>
                </a:path>
                <a:path w="6694170" h="6997065">
                  <a:moveTo>
                    <a:pt x="2109099" y="5271831"/>
                  </a:moveTo>
                  <a:lnTo>
                    <a:pt x="2114092" y="5284531"/>
                  </a:lnTo>
                  <a:lnTo>
                    <a:pt x="2105445" y="5297231"/>
                  </a:lnTo>
                  <a:lnTo>
                    <a:pt x="2100445" y="5284531"/>
                  </a:lnTo>
                  <a:lnTo>
                    <a:pt x="2109099" y="5271831"/>
                  </a:lnTo>
                  <a:close/>
                </a:path>
                <a:path w="6694170" h="6997065">
                  <a:moveTo>
                    <a:pt x="888052" y="5284531"/>
                  </a:moveTo>
                  <a:lnTo>
                    <a:pt x="902297" y="5284531"/>
                  </a:lnTo>
                  <a:lnTo>
                    <a:pt x="910524" y="5297231"/>
                  </a:lnTo>
                  <a:lnTo>
                    <a:pt x="896279" y="5297231"/>
                  </a:lnTo>
                  <a:lnTo>
                    <a:pt x="888052" y="5284531"/>
                  </a:lnTo>
                  <a:close/>
                </a:path>
                <a:path w="6694170" h="6997065">
                  <a:moveTo>
                    <a:pt x="1236522" y="5259131"/>
                  </a:moveTo>
                  <a:lnTo>
                    <a:pt x="1244162" y="5271831"/>
                  </a:lnTo>
                  <a:lnTo>
                    <a:pt x="1230924" y="5284531"/>
                  </a:lnTo>
                  <a:lnTo>
                    <a:pt x="1223290" y="5271831"/>
                  </a:lnTo>
                  <a:lnTo>
                    <a:pt x="1236522" y="5259131"/>
                  </a:lnTo>
                  <a:close/>
                </a:path>
                <a:path w="6694170" h="6997065">
                  <a:moveTo>
                    <a:pt x="29285" y="5259131"/>
                  </a:moveTo>
                  <a:lnTo>
                    <a:pt x="38981" y="5284531"/>
                  </a:lnTo>
                  <a:lnTo>
                    <a:pt x="22195" y="5284531"/>
                  </a:lnTo>
                  <a:lnTo>
                    <a:pt x="12499" y="5271831"/>
                  </a:lnTo>
                  <a:lnTo>
                    <a:pt x="29285" y="5259131"/>
                  </a:lnTo>
                  <a:close/>
                </a:path>
                <a:path w="6694170" h="6997065">
                  <a:moveTo>
                    <a:pt x="2435683" y="5259131"/>
                  </a:moveTo>
                  <a:lnTo>
                    <a:pt x="2443317" y="5259131"/>
                  </a:lnTo>
                  <a:lnTo>
                    <a:pt x="2447724" y="5271831"/>
                  </a:lnTo>
                  <a:lnTo>
                    <a:pt x="2440090" y="5271831"/>
                  </a:lnTo>
                  <a:lnTo>
                    <a:pt x="2435683" y="5259131"/>
                  </a:lnTo>
                  <a:close/>
                </a:path>
                <a:path w="6694170" h="6997065">
                  <a:moveTo>
                    <a:pt x="347333" y="5246431"/>
                  </a:moveTo>
                  <a:lnTo>
                    <a:pt x="363615" y="5246431"/>
                  </a:lnTo>
                  <a:lnTo>
                    <a:pt x="373015" y="5259131"/>
                  </a:lnTo>
                  <a:lnTo>
                    <a:pt x="356733" y="5271831"/>
                  </a:lnTo>
                  <a:lnTo>
                    <a:pt x="347333" y="5246431"/>
                  </a:lnTo>
                  <a:close/>
                </a:path>
                <a:path w="6694170" h="6997065">
                  <a:moveTo>
                    <a:pt x="1558929" y="5246431"/>
                  </a:moveTo>
                  <a:lnTo>
                    <a:pt x="1577391" y="5246431"/>
                  </a:lnTo>
                  <a:lnTo>
                    <a:pt x="1565687" y="5259131"/>
                  </a:lnTo>
                  <a:lnTo>
                    <a:pt x="1558929" y="5246431"/>
                  </a:lnTo>
                  <a:close/>
                </a:path>
                <a:path w="6694170" h="6997065">
                  <a:moveTo>
                    <a:pt x="2777540" y="5233731"/>
                  </a:moveTo>
                  <a:lnTo>
                    <a:pt x="2781361" y="5246431"/>
                  </a:lnTo>
                  <a:lnTo>
                    <a:pt x="2770918" y="5246431"/>
                  </a:lnTo>
                  <a:lnTo>
                    <a:pt x="2777540" y="5233731"/>
                  </a:lnTo>
                  <a:close/>
                </a:path>
                <a:path w="6694170" h="6997065">
                  <a:moveTo>
                    <a:pt x="697841" y="5221031"/>
                  </a:moveTo>
                  <a:lnTo>
                    <a:pt x="706654" y="5233731"/>
                  </a:lnTo>
                  <a:lnTo>
                    <a:pt x="691390" y="5246431"/>
                  </a:lnTo>
                  <a:lnTo>
                    <a:pt x="682577" y="5233731"/>
                  </a:lnTo>
                  <a:lnTo>
                    <a:pt x="697841" y="5221031"/>
                  </a:lnTo>
                  <a:close/>
                </a:path>
                <a:path w="6694170" h="6997065">
                  <a:moveTo>
                    <a:pt x="1894567" y="5221031"/>
                  </a:moveTo>
                  <a:lnTo>
                    <a:pt x="1904743" y="5221031"/>
                  </a:lnTo>
                  <a:lnTo>
                    <a:pt x="1910618" y="5233731"/>
                  </a:lnTo>
                  <a:lnTo>
                    <a:pt x="1900443" y="5233731"/>
                  </a:lnTo>
                  <a:lnTo>
                    <a:pt x="1894567" y="5221031"/>
                  </a:lnTo>
                  <a:close/>
                </a:path>
                <a:path w="6694170" h="6997065">
                  <a:moveTo>
                    <a:pt x="2230201" y="5208331"/>
                  </a:moveTo>
                  <a:lnTo>
                    <a:pt x="2243854" y="5208331"/>
                  </a:lnTo>
                  <a:lnTo>
                    <a:pt x="2235200" y="5221031"/>
                  </a:lnTo>
                  <a:lnTo>
                    <a:pt x="2230201" y="5208331"/>
                  </a:lnTo>
                  <a:close/>
                </a:path>
                <a:path w="6694170" h="6997065">
                  <a:moveTo>
                    <a:pt x="1017808" y="5208331"/>
                  </a:moveTo>
                  <a:lnTo>
                    <a:pt x="1032058" y="5208331"/>
                  </a:lnTo>
                  <a:lnTo>
                    <a:pt x="1040285" y="5221031"/>
                  </a:lnTo>
                  <a:lnTo>
                    <a:pt x="1026035" y="5221031"/>
                  </a:lnTo>
                  <a:lnTo>
                    <a:pt x="1017808" y="5208331"/>
                  </a:lnTo>
                  <a:close/>
                </a:path>
                <a:path w="6694170" h="6997065">
                  <a:moveTo>
                    <a:pt x="1366278" y="5182931"/>
                  </a:moveTo>
                  <a:lnTo>
                    <a:pt x="1373918" y="5195631"/>
                  </a:lnTo>
                  <a:lnTo>
                    <a:pt x="1360686" y="5208331"/>
                  </a:lnTo>
                  <a:lnTo>
                    <a:pt x="1353052" y="5195631"/>
                  </a:lnTo>
                  <a:lnTo>
                    <a:pt x="1366278" y="5182931"/>
                  </a:lnTo>
                  <a:close/>
                </a:path>
                <a:path w="6694170" h="6997065">
                  <a:moveTo>
                    <a:pt x="159259" y="5182931"/>
                  </a:moveTo>
                  <a:lnTo>
                    <a:pt x="169542" y="5208331"/>
                  </a:lnTo>
                  <a:lnTo>
                    <a:pt x="151731" y="5208331"/>
                  </a:lnTo>
                  <a:lnTo>
                    <a:pt x="141448" y="5195631"/>
                  </a:lnTo>
                  <a:lnTo>
                    <a:pt x="159259" y="5182931"/>
                  </a:lnTo>
                  <a:close/>
                </a:path>
                <a:path w="6694170" h="6997065">
                  <a:moveTo>
                    <a:pt x="2565443" y="5182931"/>
                  </a:moveTo>
                  <a:lnTo>
                    <a:pt x="2573072" y="5182931"/>
                  </a:lnTo>
                  <a:lnTo>
                    <a:pt x="2577479" y="5195631"/>
                  </a:lnTo>
                  <a:lnTo>
                    <a:pt x="2569850" y="5195631"/>
                  </a:lnTo>
                  <a:lnTo>
                    <a:pt x="2565443" y="5182931"/>
                  </a:lnTo>
                  <a:close/>
                </a:path>
                <a:path w="6694170" h="6997065">
                  <a:moveTo>
                    <a:pt x="476691" y="5170231"/>
                  </a:moveTo>
                  <a:lnTo>
                    <a:pt x="493483" y="5170231"/>
                  </a:lnTo>
                  <a:lnTo>
                    <a:pt x="503179" y="5182931"/>
                  </a:lnTo>
                  <a:lnTo>
                    <a:pt x="486387" y="5195631"/>
                  </a:lnTo>
                  <a:lnTo>
                    <a:pt x="476691" y="5170231"/>
                  </a:lnTo>
                  <a:close/>
                </a:path>
                <a:path w="6694170" h="6997065">
                  <a:moveTo>
                    <a:pt x="1688287" y="5170231"/>
                  </a:moveTo>
                  <a:lnTo>
                    <a:pt x="1700500" y="5170231"/>
                  </a:lnTo>
                  <a:lnTo>
                    <a:pt x="1707549" y="5182931"/>
                  </a:lnTo>
                  <a:lnTo>
                    <a:pt x="1695336" y="5182931"/>
                  </a:lnTo>
                  <a:lnTo>
                    <a:pt x="1688287" y="5170231"/>
                  </a:lnTo>
                  <a:close/>
                </a:path>
                <a:path w="6694170" h="6997065">
                  <a:moveTo>
                    <a:pt x="827702" y="5144831"/>
                  </a:moveTo>
                  <a:lnTo>
                    <a:pt x="836811" y="5157531"/>
                  </a:lnTo>
                  <a:lnTo>
                    <a:pt x="821038" y="5170231"/>
                  </a:lnTo>
                  <a:lnTo>
                    <a:pt x="811929" y="5157531"/>
                  </a:lnTo>
                  <a:lnTo>
                    <a:pt x="827702" y="5144831"/>
                  </a:lnTo>
                  <a:close/>
                </a:path>
                <a:path w="6694170" h="6997065">
                  <a:moveTo>
                    <a:pt x="2034504" y="5144831"/>
                  </a:moveTo>
                  <a:lnTo>
                    <a:pt x="2040380" y="5157531"/>
                  </a:lnTo>
                  <a:lnTo>
                    <a:pt x="2024328" y="5157531"/>
                  </a:lnTo>
                  <a:lnTo>
                    <a:pt x="2034504" y="5144831"/>
                  </a:lnTo>
                  <a:close/>
                </a:path>
                <a:path w="6694170" h="6997065">
                  <a:moveTo>
                    <a:pt x="1147166" y="5132131"/>
                  </a:moveTo>
                  <a:lnTo>
                    <a:pt x="1161920" y="5132131"/>
                  </a:lnTo>
                  <a:lnTo>
                    <a:pt x="1170443" y="5144831"/>
                  </a:lnTo>
                  <a:lnTo>
                    <a:pt x="1155683" y="5157531"/>
                  </a:lnTo>
                  <a:lnTo>
                    <a:pt x="1147166" y="5132131"/>
                  </a:lnTo>
                  <a:close/>
                </a:path>
                <a:path w="6694170" h="6997065">
                  <a:moveTo>
                    <a:pt x="2359962" y="5132131"/>
                  </a:moveTo>
                  <a:lnTo>
                    <a:pt x="2373615" y="5132131"/>
                  </a:lnTo>
                  <a:lnTo>
                    <a:pt x="2364961" y="5144831"/>
                  </a:lnTo>
                  <a:lnTo>
                    <a:pt x="2359962" y="5132131"/>
                  </a:lnTo>
                  <a:close/>
                </a:path>
                <a:path w="6694170" h="6997065">
                  <a:moveTo>
                    <a:pt x="289020" y="5106731"/>
                  </a:moveTo>
                  <a:lnTo>
                    <a:pt x="299303" y="5132131"/>
                  </a:lnTo>
                  <a:lnTo>
                    <a:pt x="281492" y="5144831"/>
                  </a:lnTo>
                  <a:lnTo>
                    <a:pt x="271209" y="5119431"/>
                  </a:lnTo>
                  <a:lnTo>
                    <a:pt x="289020" y="5106731"/>
                  </a:lnTo>
                  <a:close/>
                </a:path>
                <a:path w="6694170" h="6997065">
                  <a:moveTo>
                    <a:pt x="1496144" y="5106731"/>
                  </a:moveTo>
                  <a:lnTo>
                    <a:pt x="1504075" y="5119431"/>
                  </a:lnTo>
                  <a:lnTo>
                    <a:pt x="1490333" y="5132131"/>
                  </a:lnTo>
                  <a:lnTo>
                    <a:pt x="1482403" y="5119431"/>
                  </a:lnTo>
                  <a:lnTo>
                    <a:pt x="1496144" y="5106731"/>
                  </a:lnTo>
                  <a:close/>
                </a:path>
                <a:path w="6694170" h="6997065">
                  <a:moveTo>
                    <a:pt x="2695204" y="5106731"/>
                  </a:moveTo>
                  <a:lnTo>
                    <a:pt x="2702833" y="5106731"/>
                  </a:lnTo>
                  <a:lnTo>
                    <a:pt x="2707240" y="5119431"/>
                  </a:lnTo>
                  <a:lnTo>
                    <a:pt x="2699611" y="5119431"/>
                  </a:lnTo>
                  <a:lnTo>
                    <a:pt x="2695204" y="5106731"/>
                  </a:lnTo>
                  <a:close/>
                </a:path>
                <a:path w="6694170" h="6997065">
                  <a:moveTo>
                    <a:pt x="623352" y="5094031"/>
                  </a:moveTo>
                  <a:lnTo>
                    <a:pt x="633339" y="5106731"/>
                  </a:lnTo>
                  <a:lnTo>
                    <a:pt x="616038" y="5119431"/>
                  </a:lnTo>
                  <a:lnTo>
                    <a:pt x="606045" y="5106731"/>
                  </a:lnTo>
                  <a:lnTo>
                    <a:pt x="623352" y="5094031"/>
                  </a:lnTo>
                  <a:close/>
                </a:path>
                <a:path w="6694170" h="6997065">
                  <a:moveTo>
                    <a:pt x="1818047" y="5094031"/>
                  </a:moveTo>
                  <a:lnTo>
                    <a:pt x="1830255" y="5094031"/>
                  </a:lnTo>
                  <a:lnTo>
                    <a:pt x="1837303" y="5106731"/>
                  </a:lnTo>
                  <a:lnTo>
                    <a:pt x="1825096" y="5106731"/>
                  </a:lnTo>
                  <a:lnTo>
                    <a:pt x="1818047" y="5094031"/>
                  </a:lnTo>
                  <a:close/>
                </a:path>
                <a:path w="6694170" h="6997065">
                  <a:moveTo>
                    <a:pt x="957570" y="5068631"/>
                  </a:moveTo>
                  <a:lnTo>
                    <a:pt x="966970" y="5094031"/>
                  </a:lnTo>
                  <a:lnTo>
                    <a:pt x="950687" y="5094031"/>
                  </a:lnTo>
                  <a:lnTo>
                    <a:pt x="941287" y="5081331"/>
                  </a:lnTo>
                  <a:lnTo>
                    <a:pt x="957570" y="5068631"/>
                  </a:lnTo>
                  <a:close/>
                </a:path>
                <a:path w="6694170" h="6997065">
                  <a:moveTo>
                    <a:pt x="2164266" y="5068631"/>
                  </a:moveTo>
                  <a:lnTo>
                    <a:pt x="2170142" y="5081331"/>
                  </a:lnTo>
                  <a:lnTo>
                    <a:pt x="2154084" y="5081331"/>
                  </a:lnTo>
                  <a:lnTo>
                    <a:pt x="2164266" y="5068631"/>
                  </a:lnTo>
                  <a:close/>
                </a:path>
                <a:path w="6694170" h="6997065">
                  <a:moveTo>
                    <a:pt x="1276928" y="5055931"/>
                  </a:moveTo>
                  <a:lnTo>
                    <a:pt x="1291682" y="5055931"/>
                  </a:lnTo>
                  <a:lnTo>
                    <a:pt x="1300205" y="5068631"/>
                  </a:lnTo>
                  <a:lnTo>
                    <a:pt x="1285445" y="5081331"/>
                  </a:lnTo>
                  <a:lnTo>
                    <a:pt x="1276928" y="5055931"/>
                  </a:lnTo>
                  <a:close/>
                </a:path>
                <a:path w="6694170" h="6997065">
                  <a:moveTo>
                    <a:pt x="84563" y="5055931"/>
                  </a:moveTo>
                  <a:lnTo>
                    <a:pt x="95432" y="5068631"/>
                  </a:lnTo>
                  <a:lnTo>
                    <a:pt x="76603" y="5081331"/>
                  </a:lnTo>
                  <a:lnTo>
                    <a:pt x="65734" y="5068631"/>
                  </a:lnTo>
                  <a:lnTo>
                    <a:pt x="84563" y="5055931"/>
                  </a:lnTo>
                  <a:close/>
                </a:path>
                <a:path w="6694170" h="6997065">
                  <a:moveTo>
                    <a:pt x="2489723" y="5055931"/>
                  </a:moveTo>
                  <a:lnTo>
                    <a:pt x="2503370" y="5055931"/>
                  </a:lnTo>
                  <a:lnTo>
                    <a:pt x="2494722" y="5068631"/>
                  </a:lnTo>
                  <a:lnTo>
                    <a:pt x="2489723" y="5055931"/>
                  </a:lnTo>
                  <a:close/>
                </a:path>
                <a:path w="6694170" h="6997065">
                  <a:moveTo>
                    <a:pt x="418888" y="5030531"/>
                  </a:moveTo>
                  <a:lnTo>
                    <a:pt x="429466" y="5055931"/>
                  </a:lnTo>
                  <a:lnTo>
                    <a:pt x="411147" y="5068631"/>
                  </a:lnTo>
                  <a:lnTo>
                    <a:pt x="400568" y="5043231"/>
                  </a:lnTo>
                  <a:lnTo>
                    <a:pt x="418888" y="5030531"/>
                  </a:lnTo>
                  <a:close/>
                </a:path>
                <a:path w="6694170" h="6997065">
                  <a:moveTo>
                    <a:pt x="1625899" y="5030531"/>
                  </a:moveTo>
                  <a:lnTo>
                    <a:pt x="1633830" y="5043231"/>
                  </a:lnTo>
                  <a:lnTo>
                    <a:pt x="1620094" y="5055931"/>
                  </a:lnTo>
                  <a:lnTo>
                    <a:pt x="1612163" y="5043231"/>
                  </a:lnTo>
                  <a:lnTo>
                    <a:pt x="1625899" y="5030531"/>
                  </a:lnTo>
                  <a:close/>
                </a:path>
                <a:path w="6694170" h="6997065">
                  <a:moveTo>
                    <a:pt x="2832594" y="5030531"/>
                  </a:moveTo>
                  <a:lnTo>
                    <a:pt x="2837001" y="5043231"/>
                  </a:lnTo>
                  <a:lnTo>
                    <a:pt x="2824959" y="5043231"/>
                  </a:lnTo>
                  <a:lnTo>
                    <a:pt x="2832594" y="5030531"/>
                  </a:lnTo>
                  <a:close/>
                </a:path>
                <a:path w="6694170" h="6997065">
                  <a:moveTo>
                    <a:pt x="753214" y="5017831"/>
                  </a:moveTo>
                  <a:lnTo>
                    <a:pt x="763496" y="5030531"/>
                  </a:lnTo>
                  <a:lnTo>
                    <a:pt x="745685" y="5043231"/>
                  </a:lnTo>
                  <a:lnTo>
                    <a:pt x="735403" y="5030531"/>
                  </a:lnTo>
                  <a:lnTo>
                    <a:pt x="753214" y="5017831"/>
                  </a:lnTo>
                  <a:close/>
                </a:path>
                <a:path w="6694170" h="6997065">
                  <a:moveTo>
                    <a:pt x="1947802" y="5017831"/>
                  </a:moveTo>
                  <a:lnTo>
                    <a:pt x="1960016" y="5017831"/>
                  </a:lnTo>
                  <a:lnTo>
                    <a:pt x="1967065" y="5030531"/>
                  </a:lnTo>
                  <a:lnTo>
                    <a:pt x="1954851" y="5030531"/>
                  </a:lnTo>
                  <a:lnTo>
                    <a:pt x="1947802" y="5017831"/>
                  </a:lnTo>
                  <a:close/>
                </a:path>
                <a:path w="6694170" h="6997065">
                  <a:moveTo>
                    <a:pt x="2294020" y="4992431"/>
                  </a:moveTo>
                  <a:lnTo>
                    <a:pt x="2299896" y="5005131"/>
                  </a:lnTo>
                  <a:lnTo>
                    <a:pt x="2289720" y="5017831"/>
                  </a:lnTo>
                  <a:lnTo>
                    <a:pt x="2283845" y="5005131"/>
                  </a:lnTo>
                  <a:lnTo>
                    <a:pt x="2294020" y="4992431"/>
                  </a:lnTo>
                  <a:close/>
                </a:path>
                <a:path w="6694170" h="6997065">
                  <a:moveTo>
                    <a:pt x="1087325" y="4992431"/>
                  </a:moveTo>
                  <a:lnTo>
                    <a:pt x="1096731" y="5017831"/>
                  </a:lnTo>
                  <a:lnTo>
                    <a:pt x="1080448" y="5017831"/>
                  </a:lnTo>
                  <a:lnTo>
                    <a:pt x="1071048" y="5005131"/>
                  </a:lnTo>
                  <a:lnTo>
                    <a:pt x="1087325" y="4992431"/>
                  </a:lnTo>
                  <a:close/>
                </a:path>
                <a:path w="6694170" h="6997065">
                  <a:moveTo>
                    <a:pt x="1421443" y="4979731"/>
                  </a:moveTo>
                  <a:lnTo>
                    <a:pt x="1429966" y="4992431"/>
                  </a:lnTo>
                  <a:lnTo>
                    <a:pt x="1415206" y="5005131"/>
                  </a:lnTo>
                  <a:lnTo>
                    <a:pt x="1406688" y="4992431"/>
                  </a:lnTo>
                  <a:lnTo>
                    <a:pt x="1421443" y="4979731"/>
                  </a:lnTo>
                  <a:close/>
                </a:path>
                <a:path w="6694170" h="6997065">
                  <a:moveTo>
                    <a:pt x="214537" y="4979731"/>
                  </a:moveTo>
                  <a:lnTo>
                    <a:pt x="225993" y="5005131"/>
                  </a:lnTo>
                  <a:lnTo>
                    <a:pt x="206150" y="5005131"/>
                  </a:lnTo>
                  <a:lnTo>
                    <a:pt x="194689" y="4992431"/>
                  </a:lnTo>
                  <a:lnTo>
                    <a:pt x="214537" y="4979731"/>
                  </a:lnTo>
                  <a:close/>
                </a:path>
                <a:path w="6694170" h="6997065">
                  <a:moveTo>
                    <a:pt x="2619484" y="4979731"/>
                  </a:moveTo>
                  <a:lnTo>
                    <a:pt x="2628131" y="4979731"/>
                  </a:lnTo>
                  <a:lnTo>
                    <a:pt x="2633130" y="4992431"/>
                  </a:lnTo>
                  <a:lnTo>
                    <a:pt x="2624477" y="4992431"/>
                  </a:lnTo>
                  <a:lnTo>
                    <a:pt x="2619484" y="4979731"/>
                  </a:lnTo>
                  <a:close/>
                </a:path>
                <a:path w="6694170" h="6997065">
                  <a:moveTo>
                    <a:pt x="548757" y="4954331"/>
                  </a:moveTo>
                  <a:lnTo>
                    <a:pt x="559626" y="4979731"/>
                  </a:lnTo>
                  <a:lnTo>
                    <a:pt x="540796" y="4992431"/>
                  </a:lnTo>
                  <a:lnTo>
                    <a:pt x="529928" y="4967031"/>
                  </a:lnTo>
                  <a:lnTo>
                    <a:pt x="548757" y="4954331"/>
                  </a:lnTo>
                  <a:close/>
                </a:path>
                <a:path w="6694170" h="6997065">
                  <a:moveTo>
                    <a:pt x="1755659" y="4954331"/>
                  </a:moveTo>
                  <a:lnTo>
                    <a:pt x="1763590" y="4967031"/>
                  </a:lnTo>
                  <a:lnTo>
                    <a:pt x="1749854" y="4979731"/>
                  </a:lnTo>
                  <a:lnTo>
                    <a:pt x="1741924" y="4967031"/>
                  </a:lnTo>
                  <a:lnTo>
                    <a:pt x="1755659" y="4954331"/>
                  </a:lnTo>
                  <a:close/>
                </a:path>
                <a:path w="6694170" h="6997065">
                  <a:moveTo>
                    <a:pt x="882975" y="4941631"/>
                  </a:moveTo>
                  <a:lnTo>
                    <a:pt x="893257" y="4954331"/>
                  </a:lnTo>
                  <a:lnTo>
                    <a:pt x="875447" y="4967031"/>
                  </a:lnTo>
                  <a:lnTo>
                    <a:pt x="865164" y="4954331"/>
                  </a:lnTo>
                  <a:lnTo>
                    <a:pt x="882975" y="4941631"/>
                  </a:lnTo>
                  <a:close/>
                </a:path>
                <a:path w="6694170" h="6997065">
                  <a:moveTo>
                    <a:pt x="2077564" y="4941631"/>
                  </a:moveTo>
                  <a:lnTo>
                    <a:pt x="2089778" y="4941631"/>
                  </a:lnTo>
                  <a:lnTo>
                    <a:pt x="2096826" y="4954331"/>
                  </a:lnTo>
                  <a:lnTo>
                    <a:pt x="2084613" y="4954331"/>
                  </a:lnTo>
                  <a:lnTo>
                    <a:pt x="2077564" y="4941631"/>
                  </a:lnTo>
                  <a:close/>
                </a:path>
                <a:path w="6694170" h="6997065">
                  <a:moveTo>
                    <a:pt x="1217199" y="4916231"/>
                  </a:moveTo>
                  <a:lnTo>
                    <a:pt x="1226896" y="4941631"/>
                  </a:lnTo>
                  <a:lnTo>
                    <a:pt x="1210098" y="4954331"/>
                  </a:lnTo>
                  <a:lnTo>
                    <a:pt x="1200407" y="4928931"/>
                  </a:lnTo>
                  <a:lnTo>
                    <a:pt x="1217199" y="4916231"/>
                  </a:lnTo>
                  <a:close/>
                </a:path>
                <a:path w="6694170" h="6997065">
                  <a:moveTo>
                    <a:pt x="0" y="4928931"/>
                  </a:moveTo>
                  <a:lnTo>
                    <a:pt x="10075" y="4928931"/>
                  </a:lnTo>
                  <a:lnTo>
                    <a:pt x="22117" y="4941631"/>
                  </a:lnTo>
                  <a:lnTo>
                    <a:pt x="1256" y="4954331"/>
                  </a:lnTo>
                  <a:lnTo>
                    <a:pt x="0" y="4954331"/>
                  </a:lnTo>
                  <a:lnTo>
                    <a:pt x="0" y="4928931"/>
                  </a:lnTo>
                  <a:close/>
                </a:path>
                <a:path w="6694170" h="6997065">
                  <a:moveTo>
                    <a:pt x="2423781" y="4916231"/>
                  </a:moveTo>
                  <a:lnTo>
                    <a:pt x="2429657" y="4928931"/>
                  </a:lnTo>
                  <a:lnTo>
                    <a:pt x="2419481" y="4941631"/>
                  </a:lnTo>
                  <a:lnTo>
                    <a:pt x="2413606" y="4928931"/>
                  </a:lnTo>
                  <a:lnTo>
                    <a:pt x="2423781" y="4916231"/>
                  </a:lnTo>
                  <a:close/>
                </a:path>
                <a:path w="6694170" h="6997065">
                  <a:moveTo>
                    <a:pt x="344399" y="4903531"/>
                  </a:moveTo>
                  <a:lnTo>
                    <a:pt x="356151" y="4928931"/>
                  </a:lnTo>
                  <a:lnTo>
                    <a:pt x="335799" y="4941631"/>
                  </a:lnTo>
                  <a:lnTo>
                    <a:pt x="324048" y="4916231"/>
                  </a:lnTo>
                  <a:lnTo>
                    <a:pt x="344399" y="4903531"/>
                  </a:lnTo>
                  <a:close/>
                </a:path>
                <a:path w="6694170" h="6997065">
                  <a:moveTo>
                    <a:pt x="1551304" y="4903531"/>
                  </a:moveTo>
                  <a:lnTo>
                    <a:pt x="1560117" y="4916231"/>
                  </a:lnTo>
                  <a:lnTo>
                    <a:pt x="1544854" y="4928931"/>
                  </a:lnTo>
                  <a:lnTo>
                    <a:pt x="1536041" y="4916231"/>
                  </a:lnTo>
                  <a:lnTo>
                    <a:pt x="1551304" y="4903531"/>
                  </a:lnTo>
                  <a:close/>
                </a:path>
                <a:path w="6694170" h="6997065">
                  <a:moveTo>
                    <a:pt x="2749238" y="4903531"/>
                  </a:moveTo>
                  <a:lnTo>
                    <a:pt x="2757892" y="4903531"/>
                  </a:lnTo>
                  <a:lnTo>
                    <a:pt x="2762885" y="4916231"/>
                  </a:lnTo>
                  <a:lnTo>
                    <a:pt x="2754231" y="4916231"/>
                  </a:lnTo>
                  <a:lnTo>
                    <a:pt x="2749238" y="4903531"/>
                  </a:lnTo>
                  <a:close/>
                </a:path>
                <a:path w="6694170" h="6997065">
                  <a:moveTo>
                    <a:pt x="659286" y="4890831"/>
                  </a:moveTo>
                  <a:lnTo>
                    <a:pt x="678618" y="4890831"/>
                  </a:lnTo>
                  <a:lnTo>
                    <a:pt x="689783" y="4903531"/>
                  </a:lnTo>
                  <a:lnTo>
                    <a:pt x="670450" y="4916231"/>
                  </a:lnTo>
                  <a:lnTo>
                    <a:pt x="659286" y="4890831"/>
                  </a:lnTo>
                  <a:close/>
                </a:path>
                <a:path w="6694170" h="6997065">
                  <a:moveTo>
                    <a:pt x="1885421" y="4878131"/>
                  </a:moveTo>
                  <a:lnTo>
                    <a:pt x="1893351" y="4903531"/>
                  </a:lnTo>
                  <a:lnTo>
                    <a:pt x="1879616" y="4903531"/>
                  </a:lnTo>
                  <a:lnTo>
                    <a:pt x="1871685" y="4890831"/>
                  </a:lnTo>
                  <a:lnTo>
                    <a:pt x="1885421" y="4878131"/>
                  </a:lnTo>
                  <a:close/>
                </a:path>
                <a:path w="6694170" h="6997065">
                  <a:moveTo>
                    <a:pt x="2219538" y="4865431"/>
                  </a:moveTo>
                  <a:lnTo>
                    <a:pt x="2226586" y="4878131"/>
                  </a:lnTo>
                  <a:lnTo>
                    <a:pt x="2214373" y="4890831"/>
                  </a:lnTo>
                  <a:lnTo>
                    <a:pt x="2207324" y="4878131"/>
                  </a:lnTo>
                  <a:lnTo>
                    <a:pt x="2219538" y="4865431"/>
                  </a:lnTo>
                  <a:close/>
                </a:path>
                <a:path w="6694170" h="6997065">
                  <a:moveTo>
                    <a:pt x="1012842" y="4865431"/>
                  </a:moveTo>
                  <a:lnTo>
                    <a:pt x="1023421" y="4878131"/>
                  </a:lnTo>
                  <a:lnTo>
                    <a:pt x="1005101" y="4890831"/>
                  </a:lnTo>
                  <a:lnTo>
                    <a:pt x="994523" y="4878131"/>
                  </a:lnTo>
                  <a:lnTo>
                    <a:pt x="1012842" y="4865431"/>
                  </a:lnTo>
                  <a:close/>
                </a:path>
                <a:path w="6694170" h="6997065">
                  <a:moveTo>
                    <a:pt x="1330169" y="4852731"/>
                  </a:moveTo>
                  <a:lnTo>
                    <a:pt x="1346954" y="4852731"/>
                  </a:lnTo>
                  <a:lnTo>
                    <a:pt x="1356651" y="4865431"/>
                  </a:lnTo>
                  <a:lnTo>
                    <a:pt x="1339859" y="4878131"/>
                  </a:lnTo>
                  <a:lnTo>
                    <a:pt x="1330169" y="4852731"/>
                  </a:lnTo>
                  <a:close/>
                </a:path>
                <a:path w="6694170" h="6997065">
                  <a:moveTo>
                    <a:pt x="139936" y="4852731"/>
                  </a:moveTo>
                  <a:lnTo>
                    <a:pt x="152280" y="4865431"/>
                  </a:lnTo>
                  <a:lnTo>
                    <a:pt x="130910" y="4878131"/>
                  </a:lnTo>
                  <a:lnTo>
                    <a:pt x="118566" y="4865431"/>
                  </a:lnTo>
                  <a:lnTo>
                    <a:pt x="139936" y="4852731"/>
                  </a:lnTo>
                  <a:close/>
                </a:path>
                <a:path w="6694170" h="6997065">
                  <a:moveTo>
                    <a:pt x="2543360" y="4852731"/>
                  </a:moveTo>
                  <a:lnTo>
                    <a:pt x="2559418" y="4852731"/>
                  </a:lnTo>
                  <a:lnTo>
                    <a:pt x="2549236" y="4865431"/>
                  </a:lnTo>
                  <a:lnTo>
                    <a:pt x="2543360" y="4852731"/>
                  </a:lnTo>
                  <a:close/>
                </a:path>
                <a:path w="6694170" h="6997065">
                  <a:moveTo>
                    <a:pt x="474268" y="4827331"/>
                  </a:moveTo>
                  <a:lnTo>
                    <a:pt x="486316" y="4852731"/>
                  </a:lnTo>
                  <a:lnTo>
                    <a:pt x="465449" y="4865431"/>
                  </a:lnTo>
                  <a:lnTo>
                    <a:pt x="453407" y="4840031"/>
                  </a:lnTo>
                  <a:lnTo>
                    <a:pt x="474268" y="4827331"/>
                  </a:lnTo>
                  <a:close/>
                </a:path>
                <a:path w="6694170" h="6997065">
                  <a:moveTo>
                    <a:pt x="1681064" y="4827331"/>
                  </a:moveTo>
                  <a:lnTo>
                    <a:pt x="1689878" y="4840031"/>
                  </a:lnTo>
                  <a:lnTo>
                    <a:pt x="1674614" y="4852731"/>
                  </a:lnTo>
                  <a:lnTo>
                    <a:pt x="1665801" y="4840031"/>
                  </a:lnTo>
                  <a:lnTo>
                    <a:pt x="1681064" y="4827331"/>
                  </a:lnTo>
                  <a:close/>
                </a:path>
                <a:path w="6694170" h="6997065">
                  <a:moveTo>
                    <a:pt x="808380" y="4814631"/>
                  </a:moveTo>
                  <a:lnTo>
                    <a:pt x="819544" y="4827331"/>
                  </a:lnTo>
                  <a:lnTo>
                    <a:pt x="800205" y="4840031"/>
                  </a:lnTo>
                  <a:lnTo>
                    <a:pt x="789041" y="4827331"/>
                  </a:lnTo>
                  <a:lnTo>
                    <a:pt x="808380" y="4814631"/>
                  </a:lnTo>
                  <a:close/>
                </a:path>
                <a:path w="6694170" h="6997065">
                  <a:moveTo>
                    <a:pt x="2001441" y="4814631"/>
                  </a:moveTo>
                  <a:lnTo>
                    <a:pt x="2015182" y="4814631"/>
                  </a:lnTo>
                  <a:lnTo>
                    <a:pt x="2023113" y="4827331"/>
                  </a:lnTo>
                  <a:lnTo>
                    <a:pt x="2009372" y="4827331"/>
                  </a:lnTo>
                  <a:lnTo>
                    <a:pt x="2001441" y="4814631"/>
                  </a:lnTo>
                  <a:close/>
                </a:path>
                <a:path w="6694170" h="6997065">
                  <a:moveTo>
                    <a:pt x="2349293" y="4789231"/>
                  </a:moveTo>
                  <a:lnTo>
                    <a:pt x="2356342" y="4801931"/>
                  </a:lnTo>
                  <a:lnTo>
                    <a:pt x="2344134" y="4814631"/>
                  </a:lnTo>
                  <a:lnTo>
                    <a:pt x="2337086" y="4801931"/>
                  </a:lnTo>
                  <a:lnTo>
                    <a:pt x="2349293" y="4789231"/>
                  </a:lnTo>
                  <a:close/>
                </a:path>
                <a:path w="6694170" h="6997065">
                  <a:moveTo>
                    <a:pt x="1142599" y="4789231"/>
                  </a:moveTo>
                  <a:lnTo>
                    <a:pt x="1153177" y="4814631"/>
                  </a:lnTo>
                  <a:lnTo>
                    <a:pt x="1134863" y="4814631"/>
                  </a:lnTo>
                  <a:lnTo>
                    <a:pt x="1124284" y="4801931"/>
                  </a:lnTo>
                  <a:lnTo>
                    <a:pt x="1142599" y="4789231"/>
                  </a:lnTo>
                  <a:close/>
                </a:path>
                <a:path w="6694170" h="6997065">
                  <a:moveTo>
                    <a:pt x="1459520" y="4776531"/>
                  </a:moveTo>
                  <a:lnTo>
                    <a:pt x="1476822" y="4776531"/>
                  </a:lnTo>
                  <a:lnTo>
                    <a:pt x="1486814" y="4789231"/>
                  </a:lnTo>
                  <a:lnTo>
                    <a:pt x="1469513" y="4801931"/>
                  </a:lnTo>
                  <a:lnTo>
                    <a:pt x="1459520" y="4776531"/>
                  </a:lnTo>
                  <a:close/>
                </a:path>
                <a:path w="6694170" h="6997065">
                  <a:moveTo>
                    <a:pt x="269811" y="4776531"/>
                  </a:moveTo>
                  <a:lnTo>
                    <a:pt x="282439" y="4789231"/>
                  </a:lnTo>
                  <a:lnTo>
                    <a:pt x="260559" y="4801931"/>
                  </a:lnTo>
                  <a:lnTo>
                    <a:pt x="247925" y="4789231"/>
                  </a:lnTo>
                  <a:lnTo>
                    <a:pt x="269811" y="4776531"/>
                  </a:lnTo>
                  <a:close/>
                </a:path>
                <a:path w="6694170" h="6997065">
                  <a:moveTo>
                    <a:pt x="2673121" y="4776531"/>
                  </a:moveTo>
                  <a:lnTo>
                    <a:pt x="2689173" y="4776531"/>
                  </a:lnTo>
                  <a:lnTo>
                    <a:pt x="2678997" y="4789231"/>
                  </a:lnTo>
                  <a:lnTo>
                    <a:pt x="2673121" y="4776531"/>
                  </a:lnTo>
                  <a:close/>
                </a:path>
                <a:path w="6694170" h="6997065">
                  <a:moveTo>
                    <a:pt x="604136" y="4751131"/>
                  </a:moveTo>
                  <a:lnTo>
                    <a:pt x="616479" y="4776531"/>
                  </a:lnTo>
                  <a:lnTo>
                    <a:pt x="595103" y="4789231"/>
                  </a:lnTo>
                  <a:lnTo>
                    <a:pt x="582760" y="4763831"/>
                  </a:lnTo>
                  <a:lnTo>
                    <a:pt x="604136" y="4751131"/>
                  </a:lnTo>
                  <a:close/>
                </a:path>
                <a:path w="6694170" h="6997065">
                  <a:moveTo>
                    <a:pt x="1810825" y="4751131"/>
                  </a:moveTo>
                  <a:lnTo>
                    <a:pt x="1819639" y="4763831"/>
                  </a:lnTo>
                  <a:lnTo>
                    <a:pt x="1804375" y="4776531"/>
                  </a:lnTo>
                  <a:lnTo>
                    <a:pt x="1795562" y="4763831"/>
                  </a:lnTo>
                  <a:lnTo>
                    <a:pt x="1810825" y="4751131"/>
                  </a:lnTo>
                  <a:close/>
                </a:path>
                <a:path w="6694170" h="6997065">
                  <a:moveTo>
                    <a:pt x="938247" y="4738431"/>
                  </a:moveTo>
                  <a:lnTo>
                    <a:pt x="949702" y="4751131"/>
                  </a:lnTo>
                  <a:lnTo>
                    <a:pt x="929860" y="4763831"/>
                  </a:lnTo>
                  <a:lnTo>
                    <a:pt x="918399" y="4751131"/>
                  </a:lnTo>
                  <a:lnTo>
                    <a:pt x="938247" y="4738431"/>
                  </a:lnTo>
                  <a:close/>
                </a:path>
                <a:path w="6694170" h="6997065">
                  <a:moveTo>
                    <a:pt x="2131201" y="4738431"/>
                  </a:moveTo>
                  <a:lnTo>
                    <a:pt x="2144942" y="4738431"/>
                  </a:lnTo>
                  <a:lnTo>
                    <a:pt x="2152873" y="4751131"/>
                  </a:lnTo>
                  <a:lnTo>
                    <a:pt x="2139132" y="4751131"/>
                  </a:lnTo>
                  <a:lnTo>
                    <a:pt x="2131201" y="4738431"/>
                  </a:lnTo>
                  <a:close/>
                </a:path>
                <a:path w="6694170" h="6997065">
                  <a:moveTo>
                    <a:pt x="1272359" y="4713031"/>
                  </a:moveTo>
                  <a:lnTo>
                    <a:pt x="1282938" y="4738431"/>
                  </a:lnTo>
                  <a:lnTo>
                    <a:pt x="1264624" y="4751131"/>
                  </a:lnTo>
                  <a:lnTo>
                    <a:pt x="1254045" y="4725731"/>
                  </a:lnTo>
                  <a:lnTo>
                    <a:pt x="1272359" y="4713031"/>
                  </a:lnTo>
                  <a:close/>
                </a:path>
                <a:path w="6694170" h="6997065">
                  <a:moveTo>
                    <a:pt x="65348" y="4713031"/>
                  </a:moveTo>
                  <a:lnTo>
                    <a:pt x="78568" y="4738431"/>
                  </a:lnTo>
                  <a:lnTo>
                    <a:pt x="55669" y="4751131"/>
                  </a:lnTo>
                  <a:lnTo>
                    <a:pt x="42449" y="4725731"/>
                  </a:lnTo>
                  <a:lnTo>
                    <a:pt x="65348" y="4713031"/>
                  </a:lnTo>
                  <a:close/>
                </a:path>
                <a:path w="6694170" h="6997065">
                  <a:moveTo>
                    <a:pt x="2479054" y="4713031"/>
                  </a:moveTo>
                  <a:lnTo>
                    <a:pt x="2486103" y="4725731"/>
                  </a:lnTo>
                  <a:lnTo>
                    <a:pt x="2473889" y="4738431"/>
                  </a:lnTo>
                  <a:lnTo>
                    <a:pt x="2466840" y="4725731"/>
                  </a:lnTo>
                  <a:lnTo>
                    <a:pt x="2479054" y="4713031"/>
                  </a:lnTo>
                  <a:close/>
                </a:path>
                <a:path w="6694170" h="6997065">
                  <a:moveTo>
                    <a:pt x="399674" y="4700331"/>
                  </a:moveTo>
                  <a:lnTo>
                    <a:pt x="412604" y="4725731"/>
                  </a:lnTo>
                  <a:lnTo>
                    <a:pt x="390209" y="4738431"/>
                  </a:lnTo>
                  <a:lnTo>
                    <a:pt x="377285" y="4713031"/>
                  </a:lnTo>
                  <a:lnTo>
                    <a:pt x="399674" y="4700331"/>
                  </a:lnTo>
                  <a:close/>
                </a:path>
                <a:path w="6694170" h="6997065">
                  <a:moveTo>
                    <a:pt x="1606576" y="4700331"/>
                  </a:moveTo>
                  <a:lnTo>
                    <a:pt x="1616568" y="4713031"/>
                  </a:lnTo>
                  <a:lnTo>
                    <a:pt x="1599267" y="4725731"/>
                  </a:lnTo>
                  <a:lnTo>
                    <a:pt x="1589280" y="4713031"/>
                  </a:lnTo>
                  <a:lnTo>
                    <a:pt x="1606576" y="4700331"/>
                  </a:lnTo>
                  <a:close/>
                </a:path>
                <a:path w="6694170" h="6997065">
                  <a:moveTo>
                    <a:pt x="2803279" y="4700331"/>
                  </a:moveTo>
                  <a:lnTo>
                    <a:pt x="2812945" y="4700331"/>
                  </a:lnTo>
                  <a:lnTo>
                    <a:pt x="2818531" y="4713031"/>
                  </a:lnTo>
                  <a:lnTo>
                    <a:pt x="2808858" y="4713031"/>
                  </a:lnTo>
                  <a:lnTo>
                    <a:pt x="2803279" y="4700331"/>
                  </a:lnTo>
                  <a:close/>
                </a:path>
                <a:path w="6694170" h="6997065">
                  <a:moveTo>
                    <a:pt x="733891" y="4674931"/>
                  </a:moveTo>
                  <a:lnTo>
                    <a:pt x="746235" y="4700331"/>
                  </a:lnTo>
                  <a:lnTo>
                    <a:pt x="724864" y="4713031"/>
                  </a:lnTo>
                  <a:lnTo>
                    <a:pt x="712521" y="4687631"/>
                  </a:lnTo>
                  <a:lnTo>
                    <a:pt x="733891" y="4674931"/>
                  </a:lnTo>
                  <a:close/>
                </a:path>
                <a:path w="6694170" h="6997065">
                  <a:moveTo>
                    <a:pt x="1940587" y="4674931"/>
                  </a:moveTo>
                  <a:lnTo>
                    <a:pt x="1949401" y="4687631"/>
                  </a:lnTo>
                  <a:lnTo>
                    <a:pt x="1934131" y="4700331"/>
                  </a:lnTo>
                  <a:lnTo>
                    <a:pt x="1925317" y="4687631"/>
                  </a:lnTo>
                  <a:lnTo>
                    <a:pt x="1940587" y="4674931"/>
                  </a:lnTo>
                  <a:close/>
                </a:path>
                <a:path w="6694170" h="6997065">
                  <a:moveTo>
                    <a:pt x="1068116" y="4662231"/>
                  </a:moveTo>
                  <a:lnTo>
                    <a:pt x="1079867" y="4674931"/>
                  </a:lnTo>
                  <a:lnTo>
                    <a:pt x="1059515" y="4687631"/>
                  </a:lnTo>
                  <a:lnTo>
                    <a:pt x="1047764" y="4674931"/>
                  </a:lnTo>
                  <a:lnTo>
                    <a:pt x="1068116" y="4662231"/>
                  </a:lnTo>
                  <a:close/>
                </a:path>
                <a:path w="6694170" h="6997065">
                  <a:moveTo>
                    <a:pt x="2260962" y="4662231"/>
                  </a:moveTo>
                  <a:lnTo>
                    <a:pt x="2274698" y="4662231"/>
                  </a:lnTo>
                  <a:lnTo>
                    <a:pt x="2282629" y="4674931"/>
                  </a:lnTo>
                  <a:lnTo>
                    <a:pt x="2268893" y="4674931"/>
                  </a:lnTo>
                  <a:lnTo>
                    <a:pt x="2260962" y="4662231"/>
                  </a:lnTo>
                  <a:close/>
                </a:path>
                <a:path w="6694170" h="6997065">
                  <a:moveTo>
                    <a:pt x="1402226" y="4636831"/>
                  </a:moveTo>
                  <a:lnTo>
                    <a:pt x="1413095" y="4662231"/>
                  </a:lnTo>
                  <a:lnTo>
                    <a:pt x="1394271" y="4674931"/>
                  </a:lnTo>
                  <a:lnTo>
                    <a:pt x="1383403" y="4649531"/>
                  </a:lnTo>
                  <a:lnTo>
                    <a:pt x="1402226" y="4636831"/>
                  </a:lnTo>
                  <a:close/>
                </a:path>
                <a:path w="6694170" h="6997065">
                  <a:moveTo>
                    <a:pt x="195322" y="4636831"/>
                  </a:moveTo>
                  <a:lnTo>
                    <a:pt x="209129" y="4662231"/>
                  </a:lnTo>
                  <a:lnTo>
                    <a:pt x="185211" y="4674931"/>
                  </a:lnTo>
                  <a:lnTo>
                    <a:pt x="171405" y="4649531"/>
                  </a:lnTo>
                  <a:lnTo>
                    <a:pt x="195322" y="4636831"/>
                  </a:lnTo>
                  <a:close/>
                </a:path>
                <a:path w="6694170" h="6997065">
                  <a:moveTo>
                    <a:pt x="2608702" y="4636831"/>
                  </a:moveTo>
                  <a:lnTo>
                    <a:pt x="2615460" y="4649531"/>
                  </a:lnTo>
                  <a:lnTo>
                    <a:pt x="2603756" y="4662231"/>
                  </a:lnTo>
                  <a:lnTo>
                    <a:pt x="2596998" y="4649531"/>
                  </a:lnTo>
                  <a:lnTo>
                    <a:pt x="2608702" y="4636831"/>
                  </a:lnTo>
                  <a:close/>
                </a:path>
                <a:path w="6694170" h="6997065">
                  <a:moveTo>
                    <a:pt x="529541" y="4624131"/>
                  </a:moveTo>
                  <a:lnTo>
                    <a:pt x="542761" y="4649531"/>
                  </a:lnTo>
                  <a:lnTo>
                    <a:pt x="519862" y="4662231"/>
                  </a:lnTo>
                  <a:lnTo>
                    <a:pt x="506642" y="4636831"/>
                  </a:lnTo>
                  <a:lnTo>
                    <a:pt x="529541" y="4624131"/>
                  </a:lnTo>
                  <a:close/>
                </a:path>
                <a:path w="6694170" h="6997065">
                  <a:moveTo>
                    <a:pt x="1736337" y="4624131"/>
                  </a:moveTo>
                  <a:lnTo>
                    <a:pt x="1746329" y="4636831"/>
                  </a:lnTo>
                  <a:lnTo>
                    <a:pt x="1729022" y="4649531"/>
                  </a:lnTo>
                  <a:lnTo>
                    <a:pt x="1719036" y="4636831"/>
                  </a:lnTo>
                  <a:lnTo>
                    <a:pt x="1736337" y="4624131"/>
                  </a:lnTo>
                  <a:close/>
                </a:path>
                <a:path w="6694170" h="6997065">
                  <a:moveTo>
                    <a:pt x="863759" y="4598731"/>
                  </a:moveTo>
                  <a:lnTo>
                    <a:pt x="876393" y="4624131"/>
                  </a:lnTo>
                  <a:lnTo>
                    <a:pt x="854513" y="4636831"/>
                  </a:lnTo>
                  <a:lnTo>
                    <a:pt x="841879" y="4611431"/>
                  </a:lnTo>
                  <a:lnTo>
                    <a:pt x="863759" y="4598731"/>
                  </a:lnTo>
                  <a:close/>
                </a:path>
                <a:path w="6694170" h="6997065">
                  <a:moveTo>
                    <a:pt x="2070341" y="4598731"/>
                  </a:moveTo>
                  <a:lnTo>
                    <a:pt x="2079155" y="4624131"/>
                  </a:lnTo>
                  <a:lnTo>
                    <a:pt x="2063891" y="4624131"/>
                  </a:lnTo>
                  <a:lnTo>
                    <a:pt x="2055078" y="4611431"/>
                  </a:lnTo>
                  <a:lnTo>
                    <a:pt x="2070341" y="4598731"/>
                  </a:lnTo>
                  <a:close/>
                </a:path>
                <a:path w="6694170" h="6997065">
                  <a:moveTo>
                    <a:pt x="2404459" y="4586031"/>
                  </a:moveTo>
                  <a:lnTo>
                    <a:pt x="2412389" y="4598731"/>
                  </a:lnTo>
                  <a:lnTo>
                    <a:pt x="2398648" y="4611431"/>
                  </a:lnTo>
                  <a:lnTo>
                    <a:pt x="2390717" y="4598731"/>
                  </a:lnTo>
                  <a:lnTo>
                    <a:pt x="2404459" y="4586031"/>
                  </a:lnTo>
                  <a:close/>
                </a:path>
                <a:path w="6694170" h="6997065">
                  <a:moveTo>
                    <a:pt x="1197877" y="4586031"/>
                  </a:moveTo>
                  <a:lnTo>
                    <a:pt x="1209628" y="4598731"/>
                  </a:lnTo>
                  <a:lnTo>
                    <a:pt x="1189270" y="4611431"/>
                  </a:lnTo>
                  <a:lnTo>
                    <a:pt x="1177519" y="4598731"/>
                  </a:lnTo>
                  <a:lnTo>
                    <a:pt x="1197877" y="4586031"/>
                  </a:lnTo>
                  <a:close/>
                </a:path>
                <a:path w="6694170" h="6997065">
                  <a:moveTo>
                    <a:pt x="325191" y="4560631"/>
                  </a:moveTo>
                  <a:lnTo>
                    <a:pt x="339294" y="4586031"/>
                  </a:lnTo>
                  <a:lnTo>
                    <a:pt x="314867" y="4611431"/>
                  </a:lnTo>
                  <a:lnTo>
                    <a:pt x="300764" y="4586031"/>
                  </a:lnTo>
                  <a:lnTo>
                    <a:pt x="325191" y="4560631"/>
                  </a:lnTo>
                  <a:close/>
                </a:path>
                <a:path w="6694170" h="6997065">
                  <a:moveTo>
                    <a:pt x="0" y="4598731"/>
                  </a:moveTo>
                  <a:lnTo>
                    <a:pt x="5258" y="4611431"/>
                  </a:lnTo>
                  <a:lnTo>
                    <a:pt x="0" y="4611431"/>
                  </a:lnTo>
                  <a:lnTo>
                    <a:pt x="0" y="4598731"/>
                  </a:lnTo>
                  <a:close/>
                </a:path>
                <a:path w="6694170" h="6997065">
                  <a:moveTo>
                    <a:pt x="1531987" y="4560631"/>
                  </a:moveTo>
                  <a:lnTo>
                    <a:pt x="1542856" y="4586031"/>
                  </a:lnTo>
                  <a:lnTo>
                    <a:pt x="1524026" y="4598731"/>
                  </a:lnTo>
                  <a:lnTo>
                    <a:pt x="1513158" y="4573331"/>
                  </a:lnTo>
                  <a:lnTo>
                    <a:pt x="1531987" y="4560631"/>
                  </a:lnTo>
                  <a:close/>
                </a:path>
                <a:path w="6694170" h="6997065">
                  <a:moveTo>
                    <a:pt x="2738457" y="4560631"/>
                  </a:moveTo>
                  <a:lnTo>
                    <a:pt x="2745215" y="4573331"/>
                  </a:lnTo>
                  <a:lnTo>
                    <a:pt x="2733517" y="4586031"/>
                  </a:lnTo>
                  <a:lnTo>
                    <a:pt x="2726759" y="4573331"/>
                  </a:lnTo>
                  <a:lnTo>
                    <a:pt x="2738457" y="4560631"/>
                  </a:lnTo>
                  <a:close/>
                </a:path>
                <a:path w="6694170" h="6997065">
                  <a:moveTo>
                    <a:pt x="659302" y="4547931"/>
                  </a:moveTo>
                  <a:lnTo>
                    <a:pt x="672523" y="4573331"/>
                  </a:lnTo>
                  <a:lnTo>
                    <a:pt x="649624" y="4586031"/>
                  </a:lnTo>
                  <a:lnTo>
                    <a:pt x="636404" y="4560631"/>
                  </a:lnTo>
                  <a:lnTo>
                    <a:pt x="659302" y="4547931"/>
                  </a:lnTo>
                  <a:close/>
                </a:path>
                <a:path w="6694170" h="6997065">
                  <a:moveTo>
                    <a:pt x="1866099" y="4547931"/>
                  </a:moveTo>
                  <a:lnTo>
                    <a:pt x="1876085" y="4560631"/>
                  </a:lnTo>
                  <a:lnTo>
                    <a:pt x="1858784" y="4573331"/>
                  </a:lnTo>
                  <a:lnTo>
                    <a:pt x="1848798" y="4560631"/>
                  </a:lnTo>
                  <a:lnTo>
                    <a:pt x="1866099" y="4547931"/>
                  </a:lnTo>
                  <a:close/>
                </a:path>
                <a:path w="6694170" h="6997065">
                  <a:moveTo>
                    <a:pt x="993521" y="4522531"/>
                  </a:moveTo>
                  <a:lnTo>
                    <a:pt x="1006155" y="4547931"/>
                  </a:lnTo>
                  <a:lnTo>
                    <a:pt x="984275" y="4560631"/>
                  </a:lnTo>
                  <a:lnTo>
                    <a:pt x="971641" y="4535231"/>
                  </a:lnTo>
                  <a:lnTo>
                    <a:pt x="993521" y="4522531"/>
                  </a:lnTo>
                  <a:close/>
                </a:path>
                <a:path w="6694170" h="6997065">
                  <a:moveTo>
                    <a:pt x="2200103" y="4522531"/>
                  </a:moveTo>
                  <a:lnTo>
                    <a:pt x="2208916" y="4547931"/>
                  </a:lnTo>
                  <a:lnTo>
                    <a:pt x="2193646" y="4547931"/>
                  </a:lnTo>
                  <a:lnTo>
                    <a:pt x="2184833" y="4535231"/>
                  </a:lnTo>
                  <a:lnTo>
                    <a:pt x="2200103" y="4522531"/>
                  </a:lnTo>
                  <a:close/>
                </a:path>
                <a:path w="6694170" h="6997065">
                  <a:moveTo>
                    <a:pt x="1327738" y="4509831"/>
                  </a:moveTo>
                  <a:lnTo>
                    <a:pt x="1339785" y="4535231"/>
                  </a:lnTo>
                  <a:lnTo>
                    <a:pt x="1318925" y="4547931"/>
                  </a:lnTo>
                  <a:lnTo>
                    <a:pt x="1306877" y="4522531"/>
                  </a:lnTo>
                  <a:lnTo>
                    <a:pt x="1327738" y="4509831"/>
                  </a:lnTo>
                  <a:close/>
                </a:path>
                <a:path w="6694170" h="6997065">
                  <a:moveTo>
                    <a:pt x="120834" y="4509831"/>
                  </a:moveTo>
                  <a:lnTo>
                    <a:pt x="135819" y="4535231"/>
                  </a:lnTo>
                  <a:lnTo>
                    <a:pt x="109864" y="4547931"/>
                  </a:lnTo>
                  <a:lnTo>
                    <a:pt x="94879" y="4522531"/>
                  </a:lnTo>
                  <a:lnTo>
                    <a:pt x="120834" y="4509831"/>
                  </a:lnTo>
                  <a:close/>
                </a:path>
                <a:path w="6694170" h="6997065">
                  <a:moveTo>
                    <a:pt x="2534213" y="4509831"/>
                  </a:moveTo>
                  <a:lnTo>
                    <a:pt x="2542144" y="4522531"/>
                  </a:lnTo>
                  <a:lnTo>
                    <a:pt x="2528403" y="4535231"/>
                  </a:lnTo>
                  <a:lnTo>
                    <a:pt x="2520472" y="4522531"/>
                  </a:lnTo>
                  <a:lnTo>
                    <a:pt x="2534213" y="4509831"/>
                  </a:lnTo>
                  <a:close/>
                </a:path>
                <a:path w="6694170" h="6997065">
                  <a:moveTo>
                    <a:pt x="455052" y="4497131"/>
                  </a:moveTo>
                  <a:lnTo>
                    <a:pt x="469451" y="4522531"/>
                  </a:lnTo>
                  <a:lnTo>
                    <a:pt x="444515" y="4535231"/>
                  </a:lnTo>
                  <a:lnTo>
                    <a:pt x="430117" y="4509831"/>
                  </a:lnTo>
                  <a:lnTo>
                    <a:pt x="455052" y="4497131"/>
                  </a:lnTo>
                  <a:close/>
                </a:path>
                <a:path w="6694170" h="6997065">
                  <a:moveTo>
                    <a:pt x="1642913" y="4497131"/>
                  </a:moveTo>
                  <a:lnTo>
                    <a:pt x="1661748" y="4497131"/>
                  </a:lnTo>
                  <a:lnTo>
                    <a:pt x="1672617" y="4509831"/>
                  </a:lnTo>
                  <a:lnTo>
                    <a:pt x="1653782" y="4522531"/>
                  </a:lnTo>
                  <a:lnTo>
                    <a:pt x="1642913" y="4497131"/>
                  </a:lnTo>
                  <a:close/>
                </a:path>
                <a:path w="6694170" h="6997065">
                  <a:moveTo>
                    <a:pt x="789170" y="4471731"/>
                  </a:moveTo>
                  <a:lnTo>
                    <a:pt x="802680" y="4497131"/>
                  </a:lnTo>
                  <a:lnTo>
                    <a:pt x="779273" y="4509831"/>
                  </a:lnTo>
                  <a:lnTo>
                    <a:pt x="765756" y="4484431"/>
                  </a:lnTo>
                  <a:lnTo>
                    <a:pt x="789170" y="4471731"/>
                  </a:lnTo>
                  <a:close/>
                </a:path>
                <a:path w="6694170" h="6997065">
                  <a:moveTo>
                    <a:pt x="1995859" y="4471731"/>
                  </a:moveTo>
                  <a:lnTo>
                    <a:pt x="2005845" y="4484431"/>
                  </a:lnTo>
                  <a:lnTo>
                    <a:pt x="1988544" y="4497131"/>
                  </a:lnTo>
                  <a:lnTo>
                    <a:pt x="1978558" y="4484431"/>
                  </a:lnTo>
                  <a:lnTo>
                    <a:pt x="1995859" y="4471731"/>
                  </a:lnTo>
                  <a:close/>
                </a:path>
                <a:path w="6694170" h="6997065">
                  <a:moveTo>
                    <a:pt x="1123276" y="4459031"/>
                  </a:moveTo>
                  <a:lnTo>
                    <a:pt x="1135910" y="4471731"/>
                  </a:lnTo>
                  <a:lnTo>
                    <a:pt x="1114036" y="4484431"/>
                  </a:lnTo>
                  <a:lnTo>
                    <a:pt x="1101402" y="4471731"/>
                  </a:lnTo>
                  <a:lnTo>
                    <a:pt x="1123276" y="4459031"/>
                  </a:lnTo>
                  <a:close/>
                </a:path>
                <a:path w="6694170" h="6997065">
                  <a:moveTo>
                    <a:pt x="2314594" y="4459031"/>
                  </a:moveTo>
                  <a:lnTo>
                    <a:pt x="2329863" y="4459031"/>
                  </a:lnTo>
                  <a:lnTo>
                    <a:pt x="2338677" y="4471731"/>
                  </a:lnTo>
                  <a:lnTo>
                    <a:pt x="2323407" y="4471731"/>
                  </a:lnTo>
                  <a:lnTo>
                    <a:pt x="2314594" y="4459031"/>
                  </a:lnTo>
                  <a:close/>
                </a:path>
                <a:path w="6694170" h="6997065">
                  <a:moveTo>
                    <a:pt x="1457499" y="4433631"/>
                  </a:moveTo>
                  <a:lnTo>
                    <a:pt x="1469546" y="4459031"/>
                  </a:lnTo>
                  <a:lnTo>
                    <a:pt x="1448679" y="4471731"/>
                  </a:lnTo>
                  <a:lnTo>
                    <a:pt x="1436631" y="4446331"/>
                  </a:lnTo>
                  <a:lnTo>
                    <a:pt x="1457499" y="4433631"/>
                  </a:lnTo>
                  <a:close/>
                </a:path>
                <a:path w="6694170" h="6997065">
                  <a:moveTo>
                    <a:pt x="250703" y="4433631"/>
                  </a:moveTo>
                  <a:lnTo>
                    <a:pt x="265978" y="4459031"/>
                  </a:lnTo>
                  <a:lnTo>
                    <a:pt x="239514" y="4471731"/>
                  </a:lnTo>
                  <a:lnTo>
                    <a:pt x="224239" y="4446331"/>
                  </a:lnTo>
                  <a:lnTo>
                    <a:pt x="250703" y="4433631"/>
                  </a:lnTo>
                  <a:close/>
                </a:path>
                <a:path w="6694170" h="6997065">
                  <a:moveTo>
                    <a:pt x="2663868" y="4433631"/>
                  </a:moveTo>
                  <a:lnTo>
                    <a:pt x="2671503" y="4446331"/>
                  </a:lnTo>
                  <a:lnTo>
                    <a:pt x="2658277" y="4459031"/>
                  </a:lnTo>
                  <a:lnTo>
                    <a:pt x="2650636" y="4446331"/>
                  </a:lnTo>
                  <a:lnTo>
                    <a:pt x="2663868" y="4433631"/>
                  </a:lnTo>
                  <a:close/>
                </a:path>
                <a:path w="6694170" h="6997065">
                  <a:moveTo>
                    <a:pt x="584921" y="4420931"/>
                  </a:moveTo>
                  <a:lnTo>
                    <a:pt x="599610" y="4446331"/>
                  </a:lnTo>
                  <a:lnTo>
                    <a:pt x="574170" y="4459031"/>
                  </a:lnTo>
                  <a:lnTo>
                    <a:pt x="559481" y="4433631"/>
                  </a:lnTo>
                  <a:lnTo>
                    <a:pt x="584921" y="4420931"/>
                  </a:lnTo>
                  <a:close/>
                </a:path>
                <a:path w="6694170" h="6997065">
                  <a:moveTo>
                    <a:pt x="1772674" y="4420931"/>
                  </a:moveTo>
                  <a:lnTo>
                    <a:pt x="1791504" y="4420931"/>
                  </a:lnTo>
                  <a:lnTo>
                    <a:pt x="1802372" y="4433631"/>
                  </a:lnTo>
                  <a:lnTo>
                    <a:pt x="1783543" y="4446331"/>
                  </a:lnTo>
                  <a:lnTo>
                    <a:pt x="1772674" y="4420931"/>
                  </a:lnTo>
                  <a:close/>
                </a:path>
                <a:path w="6694170" h="6997065">
                  <a:moveTo>
                    <a:pt x="919033" y="4395531"/>
                  </a:moveTo>
                  <a:lnTo>
                    <a:pt x="932845" y="4420931"/>
                  </a:lnTo>
                  <a:lnTo>
                    <a:pt x="908922" y="4433631"/>
                  </a:lnTo>
                  <a:lnTo>
                    <a:pt x="895116" y="4408231"/>
                  </a:lnTo>
                  <a:lnTo>
                    <a:pt x="919033" y="4395531"/>
                  </a:lnTo>
                  <a:close/>
                </a:path>
                <a:path w="6694170" h="6997065">
                  <a:moveTo>
                    <a:pt x="2125620" y="4395531"/>
                  </a:moveTo>
                  <a:lnTo>
                    <a:pt x="2135607" y="4408231"/>
                  </a:lnTo>
                  <a:lnTo>
                    <a:pt x="2118306" y="4420931"/>
                  </a:lnTo>
                  <a:lnTo>
                    <a:pt x="2108313" y="4408231"/>
                  </a:lnTo>
                  <a:lnTo>
                    <a:pt x="2125620" y="4395531"/>
                  </a:lnTo>
                  <a:close/>
                </a:path>
                <a:path w="6694170" h="6997065">
                  <a:moveTo>
                    <a:pt x="46346" y="4382831"/>
                  </a:moveTo>
                  <a:lnTo>
                    <a:pt x="62504" y="4408231"/>
                  </a:lnTo>
                  <a:lnTo>
                    <a:pt x="34518" y="4420931"/>
                  </a:lnTo>
                  <a:lnTo>
                    <a:pt x="18359" y="4395531"/>
                  </a:lnTo>
                  <a:lnTo>
                    <a:pt x="46346" y="4382831"/>
                  </a:lnTo>
                  <a:close/>
                </a:path>
                <a:path w="6694170" h="6997065">
                  <a:moveTo>
                    <a:pt x="2444355" y="4382831"/>
                  </a:moveTo>
                  <a:lnTo>
                    <a:pt x="2459618" y="4382831"/>
                  </a:lnTo>
                  <a:lnTo>
                    <a:pt x="2468432" y="4395531"/>
                  </a:lnTo>
                  <a:lnTo>
                    <a:pt x="2453168" y="4408231"/>
                  </a:lnTo>
                  <a:lnTo>
                    <a:pt x="2444355" y="4382831"/>
                  </a:lnTo>
                  <a:close/>
                </a:path>
                <a:path w="6694170" h="6997065">
                  <a:moveTo>
                    <a:pt x="1253149" y="4382831"/>
                  </a:moveTo>
                  <a:lnTo>
                    <a:pt x="1266073" y="4395531"/>
                  </a:lnTo>
                  <a:lnTo>
                    <a:pt x="1243684" y="4408231"/>
                  </a:lnTo>
                  <a:lnTo>
                    <a:pt x="1230760" y="4395531"/>
                  </a:lnTo>
                  <a:lnTo>
                    <a:pt x="1253149" y="4382831"/>
                  </a:lnTo>
                  <a:close/>
                </a:path>
                <a:path w="6694170" h="6997065">
                  <a:moveTo>
                    <a:pt x="380564" y="4357431"/>
                  </a:moveTo>
                  <a:lnTo>
                    <a:pt x="396136" y="4382831"/>
                  </a:lnTo>
                  <a:lnTo>
                    <a:pt x="369168" y="4408231"/>
                  </a:lnTo>
                  <a:lnTo>
                    <a:pt x="353596" y="4370131"/>
                  </a:lnTo>
                  <a:lnTo>
                    <a:pt x="380564" y="4357431"/>
                  </a:lnTo>
                  <a:close/>
                </a:path>
                <a:path w="6694170" h="6997065">
                  <a:moveTo>
                    <a:pt x="1587254" y="4357431"/>
                  </a:moveTo>
                  <a:lnTo>
                    <a:pt x="1599302" y="4382831"/>
                  </a:lnTo>
                  <a:lnTo>
                    <a:pt x="1578441" y="4395531"/>
                  </a:lnTo>
                  <a:lnTo>
                    <a:pt x="1566393" y="4370131"/>
                  </a:lnTo>
                  <a:lnTo>
                    <a:pt x="1587254" y="4357431"/>
                  </a:lnTo>
                  <a:close/>
                </a:path>
                <a:path w="6694170" h="6997065">
                  <a:moveTo>
                    <a:pt x="2793629" y="4357431"/>
                  </a:moveTo>
                  <a:lnTo>
                    <a:pt x="2801264" y="4370131"/>
                  </a:lnTo>
                  <a:lnTo>
                    <a:pt x="2788032" y="4382831"/>
                  </a:lnTo>
                  <a:lnTo>
                    <a:pt x="2780391" y="4370131"/>
                  </a:lnTo>
                  <a:lnTo>
                    <a:pt x="2793629" y="4357431"/>
                  </a:lnTo>
                  <a:close/>
                </a:path>
                <a:path w="6694170" h="6997065">
                  <a:moveTo>
                    <a:pt x="714788" y="4344731"/>
                  </a:moveTo>
                  <a:lnTo>
                    <a:pt x="729774" y="4370131"/>
                  </a:lnTo>
                  <a:lnTo>
                    <a:pt x="703818" y="4382831"/>
                  </a:lnTo>
                  <a:lnTo>
                    <a:pt x="688833" y="4357431"/>
                  </a:lnTo>
                  <a:lnTo>
                    <a:pt x="714788" y="4344731"/>
                  </a:lnTo>
                  <a:close/>
                </a:path>
                <a:path w="6694170" h="6997065">
                  <a:moveTo>
                    <a:pt x="1921264" y="4344731"/>
                  </a:moveTo>
                  <a:lnTo>
                    <a:pt x="1932132" y="4357431"/>
                  </a:lnTo>
                  <a:lnTo>
                    <a:pt x="1913303" y="4370131"/>
                  </a:lnTo>
                  <a:lnTo>
                    <a:pt x="1902434" y="4357431"/>
                  </a:lnTo>
                  <a:lnTo>
                    <a:pt x="1921264" y="4344731"/>
                  </a:lnTo>
                  <a:close/>
                </a:path>
                <a:path w="6694170" h="6997065">
                  <a:moveTo>
                    <a:pt x="1048900" y="4319331"/>
                  </a:moveTo>
                  <a:lnTo>
                    <a:pt x="1062996" y="4344731"/>
                  </a:lnTo>
                  <a:lnTo>
                    <a:pt x="1038575" y="4357431"/>
                  </a:lnTo>
                  <a:lnTo>
                    <a:pt x="1024479" y="4332031"/>
                  </a:lnTo>
                  <a:lnTo>
                    <a:pt x="1048900" y="4319331"/>
                  </a:lnTo>
                  <a:close/>
                </a:path>
                <a:path w="6694170" h="6997065">
                  <a:moveTo>
                    <a:pt x="2255375" y="4319331"/>
                  </a:moveTo>
                  <a:lnTo>
                    <a:pt x="2265362" y="4344731"/>
                  </a:lnTo>
                  <a:lnTo>
                    <a:pt x="2248060" y="4344731"/>
                  </a:lnTo>
                  <a:lnTo>
                    <a:pt x="2238068" y="4332031"/>
                  </a:lnTo>
                  <a:lnTo>
                    <a:pt x="2255375" y="4319331"/>
                  </a:lnTo>
                  <a:close/>
                </a:path>
                <a:path w="6694170" h="6997065">
                  <a:moveTo>
                    <a:pt x="1382903" y="4306631"/>
                  </a:moveTo>
                  <a:lnTo>
                    <a:pt x="1395828" y="4332031"/>
                  </a:lnTo>
                  <a:lnTo>
                    <a:pt x="1373444" y="4344731"/>
                  </a:lnTo>
                  <a:lnTo>
                    <a:pt x="1360514" y="4319331"/>
                  </a:lnTo>
                  <a:lnTo>
                    <a:pt x="1382903" y="4306631"/>
                  </a:lnTo>
                  <a:close/>
                </a:path>
                <a:path w="6694170" h="6997065">
                  <a:moveTo>
                    <a:pt x="176108" y="4306631"/>
                  </a:moveTo>
                  <a:lnTo>
                    <a:pt x="192266" y="4332031"/>
                  </a:lnTo>
                  <a:lnTo>
                    <a:pt x="164279" y="4344731"/>
                  </a:lnTo>
                  <a:lnTo>
                    <a:pt x="148121" y="4319331"/>
                  </a:lnTo>
                  <a:lnTo>
                    <a:pt x="176108" y="4306631"/>
                  </a:lnTo>
                  <a:close/>
                </a:path>
                <a:path w="6694170" h="6997065">
                  <a:moveTo>
                    <a:pt x="2574513" y="4306631"/>
                  </a:moveTo>
                  <a:lnTo>
                    <a:pt x="2589273" y="4306631"/>
                  </a:lnTo>
                  <a:lnTo>
                    <a:pt x="2597790" y="4319331"/>
                  </a:lnTo>
                  <a:lnTo>
                    <a:pt x="2583036" y="4332031"/>
                  </a:lnTo>
                  <a:lnTo>
                    <a:pt x="2574513" y="4306631"/>
                  </a:lnTo>
                  <a:close/>
                </a:path>
                <a:path w="6694170" h="6997065">
                  <a:moveTo>
                    <a:pt x="510438" y="4281231"/>
                  </a:moveTo>
                  <a:lnTo>
                    <a:pt x="526300" y="4306631"/>
                  </a:lnTo>
                  <a:lnTo>
                    <a:pt x="498823" y="4332031"/>
                  </a:lnTo>
                  <a:lnTo>
                    <a:pt x="482961" y="4306631"/>
                  </a:lnTo>
                  <a:lnTo>
                    <a:pt x="510438" y="4281231"/>
                  </a:lnTo>
                  <a:close/>
                </a:path>
                <a:path w="6694170" h="6997065">
                  <a:moveTo>
                    <a:pt x="1717015" y="4281231"/>
                  </a:moveTo>
                  <a:lnTo>
                    <a:pt x="1729063" y="4306631"/>
                  </a:lnTo>
                  <a:lnTo>
                    <a:pt x="1708202" y="4319331"/>
                  </a:lnTo>
                  <a:lnTo>
                    <a:pt x="1696155" y="4293931"/>
                  </a:lnTo>
                  <a:lnTo>
                    <a:pt x="1717015" y="4281231"/>
                  </a:lnTo>
                  <a:close/>
                </a:path>
                <a:path w="6694170" h="6997065">
                  <a:moveTo>
                    <a:pt x="844657" y="4268531"/>
                  </a:moveTo>
                  <a:lnTo>
                    <a:pt x="859932" y="4293931"/>
                  </a:lnTo>
                  <a:lnTo>
                    <a:pt x="833468" y="4306631"/>
                  </a:lnTo>
                  <a:lnTo>
                    <a:pt x="818193" y="4281231"/>
                  </a:lnTo>
                  <a:lnTo>
                    <a:pt x="844657" y="4268531"/>
                  </a:lnTo>
                  <a:close/>
                </a:path>
                <a:path w="6694170" h="6997065">
                  <a:moveTo>
                    <a:pt x="2051019" y="4268531"/>
                  </a:moveTo>
                  <a:lnTo>
                    <a:pt x="2061888" y="4281231"/>
                  </a:lnTo>
                  <a:lnTo>
                    <a:pt x="2043064" y="4293931"/>
                  </a:lnTo>
                  <a:lnTo>
                    <a:pt x="2032196" y="4281231"/>
                  </a:lnTo>
                  <a:lnTo>
                    <a:pt x="2051019" y="4268531"/>
                  </a:lnTo>
                  <a:close/>
                </a:path>
                <a:path w="6694170" h="6997065">
                  <a:moveTo>
                    <a:pt x="1178661" y="4243131"/>
                  </a:moveTo>
                  <a:lnTo>
                    <a:pt x="1192758" y="4268531"/>
                  </a:lnTo>
                  <a:lnTo>
                    <a:pt x="1168331" y="4281231"/>
                  </a:lnTo>
                  <a:lnTo>
                    <a:pt x="1154234" y="4255831"/>
                  </a:lnTo>
                  <a:lnTo>
                    <a:pt x="1178661" y="4243131"/>
                  </a:lnTo>
                  <a:close/>
                </a:path>
                <a:path w="6694170" h="6997065">
                  <a:moveTo>
                    <a:pt x="2385023" y="4243131"/>
                  </a:moveTo>
                  <a:lnTo>
                    <a:pt x="2394719" y="4268531"/>
                  </a:lnTo>
                  <a:lnTo>
                    <a:pt x="2377927" y="4268531"/>
                  </a:lnTo>
                  <a:lnTo>
                    <a:pt x="2368237" y="4255831"/>
                  </a:lnTo>
                  <a:lnTo>
                    <a:pt x="2385023" y="4243131"/>
                  </a:lnTo>
                  <a:close/>
                </a:path>
                <a:path w="6694170" h="6997065">
                  <a:moveTo>
                    <a:pt x="1512665" y="4230431"/>
                  </a:moveTo>
                  <a:lnTo>
                    <a:pt x="1525590" y="4255831"/>
                  </a:lnTo>
                  <a:lnTo>
                    <a:pt x="1503201" y="4268531"/>
                  </a:lnTo>
                  <a:lnTo>
                    <a:pt x="1490270" y="4243131"/>
                  </a:lnTo>
                  <a:lnTo>
                    <a:pt x="1512665" y="4230431"/>
                  </a:lnTo>
                  <a:close/>
                </a:path>
                <a:path w="6694170" h="6997065">
                  <a:moveTo>
                    <a:pt x="305975" y="4230431"/>
                  </a:moveTo>
                  <a:lnTo>
                    <a:pt x="322423" y="4255831"/>
                  </a:lnTo>
                  <a:lnTo>
                    <a:pt x="293927" y="4268531"/>
                  </a:lnTo>
                  <a:lnTo>
                    <a:pt x="277479" y="4243131"/>
                  </a:lnTo>
                  <a:lnTo>
                    <a:pt x="305975" y="4230431"/>
                  </a:lnTo>
                  <a:close/>
                </a:path>
                <a:path w="6694170" h="6997065">
                  <a:moveTo>
                    <a:pt x="2719034" y="4230431"/>
                  </a:moveTo>
                  <a:lnTo>
                    <a:pt x="2727552" y="4243131"/>
                  </a:lnTo>
                  <a:lnTo>
                    <a:pt x="2712797" y="4255831"/>
                  </a:lnTo>
                  <a:lnTo>
                    <a:pt x="2704274" y="4243131"/>
                  </a:lnTo>
                  <a:lnTo>
                    <a:pt x="2719034" y="4230431"/>
                  </a:lnTo>
                  <a:close/>
                </a:path>
                <a:path w="6694170" h="6997065">
                  <a:moveTo>
                    <a:pt x="640193" y="4205031"/>
                  </a:moveTo>
                  <a:lnTo>
                    <a:pt x="656055" y="4243131"/>
                  </a:lnTo>
                  <a:lnTo>
                    <a:pt x="628578" y="4255831"/>
                  </a:lnTo>
                  <a:lnTo>
                    <a:pt x="612716" y="4230431"/>
                  </a:lnTo>
                  <a:lnTo>
                    <a:pt x="640193" y="4205031"/>
                  </a:lnTo>
                  <a:close/>
                </a:path>
                <a:path w="6694170" h="6997065">
                  <a:moveTo>
                    <a:pt x="1846776" y="4205031"/>
                  </a:moveTo>
                  <a:lnTo>
                    <a:pt x="1858823" y="4230431"/>
                  </a:lnTo>
                  <a:lnTo>
                    <a:pt x="1837962" y="4243131"/>
                  </a:lnTo>
                  <a:lnTo>
                    <a:pt x="1825915" y="4217731"/>
                  </a:lnTo>
                  <a:lnTo>
                    <a:pt x="1846776" y="4205031"/>
                  </a:lnTo>
                  <a:close/>
                </a:path>
                <a:path w="6694170" h="6997065">
                  <a:moveTo>
                    <a:pt x="974417" y="4192331"/>
                  </a:moveTo>
                  <a:lnTo>
                    <a:pt x="989693" y="4217731"/>
                  </a:lnTo>
                  <a:lnTo>
                    <a:pt x="963229" y="4230431"/>
                  </a:lnTo>
                  <a:lnTo>
                    <a:pt x="947953" y="4205031"/>
                  </a:lnTo>
                  <a:lnTo>
                    <a:pt x="974417" y="4192331"/>
                  </a:lnTo>
                  <a:close/>
                </a:path>
                <a:path w="6694170" h="6997065">
                  <a:moveTo>
                    <a:pt x="2180780" y="4192331"/>
                  </a:moveTo>
                  <a:lnTo>
                    <a:pt x="2191648" y="4205031"/>
                  </a:lnTo>
                  <a:lnTo>
                    <a:pt x="2172825" y="4217731"/>
                  </a:lnTo>
                  <a:lnTo>
                    <a:pt x="2161956" y="4205031"/>
                  </a:lnTo>
                  <a:lnTo>
                    <a:pt x="2180780" y="4192331"/>
                  </a:lnTo>
                  <a:close/>
                </a:path>
                <a:path w="6694170" h="6997065">
                  <a:moveTo>
                    <a:pt x="101726" y="4166931"/>
                  </a:moveTo>
                  <a:lnTo>
                    <a:pt x="119358" y="4205031"/>
                  </a:lnTo>
                  <a:lnTo>
                    <a:pt x="88825" y="4217731"/>
                  </a:lnTo>
                  <a:lnTo>
                    <a:pt x="71198" y="4192331"/>
                  </a:lnTo>
                  <a:lnTo>
                    <a:pt x="101726" y="4166931"/>
                  </a:lnTo>
                  <a:close/>
                </a:path>
                <a:path w="6694170" h="6997065">
                  <a:moveTo>
                    <a:pt x="2514785" y="4166931"/>
                  </a:moveTo>
                  <a:lnTo>
                    <a:pt x="2524475" y="4192331"/>
                  </a:lnTo>
                  <a:lnTo>
                    <a:pt x="2507684" y="4205031"/>
                  </a:lnTo>
                  <a:lnTo>
                    <a:pt x="2497993" y="4179631"/>
                  </a:lnTo>
                  <a:lnTo>
                    <a:pt x="2514785" y="4166931"/>
                  </a:lnTo>
                  <a:close/>
                </a:path>
                <a:path w="6694170" h="6997065">
                  <a:moveTo>
                    <a:pt x="1308522" y="4166931"/>
                  </a:moveTo>
                  <a:lnTo>
                    <a:pt x="1322920" y="4192331"/>
                  </a:lnTo>
                  <a:lnTo>
                    <a:pt x="1297990" y="4205031"/>
                  </a:lnTo>
                  <a:lnTo>
                    <a:pt x="1283592" y="4192331"/>
                  </a:lnTo>
                  <a:lnTo>
                    <a:pt x="1308522" y="4166931"/>
                  </a:lnTo>
                  <a:close/>
                </a:path>
                <a:path w="6694170" h="6997065">
                  <a:moveTo>
                    <a:pt x="435837" y="4154231"/>
                  </a:moveTo>
                  <a:lnTo>
                    <a:pt x="452588" y="4179631"/>
                  </a:lnTo>
                  <a:lnTo>
                    <a:pt x="423583" y="4205031"/>
                  </a:lnTo>
                  <a:lnTo>
                    <a:pt x="406832" y="4166931"/>
                  </a:lnTo>
                  <a:lnTo>
                    <a:pt x="435837" y="4154231"/>
                  </a:lnTo>
                  <a:close/>
                </a:path>
                <a:path w="6694170" h="6997065">
                  <a:moveTo>
                    <a:pt x="1642420" y="4154231"/>
                  </a:moveTo>
                  <a:lnTo>
                    <a:pt x="1655350" y="4179631"/>
                  </a:lnTo>
                  <a:lnTo>
                    <a:pt x="1632961" y="4192331"/>
                  </a:lnTo>
                  <a:lnTo>
                    <a:pt x="1620031" y="4166931"/>
                  </a:lnTo>
                  <a:lnTo>
                    <a:pt x="1642420" y="4154231"/>
                  </a:lnTo>
                  <a:close/>
                </a:path>
                <a:path w="6694170" h="6997065">
                  <a:moveTo>
                    <a:pt x="2848683" y="4154231"/>
                  </a:moveTo>
                  <a:lnTo>
                    <a:pt x="2856910" y="4166931"/>
                  </a:lnTo>
                  <a:lnTo>
                    <a:pt x="2842659" y="4179631"/>
                  </a:lnTo>
                  <a:lnTo>
                    <a:pt x="2834438" y="4166931"/>
                  </a:lnTo>
                  <a:lnTo>
                    <a:pt x="2848683" y="4154231"/>
                  </a:lnTo>
                  <a:close/>
                </a:path>
                <a:path w="6694170" h="6997065">
                  <a:moveTo>
                    <a:pt x="770061" y="4128831"/>
                  </a:moveTo>
                  <a:lnTo>
                    <a:pt x="786220" y="4166931"/>
                  </a:lnTo>
                  <a:lnTo>
                    <a:pt x="758233" y="4179631"/>
                  </a:lnTo>
                  <a:lnTo>
                    <a:pt x="742075" y="4154231"/>
                  </a:lnTo>
                  <a:lnTo>
                    <a:pt x="770061" y="4128831"/>
                  </a:lnTo>
                  <a:close/>
                </a:path>
                <a:path w="6694170" h="6997065">
                  <a:moveTo>
                    <a:pt x="1976537" y="4128831"/>
                  </a:moveTo>
                  <a:lnTo>
                    <a:pt x="1988584" y="4154231"/>
                  </a:lnTo>
                  <a:lnTo>
                    <a:pt x="1967717" y="4166931"/>
                  </a:lnTo>
                  <a:lnTo>
                    <a:pt x="1955670" y="4141531"/>
                  </a:lnTo>
                  <a:lnTo>
                    <a:pt x="1976537" y="4128831"/>
                  </a:lnTo>
                  <a:close/>
                </a:path>
                <a:path w="6694170" h="6997065">
                  <a:moveTo>
                    <a:pt x="1104279" y="4116131"/>
                  </a:moveTo>
                  <a:lnTo>
                    <a:pt x="1119851" y="4141531"/>
                  </a:lnTo>
                  <a:lnTo>
                    <a:pt x="1092877" y="4154231"/>
                  </a:lnTo>
                  <a:lnTo>
                    <a:pt x="1077306" y="4128831"/>
                  </a:lnTo>
                  <a:lnTo>
                    <a:pt x="1104279" y="4116131"/>
                  </a:lnTo>
                  <a:close/>
                </a:path>
                <a:path w="6694170" h="6997065">
                  <a:moveTo>
                    <a:pt x="2310541" y="4116131"/>
                  </a:moveTo>
                  <a:lnTo>
                    <a:pt x="2321409" y="4128831"/>
                  </a:lnTo>
                  <a:lnTo>
                    <a:pt x="2302580" y="4141531"/>
                  </a:lnTo>
                  <a:lnTo>
                    <a:pt x="2291711" y="4128831"/>
                  </a:lnTo>
                  <a:lnTo>
                    <a:pt x="2310541" y="4116131"/>
                  </a:lnTo>
                  <a:close/>
                </a:path>
                <a:path w="6694170" h="6997065">
                  <a:moveTo>
                    <a:pt x="1438283" y="4090731"/>
                  </a:moveTo>
                  <a:lnTo>
                    <a:pt x="1452676" y="4116131"/>
                  </a:lnTo>
                  <a:lnTo>
                    <a:pt x="1427746" y="4141531"/>
                  </a:lnTo>
                  <a:lnTo>
                    <a:pt x="1413348" y="4116131"/>
                  </a:lnTo>
                  <a:lnTo>
                    <a:pt x="1438283" y="4090731"/>
                  </a:lnTo>
                  <a:close/>
                </a:path>
                <a:path w="6694170" h="6997065">
                  <a:moveTo>
                    <a:pt x="231593" y="4103431"/>
                  </a:moveTo>
                  <a:lnTo>
                    <a:pt x="249511" y="4128831"/>
                  </a:lnTo>
                  <a:lnTo>
                    <a:pt x="218474" y="4141531"/>
                  </a:lnTo>
                  <a:lnTo>
                    <a:pt x="200556" y="4116131"/>
                  </a:lnTo>
                  <a:lnTo>
                    <a:pt x="231593" y="4103431"/>
                  </a:lnTo>
                  <a:close/>
                </a:path>
                <a:path w="6694170" h="6997065">
                  <a:moveTo>
                    <a:pt x="2628151" y="4103431"/>
                  </a:moveTo>
                  <a:lnTo>
                    <a:pt x="2644433" y="4103431"/>
                  </a:lnTo>
                  <a:lnTo>
                    <a:pt x="2653839" y="4116131"/>
                  </a:lnTo>
                  <a:lnTo>
                    <a:pt x="2637556" y="4128831"/>
                  </a:lnTo>
                  <a:lnTo>
                    <a:pt x="2628151" y="4103431"/>
                  </a:lnTo>
                  <a:close/>
                </a:path>
                <a:path w="6694170" h="6997065">
                  <a:moveTo>
                    <a:pt x="565705" y="4078031"/>
                  </a:moveTo>
                  <a:lnTo>
                    <a:pt x="582745" y="4103431"/>
                  </a:lnTo>
                  <a:lnTo>
                    <a:pt x="553231" y="4128831"/>
                  </a:lnTo>
                  <a:lnTo>
                    <a:pt x="536190" y="4090731"/>
                  </a:lnTo>
                  <a:lnTo>
                    <a:pt x="565705" y="4078031"/>
                  </a:lnTo>
                  <a:close/>
                </a:path>
                <a:path w="6694170" h="6997065">
                  <a:moveTo>
                    <a:pt x="1772180" y="4078031"/>
                  </a:moveTo>
                  <a:lnTo>
                    <a:pt x="1785110" y="4103431"/>
                  </a:lnTo>
                  <a:lnTo>
                    <a:pt x="1762721" y="4116131"/>
                  </a:lnTo>
                  <a:lnTo>
                    <a:pt x="1749791" y="4090731"/>
                  </a:lnTo>
                  <a:lnTo>
                    <a:pt x="1772180" y="4078031"/>
                  </a:lnTo>
                  <a:close/>
                </a:path>
                <a:path w="6694170" h="6997065">
                  <a:moveTo>
                    <a:pt x="899822" y="4065331"/>
                  </a:moveTo>
                  <a:lnTo>
                    <a:pt x="915980" y="4090731"/>
                  </a:lnTo>
                  <a:lnTo>
                    <a:pt x="887988" y="4103431"/>
                  </a:lnTo>
                  <a:lnTo>
                    <a:pt x="871830" y="4078031"/>
                  </a:lnTo>
                  <a:lnTo>
                    <a:pt x="899822" y="4065331"/>
                  </a:lnTo>
                  <a:close/>
                </a:path>
                <a:path w="6694170" h="6997065">
                  <a:moveTo>
                    <a:pt x="2106292" y="4065331"/>
                  </a:moveTo>
                  <a:lnTo>
                    <a:pt x="2118339" y="4078031"/>
                  </a:lnTo>
                  <a:lnTo>
                    <a:pt x="2097472" y="4090731"/>
                  </a:lnTo>
                  <a:lnTo>
                    <a:pt x="2085424" y="4078031"/>
                  </a:lnTo>
                  <a:lnTo>
                    <a:pt x="2106292" y="4065331"/>
                  </a:lnTo>
                  <a:close/>
                </a:path>
                <a:path w="6694170" h="6997065">
                  <a:moveTo>
                    <a:pt x="27238" y="4039931"/>
                  </a:moveTo>
                  <a:lnTo>
                    <a:pt x="46043" y="4078031"/>
                  </a:lnTo>
                  <a:lnTo>
                    <a:pt x="13472" y="4090731"/>
                  </a:lnTo>
                  <a:lnTo>
                    <a:pt x="0" y="4065331"/>
                  </a:lnTo>
                  <a:lnTo>
                    <a:pt x="0" y="4052631"/>
                  </a:lnTo>
                  <a:lnTo>
                    <a:pt x="27238" y="4039931"/>
                  </a:lnTo>
                  <a:close/>
                </a:path>
                <a:path w="6694170" h="6997065">
                  <a:moveTo>
                    <a:pt x="1234039" y="4039931"/>
                  </a:moveTo>
                  <a:lnTo>
                    <a:pt x="1249611" y="4065331"/>
                  </a:lnTo>
                  <a:lnTo>
                    <a:pt x="1222637" y="4078031"/>
                  </a:lnTo>
                  <a:lnTo>
                    <a:pt x="1207066" y="4052631"/>
                  </a:lnTo>
                  <a:lnTo>
                    <a:pt x="1234039" y="4039931"/>
                  </a:lnTo>
                  <a:close/>
                </a:path>
                <a:path w="6694170" h="6997065">
                  <a:moveTo>
                    <a:pt x="361455" y="4027231"/>
                  </a:moveTo>
                  <a:lnTo>
                    <a:pt x="379675" y="4052631"/>
                  </a:lnTo>
                  <a:lnTo>
                    <a:pt x="348128" y="4078031"/>
                  </a:lnTo>
                  <a:lnTo>
                    <a:pt x="329909" y="4039931"/>
                  </a:lnTo>
                  <a:lnTo>
                    <a:pt x="361455" y="4027231"/>
                  </a:lnTo>
                  <a:close/>
                </a:path>
                <a:path w="6694170" h="6997065">
                  <a:moveTo>
                    <a:pt x="2440190" y="4039931"/>
                  </a:moveTo>
                  <a:lnTo>
                    <a:pt x="2450768" y="4065331"/>
                  </a:lnTo>
                  <a:lnTo>
                    <a:pt x="2432449" y="4065331"/>
                  </a:lnTo>
                  <a:lnTo>
                    <a:pt x="2421870" y="4052631"/>
                  </a:lnTo>
                  <a:lnTo>
                    <a:pt x="2440190" y="4039931"/>
                  </a:lnTo>
                  <a:close/>
                </a:path>
                <a:path w="6694170" h="6997065">
                  <a:moveTo>
                    <a:pt x="1568044" y="4027231"/>
                  </a:moveTo>
                  <a:lnTo>
                    <a:pt x="1582437" y="4052631"/>
                  </a:lnTo>
                  <a:lnTo>
                    <a:pt x="1557501" y="4065331"/>
                  </a:lnTo>
                  <a:lnTo>
                    <a:pt x="1543108" y="4039931"/>
                  </a:lnTo>
                  <a:lnTo>
                    <a:pt x="1568044" y="4027231"/>
                  </a:lnTo>
                  <a:close/>
                </a:path>
                <a:path w="6694170" h="6997065">
                  <a:moveTo>
                    <a:pt x="2757912" y="4027231"/>
                  </a:moveTo>
                  <a:lnTo>
                    <a:pt x="2774195" y="4027231"/>
                  </a:lnTo>
                  <a:lnTo>
                    <a:pt x="2783594" y="4039931"/>
                  </a:lnTo>
                  <a:lnTo>
                    <a:pt x="2767318" y="4052631"/>
                  </a:lnTo>
                  <a:lnTo>
                    <a:pt x="2757912" y="4027231"/>
                  </a:lnTo>
                  <a:close/>
                </a:path>
                <a:path w="6694170" h="6997065">
                  <a:moveTo>
                    <a:pt x="695574" y="4001831"/>
                  </a:moveTo>
                  <a:lnTo>
                    <a:pt x="712904" y="4027231"/>
                  </a:lnTo>
                  <a:lnTo>
                    <a:pt x="682886" y="4052631"/>
                  </a:lnTo>
                  <a:lnTo>
                    <a:pt x="665549" y="4014531"/>
                  </a:lnTo>
                  <a:lnTo>
                    <a:pt x="695574" y="4001831"/>
                  </a:lnTo>
                  <a:close/>
                </a:path>
                <a:path w="6694170" h="6997065">
                  <a:moveTo>
                    <a:pt x="1901942" y="4001831"/>
                  </a:moveTo>
                  <a:lnTo>
                    <a:pt x="1914872" y="4027231"/>
                  </a:lnTo>
                  <a:lnTo>
                    <a:pt x="1892477" y="4039931"/>
                  </a:lnTo>
                  <a:lnTo>
                    <a:pt x="1879552" y="4014531"/>
                  </a:lnTo>
                  <a:lnTo>
                    <a:pt x="1901942" y="4001831"/>
                  </a:lnTo>
                  <a:close/>
                </a:path>
                <a:path w="6694170" h="6997065">
                  <a:moveTo>
                    <a:pt x="1029684" y="3989131"/>
                  </a:moveTo>
                  <a:lnTo>
                    <a:pt x="1046138" y="4014531"/>
                  </a:lnTo>
                  <a:lnTo>
                    <a:pt x="1017642" y="4027231"/>
                  </a:lnTo>
                  <a:lnTo>
                    <a:pt x="1001188" y="4001831"/>
                  </a:lnTo>
                  <a:lnTo>
                    <a:pt x="1029684" y="3989131"/>
                  </a:lnTo>
                  <a:close/>
                </a:path>
                <a:path w="6694170" h="6997065">
                  <a:moveTo>
                    <a:pt x="2235945" y="3989131"/>
                  </a:moveTo>
                  <a:lnTo>
                    <a:pt x="2247697" y="4001831"/>
                  </a:lnTo>
                  <a:lnTo>
                    <a:pt x="2227345" y="4014531"/>
                  </a:lnTo>
                  <a:lnTo>
                    <a:pt x="2215593" y="4001831"/>
                  </a:lnTo>
                  <a:lnTo>
                    <a:pt x="2235945" y="3989131"/>
                  </a:lnTo>
                  <a:close/>
                </a:path>
                <a:path w="6694170" h="6997065">
                  <a:moveTo>
                    <a:pt x="157105" y="3963731"/>
                  </a:moveTo>
                  <a:lnTo>
                    <a:pt x="176201" y="4001831"/>
                  </a:lnTo>
                  <a:lnTo>
                    <a:pt x="143127" y="4014531"/>
                  </a:lnTo>
                  <a:lnTo>
                    <a:pt x="124031" y="3989131"/>
                  </a:lnTo>
                  <a:lnTo>
                    <a:pt x="157105" y="3963731"/>
                  </a:lnTo>
                  <a:close/>
                </a:path>
                <a:path w="6694170" h="6997065">
                  <a:moveTo>
                    <a:pt x="2569951" y="3963731"/>
                  </a:moveTo>
                  <a:lnTo>
                    <a:pt x="2580530" y="3989131"/>
                  </a:lnTo>
                  <a:lnTo>
                    <a:pt x="2562203" y="4001831"/>
                  </a:lnTo>
                  <a:lnTo>
                    <a:pt x="2551625" y="3976431"/>
                  </a:lnTo>
                  <a:lnTo>
                    <a:pt x="2569951" y="3963731"/>
                  </a:lnTo>
                  <a:close/>
                </a:path>
                <a:path w="6694170" h="6997065">
                  <a:moveTo>
                    <a:pt x="1363801" y="3963731"/>
                  </a:moveTo>
                  <a:lnTo>
                    <a:pt x="1379373" y="3989131"/>
                  </a:lnTo>
                  <a:lnTo>
                    <a:pt x="1352399" y="4001831"/>
                  </a:lnTo>
                  <a:lnTo>
                    <a:pt x="1336827" y="3976431"/>
                  </a:lnTo>
                  <a:lnTo>
                    <a:pt x="1363801" y="3963731"/>
                  </a:lnTo>
                  <a:close/>
                </a:path>
                <a:path w="6694170" h="6997065">
                  <a:moveTo>
                    <a:pt x="491329" y="3951031"/>
                  </a:moveTo>
                  <a:lnTo>
                    <a:pt x="509833" y="3976431"/>
                  </a:lnTo>
                  <a:lnTo>
                    <a:pt x="477777" y="4001831"/>
                  </a:lnTo>
                  <a:lnTo>
                    <a:pt x="459267" y="3963731"/>
                  </a:lnTo>
                  <a:lnTo>
                    <a:pt x="491329" y="3951031"/>
                  </a:lnTo>
                  <a:close/>
                </a:path>
                <a:path w="6694170" h="6997065">
                  <a:moveTo>
                    <a:pt x="1697804" y="3951031"/>
                  </a:moveTo>
                  <a:lnTo>
                    <a:pt x="1712197" y="3976431"/>
                  </a:lnTo>
                  <a:lnTo>
                    <a:pt x="1687261" y="3989131"/>
                  </a:lnTo>
                  <a:lnTo>
                    <a:pt x="1672868" y="3963731"/>
                  </a:lnTo>
                  <a:lnTo>
                    <a:pt x="1697804" y="3951031"/>
                  </a:lnTo>
                  <a:close/>
                </a:path>
                <a:path w="6694170" h="6997065">
                  <a:moveTo>
                    <a:pt x="825440" y="3925631"/>
                  </a:moveTo>
                  <a:lnTo>
                    <a:pt x="843067" y="3963731"/>
                  </a:lnTo>
                  <a:lnTo>
                    <a:pt x="812534" y="3976431"/>
                  </a:lnTo>
                  <a:lnTo>
                    <a:pt x="794907" y="3951031"/>
                  </a:lnTo>
                  <a:lnTo>
                    <a:pt x="825440" y="3925631"/>
                  </a:lnTo>
                  <a:close/>
                </a:path>
                <a:path w="6694170" h="6997065">
                  <a:moveTo>
                    <a:pt x="2031696" y="3925631"/>
                  </a:moveTo>
                  <a:lnTo>
                    <a:pt x="2044626" y="3951031"/>
                  </a:lnTo>
                  <a:lnTo>
                    <a:pt x="2022232" y="3963731"/>
                  </a:lnTo>
                  <a:lnTo>
                    <a:pt x="2009307" y="3938331"/>
                  </a:lnTo>
                  <a:lnTo>
                    <a:pt x="2031696" y="3925631"/>
                  </a:lnTo>
                  <a:close/>
                </a:path>
                <a:path w="6694170" h="6997065">
                  <a:moveTo>
                    <a:pt x="1159444" y="3912931"/>
                  </a:moveTo>
                  <a:lnTo>
                    <a:pt x="1175898" y="3938331"/>
                  </a:lnTo>
                  <a:lnTo>
                    <a:pt x="1147397" y="3951031"/>
                  </a:lnTo>
                  <a:lnTo>
                    <a:pt x="1130942" y="3925631"/>
                  </a:lnTo>
                  <a:lnTo>
                    <a:pt x="1159444" y="3912931"/>
                  </a:lnTo>
                  <a:close/>
                </a:path>
                <a:path w="6694170" h="6997065">
                  <a:moveTo>
                    <a:pt x="2365701" y="3912931"/>
                  </a:moveTo>
                  <a:lnTo>
                    <a:pt x="2377453" y="3925631"/>
                  </a:lnTo>
                  <a:lnTo>
                    <a:pt x="2357101" y="3938331"/>
                  </a:lnTo>
                  <a:lnTo>
                    <a:pt x="2345349" y="3925631"/>
                  </a:lnTo>
                  <a:lnTo>
                    <a:pt x="2365701" y="3912931"/>
                  </a:lnTo>
                  <a:close/>
                </a:path>
                <a:path w="6694170" h="6997065">
                  <a:moveTo>
                    <a:pt x="1493556" y="3887531"/>
                  </a:moveTo>
                  <a:lnTo>
                    <a:pt x="1509128" y="3912931"/>
                  </a:lnTo>
                  <a:lnTo>
                    <a:pt x="1482160" y="3938331"/>
                  </a:lnTo>
                  <a:lnTo>
                    <a:pt x="1466588" y="3900231"/>
                  </a:lnTo>
                  <a:lnTo>
                    <a:pt x="1493556" y="3887531"/>
                  </a:lnTo>
                  <a:close/>
                </a:path>
                <a:path w="6694170" h="6997065">
                  <a:moveTo>
                    <a:pt x="286973" y="3887531"/>
                  </a:moveTo>
                  <a:lnTo>
                    <a:pt x="306365" y="3925631"/>
                  </a:lnTo>
                  <a:lnTo>
                    <a:pt x="272775" y="3938331"/>
                  </a:lnTo>
                  <a:lnTo>
                    <a:pt x="253383" y="3912931"/>
                  </a:lnTo>
                  <a:lnTo>
                    <a:pt x="286973" y="3887531"/>
                  </a:lnTo>
                  <a:close/>
                </a:path>
                <a:path w="6694170" h="6997065">
                  <a:moveTo>
                    <a:pt x="2699599" y="3887531"/>
                  </a:moveTo>
                  <a:lnTo>
                    <a:pt x="2709882" y="3912931"/>
                  </a:lnTo>
                  <a:lnTo>
                    <a:pt x="2692077" y="3925631"/>
                  </a:lnTo>
                  <a:lnTo>
                    <a:pt x="2681795" y="3900231"/>
                  </a:lnTo>
                  <a:lnTo>
                    <a:pt x="2699599" y="3887531"/>
                  </a:lnTo>
                  <a:close/>
                </a:path>
                <a:path w="6694170" h="6997065">
                  <a:moveTo>
                    <a:pt x="621091" y="3874831"/>
                  </a:moveTo>
                  <a:lnTo>
                    <a:pt x="639594" y="3900231"/>
                  </a:lnTo>
                  <a:lnTo>
                    <a:pt x="607539" y="3925631"/>
                  </a:lnTo>
                  <a:lnTo>
                    <a:pt x="589029" y="3887531"/>
                  </a:lnTo>
                  <a:lnTo>
                    <a:pt x="621091" y="3874831"/>
                  </a:lnTo>
                  <a:close/>
                </a:path>
                <a:path w="6694170" h="6997065">
                  <a:moveTo>
                    <a:pt x="1827560" y="3874831"/>
                  </a:moveTo>
                  <a:lnTo>
                    <a:pt x="1841958" y="3900231"/>
                  </a:lnTo>
                  <a:lnTo>
                    <a:pt x="1817023" y="3912931"/>
                  </a:lnTo>
                  <a:lnTo>
                    <a:pt x="1802630" y="3887531"/>
                  </a:lnTo>
                  <a:lnTo>
                    <a:pt x="1827560" y="3874831"/>
                  </a:lnTo>
                  <a:close/>
                </a:path>
                <a:path w="6694170" h="6997065">
                  <a:moveTo>
                    <a:pt x="955196" y="3849431"/>
                  </a:moveTo>
                  <a:lnTo>
                    <a:pt x="972823" y="3887531"/>
                  </a:lnTo>
                  <a:lnTo>
                    <a:pt x="942289" y="3900231"/>
                  </a:lnTo>
                  <a:lnTo>
                    <a:pt x="924662" y="3874831"/>
                  </a:lnTo>
                  <a:lnTo>
                    <a:pt x="955196" y="3849431"/>
                  </a:lnTo>
                  <a:close/>
                </a:path>
                <a:path w="6694170" h="6997065">
                  <a:moveTo>
                    <a:pt x="2161457" y="3849431"/>
                  </a:moveTo>
                  <a:lnTo>
                    <a:pt x="2174381" y="3874831"/>
                  </a:lnTo>
                  <a:lnTo>
                    <a:pt x="2151992" y="3887531"/>
                  </a:lnTo>
                  <a:lnTo>
                    <a:pt x="2139068" y="3862131"/>
                  </a:lnTo>
                  <a:lnTo>
                    <a:pt x="2161457" y="3849431"/>
                  </a:lnTo>
                  <a:close/>
                </a:path>
                <a:path w="6694170" h="6997065">
                  <a:moveTo>
                    <a:pt x="82729" y="3836731"/>
                  </a:moveTo>
                  <a:lnTo>
                    <a:pt x="103294" y="3874831"/>
                  </a:lnTo>
                  <a:lnTo>
                    <a:pt x="67673" y="3887531"/>
                  </a:lnTo>
                  <a:lnTo>
                    <a:pt x="47108" y="3849431"/>
                  </a:lnTo>
                  <a:lnTo>
                    <a:pt x="82729" y="3836731"/>
                  </a:lnTo>
                  <a:close/>
                </a:path>
                <a:path w="6694170" h="6997065">
                  <a:moveTo>
                    <a:pt x="1289200" y="3836731"/>
                  </a:moveTo>
                  <a:lnTo>
                    <a:pt x="1305654" y="3862131"/>
                  </a:lnTo>
                  <a:lnTo>
                    <a:pt x="1277158" y="3874831"/>
                  </a:lnTo>
                  <a:lnTo>
                    <a:pt x="1260704" y="3849431"/>
                  </a:lnTo>
                  <a:lnTo>
                    <a:pt x="1289200" y="3836731"/>
                  </a:lnTo>
                  <a:close/>
                </a:path>
                <a:path w="6694170" h="6997065">
                  <a:moveTo>
                    <a:pt x="416835" y="3811331"/>
                  </a:moveTo>
                  <a:lnTo>
                    <a:pt x="436523" y="3849431"/>
                  </a:lnTo>
                  <a:lnTo>
                    <a:pt x="402430" y="3874831"/>
                  </a:lnTo>
                  <a:lnTo>
                    <a:pt x="382748" y="3836731"/>
                  </a:lnTo>
                  <a:lnTo>
                    <a:pt x="416835" y="3811331"/>
                  </a:lnTo>
                  <a:close/>
                </a:path>
                <a:path w="6694170" h="6997065">
                  <a:moveTo>
                    <a:pt x="2495356" y="3836731"/>
                  </a:moveTo>
                  <a:lnTo>
                    <a:pt x="2506816" y="3849431"/>
                  </a:lnTo>
                  <a:lnTo>
                    <a:pt x="2486968" y="3862131"/>
                  </a:lnTo>
                  <a:lnTo>
                    <a:pt x="2475513" y="3849431"/>
                  </a:lnTo>
                  <a:lnTo>
                    <a:pt x="2495356" y="3836731"/>
                  </a:lnTo>
                  <a:close/>
                </a:path>
                <a:path w="6694170" h="6997065">
                  <a:moveTo>
                    <a:pt x="1623316" y="3811331"/>
                  </a:moveTo>
                  <a:lnTo>
                    <a:pt x="1638888" y="3836731"/>
                  </a:lnTo>
                  <a:lnTo>
                    <a:pt x="1611914" y="3862131"/>
                  </a:lnTo>
                  <a:lnTo>
                    <a:pt x="1596342" y="3836731"/>
                  </a:lnTo>
                  <a:lnTo>
                    <a:pt x="1623316" y="3811331"/>
                  </a:lnTo>
                  <a:close/>
                </a:path>
                <a:path w="6694170" h="6997065">
                  <a:moveTo>
                    <a:pt x="2829358" y="3811331"/>
                  </a:moveTo>
                  <a:lnTo>
                    <a:pt x="2839641" y="3836731"/>
                  </a:lnTo>
                  <a:lnTo>
                    <a:pt x="2821830" y="3849431"/>
                  </a:lnTo>
                  <a:lnTo>
                    <a:pt x="2811547" y="3824031"/>
                  </a:lnTo>
                  <a:lnTo>
                    <a:pt x="2829358" y="3811331"/>
                  </a:lnTo>
                  <a:close/>
                </a:path>
                <a:path w="6694170" h="6997065">
                  <a:moveTo>
                    <a:pt x="750952" y="3798631"/>
                  </a:moveTo>
                  <a:lnTo>
                    <a:pt x="769758" y="3824031"/>
                  </a:lnTo>
                  <a:lnTo>
                    <a:pt x="737187" y="3849431"/>
                  </a:lnTo>
                  <a:lnTo>
                    <a:pt x="718387" y="3811331"/>
                  </a:lnTo>
                  <a:lnTo>
                    <a:pt x="750952" y="3798631"/>
                  </a:lnTo>
                  <a:close/>
                </a:path>
                <a:path w="6694170" h="6997065">
                  <a:moveTo>
                    <a:pt x="1957214" y="3798631"/>
                  </a:moveTo>
                  <a:lnTo>
                    <a:pt x="1971311" y="3824031"/>
                  </a:lnTo>
                  <a:lnTo>
                    <a:pt x="1946884" y="3836731"/>
                  </a:lnTo>
                  <a:lnTo>
                    <a:pt x="1932787" y="3811331"/>
                  </a:lnTo>
                  <a:lnTo>
                    <a:pt x="1957214" y="3798631"/>
                  </a:lnTo>
                  <a:close/>
                </a:path>
                <a:path w="6694170" h="6997065">
                  <a:moveTo>
                    <a:pt x="1085068" y="3773231"/>
                  </a:moveTo>
                  <a:lnTo>
                    <a:pt x="1102985" y="3811331"/>
                  </a:lnTo>
                  <a:lnTo>
                    <a:pt x="1071942" y="3824031"/>
                  </a:lnTo>
                  <a:lnTo>
                    <a:pt x="1054025" y="3798631"/>
                  </a:lnTo>
                  <a:lnTo>
                    <a:pt x="1085068" y="3773231"/>
                  </a:lnTo>
                  <a:close/>
                </a:path>
                <a:path w="6694170" h="6997065">
                  <a:moveTo>
                    <a:pt x="2291106" y="3773231"/>
                  </a:moveTo>
                  <a:lnTo>
                    <a:pt x="2303740" y="3798631"/>
                  </a:lnTo>
                  <a:lnTo>
                    <a:pt x="2281860" y="3811331"/>
                  </a:lnTo>
                  <a:lnTo>
                    <a:pt x="2269226" y="3785931"/>
                  </a:lnTo>
                  <a:lnTo>
                    <a:pt x="2291106" y="3773231"/>
                  </a:lnTo>
                  <a:close/>
                </a:path>
                <a:path w="6694170" h="6997065">
                  <a:moveTo>
                    <a:pt x="212591" y="3760531"/>
                  </a:moveTo>
                  <a:lnTo>
                    <a:pt x="233452" y="3798631"/>
                  </a:lnTo>
                  <a:lnTo>
                    <a:pt x="197321" y="3811331"/>
                  </a:lnTo>
                  <a:lnTo>
                    <a:pt x="176460" y="3785931"/>
                  </a:lnTo>
                  <a:lnTo>
                    <a:pt x="212591" y="3760531"/>
                  </a:lnTo>
                  <a:close/>
                </a:path>
                <a:path w="6694170" h="6997065">
                  <a:moveTo>
                    <a:pt x="1418961" y="3760531"/>
                  </a:moveTo>
                  <a:lnTo>
                    <a:pt x="1435415" y="3785931"/>
                  </a:lnTo>
                  <a:lnTo>
                    <a:pt x="1406919" y="3798631"/>
                  </a:lnTo>
                  <a:lnTo>
                    <a:pt x="1390465" y="3773231"/>
                  </a:lnTo>
                  <a:lnTo>
                    <a:pt x="1418961" y="3760531"/>
                  </a:lnTo>
                  <a:close/>
                </a:path>
                <a:path w="6694170" h="6997065">
                  <a:moveTo>
                    <a:pt x="546709" y="3735131"/>
                  </a:moveTo>
                  <a:lnTo>
                    <a:pt x="566688" y="3773231"/>
                  </a:lnTo>
                  <a:lnTo>
                    <a:pt x="532085" y="3798631"/>
                  </a:lnTo>
                  <a:lnTo>
                    <a:pt x="512106" y="3760531"/>
                  </a:lnTo>
                  <a:lnTo>
                    <a:pt x="546709" y="3735131"/>
                  </a:lnTo>
                  <a:close/>
                </a:path>
                <a:path w="6694170" h="6997065">
                  <a:moveTo>
                    <a:pt x="2625111" y="3760531"/>
                  </a:moveTo>
                  <a:lnTo>
                    <a:pt x="2636572" y="3785931"/>
                  </a:lnTo>
                  <a:lnTo>
                    <a:pt x="2616724" y="3785931"/>
                  </a:lnTo>
                  <a:lnTo>
                    <a:pt x="2605269" y="3773231"/>
                  </a:lnTo>
                  <a:lnTo>
                    <a:pt x="2625111" y="3760531"/>
                  </a:lnTo>
                  <a:close/>
                </a:path>
                <a:path w="6694170" h="6997065">
                  <a:moveTo>
                    <a:pt x="1753071" y="3735131"/>
                  </a:moveTo>
                  <a:lnTo>
                    <a:pt x="1768643" y="3773231"/>
                  </a:lnTo>
                  <a:lnTo>
                    <a:pt x="1741675" y="3785931"/>
                  </a:lnTo>
                  <a:lnTo>
                    <a:pt x="1726104" y="3760531"/>
                  </a:lnTo>
                  <a:lnTo>
                    <a:pt x="1753071" y="3735131"/>
                  </a:lnTo>
                  <a:close/>
                </a:path>
                <a:path w="6694170" h="6997065">
                  <a:moveTo>
                    <a:pt x="880713" y="3722431"/>
                  </a:moveTo>
                  <a:lnTo>
                    <a:pt x="899513" y="3747831"/>
                  </a:lnTo>
                  <a:lnTo>
                    <a:pt x="866948" y="3773231"/>
                  </a:lnTo>
                  <a:lnTo>
                    <a:pt x="848142" y="3735131"/>
                  </a:lnTo>
                  <a:lnTo>
                    <a:pt x="880713" y="3722431"/>
                  </a:lnTo>
                  <a:close/>
                </a:path>
                <a:path w="6694170" h="6997065">
                  <a:moveTo>
                    <a:pt x="2086969" y="3722431"/>
                  </a:moveTo>
                  <a:lnTo>
                    <a:pt x="2101066" y="3747831"/>
                  </a:lnTo>
                  <a:lnTo>
                    <a:pt x="2076645" y="3760531"/>
                  </a:lnTo>
                  <a:lnTo>
                    <a:pt x="2062548" y="3735131"/>
                  </a:lnTo>
                  <a:lnTo>
                    <a:pt x="2086969" y="3722431"/>
                  </a:lnTo>
                  <a:close/>
                </a:path>
                <a:path w="6694170" h="6997065">
                  <a:moveTo>
                    <a:pt x="8241" y="3697031"/>
                  </a:moveTo>
                  <a:lnTo>
                    <a:pt x="29984" y="3735131"/>
                  </a:lnTo>
                  <a:lnTo>
                    <a:pt x="0" y="3760531"/>
                  </a:lnTo>
                  <a:lnTo>
                    <a:pt x="0" y="3709731"/>
                  </a:lnTo>
                  <a:lnTo>
                    <a:pt x="8241" y="3697031"/>
                  </a:lnTo>
                  <a:close/>
                </a:path>
                <a:path w="6694170" h="6997065">
                  <a:moveTo>
                    <a:pt x="1214824" y="3697031"/>
                  </a:moveTo>
                  <a:lnTo>
                    <a:pt x="1232741" y="3735131"/>
                  </a:lnTo>
                  <a:lnTo>
                    <a:pt x="1201704" y="3747831"/>
                  </a:lnTo>
                  <a:lnTo>
                    <a:pt x="1183781" y="3722431"/>
                  </a:lnTo>
                  <a:lnTo>
                    <a:pt x="1214824" y="3697031"/>
                  </a:lnTo>
                  <a:close/>
                </a:path>
                <a:path w="6694170" h="6997065">
                  <a:moveTo>
                    <a:pt x="2420867" y="3709731"/>
                  </a:moveTo>
                  <a:lnTo>
                    <a:pt x="2433501" y="3722431"/>
                  </a:lnTo>
                  <a:lnTo>
                    <a:pt x="2411615" y="3735131"/>
                  </a:lnTo>
                  <a:lnTo>
                    <a:pt x="2398982" y="3722431"/>
                  </a:lnTo>
                  <a:lnTo>
                    <a:pt x="2420867" y="3709731"/>
                  </a:lnTo>
                  <a:close/>
                </a:path>
                <a:path w="6694170" h="6997065">
                  <a:moveTo>
                    <a:pt x="1548721" y="3684331"/>
                  </a:moveTo>
                  <a:lnTo>
                    <a:pt x="1565175" y="3709731"/>
                  </a:lnTo>
                  <a:lnTo>
                    <a:pt x="1536679" y="3735131"/>
                  </a:lnTo>
                  <a:lnTo>
                    <a:pt x="1520225" y="3697031"/>
                  </a:lnTo>
                  <a:lnTo>
                    <a:pt x="1548721" y="3684331"/>
                  </a:lnTo>
                  <a:close/>
                </a:path>
                <a:path w="6694170" h="6997065">
                  <a:moveTo>
                    <a:pt x="342459" y="3684331"/>
                  </a:moveTo>
                  <a:lnTo>
                    <a:pt x="363610" y="3722431"/>
                  </a:lnTo>
                  <a:lnTo>
                    <a:pt x="326976" y="3735131"/>
                  </a:lnTo>
                  <a:lnTo>
                    <a:pt x="305825" y="3709731"/>
                  </a:lnTo>
                  <a:lnTo>
                    <a:pt x="342459" y="3684331"/>
                  </a:lnTo>
                  <a:close/>
                </a:path>
                <a:path w="6694170" h="6997065">
                  <a:moveTo>
                    <a:pt x="2754757" y="3684331"/>
                  </a:moveTo>
                  <a:lnTo>
                    <a:pt x="2765922" y="3709731"/>
                  </a:lnTo>
                  <a:lnTo>
                    <a:pt x="2746589" y="3722431"/>
                  </a:lnTo>
                  <a:lnTo>
                    <a:pt x="2735425" y="3697031"/>
                  </a:lnTo>
                  <a:lnTo>
                    <a:pt x="2754757" y="3684331"/>
                  </a:lnTo>
                  <a:close/>
                </a:path>
                <a:path w="6694170" h="6997065">
                  <a:moveTo>
                    <a:pt x="676570" y="3658931"/>
                  </a:moveTo>
                  <a:lnTo>
                    <a:pt x="696845" y="3697031"/>
                  </a:lnTo>
                  <a:lnTo>
                    <a:pt x="661733" y="3722431"/>
                  </a:lnTo>
                  <a:lnTo>
                    <a:pt x="641458" y="3684331"/>
                  </a:lnTo>
                  <a:lnTo>
                    <a:pt x="676570" y="3658931"/>
                  </a:lnTo>
                  <a:close/>
                </a:path>
                <a:path w="6694170" h="6997065">
                  <a:moveTo>
                    <a:pt x="1882832" y="3671631"/>
                  </a:moveTo>
                  <a:lnTo>
                    <a:pt x="1898404" y="3697031"/>
                  </a:lnTo>
                  <a:lnTo>
                    <a:pt x="1871436" y="3709731"/>
                  </a:lnTo>
                  <a:lnTo>
                    <a:pt x="1855864" y="3684331"/>
                  </a:lnTo>
                  <a:lnTo>
                    <a:pt x="1882832" y="3671631"/>
                  </a:lnTo>
                  <a:close/>
                </a:path>
                <a:path w="6694170" h="6997065">
                  <a:moveTo>
                    <a:pt x="1010574" y="3646231"/>
                  </a:moveTo>
                  <a:lnTo>
                    <a:pt x="1029676" y="3684331"/>
                  </a:lnTo>
                  <a:lnTo>
                    <a:pt x="996602" y="3697031"/>
                  </a:lnTo>
                  <a:lnTo>
                    <a:pt x="977500" y="3671631"/>
                  </a:lnTo>
                  <a:lnTo>
                    <a:pt x="1010574" y="3646231"/>
                  </a:lnTo>
                  <a:close/>
                </a:path>
                <a:path w="6694170" h="6997065">
                  <a:moveTo>
                    <a:pt x="2216624" y="3646231"/>
                  </a:moveTo>
                  <a:lnTo>
                    <a:pt x="2230430" y="3671631"/>
                  </a:lnTo>
                  <a:lnTo>
                    <a:pt x="2206513" y="3684331"/>
                  </a:lnTo>
                  <a:lnTo>
                    <a:pt x="2192706" y="3658931"/>
                  </a:lnTo>
                  <a:lnTo>
                    <a:pt x="2216624" y="3646231"/>
                  </a:lnTo>
                  <a:close/>
                </a:path>
                <a:path w="6694170" h="6997065">
                  <a:moveTo>
                    <a:pt x="138103" y="3633531"/>
                  </a:moveTo>
                  <a:lnTo>
                    <a:pt x="160137" y="3671631"/>
                  </a:lnTo>
                  <a:lnTo>
                    <a:pt x="121975" y="3684331"/>
                  </a:lnTo>
                  <a:lnTo>
                    <a:pt x="99941" y="3646231"/>
                  </a:lnTo>
                  <a:lnTo>
                    <a:pt x="138103" y="3633531"/>
                  </a:lnTo>
                  <a:close/>
                </a:path>
                <a:path w="6694170" h="6997065">
                  <a:moveTo>
                    <a:pt x="1344585" y="3633531"/>
                  </a:moveTo>
                  <a:lnTo>
                    <a:pt x="1362502" y="3658931"/>
                  </a:lnTo>
                  <a:lnTo>
                    <a:pt x="1331465" y="3671631"/>
                  </a:lnTo>
                  <a:lnTo>
                    <a:pt x="1313542" y="3646231"/>
                  </a:lnTo>
                  <a:lnTo>
                    <a:pt x="1344585" y="3633531"/>
                  </a:lnTo>
                  <a:close/>
                </a:path>
                <a:path w="6694170" h="6997065">
                  <a:moveTo>
                    <a:pt x="472221" y="3608131"/>
                  </a:moveTo>
                  <a:lnTo>
                    <a:pt x="493372" y="3646231"/>
                  </a:lnTo>
                  <a:lnTo>
                    <a:pt x="456732" y="3671631"/>
                  </a:lnTo>
                  <a:lnTo>
                    <a:pt x="435580" y="3633531"/>
                  </a:lnTo>
                  <a:lnTo>
                    <a:pt x="472221" y="3608131"/>
                  </a:lnTo>
                  <a:close/>
                </a:path>
                <a:path w="6694170" h="6997065">
                  <a:moveTo>
                    <a:pt x="2550516" y="3633531"/>
                  </a:moveTo>
                  <a:lnTo>
                    <a:pt x="2562859" y="3646231"/>
                  </a:lnTo>
                  <a:lnTo>
                    <a:pt x="2541489" y="3658931"/>
                  </a:lnTo>
                  <a:lnTo>
                    <a:pt x="2529151" y="3646231"/>
                  </a:lnTo>
                  <a:lnTo>
                    <a:pt x="2550516" y="3633531"/>
                  </a:lnTo>
                  <a:close/>
                </a:path>
                <a:path w="6694170" h="6997065">
                  <a:moveTo>
                    <a:pt x="1678476" y="3608131"/>
                  </a:moveTo>
                  <a:lnTo>
                    <a:pt x="1694931" y="3633531"/>
                  </a:lnTo>
                  <a:lnTo>
                    <a:pt x="1666435" y="3658931"/>
                  </a:lnTo>
                  <a:lnTo>
                    <a:pt x="1649980" y="3620831"/>
                  </a:lnTo>
                  <a:lnTo>
                    <a:pt x="1678476" y="3608131"/>
                  </a:lnTo>
                  <a:close/>
                </a:path>
                <a:path w="6694170" h="6997065">
                  <a:moveTo>
                    <a:pt x="806331" y="3595431"/>
                  </a:moveTo>
                  <a:lnTo>
                    <a:pt x="826606" y="3620831"/>
                  </a:lnTo>
                  <a:lnTo>
                    <a:pt x="791494" y="3646231"/>
                  </a:lnTo>
                  <a:lnTo>
                    <a:pt x="771219" y="3608131"/>
                  </a:lnTo>
                  <a:lnTo>
                    <a:pt x="806331" y="3595431"/>
                  </a:lnTo>
                  <a:close/>
                </a:path>
                <a:path w="6694170" h="6997065">
                  <a:moveTo>
                    <a:pt x="2012486" y="3595431"/>
                  </a:moveTo>
                  <a:lnTo>
                    <a:pt x="2027762" y="3620831"/>
                  </a:lnTo>
                  <a:lnTo>
                    <a:pt x="2001298" y="3633531"/>
                  </a:lnTo>
                  <a:lnTo>
                    <a:pt x="1986022" y="3608131"/>
                  </a:lnTo>
                  <a:lnTo>
                    <a:pt x="2012486" y="3595431"/>
                  </a:lnTo>
                  <a:close/>
                </a:path>
                <a:path w="6694170" h="6997065">
                  <a:moveTo>
                    <a:pt x="1140336" y="3570031"/>
                  </a:moveTo>
                  <a:lnTo>
                    <a:pt x="1159438" y="3608131"/>
                  </a:lnTo>
                  <a:lnTo>
                    <a:pt x="1126358" y="3620831"/>
                  </a:lnTo>
                  <a:lnTo>
                    <a:pt x="1107261" y="3595431"/>
                  </a:lnTo>
                  <a:lnTo>
                    <a:pt x="1140336" y="3570031"/>
                  </a:lnTo>
                  <a:close/>
                </a:path>
                <a:path w="6694170" h="6997065">
                  <a:moveTo>
                    <a:pt x="2346272" y="3570031"/>
                  </a:moveTo>
                  <a:lnTo>
                    <a:pt x="2359789" y="3595431"/>
                  </a:lnTo>
                  <a:lnTo>
                    <a:pt x="2336375" y="3608131"/>
                  </a:lnTo>
                  <a:lnTo>
                    <a:pt x="2322864" y="3582731"/>
                  </a:lnTo>
                  <a:lnTo>
                    <a:pt x="2346272" y="3570031"/>
                  </a:lnTo>
                  <a:close/>
                </a:path>
                <a:path w="6694170" h="6997065">
                  <a:moveTo>
                    <a:pt x="267976" y="3557331"/>
                  </a:moveTo>
                  <a:lnTo>
                    <a:pt x="290306" y="3595431"/>
                  </a:lnTo>
                  <a:lnTo>
                    <a:pt x="251629" y="3608131"/>
                  </a:lnTo>
                  <a:lnTo>
                    <a:pt x="229299" y="3570031"/>
                  </a:lnTo>
                  <a:lnTo>
                    <a:pt x="267976" y="3557331"/>
                  </a:lnTo>
                  <a:close/>
                </a:path>
                <a:path w="6694170" h="6997065">
                  <a:moveTo>
                    <a:pt x="1474339" y="3557331"/>
                  </a:moveTo>
                  <a:lnTo>
                    <a:pt x="1492262" y="3582731"/>
                  </a:lnTo>
                  <a:lnTo>
                    <a:pt x="1461225" y="3595431"/>
                  </a:lnTo>
                  <a:lnTo>
                    <a:pt x="1443302" y="3570031"/>
                  </a:lnTo>
                  <a:lnTo>
                    <a:pt x="1474339" y="3557331"/>
                  </a:lnTo>
                  <a:close/>
                </a:path>
                <a:path w="6694170" h="6997065">
                  <a:moveTo>
                    <a:pt x="602082" y="3531931"/>
                  </a:moveTo>
                  <a:lnTo>
                    <a:pt x="623529" y="3570031"/>
                  </a:lnTo>
                  <a:lnTo>
                    <a:pt x="586386" y="3595431"/>
                  </a:lnTo>
                  <a:lnTo>
                    <a:pt x="564938" y="3557331"/>
                  </a:lnTo>
                  <a:lnTo>
                    <a:pt x="602082" y="3531931"/>
                  </a:lnTo>
                  <a:close/>
                </a:path>
                <a:path w="6694170" h="6997065">
                  <a:moveTo>
                    <a:pt x="2680275" y="3557331"/>
                  </a:moveTo>
                  <a:lnTo>
                    <a:pt x="2692618" y="3582731"/>
                  </a:lnTo>
                  <a:lnTo>
                    <a:pt x="2671242" y="3582731"/>
                  </a:lnTo>
                  <a:lnTo>
                    <a:pt x="2658904" y="3570031"/>
                  </a:lnTo>
                  <a:lnTo>
                    <a:pt x="2680275" y="3557331"/>
                  </a:lnTo>
                  <a:close/>
                </a:path>
                <a:path w="6694170" h="6997065">
                  <a:moveTo>
                    <a:pt x="1808231" y="3531931"/>
                  </a:moveTo>
                  <a:lnTo>
                    <a:pt x="1824686" y="3557331"/>
                  </a:lnTo>
                  <a:lnTo>
                    <a:pt x="1796196" y="3582731"/>
                  </a:lnTo>
                  <a:lnTo>
                    <a:pt x="1779741" y="3557331"/>
                  </a:lnTo>
                  <a:lnTo>
                    <a:pt x="1808231" y="3531931"/>
                  </a:lnTo>
                  <a:close/>
                </a:path>
                <a:path w="6694170" h="6997065">
                  <a:moveTo>
                    <a:pt x="936198" y="3519231"/>
                  </a:moveTo>
                  <a:lnTo>
                    <a:pt x="956763" y="3544631"/>
                  </a:lnTo>
                  <a:lnTo>
                    <a:pt x="921142" y="3570031"/>
                  </a:lnTo>
                  <a:lnTo>
                    <a:pt x="900577" y="3531931"/>
                  </a:lnTo>
                  <a:lnTo>
                    <a:pt x="936198" y="3519231"/>
                  </a:lnTo>
                  <a:close/>
                </a:path>
                <a:path w="6694170" h="6997065">
                  <a:moveTo>
                    <a:pt x="2142248" y="3519231"/>
                  </a:moveTo>
                  <a:lnTo>
                    <a:pt x="2157523" y="3544631"/>
                  </a:lnTo>
                  <a:lnTo>
                    <a:pt x="2131059" y="3557331"/>
                  </a:lnTo>
                  <a:lnTo>
                    <a:pt x="2115784" y="3531931"/>
                  </a:lnTo>
                  <a:lnTo>
                    <a:pt x="2142248" y="3519231"/>
                  </a:lnTo>
                  <a:close/>
                </a:path>
                <a:path w="6694170" h="6997065">
                  <a:moveTo>
                    <a:pt x="63620" y="3493831"/>
                  </a:moveTo>
                  <a:lnTo>
                    <a:pt x="86833" y="3531931"/>
                  </a:lnTo>
                  <a:lnTo>
                    <a:pt x="46633" y="3557331"/>
                  </a:lnTo>
                  <a:lnTo>
                    <a:pt x="23421" y="3519231"/>
                  </a:lnTo>
                  <a:lnTo>
                    <a:pt x="63620" y="3493831"/>
                  </a:lnTo>
                  <a:close/>
                </a:path>
                <a:path w="6694170" h="6997065">
                  <a:moveTo>
                    <a:pt x="1270096" y="3493831"/>
                  </a:moveTo>
                  <a:lnTo>
                    <a:pt x="1289192" y="3531931"/>
                  </a:lnTo>
                  <a:lnTo>
                    <a:pt x="1256112" y="3544631"/>
                  </a:lnTo>
                  <a:lnTo>
                    <a:pt x="1237016" y="3519231"/>
                  </a:lnTo>
                  <a:lnTo>
                    <a:pt x="1270096" y="3493831"/>
                  </a:lnTo>
                  <a:close/>
                </a:path>
                <a:path w="6694170" h="6997065">
                  <a:moveTo>
                    <a:pt x="2475927" y="3493831"/>
                  </a:moveTo>
                  <a:lnTo>
                    <a:pt x="2489147" y="3519231"/>
                  </a:lnTo>
                  <a:lnTo>
                    <a:pt x="2466249" y="3531931"/>
                  </a:lnTo>
                  <a:lnTo>
                    <a:pt x="2453028" y="3506531"/>
                  </a:lnTo>
                  <a:lnTo>
                    <a:pt x="2475927" y="3493831"/>
                  </a:lnTo>
                  <a:close/>
                </a:path>
                <a:path w="6694170" h="6997065">
                  <a:moveTo>
                    <a:pt x="1604100" y="3481131"/>
                  </a:moveTo>
                  <a:lnTo>
                    <a:pt x="1622023" y="3506531"/>
                  </a:lnTo>
                  <a:lnTo>
                    <a:pt x="1590980" y="3531931"/>
                  </a:lnTo>
                  <a:lnTo>
                    <a:pt x="1573057" y="3493831"/>
                  </a:lnTo>
                  <a:lnTo>
                    <a:pt x="1604100" y="3481131"/>
                  </a:lnTo>
                  <a:close/>
                </a:path>
                <a:path w="6694170" h="6997065">
                  <a:moveTo>
                    <a:pt x="397732" y="3481131"/>
                  </a:moveTo>
                  <a:lnTo>
                    <a:pt x="420057" y="3519231"/>
                  </a:lnTo>
                  <a:lnTo>
                    <a:pt x="381391" y="3531931"/>
                  </a:lnTo>
                  <a:lnTo>
                    <a:pt x="359061" y="3493831"/>
                  </a:lnTo>
                  <a:lnTo>
                    <a:pt x="397732" y="3481131"/>
                  </a:lnTo>
                  <a:close/>
                </a:path>
                <a:path w="6694170" h="6997065">
                  <a:moveTo>
                    <a:pt x="2809930" y="3481131"/>
                  </a:moveTo>
                  <a:lnTo>
                    <a:pt x="2821971" y="3506531"/>
                  </a:lnTo>
                  <a:lnTo>
                    <a:pt x="2801110" y="3519231"/>
                  </a:lnTo>
                  <a:lnTo>
                    <a:pt x="2789069" y="3493831"/>
                  </a:lnTo>
                  <a:lnTo>
                    <a:pt x="2809930" y="3481131"/>
                  </a:lnTo>
                  <a:close/>
                </a:path>
                <a:path w="6694170" h="6997065">
                  <a:moveTo>
                    <a:pt x="731843" y="3455731"/>
                  </a:moveTo>
                  <a:lnTo>
                    <a:pt x="753290" y="3493831"/>
                  </a:lnTo>
                  <a:lnTo>
                    <a:pt x="716141" y="3519231"/>
                  </a:lnTo>
                  <a:lnTo>
                    <a:pt x="694694" y="3481131"/>
                  </a:lnTo>
                  <a:lnTo>
                    <a:pt x="731843" y="3455731"/>
                  </a:lnTo>
                  <a:close/>
                </a:path>
                <a:path w="6694170" h="6997065">
                  <a:moveTo>
                    <a:pt x="1937891" y="3455731"/>
                  </a:moveTo>
                  <a:lnTo>
                    <a:pt x="1954049" y="3493831"/>
                  </a:lnTo>
                  <a:lnTo>
                    <a:pt x="1926057" y="3506531"/>
                  </a:lnTo>
                  <a:lnTo>
                    <a:pt x="1909899" y="3481131"/>
                  </a:lnTo>
                  <a:lnTo>
                    <a:pt x="1937891" y="3455731"/>
                  </a:lnTo>
                  <a:close/>
                </a:path>
                <a:path w="6694170" h="6997065">
                  <a:moveTo>
                    <a:pt x="1065960" y="3443031"/>
                  </a:moveTo>
                  <a:lnTo>
                    <a:pt x="1086524" y="3481131"/>
                  </a:lnTo>
                  <a:lnTo>
                    <a:pt x="1050903" y="3493831"/>
                  </a:lnTo>
                  <a:lnTo>
                    <a:pt x="1030339" y="3455731"/>
                  </a:lnTo>
                  <a:lnTo>
                    <a:pt x="1065960" y="3443031"/>
                  </a:lnTo>
                  <a:close/>
                </a:path>
                <a:path w="6694170" h="6997065">
                  <a:moveTo>
                    <a:pt x="2271896" y="3443031"/>
                  </a:moveTo>
                  <a:lnTo>
                    <a:pt x="2286876" y="3468431"/>
                  </a:lnTo>
                  <a:lnTo>
                    <a:pt x="2260921" y="3481131"/>
                  </a:lnTo>
                  <a:lnTo>
                    <a:pt x="2245941" y="3455731"/>
                  </a:lnTo>
                  <a:lnTo>
                    <a:pt x="2271896" y="3443031"/>
                  </a:lnTo>
                  <a:close/>
                </a:path>
                <a:path w="6694170" h="6997065">
                  <a:moveTo>
                    <a:pt x="193482" y="3417631"/>
                  </a:moveTo>
                  <a:lnTo>
                    <a:pt x="216991" y="3455731"/>
                  </a:lnTo>
                  <a:lnTo>
                    <a:pt x="176282" y="3481131"/>
                  </a:lnTo>
                  <a:lnTo>
                    <a:pt x="152779" y="3443031"/>
                  </a:lnTo>
                  <a:lnTo>
                    <a:pt x="193482" y="3417631"/>
                  </a:lnTo>
                  <a:close/>
                </a:path>
                <a:path w="6694170" h="6997065">
                  <a:moveTo>
                    <a:pt x="1399851" y="3417631"/>
                  </a:moveTo>
                  <a:lnTo>
                    <a:pt x="1418947" y="3455731"/>
                  </a:lnTo>
                  <a:lnTo>
                    <a:pt x="1385873" y="3468431"/>
                  </a:lnTo>
                  <a:lnTo>
                    <a:pt x="1366776" y="3443031"/>
                  </a:lnTo>
                  <a:lnTo>
                    <a:pt x="1399851" y="3417631"/>
                  </a:lnTo>
                  <a:close/>
                </a:path>
                <a:path w="6694170" h="6997065">
                  <a:moveTo>
                    <a:pt x="527599" y="3404931"/>
                  </a:moveTo>
                  <a:lnTo>
                    <a:pt x="550226" y="3443031"/>
                  </a:lnTo>
                  <a:lnTo>
                    <a:pt x="511039" y="3468431"/>
                  </a:lnTo>
                  <a:lnTo>
                    <a:pt x="488418" y="3430331"/>
                  </a:lnTo>
                  <a:lnTo>
                    <a:pt x="527599" y="3404931"/>
                  </a:lnTo>
                  <a:close/>
                </a:path>
                <a:path w="6694170" h="6997065">
                  <a:moveTo>
                    <a:pt x="2605686" y="3430331"/>
                  </a:moveTo>
                  <a:lnTo>
                    <a:pt x="2618906" y="3443031"/>
                  </a:lnTo>
                  <a:lnTo>
                    <a:pt x="2596008" y="3455731"/>
                  </a:lnTo>
                  <a:lnTo>
                    <a:pt x="2582787" y="3443031"/>
                  </a:lnTo>
                  <a:lnTo>
                    <a:pt x="2605686" y="3430331"/>
                  </a:lnTo>
                  <a:close/>
                </a:path>
                <a:path w="6694170" h="6997065">
                  <a:moveTo>
                    <a:pt x="1733749" y="3404931"/>
                  </a:moveTo>
                  <a:lnTo>
                    <a:pt x="1751376" y="3430331"/>
                  </a:lnTo>
                  <a:lnTo>
                    <a:pt x="1720848" y="3455731"/>
                  </a:lnTo>
                  <a:lnTo>
                    <a:pt x="1703221" y="3417631"/>
                  </a:lnTo>
                  <a:lnTo>
                    <a:pt x="1733749" y="3404931"/>
                  </a:lnTo>
                  <a:close/>
                </a:path>
                <a:path w="6694170" h="6997065">
                  <a:moveTo>
                    <a:pt x="861704" y="3379531"/>
                  </a:moveTo>
                  <a:lnTo>
                    <a:pt x="883447" y="3417631"/>
                  </a:lnTo>
                  <a:lnTo>
                    <a:pt x="845789" y="3443031"/>
                  </a:lnTo>
                  <a:lnTo>
                    <a:pt x="824051" y="3404931"/>
                  </a:lnTo>
                  <a:lnTo>
                    <a:pt x="861704" y="3379531"/>
                  </a:lnTo>
                  <a:close/>
                </a:path>
                <a:path w="6694170" h="6997065">
                  <a:moveTo>
                    <a:pt x="2067647" y="3379531"/>
                  </a:moveTo>
                  <a:lnTo>
                    <a:pt x="2083805" y="3417631"/>
                  </a:lnTo>
                  <a:lnTo>
                    <a:pt x="2055818" y="3430331"/>
                  </a:lnTo>
                  <a:lnTo>
                    <a:pt x="2039660" y="3404931"/>
                  </a:lnTo>
                  <a:lnTo>
                    <a:pt x="2067647" y="3379531"/>
                  </a:lnTo>
                  <a:close/>
                </a:path>
                <a:path w="6694170" h="6997065">
                  <a:moveTo>
                    <a:pt x="1195720" y="3366831"/>
                  </a:moveTo>
                  <a:lnTo>
                    <a:pt x="1216285" y="3404931"/>
                  </a:lnTo>
                  <a:lnTo>
                    <a:pt x="1180658" y="3417631"/>
                  </a:lnTo>
                  <a:lnTo>
                    <a:pt x="1160093" y="3379531"/>
                  </a:lnTo>
                  <a:lnTo>
                    <a:pt x="1195720" y="3366831"/>
                  </a:lnTo>
                  <a:close/>
                </a:path>
                <a:path w="6694170" h="6997065">
                  <a:moveTo>
                    <a:pt x="0" y="3379531"/>
                  </a:moveTo>
                  <a:lnTo>
                    <a:pt x="13517" y="3404931"/>
                  </a:lnTo>
                  <a:lnTo>
                    <a:pt x="0" y="3417631"/>
                  </a:lnTo>
                  <a:lnTo>
                    <a:pt x="0" y="3379531"/>
                  </a:lnTo>
                  <a:close/>
                </a:path>
                <a:path w="6694170" h="6997065">
                  <a:moveTo>
                    <a:pt x="2401545" y="3366831"/>
                  </a:moveTo>
                  <a:lnTo>
                    <a:pt x="2416234" y="3392231"/>
                  </a:lnTo>
                  <a:lnTo>
                    <a:pt x="2390795" y="3404931"/>
                  </a:lnTo>
                  <a:lnTo>
                    <a:pt x="2376105" y="3379531"/>
                  </a:lnTo>
                  <a:lnTo>
                    <a:pt x="2401545" y="3366831"/>
                  </a:lnTo>
                  <a:close/>
                </a:path>
                <a:path w="6694170" h="6997065">
                  <a:moveTo>
                    <a:pt x="1529612" y="3341431"/>
                  </a:moveTo>
                  <a:lnTo>
                    <a:pt x="1548708" y="3379531"/>
                  </a:lnTo>
                  <a:lnTo>
                    <a:pt x="1515634" y="3404931"/>
                  </a:lnTo>
                  <a:lnTo>
                    <a:pt x="1496538" y="3366831"/>
                  </a:lnTo>
                  <a:lnTo>
                    <a:pt x="1529612" y="3341431"/>
                  </a:lnTo>
                  <a:close/>
                </a:path>
                <a:path w="6694170" h="6997065">
                  <a:moveTo>
                    <a:pt x="323351" y="3341431"/>
                  </a:moveTo>
                  <a:lnTo>
                    <a:pt x="347149" y="3392231"/>
                  </a:lnTo>
                  <a:lnTo>
                    <a:pt x="305931" y="3404931"/>
                  </a:lnTo>
                  <a:lnTo>
                    <a:pt x="282138" y="3366831"/>
                  </a:lnTo>
                  <a:lnTo>
                    <a:pt x="323351" y="3341431"/>
                  </a:lnTo>
                  <a:close/>
                </a:path>
                <a:path w="6694170" h="6997065">
                  <a:moveTo>
                    <a:pt x="657361" y="3328731"/>
                  </a:moveTo>
                  <a:lnTo>
                    <a:pt x="679981" y="3366831"/>
                  </a:lnTo>
                  <a:lnTo>
                    <a:pt x="640800" y="3392231"/>
                  </a:lnTo>
                  <a:lnTo>
                    <a:pt x="618174" y="3354131"/>
                  </a:lnTo>
                  <a:lnTo>
                    <a:pt x="657361" y="3328731"/>
                  </a:lnTo>
                  <a:close/>
                </a:path>
                <a:path w="6694170" h="6997065">
                  <a:moveTo>
                    <a:pt x="2735334" y="3354131"/>
                  </a:moveTo>
                  <a:lnTo>
                    <a:pt x="2748259" y="3366831"/>
                  </a:lnTo>
                  <a:lnTo>
                    <a:pt x="2725870" y="3379531"/>
                  </a:lnTo>
                  <a:lnTo>
                    <a:pt x="2712945" y="3366831"/>
                  </a:lnTo>
                  <a:lnTo>
                    <a:pt x="2735334" y="3354131"/>
                  </a:lnTo>
                  <a:close/>
                </a:path>
                <a:path w="6694170" h="6997065">
                  <a:moveTo>
                    <a:pt x="1863509" y="3328731"/>
                  </a:moveTo>
                  <a:lnTo>
                    <a:pt x="1881136" y="3354131"/>
                  </a:lnTo>
                  <a:lnTo>
                    <a:pt x="1850603" y="3379531"/>
                  </a:lnTo>
                  <a:lnTo>
                    <a:pt x="1832976" y="3341431"/>
                  </a:lnTo>
                  <a:lnTo>
                    <a:pt x="1863509" y="3328731"/>
                  </a:lnTo>
                  <a:close/>
                </a:path>
                <a:path w="6694170" h="6997065">
                  <a:moveTo>
                    <a:pt x="991466" y="3303331"/>
                  </a:moveTo>
                  <a:lnTo>
                    <a:pt x="1013209" y="3341431"/>
                  </a:lnTo>
                  <a:lnTo>
                    <a:pt x="975550" y="3366831"/>
                  </a:lnTo>
                  <a:lnTo>
                    <a:pt x="953813" y="3328731"/>
                  </a:lnTo>
                  <a:lnTo>
                    <a:pt x="991466" y="3303331"/>
                  </a:lnTo>
                  <a:close/>
                </a:path>
                <a:path w="6694170" h="6997065">
                  <a:moveTo>
                    <a:pt x="2197408" y="3316031"/>
                  </a:moveTo>
                  <a:lnTo>
                    <a:pt x="2213566" y="3341431"/>
                  </a:lnTo>
                  <a:lnTo>
                    <a:pt x="2185580" y="3354131"/>
                  </a:lnTo>
                  <a:lnTo>
                    <a:pt x="2169421" y="3328731"/>
                  </a:lnTo>
                  <a:lnTo>
                    <a:pt x="2197408" y="3316031"/>
                  </a:lnTo>
                  <a:close/>
                </a:path>
                <a:path w="6694170" h="6997065">
                  <a:moveTo>
                    <a:pt x="118994" y="3290631"/>
                  </a:moveTo>
                  <a:lnTo>
                    <a:pt x="143675" y="3328731"/>
                  </a:lnTo>
                  <a:lnTo>
                    <a:pt x="100929" y="3354131"/>
                  </a:lnTo>
                  <a:lnTo>
                    <a:pt x="76253" y="3316031"/>
                  </a:lnTo>
                  <a:lnTo>
                    <a:pt x="118994" y="3290631"/>
                  </a:lnTo>
                  <a:close/>
                </a:path>
                <a:path w="6694170" h="6997065">
                  <a:moveTo>
                    <a:pt x="1325475" y="3290631"/>
                  </a:moveTo>
                  <a:lnTo>
                    <a:pt x="1346039" y="3328731"/>
                  </a:lnTo>
                  <a:lnTo>
                    <a:pt x="1310418" y="3341431"/>
                  </a:lnTo>
                  <a:lnTo>
                    <a:pt x="1289854" y="3316031"/>
                  </a:lnTo>
                  <a:lnTo>
                    <a:pt x="1325475" y="3290631"/>
                  </a:lnTo>
                  <a:close/>
                </a:path>
                <a:path w="6694170" h="6997065">
                  <a:moveTo>
                    <a:pt x="453111" y="3265231"/>
                  </a:moveTo>
                  <a:lnTo>
                    <a:pt x="476910" y="3316031"/>
                  </a:lnTo>
                  <a:lnTo>
                    <a:pt x="435691" y="3341431"/>
                  </a:lnTo>
                  <a:lnTo>
                    <a:pt x="411899" y="3290631"/>
                  </a:lnTo>
                  <a:lnTo>
                    <a:pt x="453111" y="3265231"/>
                  </a:lnTo>
                  <a:close/>
                </a:path>
                <a:path w="6694170" h="6997065">
                  <a:moveTo>
                    <a:pt x="2531304" y="3290631"/>
                  </a:moveTo>
                  <a:lnTo>
                    <a:pt x="2545993" y="3316031"/>
                  </a:lnTo>
                  <a:lnTo>
                    <a:pt x="2520553" y="3328731"/>
                  </a:lnTo>
                  <a:lnTo>
                    <a:pt x="2505864" y="3303331"/>
                  </a:lnTo>
                  <a:lnTo>
                    <a:pt x="2531304" y="3290631"/>
                  </a:lnTo>
                  <a:close/>
                </a:path>
                <a:path w="6694170" h="6997065">
                  <a:moveTo>
                    <a:pt x="1659373" y="3277931"/>
                  </a:moveTo>
                  <a:lnTo>
                    <a:pt x="1678469" y="3303331"/>
                  </a:lnTo>
                  <a:lnTo>
                    <a:pt x="1645394" y="3328731"/>
                  </a:lnTo>
                  <a:lnTo>
                    <a:pt x="1626293" y="3290631"/>
                  </a:lnTo>
                  <a:lnTo>
                    <a:pt x="1659373" y="3277931"/>
                  </a:lnTo>
                  <a:close/>
                </a:path>
                <a:path w="6694170" h="6997065">
                  <a:moveTo>
                    <a:pt x="787221" y="3252531"/>
                  </a:moveTo>
                  <a:lnTo>
                    <a:pt x="810138" y="3290631"/>
                  </a:lnTo>
                  <a:lnTo>
                    <a:pt x="770448" y="3316031"/>
                  </a:lnTo>
                  <a:lnTo>
                    <a:pt x="747531" y="3277931"/>
                  </a:lnTo>
                  <a:lnTo>
                    <a:pt x="787221" y="3252531"/>
                  </a:lnTo>
                  <a:close/>
                </a:path>
                <a:path w="6694170" h="6997065">
                  <a:moveTo>
                    <a:pt x="1993164" y="3252531"/>
                  </a:moveTo>
                  <a:lnTo>
                    <a:pt x="2010495" y="3277931"/>
                  </a:lnTo>
                  <a:lnTo>
                    <a:pt x="1980471" y="3303331"/>
                  </a:lnTo>
                  <a:lnTo>
                    <a:pt x="1963140" y="3265231"/>
                  </a:lnTo>
                  <a:lnTo>
                    <a:pt x="1993164" y="3252531"/>
                  </a:lnTo>
                  <a:close/>
                </a:path>
                <a:path w="6694170" h="6997065">
                  <a:moveTo>
                    <a:pt x="1121226" y="3227131"/>
                  </a:moveTo>
                  <a:lnTo>
                    <a:pt x="1142970" y="3265231"/>
                  </a:lnTo>
                  <a:lnTo>
                    <a:pt x="1105311" y="3290631"/>
                  </a:lnTo>
                  <a:lnTo>
                    <a:pt x="1083573" y="3252531"/>
                  </a:lnTo>
                  <a:lnTo>
                    <a:pt x="1121226" y="3227131"/>
                  </a:lnTo>
                  <a:close/>
                </a:path>
                <a:path w="6694170" h="6997065">
                  <a:moveTo>
                    <a:pt x="2327056" y="3239831"/>
                  </a:moveTo>
                  <a:lnTo>
                    <a:pt x="2342925" y="3265231"/>
                  </a:lnTo>
                  <a:lnTo>
                    <a:pt x="2315442" y="3277931"/>
                  </a:lnTo>
                  <a:lnTo>
                    <a:pt x="2299579" y="3252531"/>
                  </a:lnTo>
                  <a:lnTo>
                    <a:pt x="2327056" y="3239831"/>
                  </a:lnTo>
                  <a:close/>
                </a:path>
                <a:path w="6694170" h="6997065">
                  <a:moveTo>
                    <a:pt x="248868" y="3214431"/>
                  </a:moveTo>
                  <a:lnTo>
                    <a:pt x="273840" y="3252531"/>
                  </a:lnTo>
                  <a:lnTo>
                    <a:pt x="230590" y="3277931"/>
                  </a:lnTo>
                  <a:lnTo>
                    <a:pt x="205618" y="3239831"/>
                  </a:lnTo>
                  <a:lnTo>
                    <a:pt x="248868" y="3214431"/>
                  </a:lnTo>
                  <a:close/>
                </a:path>
                <a:path w="6694170" h="6997065">
                  <a:moveTo>
                    <a:pt x="1455230" y="3214431"/>
                  </a:moveTo>
                  <a:lnTo>
                    <a:pt x="1475795" y="3252531"/>
                  </a:lnTo>
                  <a:lnTo>
                    <a:pt x="1440180" y="3265231"/>
                  </a:lnTo>
                  <a:lnTo>
                    <a:pt x="1419615" y="3239831"/>
                  </a:lnTo>
                  <a:lnTo>
                    <a:pt x="1455230" y="3214431"/>
                  </a:lnTo>
                  <a:close/>
                </a:path>
                <a:path w="6694170" h="6997065">
                  <a:moveTo>
                    <a:pt x="582979" y="3189031"/>
                  </a:moveTo>
                  <a:lnTo>
                    <a:pt x="607074" y="3239831"/>
                  </a:lnTo>
                  <a:lnTo>
                    <a:pt x="565346" y="3265231"/>
                  </a:lnTo>
                  <a:lnTo>
                    <a:pt x="541251" y="3214431"/>
                  </a:lnTo>
                  <a:lnTo>
                    <a:pt x="582979" y="3189031"/>
                  </a:lnTo>
                  <a:close/>
                </a:path>
                <a:path w="6694170" h="6997065">
                  <a:moveTo>
                    <a:pt x="2660846" y="3214431"/>
                  </a:moveTo>
                  <a:lnTo>
                    <a:pt x="2674949" y="3239831"/>
                  </a:lnTo>
                  <a:lnTo>
                    <a:pt x="2650528" y="3252531"/>
                  </a:lnTo>
                  <a:lnTo>
                    <a:pt x="2636425" y="3227131"/>
                  </a:lnTo>
                  <a:lnTo>
                    <a:pt x="2660846" y="3214431"/>
                  </a:lnTo>
                  <a:close/>
                </a:path>
                <a:path w="6694170" h="6997065">
                  <a:moveTo>
                    <a:pt x="1789021" y="3201731"/>
                  </a:moveTo>
                  <a:lnTo>
                    <a:pt x="1807827" y="3227131"/>
                  </a:lnTo>
                  <a:lnTo>
                    <a:pt x="1775256" y="3252531"/>
                  </a:lnTo>
                  <a:lnTo>
                    <a:pt x="1756456" y="3214431"/>
                  </a:lnTo>
                  <a:lnTo>
                    <a:pt x="1789021" y="3201731"/>
                  </a:lnTo>
                  <a:close/>
                </a:path>
                <a:path w="6694170" h="6997065">
                  <a:moveTo>
                    <a:pt x="916983" y="3176331"/>
                  </a:moveTo>
                  <a:lnTo>
                    <a:pt x="939900" y="3214431"/>
                  </a:lnTo>
                  <a:lnTo>
                    <a:pt x="900210" y="3239831"/>
                  </a:lnTo>
                  <a:lnTo>
                    <a:pt x="877293" y="3201731"/>
                  </a:lnTo>
                  <a:lnTo>
                    <a:pt x="916983" y="3176331"/>
                  </a:lnTo>
                  <a:close/>
                </a:path>
                <a:path w="6694170" h="6997065">
                  <a:moveTo>
                    <a:pt x="2122813" y="3176331"/>
                  </a:moveTo>
                  <a:lnTo>
                    <a:pt x="2139853" y="3214431"/>
                  </a:lnTo>
                  <a:lnTo>
                    <a:pt x="2110338" y="3227131"/>
                  </a:lnTo>
                  <a:lnTo>
                    <a:pt x="2093298" y="3201731"/>
                  </a:lnTo>
                  <a:lnTo>
                    <a:pt x="2122813" y="3176331"/>
                  </a:lnTo>
                  <a:close/>
                </a:path>
                <a:path w="6694170" h="6997065">
                  <a:moveTo>
                    <a:pt x="44731" y="3150931"/>
                  </a:moveTo>
                  <a:lnTo>
                    <a:pt x="71171" y="3201731"/>
                  </a:lnTo>
                  <a:lnTo>
                    <a:pt x="25374" y="3227131"/>
                  </a:lnTo>
                  <a:lnTo>
                    <a:pt x="0" y="3189031"/>
                  </a:lnTo>
                  <a:lnTo>
                    <a:pt x="44731" y="3150931"/>
                  </a:lnTo>
                  <a:close/>
                </a:path>
                <a:path w="6694170" h="6997065">
                  <a:moveTo>
                    <a:pt x="1250986" y="3163631"/>
                  </a:moveTo>
                  <a:lnTo>
                    <a:pt x="1272724" y="3201731"/>
                  </a:lnTo>
                  <a:lnTo>
                    <a:pt x="1235071" y="3214431"/>
                  </a:lnTo>
                  <a:lnTo>
                    <a:pt x="1213328" y="3176331"/>
                  </a:lnTo>
                  <a:lnTo>
                    <a:pt x="1250986" y="3163631"/>
                  </a:lnTo>
                  <a:close/>
                </a:path>
                <a:path w="6694170" h="6997065">
                  <a:moveTo>
                    <a:pt x="2456709" y="3163631"/>
                  </a:moveTo>
                  <a:lnTo>
                    <a:pt x="2472281" y="3189031"/>
                  </a:lnTo>
                  <a:lnTo>
                    <a:pt x="2445313" y="3201731"/>
                  </a:lnTo>
                  <a:lnTo>
                    <a:pt x="2429741" y="3176331"/>
                  </a:lnTo>
                  <a:lnTo>
                    <a:pt x="2456709" y="3163631"/>
                  </a:lnTo>
                  <a:close/>
                </a:path>
                <a:path w="6694170" h="6997065">
                  <a:moveTo>
                    <a:pt x="1584884" y="3138231"/>
                  </a:moveTo>
                  <a:lnTo>
                    <a:pt x="1605153" y="3176331"/>
                  </a:lnTo>
                  <a:lnTo>
                    <a:pt x="1570041" y="3201731"/>
                  </a:lnTo>
                  <a:lnTo>
                    <a:pt x="1549772" y="3163631"/>
                  </a:lnTo>
                  <a:lnTo>
                    <a:pt x="1584884" y="3138231"/>
                  </a:lnTo>
                  <a:close/>
                </a:path>
                <a:path w="6694170" h="6997065">
                  <a:moveTo>
                    <a:pt x="378729" y="3138231"/>
                  </a:moveTo>
                  <a:lnTo>
                    <a:pt x="403997" y="3176331"/>
                  </a:lnTo>
                  <a:lnTo>
                    <a:pt x="360238" y="3201731"/>
                  </a:lnTo>
                  <a:lnTo>
                    <a:pt x="334970" y="3163631"/>
                  </a:lnTo>
                  <a:lnTo>
                    <a:pt x="378729" y="3138231"/>
                  </a:lnTo>
                  <a:close/>
                </a:path>
                <a:path w="6694170" h="6997065">
                  <a:moveTo>
                    <a:pt x="712845" y="3125531"/>
                  </a:moveTo>
                  <a:lnTo>
                    <a:pt x="737231" y="3163631"/>
                  </a:lnTo>
                  <a:lnTo>
                    <a:pt x="694993" y="3189031"/>
                  </a:lnTo>
                  <a:lnTo>
                    <a:pt x="670608" y="3138231"/>
                  </a:lnTo>
                  <a:lnTo>
                    <a:pt x="712845" y="3125531"/>
                  </a:lnTo>
                  <a:close/>
                </a:path>
                <a:path w="6694170" h="6997065">
                  <a:moveTo>
                    <a:pt x="1918782" y="3125531"/>
                  </a:moveTo>
                  <a:lnTo>
                    <a:pt x="1937582" y="3150931"/>
                  </a:lnTo>
                  <a:lnTo>
                    <a:pt x="1905017" y="3176331"/>
                  </a:lnTo>
                  <a:lnTo>
                    <a:pt x="1886217" y="3138231"/>
                  </a:lnTo>
                  <a:lnTo>
                    <a:pt x="1918782" y="3125531"/>
                  </a:lnTo>
                  <a:close/>
                </a:path>
                <a:path w="6694170" h="6997065">
                  <a:moveTo>
                    <a:pt x="1046738" y="3100131"/>
                  </a:moveTo>
                  <a:lnTo>
                    <a:pt x="1069655" y="3138231"/>
                  </a:lnTo>
                  <a:lnTo>
                    <a:pt x="1029970" y="3163631"/>
                  </a:lnTo>
                  <a:lnTo>
                    <a:pt x="1007054" y="3125531"/>
                  </a:lnTo>
                  <a:lnTo>
                    <a:pt x="1046738" y="3100131"/>
                  </a:lnTo>
                  <a:close/>
                </a:path>
                <a:path w="6694170" h="6997065">
                  <a:moveTo>
                    <a:pt x="2252462" y="3100131"/>
                  </a:moveTo>
                  <a:lnTo>
                    <a:pt x="2269212" y="3138231"/>
                  </a:lnTo>
                  <a:lnTo>
                    <a:pt x="2240207" y="3150931"/>
                  </a:lnTo>
                  <a:lnTo>
                    <a:pt x="2223463" y="3125531"/>
                  </a:lnTo>
                  <a:lnTo>
                    <a:pt x="2252462" y="3100131"/>
                  </a:lnTo>
                  <a:close/>
                </a:path>
                <a:path w="6694170" h="6997065">
                  <a:moveTo>
                    <a:pt x="174593" y="3087431"/>
                  </a:moveTo>
                  <a:lnTo>
                    <a:pt x="201329" y="3125531"/>
                  </a:lnTo>
                  <a:lnTo>
                    <a:pt x="155023" y="3150931"/>
                  </a:lnTo>
                  <a:lnTo>
                    <a:pt x="128286" y="3112831"/>
                  </a:lnTo>
                  <a:lnTo>
                    <a:pt x="174593" y="3087431"/>
                  </a:lnTo>
                  <a:close/>
                </a:path>
                <a:path w="6694170" h="6997065">
                  <a:moveTo>
                    <a:pt x="1380748" y="3087431"/>
                  </a:moveTo>
                  <a:lnTo>
                    <a:pt x="1402485" y="3125531"/>
                  </a:lnTo>
                  <a:lnTo>
                    <a:pt x="1364832" y="3138231"/>
                  </a:lnTo>
                  <a:lnTo>
                    <a:pt x="1343089" y="3100131"/>
                  </a:lnTo>
                  <a:lnTo>
                    <a:pt x="1380748" y="3087431"/>
                  </a:lnTo>
                  <a:close/>
                </a:path>
                <a:path w="6694170" h="6997065">
                  <a:moveTo>
                    <a:pt x="508603" y="3062031"/>
                  </a:moveTo>
                  <a:lnTo>
                    <a:pt x="534161" y="3112831"/>
                  </a:lnTo>
                  <a:lnTo>
                    <a:pt x="489886" y="3138231"/>
                  </a:lnTo>
                  <a:lnTo>
                    <a:pt x="464328" y="3087431"/>
                  </a:lnTo>
                  <a:lnTo>
                    <a:pt x="508603" y="3062031"/>
                  </a:lnTo>
                  <a:close/>
                </a:path>
                <a:path w="6694170" h="6997065">
                  <a:moveTo>
                    <a:pt x="2586464" y="3087431"/>
                  </a:moveTo>
                  <a:lnTo>
                    <a:pt x="2602036" y="3112831"/>
                  </a:lnTo>
                  <a:lnTo>
                    <a:pt x="2575068" y="3125531"/>
                  </a:lnTo>
                  <a:lnTo>
                    <a:pt x="2559496" y="3100131"/>
                  </a:lnTo>
                  <a:lnTo>
                    <a:pt x="2586464" y="3087431"/>
                  </a:lnTo>
                  <a:close/>
                </a:path>
                <a:path w="6694170" h="6997065">
                  <a:moveTo>
                    <a:pt x="1714639" y="3062031"/>
                  </a:moveTo>
                  <a:lnTo>
                    <a:pt x="1734914" y="3100131"/>
                  </a:lnTo>
                  <a:lnTo>
                    <a:pt x="1699802" y="3125531"/>
                  </a:lnTo>
                  <a:lnTo>
                    <a:pt x="1679527" y="3087431"/>
                  </a:lnTo>
                  <a:lnTo>
                    <a:pt x="1714639" y="3062031"/>
                  </a:lnTo>
                  <a:close/>
                </a:path>
                <a:path w="6694170" h="6997065">
                  <a:moveTo>
                    <a:pt x="842607" y="3049331"/>
                  </a:moveTo>
                  <a:lnTo>
                    <a:pt x="866987" y="3087431"/>
                  </a:lnTo>
                  <a:lnTo>
                    <a:pt x="824755" y="3112831"/>
                  </a:lnTo>
                  <a:lnTo>
                    <a:pt x="800370" y="3074731"/>
                  </a:lnTo>
                  <a:lnTo>
                    <a:pt x="842607" y="3049331"/>
                  </a:lnTo>
                  <a:close/>
                </a:path>
                <a:path w="6694170" h="6997065">
                  <a:moveTo>
                    <a:pt x="2048431" y="3049331"/>
                  </a:moveTo>
                  <a:lnTo>
                    <a:pt x="2066940" y="3074731"/>
                  </a:lnTo>
                  <a:lnTo>
                    <a:pt x="2034879" y="3100131"/>
                  </a:lnTo>
                  <a:lnTo>
                    <a:pt x="2016375" y="3062031"/>
                  </a:lnTo>
                  <a:lnTo>
                    <a:pt x="2048431" y="3049331"/>
                  </a:lnTo>
                  <a:close/>
                </a:path>
                <a:path w="6694170" h="6997065">
                  <a:moveTo>
                    <a:pt x="1176498" y="3023931"/>
                  </a:moveTo>
                  <a:lnTo>
                    <a:pt x="1199415" y="3062031"/>
                  </a:lnTo>
                  <a:lnTo>
                    <a:pt x="1159725" y="3087431"/>
                  </a:lnTo>
                  <a:lnTo>
                    <a:pt x="1136808" y="3049331"/>
                  </a:lnTo>
                  <a:lnTo>
                    <a:pt x="1176498" y="3023931"/>
                  </a:lnTo>
                  <a:close/>
                </a:path>
                <a:path w="6694170" h="6997065">
                  <a:moveTo>
                    <a:pt x="2382114" y="3036631"/>
                  </a:moveTo>
                  <a:lnTo>
                    <a:pt x="2398562" y="3062031"/>
                  </a:lnTo>
                  <a:lnTo>
                    <a:pt x="2370072" y="3074731"/>
                  </a:lnTo>
                  <a:lnTo>
                    <a:pt x="2353617" y="3049331"/>
                  </a:lnTo>
                  <a:lnTo>
                    <a:pt x="2382114" y="3036631"/>
                  </a:lnTo>
                  <a:close/>
                </a:path>
                <a:path w="6694170" h="6997065">
                  <a:moveTo>
                    <a:pt x="304460" y="3011231"/>
                  </a:moveTo>
                  <a:lnTo>
                    <a:pt x="331487" y="3049331"/>
                  </a:lnTo>
                  <a:lnTo>
                    <a:pt x="284671" y="3074731"/>
                  </a:lnTo>
                  <a:lnTo>
                    <a:pt x="257644" y="3036631"/>
                  </a:lnTo>
                  <a:lnTo>
                    <a:pt x="304460" y="3011231"/>
                  </a:lnTo>
                  <a:close/>
                </a:path>
                <a:path w="6694170" h="6997065">
                  <a:moveTo>
                    <a:pt x="1510503" y="3011231"/>
                  </a:moveTo>
                  <a:lnTo>
                    <a:pt x="1532240" y="3049331"/>
                  </a:lnTo>
                  <a:lnTo>
                    <a:pt x="1494587" y="3062031"/>
                  </a:lnTo>
                  <a:lnTo>
                    <a:pt x="1472844" y="3023931"/>
                  </a:lnTo>
                  <a:lnTo>
                    <a:pt x="1510503" y="3011231"/>
                  </a:lnTo>
                  <a:close/>
                </a:path>
                <a:path w="6694170" h="6997065">
                  <a:moveTo>
                    <a:pt x="638464" y="2985831"/>
                  </a:moveTo>
                  <a:lnTo>
                    <a:pt x="664318" y="3036631"/>
                  </a:lnTo>
                  <a:lnTo>
                    <a:pt x="619540" y="3062031"/>
                  </a:lnTo>
                  <a:lnTo>
                    <a:pt x="593686" y="3011231"/>
                  </a:lnTo>
                  <a:lnTo>
                    <a:pt x="638464" y="2985831"/>
                  </a:lnTo>
                  <a:close/>
                </a:path>
                <a:path w="6694170" h="6997065">
                  <a:moveTo>
                    <a:pt x="1844294" y="2985831"/>
                  </a:moveTo>
                  <a:lnTo>
                    <a:pt x="1864273" y="3023931"/>
                  </a:lnTo>
                  <a:lnTo>
                    <a:pt x="1829670" y="3049331"/>
                  </a:lnTo>
                  <a:lnTo>
                    <a:pt x="1809692" y="3011231"/>
                  </a:lnTo>
                  <a:lnTo>
                    <a:pt x="1844294" y="2985831"/>
                  </a:lnTo>
                  <a:close/>
                </a:path>
                <a:path w="6694170" h="6997065">
                  <a:moveTo>
                    <a:pt x="972362" y="2973131"/>
                  </a:moveTo>
                  <a:lnTo>
                    <a:pt x="996741" y="3011231"/>
                  </a:lnTo>
                  <a:lnTo>
                    <a:pt x="954510" y="3036631"/>
                  </a:lnTo>
                  <a:lnTo>
                    <a:pt x="930131" y="2998531"/>
                  </a:lnTo>
                  <a:lnTo>
                    <a:pt x="972362" y="2973131"/>
                  </a:lnTo>
                  <a:close/>
                </a:path>
                <a:path w="6694170" h="6997065">
                  <a:moveTo>
                    <a:pt x="2178086" y="2973131"/>
                  </a:moveTo>
                  <a:lnTo>
                    <a:pt x="2196299" y="2998531"/>
                  </a:lnTo>
                  <a:lnTo>
                    <a:pt x="2164753" y="3023931"/>
                  </a:lnTo>
                  <a:lnTo>
                    <a:pt x="2146534" y="2985831"/>
                  </a:lnTo>
                  <a:lnTo>
                    <a:pt x="2178086" y="2973131"/>
                  </a:lnTo>
                  <a:close/>
                </a:path>
                <a:path w="6694170" h="6997065">
                  <a:moveTo>
                    <a:pt x="100211" y="2947731"/>
                  </a:moveTo>
                  <a:lnTo>
                    <a:pt x="128417" y="2998531"/>
                  </a:lnTo>
                  <a:lnTo>
                    <a:pt x="79569" y="3023931"/>
                  </a:lnTo>
                  <a:lnTo>
                    <a:pt x="51364" y="2973131"/>
                  </a:lnTo>
                  <a:lnTo>
                    <a:pt x="100211" y="2947731"/>
                  </a:lnTo>
                  <a:close/>
                </a:path>
                <a:path w="6694170" h="6997065">
                  <a:moveTo>
                    <a:pt x="1306259" y="2947731"/>
                  </a:moveTo>
                  <a:lnTo>
                    <a:pt x="1329176" y="2985831"/>
                  </a:lnTo>
                  <a:lnTo>
                    <a:pt x="1289480" y="3011231"/>
                  </a:lnTo>
                  <a:lnTo>
                    <a:pt x="1266563" y="2973131"/>
                  </a:lnTo>
                  <a:lnTo>
                    <a:pt x="1306259" y="2947731"/>
                  </a:lnTo>
                  <a:close/>
                </a:path>
                <a:path w="6694170" h="6997065">
                  <a:moveTo>
                    <a:pt x="434327" y="2935031"/>
                  </a:moveTo>
                  <a:lnTo>
                    <a:pt x="461650" y="2973131"/>
                  </a:lnTo>
                  <a:lnTo>
                    <a:pt x="414325" y="3011231"/>
                  </a:lnTo>
                  <a:lnTo>
                    <a:pt x="387002" y="2960431"/>
                  </a:lnTo>
                  <a:lnTo>
                    <a:pt x="434327" y="2935031"/>
                  </a:lnTo>
                  <a:close/>
                </a:path>
                <a:path w="6694170" h="6997065">
                  <a:moveTo>
                    <a:pt x="2511875" y="2960431"/>
                  </a:moveTo>
                  <a:lnTo>
                    <a:pt x="2528323" y="2985831"/>
                  </a:lnTo>
                  <a:lnTo>
                    <a:pt x="2499827" y="2998531"/>
                  </a:lnTo>
                  <a:lnTo>
                    <a:pt x="2483379" y="2973131"/>
                  </a:lnTo>
                  <a:lnTo>
                    <a:pt x="2511875" y="2960431"/>
                  </a:lnTo>
                  <a:close/>
                </a:path>
                <a:path w="6694170" h="6997065">
                  <a:moveTo>
                    <a:pt x="1640151" y="2935031"/>
                  </a:moveTo>
                  <a:lnTo>
                    <a:pt x="1661598" y="2973131"/>
                  </a:lnTo>
                  <a:lnTo>
                    <a:pt x="1624455" y="2998531"/>
                  </a:lnTo>
                  <a:lnTo>
                    <a:pt x="1603008" y="2960431"/>
                  </a:lnTo>
                  <a:lnTo>
                    <a:pt x="1640151" y="2935031"/>
                  </a:lnTo>
                  <a:close/>
                </a:path>
                <a:path w="6694170" h="6997065">
                  <a:moveTo>
                    <a:pt x="768225" y="2909631"/>
                  </a:moveTo>
                  <a:lnTo>
                    <a:pt x="794080" y="2960431"/>
                  </a:lnTo>
                  <a:lnTo>
                    <a:pt x="749302" y="2985831"/>
                  </a:lnTo>
                  <a:lnTo>
                    <a:pt x="723447" y="2935031"/>
                  </a:lnTo>
                  <a:lnTo>
                    <a:pt x="768225" y="2909631"/>
                  </a:lnTo>
                  <a:close/>
                </a:path>
                <a:path w="6694170" h="6997065">
                  <a:moveTo>
                    <a:pt x="1973943" y="2922331"/>
                  </a:moveTo>
                  <a:lnTo>
                    <a:pt x="1993625" y="2947731"/>
                  </a:lnTo>
                  <a:lnTo>
                    <a:pt x="1959538" y="2973131"/>
                  </a:lnTo>
                  <a:lnTo>
                    <a:pt x="1939850" y="2935031"/>
                  </a:lnTo>
                  <a:lnTo>
                    <a:pt x="1973943" y="2922331"/>
                  </a:lnTo>
                  <a:close/>
                </a:path>
                <a:path w="6694170" h="6997065">
                  <a:moveTo>
                    <a:pt x="1102122" y="2896931"/>
                  </a:moveTo>
                  <a:lnTo>
                    <a:pt x="1126502" y="2935031"/>
                  </a:lnTo>
                  <a:lnTo>
                    <a:pt x="1084265" y="2960431"/>
                  </a:lnTo>
                  <a:lnTo>
                    <a:pt x="1059885" y="2922331"/>
                  </a:lnTo>
                  <a:lnTo>
                    <a:pt x="1102122" y="2896931"/>
                  </a:lnTo>
                  <a:close/>
                </a:path>
                <a:path w="6694170" h="6997065">
                  <a:moveTo>
                    <a:pt x="2307732" y="2896931"/>
                  </a:moveTo>
                  <a:lnTo>
                    <a:pt x="2325655" y="2935031"/>
                  </a:lnTo>
                  <a:lnTo>
                    <a:pt x="2294612" y="2947731"/>
                  </a:lnTo>
                  <a:lnTo>
                    <a:pt x="2276695" y="2922331"/>
                  </a:lnTo>
                  <a:lnTo>
                    <a:pt x="2307732" y="2896931"/>
                  </a:lnTo>
                  <a:close/>
                </a:path>
                <a:path w="6694170" h="6997065">
                  <a:moveTo>
                    <a:pt x="230084" y="2871531"/>
                  </a:moveTo>
                  <a:lnTo>
                    <a:pt x="258580" y="2922331"/>
                  </a:lnTo>
                  <a:lnTo>
                    <a:pt x="209218" y="2947731"/>
                  </a:lnTo>
                  <a:lnTo>
                    <a:pt x="180722" y="2909631"/>
                  </a:lnTo>
                  <a:lnTo>
                    <a:pt x="230084" y="2871531"/>
                  </a:lnTo>
                  <a:close/>
                </a:path>
                <a:path w="6694170" h="6997065">
                  <a:moveTo>
                    <a:pt x="1436020" y="2871531"/>
                  </a:moveTo>
                  <a:lnTo>
                    <a:pt x="1458937" y="2922331"/>
                  </a:lnTo>
                  <a:lnTo>
                    <a:pt x="1419241" y="2935031"/>
                  </a:lnTo>
                  <a:lnTo>
                    <a:pt x="1396324" y="2896931"/>
                  </a:lnTo>
                  <a:lnTo>
                    <a:pt x="1436020" y="2871531"/>
                  </a:lnTo>
                  <a:close/>
                </a:path>
                <a:path w="6694170" h="6997065">
                  <a:moveTo>
                    <a:pt x="564088" y="2858831"/>
                  </a:moveTo>
                  <a:lnTo>
                    <a:pt x="591411" y="2909631"/>
                  </a:lnTo>
                  <a:lnTo>
                    <a:pt x="544085" y="2935031"/>
                  </a:lnTo>
                  <a:lnTo>
                    <a:pt x="516762" y="2884231"/>
                  </a:lnTo>
                  <a:lnTo>
                    <a:pt x="564088" y="2858831"/>
                  </a:lnTo>
                  <a:close/>
                </a:path>
                <a:path w="6694170" h="6997065">
                  <a:moveTo>
                    <a:pt x="1769912" y="2858831"/>
                  </a:moveTo>
                  <a:lnTo>
                    <a:pt x="1791360" y="2896931"/>
                  </a:lnTo>
                  <a:lnTo>
                    <a:pt x="1754210" y="2922331"/>
                  </a:lnTo>
                  <a:lnTo>
                    <a:pt x="1732763" y="2884231"/>
                  </a:lnTo>
                  <a:lnTo>
                    <a:pt x="1769912" y="2858831"/>
                  </a:lnTo>
                  <a:close/>
                </a:path>
                <a:path w="6694170" h="6997065">
                  <a:moveTo>
                    <a:pt x="897980" y="2833431"/>
                  </a:moveTo>
                  <a:lnTo>
                    <a:pt x="923835" y="2884231"/>
                  </a:lnTo>
                  <a:lnTo>
                    <a:pt x="879062" y="2909631"/>
                  </a:lnTo>
                  <a:lnTo>
                    <a:pt x="853208" y="2858831"/>
                  </a:lnTo>
                  <a:lnTo>
                    <a:pt x="897980" y="2833431"/>
                  </a:lnTo>
                  <a:close/>
                </a:path>
                <a:path w="6694170" h="6997065">
                  <a:moveTo>
                    <a:pt x="2103597" y="2846131"/>
                  </a:moveTo>
                  <a:lnTo>
                    <a:pt x="2122990" y="2871531"/>
                  </a:lnTo>
                  <a:lnTo>
                    <a:pt x="2089400" y="2896931"/>
                  </a:lnTo>
                  <a:lnTo>
                    <a:pt x="2070013" y="2858831"/>
                  </a:lnTo>
                  <a:lnTo>
                    <a:pt x="2103597" y="2846131"/>
                  </a:lnTo>
                  <a:close/>
                </a:path>
                <a:path w="6694170" h="6997065">
                  <a:moveTo>
                    <a:pt x="25835" y="2820731"/>
                  </a:moveTo>
                  <a:lnTo>
                    <a:pt x="55503" y="2871531"/>
                  </a:lnTo>
                  <a:lnTo>
                    <a:pt x="4115" y="2896931"/>
                  </a:lnTo>
                  <a:lnTo>
                    <a:pt x="0" y="2896931"/>
                  </a:lnTo>
                  <a:lnTo>
                    <a:pt x="0" y="2833431"/>
                  </a:lnTo>
                  <a:lnTo>
                    <a:pt x="25835" y="2820731"/>
                  </a:lnTo>
                  <a:close/>
                </a:path>
                <a:path w="6694170" h="6997065">
                  <a:moveTo>
                    <a:pt x="1231883" y="2820731"/>
                  </a:moveTo>
                  <a:lnTo>
                    <a:pt x="1256263" y="2858831"/>
                  </a:lnTo>
                  <a:lnTo>
                    <a:pt x="1214026" y="2884231"/>
                  </a:lnTo>
                  <a:lnTo>
                    <a:pt x="1189646" y="2846131"/>
                  </a:lnTo>
                  <a:lnTo>
                    <a:pt x="1231883" y="2820731"/>
                  </a:lnTo>
                  <a:close/>
                </a:path>
                <a:path w="6694170" h="6997065">
                  <a:moveTo>
                    <a:pt x="359946" y="2795331"/>
                  </a:moveTo>
                  <a:lnTo>
                    <a:pt x="388738" y="2846131"/>
                  </a:lnTo>
                  <a:lnTo>
                    <a:pt x="338871" y="2884231"/>
                  </a:lnTo>
                  <a:lnTo>
                    <a:pt x="310079" y="2833431"/>
                  </a:lnTo>
                  <a:lnTo>
                    <a:pt x="359946" y="2795331"/>
                  </a:lnTo>
                  <a:close/>
                </a:path>
                <a:path w="6694170" h="6997065">
                  <a:moveTo>
                    <a:pt x="2437381" y="2820731"/>
                  </a:moveTo>
                  <a:lnTo>
                    <a:pt x="2455014" y="2858831"/>
                  </a:lnTo>
                  <a:lnTo>
                    <a:pt x="2424481" y="2871531"/>
                  </a:lnTo>
                  <a:lnTo>
                    <a:pt x="2406854" y="2846131"/>
                  </a:lnTo>
                  <a:lnTo>
                    <a:pt x="2437381" y="2820731"/>
                  </a:lnTo>
                  <a:close/>
                </a:path>
                <a:path w="6694170" h="6997065">
                  <a:moveTo>
                    <a:pt x="1565669" y="2808031"/>
                  </a:moveTo>
                  <a:lnTo>
                    <a:pt x="1588295" y="2846131"/>
                  </a:lnTo>
                  <a:lnTo>
                    <a:pt x="1549108" y="2858831"/>
                  </a:lnTo>
                  <a:lnTo>
                    <a:pt x="1526487" y="2820731"/>
                  </a:lnTo>
                  <a:lnTo>
                    <a:pt x="1565669" y="2808031"/>
                  </a:lnTo>
                  <a:close/>
                </a:path>
                <a:path w="6694170" h="6997065">
                  <a:moveTo>
                    <a:pt x="693950" y="2782631"/>
                  </a:moveTo>
                  <a:lnTo>
                    <a:pt x="721563" y="2833431"/>
                  </a:lnTo>
                  <a:lnTo>
                    <a:pt x="673735" y="2858831"/>
                  </a:lnTo>
                  <a:lnTo>
                    <a:pt x="646116" y="2808031"/>
                  </a:lnTo>
                  <a:lnTo>
                    <a:pt x="693950" y="2782631"/>
                  </a:lnTo>
                  <a:close/>
                </a:path>
                <a:path w="6694170" h="6997065">
                  <a:moveTo>
                    <a:pt x="1899567" y="2782631"/>
                  </a:moveTo>
                  <a:lnTo>
                    <a:pt x="1920718" y="2820731"/>
                  </a:lnTo>
                  <a:lnTo>
                    <a:pt x="1884084" y="2846131"/>
                  </a:lnTo>
                  <a:lnTo>
                    <a:pt x="1862933" y="2808031"/>
                  </a:lnTo>
                  <a:lnTo>
                    <a:pt x="1899567" y="2782631"/>
                  </a:lnTo>
                  <a:close/>
                </a:path>
                <a:path w="6694170" h="6997065">
                  <a:moveTo>
                    <a:pt x="1027740" y="2757231"/>
                  </a:moveTo>
                  <a:lnTo>
                    <a:pt x="1053595" y="2808031"/>
                  </a:lnTo>
                  <a:lnTo>
                    <a:pt x="1008817" y="2833431"/>
                  </a:lnTo>
                  <a:lnTo>
                    <a:pt x="982962" y="2795331"/>
                  </a:lnTo>
                  <a:lnTo>
                    <a:pt x="1027740" y="2757231"/>
                  </a:lnTo>
                  <a:close/>
                </a:path>
                <a:path w="6694170" h="6997065">
                  <a:moveTo>
                    <a:pt x="2233249" y="2769931"/>
                  </a:moveTo>
                  <a:lnTo>
                    <a:pt x="2252345" y="2795331"/>
                  </a:lnTo>
                  <a:lnTo>
                    <a:pt x="2219271" y="2820731"/>
                  </a:lnTo>
                  <a:lnTo>
                    <a:pt x="2200175" y="2782631"/>
                  </a:lnTo>
                  <a:lnTo>
                    <a:pt x="2233249" y="2769931"/>
                  </a:lnTo>
                  <a:close/>
                </a:path>
                <a:path w="6694170" h="6997065">
                  <a:moveTo>
                    <a:pt x="155703" y="2744531"/>
                  </a:moveTo>
                  <a:lnTo>
                    <a:pt x="185673" y="2795331"/>
                  </a:lnTo>
                  <a:lnTo>
                    <a:pt x="133763" y="2820731"/>
                  </a:lnTo>
                  <a:lnTo>
                    <a:pt x="103799" y="2769931"/>
                  </a:lnTo>
                  <a:lnTo>
                    <a:pt x="155703" y="2744531"/>
                  </a:lnTo>
                  <a:close/>
                </a:path>
                <a:path w="6694170" h="6997065">
                  <a:moveTo>
                    <a:pt x="1361532" y="2744531"/>
                  </a:moveTo>
                  <a:lnTo>
                    <a:pt x="1385621" y="2782631"/>
                  </a:lnTo>
                  <a:lnTo>
                    <a:pt x="1343893" y="2808031"/>
                  </a:lnTo>
                  <a:lnTo>
                    <a:pt x="1319798" y="2769931"/>
                  </a:lnTo>
                  <a:lnTo>
                    <a:pt x="1361532" y="2744531"/>
                  </a:lnTo>
                  <a:close/>
                </a:path>
                <a:path w="6694170" h="6997065">
                  <a:moveTo>
                    <a:pt x="489819" y="2719131"/>
                  </a:moveTo>
                  <a:lnTo>
                    <a:pt x="518901" y="2769931"/>
                  </a:lnTo>
                  <a:lnTo>
                    <a:pt x="468519" y="2808031"/>
                  </a:lnTo>
                  <a:lnTo>
                    <a:pt x="439437" y="2757231"/>
                  </a:lnTo>
                  <a:lnTo>
                    <a:pt x="489819" y="2719131"/>
                  </a:lnTo>
                  <a:close/>
                </a:path>
                <a:path w="6694170" h="6997065">
                  <a:moveTo>
                    <a:pt x="1695323" y="2731831"/>
                  </a:moveTo>
                  <a:lnTo>
                    <a:pt x="1717648" y="2769931"/>
                  </a:lnTo>
                  <a:lnTo>
                    <a:pt x="1678976" y="2795331"/>
                  </a:lnTo>
                  <a:lnTo>
                    <a:pt x="1656652" y="2744531"/>
                  </a:lnTo>
                  <a:lnTo>
                    <a:pt x="1695323" y="2731831"/>
                  </a:lnTo>
                  <a:close/>
                </a:path>
                <a:path w="6694170" h="6997065">
                  <a:moveTo>
                    <a:pt x="823711" y="2706431"/>
                  </a:moveTo>
                  <a:lnTo>
                    <a:pt x="851325" y="2757231"/>
                  </a:lnTo>
                  <a:lnTo>
                    <a:pt x="803496" y="2782631"/>
                  </a:lnTo>
                  <a:lnTo>
                    <a:pt x="775877" y="2731831"/>
                  </a:lnTo>
                  <a:lnTo>
                    <a:pt x="823711" y="2706431"/>
                  </a:lnTo>
                  <a:close/>
                </a:path>
                <a:path w="6694170" h="6997065">
                  <a:moveTo>
                    <a:pt x="2029221" y="2706431"/>
                  </a:moveTo>
                  <a:lnTo>
                    <a:pt x="2050082" y="2744531"/>
                  </a:lnTo>
                  <a:lnTo>
                    <a:pt x="2013946" y="2769931"/>
                  </a:lnTo>
                  <a:lnTo>
                    <a:pt x="1993085" y="2731831"/>
                  </a:lnTo>
                  <a:lnTo>
                    <a:pt x="2029221" y="2706431"/>
                  </a:lnTo>
                  <a:close/>
                </a:path>
                <a:path w="6694170" h="6997065">
                  <a:moveTo>
                    <a:pt x="1157502" y="2693731"/>
                  </a:moveTo>
                  <a:lnTo>
                    <a:pt x="1183356" y="2731831"/>
                  </a:lnTo>
                  <a:lnTo>
                    <a:pt x="1138572" y="2757231"/>
                  </a:lnTo>
                  <a:lnTo>
                    <a:pt x="1112717" y="2719131"/>
                  </a:lnTo>
                  <a:lnTo>
                    <a:pt x="1157502" y="2693731"/>
                  </a:lnTo>
                  <a:close/>
                </a:path>
                <a:path w="6694170" h="6997065">
                  <a:moveTo>
                    <a:pt x="2362899" y="2693731"/>
                  </a:moveTo>
                  <a:lnTo>
                    <a:pt x="2381699" y="2719131"/>
                  </a:lnTo>
                  <a:lnTo>
                    <a:pt x="2349134" y="2744531"/>
                  </a:lnTo>
                  <a:lnTo>
                    <a:pt x="2330334" y="2706431"/>
                  </a:lnTo>
                  <a:lnTo>
                    <a:pt x="2362899" y="2693731"/>
                  </a:lnTo>
                  <a:close/>
                </a:path>
                <a:path w="6694170" h="6997065">
                  <a:moveTo>
                    <a:pt x="285564" y="2668331"/>
                  </a:moveTo>
                  <a:lnTo>
                    <a:pt x="315825" y="2719131"/>
                  </a:lnTo>
                  <a:lnTo>
                    <a:pt x="263411" y="2744531"/>
                  </a:lnTo>
                  <a:lnTo>
                    <a:pt x="233151" y="2693731"/>
                  </a:lnTo>
                  <a:lnTo>
                    <a:pt x="285564" y="2668331"/>
                  </a:lnTo>
                  <a:close/>
                </a:path>
                <a:path w="6694170" h="6997065">
                  <a:moveTo>
                    <a:pt x="1491287" y="2668331"/>
                  </a:moveTo>
                  <a:lnTo>
                    <a:pt x="1515382" y="2706431"/>
                  </a:lnTo>
                  <a:lnTo>
                    <a:pt x="1473654" y="2731831"/>
                  </a:lnTo>
                  <a:lnTo>
                    <a:pt x="1449559" y="2693731"/>
                  </a:lnTo>
                  <a:lnTo>
                    <a:pt x="1491287" y="2668331"/>
                  </a:lnTo>
                  <a:close/>
                </a:path>
                <a:path w="6694170" h="6997065">
                  <a:moveTo>
                    <a:pt x="619573" y="2655631"/>
                  </a:moveTo>
                  <a:lnTo>
                    <a:pt x="648656" y="2693731"/>
                  </a:lnTo>
                  <a:lnTo>
                    <a:pt x="598280" y="2731831"/>
                  </a:lnTo>
                  <a:lnTo>
                    <a:pt x="569192" y="2681031"/>
                  </a:lnTo>
                  <a:lnTo>
                    <a:pt x="619573" y="2655631"/>
                  </a:lnTo>
                  <a:close/>
                </a:path>
                <a:path w="6694170" h="6997065">
                  <a:moveTo>
                    <a:pt x="1825084" y="2655631"/>
                  </a:moveTo>
                  <a:lnTo>
                    <a:pt x="1847408" y="2693731"/>
                  </a:lnTo>
                  <a:lnTo>
                    <a:pt x="1808731" y="2719131"/>
                  </a:lnTo>
                  <a:lnTo>
                    <a:pt x="1786407" y="2681031"/>
                  </a:lnTo>
                  <a:lnTo>
                    <a:pt x="1825084" y="2655631"/>
                  </a:lnTo>
                  <a:close/>
                </a:path>
                <a:path w="6694170" h="6997065">
                  <a:moveTo>
                    <a:pt x="953471" y="2630231"/>
                  </a:moveTo>
                  <a:lnTo>
                    <a:pt x="981085" y="2681031"/>
                  </a:lnTo>
                  <a:lnTo>
                    <a:pt x="933250" y="2706431"/>
                  </a:lnTo>
                  <a:lnTo>
                    <a:pt x="905637" y="2655631"/>
                  </a:lnTo>
                  <a:lnTo>
                    <a:pt x="953471" y="2630231"/>
                  </a:lnTo>
                  <a:close/>
                </a:path>
                <a:path w="6694170" h="6997065">
                  <a:moveTo>
                    <a:pt x="2158867" y="2630231"/>
                  </a:moveTo>
                  <a:lnTo>
                    <a:pt x="2179432" y="2668331"/>
                  </a:lnTo>
                  <a:lnTo>
                    <a:pt x="2143811" y="2693731"/>
                  </a:lnTo>
                  <a:lnTo>
                    <a:pt x="2123246" y="2655631"/>
                  </a:lnTo>
                  <a:lnTo>
                    <a:pt x="2158867" y="2630231"/>
                  </a:lnTo>
                  <a:close/>
                </a:path>
                <a:path w="6694170" h="6997065">
                  <a:moveTo>
                    <a:pt x="81321" y="2617531"/>
                  </a:moveTo>
                  <a:lnTo>
                    <a:pt x="112760" y="2668331"/>
                  </a:lnTo>
                  <a:lnTo>
                    <a:pt x="58310" y="2693731"/>
                  </a:lnTo>
                  <a:lnTo>
                    <a:pt x="26870" y="2642931"/>
                  </a:lnTo>
                  <a:lnTo>
                    <a:pt x="81321" y="2617531"/>
                  </a:lnTo>
                  <a:close/>
                </a:path>
                <a:path w="6694170" h="6997065">
                  <a:moveTo>
                    <a:pt x="1287150" y="2617531"/>
                  </a:moveTo>
                  <a:lnTo>
                    <a:pt x="1312708" y="2655631"/>
                  </a:lnTo>
                  <a:lnTo>
                    <a:pt x="1268439" y="2681031"/>
                  </a:lnTo>
                  <a:lnTo>
                    <a:pt x="1242875" y="2642931"/>
                  </a:lnTo>
                  <a:lnTo>
                    <a:pt x="1287150" y="2617531"/>
                  </a:lnTo>
                  <a:close/>
                </a:path>
                <a:path w="6694170" h="6997065">
                  <a:moveTo>
                    <a:pt x="415325" y="2592131"/>
                  </a:moveTo>
                  <a:lnTo>
                    <a:pt x="445585" y="2642931"/>
                  </a:lnTo>
                  <a:lnTo>
                    <a:pt x="393172" y="2681031"/>
                  </a:lnTo>
                  <a:lnTo>
                    <a:pt x="362911" y="2617531"/>
                  </a:lnTo>
                  <a:lnTo>
                    <a:pt x="415325" y="2592131"/>
                  </a:lnTo>
                  <a:close/>
                </a:path>
                <a:path w="6694170" h="6997065">
                  <a:moveTo>
                    <a:pt x="1620942" y="2592131"/>
                  </a:moveTo>
                  <a:lnTo>
                    <a:pt x="1644734" y="2642931"/>
                  </a:lnTo>
                  <a:lnTo>
                    <a:pt x="1603522" y="2655631"/>
                  </a:lnTo>
                  <a:lnTo>
                    <a:pt x="1579723" y="2617531"/>
                  </a:lnTo>
                  <a:lnTo>
                    <a:pt x="1620942" y="2592131"/>
                  </a:lnTo>
                  <a:close/>
                </a:path>
                <a:path w="6694170" h="6997065">
                  <a:moveTo>
                    <a:pt x="749329" y="2579431"/>
                  </a:moveTo>
                  <a:lnTo>
                    <a:pt x="778418" y="2630231"/>
                  </a:lnTo>
                  <a:lnTo>
                    <a:pt x="728042" y="2655631"/>
                  </a:lnTo>
                  <a:lnTo>
                    <a:pt x="698954" y="2604831"/>
                  </a:lnTo>
                  <a:lnTo>
                    <a:pt x="749329" y="2579431"/>
                  </a:lnTo>
                  <a:close/>
                </a:path>
                <a:path w="6694170" h="6997065">
                  <a:moveTo>
                    <a:pt x="1954733" y="2579431"/>
                  </a:moveTo>
                  <a:lnTo>
                    <a:pt x="1976767" y="2617531"/>
                  </a:lnTo>
                  <a:lnTo>
                    <a:pt x="1938599" y="2642931"/>
                  </a:lnTo>
                  <a:lnTo>
                    <a:pt x="1916565" y="2604831"/>
                  </a:lnTo>
                  <a:lnTo>
                    <a:pt x="1954733" y="2579431"/>
                  </a:lnTo>
                  <a:close/>
                </a:path>
                <a:path w="6694170" h="6997065">
                  <a:moveTo>
                    <a:pt x="1083120" y="2554031"/>
                  </a:moveTo>
                  <a:lnTo>
                    <a:pt x="1110443" y="2604831"/>
                  </a:lnTo>
                  <a:lnTo>
                    <a:pt x="1063117" y="2630231"/>
                  </a:lnTo>
                  <a:lnTo>
                    <a:pt x="1035794" y="2579431"/>
                  </a:lnTo>
                  <a:lnTo>
                    <a:pt x="1083120" y="2554031"/>
                  </a:lnTo>
                  <a:close/>
                </a:path>
                <a:path w="6694170" h="6997065">
                  <a:moveTo>
                    <a:pt x="2288411" y="2566731"/>
                  </a:moveTo>
                  <a:lnTo>
                    <a:pt x="2308389" y="2592131"/>
                  </a:lnTo>
                  <a:lnTo>
                    <a:pt x="2273793" y="2617531"/>
                  </a:lnTo>
                  <a:lnTo>
                    <a:pt x="2253814" y="2579431"/>
                  </a:lnTo>
                  <a:lnTo>
                    <a:pt x="2288411" y="2566731"/>
                  </a:lnTo>
                  <a:close/>
                </a:path>
                <a:path w="6694170" h="6997065">
                  <a:moveTo>
                    <a:pt x="211188" y="2541331"/>
                  </a:moveTo>
                  <a:lnTo>
                    <a:pt x="242918" y="2592131"/>
                  </a:lnTo>
                  <a:lnTo>
                    <a:pt x="187958" y="2617531"/>
                  </a:lnTo>
                  <a:lnTo>
                    <a:pt x="156228" y="2566731"/>
                  </a:lnTo>
                  <a:lnTo>
                    <a:pt x="211188" y="2541331"/>
                  </a:lnTo>
                  <a:close/>
                </a:path>
                <a:path w="6694170" h="6997065">
                  <a:moveTo>
                    <a:pt x="1416799" y="2541331"/>
                  </a:moveTo>
                  <a:lnTo>
                    <a:pt x="1442066" y="2579431"/>
                  </a:lnTo>
                  <a:lnTo>
                    <a:pt x="1398307" y="2604831"/>
                  </a:lnTo>
                  <a:lnTo>
                    <a:pt x="1373039" y="2566731"/>
                  </a:lnTo>
                  <a:lnTo>
                    <a:pt x="1416799" y="2541331"/>
                  </a:lnTo>
                  <a:close/>
                </a:path>
                <a:path w="6694170" h="6997065">
                  <a:moveTo>
                    <a:pt x="545192" y="2515931"/>
                  </a:moveTo>
                  <a:lnTo>
                    <a:pt x="575743" y="2566731"/>
                  </a:lnTo>
                  <a:lnTo>
                    <a:pt x="522827" y="2604831"/>
                  </a:lnTo>
                  <a:lnTo>
                    <a:pt x="492270" y="2554031"/>
                  </a:lnTo>
                  <a:lnTo>
                    <a:pt x="545192" y="2515931"/>
                  </a:lnTo>
                  <a:close/>
                </a:path>
                <a:path w="6694170" h="6997065">
                  <a:moveTo>
                    <a:pt x="1750590" y="2515931"/>
                  </a:moveTo>
                  <a:lnTo>
                    <a:pt x="1774099" y="2566731"/>
                  </a:lnTo>
                  <a:lnTo>
                    <a:pt x="1733389" y="2592131"/>
                  </a:lnTo>
                  <a:lnTo>
                    <a:pt x="1709881" y="2541331"/>
                  </a:lnTo>
                  <a:lnTo>
                    <a:pt x="1750590" y="2515931"/>
                  </a:lnTo>
                  <a:close/>
                </a:path>
                <a:path w="6694170" h="6997065">
                  <a:moveTo>
                    <a:pt x="879090" y="2503231"/>
                  </a:moveTo>
                  <a:lnTo>
                    <a:pt x="908178" y="2554031"/>
                  </a:lnTo>
                  <a:lnTo>
                    <a:pt x="857802" y="2579431"/>
                  </a:lnTo>
                  <a:lnTo>
                    <a:pt x="828714" y="2528631"/>
                  </a:lnTo>
                  <a:lnTo>
                    <a:pt x="879090" y="2503231"/>
                  </a:lnTo>
                  <a:close/>
                </a:path>
                <a:path w="6694170" h="6997065">
                  <a:moveTo>
                    <a:pt x="2084379" y="2503231"/>
                  </a:moveTo>
                  <a:lnTo>
                    <a:pt x="2106123" y="2541331"/>
                  </a:lnTo>
                  <a:lnTo>
                    <a:pt x="2068464" y="2566731"/>
                  </a:lnTo>
                  <a:lnTo>
                    <a:pt x="2046726" y="2528631"/>
                  </a:lnTo>
                  <a:lnTo>
                    <a:pt x="2084379" y="2503231"/>
                  </a:lnTo>
                  <a:close/>
                </a:path>
                <a:path w="6694170" h="6997065">
                  <a:moveTo>
                    <a:pt x="1212881" y="2477831"/>
                  </a:moveTo>
                  <a:lnTo>
                    <a:pt x="1240204" y="2528631"/>
                  </a:lnTo>
                  <a:lnTo>
                    <a:pt x="1192879" y="2554031"/>
                  </a:lnTo>
                  <a:lnTo>
                    <a:pt x="1165556" y="2503231"/>
                  </a:lnTo>
                  <a:lnTo>
                    <a:pt x="1212881" y="2477831"/>
                  </a:lnTo>
                  <a:close/>
                </a:path>
                <a:path w="6694170" h="6997065">
                  <a:moveTo>
                    <a:pt x="340949" y="2465131"/>
                  </a:moveTo>
                  <a:lnTo>
                    <a:pt x="372679" y="2515931"/>
                  </a:lnTo>
                  <a:lnTo>
                    <a:pt x="317718" y="2554031"/>
                  </a:lnTo>
                  <a:lnTo>
                    <a:pt x="285988" y="2490531"/>
                  </a:lnTo>
                  <a:lnTo>
                    <a:pt x="340949" y="2465131"/>
                  </a:lnTo>
                  <a:close/>
                </a:path>
                <a:path w="6694170" h="6997065">
                  <a:moveTo>
                    <a:pt x="0" y="2477831"/>
                  </a:moveTo>
                  <a:lnTo>
                    <a:pt x="6945" y="2477831"/>
                  </a:lnTo>
                  <a:lnTo>
                    <a:pt x="39847" y="2541331"/>
                  </a:lnTo>
                  <a:lnTo>
                    <a:pt x="0" y="2554031"/>
                  </a:lnTo>
                  <a:lnTo>
                    <a:pt x="0" y="2477831"/>
                  </a:lnTo>
                  <a:close/>
                </a:path>
                <a:path w="6694170" h="6997065">
                  <a:moveTo>
                    <a:pt x="1546560" y="2465131"/>
                  </a:moveTo>
                  <a:lnTo>
                    <a:pt x="1571828" y="2503231"/>
                  </a:lnTo>
                  <a:lnTo>
                    <a:pt x="1528068" y="2528631"/>
                  </a:lnTo>
                  <a:lnTo>
                    <a:pt x="1502800" y="2490531"/>
                  </a:lnTo>
                  <a:lnTo>
                    <a:pt x="1546560" y="2465131"/>
                  </a:lnTo>
                  <a:close/>
                </a:path>
                <a:path w="6694170" h="6997065">
                  <a:moveTo>
                    <a:pt x="674953" y="2439731"/>
                  </a:moveTo>
                  <a:lnTo>
                    <a:pt x="705505" y="2490531"/>
                  </a:lnTo>
                  <a:lnTo>
                    <a:pt x="652582" y="2528631"/>
                  </a:lnTo>
                  <a:lnTo>
                    <a:pt x="622031" y="2477831"/>
                  </a:lnTo>
                  <a:lnTo>
                    <a:pt x="674953" y="2439731"/>
                  </a:lnTo>
                  <a:close/>
                </a:path>
                <a:path w="6694170" h="6997065">
                  <a:moveTo>
                    <a:pt x="1880245" y="2452431"/>
                  </a:moveTo>
                  <a:lnTo>
                    <a:pt x="1903451" y="2490531"/>
                  </a:lnTo>
                  <a:lnTo>
                    <a:pt x="1863251" y="2515931"/>
                  </a:lnTo>
                  <a:lnTo>
                    <a:pt x="1840045" y="2465131"/>
                  </a:lnTo>
                  <a:lnTo>
                    <a:pt x="1880245" y="2452431"/>
                  </a:lnTo>
                  <a:close/>
                </a:path>
                <a:path w="6694170" h="6997065">
                  <a:moveTo>
                    <a:pt x="1008851" y="2427031"/>
                  </a:moveTo>
                  <a:lnTo>
                    <a:pt x="1037939" y="2477831"/>
                  </a:lnTo>
                  <a:lnTo>
                    <a:pt x="987558" y="2503231"/>
                  </a:lnTo>
                  <a:lnTo>
                    <a:pt x="958476" y="2452431"/>
                  </a:lnTo>
                  <a:lnTo>
                    <a:pt x="1008851" y="2427031"/>
                  </a:lnTo>
                  <a:close/>
                </a:path>
                <a:path w="6694170" h="6997065">
                  <a:moveTo>
                    <a:pt x="2214029" y="2427031"/>
                  </a:moveTo>
                  <a:lnTo>
                    <a:pt x="2235476" y="2465131"/>
                  </a:lnTo>
                  <a:lnTo>
                    <a:pt x="2198327" y="2490531"/>
                  </a:lnTo>
                  <a:lnTo>
                    <a:pt x="2176880" y="2452431"/>
                  </a:lnTo>
                  <a:lnTo>
                    <a:pt x="2214029" y="2427031"/>
                  </a:lnTo>
                  <a:close/>
                </a:path>
                <a:path w="6694170" h="6997065">
                  <a:moveTo>
                    <a:pt x="136806" y="2401631"/>
                  </a:moveTo>
                  <a:lnTo>
                    <a:pt x="170005" y="2465131"/>
                  </a:lnTo>
                  <a:lnTo>
                    <a:pt x="112504" y="2490531"/>
                  </a:lnTo>
                  <a:lnTo>
                    <a:pt x="79305" y="2439731"/>
                  </a:lnTo>
                  <a:lnTo>
                    <a:pt x="136806" y="2401631"/>
                  </a:lnTo>
                  <a:close/>
                </a:path>
                <a:path w="6694170" h="6997065">
                  <a:moveTo>
                    <a:pt x="1342530" y="2401631"/>
                  </a:moveTo>
                  <a:lnTo>
                    <a:pt x="1369556" y="2452431"/>
                  </a:lnTo>
                  <a:lnTo>
                    <a:pt x="1322741" y="2477831"/>
                  </a:lnTo>
                  <a:lnTo>
                    <a:pt x="1295714" y="2439731"/>
                  </a:lnTo>
                  <a:lnTo>
                    <a:pt x="1342530" y="2401631"/>
                  </a:lnTo>
                  <a:close/>
                </a:path>
                <a:path w="6694170" h="6997065">
                  <a:moveTo>
                    <a:pt x="470810" y="2388931"/>
                  </a:moveTo>
                  <a:lnTo>
                    <a:pt x="502837" y="2439731"/>
                  </a:lnTo>
                  <a:lnTo>
                    <a:pt x="447367" y="2477831"/>
                  </a:lnTo>
                  <a:lnTo>
                    <a:pt x="415347" y="2414331"/>
                  </a:lnTo>
                  <a:lnTo>
                    <a:pt x="470810" y="2388931"/>
                  </a:lnTo>
                  <a:close/>
                </a:path>
                <a:path w="6694170" h="6997065">
                  <a:moveTo>
                    <a:pt x="1676214" y="2388931"/>
                  </a:moveTo>
                  <a:lnTo>
                    <a:pt x="1701186" y="2427031"/>
                  </a:lnTo>
                  <a:lnTo>
                    <a:pt x="1657929" y="2452431"/>
                  </a:lnTo>
                  <a:lnTo>
                    <a:pt x="1632958" y="2414331"/>
                  </a:lnTo>
                  <a:lnTo>
                    <a:pt x="1676214" y="2388931"/>
                  </a:lnTo>
                  <a:close/>
                </a:path>
                <a:path w="6694170" h="6997065">
                  <a:moveTo>
                    <a:pt x="804714" y="2363531"/>
                  </a:moveTo>
                  <a:lnTo>
                    <a:pt x="835265" y="2414331"/>
                  </a:lnTo>
                  <a:lnTo>
                    <a:pt x="782342" y="2452431"/>
                  </a:lnTo>
                  <a:lnTo>
                    <a:pt x="751791" y="2401631"/>
                  </a:lnTo>
                  <a:lnTo>
                    <a:pt x="804714" y="2363531"/>
                  </a:lnTo>
                  <a:close/>
                </a:path>
                <a:path w="6694170" h="6997065">
                  <a:moveTo>
                    <a:pt x="2009897" y="2376231"/>
                  </a:moveTo>
                  <a:lnTo>
                    <a:pt x="2032807" y="2414331"/>
                  </a:lnTo>
                  <a:lnTo>
                    <a:pt x="1993117" y="2439731"/>
                  </a:lnTo>
                  <a:lnTo>
                    <a:pt x="1970207" y="2401631"/>
                  </a:lnTo>
                  <a:lnTo>
                    <a:pt x="2009897" y="2376231"/>
                  </a:lnTo>
                  <a:close/>
                </a:path>
                <a:path w="6694170" h="6997065">
                  <a:moveTo>
                    <a:pt x="1138499" y="2350831"/>
                  </a:moveTo>
                  <a:lnTo>
                    <a:pt x="1167291" y="2401631"/>
                  </a:lnTo>
                  <a:lnTo>
                    <a:pt x="1117425" y="2427031"/>
                  </a:lnTo>
                  <a:lnTo>
                    <a:pt x="1088633" y="2376231"/>
                  </a:lnTo>
                  <a:lnTo>
                    <a:pt x="1138499" y="2350831"/>
                  </a:lnTo>
                  <a:close/>
                </a:path>
                <a:path w="6694170" h="6997065">
                  <a:moveTo>
                    <a:pt x="266567" y="2325431"/>
                  </a:moveTo>
                  <a:lnTo>
                    <a:pt x="299765" y="2388931"/>
                  </a:lnTo>
                  <a:lnTo>
                    <a:pt x="242264" y="2414331"/>
                  </a:lnTo>
                  <a:lnTo>
                    <a:pt x="209066" y="2363531"/>
                  </a:lnTo>
                  <a:lnTo>
                    <a:pt x="266567" y="2325431"/>
                  </a:lnTo>
                  <a:close/>
                </a:path>
                <a:path w="6694170" h="6997065">
                  <a:moveTo>
                    <a:pt x="1472184" y="2338131"/>
                  </a:moveTo>
                  <a:lnTo>
                    <a:pt x="1498920" y="2376231"/>
                  </a:lnTo>
                  <a:lnTo>
                    <a:pt x="1452614" y="2401631"/>
                  </a:lnTo>
                  <a:lnTo>
                    <a:pt x="1425877" y="2363531"/>
                  </a:lnTo>
                  <a:lnTo>
                    <a:pt x="1472184" y="2338131"/>
                  </a:lnTo>
                  <a:close/>
                </a:path>
                <a:path w="6694170" h="6997065">
                  <a:moveTo>
                    <a:pt x="600572" y="2312731"/>
                  </a:moveTo>
                  <a:lnTo>
                    <a:pt x="632598" y="2363531"/>
                  </a:lnTo>
                  <a:lnTo>
                    <a:pt x="577128" y="2401631"/>
                  </a:lnTo>
                  <a:lnTo>
                    <a:pt x="545108" y="2338131"/>
                  </a:lnTo>
                  <a:lnTo>
                    <a:pt x="600572" y="2312731"/>
                  </a:lnTo>
                  <a:close/>
                </a:path>
                <a:path w="6694170" h="6997065">
                  <a:moveTo>
                    <a:pt x="1805863" y="2312731"/>
                  </a:moveTo>
                  <a:lnTo>
                    <a:pt x="1830539" y="2363531"/>
                  </a:lnTo>
                  <a:lnTo>
                    <a:pt x="1787798" y="2388931"/>
                  </a:lnTo>
                  <a:lnTo>
                    <a:pt x="1763116" y="2338131"/>
                  </a:lnTo>
                  <a:lnTo>
                    <a:pt x="1805863" y="2312731"/>
                  </a:lnTo>
                  <a:close/>
                </a:path>
                <a:path w="6694170" h="6997065">
                  <a:moveTo>
                    <a:pt x="934468" y="2287331"/>
                  </a:moveTo>
                  <a:lnTo>
                    <a:pt x="965026" y="2350831"/>
                  </a:lnTo>
                  <a:lnTo>
                    <a:pt x="912097" y="2376231"/>
                  </a:lnTo>
                  <a:lnTo>
                    <a:pt x="881546" y="2325431"/>
                  </a:lnTo>
                  <a:lnTo>
                    <a:pt x="934468" y="2287331"/>
                  </a:lnTo>
                  <a:close/>
                </a:path>
                <a:path w="6694170" h="6997065">
                  <a:moveTo>
                    <a:pt x="2139546" y="2300031"/>
                  </a:moveTo>
                  <a:lnTo>
                    <a:pt x="2162173" y="2338131"/>
                  </a:lnTo>
                  <a:lnTo>
                    <a:pt x="2122986" y="2363531"/>
                  </a:lnTo>
                  <a:lnTo>
                    <a:pt x="2100359" y="2325431"/>
                  </a:lnTo>
                  <a:lnTo>
                    <a:pt x="2139546" y="2300031"/>
                  </a:lnTo>
                  <a:close/>
                </a:path>
                <a:path w="6694170" h="6997065">
                  <a:moveTo>
                    <a:pt x="62430" y="2274631"/>
                  </a:moveTo>
                  <a:lnTo>
                    <a:pt x="97098" y="2338131"/>
                  </a:lnTo>
                  <a:lnTo>
                    <a:pt x="37050" y="2363531"/>
                  </a:lnTo>
                  <a:lnTo>
                    <a:pt x="2382" y="2312731"/>
                  </a:lnTo>
                  <a:lnTo>
                    <a:pt x="62430" y="2274631"/>
                  </a:lnTo>
                  <a:close/>
                </a:path>
                <a:path w="6694170" h="6997065">
                  <a:moveTo>
                    <a:pt x="1268153" y="2274631"/>
                  </a:moveTo>
                  <a:lnTo>
                    <a:pt x="1296649" y="2325431"/>
                  </a:lnTo>
                  <a:lnTo>
                    <a:pt x="1247287" y="2350831"/>
                  </a:lnTo>
                  <a:lnTo>
                    <a:pt x="1218791" y="2300031"/>
                  </a:lnTo>
                  <a:lnTo>
                    <a:pt x="1268153" y="2274631"/>
                  </a:lnTo>
                  <a:close/>
                </a:path>
                <a:path w="6694170" h="6997065">
                  <a:moveTo>
                    <a:pt x="396428" y="2249231"/>
                  </a:moveTo>
                  <a:lnTo>
                    <a:pt x="429923" y="2312731"/>
                  </a:lnTo>
                  <a:lnTo>
                    <a:pt x="371913" y="2350831"/>
                  </a:lnTo>
                  <a:lnTo>
                    <a:pt x="338424" y="2287331"/>
                  </a:lnTo>
                  <a:lnTo>
                    <a:pt x="396428" y="2249231"/>
                  </a:lnTo>
                  <a:close/>
                </a:path>
                <a:path w="6694170" h="6997065">
                  <a:moveTo>
                    <a:pt x="1601832" y="2261931"/>
                  </a:moveTo>
                  <a:lnTo>
                    <a:pt x="1628273" y="2300031"/>
                  </a:lnTo>
                  <a:lnTo>
                    <a:pt x="1582475" y="2325431"/>
                  </a:lnTo>
                  <a:lnTo>
                    <a:pt x="1556035" y="2287331"/>
                  </a:lnTo>
                  <a:lnTo>
                    <a:pt x="1601832" y="2261931"/>
                  </a:lnTo>
                  <a:close/>
                </a:path>
                <a:path w="6694170" h="6997065">
                  <a:moveTo>
                    <a:pt x="730332" y="2236531"/>
                  </a:moveTo>
                  <a:lnTo>
                    <a:pt x="762352" y="2287331"/>
                  </a:lnTo>
                  <a:lnTo>
                    <a:pt x="706888" y="2325431"/>
                  </a:lnTo>
                  <a:lnTo>
                    <a:pt x="674868" y="2261931"/>
                  </a:lnTo>
                  <a:lnTo>
                    <a:pt x="730332" y="2236531"/>
                  </a:lnTo>
                  <a:close/>
                </a:path>
                <a:path w="6694170" h="6997065">
                  <a:moveTo>
                    <a:pt x="1935403" y="2236531"/>
                  </a:moveTo>
                  <a:lnTo>
                    <a:pt x="1959498" y="2287331"/>
                  </a:lnTo>
                  <a:lnTo>
                    <a:pt x="1917770" y="2312731"/>
                  </a:lnTo>
                  <a:lnTo>
                    <a:pt x="1893675" y="2261931"/>
                  </a:lnTo>
                  <a:lnTo>
                    <a:pt x="1935403" y="2236531"/>
                  </a:lnTo>
                  <a:close/>
                </a:path>
                <a:path w="6694170" h="6997065">
                  <a:moveTo>
                    <a:pt x="1064117" y="2223831"/>
                  </a:moveTo>
                  <a:lnTo>
                    <a:pt x="1094378" y="2274631"/>
                  </a:lnTo>
                  <a:lnTo>
                    <a:pt x="1041965" y="2300031"/>
                  </a:lnTo>
                  <a:lnTo>
                    <a:pt x="1011704" y="2249231"/>
                  </a:lnTo>
                  <a:lnTo>
                    <a:pt x="1064117" y="2223831"/>
                  </a:lnTo>
                  <a:close/>
                </a:path>
                <a:path w="6694170" h="6997065">
                  <a:moveTo>
                    <a:pt x="192298" y="2198431"/>
                  </a:moveTo>
                  <a:lnTo>
                    <a:pt x="227262" y="2261931"/>
                  </a:lnTo>
                  <a:lnTo>
                    <a:pt x="166698" y="2287331"/>
                  </a:lnTo>
                  <a:lnTo>
                    <a:pt x="131741" y="2236531"/>
                  </a:lnTo>
                  <a:lnTo>
                    <a:pt x="192298" y="2198431"/>
                  </a:lnTo>
                  <a:close/>
                </a:path>
                <a:path w="6694170" h="6997065">
                  <a:moveTo>
                    <a:pt x="1397802" y="2198431"/>
                  </a:moveTo>
                  <a:lnTo>
                    <a:pt x="1426008" y="2249231"/>
                  </a:lnTo>
                  <a:lnTo>
                    <a:pt x="1377160" y="2274631"/>
                  </a:lnTo>
                  <a:lnTo>
                    <a:pt x="1348955" y="2223831"/>
                  </a:lnTo>
                  <a:lnTo>
                    <a:pt x="1397802" y="2198431"/>
                  </a:lnTo>
                  <a:close/>
                </a:path>
                <a:path w="6694170" h="6997065">
                  <a:moveTo>
                    <a:pt x="526190" y="2173031"/>
                  </a:moveTo>
                  <a:lnTo>
                    <a:pt x="559685" y="2236531"/>
                  </a:lnTo>
                  <a:lnTo>
                    <a:pt x="501674" y="2274631"/>
                  </a:lnTo>
                  <a:lnTo>
                    <a:pt x="468179" y="2211131"/>
                  </a:lnTo>
                  <a:lnTo>
                    <a:pt x="526190" y="2173031"/>
                  </a:lnTo>
                  <a:close/>
                </a:path>
                <a:path w="6694170" h="6997065">
                  <a:moveTo>
                    <a:pt x="1731482" y="2185731"/>
                  </a:moveTo>
                  <a:lnTo>
                    <a:pt x="1757632" y="2223831"/>
                  </a:lnTo>
                  <a:lnTo>
                    <a:pt x="1712338" y="2249231"/>
                  </a:lnTo>
                  <a:lnTo>
                    <a:pt x="1686194" y="2211131"/>
                  </a:lnTo>
                  <a:lnTo>
                    <a:pt x="1731482" y="2185731"/>
                  </a:lnTo>
                  <a:close/>
                </a:path>
                <a:path w="6694170" h="6997065">
                  <a:moveTo>
                    <a:pt x="860093" y="2160331"/>
                  </a:moveTo>
                  <a:lnTo>
                    <a:pt x="892113" y="2211131"/>
                  </a:lnTo>
                  <a:lnTo>
                    <a:pt x="836643" y="2249231"/>
                  </a:lnTo>
                  <a:lnTo>
                    <a:pt x="804623" y="2198431"/>
                  </a:lnTo>
                  <a:lnTo>
                    <a:pt x="860093" y="2160331"/>
                  </a:lnTo>
                  <a:close/>
                </a:path>
                <a:path w="6694170" h="6997065">
                  <a:moveTo>
                    <a:pt x="2065058" y="2173031"/>
                  </a:moveTo>
                  <a:lnTo>
                    <a:pt x="2088851" y="2211131"/>
                  </a:lnTo>
                  <a:lnTo>
                    <a:pt x="2047638" y="2236531"/>
                  </a:lnTo>
                  <a:lnTo>
                    <a:pt x="2023840" y="2185731"/>
                  </a:lnTo>
                  <a:lnTo>
                    <a:pt x="2065058" y="2173031"/>
                  </a:lnTo>
                  <a:close/>
                </a:path>
                <a:path w="6694170" h="6997065">
                  <a:moveTo>
                    <a:pt x="1193772" y="2147631"/>
                  </a:moveTo>
                  <a:lnTo>
                    <a:pt x="1223742" y="2198431"/>
                  </a:lnTo>
                  <a:lnTo>
                    <a:pt x="1171833" y="2223831"/>
                  </a:lnTo>
                  <a:lnTo>
                    <a:pt x="1141868" y="2173031"/>
                  </a:lnTo>
                  <a:lnTo>
                    <a:pt x="1193772" y="2147631"/>
                  </a:lnTo>
                  <a:close/>
                </a:path>
                <a:path w="6694170" h="6997065">
                  <a:moveTo>
                    <a:pt x="322053" y="2122231"/>
                  </a:moveTo>
                  <a:lnTo>
                    <a:pt x="357017" y="2185731"/>
                  </a:lnTo>
                  <a:lnTo>
                    <a:pt x="296459" y="2223831"/>
                  </a:lnTo>
                  <a:lnTo>
                    <a:pt x="261501" y="2160331"/>
                  </a:lnTo>
                  <a:lnTo>
                    <a:pt x="322053" y="2122231"/>
                  </a:lnTo>
                  <a:close/>
                </a:path>
                <a:path w="6694170" h="6997065">
                  <a:moveTo>
                    <a:pt x="0" y="2160331"/>
                  </a:moveTo>
                  <a:lnTo>
                    <a:pt x="23788" y="2198431"/>
                  </a:lnTo>
                  <a:lnTo>
                    <a:pt x="0" y="2211131"/>
                  </a:lnTo>
                  <a:lnTo>
                    <a:pt x="0" y="2160331"/>
                  </a:lnTo>
                  <a:close/>
                </a:path>
                <a:path w="6694170" h="6997065">
                  <a:moveTo>
                    <a:pt x="1527450" y="2122231"/>
                  </a:moveTo>
                  <a:lnTo>
                    <a:pt x="1555360" y="2173031"/>
                  </a:lnTo>
                  <a:lnTo>
                    <a:pt x="1507022" y="2198431"/>
                  </a:lnTo>
                  <a:lnTo>
                    <a:pt x="1479112" y="2160331"/>
                  </a:lnTo>
                  <a:lnTo>
                    <a:pt x="1527450" y="2122231"/>
                  </a:lnTo>
                  <a:close/>
                </a:path>
                <a:path w="6694170" h="6997065">
                  <a:moveTo>
                    <a:pt x="655950" y="2109531"/>
                  </a:moveTo>
                  <a:lnTo>
                    <a:pt x="689445" y="2160331"/>
                  </a:lnTo>
                  <a:lnTo>
                    <a:pt x="631434" y="2198431"/>
                  </a:lnTo>
                  <a:lnTo>
                    <a:pt x="597939" y="2134931"/>
                  </a:lnTo>
                  <a:lnTo>
                    <a:pt x="655950" y="2109531"/>
                  </a:lnTo>
                  <a:close/>
                </a:path>
                <a:path w="6694170" h="6997065">
                  <a:moveTo>
                    <a:pt x="1861027" y="2109531"/>
                  </a:moveTo>
                  <a:lnTo>
                    <a:pt x="1886585" y="2147631"/>
                  </a:lnTo>
                  <a:lnTo>
                    <a:pt x="1842316" y="2185731"/>
                  </a:lnTo>
                  <a:lnTo>
                    <a:pt x="1816758" y="2134931"/>
                  </a:lnTo>
                  <a:lnTo>
                    <a:pt x="1861027" y="2109531"/>
                  </a:lnTo>
                  <a:close/>
                </a:path>
                <a:path w="6694170" h="6997065">
                  <a:moveTo>
                    <a:pt x="989741" y="2084131"/>
                  </a:moveTo>
                  <a:lnTo>
                    <a:pt x="1021471" y="2147631"/>
                  </a:lnTo>
                  <a:lnTo>
                    <a:pt x="966517" y="2173031"/>
                  </a:lnTo>
                  <a:lnTo>
                    <a:pt x="934787" y="2122231"/>
                  </a:lnTo>
                  <a:lnTo>
                    <a:pt x="989741" y="2084131"/>
                  </a:lnTo>
                  <a:close/>
                </a:path>
                <a:path w="6694170" h="6997065">
                  <a:moveTo>
                    <a:pt x="118022" y="2058731"/>
                  </a:moveTo>
                  <a:lnTo>
                    <a:pt x="154745" y="2134931"/>
                  </a:lnTo>
                  <a:lnTo>
                    <a:pt x="91144" y="2160331"/>
                  </a:lnTo>
                  <a:lnTo>
                    <a:pt x="54415" y="2096831"/>
                  </a:lnTo>
                  <a:lnTo>
                    <a:pt x="118022" y="2058731"/>
                  </a:lnTo>
                  <a:close/>
                </a:path>
                <a:path w="6694170" h="6997065">
                  <a:moveTo>
                    <a:pt x="1323426" y="2071431"/>
                  </a:moveTo>
                  <a:lnTo>
                    <a:pt x="1353094" y="2122231"/>
                  </a:lnTo>
                  <a:lnTo>
                    <a:pt x="1301700" y="2147631"/>
                  </a:lnTo>
                  <a:lnTo>
                    <a:pt x="1272032" y="2096831"/>
                  </a:lnTo>
                  <a:lnTo>
                    <a:pt x="1323426" y="2071431"/>
                  </a:lnTo>
                  <a:close/>
                </a:path>
                <a:path w="6694170" h="6997065">
                  <a:moveTo>
                    <a:pt x="451921" y="2046031"/>
                  </a:moveTo>
                  <a:lnTo>
                    <a:pt x="487175" y="2109531"/>
                  </a:lnTo>
                  <a:lnTo>
                    <a:pt x="426108" y="2147631"/>
                  </a:lnTo>
                  <a:lnTo>
                    <a:pt x="390854" y="2084131"/>
                  </a:lnTo>
                  <a:lnTo>
                    <a:pt x="451921" y="2046031"/>
                  </a:lnTo>
                  <a:close/>
                </a:path>
                <a:path w="6694170" h="6997065">
                  <a:moveTo>
                    <a:pt x="1657105" y="2046031"/>
                  </a:moveTo>
                  <a:lnTo>
                    <a:pt x="1684719" y="2096831"/>
                  </a:lnTo>
                  <a:lnTo>
                    <a:pt x="1636890" y="2122231"/>
                  </a:lnTo>
                  <a:lnTo>
                    <a:pt x="1609271" y="2084131"/>
                  </a:lnTo>
                  <a:lnTo>
                    <a:pt x="1657105" y="2046031"/>
                  </a:lnTo>
                  <a:close/>
                </a:path>
                <a:path w="6694170" h="6997065">
                  <a:moveTo>
                    <a:pt x="785711" y="2033331"/>
                  </a:moveTo>
                  <a:lnTo>
                    <a:pt x="819200" y="2084131"/>
                  </a:lnTo>
                  <a:lnTo>
                    <a:pt x="761189" y="2122231"/>
                  </a:lnTo>
                  <a:lnTo>
                    <a:pt x="727695" y="2058731"/>
                  </a:lnTo>
                  <a:lnTo>
                    <a:pt x="785711" y="2033331"/>
                  </a:lnTo>
                  <a:close/>
                </a:path>
                <a:path w="6694170" h="6997065">
                  <a:moveTo>
                    <a:pt x="1990676" y="2033331"/>
                  </a:moveTo>
                  <a:lnTo>
                    <a:pt x="2015944" y="2084131"/>
                  </a:lnTo>
                  <a:lnTo>
                    <a:pt x="1972185" y="2109531"/>
                  </a:lnTo>
                  <a:lnTo>
                    <a:pt x="1946917" y="2058731"/>
                  </a:lnTo>
                  <a:lnTo>
                    <a:pt x="1990676" y="2033331"/>
                  </a:lnTo>
                  <a:close/>
                </a:path>
                <a:path w="6694170" h="6997065">
                  <a:moveTo>
                    <a:pt x="1119390" y="2007931"/>
                  </a:moveTo>
                  <a:lnTo>
                    <a:pt x="1150829" y="2071431"/>
                  </a:lnTo>
                  <a:lnTo>
                    <a:pt x="1096379" y="2096831"/>
                  </a:lnTo>
                  <a:lnTo>
                    <a:pt x="1064939" y="2046031"/>
                  </a:lnTo>
                  <a:lnTo>
                    <a:pt x="1119390" y="2007931"/>
                  </a:lnTo>
                  <a:close/>
                </a:path>
                <a:path w="6694170" h="6997065">
                  <a:moveTo>
                    <a:pt x="247784" y="1995231"/>
                  </a:moveTo>
                  <a:lnTo>
                    <a:pt x="284506" y="2058731"/>
                  </a:lnTo>
                  <a:lnTo>
                    <a:pt x="220905" y="2084131"/>
                  </a:lnTo>
                  <a:lnTo>
                    <a:pt x="184176" y="2020631"/>
                  </a:lnTo>
                  <a:lnTo>
                    <a:pt x="247784" y="1995231"/>
                  </a:lnTo>
                  <a:close/>
                </a:path>
                <a:path w="6694170" h="6997065">
                  <a:moveTo>
                    <a:pt x="1453074" y="1995231"/>
                  </a:moveTo>
                  <a:lnTo>
                    <a:pt x="1482453" y="2046031"/>
                  </a:lnTo>
                  <a:lnTo>
                    <a:pt x="1431567" y="2071431"/>
                  </a:lnTo>
                  <a:lnTo>
                    <a:pt x="1402189" y="2020631"/>
                  </a:lnTo>
                  <a:lnTo>
                    <a:pt x="1453074" y="1995231"/>
                  </a:lnTo>
                  <a:close/>
                </a:path>
                <a:path w="6694170" h="6997065">
                  <a:moveTo>
                    <a:pt x="581675" y="1969831"/>
                  </a:moveTo>
                  <a:lnTo>
                    <a:pt x="616928" y="2033331"/>
                  </a:lnTo>
                  <a:lnTo>
                    <a:pt x="555868" y="2071431"/>
                  </a:lnTo>
                  <a:lnTo>
                    <a:pt x="520614" y="2007931"/>
                  </a:lnTo>
                  <a:lnTo>
                    <a:pt x="581675" y="1969831"/>
                  </a:lnTo>
                  <a:close/>
                </a:path>
                <a:path w="6694170" h="6997065">
                  <a:moveTo>
                    <a:pt x="1786758" y="1982531"/>
                  </a:moveTo>
                  <a:lnTo>
                    <a:pt x="1814081" y="2020631"/>
                  </a:lnTo>
                  <a:lnTo>
                    <a:pt x="1766755" y="2046031"/>
                  </a:lnTo>
                  <a:lnTo>
                    <a:pt x="1739432" y="2007931"/>
                  </a:lnTo>
                  <a:lnTo>
                    <a:pt x="1786758" y="1982531"/>
                  </a:lnTo>
                  <a:close/>
                </a:path>
                <a:path w="6694170" h="6997065">
                  <a:moveTo>
                    <a:pt x="915365" y="1957131"/>
                  </a:moveTo>
                  <a:lnTo>
                    <a:pt x="948564" y="2007931"/>
                  </a:lnTo>
                  <a:lnTo>
                    <a:pt x="891057" y="2046031"/>
                  </a:lnTo>
                  <a:lnTo>
                    <a:pt x="857859" y="1982531"/>
                  </a:lnTo>
                  <a:lnTo>
                    <a:pt x="915365" y="1957131"/>
                  </a:lnTo>
                  <a:close/>
                </a:path>
                <a:path w="6694170" h="6997065">
                  <a:moveTo>
                    <a:pt x="43753" y="1931731"/>
                  </a:moveTo>
                  <a:lnTo>
                    <a:pt x="82242" y="1995231"/>
                  </a:lnTo>
                  <a:lnTo>
                    <a:pt x="15578" y="2033331"/>
                  </a:lnTo>
                  <a:lnTo>
                    <a:pt x="0" y="2007931"/>
                  </a:lnTo>
                  <a:lnTo>
                    <a:pt x="0" y="1957131"/>
                  </a:lnTo>
                  <a:lnTo>
                    <a:pt x="43753" y="1931731"/>
                  </a:lnTo>
                  <a:close/>
                </a:path>
                <a:path w="6694170" h="6997065">
                  <a:moveTo>
                    <a:pt x="1249044" y="1931731"/>
                  </a:moveTo>
                  <a:lnTo>
                    <a:pt x="1280182" y="1995231"/>
                  </a:lnTo>
                  <a:lnTo>
                    <a:pt x="1226247" y="2020631"/>
                  </a:lnTo>
                  <a:lnTo>
                    <a:pt x="1195109" y="1969831"/>
                  </a:lnTo>
                  <a:lnTo>
                    <a:pt x="1249044" y="1931731"/>
                  </a:lnTo>
                  <a:close/>
                </a:path>
                <a:path w="6694170" h="6997065">
                  <a:moveTo>
                    <a:pt x="377652" y="1919031"/>
                  </a:moveTo>
                  <a:lnTo>
                    <a:pt x="414665" y="1982531"/>
                  </a:lnTo>
                  <a:lnTo>
                    <a:pt x="350554" y="2020631"/>
                  </a:lnTo>
                  <a:lnTo>
                    <a:pt x="313535" y="1957131"/>
                  </a:lnTo>
                  <a:lnTo>
                    <a:pt x="377652" y="1919031"/>
                  </a:lnTo>
                  <a:close/>
                </a:path>
                <a:path w="6694170" h="6997065">
                  <a:moveTo>
                    <a:pt x="1582724" y="1919031"/>
                  </a:moveTo>
                  <a:lnTo>
                    <a:pt x="1611812" y="1969831"/>
                  </a:lnTo>
                  <a:lnTo>
                    <a:pt x="1561430" y="1995231"/>
                  </a:lnTo>
                  <a:lnTo>
                    <a:pt x="1532348" y="1944431"/>
                  </a:lnTo>
                  <a:lnTo>
                    <a:pt x="1582724" y="1919031"/>
                  </a:lnTo>
                  <a:close/>
                </a:path>
                <a:path w="6694170" h="6997065">
                  <a:moveTo>
                    <a:pt x="711335" y="1893631"/>
                  </a:moveTo>
                  <a:lnTo>
                    <a:pt x="746293" y="1957131"/>
                  </a:lnTo>
                  <a:lnTo>
                    <a:pt x="685735" y="1995231"/>
                  </a:lnTo>
                  <a:lnTo>
                    <a:pt x="650771" y="1931731"/>
                  </a:lnTo>
                  <a:lnTo>
                    <a:pt x="711335" y="1893631"/>
                  </a:lnTo>
                  <a:close/>
                </a:path>
                <a:path w="6694170" h="6997065">
                  <a:moveTo>
                    <a:pt x="1916300" y="1906331"/>
                  </a:moveTo>
                  <a:lnTo>
                    <a:pt x="1943037" y="1944431"/>
                  </a:lnTo>
                  <a:lnTo>
                    <a:pt x="1896731" y="1982531"/>
                  </a:lnTo>
                  <a:lnTo>
                    <a:pt x="1869994" y="1931731"/>
                  </a:lnTo>
                  <a:lnTo>
                    <a:pt x="1916300" y="1906331"/>
                  </a:lnTo>
                  <a:close/>
                </a:path>
                <a:path w="6694170" h="6997065">
                  <a:moveTo>
                    <a:pt x="1045014" y="1880931"/>
                  </a:moveTo>
                  <a:lnTo>
                    <a:pt x="1077916" y="1931731"/>
                  </a:lnTo>
                  <a:lnTo>
                    <a:pt x="1020925" y="1969831"/>
                  </a:lnTo>
                  <a:lnTo>
                    <a:pt x="988017" y="1919031"/>
                  </a:lnTo>
                  <a:lnTo>
                    <a:pt x="1045014" y="1880931"/>
                  </a:lnTo>
                  <a:close/>
                </a:path>
                <a:path w="6694170" h="6997065">
                  <a:moveTo>
                    <a:pt x="173514" y="1855531"/>
                  </a:moveTo>
                  <a:lnTo>
                    <a:pt x="211996" y="1919031"/>
                  </a:lnTo>
                  <a:lnTo>
                    <a:pt x="145338" y="1957131"/>
                  </a:lnTo>
                  <a:lnTo>
                    <a:pt x="106850" y="1893631"/>
                  </a:lnTo>
                  <a:lnTo>
                    <a:pt x="173514" y="1855531"/>
                  </a:lnTo>
                  <a:close/>
                </a:path>
                <a:path w="6694170" h="6997065">
                  <a:moveTo>
                    <a:pt x="1378693" y="1868231"/>
                  </a:moveTo>
                  <a:lnTo>
                    <a:pt x="1409540" y="1919031"/>
                  </a:lnTo>
                  <a:lnTo>
                    <a:pt x="1356114" y="1944431"/>
                  </a:lnTo>
                  <a:lnTo>
                    <a:pt x="1325261" y="1893631"/>
                  </a:lnTo>
                  <a:lnTo>
                    <a:pt x="1378693" y="1868231"/>
                  </a:lnTo>
                  <a:close/>
                </a:path>
                <a:path w="6694170" h="6997065">
                  <a:moveTo>
                    <a:pt x="507406" y="1842831"/>
                  </a:moveTo>
                  <a:lnTo>
                    <a:pt x="544425" y="1906331"/>
                  </a:lnTo>
                  <a:lnTo>
                    <a:pt x="480308" y="1944431"/>
                  </a:lnTo>
                  <a:lnTo>
                    <a:pt x="443288" y="1880931"/>
                  </a:lnTo>
                  <a:lnTo>
                    <a:pt x="507406" y="1842831"/>
                  </a:lnTo>
                  <a:close/>
                </a:path>
                <a:path w="6694170" h="6997065">
                  <a:moveTo>
                    <a:pt x="1712376" y="1842831"/>
                  </a:moveTo>
                  <a:lnTo>
                    <a:pt x="1741168" y="1893631"/>
                  </a:lnTo>
                  <a:lnTo>
                    <a:pt x="1691302" y="1919031"/>
                  </a:lnTo>
                  <a:lnTo>
                    <a:pt x="1662509" y="1868231"/>
                  </a:lnTo>
                  <a:lnTo>
                    <a:pt x="1712376" y="1842831"/>
                  </a:lnTo>
                  <a:close/>
                </a:path>
                <a:path w="6694170" h="6997065">
                  <a:moveTo>
                    <a:pt x="841089" y="1817431"/>
                  </a:moveTo>
                  <a:lnTo>
                    <a:pt x="876048" y="1880931"/>
                  </a:lnTo>
                  <a:lnTo>
                    <a:pt x="815496" y="1919031"/>
                  </a:lnTo>
                  <a:lnTo>
                    <a:pt x="780532" y="1855531"/>
                  </a:lnTo>
                  <a:lnTo>
                    <a:pt x="841089" y="1817431"/>
                  </a:lnTo>
                  <a:close/>
                </a:path>
                <a:path w="6694170" h="6997065">
                  <a:moveTo>
                    <a:pt x="1174662" y="1804731"/>
                  </a:moveTo>
                  <a:lnTo>
                    <a:pt x="1207274" y="1868231"/>
                  </a:lnTo>
                  <a:lnTo>
                    <a:pt x="1150792" y="1893631"/>
                  </a:lnTo>
                  <a:lnTo>
                    <a:pt x="1118180" y="1842831"/>
                  </a:lnTo>
                  <a:lnTo>
                    <a:pt x="1174662" y="1804731"/>
                  </a:lnTo>
                  <a:close/>
                </a:path>
                <a:path w="6694170" h="6997065">
                  <a:moveTo>
                    <a:pt x="303377" y="1779331"/>
                  </a:moveTo>
                  <a:lnTo>
                    <a:pt x="342161" y="1855531"/>
                  </a:lnTo>
                  <a:lnTo>
                    <a:pt x="274987" y="1893631"/>
                  </a:lnTo>
                  <a:lnTo>
                    <a:pt x="236209" y="1817431"/>
                  </a:lnTo>
                  <a:lnTo>
                    <a:pt x="303377" y="1779331"/>
                  </a:lnTo>
                  <a:close/>
                </a:path>
                <a:path w="6694170" h="6997065">
                  <a:moveTo>
                    <a:pt x="1508342" y="1792031"/>
                  </a:moveTo>
                  <a:lnTo>
                    <a:pt x="1538899" y="1842831"/>
                  </a:lnTo>
                  <a:lnTo>
                    <a:pt x="1485976" y="1868231"/>
                  </a:lnTo>
                  <a:lnTo>
                    <a:pt x="1455425" y="1817431"/>
                  </a:lnTo>
                  <a:lnTo>
                    <a:pt x="1508342" y="1792031"/>
                  </a:lnTo>
                  <a:close/>
                </a:path>
                <a:path w="6694170" h="6997065">
                  <a:moveTo>
                    <a:pt x="637054" y="1766631"/>
                  </a:moveTo>
                  <a:lnTo>
                    <a:pt x="673783" y="1830131"/>
                  </a:lnTo>
                  <a:lnTo>
                    <a:pt x="610175" y="1868231"/>
                  </a:lnTo>
                  <a:lnTo>
                    <a:pt x="573452" y="1804731"/>
                  </a:lnTo>
                  <a:lnTo>
                    <a:pt x="637054" y="1766631"/>
                  </a:lnTo>
                  <a:close/>
                </a:path>
                <a:path w="6694170" h="6997065">
                  <a:moveTo>
                    <a:pt x="0" y="1855531"/>
                  </a:moveTo>
                  <a:lnTo>
                    <a:pt x="4910" y="1868231"/>
                  </a:lnTo>
                  <a:lnTo>
                    <a:pt x="0" y="1868231"/>
                  </a:lnTo>
                  <a:lnTo>
                    <a:pt x="0" y="1855531"/>
                  </a:lnTo>
                  <a:close/>
                </a:path>
                <a:path w="6694170" h="6997065">
                  <a:moveTo>
                    <a:pt x="1841919" y="1766631"/>
                  </a:moveTo>
                  <a:lnTo>
                    <a:pt x="1870124" y="1817431"/>
                  </a:lnTo>
                  <a:lnTo>
                    <a:pt x="1821277" y="1842831"/>
                  </a:lnTo>
                  <a:lnTo>
                    <a:pt x="1793071" y="1804731"/>
                  </a:lnTo>
                  <a:lnTo>
                    <a:pt x="1841919" y="1766631"/>
                  </a:lnTo>
                  <a:close/>
                </a:path>
                <a:path w="6694170" h="6997065">
                  <a:moveTo>
                    <a:pt x="970745" y="1753931"/>
                  </a:moveTo>
                  <a:lnTo>
                    <a:pt x="1005413" y="1804731"/>
                  </a:lnTo>
                  <a:lnTo>
                    <a:pt x="945365" y="1842831"/>
                  </a:lnTo>
                  <a:lnTo>
                    <a:pt x="910697" y="1779331"/>
                  </a:lnTo>
                  <a:lnTo>
                    <a:pt x="970745" y="1753931"/>
                  </a:lnTo>
                  <a:close/>
                </a:path>
                <a:path w="6694170" h="6997065">
                  <a:moveTo>
                    <a:pt x="99133" y="1728531"/>
                  </a:moveTo>
                  <a:lnTo>
                    <a:pt x="139090" y="1792031"/>
                  </a:lnTo>
                  <a:lnTo>
                    <a:pt x="69885" y="1830131"/>
                  </a:lnTo>
                  <a:lnTo>
                    <a:pt x="29928" y="1766631"/>
                  </a:lnTo>
                  <a:lnTo>
                    <a:pt x="99133" y="1728531"/>
                  </a:lnTo>
                  <a:close/>
                </a:path>
                <a:path w="6694170" h="6997065">
                  <a:moveTo>
                    <a:pt x="1304317" y="1728531"/>
                  </a:moveTo>
                  <a:lnTo>
                    <a:pt x="1336633" y="1792031"/>
                  </a:lnTo>
                  <a:lnTo>
                    <a:pt x="1280660" y="1817431"/>
                  </a:lnTo>
                  <a:lnTo>
                    <a:pt x="1248344" y="1766631"/>
                  </a:lnTo>
                  <a:lnTo>
                    <a:pt x="1304317" y="1728531"/>
                  </a:lnTo>
                  <a:close/>
                </a:path>
                <a:path w="6694170" h="6997065">
                  <a:moveTo>
                    <a:pt x="433137" y="1703131"/>
                  </a:moveTo>
                  <a:lnTo>
                    <a:pt x="471921" y="1779331"/>
                  </a:lnTo>
                  <a:lnTo>
                    <a:pt x="404747" y="1817431"/>
                  </a:lnTo>
                  <a:lnTo>
                    <a:pt x="365963" y="1741231"/>
                  </a:lnTo>
                  <a:lnTo>
                    <a:pt x="433137" y="1703131"/>
                  </a:lnTo>
                  <a:close/>
                </a:path>
                <a:path w="6694170" h="6997065">
                  <a:moveTo>
                    <a:pt x="1637888" y="1715831"/>
                  </a:moveTo>
                  <a:lnTo>
                    <a:pt x="1667858" y="1766631"/>
                  </a:lnTo>
                  <a:lnTo>
                    <a:pt x="1615949" y="1792031"/>
                  </a:lnTo>
                  <a:lnTo>
                    <a:pt x="1585984" y="1741231"/>
                  </a:lnTo>
                  <a:lnTo>
                    <a:pt x="1637888" y="1715831"/>
                  </a:lnTo>
                  <a:close/>
                </a:path>
                <a:path w="6694170" h="6997065">
                  <a:moveTo>
                    <a:pt x="766815" y="1690431"/>
                  </a:moveTo>
                  <a:lnTo>
                    <a:pt x="803543" y="1753931"/>
                  </a:lnTo>
                  <a:lnTo>
                    <a:pt x="739936" y="1792031"/>
                  </a:lnTo>
                  <a:lnTo>
                    <a:pt x="703213" y="1728531"/>
                  </a:lnTo>
                  <a:lnTo>
                    <a:pt x="766815" y="1690431"/>
                  </a:lnTo>
                  <a:close/>
                </a:path>
                <a:path w="6694170" h="6997065">
                  <a:moveTo>
                    <a:pt x="1100280" y="1677731"/>
                  </a:moveTo>
                  <a:lnTo>
                    <a:pt x="1134362" y="1728531"/>
                  </a:lnTo>
                  <a:lnTo>
                    <a:pt x="1075338" y="1766631"/>
                  </a:lnTo>
                  <a:lnTo>
                    <a:pt x="1041257" y="1703131"/>
                  </a:lnTo>
                  <a:lnTo>
                    <a:pt x="1100280" y="1677731"/>
                  </a:lnTo>
                  <a:close/>
                </a:path>
                <a:path w="6694170" h="6997065">
                  <a:moveTo>
                    <a:pt x="228888" y="1652331"/>
                  </a:moveTo>
                  <a:lnTo>
                    <a:pt x="268845" y="1715831"/>
                  </a:lnTo>
                  <a:lnTo>
                    <a:pt x="199646" y="1766631"/>
                  </a:lnTo>
                  <a:lnTo>
                    <a:pt x="159689" y="1690431"/>
                  </a:lnTo>
                  <a:lnTo>
                    <a:pt x="228888" y="1652331"/>
                  </a:lnTo>
                  <a:close/>
                </a:path>
                <a:path w="6694170" h="6997065">
                  <a:moveTo>
                    <a:pt x="1433966" y="1652331"/>
                  </a:moveTo>
                  <a:lnTo>
                    <a:pt x="1465985" y="1715831"/>
                  </a:lnTo>
                  <a:lnTo>
                    <a:pt x="1410522" y="1741231"/>
                  </a:lnTo>
                  <a:lnTo>
                    <a:pt x="1378496" y="1690431"/>
                  </a:lnTo>
                  <a:lnTo>
                    <a:pt x="1433966" y="1652331"/>
                  </a:lnTo>
                  <a:close/>
                </a:path>
                <a:path w="6694170" h="6997065">
                  <a:moveTo>
                    <a:pt x="562791" y="1626931"/>
                  </a:moveTo>
                  <a:lnTo>
                    <a:pt x="601273" y="1703131"/>
                  </a:lnTo>
                  <a:lnTo>
                    <a:pt x="534609" y="1741231"/>
                  </a:lnTo>
                  <a:lnTo>
                    <a:pt x="496127" y="1677731"/>
                  </a:lnTo>
                  <a:lnTo>
                    <a:pt x="562791" y="1626931"/>
                  </a:lnTo>
                  <a:close/>
                </a:path>
                <a:path w="6694170" h="6997065">
                  <a:moveTo>
                    <a:pt x="1767542" y="1639631"/>
                  </a:moveTo>
                  <a:lnTo>
                    <a:pt x="1797211" y="1690431"/>
                  </a:lnTo>
                  <a:lnTo>
                    <a:pt x="1745817" y="1715831"/>
                  </a:lnTo>
                  <a:lnTo>
                    <a:pt x="1716148" y="1665031"/>
                  </a:lnTo>
                  <a:lnTo>
                    <a:pt x="1767542" y="1639631"/>
                  </a:lnTo>
                  <a:close/>
                </a:path>
                <a:path w="6694170" h="6997065">
                  <a:moveTo>
                    <a:pt x="896469" y="1614231"/>
                  </a:moveTo>
                  <a:lnTo>
                    <a:pt x="932896" y="1677731"/>
                  </a:lnTo>
                  <a:lnTo>
                    <a:pt x="869798" y="1715831"/>
                  </a:lnTo>
                  <a:lnTo>
                    <a:pt x="833371" y="1652331"/>
                  </a:lnTo>
                  <a:lnTo>
                    <a:pt x="896469" y="1614231"/>
                  </a:lnTo>
                  <a:close/>
                </a:path>
                <a:path w="6694170" h="6997065">
                  <a:moveTo>
                    <a:pt x="24751" y="1588831"/>
                  </a:moveTo>
                  <a:lnTo>
                    <a:pt x="66177" y="1665031"/>
                  </a:lnTo>
                  <a:lnTo>
                    <a:pt x="0" y="1703131"/>
                  </a:lnTo>
                  <a:lnTo>
                    <a:pt x="0" y="1614231"/>
                  </a:lnTo>
                  <a:lnTo>
                    <a:pt x="24751" y="1588831"/>
                  </a:lnTo>
                  <a:close/>
                </a:path>
                <a:path w="6694170" h="6997065">
                  <a:moveTo>
                    <a:pt x="1229935" y="1601531"/>
                  </a:moveTo>
                  <a:lnTo>
                    <a:pt x="1263720" y="1652331"/>
                  </a:lnTo>
                  <a:lnTo>
                    <a:pt x="1205200" y="1690431"/>
                  </a:lnTo>
                  <a:lnTo>
                    <a:pt x="1171415" y="1626931"/>
                  </a:lnTo>
                  <a:lnTo>
                    <a:pt x="1229935" y="1601531"/>
                  </a:lnTo>
                  <a:close/>
                </a:path>
                <a:path w="6694170" h="6997065">
                  <a:moveTo>
                    <a:pt x="358648" y="1576131"/>
                  </a:moveTo>
                  <a:lnTo>
                    <a:pt x="398605" y="1639631"/>
                  </a:lnTo>
                  <a:lnTo>
                    <a:pt x="329400" y="1690431"/>
                  </a:lnTo>
                  <a:lnTo>
                    <a:pt x="289443" y="1614231"/>
                  </a:lnTo>
                  <a:lnTo>
                    <a:pt x="358648" y="1576131"/>
                  </a:lnTo>
                  <a:close/>
                </a:path>
                <a:path w="6694170" h="6997065">
                  <a:moveTo>
                    <a:pt x="1563512" y="1588831"/>
                  </a:moveTo>
                  <a:lnTo>
                    <a:pt x="1594945" y="1639631"/>
                  </a:lnTo>
                  <a:lnTo>
                    <a:pt x="1540495" y="1665031"/>
                  </a:lnTo>
                  <a:lnTo>
                    <a:pt x="1509061" y="1614231"/>
                  </a:lnTo>
                  <a:lnTo>
                    <a:pt x="1563512" y="1588831"/>
                  </a:lnTo>
                  <a:close/>
                </a:path>
                <a:path w="6694170" h="6997065">
                  <a:moveTo>
                    <a:pt x="692546" y="1563431"/>
                  </a:moveTo>
                  <a:lnTo>
                    <a:pt x="731034" y="1626931"/>
                  </a:lnTo>
                  <a:lnTo>
                    <a:pt x="664370" y="1665031"/>
                  </a:lnTo>
                  <a:lnTo>
                    <a:pt x="625888" y="1601531"/>
                  </a:lnTo>
                  <a:lnTo>
                    <a:pt x="692546" y="1563431"/>
                  </a:lnTo>
                  <a:close/>
                </a:path>
                <a:path w="6694170" h="6997065">
                  <a:moveTo>
                    <a:pt x="1026011" y="1538031"/>
                  </a:moveTo>
                  <a:lnTo>
                    <a:pt x="1061858" y="1601531"/>
                  </a:lnTo>
                  <a:lnTo>
                    <a:pt x="999772" y="1639631"/>
                  </a:lnTo>
                  <a:lnTo>
                    <a:pt x="963932" y="1576131"/>
                  </a:lnTo>
                  <a:lnTo>
                    <a:pt x="1026011" y="1538031"/>
                  </a:lnTo>
                  <a:close/>
                </a:path>
                <a:path w="6694170" h="6997065">
                  <a:moveTo>
                    <a:pt x="154619" y="1525331"/>
                  </a:moveTo>
                  <a:lnTo>
                    <a:pt x="196335" y="1588831"/>
                  </a:lnTo>
                  <a:lnTo>
                    <a:pt x="124080" y="1626931"/>
                  </a:lnTo>
                  <a:lnTo>
                    <a:pt x="82364" y="1563431"/>
                  </a:lnTo>
                  <a:lnTo>
                    <a:pt x="154619" y="1525331"/>
                  </a:lnTo>
                  <a:close/>
                </a:path>
                <a:path w="6694170" h="6997065">
                  <a:moveTo>
                    <a:pt x="1359583" y="1525331"/>
                  </a:moveTo>
                  <a:lnTo>
                    <a:pt x="1393079" y="1588831"/>
                  </a:lnTo>
                  <a:lnTo>
                    <a:pt x="1335068" y="1614231"/>
                  </a:lnTo>
                  <a:lnTo>
                    <a:pt x="1301579" y="1563431"/>
                  </a:lnTo>
                  <a:lnTo>
                    <a:pt x="1359583" y="1525331"/>
                  </a:lnTo>
                  <a:close/>
                </a:path>
                <a:path w="6694170" h="6997065">
                  <a:moveTo>
                    <a:pt x="488409" y="1499931"/>
                  </a:moveTo>
                  <a:lnTo>
                    <a:pt x="528366" y="1576131"/>
                  </a:lnTo>
                  <a:lnTo>
                    <a:pt x="459155" y="1614231"/>
                  </a:lnTo>
                  <a:lnTo>
                    <a:pt x="419198" y="1538031"/>
                  </a:lnTo>
                  <a:lnTo>
                    <a:pt x="488409" y="1499931"/>
                  </a:lnTo>
                  <a:close/>
                </a:path>
                <a:path w="6694170" h="6997065">
                  <a:moveTo>
                    <a:pt x="1693054" y="1512631"/>
                  </a:moveTo>
                  <a:lnTo>
                    <a:pt x="1723902" y="1563431"/>
                  </a:lnTo>
                  <a:lnTo>
                    <a:pt x="1670470" y="1588831"/>
                  </a:lnTo>
                  <a:lnTo>
                    <a:pt x="1639622" y="1538031"/>
                  </a:lnTo>
                  <a:lnTo>
                    <a:pt x="1693054" y="1512631"/>
                  </a:lnTo>
                  <a:close/>
                </a:path>
                <a:path w="6694170" h="6997065">
                  <a:moveTo>
                    <a:pt x="822194" y="1487231"/>
                  </a:moveTo>
                  <a:lnTo>
                    <a:pt x="860392" y="1550731"/>
                  </a:lnTo>
                  <a:lnTo>
                    <a:pt x="794237" y="1588831"/>
                  </a:lnTo>
                  <a:lnTo>
                    <a:pt x="756039" y="1525331"/>
                  </a:lnTo>
                  <a:lnTo>
                    <a:pt x="822194" y="1487231"/>
                  </a:lnTo>
                  <a:close/>
                </a:path>
                <a:path w="6694170" h="6997065">
                  <a:moveTo>
                    <a:pt x="1155666" y="1461831"/>
                  </a:moveTo>
                  <a:lnTo>
                    <a:pt x="1191216" y="1525331"/>
                  </a:lnTo>
                  <a:lnTo>
                    <a:pt x="1129640" y="1563431"/>
                  </a:lnTo>
                  <a:lnTo>
                    <a:pt x="1094090" y="1499931"/>
                  </a:lnTo>
                  <a:lnTo>
                    <a:pt x="1155666" y="1461831"/>
                  </a:lnTo>
                  <a:close/>
                </a:path>
                <a:path w="6694170" h="6997065">
                  <a:moveTo>
                    <a:pt x="284379" y="1449131"/>
                  </a:moveTo>
                  <a:lnTo>
                    <a:pt x="326095" y="1512631"/>
                  </a:lnTo>
                  <a:lnTo>
                    <a:pt x="253834" y="1563431"/>
                  </a:lnTo>
                  <a:lnTo>
                    <a:pt x="212118" y="1487231"/>
                  </a:lnTo>
                  <a:lnTo>
                    <a:pt x="284379" y="1449131"/>
                  </a:lnTo>
                  <a:close/>
                </a:path>
                <a:path w="6694170" h="6997065">
                  <a:moveTo>
                    <a:pt x="1489130" y="1449131"/>
                  </a:moveTo>
                  <a:lnTo>
                    <a:pt x="1522032" y="1512631"/>
                  </a:lnTo>
                  <a:lnTo>
                    <a:pt x="1465041" y="1538031"/>
                  </a:lnTo>
                  <a:lnTo>
                    <a:pt x="1432138" y="1487231"/>
                  </a:lnTo>
                  <a:lnTo>
                    <a:pt x="1489130" y="1449131"/>
                  </a:lnTo>
                  <a:close/>
                </a:path>
                <a:path w="6694170" h="6997065">
                  <a:moveTo>
                    <a:pt x="618057" y="1423731"/>
                  </a:moveTo>
                  <a:lnTo>
                    <a:pt x="657718" y="1499931"/>
                  </a:lnTo>
                  <a:lnTo>
                    <a:pt x="589029" y="1538031"/>
                  </a:lnTo>
                  <a:lnTo>
                    <a:pt x="549368" y="1461831"/>
                  </a:lnTo>
                  <a:lnTo>
                    <a:pt x="618057" y="1423731"/>
                  </a:lnTo>
                  <a:close/>
                </a:path>
                <a:path w="6694170" h="6997065">
                  <a:moveTo>
                    <a:pt x="951742" y="1411031"/>
                  </a:moveTo>
                  <a:lnTo>
                    <a:pt x="989348" y="1474531"/>
                  </a:lnTo>
                  <a:lnTo>
                    <a:pt x="924212" y="1512631"/>
                  </a:lnTo>
                  <a:lnTo>
                    <a:pt x="886607" y="1449131"/>
                  </a:lnTo>
                  <a:lnTo>
                    <a:pt x="951742" y="1411031"/>
                  </a:lnTo>
                  <a:close/>
                </a:path>
                <a:path w="6694170" h="6997065">
                  <a:moveTo>
                    <a:pt x="80457" y="1385631"/>
                  </a:moveTo>
                  <a:lnTo>
                    <a:pt x="124228" y="1461831"/>
                  </a:lnTo>
                  <a:lnTo>
                    <a:pt x="48413" y="1499931"/>
                  </a:lnTo>
                  <a:lnTo>
                    <a:pt x="4636" y="1436431"/>
                  </a:lnTo>
                  <a:lnTo>
                    <a:pt x="80457" y="1385631"/>
                  </a:lnTo>
                  <a:close/>
                </a:path>
                <a:path w="6694170" h="6997065">
                  <a:moveTo>
                    <a:pt x="1285207" y="1398331"/>
                  </a:moveTo>
                  <a:lnTo>
                    <a:pt x="1320165" y="1449131"/>
                  </a:lnTo>
                  <a:lnTo>
                    <a:pt x="1259614" y="1487231"/>
                  </a:lnTo>
                  <a:lnTo>
                    <a:pt x="1224650" y="1423731"/>
                  </a:lnTo>
                  <a:lnTo>
                    <a:pt x="1285207" y="1398331"/>
                  </a:lnTo>
                  <a:close/>
                </a:path>
                <a:path w="6694170" h="6997065">
                  <a:moveTo>
                    <a:pt x="414027" y="1372931"/>
                  </a:moveTo>
                  <a:lnTo>
                    <a:pt x="455453" y="1436431"/>
                  </a:lnTo>
                  <a:lnTo>
                    <a:pt x="383701" y="1487231"/>
                  </a:lnTo>
                  <a:lnTo>
                    <a:pt x="342275" y="1411031"/>
                  </a:lnTo>
                  <a:lnTo>
                    <a:pt x="414027" y="1372931"/>
                  </a:lnTo>
                  <a:close/>
                </a:path>
                <a:path w="6694170" h="6997065">
                  <a:moveTo>
                    <a:pt x="1618678" y="1372931"/>
                  </a:moveTo>
                  <a:lnTo>
                    <a:pt x="1650994" y="1436431"/>
                  </a:lnTo>
                  <a:lnTo>
                    <a:pt x="1595015" y="1461831"/>
                  </a:lnTo>
                  <a:lnTo>
                    <a:pt x="1562700" y="1411031"/>
                  </a:lnTo>
                  <a:lnTo>
                    <a:pt x="1618678" y="1372931"/>
                  </a:lnTo>
                  <a:close/>
                </a:path>
                <a:path w="6694170" h="6997065">
                  <a:moveTo>
                    <a:pt x="747706" y="1347531"/>
                  </a:moveTo>
                  <a:lnTo>
                    <a:pt x="787076" y="1423731"/>
                  </a:lnTo>
                  <a:lnTo>
                    <a:pt x="718890" y="1461831"/>
                  </a:lnTo>
                  <a:lnTo>
                    <a:pt x="679520" y="1385631"/>
                  </a:lnTo>
                  <a:lnTo>
                    <a:pt x="747706" y="1347531"/>
                  </a:lnTo>
                  <a:close/>
                </a:path>
                <a:path w="6694170" h="6997065">
                  <a:moveTo>
                    <a:pt x="1081397" y="1334831"/>
                  </a:moveTo>
                  <a:lnTo>
                    <a:pt x="1118706" y="1398331"/>
                  </a:lnTo>
                  <a:lnTo>
                    <a:pt x="1054079" y="1436431"/>
                  </a:lnTo>
                  <a:lnTo>
                    <a:pt x="1016770" y="1372931"/>
                  </a:lnTo>
                  <a:lnTo>
                    <a:pt x="1081397" y="1334831"/>
                  </a:lnTo>
                  <a:close/>
                </a:path>
                <a:path w="6694170" h="6997065">
                  <a:moveTo>
                    <a:pt x="210217" y="1309431"/>
                  </a:moveTo>
                  <a:lnTo>
                    <a:pt x="253988" y="1385631"/>
                  </a:lnTo>
                  <a:lnTo>
                    <a:pt x="178167" y="1436431"/>
                  </a:lnTo>
                  <a:lnTo>
                    <a:pt x="134396" y="1360231"/>
                  </a:lnTo>
                  <a:lnTo>
                    <a:pt x="210217" y="1309431"/>
                  </a:lnTo>
                  <a:close/>
                </a:path>
                <a:path w="6694170" h="6997065">
                  <a:moveTo>
                    <a:pt x="1414748" y="1322131"/>
                  </a:moveTo>
                  <a:lnTo>
                    <a:pt x="1449125" y="1372931"/>
                  </a:lnTo>
                  <a:lnTo>
                    <a:pt x="1389587" y="1411031"/>
                  </a:lnTo>
                  <a:lnTo>
                    <a:pt x="1355210" y="1347531"/>
                  </a:lnTo>
                  <a:lnTo>
                    <a:pt x="1414748" y="1322131"/>
                  </a:lnTo>
                  <a:close/>
                </a:path>
                <a:path w="6694170" h="6997065">
                  <a:moveTo>
                    <a:pt x="543681" y="1296731"/>
                  </a:moveTo>
                  <a:lnTo>
                    <a:pt x="584811" y="1360231"/>
                  </a:lnTo>
                  <a:lnTo>
                    <a:pt x="513569" y="1411031"/>
                  </a:lnTo>
                  <a:lnTo>
                    <a:pt x="472439" y="1334831"/>
                  </a:lnTo>
                  <a:lnTo>
                    <a:pt x="543681" y="1296731"/>
                  </a:lnTo>
                  <a:close/>
                </a:path>
                <a:path w="6694170" h="6997065">
                  <a:moveTo>
                    <a:pt x="877467" y="1271331"/>
                  </a:moveTo>
                  <a:lnTo>
                    <a:pt x="916837" y="1347531"/>
                  </a:lnTo>
                  <a:lnTo>
                    <a:pt x="848651" y="1385631"/>
                  </a:lnTo>
                  <a:lnTo>
                    <a:pt x="809281" y="1322131"/>
                  </a:lnTo>
                  <a:lnTo>
                    <a:pt x="877467" y="1271331"/>
                  </a:lnTo>
                  <a:close/>
                </a:path>
                <a:path w="6694170" h="6997065">
                  <a:moveTo>
                    <a:pt x="1210932" y="1258631"/>
                  </a:moveTo>
                  <a:lnTo>
                    <a:pt x="1247661" y="1322131"/>
                  </a:lnTo>
                  <a:lnTo>
                    <a:pt x="1184054" y="1360231"/>
                  </a:lnTo>
                  <a:lnTo>
                    <a:pt x="1147331" y="1296731"/>
                  </a:lnTo>
                  <a:lnTo>
                    <a:pt x="1210932" y="1258631"/>
                  </a:lnTo>
                  <a:close/>
                </a:path>
                <a:path w="6694170" h="6997065">
                  <a:moveTo>
                    <a:pt x="339865" y="1233231"/>
                  </a:moveTo>
                  <a:lnTo>
                    <a:pt x="383346" y="1309431"/>
                  </a:lnTo>
                  <a:lnTo>
                    <a:pt x="308034" y="1360231"/>
                  </a:lnTo>
                  <a:lnTo>
                    <a:pt x="264553" y="1284031"/>
                  </a:lnTo>
                  <a:lnTo>
                    <a:pt x="339865" y="1233231"/>
                  </a:lnTo>
                  <a:close/>
                </a:path>
                <a:path w="6694170" h="6997065">
                  <a:moveTo>
                    <a:pt x="0" y="1258631"/>
                  </a:moveTo>
                  <a:lnTo>
                    <a:pt x="6181" y="1258631"/>
                  </a:lnTo>
                  <a:lnTo>
                    <a:pt x="51723" y="1334831"/>
                  </a:lnTo>
                  <a:lnTo>
                    <a:pt x="0" y="1360231"/>
                  </a:lnTo>
                  <a:lnTo>
                    <a:pt x="0" y="1258631"/>
                  </a:lnTo>
                  <a:close/>
                </a:path>
                <a:path w="6694170" h="6997065">
                  <a:moveTo>
                    <a:pt x="1544296" y="1245931"/>
                  </a:moveTo>
                  <a:lnTo>
                    <a:pt x="1578082" y="1309431"/>
                  </a:lnTo>
                  <a:lnTo>
                    <a:pt x="1519562" y="1334831"/>
                  </a:lnTo>
                  <a:lnTo>
                    <a:pt x="1485771" y="1284031"/>
                  </a:lnTo>
                  <a:lnTo>
                    <a:pt x="1544296" y="1245931"/>
                  </a:lnTo>
                  <a:close/>
                </a:path>
                <a:path w="6694170" h="6997065">
                  <a:moveTo>
                    <a:pt x="673330" y="1220531"/>
                  </a:moveTo>
                  <a:lnTo>
                    <a:pt x="714169" y="1296731"/>
                  </a:lnTo>
                  <a:lnTo>
                    <a:pt x="643436" y="1334831"/>
                  </a:lnTo>
                  <a:lnTo>
                    <a:pt x="602597" y="1258631"/>
                  </a:lnTo>
                  <a:lnTo>
                    <a:pt x="673330" y="1220531"/>
                  </a:lnTo>
                  <a:close/>
                </a:path>
                <a:path w="6694170" h="6997065">
                  <a:moveTo>
                    <a:pt x="1007014" y="1207831"/>
                  </a:moveTo>
                  <a:lnTo>
                    <a:pt x="1045793" y="1271331"/>
                  </a:lnTo>
                  <a:lnTo>
                    <a:pt x="978625" y="1309431"/>
                  </a:lnTo>
                  <a:lnTo>
                    <a:pt x="939841" y="1245931"/>
                  </a:lnTo>
                  <a:lnTo>
                    <a:pt x="1007014" y="1207831"/>
                  </a:lnTo>
                  <a:close/>
                </a:path>
                <a:path w="6694170" h="6997065">
                  <a:moveTo>
                    <a:pt x="135941" y="1182431"/>
                  </a:moveTo>
                  <a:lnTo>
                    <a:pt x="181483" y="1258631"/>
                  </a:lnTo>
                  <a:lnTo>
                    <a:pt x="102606" y="1309431"/>
                  </a:lnTo>
                  <a:lnTo>
                    <a:pt x="57064" y="1220531"/>
                  </a:lnTo>
                  <a:lnTo>
                    <a:pt x="135941" y="1182431"/>
                  </a:lnTo>
                  <a:close/>
                </a:path>
                <a:path w="6694170" h="6997065">
                  <a:moveTo>
                    <a:pt x="1340373" y="1182431"/>
                  </a:moveTo>
                  <a:lnTo>
                    <a:pt x="1376212" y="1245931"/>
                  </a:lnTo>
                  <a:lnTo>
                    <a:pt x="1314133" y="1284031"/>
                  </a:lnTo>
                  <a:lnTo>
                    <a:pt x="1278287" y="1220531"/>
                  </a:lnTo>
                  <a:lnTo>
                    <a:pt x="1340373" y="1182431"/>
                  </a:lnTo>
                  <a:close/>
                </a:path>
                <a:path w="6694170" h="6997065">
                  <a:moveTo>
                    <a:pt x="469513" y="1157031"/>
                  </a:moveTo>
                  <a:lnTo>
                    <a:pt x="512704" y="1233231"/>
                  </a:lnTo>
                  <a:lnTo>
                    <a:pt x="437896" y="1284031"/>
                  </a:lnTo>
                  <a:lnTo>
                    <a:pt x="394711" y="1207831"/>
                  </a:lnTo>
                  <a:lnTo>
                    <a:pt x="469513" y="1157031"/>
                  </a:lnTo>
                  <a:close/>
                </a:path>
                <a:path w="6694170" h="6997065">
                  <a:moveTo>
                    <a:pt x="802979" y="1144331"/>
                  </a:moveTo>
                  <a:lnTo>
                    <a:pt x="843522" y="1220531"/>
                  </a:lnTo>
                  <a:lnTo>
                    <a:pt x="773299" y="1258631"/>
                  </a:lnTo>
                  <a:lnTo>
                    <a:pt x="732755" y="1182431"/>
                  </a:lnTo>
                  <a:lnTo>
                    <a:pt x="802979" y="1144331"/>
                  </a:lnTo>
                  <a:close/>
                </a:path>
                <a:path w="6694170" h="6997065">
                  <a:moveTo>
                    <a:pt x="1136556" y="1131631"/>
                  </a:moveTo>
                  <a:lnTo>
                    <a:pt x="1174748" y="1195131"/>
                  </a:lnTo>
                  <a:lnTo>
                    <a:pt x="1108600" y="1233231"/>
                  </a:lnTo>
                  <a:lnTo>
                    <a:pt x="1070408" y="1169731"/>
                  </a:lnTo>
                  <a:lnTo>
                    <a:pt x="1136556" y="1131631"/>
                  </a:lnTo>
                  <a:close/>
                </a:path>
                <a:path w="6694170" h="6997065">
                  <a:moveTo>
                    <a:pt x="265596" y="1106231"/>
                  </a:moveTo>
                  <a:lnTo>
                    <a:pt x="310836" y="1182431"/>
                  </a:lnTo>
                  <a:lnTo>
                    <a:pt x="232468" y="1233231"/>
                  </a:lnTo>
                  <a:lnTo>
                    <a:pt x="187228" y="1144331"/>
                  </a:lnTo>
                  <a:lnTo>
                    <a:pt x="265596" y="1106231"/>
                  </a:lnTo>
                  <a:close/>
                </a:path>
                <a:path w="6694170" h="6997065">
                  <a:moveTo>
                    <a:pt x="1469915" y="1118931"/>
                  </a:moveTo>
                  <a:lnTo>
                    <a:pt x="1505175" y="1169731"/>
                  </a:lnTo>
                  <a:lnTo>
                    <a:pt x="1444108" y="1207831"/>
                  </a:lnTo>
                  <a:lnTo>
                    <a:pt x="1408848" y="1144331"/>
                  </a:lnTo>
                  <a:lnTo>
                    <a:pt x="1469915" y="1118931"/>
                  </a:lnTo>
                  <a:close/>
                </a:path>
                <a:path w="6694170" h="6997065">
                  <a:moveTo>
                    <a:pt x="599161" y="1093531"/>
                  </a:moveTo>
                  <a:lnTo>
                    <a:pt x="642056" y="1157031"/>
                  </a:lnTo>
                  <a:lnTo>
                    <a:pt x="567769" y="1207831"/>
                  </a:lnTo>
                  <a:lnTo>
                    <a:pt x="524875" y="1131631"/>
                  </a:lnTo>
                  <a:lnTo>
                    <a:pt x="599161" y="1093531"/>
                  </a:lnTo>
                  <a:close/>
                </a:path>
                <a:path w="6694170" h="6997065">
                  <a:moveTo>
                    <a:pt x="932527" y="1068131"/>
                  </a:moveTo>
                  <a:lnTo>
                    <a:pt x="972484" y="1144331"/>
                  </a:lnTo>
                  <a:lnTo>
                    <a:pt x="903273" y="1182431"/>
                  </a:lnTo>
                  <a:lnTo>
                    <a:pt x="863316" y="1106231"/>
                  </a:lnTo>
                  <a:lnTo>
                    <a:pt x="932527" y="1068131"/>
                  </a:lnTo>
                  <a:close/>
                </a:path>
                <a:path w="6694170" h="6997065">
                  <a:moveTo>
                    <a:pt x="61666" y="1042731"/>
                  </a:moveTo>
                  <a:lnTo>
                    <a:pt x="108968" y="1131631"/>
                  </a:lnTo>
                  <a:lnTo>
                    <a:pt x="27040" y="1182431"/>
                  </a:lnTo>
                  <a:lnTo>
                    <a:pt x="0" y="1131631"/>
                  </a:lnTo>
                  <a:lnTo>
                    <a:pt x="0" y="1080831"/>
                  </a:lnTo>
                  <a:lnTo>
                    <a:pt x="61666" y="1042731"/>
                  </a:lnTo>
                  <a:close/>
                </a:path>
                <a:path w="6694170" h="6997065">
                  <a:moveTo>
                    <a:pt x="1266103" y="1055431"/>
                  </a:moveTo>
                  <a:lnTo>
                    <a:pt x="1303709" y="1118931"/>
                  </a:lnTo>
                  <a:lnTo>
                    <a:pt x="1238573" y="1157031"/>
                  </a:lnTo>
                  <a:lnTo>
                    <a:pt x="1200967" y="1093531"/>
                  </a:lnTo>
                  <a:lnTo>
                    <a:pt x="1266103" y="1055431"/>
                  </a:lnTo>
                  <a:close/>
                </a:path>
                <a:path w="6694170" h="6997065">
                  <a:moveTo>
                    <a:pt x="395243" y="1030031"/>
                  </a:moveTo>
                  <a:lnTo>
                    <a:pt x="440194" y="1106231"/>
                  </a:lnTo>
                  <a:lnTo>
                    <a:pt x="362341" y="1157031"/>
                  </a:lnTo>
                  <a:lnTo>
                    <a:pt x="317385" y="1080831"/>
                  </a:lnTo>
                  <a:lnTo>
                    <a:pt x="395243" y="1030031"/>
                  </a:lnTo>
                  <a:close/>
                </a:path>
                <a:path w="6694170" h="6997065">
                  <a:moveTo>
                    <a:pt x="728710" y="1017331"/>
                  </a:moveTo>
                  <a:lnTo>
                    <a:pt x="771018" y="1093531"/>
                  </a:lnTo>
                  <a:lnTo>
                    <a:pt x="697744" y="1131631"/>
                  </a:lnTo>
                  <a:lnTo>
                    <a:pt x="655436" y="1055431"/>
                  </a:lnTo>
                  <a:lnTo>
                    <a:pt x="728710" y="1017331"/>
                  </a:lnTo>
                  <a:close/>
                </a:path>
                <a:path w="6694170" h="6997065">
                  <a:moveTo>
                    <a:pt x="1062175" y="991931"/>
                  </a:moveTo>
                  <a:lnTo>
                    <a:pt x="1101835" y="1068131"/>
                  </a:lnTo>
                  <a:lnTo>
                    <a:pt x="1033146" y="1106231"/>
                  </a:lnTo>
                  <a:lnTo>
                    <a:pt x="993485" y="1042731"/>
                  </a:lnTo>
                  <a:lnTo>
                    <a:pt x="1062175" y="991931"/>
                  </a:lnTo>
                  <a:close/>
                </a:path>
                <a:path w="6694170" h="6997065">
                  <a:moveTo>
                    <a:pt x="191320" y="966531"/>
                  </a:moveTo>
                  <a:lnTo>
                    <a:pt x="238326" y="1055431"/>
                  </a:lnTo>
                  <a:lnTo>
                    <a:pt x="156907" y="1106231"/>
                  </a:lnTo>
                  <a:lnTo>
                    <a:pt x="109902" y="1017331"/>
                  </a:lnTo>
                  <a:lnTo>
                    <a:pt x="191320" y="966531"/>
                  </a:lnTo>
                  <a:close/>
                </a:path>
                <a:path w="6694170" h="6997065">
                  <a:moveTo>
                    <a:pt x="1395639" y="979231"/>
                  </a:moveTo>
                  <a:lnTo>
                    <a:pt x="1432658" y="1042731"/>
                  </a:lnTo>
                  <a:lnTo>
                    <a:pt x="1368547" y="1080831"/>
                  </a:lnTo>
                  <a:lnTo>
                    <a:pt x="1331528" y="1017331"/>
                  </a:lnTo>
                  <a:lnTo>
                    <a:pt x="1395639" y="979231"/>
                  </a:lnTo>
                  <a:close/>
                </a:path>
                <a:path w="6694170" h="6997065">
                  <a:moveTo>
                    <a:pt x="524892" y="953831"/>
                  </a:moveTo>
                  <a:lnTo>
                    <a:pt x="569552" y="1030031"/>
                  </a:lnTo>
                  <a:lnTo>
                    <a:pt x="492203" y="1080831"/>
                  </a:lnTo>
                  <a:lnTo>
                    <a:pt x="447543" y="1004631"/>
                  </a:lnTo>
                  <a:lnTo>
                    <a:pt x="524892" y="953831"/>
                  </a:lnTo>
                  <a:close/>
                </a:path>
                <a:path w="6694170" h="6997065">
                  <a:moveTo>
                    <a:pt x="858257" y="941131"/>
                  </a:moveTo>
                  <a:lnTo>
                    <a:pt x="899974" y="1017331"/>
                  </a:lnTo>
                  <a:lnTo>
                    <a:pt x="827718" y="1055431"/>
                  </a:lnTo>
                  <a:lnTo>
                    <a:pt x="785996" y="979231"/>
                  </a:lnTo>
                  <a:lnTo>
                    <a:pt x="858257" y="941131"/>
                  </a:lnTo>
                  <a:close/>
                </a:path>
                <a:path w="6694170" h="6997065">
                  <a:moveTo>
                    <a:pt x="1191721" y="928431"/>
                  </a:moveTo>
                  <a:lnTo>
                    <a:pt x="1230795" y="991931"/>
                  </a:lnTo>
                  <a:lnTo>
                    <a:pt x="1163119" y="1030031"/>
                  </a:lnTo>
                  <a:lnTo>
                    <a:pt x="1124044" y="966531"/>
                  </a:lnTo>
                  <a:lnTo>
                    <a:pt x="1191721" y="928431"/>
                  </a:lnTo>
                  <a:close/>
                </a:path>
                <a:path w="6694170" h="6997065">
                  <a:moveTo>
                    <a:pt x="320969" y="903031"/>
                  </a:moveTo>
                  <a:lnTo>
                    <a:pt x="367678" y="979231"/>
                  </a:lnTo>
                  <a:lnTo>
                    <a:pt x="286775" y="1030031"/>
                  </a:lnTo>
                  <a:lnTo>
                    <a:pt x="240060" y="941131"/>
                  </a:lnTo>
                  <a:lnTo>
                    <a:pt x="320969" y="903031"/>
                  </a:lnTo>
                  <a:close/>
                </a:path>
                <a:path w="6694170" h="6997065">
                  <a:moveTo>
                    <a:pt x="0" y="941131"/>
                  </a:moveTo>
                  <a:lnTo>
                    <a:pt x="34455" y="1004631"/>
                  </a:lnTo>
                  <a:lnTo>
                    <a:pt x="0" y="1017331"/>
                  </a:lnTo>
                  <a:lnTo>
                    <a:pt x="0" y="941131"/>
                  </a:lnTo>
                  <a:close/>
                </a:path>
                <a:path w="6694170" h="6997065">
                  <a:moveTo>
                    <a:pt x="654441" y="877631"/>
                  </a:moveTo>
                  <a:lnTo>
                    <a:pt x="698509" y="953831"/>
                  </a:lnTo>
                  <a:lnTo>
                    <a:pt x="622178" y="1004631"/>
                  </a:lnTo>
                  <a:lnTo>
                    <a:pt x="578110" y="928431"/>
                  </a:lnTo>
                  <a:lnTo>
                    <a:pt x="654441" y="877631"/>
                  </a:lnTo>
                  <a:close/>
                </a:path>
                <a:path w="6694170" h="6997065">
                  <a:moveTo>
                    <a:pt x="987799" y="864931"/>
                  </a:moveTo>
                  <a:lnTo>
                    <a:pt x="1028928" y="941131"/>
                  </a:lnTo>
                  <a:lnTo>
                    <a:pt x="957686" y="979231"/>
                  </a:lnTo>
                  <a:lnTo>
                    <a:pt x="916556" y="903031"/>
                  </a:lnTo>
                  <a:lnTo>
                    <a:pt x="987799" y="864931"/>
                  </a:lnTo>
                  <a:close/>
                </a:path>
                <a:path w="6694170" h="6997065">
                  <a:moveTo>
                    <a:pt x="116938" y="839531"/>
                  </a:moveTo>
                  <a:lnTo>
                    <a:pt x="165413" y="928431"/>
                  </a:lnTo>
                  <a:lnTo>
                    <a:pt x="81453" y="979231"/>
                  </a:lnTo>
                  <a:lnTo>
                    <a:pt x="32979" y="890331"/>
                  </a:lnTo>
                  <a:lnTo>
                    <a:pt x="116938" y="839531"/>
                  </a:lnTo>
                  <a:close/>
                </a:path>
                <a:path w="6694170" h="6997065">
                  <a:moveTo>
                    <a:pt x="1321263" y="852231"/>
                  </a:moveTo>
                  <a:lnTo>
                    <a:pt x="1359752" y="915731"/>
                  </a:lnTo>
                  <a:lnTo>
                    <a:pt x="1293093" y="953831"/>
                  </a:lnTo>
                  <a:lnTo>
                    <a:pt x="1254605" y="890331"/>
                  </a:lnTo>
                  <a:lnTo>
                    <a:pt x="1321263" y="852231"/>
                  </a:lnTo>
                  <a:close/>
                </a:path>
                <a:path w="6694170" h="6997065">
                  <a:moveTo>
                    <a:pt x="450623" y="826831"/>
                  </a:moveTo>
                  <a:lnTo>
                    <a:pt x="497042" y="903031"/>
                  </a:lnTo>
                  <a:lnTo>
                    <a:pt x="416643" y="953831"/>
                  </a:lnTo>
                  <a:lnTo>
                    <a:pt x="370224" y="864931"/>
                  </a:lnTo>
                  <a:lnTo>
                    <a:pt x="450623" y="826831"/>
                  </a:lnTo>
                  <a:close/>
                </a:path>
                <a:path w="6694170" h="6997065">
                  <a:moveTo>
                    <a:pt x="783982" y="801431"/>
                  </a:moveTo>
                  <a:lnTo>
                    <a:pt x="827464" y="877631"/>
                  </a:lnTo>
                  <a:lnTo>
                    <a:pt x="752152" y="928431"/>
                  </a:lnTo>
                  <a:lnTo>
                    <a:pt x="708670" y="852231"/>
                  </a:lnTo>
                  <a:lnTo>
                    <a:pt x="783982" y="801431"/>
                  </a:lnTo>
                  <a:close/>
                </a:path>
                <a:path w="6694170" h="6997065">
                  <a:moveTo>
                    <a:pt x="1117233" y="788731"/>
                  </a:moveTo>
                  <a:lnTo>
                    <a:pt x="1157480" y="864931"/>
                  </a:lnTo>
                  <a:lnTo>
                    <a:pt x="1087766" y="903031"/>
                  </a:lnTo>
                  <a:lnTo>
                    <a:pt x="1047518" y="826831"/>
                  </a:lnTo>
                  <a:lnTo>
                    <a:pt x="1117233" y="788731"/>
                  </a:lnTo>
                  <a:close/>
                </a:path>
                <a:path w="6694170" h="6997065">
                  <a:moveTo>
                    <a:pt x="246587" y="763331"/>
                  </a:moveTo>
                  <a:lnTo>
                    <a:pt x="294771" y="852231"/>
                  </a:lnTo>
                  <a:lnTo>
                    <a:pt x="211321" y="903031"/>
                  </a:lnTo>
                  <a:lnTo>
                    <a:pt x="163137" y="814131"/>
                  </a:lnTo>
                  <a:lnTo>
                    <a:pt x="246587" y="763331"/>
                  </a:lnTo>
                  <a:close/>
                </a:path>
                <a:path w="6694170" h="6997065">
                  <a:moveTo>
                    <a:pt x="580165" y="750631"/>
                  </a:moveTo>
                  <a:lnTo>
                    <a:pt x="625998" y="826831"/>
                  </a:lnTo>
                  <a:lnTo>
                    <a:pt x="546617" y="877631"/>
                  </a:lnTo>
                  <a:lnTo>
                    <a:pt x="500785" y="801431"/>
                  </a:lnTo>
                  <a:lnTo>
                    <a:pt x="580165" y="750631"/>
                  </a:lnTo>
                  <a:close/>
                </a:path>
                <a:path w="6694170" h="6997065">
                  <a:moveTo>
                    <a:pt x="913530" y="737931"/>
                  </a:moveTo>
                  <a:lnTo>
                    <a:pt x="956418" y="814131"/>
                  </a:lnTo>
                  <a:lnTo>
                    <a:pt x="882126" y="852231"/>
                  </a:lnTo>
                  <a:lnTo>
                    <a:pt x="839231" y="776031"/>
                  </a:lnTo>
                  <a:lnTo>
                    <a:pt x="913530" y="737931"/>
                  </a:lnTo>
                  <a:close/>
                </a:path>
                <a:path w="6694170" h="6997065">
                  <a:moveTo>
                    <a:pt x="42782" y="712531"/>
                  </a:moveTo>
                  <a:lnTo>
                    <a:pt x="93311" y="801431"/>
                  </a:lnTo>
                  <a:lnTo>
                    <a:pt x="5786" y="852231"/>
                  </a:lnTo>
                  <a:lnTo>
                    <a:pt x="0" y="839531"/>
                  </a:lnTo>
                  <a:lnTo>
                    <a:pt x="0" y="737931"/>
                  </a:lnTo>
                  <a:lnTo>
                    <a:pt x="42782" y="712531"/>
                  </a:lnTo>
                  <a:close/>
                </a:path>
                <a:path w="6694170" h="6997065">
                  <a:moveTo>
                    <a:pt x="1246781" y="712531"/>
                  </a:moveTo>
                  <a:lnTo>
                    <a:pt x="1286442" y="788731"/>
                  </a:lnTo>
                  <a:lnTo>
                    <a:pt x="1217740" y="826831"/>
                  </a:lnTo>
                  <a:lnTo>
                    <a:pt x="1178079" y="763331"/>
                  </a:lnTo>
                  <a:lnTo>
                    <a:pt x="1246781" y="712531"/>
                  </a:lnTo>
                  <a:close/>
                </a:path>
                <a:path w="6694170" h="6997065">
                  <a:moveTo>
                    <a:pt x="376247" y="687131"/>
                  </a:moveTo>
                  <a:lnTo>
                    <a:pt x="424135" y="776031"/>
                  </a:lnTo>
                  <a:lnTo>
                    <a:pt x="341189" y="826831"/>
                  </a:lnTo>
                  <a:lnTo>
                    <a:pt x="293301" y="737931"/>
                  </a:lnTo>
                  <a:lnTo>
                    <a:pt x="376247" y="687131"/>
                  </a:lnTo>
                  <a:close/>
                </a:path>
                <a:path w="6694170" h="6997065">
                  <a:moveTo>
                    <a:pt x="709713" y="674431"/>
                  </a:moveTo>
                  <a:lnTo>
                    <a:pt x="754953" y="750631"/>
                  </a:lnTo>
                  <a:lnTo>
                    <a:pt x="676586" y="801431"/>
                  </a:lnTo>
                  <a:lnTo>
                    <a:pt x="631345" y="725231"/>
                  </a:lnTo>
                  <a:lnTo>
                    <a:pt x="709713" y="674431"/>
                  </a:lnTo>
                  <a:close/>
                </a:path>
                <a:path w="6694170" h="6997065">
                  <a:moveTo>
                    <a:pt x="1042964" y="661731"/>
                  </a:moveTo>
                  <a:lnTo>
                    <a:pt x="1084976" y="737931"/>
                  </a:lnTo>
                  <a:lnTo>
                    <a:pt x="1012211" y="776031"/>
                  </a:lnTo>
                  <a:lnTo>
                    <a:pt x="970193" y="699831"/>
                  </a:lnTo>
                  <a:lnTo>
                    <a:pt x="1042964" y="661731"/>
                  </a:lnTo>
                  <a:close/>
                </a:path>
                <a:path w="6694170" h="6997065">
                  <a:moveTo>
                    <a:pt x="172318" y="636331"/>
                  </a:moveTo>
                  <a:lnTo>
                    <a:pt x="222261" y="725231"/>
                  </a:lnTo>
                  <a:lnTo>
                    <a:pt x="135761" y="776031"/>
                  </a:lnTo>
                  <a:lnTo>
                    <a:pt x="85817" y="687131"/>
                  </a:lnTo>
                  <a:lnTo>
                    <a:pt x="172318" y="636331"/>
                  </a:lnTo>
                  <a:close/>
                </a:path>
                <a:path w="6694170" h="6997065">
                  <a:moveTo>
                    <a:pt x="505896" y="623631"/>
                  </a:moveTo>
                  <a:lnTo>
                    <a:pt x="553488" y="699831"/>
                  </a:lnTo>
                  <a:lnTo>
                    <a:pt x="471051" y="750631"/>
                  </a:lnTo>
                  <a:lnTo>
                    <a:pt x="423459" y="661731"/>
                  </a:lnTo>
                  <a:lnTo>
                    <a:pt x="505896" y="623631"/>
                  </a:lnTo>
                  <a:close/>
                </a:path>
                <a:path w="6694170" h="6997065">
                  <a:moveTo>
                    <a:pt x="839148" y="598231"/>
                  </a:moveTo>
                  <a:lnTo>
                    <a:pt x="883512" y="674431"/>
                  </a:lnTo>
                  <a:lnTo>
                    <a:pt x="806672" y="725231"/>
                  </a:lnTo>
                  <a:lnTo>
                    <a:pt x="762308" y="649031"/>
                  </a:lnTo>
                  <a:lnTo>
                    <a:pt x="839148" y="598231"/>
                  </a:lnTo>
                  <a:close/>
                </a:path>
                <a:path w="6694170" h="6997065">
                  <a:moveTo>
                    <a:pt x="1172399" y="585531"/>
                  </a:moveTo>
                  <a:lnTo>
                    <a:pt x="1213529" y="661731"/>
                  </a:lnTo>
                  <a:lnTo>
                    <a:pt x="1142286" y="699831"/>
                  </a:lnTo>
                  <a:lnTo>
                    <a:pt x="1101156" y="623631"/>
                  </a:lnTo>
                  <a:lnTo>
                    <a:pt x="1172399" y="585531"/>
                  </a:lnTo>
                  <a:close/>
                </a:path>
                <a:path w="6694170" h="6997065">
                  <a:moveTo>
                    <a:pt x="301972" y="560131"/>
                  </a:moveTo>
                  <a:lnTo>
                    <a:pt x="351619" y="649031"/>
                  </a:lnTo>
                  <a:lnTo>
                    <a:pt x="265622" y="699831"/>
                  </a:lnTo>
                  <a:lnTo>
                    <a:pt x="215975" y="610931"/>
                  </a:lnTo>
                  <a:lnTo>
                    <a:pt x="301972" y="560131"/>
                  </a:lnTo>
                  <a:close/>
                </a:path>
                <a:path w="6694170" h="6997065">
                  <a:moveTo>
                    <a:pt x="635331" y="547431"/>
                  </a:moveTo>
                  <a:lnTo>
                    <a:pt x="682047" y="623631"/>
                  </a:lnTo>
                  <a:lnTo>
                    <a:pt x="601132" y="674431"/>
                  </a:lnTo>
                  <a:lnTo>
                    <a:pt x="554416" y="585531"/>
                  </a:lnTo>
                  <a:lnTo>
                    <a:pt x="635331" y="547431"/>
                  </a:lnTo>
                  <a:close/>
                </a:path>
                <a:path w="6694170" h="6997065">
                  <a:moveTo>
                    <a:pt x="0" y="636331"/>
                  </a:moveTo>
                  <a:lnTo>
                    <a:pt x="13575" y="661731"/>
                  </a:lnTo>
                  <a:lnTo>
                    <a:pt x="0" y="674431"/>
                  </a:lnTo>
                  <a:lnTo>
                    <a:pt x="0" y="636331"/>
                  </a:lnTo>
                  <a:close/>
                </a:path>
                <a:path w="6694170" h="6997065">
                  <a:moveTo>
                    <a:pt x="968689" y="522031"/>
                  </a:moveTo>
                  <a:lnTo>
                    <a:pt x="1012460" y="598231"/>
                  </a:lnTo>
                  <a:lnTo>
                    <a:pt x="936645" y="649031"/>
                  </a:lnTo>
                  <a:lnTo>
                    <a:pt x="892868" y="572831"/>
                  </a:lnTo>
                  <a:lnTo>
                    <a:pt x="968689" y="522031"/>
                  </a:lnTo>
                  <a:close/>
                </a:path>
                <a:path w="6694170" h="6997065">
                  <a:moveTo>
                    <a:pt x="98156" y="496631"/>
                  </a:moveTo>
                  <a:lnTo>
                    <a:pt x="150154" y="585531"/>
                  </a:lnTo>
                  <a:lnTo>
                    <a:pt x="60088" y="649031"/>
                  </a:lnTo>
                  <a:lnTo>
                    <a:pt x="8084" y="547431"/>
                  </a:lnTo>
                  <a:lnTo>
                    <a:pt x="98156" y="496631"/>
                  </a:lnTo>
                  <a:close/>
                </a:path>
                <a:path w="6694170" h="6997065">
                  <a:moveTo>
                    <a:pt x="431408" y="483931"/>
                  </a:moveTo>
                  <a:lnTo>
                    <a:pt x="480179" y="572831"/>
                  </a:lnTo>
                  <a:lnTo>
                    <a:pt x="395704" y="623631"/>
                  </a:lnTo>
                  <a:lnTo>
                    <a:pt x="346933" y="534731"/>
                  </a:lnTo>
                  <a:lnTo>
                    <a:pt x="431408" y="483931"/>
                  </a:lnTo>
                  <a:close/>
                </a:path>
                <a:path w="6694170" h="6997065">
                  <a:moveTo>
                    <a:pt x="764872" y="471231"/>
                  </a:moveTo>
                  <a:lnTo>
                    <a:pt x="810995" y="547431"/>
                  </a:lnTo>
                  <a:lnTo>
                    <a:pt x="731105" y="598231"/>
                  </a:lnTo>
                  <a:lnTo>
                    <a:pt x="684982" y="522031"/>
                  </a:lnTo>
                  <a:lnTo>
                    <a:pt x="764872" y="471231"/>
                  </a:lnTo>
                  <a:close/>
                </a:path>
                <a:path w="6694170" h="6997065">
                  <a:moveTo>
                    <a:pt x="1098023" y="458531"/>
                  </a:moveTo>
                  <a:lnTo>
                    <a:pt x="1140621" y="522031"/>
                  </a:lnTo>
                  <a:lnTo>
                    <a:pt x="1066832" y="572831"/>
                  </a:lnTo>
                  <a:lnTo>
                    <a:pt x="1024233" y="496631"/>
                  </a:lnTo>
                  <a:lnTo>
                    <a:pt x="1098023" y="458531"/>
                  </a:lnTo>
                  <a:close/>
                </a:path>
                <a:path w="6694170" h="6997065">
                  <a:moveTo>
                    <a:pt x="227697" y="433131"/>
                  </a:moveTo>
                  <a:lnTo>
                    <a:pt x="279114" y="522031"/>
                  </a:lnTo>
                  <a:lnTo>
                    <a:pt x="190062" y="572831"/>
                  </a:lnTo>
                  <a:lnTo>
                    <a:pt x="138644" y="483931"/>
                  </a:lnTo>
                  <a:lnTo>
                    <a:pt x="227697" y="433131"/>
                  </a:lnTo>
                  <a:close/>
                </a:path>
                <a:path w="6694170" h="6997065">
                  <a:moveTo>
                    <a:pt x="560955" y="407731"/>
                  </a:moveTo>
                  <a:lnTo>
                    <a:pt x="609133" y="496631"/>
                  </a:lnTo>
                  <a:lnTo>
                    <a:pt x="525677" y="547431"/>
                  </a:lnTo>
                  <a:lnTo>
                    <a:pt x="477499" y="458531"/>
                  </a:lnTo>
                  <a:lnTo>
                    <a:pt x="560955" y="407731"/>
                  </a:lnTo>
                  <a:close/>
                </a:path>
                <a:path w="6694170" h="6997065">
                  <a:moveTo>
                    <a:pt x="894307" y="395031"/>
                  </a:moveTo>
                  <a:lnTo>
                    <a:pt x="939553" y="471231"/>
                  </a:lnTo>
                  <a:lnTo>
                    <a:pt x="861191" y="522031"/>
                  </a:lnTo>
                  <a:lnTo>
                    <a:pt x="815945" y="445831"/>
                  </a:lnTo>
                  <a:lnTo>
                    <a:pt x="894307" y="395031"/>
                  </a:lnTo>
                  <a:close/>
                </a:path>
                <a:path w="6694170" h="6997065">
                  <a:moveTo>
                    <a:pt x="23886" y="369631"/>
                  </a:moveTo>
                  <a:lnTo>
                    <a:pt x="77649" y="458531"/>
                  </a:lnTo>
                  <a:lnTo>
                    <a:pt x="0" y="509331"/>
                  </a:lnTo>
                  <a:lnTo>
                    <a:pt x="0" y="382331"/>
                  </a:lnTo>
                  <a:lnTo>
                    <a:pt x="23886" y="369631"/>
                  </a:lnTo>
                  <a:close/>
                </a:path>
                <a:path w="6694170" h="6997065">
                  <a:moveTo>
                    <a:pt x="357240" y="356931"/>
                  </a:moveTo>
                  <a:lnTo>
                    <a:pt x="408072" y="445831"/>
                  </a:lnTo>
                  <a:lnTo>
                    <a:pt x="320037" y="496631"/>
                  </a:lnTo>
                  <a:lnTo>
                    <a:pt x="269205" y="407731"/>
                  </a:lnTo>
                  <a:lnTo>
                    <a:pt x="357240" y="356931"/>
                  </a:lnTo>
                  <a:close/>
                </a:path>
                <a:path w="6694170" h="6997065">
                  <a:moveTo>
                    <a:pt x="690491" y="331531"/>
                  </a:moveTo>
                  <a:lnTo>
                    <a:pt x="738088" y="420431"/>
                  </a:lnTo>
                  <a:lnTo>
                    <a:pt x="655651" y="471231"/>
                  </a:lnTo>
                  <a:lnTo>
                    <a:pt x="608060" y="382331"/>
                  </a:lnTo>
                  <a:lnTo>
                    <a:pt x="690491" y="331531"/>
                  </a:lnTo>
                  <a:close/>
                </a:path>
                <a:path w="6694170" h="6997065">
                  <a:moveTo>
                    <a:pt x="1023742" y="318831"/>
                  </a:moveTo>
                  <a:lnTo>
                    <a:pt x="1068106" y="395031"/>
                  </a:lnTo>
                  <a:lnTo>
                    <a:pt x="991272" y="445831"/>
                  </a:lnTo>
                  <a:lnTo>
                    <a:pt x="946908" y="369631"/>
                  </a:lnTo>
                  <a:lnTo>
                    <a:pt x="1023742" y="318831"/>
                  </a:lnTo>
                  <a:close/>
                </a:path>
                <a:path w="6694170" h="6997065">
                  <a:moveTo>
                    <a:pt x="153428" y="293431"/>
                  </a:moveTo>
                  <a:lnTo>
                    <a:pt x="206605" y="382331"/>
                  </a:lnTo>
                  <a:lnTo>
                    <a:pt x="114501" y="445831"/>
                  </a:lnTo>
                  <a:lnTo>
                    <a:pt x="61324" y="344231"/>
                  </a:lnTo>
                  <a:lnTo>
                    <a:pt x="153428" y="293431"/>
                  </a:lnTo>
                  <a:close/>
                </a:path>
                <a:path w="6694170" h="6997065">
                  <a:moveTo>
                    <a:pt x="486674" y="280731"/>
                  </a:moveTo>
                  <a:lnTo>
                    <a:pt x="536623" y="369631"/>
                  </a:lnTo>
                  <a:lnTo>
                    <a:pt x="450117" y="420431"/>
                  </a:lnTo>
                  <a:lnTo>
                    <a:pt x="400174" y="331531"/>
                  </a:lnTo>
                  <a:lnTo>
                    <a:pt x="486674" y="280731"/>
                  </a:lnTo>
                  <a:close/>
                </a:path>
                <a:path w="6694170" h="6997065">
                  <a:moveTo>
                    <a:pt x="819931" y="268031"/>
                  </a:moveTo>
                  <a:lnTo>
                    <a:pt x="866640" y="344231"/>
                  </a:lnTo>
                  <a:lnTo>
                    <a:pt x="785731" y="395031"/>
                  </a:lnTo>
                  <a:lnTo>
                    <a:pt x="739022" y="306131"/>
                  </a:lnTo>
                  <a:lnTo>
                    <a:pt x="819931" y="268031"/>
                  </a:lnTo>
                  <a:close/>
                </a:path>
                <a:path w="6694170" h="6997065">
                  <a:moveTo>
                    <a:pt x="282864" y="217231"/>
                  </a:moveTo>
                  <a:lnTo>
                    <a:pt x="335158" y="306131"/>
                  </a:lnTo>
                  <a:lnTo>
                    <a:pt x="244583" y="369631"/>
                  </a:lnTo>
                  <a:lnTo>
                    <a:pt x="192288" y="268031"/>
                  </a:lnTo>
                  <a:lnTo>
                    <a:pt x="282864" y="217231"/>
                  </a:lnTo>
                  <a:close/>
                </a:path>
                <a:path w="6694170" h="6997065">
                  <a:moveTo>
                    <a:pt x="616115" y="204531"/>
                  </a:moveTo>
                  <a:lnTo>
                    <a:pt x="665175" y="293431"/>
                  </a:lnTo>
                  <a:lnTo>
                    <a:pt x="580197" y="344231"/>
                  </a:lnTo>
                  <a:lnTo>
                    <a:pt x="531131" y="255331"/>
                  </a:lnTo>
                  <a:lnTo>
                    <a:pt x="616115" y="204531"/>
                  </a:lnTo>
                  <a:close/>
                </a:path>
                <a:path w="6694170" h="6997065">
                  <a:moveTo>
                    <a:pt x="949366" y="191831"/>
                  </a:moveTo>
                  <a:lnTo>
                    <a:pt x="995198" y="268031"/>
                  </a:lnTo>
                  <a:lnTo>
                    <a:pt x="915818" y="318831"/>
                  </a:lnTo>
                  <a:lnTo>
                    <a:pt x="869985" y="229931"/>
                  </a:lnTo>
                  <a:lnTo>
                    <a:pt x="949366" y="191831"/>
                  </a:lnTo>
                  <a:close/>
                </a:path>
                <a:path w="6694170" h="6997065">
                  <a:moveTo>
                    <a:pt x="79152" y="166431"/>
                  </a:moveTo>
                  <a:lnTo>
                    <a:pt x="134094" y="255331"/>
                  </a:lnTo>
                  <a:lnTo>
                    <a:pt x="38934" y="318831"/>
                  </a:lnTo>
                  <a:lnTo>
                    <a:pt x="0" y="242631"/>
                  </a:lnTo>
                  <a:lnTo>
                    <a:pt x="0" y="204531"/>
                  </a:lnTo>
                  <a:lnTo>
                    <a:pt x="79152" y="166431"/>
                  </a:lnTo>
                  <a:close/>
                </a:path>
                <a:path w="6694170" h="6997065">
                  <a:moveTo>
                    <a:pt x="412298" y="153731"/>
                  </a:moveTo>
                  <a:lnTo>
                    <a:pt x="463710" y="242631"/>
                  </a:lnTo>
                  <a:lnTo>
                    <a:pt x="374663" y="293431"/>
                  </a:lnTo>
                  <a:lnTo>
                    <a:pt x="323251" y="204531"/>
                  </a:lnTo>
                  <a:lnTo>
                    <a:pt x="412298" y="153731"/>
                  </a:lnTo>
                  <a:close/>
                </a:path>
                <a:path w="6694170" h="6997065">
                  <a:moveTo>
                    <a:pt x="745548" y="128331"/>
                  </a:moveTo>
                  <a:lnTo>
                    <a:pt x="793733" y="217231"/>
                  </a:lnTo>
                  <a:lnTo>
                    <a:pt x="710277" y="268031"/>
                  </a:lnTo>
                  <a:lnTo>
                    <a:pt x="662099" y="179131"/>
                  </a:lnTo>
                  <a:lnTo>
                    <a:pt x="745548" y="128331"/>
                  </a:lnTo>
                  <a:close/>
                </a:path>
                <a:path w="6694170" h="6997065">
                  <a:moveTo>
                    <a:pt x="208588" y="90231"/>
                  </a:moveTo>
                  <a:lnTo>
                    <a:pt x="262648" y="179131"/>
                  </a:lnTo>
                  <a:lnTo>
                    <a:pt x="169022" y="242631"/>
                  </a:lnTo>
                  <a:lnTo>
                    <a:pt x="114962" y="141031"/>
                  </a:lnTo>
                  <a:lnTo>
                    <a:pt x="208588" y="90231"/>
                  </a:lnTo>
                  <a:close/>
                </a:path>
                <a:path w="6694170" h="6997065">
                  <a:moveTo>
                    <a:pt x="541733" y="77531"/>
                  </a:moveTo>
                  <a:lnTo>
                    <a:pt x="592268" y="166431"/>
                  </a:lnTo>
                  <a:lnTo>
                    <a:pt x="504744" y="217231"/>
                  </a:lnTo>
                  <a:lnTo>
                    <a:pt x="454208" y="128331"/>
                  </a:lnTo>
                  <a:lnTo>
                    <a:pt x="541733" y="77531"/>
                  </a:lnTo>
                  <a:close/>
                </a:path>
                <a:path w="6694170" h="6997065">
                  <a:moveTo>
                    <a:pt x="874984" y="64831"/>
                  </a:moveTo>
                  <a:lnTo>
                    <a:pt x="922286" y="141031"/>
                  </a:lnTo>
                  <a:lnTo>
                    <a:pt x="840364" y="191831"/>
                  </a:lnTo>
                  <a:lnTo>
                    <a:pt x="793062" y="102931"/>
                  </a:lnTo>
                  <a:lnTo>
                    <a:pt x="874984" y="64831"/>
                  </a:lnTo>
                  <a:close/>
                </a:path>
                <a:path w="6694170" h="6997065">
                  <a:moveTo>
                    <a:pt x="338029" y="14031"/>
                  </a:moveTo>
                  <a:lnTo>
                    <a:pt x="391207" y="102931"/>
                  </a:lnTo>
                  <a:lnTo>
                    <a:pt x="299097" y="166431"/>
                  </a:lnTo>
                  <a:lnTo>
                    <a:pt x="245920" y="64831"/>
                  </a:lnTo>
                  <a:lnTo>
                    <a:pt x="338029" y="14031"/>
                  </a:lnTo>
                  <a:close/>
                </a:path>
                <a:path w="6694170" h="6997065">
                  <a:moveTo>
                    <a:pt x="4883" y="26731"/>
                  </a:moveTo>
                  <a:lnTo>
                    <a:pt x="61585" y="128331"/>
                  </a:lnTo>
                  <a:lnTo>
                    <a:pt x="0" y="166431"/>
                  </a:lnTo>
                  <a:lnTo>
                    <a:pt x="0" y="39431"/>
                  </a:lnTo>
                  <a:lnTo>
                    <a:pt x="4883" y="26731"/>
                  </a:lnTo>
                  <a:close/>
                </a:path>
                <a:path w="6694170" h="6997065">
                  <a:moveTo>
                    <a:pt x="661758" y="1331"/>
                  </a:moveTo>
                  <a:lnTo>
                    <a:pt x="674169" y="1331"/>
                  </a:lnTo>
                  <a:lnTo>
                    <a:pt x="720423" y="90231"/>
                  </a:lnTo>
                  <a:lnTo>
                    <a:pt x="634936" y="141031"/>
                  </a:lnTo>
                  <a:lnTo>
                    <a:pt x="585579" y="52131"/>
                  </a:lnTo>
                  <a:lnTo>
                    <a:pt x="661758" y="1331"/>
                  </a:lnTo>
                  <a:close/>
                </a:path>
                <a:path w="6694170" h="6997065">
                  <a:moveTo>
                    <a:pt x="49491" y="1331"/>
                  </a:moveTo>
                  <a:lnTo>
                    <a:pt x="162601" y="1331"/>
                  </a:lnTo>
                  <a:lnTo>
                    <a:pt x="190144" y="52131"/>
                  </a:lnTo>
                  <a:lnTo>
                    <a:pt x="93456" y="115631"/>
                  </a:lnTo>
                  <a:lnTo>
                    <a:pt x="37637" y="14031"/>
                  </a:lnTo>
                  <a:lnTo>
                    <a:pt x="49491" y="1331"/>
                  </a:lnTo>
                  <a:close/>
                </a:path>
                <a:path w="6694170" h="6997065">
                  <a:moveTo>
                    <a:pt x="384114" y="1331"/>
                  </a:moveTo>
                  <a:lnTo>
                    <a:pt x="504207" y="1331"/>
                  </a:lnTo>
                  <a:lnTo>
                    <a:pt x="519355" y="26731"/>
                  </a:lnTo>
                  <a:lnTo>
                    <a:pt x="429283" y="90231"/>
                  </a:lnTo>
                  <a:lnTo>
                    <a:pt x="384114" y="1331"/>
                  </a:lnTo>
                  <a:close/>
                </a:path>
                <a:path w="6694170" h="6997065">
                  <a:moveTo>
                    <a:pt x="734553" y="1331"/>
                  </a:moveTo>
                  <a:lnTo>
                    <a:pt x="845821" y="1331"/>
                  </a:lnTo>
                  <a:lnTo>
                    <a:pt x="848573" y="14031"/>
                  </a:lnTo>
                  <a:lnTo>
                    <a:pt x="765123" y="64831"/>
                  </a:lnTo>
                  <a:lnTo>
                    <a:pt x="734553" y="1331"/>
                  </a:lnTo>
                  <a:close/>
                </a:path>
                <a:path w="6694170" h="6997065">
                  <a:moveTo>
                    <a:pt x="214501" y="1331"/>
                  </a:moveTo>
                  <a:lnTo>
                    <a:pt x="259267" y="1331"/>
                  </a:lnTo>
                  <a:lnTo>
                    <a:pt x="225693" y="26731"/>
                  </a:lnTo>
                  <a:lnTo>
                    <a:pt x="214501" y="1331"/>
                  </a:lnTo>
                  <a:close/>
                </a:path>
                <a:path w="6694170" h="6997065">
                  <a:moveTo>
                    <a:pt x="2884417" y="3605564"/>
                  </a:moveTo>
                  <a:lnTo>
                    <a:pt x="2895286" y="3624393"/>
                  </a:lnTo>
                  <a:lnTo>
                    <a:pt x="2876457" y="3635262"/>
                  </a:lnTo>
                  <a:lnTo>
                    <a:pt x="2865588" y="3616438"/>
                  </a:lnTo>
                  <a:lnTo>
                    <a:pt x="2884417" y="3605564"/>
                  </a:lnTo>
                  <a:close/>
                </a:path>
                <a:path w="6694170" h="6997065">
                  <a:moveTo>
                    <a:pt x="2959007" y="3736529"/>
                  </a:moveTo>
                  <a:lnTo>
                    <a:pt x="2968999" y="3753830"/>
                  </a:lnTo>
                  <a:lnTo>
                    <a:pt x="2951698" y="3763822"/>
                  </a:lnTo>
                  <a:lnTo>
                    <a:pt x="2941705" y="3746515"/>
                  </a:lnTo>
                  <a:lnTo>
                    <a:pt x="2959007" y="3736529"/>
                  </a:lnTo>
                  <a:close/>
                </a:path>
                <a:path w="6694170" h="6997065">
                  <a:moveTo>
                    <a:pt x="3033495" y="3867902"/>
                  </a:moveTo>
                  <a:lnTo>
                    <a:pt x="3042308" y="3883166"/>
                  </a:lnTo>
                  <a:lnTo>
                    <a:pt x="3027045" y="3891979"/>
                  </a:lnTo>
                  <a:lnTo>
                    <a:pt x="3018231" y="3876716"/>
                  </a:lnTo>
                  <a:lnTo>
                    <a:pt x="3033495" y="3867902"/>
                  </a:lnTo>
                  <a:close/>
                </a:path>
                <a:path w="6694170" h="6997065">
                  <a:moveTo>
                    <a:pt x="3108090" y="3998861"/>
                  </a:moveTo>
                  <a:lnTo>
                    <a:pt x="3116027" y="4012603"/>
                  </a:lnTo>
                  <a:lnTo>
                    <a:pt x="3102286" y="4020534"/>
                  </a:lnTo>
                  <a:lnTo>
                    <a:pt x="3094349" y="4006792"/>
                  </a:lnTo>
                  <a:lnTo>
                    <a:pt x="3108090" y="3998861"/>
                  </a:lnTo>
                  <a:close/>
                </a:path>
                <a:path w="6694170" h="6997065">
                  <a:moveTo>
                    <a:pt x="3182685" y="4129826"/>
                  </a:moveTo>
                  <a:lnTo>
                    <a:pt x="3189740" y="4142039"/>
                  </a:lnTo>
                  <a:lnTo>
                    <a:pt x="3177526" y="4149094"/>
                  </a:lnTo>
                  <a:lnTo>
                    <a:pt x="3170472" y="4136880"/>
                  </a:lnTo>
                  <a:lnTo>
                    <a:pt x="3182685" y="4129826"/>
                  </a:lnTo>
                  <a:close/>
                </a:path>
                <a:path w="6694170" h="6997065">
                  <a:moveTo>
                    <a:pt x="3257168" y="4261193"/>
                  </a:moveTo>
                  <a:lnTo>
                    <a:pt x="3263043" y="4271369"/>
                  </a:lnTo>
                  <a:lnTo>
                    <a:pt x="3252868" y="4277245"/>
                  </a:lnTo>
                  <a:lnTo>
                    <a:pt x="3246992" y="4267069"/>
                  </a:lnTo>
                  <a:lnTo>
                    <a:pt x="3257168" y="4261193"/>
                  </a:lnTo>
                  <a:close/>
                </a:path>
                <a:path w="6694170" h="6997065">
                  <a:moveTo>
                    <a:pt x="3331875" y="4391755"/>
                  </a:moveTo>
                  <a:lnTo>
                    <a:pt x="3337164" y="4400919"/>
                  </a:lnTo>
                  <a:lnTo>
                    <a:pt x="3328007" y="4406202"/>
                  </a:lnTo>
                  <a:lnTo>
                    <a:pt x="3322718" y="4397039"/>
                  </a:lnTo>
                  <a:lnTo>
                    <a:pt x="3331875" y="4391755"/>
                  </a:lnTo>
                  <a:close/>
                </a:path>
                <a:path w="6694170" h="6997065">
                  <a:moveTo>
                    <a:pt x="3406577" y="4522317"/>
                  </a:moveTo>
                  <a:lnTo>
                    <a:pt x="3411274" y="4530456"/>
                  </a:lnTo>
                  <a:lnTo>
                    <a:pt x="3403135" y="4535159"/>
                  </a:lnTo>
                  <a:lnTo>
                    <a:pt x="3398439" y="4527020"/>
                  </a:lnTo>
                  <a:lnTo>
                    <a:pt x="3406577" y="4522317"/>
                  </a:lnTo>
                  <a:close/>
                </a:path>
                <a:path w="6694170" h="6997065">
                  <a:moveTo>
                    <a:pt x="3481279" y="4652880"/>
                  </a:moveTo>
                  <a:lnTo>
                    <a:pt x="3485395" y="4660005"/>
                  </a:lnTo>
                  <a:lnTo>
                    <a:pt x="3478270" y="4664121"/>
                  </a:lnTo>
                  <a:lnTo>
                    <a:pt x="3474153" y="4656996"/>
                  </a:lnTo>
                  <a:lnTo>
                    <a:pt x="3481279" y="4652880"/>
                  </a:lnTo>
                  <a:close/>
                </a:path>
                <a:path w="6694170" h="6997065">
                  <a:moveTo>
                    <a:pt x="3555874" y="4783844"/>
                  </a:moveTo>
                  <a:lnTo>
                    <a:pt x="3559108" y="4789442"/>
                  </a:lnTo>
                  <a:lnTo>
                    <a:pt x="3553510" y="4792676"/>
                  </a:lnTo>
                  <a:lnTo>
                    <a:pt x="3550277" y="4787072"/>
                  </a:lnTo>
                  <a:lnTo>
                    <a:pt x="3555874" y="4783844"/>
                  </a:lnTo>
                  <a:close/>
                </a:path>
                <a:path w="6694170" h="6997065">
                  <a:moveTo>
                    <a:pt x="3630576" y="4914406"/>
                  </a:moveTo>
                  <a:lnTo>
                    <a:pt x="3633217" y="4918985"/>
                  </a:lnTo>
                  <a:lnTo>
                    <a:pt x="3628638" y="4921632"/>
                  </a:lnTo>
                  <a:lnTo>
                    <a:pt x="3625997" y="4917048"/>
                  </a:lnTo>
                  <a:lnTo>
                    <a:pt x="3630576" y="4914406"/>
                  </a:lnTo>
                  <a:close/>
                </a:path>
                <a:path w="6694170" h="6997065">
                  <a:moveTo>
                    <a:pt x="3705277" y="5044968"/>
                  </a:moveTo>
                  <a:lnTo>
                    <a:pt x="3707339" y="5048534"/>
                  </a:lnTo>
                  <a:lnTo>
                    <a:pt x="3703773" y="5050589"/>
                  </a:lnTo>
                  <a:lnTo>
                    <a:pt x="3701712" y="5047024"/>
                  </a:lnTo>
                  <a:lnTo>
                    <a:pt x="3705277" y="5044968"/>
                  </a:lnTo>
                  <a:close/>
                </a:path>
                <a:path w="6694170" h="6997065">
                  <a:moveTo>
                    <a:pt x="3779979" y="5175530"/>
                  </a:moveTo>
                  <a:lnTo>
                    <a:pt x="3781448" y="5178077"/>
                  </a:lnTo>
                  <a:lnTo>
                    <a:pt x="3778901" y="5179546"/>
                  </a:lnTo>
                  <a:lnTo>
                    <a:pt x="3777432" y="5176999"/>
                  </a:lnTo>
                  <a:lnTo>
                    <a:pt x="3779979" y="5175530"/>
                  </a:lnTo>
                  <a:close/>
                </a:path>
                <a:path w="6694170" h="6997065">
                  <a:moveTo>
                    <a:pt x="3854680" y="5306092"/>
                  </a:moveTo>
                  <a:lnTo>
                    <a:pt x="3855563" y="5307626"/>
                  </a:lnTo>
                  <a:lnTo>
                    <a:pt x="3854041" y="5308503"/>
                  </a:lnTo>
                  <a:lnTo>
                    <a:pt x="3853158" y="5306975"/>
                  </a:lnTo>
                  <a:lnTo>
                    <a:pt x="3854680" y="5306092"/>
                  </a:lnTo>
                  <a:close/>
                </a:path>
                <a:path w="6694170" h="6997065">
                  <a:moveTo>
                    <a:pt x="2903841" y="3942414"/>
                  </a:moveTo>
                  <a:lnTo>
                    <a:pt x="2912950" y="3958187"/>
                  </a:lnTo>
                  <a:lnTo>
                    <a:pt x="2897177" y="3967291"/>
                  </a:lnTo>
                  <a:lnTo>
                    <a:pt x="2888068" y="3951518"/>
                  </a:lnTo>
                  <a:lnTo>
                    <a:pt x="2903841" y="3942414"/>
                  </a:lnTo>
                  <a:close/>
                </a:path>
                <a:path w="6694170" h="6997065">
                  <a:moveTo>
                    <a:pt x="2978436" y="4073379"/>
                  </a:moveTo>
                  <a:lnTo>
                    <a:pt x="2986663" y="4087624"/>
                  </a:lnTo>
                  <a:lnTo>
                    <a:pt x="2972418" y="4095851"/>
                  </a:lnTo>
                  <a:lnTo>
                    <a:pt x="2964191" y="4081606"/>
                  </a:lnTo>
                  <a:lnTo>
                    <a:pt x="2978436" y="4073379"/>
                  </a:lnTo>
                  <a:close/>
                </a:path>
                <a:path w="6694170" h="6997065">
                  <a:moveTo>
                    <a:pt x="3053037" y="4204338"/>
                  </a:moveTo>
                  <a:lnTo>
                    <a:pt x="3060382" y="4217060"/>
                  </a:lnTo>
                  <a:lnTo>
                    <a:pt x="3047659" y="4224405"/>
                  </a:lnTo>
                  <a:lnTo>
                    <a:pt x="3040314" y="4211682"/>
                  </a:lnTo>
                  <a:lnTo>
                    <a:pt x="3053037" y="4204338"/>
                  </a:lnTo>
                  <a:close/>
                </a:path>
                <a:path w="6694170" h="6997065">
                  <a:moveTo>
                    <a:pt x="3127519" y="4335705"/>
                  </a:moveTo>
                  <a:lnTo>
                    <a:pt x="3133691" y="4346396"/>
                  </a:lnTo>
                  <a:lnTo>
                    <a:pt x="3123006" y="4352562"/>
                  </a:lnTo>
                  <a:lnTo>
                    <a:pt x="3116834" y="4341877"/>
                  </a:lnTo>
                  <a:lnTo>
                    <a:pt x="3127519" y="4335705"/>
                  </a:lnTo>
                  <a:close/>
                </a:path>
                <a:path w="6694170" h="6997065">
                  <a:moveTo>
                    <a:pt x="3202115" y="4466670"/>
                  </a:moveTo>
                  <a:lnTo>
                    <a:pt x="3207404" y="4475833"/>
                  </a:lnTo>
                  <a:lnTo>
                    <a:pt x="3198247" y="4481122"/>
                  </a:lnTo>
                  <a:lnTo>
                    <a:pt x="3192958" y="4471959"/>
                  </a:lnTo>
                  <a:lnTo>
                    <a:pt x="3202115" y="4466670"/>
                  </a:lnTo>
                  <a:close/>
                </a:path>
                <a:path w="6694170" h="6997065">
                  <a:moveTo>
                    <a:pt x="3276817" y="4597238"/>
                  </a:moveTo>
                  <a:lnTo>
                    <a:pt x="3281520" y="4605376"/>
                  </a:lnTo>
                  <a:lnTo>
                    <a:pt x="3273375" y="4610073"/>
                  </a:lnTo>
                  <a:lnTo>
                    <a:pt x="3268678" y="4601935"/>
                  </a:lnTo>
                  <a:lnTo>
                    <a:pt x="3276817" y="4597238"/>
                  </a:lnTo>
                  <a:close/>
                </a:path>
                <a:path w="6694170" h="6997065">
                  <a:moveTo>
                    <a:pt x="3351518" y="4727800"/>
                  </a:moveTo>
                  <a:lnTo>
                    <a:pt x="3355635" y="4734925"/>
                  </a:lnTo>
                  <a:lnTo>
                    <a:pt x="3348509" y="4739036"/>
                  </a:lnTo>
                  <a:lnTo>
                    <a:pt x="3344392" y="4731910"/>
                  </a:lnTo>
                  <a:lnTo>
                    <a:pt x="3351518" y="4727800"/>
                  </a:lnTo>
                  <a:close/>
                </a:path>
                <a:path w="6694170" h="6997065">
                  <a:moveTo>
                    <a:pt x="3426113" y="4858759"/>
                  </a:moveTo>
                  <a:lnTo>
                    <a:pt x="3429347" y="4864362"/>
                  </a:lnTo>
                  <a:lnTo>
                    <a:pt x="3423750" y="4867590"/>
                  </a:lnTo>
                  <a:lnTo>
                    <a:pt x="3420516" y="4861993"/>
                  </a:lnTo>
                  <a:lnTo>
                    <a:pt x="3426113" y="4858759"/>
                  </a:lnTo>
                  <a:close/>
                </a:path>
                <a:path w="6694170" h="6997065">
                  <a:moveTo>
                    <a:pt x="3500815" y="4989321"/>
                  </a:moveTo>
                  <a:lnTo>
                    <a:pt x="3503462" y="4993905"/>
                  </a:lnTo>
                  <a:lnTo>
                    <a:pt x="3498878" y="4996547"/>
                  </a:lnTo>
                  <a:lnTo>
                    <a:pt x="3496236" y="4991968"/>
                  </a:lnTo>
                  <a:lnTo>
                    <a:pt x="3500815" y="4989321"/>
                  </a:lnTo>
                  <a:close/>
                </a:path>
                <a:path w="6694170" h="6997065">
                  <a:moveTo>
                    <a:pt x="3575517" y="5119883"/>
                  </a:moveTo>
                  <a:lnTo>
                    <a:pt x="3577578" y="5123449"/>
                  </a:lnTo>
                  <a:lnTo>
                    <a:pt x="3574013" y="5125510"/>
                  </a:lnTo>
                  <a:lnTo>
                    <a:pt x="3571951" y="5121944"/>
                  </a:lnTo>
                  <a:lnTo>
                    <a:pt x="3575517" y="5119883"/>
                  </a:lnTo>
                  <a:close/>
                </a:path>
                <a:path w="6694170" h="6997065">
                  <a:moveTo>
                    <a:pt x="3650224" y="5250445"/>
                  </a:moveTo>
                  <a:lnTo>
                    <a:pt x="3651693" y="5252992"/>
                  </a:lnTo>
                  <a:lnTo>
                    <a:pt x="3649146" y="5254461"/>
                  </a:lnTo>
                  <a:lnTo>
                    <a:pt x="3647677" y="5251914"/>
                  </a:lnTo>
                  <a:lnTo>
                    <a:pt x="3650224" y="5250445"/>
                  </a:lnTo>
                  <a:close/>
                </a:path>
                <a:path w="6694170" h="6997065">
                  <a:moveTo>
                    <a:pt x="3724920" y="5381013"/>
                  </a:moveTo>
                  <a:lnTo>
                    <a:pt x="3725803" y="5382541"/>
                  </a:lnTo>
                  <a:lnTo>
                    <a:pt x="3724280" y="5383424"/>
                  </a:lnTo>
                  <a:lnTo>
                    <a:pt x="3723398" y="5381890"/>
                  </a:lnTo>
                  <a:lnTo>
                    <a:pt x="3724920" y="5381013"/>
                  </a:lnTo>
                  <a:close/>
                </a:path>
                <a:path w="6694170" h="6997065">
                  <a:moveTo>
                    <a:pt x="2923278" y="4279258"/>
                  </a:moveTo>
                  <a:lnTo>
                    <a:pt x="2930623" y="4291981"/>
                  </a:lnTo>
                  <a:lnTo>
                    <a:pt x="2917900" y="4299325"/>
                  </a:lnTo>
                  <a:lnTo>
                    <a:pt x="2910555" y="4286603"/>
                  </a:lnTo>
                  <a:lnTo>
                    <a:pt x="2923278" y="4279258"/>
                  </a:lnTo>
                  <a:close/>
                </a:path>
                <a:path w="6694170" h="6997065">
                  <a:moveTo>
                    <a:pt x="2997873" y="4410223"/>
                  </a:moveTo>
                  <a:lnTo>
                    <a:pt x="3004335" y="4421417"/>
                  </a:lnTo>
                  <a:lnTo>
                    <a:pt x="2993141" y="4427879"/>
                  </a:lnTo>
                  <a:lnTo>
                    <a:pt x="2986678" y="4416685"/>
                  </a:lnTo>
                  <a:lnTo>
                    <a:pt x="2997873" y="4410223"/>
                  </a:lnTo>
                  <a:close/>
                </a:path>
                <a:path w="6694170" h="6997065">
                  <a:moveTo>
                    <a:pt x="3072362" y="4541584"/>
                  </a:moveTo>
                  <a:lnTo>
                    <a:pt x="3077651" y="4550747"/>
                  </a:lnTo>
                  <a:lnTo>
                    <a:pt x="3068488" y="4556037"/>
                  </a:lnTo>
                  <a:lnTo>
                    <a:pt x="3063199" y="4546874"/>
                  </a:lnTo>
                  <a:lnTo>
                    <a:pt x="3072362" y="4541584"/>
                  </a:lnTo>
                  <a:close/>
                </a:path>
                <a:path w="6694170" h="6997065">
                  <a:moveTo>
                    <a:pt x="3147064" y="4672152"/>
                  </a:moveTo>
                  <a:lnTo>
                    <a:pt x="3151766" y="4680290"/>
                  </a:lnTo>
                  <a:lnTo>
                    <a:pt x="3143616" y="4684993"/>
                  </a:lnTo>
                  <a:lnTo>
                    <a:pt x="3138920" y="4676855"/>
                  </a:lnTo>
                  <a:lnTo>
                    <a:pt x="3147064" y="4672152"/>
                  </a:lnTo>
                  <a:close/>
                </a:path>
                <a:path w="6694170" h="6997065">
                  <a:moveTo>
                    <a:pt x="3221759" y="4802714"/>
                  </a:moveTo>
                  <a:lnTo>
                    <a:pt x="3225876" y="4809839"/>
                  </a:lnTo>
                  <a:lnTo>
                    <a:pt x="3218750" y="4813956"/>
                  </a:lnTo>
                  <a:lnTo>
                    <a:pt x="3214639" y="4806831"/>
                  </a:lnTo>
                  <a:lnTo>
                    <a:pt x="3221759" y="4802714"/>
                  </a:lnTo>
                  <a:close/>
                </a:path>
                <a:path w="6694170" h="6997065">
                  <a:moveTo>
                    <a:pt x="3296467" y="4933276"/>
                  </a:moveTo>
                  <a:lnTo>
                    <a:pt x="3299991" y="4939383"/>
                  </a:lnTo>
                  <a:lnTo>
                    <a:pt x="3293884" y="4942907"/>
                  </a:lnTo>
                  <a:lnTo>
                    <a:pt x="3290360" y="4936800"/>
                  </a:lnTo>
                  <a:lnTo>
                    <a:pt x="3296467" y="4933276"/>
                  </a:lnTo>
                  <a:close/>
                </a:path>
                <a:path w="6694170" h="6997065">
                  <a:moveTo>
                    <a:pt x="3371055" y="5064241"/>
                  </a:moveTo>
                  <a:lnTo>
                    <a:pt x="3373703" y="5068819"/>
                  </a:lnTo>
                  <a:lnTo>
                    <a:pt x="3369118" y="5071467"/>
                  </a:lnTo>
                  <a:lnTo>
                    <a:pt x="3366477" y="5066883"/>
                  </a:lnTo>
                  <a:lnTo>
                    <a:pt x="3371055" y="5064241"/>
                  </a:lnTo>
                  <a:close/>
                </a:path>
                <a:path w="6694170" h="6997065">
                  <a:moveTo>
                    <a:pt x="3445757" y="5194803"/>
                  </a:moveTo>
                  <a:lnTo>
                    <a:pt x="3447819" y="5198369"/>
                  </a:lnTo>
                  <a:lnTo>
                    <a:pt x="3444259" y="5200424"/>
                  </a:lnTo>
                  <a:lnTo>
                    <a:pt x="3442197" y="5196858"/>
                  </a:lnTo>
                  <a:lnTo>
                    <a:pt x="3445757" y="5194803"/>
                  </a:lnTo>
                  <a:close/>
                </a:path>
                <a:path w="6694170" h="6997065">
                  <a:moveTo>
                    <a:pt x="3520465" y="5325365"/>
                  </a:moveTo>
                  <a:lnTo>
                    <a:pt x="3521934" y="5327906"/>
                  </a:lnTo>
                  <a:lnTo>
                    <a:pt x="3519387" y="5329375"/>
                  </a:lnTo>
                  <a:lnTo>
                    <a:pt x="3517918" y="5326834"/>
                  </a:lnTo>
                  <a:lnTo>
                    <a:pt x="3520465" y="5325365"/>
                  </a:lnTo>
                  <a:close/>
                </a:path>
                <a:path w="6694170" h="6997065">
                  <a:moveTo>
                    <a:pt x="3595166" y="5455927"/>
                  </a:moveTo>
                  <a:lnTo>
                    <a:pt x="3596049" y="5457455"/>
                  </a:lnTo>
                  <a:lnTo>
                    <a:pt x="3594521" y="5458338"/>
                  </a:lnTo>
                  <a:lnTo>
                    <a:pt x="3593638" y="5456810"/>
                  </a:lnTo>
                  <a:lnTo>
                    <a:pt x="3595166" y="5455927"/>
                  </a:lnTo>
                  <a:close/>
                </a:path>
                <a:path w="6694170" h="6997065">
                  <a:moveTo>
                    <a:pt x="2868112" y="4485142"/>
                  </a:moveTo>
                  <a:lnTo>
                    <a:pt x="2874574" y="4496331"/>
                  </a:lnTo>
                  <a:lnTo>
                    <a:pt x="2863379" y="4502793"/>
                  </a:lnTo>
                  <a:lnTo>
                    <a:pt x="2856917" y="4491604"/>
                  </a:lnTo>
                  <a:lnTo>
                    <a:pt x="2868112" y="4485142"/>
                  </a:lnTo>
                  <a:close/>
                </a:path>
                <a:path w="6694170" h="6997065">
                  <a:moveTo>
                    <a:pt x="2942707" y="4616101"/>
                  </a:moveTo>
                  <a:lnTo>
                    <a:pt x="2948293" y="4625767"/>
                  </a:lnTo>
                  <a:lnTo>
                    <a:pt x="2938620" y="4631353"/>
                  </a:lnTo>
                  <a:lnTo>
                    <a:pt x="2933041" y="4621681"/>
                  </a:lnTo>
                  <a:lnTo>
                    <a:pt x="2942707" y="4616101"/>
                  </a:lnTo>
                  <a:close/>
                </a:path>
                <a:path w="6694170" h="6997065">
                  <a:moveTo>
                    <a:pt x="3017409" y="4746663"/>
                  </a:moveTo>
                  <a:lnTo>
                    <a:pt x="3022402" y="4755317"/>
                  </a:lnTo>
                  <a:lnTo>
                    <a:pt x="3013754" y="4760310"/>
                  </a:lnTo>
                  <a:lnTo>
                    <a:pt x="3008761" y="4751656"/>
                  </a:lnTo>
                  <a:lnTo>
                    <a:pt x="3017409" y="4746663"/>
                  </a:lnTo>
                  <a:close/>
                </a:path>
                <a:path w="6694170" h="6997065">
                  <a:moveTo>
                    <a:pt x="3092111" y="4877225"/>
                  </a:moveTo>
                  <a:lnTo>
                    <a:pt x="3096518" y="4884860"/>
                  </a:lnTo>
                  <a:lnTo>
                    <a:pt x="3088883" y="4889267"/>
                  </a:lnTo>
                  <a:lnTo>
                    <a:pt x="3084476" y="4881632"/>
                  </a:lnTo>
                  <a:lnTo>
                    <a:pt x="3092111" y="4877225"/>
                  </a:lnTo>
                  <a:close/>
                </a:path>
                <a:path w="6694170" h="6997065">
                  <a:moveTo>
                    <a:pt x="3166706" y="5008196"/>
                  </a:moveTo>
                  <a:lnTo>
                    <a:pt x="3170230" y="5014297"/>
                  </a:lnTo>
                  <a:lnTo>
                    <a:pt x="3164124" y="5017821"/>
                  </a:lnTo>
                  <a:lnTo>
                    <a:pt x="3160599" y="5011720"/>
                  </a:lnTo>
                  <a:lnTo>
                    <a:pt x="3166706" y="5008196"/>
                  </a:lnTo>
                  <a:close/>
                </a:path>
                <a:path w="6694170" h="6997065">
                  <a:moveTo>
                    <a:pt x="3241408" y="5138758"/>
                  </a:moveTo>
                  <a:lnTo>
                    <a:pt x="3244345" y="5143846"/>
                  </a:lnTo>
                  <a:lnTo>
                    <a:pt x="3239258" y="5146784"/>
                  </a:lnTo>
                  <a:lnTo>
                    <a:pt x="3236320" y="5141696"/>
                  </a:lnTo>
                  <a:lnTo>
                    <a:pt x="3241408" y="5138758"/>
                  </a:lnTo>
                  <a:close/>
                </a:path>
                <a:path w="6694170" h="6997065">
                  <a:moveTo>
                    <a:pt x="3316109" y="5269320"/>
                  </a:moveTo>
                  <a:lnTo>
                    <a:pt x="3318461" y="5273389"/>
                  </a:lnTo>
                  <a:lnTo>
                    <a:pt x="3314386" y="5275741"/>
                  </a:lnTo>
                  <a:lnTo>
                    <a:pt x="3312040" y="5271672"/>
                  </a:lnTo>
                  <a:lnTo>
                    <a:pt x="3316109" y="5269320"/>
                  </a:lnTo>
                  <a:close/>
                </a:path>
                <a:path w="6694170" h="6997065">
                  <a:moveTo>
                    <a:pt x="3390816" y="5399882"/>
                  </a:moveTo>
                  <a:lnTo>
                    <a:pt x="3392576" y="5402932"/>
                  </a:lnTo>
                  <a:lnTo>
                    <a:pt x="3389525" y="5404697"/>
                  </a:lnTo>
                  <a:lnTo>
                    <a:pt x="3387760" y="5401641"/>
                  </a:lnTo>
                  <a:lnTo>
                    <a:pt x="3390816" y="5399882"/>
                  </a:lnTo>
                  <a:close/>
                </a:path>
                <a:path w="6694170" h="6997065">
                  <a:moveTo>
                    <a:pt x="3465518" y="5530444"/>
                  </a:moveTo>
                  <a:lnTo>
                    <a:pt x="3466691" y="5532476"/>
                  </a:lnTo>
                  <a:lnTo>
                    <a:pt x="3464654" y="5533649"/>
                  </a:lnTo>
                  <a:lnTo>
                    <a:pt x="3463481" y="5531623"/>
                  </a:lnTo>
                  <a:lnTo>
                    <a:pt x="3465518" y="5530444"/>
                  </a:lnTo>
                  <a:close/>
                </a:path>
                <a:path w="6694170" h="6997065">
                  <a:moveTo>
                    <a:pt x="2887653" y="4821578"/>
                  </a:moveTo>
                  <a:lnTo>
                    <a:pt x="2892646" y="4830231"/>
                  </a:lnTo>
                  <a:lnTo>
                    <a:pt x="2883992" y="4835230"/>
                  </a:lnTo>
                  <a:lnTo>
                    <a:pt x="2878999" y="4826577"/>
                  </a:lnTo>
                  <a:lnTo>
                    <a:pt x="2887653" y="4821578"/>
                  </a:lnTo>
                  <a:close/>
                </a:path>
                <a:path w="6694170" h="6997065">
                  <a:moveTo>
                    <a:pt x="2962349" y="4952146"/>
                  </a:moveTo>
                  <a:lnTo>
                    <a:pt x="2966756" y="4959774"/>
                  </a:lnTo>
                  <a:lnTo>
                    <a:pt x="2959121" y="4964181"/>
                  </a:lnTo>
                  <a:lnTo>
                    <a:pt x="2954714" y="4956552"/>
                  </a:lnTo>
                  <a:lnTo>
                    <a:pt x="2962349" y="4952146"/>
                  </a:lnTo>
                  <a:close/>
                </a:path>
                <a:path w="6694170" h="6997065">
                  <a:moveTo>
                    <a:pt x="3036949" y="5083110"/>
                  </a:moveTo>
                  <a:lnTo>
                    <a:pt x="3040474" y="5089211"/>
                  </a:lnTo>
                  <a:lnTo>
                    <a:pt x="3034368" y="5092741"/>
                  </a:lnTo>
                  <a:lnTo>
                    <a:pt x="3030843" y="5086634"/>
                  </a:lnTo>
                  <a:lnTo>
                    <a:pt x="3036949" y="5083110"/>
                  </a:lnTo>
                  <a:close/>
                </a:path>
                <a:path w="6694170" h="6997065">
                  <a:moveTo>
                    <a:pt x="3111646" y="5213672"/>
                  </a:moveTo>
                  <a:lnTo>
                    <a:pt x="3114584" y="5218760"/>
                  </a:lnTo>
                  <a:lnTo>
                    <a:pt x="3109496" y="5221698"/>
                  </a:lnTo>
                  <a:lnTo>
                    <a:pt x="3106558" y="5216610"/>
                  </a:lnTo>
                  <a:lnTo>
                    <a:pt x="3111646" y="5213672"/>
                  </a:lnTo>
                  <a:close/>
                </a:path>
                <a:path w="6694170" h="6997065">
                  <a:moveTo>
                    <a:pt x="3186353" y="5344234"/>
                  </a:moveTo>
                  <a:lnTo>
                    <a:pt x="3188699" y="5348304"/>
                  </a:lnTo>
                  <a:lnTo>
                    <a:pt x="3184629" y="5350655"/>
                  </a:lnTo>
                  <a:lnTo>
                    <a:pt x="3182284" y="5346586"/>
                  </a:lnTo>
                  <a:lnTo>
                    <a:pt x="3186353" y="5344234"/>
                  </a:lnTo>
                  <a:close/>
                </a:path>
                <a:path w="6694170" h="6997065">
                  <a:moveTo>
                    <a:pt x="3261055" y="5474797"/>
                  </a:moveTo>
                  <a:lnTo>
                    <a:pt x="3262814" y="5477853"/>
                  </a:lnTo>
                  <a:lnTo>
                    <a:pt x="3259763" y="5479612"/>
                  </a:lnTo>
                  <a:lnTo>
                    <a:pt x="3258004" y="5476562"/>
                  </a:lnTo>
                  <a:lnTo>
                    <a:pt x="3261055" y="5474797"/>
                  </a:lnTo>
                  <a:close/>
                </a:path>
                <a:path w="6694170" h="6997065">
                  <a:moveTo>
                    <a:pt x="3335757" y="5605364"/>
                  </a:moveTo>
                  <a:lnTo>
                    <a:pt x="3336930" y="5607390"/>
                  </a:lnTo>
                  <a:lnTo>
                    <a:pt x="3334892" y="5608569"/>
                  </a:lnTo>
                  <a:lnTo>
                    <a:pt x="3333719" y="5606537"/>
                  </a:lnTo>
                  <a:lnTo>
                    <a:pt x="3335757" y="5605364"/>
                  </a:lnTo>
                  <a:close/>
                </a:path>
                <a:path w="6694170" h="6997065">
                  <a:moveTo>
                    <a:pt x="2907296" y="5157621"/>
                  </a:moveTo>
                  <a:lnTo>
                    <a:pt x="2911116" y="5164243"/>
                  </a:lnTo>
                  <a:lnTo>
                    <a:pt x="2904500" y="5168057"/>
                  </a:lnTo>
                  <a:lnTo>
                    <a:pt x="2900680" y="5161441"/>
                  </a:lnTo>
                  <a:lnTo>
                    <a:pt x="2907296" y="5157621"/>
                  </a:lnTo>
                  <a:close/>
                </a:path>
                <a:path w="6694170" h="6997065">
                  <a:moveTo>
                    <a:pt x="2981891" y="5288586"/>
                  </a:moveTo>
                  <a:lnTo>
                    <a:pt x="2984829" y="5293673"/>
                  </a:lnTo>
                  <a:lnTo>
                    <a:pt x="2979741" y="5296611"/>
                  </a:lnTo>
                  <a:lnTo>
                    <a:pt x="2976803" y="5291523"/>
                  </a:lnTo>
                  <a:lnTo>
                    <a:pt x="2981891" y="5288586"/>
                  </a:lnTo>
                  <a:close/>
                </a:path>
                <a:path w="6694170" h="6997065">
                  <a:moveTo>
                    <a:pt x="3056592" y="5419153"/>
                  </a:moveTo>
                  <a:lnTo>
                    <a:pt x="3058938" y="5423223"/>
                  </a:lnTo>
                  <a:lnTo>
                    <a:pt x="3054869" y="5425568"/>
                  </a:lnTo>
                  <a:lnTo>
                    <a:pt x="3052523" y="5421499"/>
                  </a:lnTo>
                  <a:lnTo>
                    <a:pt x="3056592" y="5419153"/>
                  </a:lnTo>
                  <a:close/>
                </a:path>
                <a:path w="6694170" h="6997065">
                  <a:moveTo>
                    <a:pt x="3131294" y="5549716"/>
                  </a:moveTo>
                  <a:lnTo>
                    <a:pt x="3133060" y="5552766"/>
                  </a:lnTo>
                  <a:lnTo>
                    <a:pt x="3130003" y="5554531"/>
                  </a:lnTo>
                  <a:lnTo>
                    <a:pt x="3128244" y="5551475"/>
                  </a:lnTo>
                  <a:lnTo>
                    <a:pt x="3131294" y="5549716"/>
                  </a:lnTo>
                  <a:close/>
                </a:path>
                <a:path w="6694170" h="6997065">
                  <a:moveTo>
                    <a:pt x="3205996" y="5680278"/>
                  </a:moveTo>
                  <a:lnTo>
                    <a:pt x="3207169" y="5682309"/>
                  </a:lnTo>
                  <a:lnTo>
                    <a:pt x="3205131" y="5683482"/>
                  </a:lnTo>
                  <a:lnTo>
                    <a:pt x="3203958" y="5681456"/>
                  </a:lnTo>
                  <a:lnTo>
                    <a:pt x="3205996" y="5680278"/>
                  </a:lnTo>
                  <a:close/>
                </a:path>
                <a:path w="6694170" h="6997065">
                  <a:moveTo>
                    <a:pt x="3279678" y="5811432"/>
                  </a:moveTo>
                  <a:lnTo>
                    <a:pt x="3281044" y="5811432"/>
                  </a:lnTo>
                  <a:lnTo>
                    <a:pt x="3281290" y="5811859"/>
                  </a:lnTo>
                  <a:lnTo>
                    <a:pt x="3279925" y="5811859"/>
                  </a:lnTo>
                  <a:lnTo>
                    <a:pt x="3279678" y="5811432"/>
                  </a:lnTo>
                  <a:close/>
                </a:path>
                <a:path w="6694170" h="6997065">
                  <a:moveTo>
                    <a:pt x="2926837" y="5494068"/>
                  </a:moveTo>
                  <a:lnTo>
                    <a:pt x="2929183" y="5498137"/>
                  </a:lnTo>
                  <a:lnTo>
                    <a:pt x="2925113" y="5500489"/>
                  </a:lnTo>
                  <a:lnTo>
                    <a:pt x="2922762" y="5496420"/>
                  </a:lnTo>
                  <a:lnTo>
                    <a:pt x="2926837" y="5494068"/>
                  </a:lnTo>
                  <a:close/>
                </a:path>
                <a:path w="6694170" h="6997065">
                  <a:moveTo>
                    <a:pt x="3001534" y="5624630"/>
                  </a:moveTo>
                  <a:lnTo>
                    <a:pt x="3003298" y="5627686"/>
                  </a:lnTo>
                  <a:lnTo>
                    <a:pt x="3000242" y="5629446"/>
                  </a:lnTo>
                  <a:lnTo>
                    <a:pt x="2998483" y="5626395"/>
                  </a:lnTo>
                  <a:lnTo>
                    <a:pt x="3001534" y="5624630"/>
                  </a:lnTo>
                  <a:close/>
                </a:path>
                <a:path w="6694170" h="6997065">
                  <a:moveTo>
                    <a:pt x="3076235" y="5755198"/>
                  </a:moveTo>
                  <a:lnTo>
                    <a:pt x="3077408" y="5757224"/>
                  </a:lnTo>
                  <a:lnTo>
                    <a:pt x="3075376" y="5758402"/>
                  </a:lnTo>
                  <a:lnTo>
                    <a:pt x="3074203" y="5756371"/>
                  </a:lnTo>
                  <a:lnTo>
                    <a:pt x="3076235" y="5755198"/>
                  </a:lnTo>
                  <a:close/>
                </a:path>
                <a:path w="6694170" h="6997065">
                  <a:moveTo>
                    <a:pt x="3149923" y="5886347"/>
                  </a:moveTo>
                  <a:lnTo>
                    <a:pt x="3151282" y="5886347"/>
                  </a:lnTo>
                  <a:lnTo>
                    <a:pt x="3151529" y="5886773"/>
                  </a:lnTo>
                  <a:lnTo>
                    <a:pt x="3150170" y="5886773"/>
                  </a:lnTo>
                  <a:lnTo>
                    <a:pt x="3149923" y="5886347"/>
                  </a:lnTo>
                  <a:close/>
                </a:path>
                <a:path w="6694170" h="6997065">
                  <a:moveTo>
                    <a:pt x="2797076" y="5568982"/>
                  </a:moveTo>
                  <a:lnTo>
                    <a:pt x="2799422" y="5573051"/>
                  </a:lnTo>
                  <a:lnTo>
                    <a:pt x="2795353" y="5575403"/>
                  </a:lnTo>
                  <a:lnTo>
                    <a:pt x="2793001" y="5571334"/>
                  </a:lnTo>
                  <a:lnTo>
                    <a:pt x="2797076" y="5568982"/>
                  </a:lnTo>
                  <a:close/>
                </a:path>
                <a:path w="6694170" h="6997065">
                  <a:moveTo>
                    <a:pt x="2871778" y="5699544"/>
                  </a:moveTo>
                  <a:lnTo>
                    <a:pt x="2873543" y="5702600"/>
                  </a:lnTo>
                  <a:lnTo>
                    <a:pt x="2870487" y="5704365"/>
                  </a:lnTo>
                  <a:lnTo>
                    <a:pt x="2868722" y="5701309"/>
                  </a:lnTo>
                  <a:lnTo>
                    <a:pt x="2871778" y="5699544"/>
                  </a:lnTo>
                  <a:close/>
                </a:path>
                <a:path w="6694170" h="6997065">
                  <a:moveTo>
                    <a:pt x="2946480" y="5830112"/>
                  </a:moveTo>
                  <a:lnTo>
                    <a:pt x="2947653" y="5832144"/>
                  </a:lnTo>
                  <a:lnTo>
                    <a:pt x="2945621" y="5833316"/>
                  </a:lnTo>
                  <a:lnTo>
                    <a:pt x="2944448" y="5831285"/>
                  </a:lnTo>
                  <a:lnTo>
                    <a:pt x="2946480" y="5830112"/>
                  </a:lnTo>
                  <a:close/>
                </a:path>
                <a:path w="6694170" h="6997065">
                  <a:moveTo>
                    <a:pt x="3020163" y="5961260"/>
                  </a:moveTo>
                  <a:lnTo>
                    <a:pt x="3021519" y="5961260"/>
                  </a:lnTo>
                  <a:lnTo>
                    <a:pt x="3021768" y="5961693"/>
                  </a:lnTo>
                  <a:lnTo>
                    <a:pt x="3020412" y="5961693"/>
                  </a:lnTo>
                  <a:lnTo>
                    <a:pt x="3020163" y="5961260"/>
                  </a:lnTo>
                  <a:close/>
                </a:path>
                <a:path w="6694170" h="6997065">
                  <a:moveTo>
                    <a:pt x="2667316" y="5643903"/>
                  </a:moveTo>
                  <a:lnTo>
                    <a:pt x="2669667" y="5647972"/>
                  </a:lnTo>
                  <a:lnTo>
                    <a:pt x="2665592" y="5650324"/>
                  </a:lnTo>
                  <a:lnTo>
                    <a:pt x="2663241" y="5646254"/>
                  </a:lnTo>
                  <a:lnTo>
                    <a:pt x="2667316" y="5643903"/>
                  </a:lnTo>
                  <a:close/>
                </a:path>
                <a:path w="6694170" h="6997065">
                  <a:moveTo>
                    <a:pt x="2742017" y="5774465"/>
                  </a:moveTo>
                  <a:lnTo>
                    <a:pt x="2743783" y="5777515"/>
                  </a:lnTo>
                  <a:lnTo>
                    <a:pt x="2740732" y="5779280"/>
                  </a:lnTo>
                  <a:lnTo>
                    <a:pt x="2738967" y="5776224"/>
                  </a:lnTo>
                  <a:lnTo>
                    <a:pt x="2742017" y="5774465"/>
                  </a:lnTo>
                  <a:close/>
                </a:path>
                <a:path w="6694170" h="6997065">
                  <a:moveTo>
                    <a:pt x="2816725" y="5905027"/>
                  </a:moveTo>
                  <a:lnTo>
                    <a:pt x="2817898" y="5907059"/>
                  </a:lnTo>
                  <a:lnTo>
                    <a:pt x="2815860" y="5908231"/>
                  </a:lnTo>
                  <a:lnTo>
                    <a:pt x="2814687" y="5906206"/>
                  </a:lnTo>
                  <a:lnTo>
                    <a:pt x="2816725" y="5905027"/>
                  </a:lnTo>
                  <a:close/>
                </a:path>
                <a:path w="6694170" h="6997065">
                  <a:moveTo>
                    <a:pt x="2890408" y="6036181"/>
                  </a:moveTo>
                  <a:lnTo>
                    <a:pt x="2891760" y="6036181"/>
                  </a:lnTo>
                  <a:lnTo>
                    <a:pt x="2892007" y="6036608"/>
                  </a:lnTo>
                  <a:lnTo>
                    <a:pt x="2890655" y="6036608"/>
                  </a:lnTo>
                  <a:lnTo>
                    <a:pt x="2890408" y="6036181"/>
                  </a:lnTo>
                  <a:close/>
                </a:path>
                <a:path w="6694170" h="6997065">
                  <a:moveTo>
                    <a:pt x="2462859" y="5588256"/>
                  </a:moveTo>
                  <a:lnTo>
                    <a:pt x="2465797" y="5593343"/>
                  </a:lnTo>
                  <a:lnTo>
                    <a:pt x="2460709" y="5596281"/>
                  </a:lnTo>
                  <a:lnTo>
                    <a:pt x="2457771" y="5591193"/>
                  </a:lnTo>
                  <a:lnTo>
                    <a:pt x="2462859" y="5588256"/>
                  </a:lnTo>
                  <a:close/>
                </a:path>
                <a:path w="6694170" h="6997065">
                  <a:moveTo>
                    <a:pt x="2537555" y="5718818"/>
                  </a:moveTo>
                  <a:lnTo>
                    <a:pt x="2539906" y="5722887"/>
                  </a:lnTo>
                  <a:lnTo>
                    <a:pt x="2535837" y="5725238"/>
                  </a:lnTo>
                  <a:lnTo>
                    <a:pt x="2533486" y="5721169"/>
                  </a:lnTo>
                  <a:lnTo>
                    <a:pt x="2537555" y="5718818"/>
                  </a:lnTo>
                  <a:close/>
                </a:path>
                <a:path w="6694170" h="6997065">
                  <a:moveTo>
                    <a:pt x="2612262" y="5849380"/>
                  </a:moveTo>
                  <a:lnTo>
                    <a:pt x="2614021" y="5852436"/>
                  </a:lnTo>
                  <a:lnTo>
                    <a:pt x="2610971" y="5854195"/>
                  </a:lnTo>
                  <a:lnTo>
                    <a:pt x="2609206" y="5851145"/>
                  </a:lnTo>
                  <a:lnTo>
                    <a:pt x="2612262" y="5849380"/>
                  </a:lnTo>
                  <a:close/>
                </a:path>
                <a:path w="6694170" h="6997065">
                  <a:moveTo>
                    <a:pt x="2686964" y="5979948"/>
                  </a:moveTo>
                  <a:lnTo>
                    <a:pt x="2688137" y="5981973"/>
                  </a:lnTo>
                  <a:lnTo>
                    <a:pt x="2686099" y="5983152"/>
                  </a:lnTo>
                  <a:lnTo>
                    <a:pt x="2684926" y="5981120"/>
                  </a:lnTo>
                  <a:lnTo>
                    <a:pt x="2686964" y="5979948"/>
                  </a:lnTo>
                  <a:close/>
                </a:path>
                <a:path w="6694170" h="6997065">
                  <a:moveTo>
                    <a:pt x="2760647" y="6111096"/>
                  </a:moveTo>
                  <a:lnTo>
                    <a:pt x="2762005" y="6111096"/>
                  </a:lnTo>
                  <a:lnTo>
                    <a:pt x="2762252" y="6111523"/>
                  </a:lnTo>
                  <a:lnTo>
                    <a:pt x="2760893" y="6111523"/>
                  </a:lnTo>
                  <a:lnTo>
                    <a:pt x="2760647" y="6111096"/>
                  </a:lnTo>
                  <a:close/>
                </a:path>
                <a:path w="6694170" h="6997065">
                  <a:moveTo>
                    <a:pt x="2333098" y="5663170"/>
                  </a:moveTo>
                  <a:lnTo>
                    <a:pt x="2336036" y="5668258"/>
                  </a:lnTo>
                  <a:lnTo>
                    <a:pt x="2330948" y="5671195"/>
                  </a:lnTo>
                  <a:lnTo>
                    <a:pt x="2328010" y="5666108"/>
                  </a:lnTo>
                  <a:lnTo>
                    <a:pt x="2333098" y="5663170"/>
                  </a:lnTo>
                  <a:close/>
                </a:path>
                <a:path w="6694170" h="6997065">
                  <a:moveTo>
                    <a:pt x="2407800" y="5793732"/>
                  </a:moveTo>
                  <a:lnTo>
                    <a:pt x="2410151" y="5797801"/>
                  </a:lnTo>
                  <a:lnTo>
                    <a:pt x="2406076" y="5800153"/>
                  </a:lnTo>
                  <a:lnTo>
                    <a:pt x="2403730" y="5796084"/>
                  </a:lnTo>
                  <a:lnTo>
                    <a:pt x="2407800" y="5793732"/>
                  </a:lnTo>
                  <a:close/>
                </a:path>
                <a:path w="6694170" h="6997065">
                  <a:moveTo>
                    <a:pt x="2482500" y="5924300"/>
                  </a:moveTo>
                  <a:lnTo>
                    <a:pt x="2484260" y="5927350"/>
                  </a:lnTo>
                  <a:lnTo>
                    <a:pt x="2481210" y="5929115"/>
                  </a:lnTo>
                  <a:lnTo>
                    <a:pt x="2479444" y="5926059"/>
                  </a:lnTo>
                  <a:lnTo>
                    <a:pt x="2482500" y="5924300"/>
                  </a:lnTo>
                  <a:close/>
                </a:path>
                <a:path w="6694170" h="6997065">
                  <a:moveTo>
                    <a:pt x="2557203" y="6054862"/>
                  </a:moveTo>
                  <a:lnTo>
                    <a:pt x="2558376" y="6056894"/>
                  </a:lnTo>
                  <a:lnTo>
                    <a:pt x="2556338" y="6058066"/>
                  </a:lnTo>
                  <a:lnTo>
                    <a:pt x="2555165" y="6056041"/>
                  </a:lnTo>
                  <a:lnTo>
                    <a:pt x="2557203" y="6054862"/>
                  </a:lnTo>
                  <a:close/>
                </a:path>
                <a:path w="6694170" h="6997065">
                  <a:moveTo>
                    <a:pt x="2630892" y="6186010"/>
                  </a:moveTo>
                  <a:lnTo>
                    <a:pt x="2632242" y="6186010"/>
                  </a:lnTo>
                  <a:lnTo>
                    <a:pt x="2632491" y="6186443"/>
                  </a:lnTo>
                  <a:lnTo>
                    <a:pt x="2631141" y="6186443"/>
                  </a:lnTo>
                  <a:lnTo>
                    <a:pt x="2630892" y="6186010"/>
                  </a:lnTo>
                  <a:close/>
                </a:path>
                <a:path w="6694170" h="6997065">
                  <a:moveTo>
                    <a:pt x="2128741" y="5607120"/>
                  </a:moveTo>
                  <a:lnTo>
                    <a:pt x="2132562" y="5613742"/>
                  </a:lnTo>
                  <a:lnTo>
                    <a:pt x="2125946" y="5617563"/>
                  </a:lnTo>
                  <a:lnTo>
                    <a:pt x="2122125" y="5610941"/>
                  </a:lnTo>
                  <a:lnTo>
                    <a:pt x="2128741" y="5607120"/>
                  </a:lnTo>
                  <a:close/>
                </a:path>
                <a:path w="6694170" h="6997065">
                  <a:moveTo>
                    <a:pt x="2203337" y="5738091"/>
                  </a:moveTo>
                  <a:lnTo>
                    <a:pt x="2206274" y="5743179"/>
                  </a:lnTo>
                  <a:lnTo>
                    <a:pt x="2201187" y="5746116"/>
                  </a:lnTo>
                  <a:lnTo>
                    <a:pt x="2198249" y="5741029"/>
                  </a:lnTo>
                  <a:lnTo>
                    <a:pt x="2203337" y="5738091"/>
                  </a:lnTo>
                  <a:close/>
                </a:path>
                <a:path w="6694170" h="6997065">
                  <a:moveTo>
                    <a:pt x="2278038" y="5868653"/>
                  </a:moveTo>
                  <a:lnTo>
                    <a:pt x="2280390" y="5872722"/>
                  </a:lnTo>
                  <a:lnTo>
                    <a:pt x="2276315" y="5875074"/>
                  </a:lnTo>
                  <a:lnTo>
                    <a:pt x="2273969" y="5871004"/>
                  </a:lnTo>
                  <a:lnTo>
                    <a:pt x="2278038" y="5868653"/>
                  </a:lnTo>
                  <a:close/>
                </a:path>
                <a:path w="6694170" h="6997065">
                  <a:moveTo>
                    <a:pt x="2352746" y="5999215"/>
                  </a:moveTo>
                  <a:lnTo>
                    <a:pt x="2354505" y="6002265"/>
                  </a:lnTo>
                  <a:lnTo>
                    <a:pt x="2351448" y="6004030"/>
                  </a:lnTo>
                  <a:lnTo>
                    <a:pt x="2349689" y="6000980"/>
                  </a:lnTo>
                  <a:lnTo>
                    <a:pt x="2352746" y="5999215"/>
                  </a:lnTo>
                  <a:close/>
                </a:path>
                <a:path w="6694170" h="6997065">
                  <a:moveTo>
                    <a:pt x="2427442" y="6129783"/>
                  </a:moveTo>
                  <a:lnTo>
                    <a:pt x="2428615" y="6131808"/>
                  </a:lnTo>
                  <a:lnTo>
                    <a:pt x="2426583" y="6132981"/>
                  </a:lnTo>
                  <a:lnTo>
                    <a:pt x="2425410" y="6130956"/>
                  </a:lnTo>
                  <a:lnTo>
                    <a:pt x="2427442" y="6129783"/>
                  </a:lnTo>
                  <a:close/>
                </a:path>
                <a:path w="6694170" h="6997065">
                  <a:moveTo>
                    <a:pt x="2501131" y="6260931"/>
                  </a:moveTo>
                  <a:lnTo>
                    <a:pt x="2502483" y="6260931"/>
                  </a:lnTo>
                  <a:lnTo>
                    <a:pt x="2502730" y="6261358"/>
                  </a:lnTo>
                  <a:lnTo>
                    <a:pt x="2501377" y="6261358"/>
                  </a:lnTo>
                  <a:lnTo>
                    <a:pt x="2501131" y="6260931"/>
                  </a:lnTo>
                  <a:close/>
                </a:path>
                <a:path w="6694170" h="6997065">
                  <a:moveTo>
                    <a:pt x="1924280" y="5551478"/>
                  </a:moveTo>
                  <a:lnTo>
                    <a:pt x="1928687" y="5559107"/>
                  </a:lnTo>
                  <a:lnTo>
                    <a:pt x="1921052" y="5563514"/>
                  </a:lnTo>
                  <a:lnTo>
                    <a:pt x="1916645" y="5555885"/>
                  </a:lnTo>
                  <a:lnTo>
                    <a:pt x="1924280" y="5551478"/>
                  </a:lnTo>
                  <a:close/>
                </a:path>
                <a:path w="6694170" h="6997065">
                  <a:moveTo>
                    <a:pt x="1998981" y="5682040"/>
                  </a:moveTo>
                  <a:lnTo>
                    <a:pt x="2002802" y="5688656"/>
                  </a:lnTo>
                  <a:lnTo>
                    <a:pt x="1996186" y="5692477"/>
                  </a:lnTo>
                  <a:lnTo>
                    <a:pt x="1992365" y="5685861"/>
                  </a:lnTo>
                  <a:lnTo>
                    <a:pt x="1998981" y="5682040"/>
                  </a:lnTo>
                  <a:close/>
                </a:path>
                <a:path w="6694170" h="6997065">
                  <a:moveTo>
                    <a:pt x="2073577" y="5813005"/>
                  </a:moveTo>
                  <a:lnTo>
                    <a:pt x="2076514" y="5818093"/>
                  </a:lnTo>
                  <a:lnTo>
                    <a:pt x="2071427" y="5821031"/>
                  </a:lnTo>
                  <a:lnTo>
                    <a:pt x="2068489" y="5815943"/>
                  </a:lnTo>
                  <a:lnTo>
                    <a:pt x="2073577" y="5813005"/>
                  </a:lnTo>
                  <a:close/>
                </a:path>
                <a:path w="6694170" h="6997065">
                  <a:moveTo>
                    <a:pt x="2148284" y="5943567"/>
                  </a:moveTo>
                  <a:lnTo>
                    <a:pt x="2150630" y="5947636"/>
                  </a:lnTo>
                  <a:lnTo>
                    <a:pt x="2146555" y="5949988"/>
                  </a:lnTo>
                  <a:lnTo>
                    <a:pt x="2144209" y="5945919"/>
                  </a:lnTo>
                  <a:lnTo>
                    <a:pt x="2148284" y="5943567"/>
                  </a:lnTo>
                  <a:close/>
                </a:path>
                <a:path w="6694170" h="6997065">
                  <a:moveTo>
                    <a:pt x="2222986" y="6074129"/>
                  </a:moveTo>
                  <a:lnTo>
                    <a:pt x="2224745" y="6077186"/>
                  </a:lnTo>
                  <a:lnTo>
                    <a:pt x="2221694" y="6078945"/>
                  </a:lnTo>
                  <a:lnTo>
                    <a:pt x="2219935" y="6075895"/>
                  </a:lnTo>
                  <a:lnTo>
                    <a:pt x="2222986" y="6074129"/>
                  </a:lnTo>
                  <a:close/>
                </a:path>
                <a:path w="6694170" h="6997065">
                  <a:moveTo>
                    <a:pt x="2297687" y="6204697"/>
                  </a:moveTo>
                  <a:lnTo>
                    <a:pt x="2298860" y="6206723"/>
                  </a:lnTo>
                  <a:lnTo>
                    <a:pt x="2296823" y="6207901"/>
                  </a:lnTo>
                  <a:lnTo>
                    <a:pt x="2295650" y="6205870"/>
                  </a:lnTo>
                  <a:lnTo>
                    <a:pt x="2297687" y="6204697"/>
                  </a:lnTo>
                  <a:close/>
                </a:path>
                <a:path w="6694170" h="6997065">
                  <a:moveTo>
                    <a:pt x="2371370" y="6335846"/>
                  </a:moveTo>
                  <a:lnTo>
                    <a:pt x="2372721" y="6335846"/>
                  </a:lnTo>
                  <a:lnTo>
                    <a:pt x="2372970" y="6336278"/>
                  </a:lnTo>
                  <a:lnTo>
                    <a:pt x="2371619" y="6336278"/>
                  </a:lnTo>
                  <a:lnTo>
                    <a:pt x="2371370" y="6335846"/>
                  </a:lnTo>
                  <a:close/>
                </a:path>
                <a:path w="6694170" h="6997065">
                  <a:moveTo>
                    <a:pt x="1794519" y="5626393"/>
                  </a:moveTo>
                  <a:lnTo>
                    <a:pt x="1798926" y="5634028"/>
                  </a:lnTo>
                  <a:lnTo>
                    <a:pt x="1791297" y="5638435"/>
                  </a:lnTo>
                  <a:lnTo>
                    <a:pt x="1786890" y="5630800"/>
                  </a:lnTo>
                  <a:lnTo>
                    <a:pt x="1794519" y="5626393"/>
                  </a:lnTo>
                  <a:close/>
                </a:path>
                <a:path w="6694170" h="6997065">
                  <a:moveTo>
                    <a:pt x="1869226" y="5756955"/>
                  </a:moveTo>
                  <a:lnTo>
                    <a:pt x="1873047" y="5763577"/>
                  </a:lnTo>
                  <a:lnTo>
                    <a:pt x="1866431" y="5767392"/>
                  </a:lnTo>
                  <a:lnTo>
                    <a:pt x="1862610" y="5760776"/>
                  </a:lnTo>
                  <a:lnTo>
                    <a:pt x="1869226" y="5756955"/>
                  </a:lnTo>
                  <a:close/>
                </a:path>
                <a:path w="6694170" h="6997065">
                  <a:moveTo>
                    <a:pt x="1943815" y="5887926"/>
                  </a:moveTo>
                  <a:lnTo>
                    <a:pt x="1946753" y="5893014"/>
                  </a:lnTo>
                  <a:lnTo>
                    <a:pt x="1941665" y="5895952"/>
                  </a:lnTo>
                  <a:lnTo>
                    <a:pt x="1938728" y="5890864"/>
                  </a:lnTo>
                  <a:lnTo>
                    <a:pt x="1943815" y="5887926"/>
                  </a:lnTo>
                  <a:close/>
                </a:path>
                <a:path w="6694170" h="6997065">
                  <a:moveTo>
                    <a:pt x="2018523" y="6018488"/>
                  </a:moveTo>
                  <a:lnTo>
                    <a:pt x="2020868" y="6022557"/>
                  </a:lnTo>
                  <a:lnTo>
                    <a:pt x="2016799" y="6024903"/>
                  </a:lnTo>
                  <a:lnTo>
                    <a:pt x="2014454" y="6020833"/>
                  </a:lnTo>
                  <a:lnTo>
                    <a:pt x="2018523" y="6018488"/>
                  </a:lnTo>
                  <a:close/>
                </a:path>
                <a:path w="6694170" h="6997065">
                  <a:moveTo>
                    <a:pt x="2093224" y="6149050"/>
                  </a:moveTo>
                  <a:lnTo>
                    <a:pt x="2094983" y="6152100"/>
                  </a:lnTo>
                  <a:lnTo>
                    <a:pt x="2091933" y="6153865"/>
                  </a:lnTo>
                  <a:lnTo>
                    <a:pt x="2090174" y="6150809"/>
                  </a:lnTo>
                  <a:lnTo>
                    <a:pt x="2093224" y="6149050"/>
                  </a:lnTo>
                  <a:close/>
                </a:path>
                <a:path w="6694170" h="6997065">
                  <a:moveTo>
                    <a:pt x="2167926" y="6279612"/>
                  </a:moveTo>
                  <a:lnTo>
                    <a:pt x="2169099" y="6281644"/>
                  </a:lnTo>
                  <a:lnTo>
                    <a:pt x="2167061" y="6282817"/>
                  </a:lnTo>
                  <a:lnTo>
                    <a:pt x="2165888" y="6280791"/>
                  </a:lnTo>
                  <a:lnTo>
                    <a:pt x="2167926" y="6279612"/>
                  </a:lnTo>
                  <a:close/>
                </a:path>
                <a:path w="6694170" h="6997065">
                  <a:moveTo>
                    <a:pt x="2241609" y="6410766"/>
                  </a:moveTo>
                  <a:lnTo>
                    <a:pt x="2242975" y="6410766"/>
                  </a:lnTo>
                  <a:lnTo>
                    <a:pt x="2243220" y="6411193"/>
                  </a:lnTo>
                  <a:lnTo>
                    <a:pt x="2241856" y="6411193"/>
                  </a:lnTo>
                  <a:lnTo>
                    <a:pt x="2241609" y="6410766"/>
                  </a:lnTo>
                  <a:close/>
                </a:path>
                <a:path w="6694170" h="6997065">
                  <a:moveTo>
                    <a:pt x="1590062" y="5570746"/>
                  </a:moveTo>
                  <a:lnTo>
                    <a:pt x="1595055" y="5579400"/>
                  </a:lnTo>
                  <a:lnTo>
                    <a:pt x="1586408" y="5584399"/>
                  </a:lnTo>
                  <a:lnTo>
                    <a:pt x="1581409" y="5575745"/>
                  </a:lnTo>
                  <a:lnTo>
                    <a:pt x="1590062" y="5570746"/>
                  </a:lnTo>
                  <a:close/>
                </a:path>
                <a:path w="6694170" h="6997065">
                  <a:moveTo>
                    <a:pt x="1664764" y="5701309"/>
                  </a:moveTo>
                  <a:lnTo>
                    <a:pt x="1669171" y="5708943"/>
                  </a:lnTo>
                  <a:lnTo>
                    <a:pt x="1661542" y="5713350"/>
                  </a:lnTo>
                  <a:lnTo>
                    <a:pt x="1657135" y="5705715"/>
                  </a:lnTo>
                  <a:lnTo>
                    <a:pt x="1664764" y="5701309"/>
                  </a:lnTo>
                  <a:close/>
                </a:path>
                <a:path w="6694170" h="6997065">
                  <a:moveTo>
                    <a:pt x="1739359" y="5832279"/>
                  </a:moveTo>
                  <a:lnTo>
                    <a:pt x="1742884" y="5838380"/>
                  </a:lnTo>
                  <a:lnTo>
                    <a:pt x="1736777" y="5841910"/>
                  </a:lnTo>
                  <a:lnTo>
                    <a:pt x="1733253" y="5835803"/>
                  </a:lnTo>
                  <a:lnTo>
                    <a:pt x="1739359" y="5832279"/>
                  </a:lnTo>
                  <a:close/>
                </a:path>
                <a:path w="6694170" h="6997065">
                  <a:moveTo>
                    <a:pt x="1814061" y="5962841"/>
                  </a:moveTo>
                  <a:lnTo>
                    <a:pt x="1816999" y="5967929"/>
                  </a:lnTo>
                  <a:lnTo>
                    <a:pt x="1811911" y="5970867"/>
                  </a:lnTo>
                  <a:lnTo>
                    <a:pt x="1808973" y="5965779"/>
                  </a:lnTo>
                  <a:lnTo>
                    <a:pt x="1814061" y="5962841"/>
                  </a:lnTo>
                  <a:close/>
                </a:path>
                <a:path w="6694170" h="6997065">
                  <a:moveTo>
                    <a:pt x="1888768" y="6093403"/>
                  </a:moveTo>
                  <a:lnTo>
                    <a:pt x="1891114" y="6097473"/>
                  </a:lnTo>
                  <a:lnTo>
                    <a:pt x="1887045" y="6099824"/>
                  </a:lnTo>
                  <a:lnTo>
                    <a:pt x="1884693" y="6095755"/>
                  </a:lnTo>
                  <a:lnTo>
                    <a:pt x="1888768" y="6093403"/>
                  </a:lnTo>
                  <a:close/>
                </a:path>
                <a:path w="6694170" h="6997065">
                  <a:moveTo>
                    <a:pt x="1963465" y="6223966"/>
                  </a:moveTo>
                  <a:lnTo>
                    <a:pt x="1965230" y="6227022"/>
                  </a:lnTo>
                  <a:lnTo>
                    <a:pt x="1962173" y="6228781"/>
                  </a:lnTo>
                  <a:lnTo>
                    <a:pt x="1960414" y="6225731"/>
                  </a:lnTo>
                  <a:lnTo>
                    <a:pt x="1963465" y="6223966"/>
                  </a:lnTo>
                  <a:close/>
                </a:path>
                <a:path w="6694170" h="6997065">
                  <a:moveTo>
                    <a:pt x="2038166" y="6354533"/>
                  </a:moveTo>
                  <a:lnTo>
                    <a:pt x="2039339" y="6356559"/>
                  </a:lnTo>
                  <a:lnTo>
                    <a:pt x="2037308" y="6357738"/>
                  </a:lnTo>
                  <a:lnTo>
                    <a:pt x="2036135" y="6355706"/>
                  </a:lnTo>
                  <a:lnTo>
                    <a:pt x="2038166" y="6354533"/>
                  </a:lnTo>
                  <a:close/>
                </a:path>
                <a:path w="6694170" h="6997065">
                  <a:moveTo>
                    <a:pt x="1460199" y="5646070"/>
                  </a:moveTo>
                  <a:lnTo>
                    <a:pt x="1464897" y="5654209"/>
                  </a:lnTo>
                  <a:lnTo>
                    <a:pt x="1456753" y="5658912"/>
                  </a:lnTo>
                  <a:lnTo>
                    <a:pt x="1452049" y="5650773"/>
                  </a:lnTo>
                  <a:lnTo>
                    <a:pt x="1460199" y="5646070"/>
                  </a:lnTo>
                  <a:close/>
                </a:path>
                <a:path w="6694170" h="6997065">
                  <a:moveTo>
                    <a:pt x="1534896" y="5776632"/>
                  </a:moveTo>
                  <a:lnTo>
                    <a:pt x="1539013" y="5783758"/>
                  </a:lnTo>
                  <a:lnTo>
                    <a:pt x="1531893" y="5787868"/>
                  </a:lnTo>
                  <a:lnTo>
                    <a:pt x="1527777" y="5780743"/>
                  </a:lnTo>
                  <a:lnTo>
                    <a:pt x="1534896" y="5776632"/>
                  </a:lnTo>
                  <a:close/>
                </a:path>
                <a:path w="6694170" h="6997065">
                  <a:moveTo>
                    <a:pt x="1609598" y="5907194"/>
                  </a:moveTo>
                  <a:lnTo>
                    <a:pt x="1613122" y="5913301"/>
                  </a:lnTo>
                  <a:lnTo>
                    <a:pt x="1607021" y="5916825"/>
                  </a:lnTo>
                  <a:lnTo>
                    <a:pt x="1603497" y="5910719"/>
                  </a:lnTo>
                  <a:lnTo>
                    <a:pt x="1609598" y="5907194"/>
                  </a:lnTo>
                  <a:close/>
                </a:path>
                <a:path w="6694170" h="6997065">
                  <a:moveTo>
                    <a:pt x="1684305" y="6037756"/>
                  </a:moveTo>
                  <a:lnTo>
                    <a:pt x="1687243" y="6042844"/>
                  </a:lnTo>
                  <a:lnTo>
                    <a:pt x="1682155" y="6045782"/>
                  </a:lnTo>
                  <a:lnTo>
                    <a:pt x="1679217" y="6040694"/>
                  </a:lnTo>
                  <a:lnTo>
                    <a:pt x="1684305" y="6037756"/>
                  </a:lnTo>
                  <a:close/>
                </a:path>
                <a:path w="6694170" h="6997065">
                  <a:moveTo>
                    <a:pt x="1759007" y="6168319"/>
                  </a:moveTo>
                  <a:lnTo>
                    <a:pt x="1761352" y="6172388"/>
                  </a:lnTo>
                  <a:lnTo>
                    <a:pt x="1757283" y="6174739"/>
                  </a:lnTo>
                  <a:lnTo>
                    <a:pt x="1754932" y="6170670"/>
                  </a:lnTo>
                  <a:lnTo>
                    <a:pt x="1759007" y="6168319"/>
                  </a:lnTo>
                  <a:close/>
                </a:path>
                <a:path w="6694170" h="6997065">
                  <a:moveTo>
                    <a:pt x="1833708" y="6298881"/>
                  </a:moveTo>
                  <a:lnTo>
                    <a:pt x="1835474" y="6301937"/>
                  </a:lnTo>
                  <a:lnTo>
                    <a:pt x="1832417" y="6303702"/>
                  </a:lnTo>
                  <a:lnTo>
                    <a:pt x="1830652" y="6300646"/>
                  </a:lnTo>
                  <a:lnTo>
                    <a:pt x="1833708" y="6298881"/>
                  </a:lnTo>
                  <a:close/>
                </a:path>
                <a:path w="6694170" h="6997065">
                  <a:moveTo>
                    <a:pt x="1908410" y="6429448"/>
                  </a:moveTo>
                  <a:lnTo>
                    <a:pt x="1909583" y="6431480"/>
                  </a:lnTo>
                  <a:lnTo>
                    <a:pt x="1907552" y="6432653"/>
                  </a:lnTo>
                  <a:lnTo>
                    <a:pt x="1906379" y="6430621"/>
                  </a:lnTo>
                  <a:lnTo>
                    <a:pt x="1908410" y="6429448"/>
                  </a:lnTo>
                  <a:close/>
                </a:path>
                <a:path w="6694170" h="6997065">
                  <a:moveTo>
                    <a:pt x="1255737" y="5590424"/>
                  </a:moveTo>
                  <a:lnTo>
                    <a:pt x="1261026" y="5599587"/>
                  </a:lnTo>
                  <a:lnTo>
                    <a:pt x="1251863" y="5604876"/>
                  </a:lnTo>
                  <a:lnTo>
                    <a:pt x="1246574" y="5595713"/>
                  </a:lnTo>
                  <a:lnTo>
                    <a:pt x="1255737" y="5590424"/>
                  </a:lnTo>
                  <a:close/>
                </a:path>
                <a:path w="6694170" h="6997065">
                  <a:moveTo>
                    <a:pt x="1330438" y="5720986"/>
                  </a:moveTo>
                  <a:lnTo>
                    <a:pt x="1335136" y="5729124"/>
                  </a:lnTo>
                  <a:lnTo>
                    <a:pt x="1326997" y="5733827"/>
                  </a:lnTo>
                  <a:lnTo>
                    <a:pt x="1322294" y="5725689"/>
                  </a:lnTo>
                  <a:lnTo>
                    <a:pt x="1330438" y="5720986"/>
                  </a:lnTo>
                  <a:close/>
                </a:path>
                <a:path w="6694170" h="6997065">
                  <a:moveTo>
                    <a:pt x="1405140" y="5851548"/>
                  </a:moveTo>
                  <a:lnTo>
                    <a:pt x="1409257" y="5858673"/>
                  </a:lnTo>
                  <a:lnTo>
                    <a:pt x="1402131" y="5862790"/>
                  </a:lnTo>
                  <a:lnTo>
                    <a:pt x="1398015" y="5855664"/>
                  </a:lnTo>
                  <a:lnTo>
                    <a:pt x="1405140" y="5851548"/>
                  </a:lnTo>
                  <a:close/>
                </a:path>
                <a:path w="6694170" h="6997065">
                  <a:moveTo>
                    <a:pt x="1479736" y="5982512"/>
                  </a:moveTo>
                  <a:lnTo>
                    <a:pt x="1482970" y="5988110"/>
                  </a:lnTo>
                  <a:lnTo>
                    <a:pt x="1477372" y="5991344"/>
                  </a:lnTo>
                  <a:lnTo>
                    <a:pt x="1474138" y="5985741"/>
                  </a:lnTo>
                  <a:lnTo>
                    <a:pt x="1479736" y="5982512"/>
                  </a:lnTo>
                  <a:close/>
                </a:path>
                <a:path w="6694170" h="6997065">
                  <a:moveTo>
                    <a:pt x="1554437" y="6113074"/>
                  </a:moveTo>
                  <a:lnTo>
                    <a:pt x="1557079" y="6117653"/>
                  </a:lnTo>
                  <a:lnTo>
                    <a:pt x="1552500" y="6120301"/>
                  </a:lnTo>
                  <a:lnTo>
                    <a:pt x="1549859" y="6115716"/>
                  </a:lnTo>
                  <a:lnTo>
                    <a:pt x="1554437" y="6113074"/>
                  </a:lnTo>
                  <a:close/>
                </a:path>
                <a:path w="6694170" h="6997065">
                  <a:moveTo>
                    <a:pt x="1629133" y="6243636"/>
                  </a:moveTo>
                  <a:lnTo>
                    <a:pt x="1631195" y="6247202"/>
                  </a:lnTo>
                  <a:lnTo>
                    <a:pt x="1627635" y="6249258"/>
                  </a:lnTo>
                  <a:lnTo>
                    <a:pt x="1625574" y="6245692"/>
                  </a:lnTo>
                  <a:lnTo>
                    <a:pt x="1629133" y="6243636"/>
                  </a:lnTo>
                  <a:close/>
                </a:path>
                <a:path w="6694170" h="6997065">
                  <a:moveTo>
                    <a:pt x="1703841" y="6374198"/>
                  </a:moveTo>
                  <a:lnTo>
                    <a:pt x="1705310" y="6376745"/>
                  </a:lnTo>
                  <a:lnTo>
                    <a:pt x="1702763" y="6378214"/>
                  </a:lnTo>
                  <a:lnTo>
                    <a:pt x="1701294" y="6375667"/>
                  </a:lnTo>
                  <a:lnTo>
                    <a:pt x="1703841" y="6374198"/>
                  </a:lnTo>
                  <a:close/>
                </a:path>
                <a:path w="6694170" h="6997065">
                  <a:moveTo>
                    <a:pt x="1778542" y="6504760"/>
                  </a:moveTo>
                  <a:lnTo>
                    <a:pt x="1779425" y="6506294"/>
                  </a:lnTo>
                  <a:lnTo>
                    <a:pt x="1777897" y="6507177"/>
                  </a:lnTo>
                  <a:lnTo>
                    <a:pt x="1777014" y="6505643"/>
                  </a:lnTo>
                  <a:lnTo>
                    <a:pt x="1778542" y="6504760"/>
                  </a:lnTo>
                  <a:close/>
                </a:path>
                <a:path w="6694170" h="6997065">
                  <a:moveTo>
                    <a:pt x="1125976" y="5665339"/>
                  </a:moveTo>
                  <a:lnTo>
                    <a:pt x="1131265" y="5674502"/>
                  </a:lnTo>
                  <a:lnTo>
                    <a:pt x="1122108" y="5679791"/>
                  </a:lnTo>
                  <a:lnTo>
                    <a:pt x="1116819" y="5670628"/>
                  </a:lnTo>
                  <a:lnTo>
                    <a:pt x="1125976" y="5665339"/>
                  </a:lnTo>
                  <a:close/>
                </a:path>
                <a:path w="6694170" h="6997065">
                  <a:moveTo>
                    <a:pt x="1200678" y="5795907"/>
                  </a:moveTo>
                  <a:lnTo>
                    <a:pt x="1205381" y="5804045"/>
                  </a:lnTo>
                  <a:lnTo>
                    <a:pt x="1197236" y="5808742"/>
                  </a:lnTo>
                  <a:lnTo>
                    <a:pt x="1192540" y="5800604"/>
                  </a:lnTo>
                  <a:lnTo>
                    <a:pt x="1200678" y="5795907"/>
                  </a:lnTo>
                  <a:close/>
                </a:path>
                <a:path w="6694170" h="6997065">
                  <a:moveTo>
                    <a:pt x="1275379" y="5926469"/>
                  </a:moveTo>
                  <a:lnTo>
                    <a:pt x="1279496" y="5933594"/>
                  </a:lnTo>
                  <a:lnTo>
                    <a:pt x="1272370" y="5937704"/>
                  </a:lnTo>
                  <a:lnTo>
                    <a:pt x="1268254" y="5930579"/>
                  </a:lnTo>
                  <a:lnTo>
                    <a:pt x="1275379" y="5926469"/>
                  </a:lnTo>
                  <a:close/>
                </a:path>
                <a:path w="6694170" h="6997065">
                  <a:moveTo>
                    <a:pt x="1349974" y="6057427"/>
                  </a:moveTo>
                  <a:lnTo>
                    <a:pt x="1353208" y="6063031"/>
                  </a:lnTo>
                  <a:lnTo>
                    <a:pt x="1347611" y="6066259"/>
                  </a:lnTo>
                  <a:lnTo>
                    <a:pt x="1344377" y="6060661"/>
                  </a:lnTo>
                  <a:lnTo>
                    <a:pt x="1349974" y="6057427"/>
                  </a:lnTo>
                  <a:close/>
                </a:path>
                <a:path w="6694170" h="6997065">
                  <a:moveTo>
                    <a:pt x="1424676" y="6187990"/>
                  </a:moveTo>
                  <a:lnTo>
                    <a:pt x="1427324" y="6192574"/>
                  </a:lnTo>
                  <a:lnTo>
                    <a:pt x="1422739" y="6195216"/>
                  </a:lnTo>
                  <a:lnTo>
                    <a:pt x="1420097" y="6190637"/>
                  </a:lnTo>
                  <a:lnTo>
                    <a:pt x="1424676" y="6187990"/>
                  </a:lnTo>
                  <a:close/>
                </a:path>
                <a:path w="6694170" h="6997065">
                  <a:moveTo>
                    <a:pt x="1499378" y="6318552"/>
                  </a:moveTo>
                  <a:lnTo>
                    <a:pt x="1501439" y="6322117"/>
                  </a:lnTo>
                  <a:lnTo>
                    <a:pt x="1497874" y="6324179"/>
                  </a:lnTo>
                  <a:lnTo>
                    <a:pt x="1495812" y="6320613"/>
                  </a:lnTo>
                  <a:lnTo>
                    <a:pt x="1499378" y="6318552"/>
                  </a:lnTo>
                  <a:close/>
                </a:path>
                <a:path w="6694170" h="6997065">
                  <a:moveTo>
                    <a:pt x="1574079" y="6449119"/>
                  </a:moveTo>
                  <a:lnTo>
                    <a:pt x="1575549" y="6451660"/>
                  </a:lnTo>
                  <a:lnTo>
                    <a:pt x="1573002" y="6453129"/>
                  </a:lnTo>
                  <a:lnTo>
                    <a:pt x="1571533" y="6450588"/>
                  </a:lnTo>
                  <a:lnTo>
                    <a:pt x="1574079" y="6449119"/>
                  </a:lnTo>
                  <a:close/>
                </a:path>
                <a:path w="6694170" h="6997065">
                  <a:moveTo>
                    <a:pt x="1648781" y="6579681"/>
                  </a:moveTo>
                  <a:lnTo>
                    <a:pt x="1649664" y="6581210"/>
                  </a:lnTo>
                  <a:lnTo>
                    <a:pt x="1648141" y="6582092"/>
                  </a:lnTo>
                  <a:lnTo>
                    <a:pt x="1647259" y="6580558"/>
                  </a:lnTo>
                  <a:lnTo>
                    <a:pt x="1648781" y="6579681"/>
                  </a:lnTo>
                  <a:close/>
                </a:path>
                <a:path w="6694170" h="6997065">
                  <a:moveTo>
                    <a:pt x="921519" y="5609691"/>
                  </a:moveTo>
                  <a:lnTo>
                    <a:pt x="927394" y="5619873"/>
                  </a:lnTo>
                  <a:lnTo>
                    <a:pt x="917212" y="5625749"/>
                  </a:lnTo>
                  <a:lnTo>
                    <a:pt x="911337" y="5615567"/>
                  </a:lnTo>
                  <a:lnTo>
                    <a:pt x="921519" y="5609691"/>
                  </a:lnTo>
                  <a:close/>
                </a:path>
                <a:path w="6694170" h="6997065">
                  <a:moveTo>
                    <a:pt x="996108" y="5740656"/>
                  </a:moveTo>
                  <a:lnTo>
                    <a:pt x="1001101" y="5749310"/>
                  </a:lnTo>
                  <a:lnTo>
                    <a:pt x="992447" y="5754303"/>
                  </a:lnTo>
                  <a:lnTo>
                    <a:pt x="987454" y="5745649"/>
                  </a:lnTo>
                  <a:lnTo>
                    <a:pt x="996108" y="5740656"/>
                  </a:lnTo>
                  <a:close/>
                </a:path>
                <a:path w="6694170" h="6997065">
                  <a:moveTo>
                    <a:pt x="1070809" y="5871218"/>
                  </a:moveTo>
                  <a:lnTo>
                    <a:pt x="1075216" y="5878853"/>
                  </a:lnTo>
                  <a:lnTo>
                    <a:pt x="1067587" y="5883260"/>
                  </a:lnTo>
                  <a:lnTo>
                    <a:pt x="1063180" y="5875625"/>
                  </a:lnTo>
                  <a:lnTo>
                    <a:pt x="1070809" y="5871218"/>
                  </a:lnTo>
                  <a:close/>
                </a:path>
                <a:path w="6694170" h="6997065">
                  <a:moveTo>
                    <a:pt x="1145617" y="6001383"/>
                  </a:moveTo>
                  <a:lnTo>
                    <a:pt x="1149734" y="6008508"/>
                  </a:lnTo>
                  <a:lnTo>
                    <a:pt x="1142608" y="6012625"/>
                  </a:lnTo>
                  <a:lnTo>
                    <a:pt x="1138498" y="6005500"/>
                  </a:lnTo>
                  <a:lnTo>
                    <a:pt x="1145617" y="6001383"/>
                  </a:lnTo>
                  <a:close/>
                </a:path>
                <a:path w="6694170" h="6997065">
                  <a:moveTo>
                    <a:pt x="1220213" y="6132348"/>
                  </a:moveTo>
                  <a:lnTo>
                    <a:pt x="1223447" y="6137945"/>
                  </a:lnTo>
                  <a:lnTo>
                    <a:pt x="1217849" y="6141179"/>
                  </a:lnTo>
                  <a:lnTo>
                    <a:pt x="1214615" y="6135576"/>
                  </a:lnTo>
                  <a:lnTo>
                    <a:pt x="1220213" y="6132348"/>
                  </a:lnTo>
                  <a:close/>
                </a:path>
                <a:path w="6694170" h="6997065">
                  <a:moveTo>
                    <a:pt x="1294914" y="6262910"/>
                  </a:moveTo>
                  <a:lnTo>
                    <a:pt x="1297562" y="6267488"/>
                  </a:lnTo>
                  <a:lnTo>
                    <a:pt x="1292977" y="6270136"/>
                  </a:lnTo>
                  <a:lnTo>
                    <a:pt x="1290335" y="6265552"/>
                  </a:lnTo>
                  <a:lnTo>
                    <a:pt x="1294914" y="6262910"/>
                  </a:lnTo>
                  <a:close/>
                </a:path>
                <a:path w="6694170" h="6997065">
                  <a:moveTo>
                    <a:pt x="1369617" y="6393472"/>
                  </a:moveTo>
                  <a:lnTo>
                    <a:pt x="1371677" y="6397037"/>
                  </a:lnTo>
                  <a:lnTo>
                    <a:pt x="1368112" y="6399093"/>
                  </a:lnTo>
                  <a:lnTo>
                    <a:pt x="1366057" y="6395527"/>
                  </a:lnTo>
                  <a:lnTo>
                    <a:pt x="1369617" y="6393472"/>
                  </a:lnTo>
                  <a:close/>
                </a:path>
                <a:path w="6694170" h="6997065">
                  <a:moveTo>
                    <a:pt x="1444323" y="6524034"/>
                  </a:moveTo>
                  <a:lnTo>
                    <a:pt x="1445793" y="6526575"/>
                  </a:lnTo>
                  <a:lnTo>
                    <a:pt x="1443246" y="6528044"/>
                  </a:lnTo>
                  <a:lnTo>
                    <a:pt x="1441777" y="6525503"/>
                  </a:lnTo>
                  <a:lnTo>
                    <a:pt x="1444323" y="6524034"/>
                  </a:lnTo>
                  <a:close/>
                </a:path>
                <a:path w="6694170" h="6997065">
                  <a:moveTo>
                    <a:pt x="1519019" y="6654596"/>
                  </a:moveTo>
                  <a:lnTo>
                    <a:pt x="1519902" y="6656130"/>
                  </a:lnTo>
                  <a:lnTo>
                    <a:pt x="1518380" y="6657006"/>
                  </a:lnTo>
                  <a:lnTo>
                    <a:pt x="1517497" y="6655478"/>
                  </a:lnTo>
                  <a:lnTo>
                    <a:pt x="1519019" y="6654596"/>
                  </a:lnTo>
                  <a:close/>
                </a:path>
                <a:path w="6694170" h="6997065">
                  <a:moveTo>
                    <a:pt x="717162" y="5553647"/>
                  </a:moveTo>
                  <a:lnTo>
                    <a:pt x="723920" y="5565350"/>
                  </a:lnTo>
                  <a:lnTo>
                    <a:pt x="712210" y="5572109"/>
                  </a:lnTo>
                  <a:lnTo>
                    <a:pt x="705452" y="5560405"/>
                  </a:lnTo>
                  <a:lnTo>
                    <a:pt x="717162" y="5553647"/>
                  </a:lnTo>
                  <a:close/>
                </a:path>
                <a:path w="6694170" h="6997065">
                  <a:moveTo>
                    <a:pt x="791757" y="5684611"/>
                  </a:moveTo>
                  <a:lnTo>
                    <a:pt x="797632" y="5694787"/>
                  </a:lnTo>
                  <a:lnTo>
                    <a:pt x="787450" y="5700663"/>
                  </a:lnTo>
                  <a:lnTo>
                    <a:pt x="781575" y="5690487"/>
                  </a:lnTo>
                  <a:lnTo>
                    <a:pt x="791757" y="5684611"/>
                  </a:lnTo>
                  <a:close/>
                </a:path>
                <a:path w="6694170" h="6997065">
                  <a:moveTo>
                    <a:pt x="866346" y="5815570"/>
                  </a:moveTo>
                  <a:lnTo>
                    <a:pt x="871345" y="5824224"/>
                  </a:lnTo>
                  <a:lnTo>
                    <a:pt x="862698" y="5829217"/>
                  </a:lnTo>
                  <a:lnTo>
                    <a:pt x="857698" y="5820563"/>
                  </a:lnTo>
                  <a:lnTo>
                    <a:pt x="866346" y="5815570"/>
                  </a:lnTo>
                  <a:close/>
                </a:path>
                <a:path w="6694170" h="6997065">
                  <a:moveTo>
                    <a:pt x="941047" y="5946132"/>
                  </a:moveTo>
                  <a:lnTo>
                    <a:pt x="945454" y="5953767"/>
                  </a:lnTo>
                  <a:lnTo>
                    <a:pt x="937826" y="5958174"/>
                  </a:lnTo>
                  <a:lnTo>
                    <a:pt x="933419" y="5950539"/>
                  </a:lnTo>
                  <a:lnTo>
                    <a:pt x="941047" y="5946132"/>
                  </a:lnTo>
                  <a:close/>
                </a:path>
                <a:path w="6694170" h="6997065">
                  <a:moveTo>
                    <a:pt x="1015755" y="6076700"/>
                  </a:moveTo>
                  <a:lnTo>
                    <a:pt x="1019575" y="6083316"/>
                  </a:lnTo>
                  <a:lnTo>
                    <a:pt x="1012954" y="6087136"/>
                  </a:lnTo>
                  <a:lnTo>
                    <a:pt x="1009133" y="6080520"/>
                  </a:lnTo>
                  <a:lnTo>
                    <a:pt x="1015755" y="6076700"/>
                  </a:lnTo>
                  <a:close/>
                </a:path>
                <a:path w="6694170" h="6997065">
                  <a:moveTo>
                    <a:pt x="1090350" y="6207665"/>
                  </a:moveTo>
                  <a:lnTo>
                    <a:pt x="1093288" y="6212752"/>
                  </a:lnTo>
                  <a:lnTo>
                    <a:pt x="1088200" y="6215690"/>
                  </a:lnTo>
                  <a:lnTo>
                    <a:pt x="1085262" y="6210602"/>
                  </a:lnTo>
                  <a:lnTo>
                    <a:pt x="1090350" y="6207665"/>
                  </a:lnTo>
                  <a:close/>
                </a:path>
                <a:path w="6694170" h="6997065">
                  <a:moveTo>
                    <a:pt x="1165052" y="6338227"/>
                  </a:moveTo>
                  <a:lnTo>
                    <a:pt x="1167403" y="6342302"/>
                  </a:lnTo>
                  <a:lnTo>
                    <a:pt x="1163328" y="6344653"/>
                  </a:lnTo>
                  <a:lnTo>
                    <a:pt x="1160977" y="6340578"/>
                  </a:lnTo>
                  <a:lnTo>
                    <a:pt x="1165052" y="6338227"/>
                  </a:lnTo>
                  <a:close/>
                </a:path>
                <a:path w="6694170" h="6997065">
                  <a:moveTo>
                    <a:pt x="1239748" y="6468795"/>
                  </a:moveTo>
                  <a:lnTo>
                    <a:pt x="1241513" y="6471845"/>
                  </a:lnTo>
                  <a:lnTo>
                    <a:pt x="1238462" y="6473604"/>
                  </a:lnTo>
                  <a:lnTo>
                    <a:pt x="1236697" y="6470554"/>
                  </a:lnTo>
                  <a:lnTo>
                    <a:pt x="1239748" y="6468795"/>
                  </a:lnTo>
                  <a:close/>
                </a:path>
                <a:path w="6694170" h="6997065">
                  <a:moveTo>
                    <a:pt x="1314455" y="6599357"/>
                  </a:moveTo>
                  <a:lnTo>
                    <a:pt x="1315628" y="6601394"/>
                  </a:lnTo>
                  <a:lnTo>
                    <a:pt x="1313590" y="6602567"/>
                  </a:lnTo>
                  <a:lnTo>
                    <a:pt x="1312417" y="6600529"/>
                  </a:lnTo>
                  <a:lnTo>
                    <a:pt x="1314455" y="6599357"/>
                  </a:lnTo>
                  <a:close/>
                </a:path>
                <a:path w="6694170" h="6997065">
                  <a:moveTo>
                    <a:pt x="1388138" y="6730505"/>
                  </a:moveTo>
                  <a:lnTo>
                    <a:pt x="1389496" y="6730505"/>
                  </a:lnTo>
                  <a:lnTo>
                    <a:pt x="1389743" y="6730931"/>
                  </a:lnTo>
                  <a:lnTo>
                    <a:pt x="1388385" y="6730931"/>
                  </a:lnTo>
                  <a:lnTo>
                    <a:pt x="1388138" y="6730505"/>
                  </a:lnTo>
                  <a:close/>
                </a:path>
                <a:path w="6694170" h="6997065">
                  <a:moveTo>
                    <a:pt x="587294" y="5628964"/>
                  </a:moveTo>
                  <a:lnTo>
                    <a:pt x="593756" y="5640158"/>
                  </a:lnTo>
                  <a:lnTo>
                    <a:pt x="582561" y="5646620"/>
                  </a:lnTo>
                  <a:lnTo>
                    <a:pt x="576099" y="5635426"/>
                  </a:lnTo>
                  <a:lnTo>
                    <a:pt x="587294" y="5628964"/>
                  </a:lnTo>
                  <a:close/>
                </a:path>
                <a:path w="6694170" h="6997065">
                  <a:moveTo>
                    <a:pt x="661889" y="5759928"/>
                  </a:moveTo>
                  <a:lnTo>
                    <a:pt x="667469" y="5769595"/>
                  </a:lnTo>
                  <a:lnTo>
                    <a:pt x="657802" y="5775174"/>
                  </a:lnTo>
                  <a:lnTo>
                    <a:pt x="652223" y="5765514"/>
                  </a:lnTo>
                  <a:lnTo>
                    <a:pt x="661889" y="5759928"/>
                  </a:lnTo>
                  <a:close/>
                </a:path>
                <a:path w="6694170" h="6997065">
                  <a:moveTo>
                    <a:pt x="736585" y="5890490"/>
                  </a:moveTo>
                  <a:lnTo>
                    <a:pt x="741584" y="5899144"/>
                  </a:lnTo>
                  <a:lnTo>
                    <a:pt x="732937" y="5904137"/>
                  </a:lnTo>
                  <a:lnTo>
                    <a:pt x="727938" y="5895484"/>
                  </a:lnTo>
                  <a:lnTo>
                    <a:pt x="736585" y="5890490"/>
                  </a:lnTo>
                  <a:close/>
                </a:path>
                <a:path w="6694170" h="6997065">
                  <a:moveTo>
                    <a:pt x="811293" y="6021052"/>
                  </a:moveTo>
                  <a:lnTo>
                    <a:pt x="815700" y="6028687"/>
                  </a:lnTo>
                  <a:lnTo>
                    <a:pt x="808065" y="6033094"/>
                  </a:lnTo>
                  <a:lnTo>
                    <a:pt x="803658" y="6025459"/>
                  </a:lnTo>
                  <a:lnTo>
                    <a:pt x="811293" y="6021052"/>
                  </a:lnTo>
                  <a:close/>
                </a:path>
                <a:path w="6694170" h="6997065">
                  <a:moveTo>
                    <a:pt x="885888" y="6152017"/>
                  </a:moveTo>
                  <a:lnTo>
                    <a:pt x="889412" y="6158124"/>
                  </a:lnTo>
                  <a:lnTo>
                    <a:pt x="883306" y="6161648"/>
                  </a:lnTo>
                  <a:lnTo>
                    <a:pt x="879781" y="6155541"/>
                  </a:lnTo>
                  <a:lnTo>
                    <a:pt x="885888" y="6152017"/>
                  </a:lnTo>
                  <a:close/>
                </a:path>
                <a:path w="6694170" h="6997065">
                  <a:moveTo>
                    <a:pt x="960589" y="6282579"/>
                  </a:moveTo>
                  <a:lnTo>
                    <a:pt x="963527" y="6287673"/>
                  </a:lnTo>
                  <a:lnTo>
                    <a:pt x="958439" y="6290611"/>
                  </a:lnTo>
                  <a:lnTo>
                    <a:pt x="955502" y="6285517"/>
                  </a:lnTo>
                  <a:lnTo>
                    <a:pt x="960589" y="6282579"/>
                  </a:lnTo>
                  <a:close/>
                </a:path>
                <a:path w="6694170" h="6997065">
                  <a:moveTo>
                    <a:pt x="1035291" y="6413147"/>
                  </a:moveTo>
                  <a:lnTo>
                    <a:pt x="1037642" y="6417216"/>
                  </a:lnTo>
                  <a:lnTo>
                    <a:pt x="1033567" y="6419568"/>
                  </a:lnTo>
                  <a:lnTo>
                    <a:pt x="1031216" y="6415498"/>
                  </a:lnTo>
                  <a:lnTo>
                    <a:pt x="1035291" y="6413147"/>
                  </a:lnTo>
                  <a:close/>
                </a:path>
                <a:path w="6694170" h="6997065">
                  <a:moveTo>
                    <a:pt x="1109993" y="6543709"/>
                  </a:moveTo>
                  <a:lnTo>
                    <a:pt x="1111758" y="6546759"/>
                  </a:lnTo>
                  <a:lnTo>
                    <a:pt x="1108702" y="6548524"/>
                  </a:lnTo>
                  <a:lnTo>
                    <a:pt x="1106936" y="6545474"/>
                  </a:lnTo>
                  <a:lnTo>
                    <a:pt x="1109993" y="6543709"/>
                  </a:lnTo>
                  <a:close/>
                </a:path>
                <a:path w="6694170" h="6997065">
                  <a:moveTo>
                    <a:pt x="1184700" y="6674271"/>
                  </a:moveTo>
                  <a:lnTo>
                    <a:pt x="1185873" y="6676308"/>
                  </a:lnTo>
                  <a:lnTo>
                    <a:pt x="1183835" y="6677481"/>
                  </a:lnTo>
                  <a:lnTo>
                    <a:pt x="1182662" y="6675444"/>
                  </a:lnTo>
                  <a:lnTo>
                    <a:pt x="1184700" y="6674271"/>
                  </a:lnTo>
                  <a:close/>
                </a:path>
                <a:path w="6694170" h="6997065">
                  <a:moveTo>
                    <a:pt x="1258378" y="6805419"/>
                  </a:moveTo>
                  <a:lnTo>
                    <a:pt x="1259734" y="6805419"/>
                  </a:lnTo>
                  <a:lnTo>
                    <a:pt x="1259983" y="6805852"/>
                  </a:lnTo>
                  <a:lnTo>
                    <a:pt x="1258626" y="6805852"/>
                  </a:lnTo>
                  <a:lnTo>
                    <a:pt x="1258378" y="6805419"/>
                  </a:lnTo>
                  <a:close/>
                </a:path>
                <a:path w="6694170" h="6997065">
                  <a:moveTo>
                    <a:pt x="382938" y="5572914"/>
                  </a:moveTo>
                  <a:lnTo>
                    <a:pt x="390283" y="5585636"/>
                  </a:lnTo>
                  <a:lnTo>
                    <a:pt x="377560" y="5592981"/>
                  </a:lnTo>
                  <a:lnTo>
                    <a:pt x="370215" y="5580258"/>
                  </a:lnTo>
                  <a:lnTo>
                    <a:pt x="382938" y="5572914"/>
                  </a:lnTo>
                  <a:close/>
                </a:path>
                <a:path w="6694170" h="6997065">
                  <a:moveTo>
                    <a:pt x="457426" y="5704287"/>
                  </a:moveTo>
                  <a:lnTo>
                    <a:pt x="463598" y="5714972"/>
                  </a:lnTo>
                  <a:lnTo>
                    <a:pt x="452913" y="5721138"/>
                  </a:lnTo>
                  <a:lnTo>
                    <a:pt x="446741" y="5710453"/>
                  </a:lnTo>
                  <a:lnTo>
                    <a:pt x="457426" y="5704287"/>
                  </a:lnTo>
                  <a:close/>
                </a:path>
                <a:path w="6694170" h="6997065">
                  <a:moveTo>
                    <a:pt x="532021" y="5835246"/>
                  </a:moveTo>
                  <a:lnTo>
                    <a:pt x="537311" y="5844409"/>
                  </a:lnTo>
                  <a:lnTo>
                    <a:pt x="528154" y="5849692"/>
                  </a:lnTo>
                  <a:lnTo>
                    <a:pt x="522864" y="5840535"/>
                  </a:lnTo>
                  <a:lnTo>
                    <a:pt x="532021" y="5835246"/>
                  </a:lnTo>
                  <a:close/>
                </a:path>
                <a:path w="6694170" h="6997065">
                  <a:moveTo>
                    <a:pt x="606724" y="5965808"/>
                  </a:moveTo>
                  <a:lnTo>
                    <a:pt x="611426" y="5973952"/>
                  </a:lnTo>
                  <a:lnTo>
                    <a:pt x="603282" y="5978649"/>
                  </a:lnTo>
                  <a:lnTo>
                    <a:pt x="598585" y="5970511"/>
                  </a:lnTo>
                  <a:lnTo>
                    <a:pt x="606724" y="5965808"/>
                  </a:lnTo>
                  <a:close/>
                </a:path>
                <a:path w="6694170" h="6997065">
                  <a:moveTo>
                    <a:pt x="681425" y="6096370"/>
                  </a:moveTo>
                  <a:lnTo>
                    <a:pt x="685541" y="6103495"/>
                  </a:lnTo>
                  <a:lnTo>
                    <a:pt x="678416" y="6107612"/>
                  </a:lnTo>
                  <a:lnTo>
                    <a:pt x="674299" y="6100487"/>
                  </a:lnTo>
                  <a:lnTo>
                    <a:pt x="681425" y="6096370"/>
                  </a:lnTo>
                  <a:close/>
                </a:path>
                <a:path w="6694170" h="6997065">
                  <a:moveTo>
                    <a:pt x="756020" y="6227341"/>
                  </a:moveTo>
                  <a:lnTo>
                    <a:pt x="759254" y="6232938"/>
                  </a:lnTo>
                  <a:lnTo>
                    <a:pt x="753657" y="6236166"/>
                  </a:lnTo>
                  <a:lnTo>
                    <a:pt x="750423" y="6230569"/>
                  </a:lnTo>
                  <a:lnTo>
                    <a:pt x="756020" y="6227341"/>
                  </a:lnTo>
                  <a:close/>
                </a:path>
                <a:path w="6694170" h="6997065">
                  <a:moveTo>
                    <a:pt x="830728" y="6357903"/>
                  </a:moveTo>
                  <a:lnTo>
                    <a:pt x="833369" y="6362475"/>
                  </a:lnTo>
                  <a:lnTo>
                    <a:pt x="828785" y="6365123"/>
                  </a:lnTo>
                  <a:lnTo>
                    <a:pt x="826143" y="6360544"/>
                  </a:lnTo>
                  <a:lnTo>
                    <a:pt x="830728" y="6357903"/>
                  </a:lnTo>
                  <a:close/>
                </a:path>
                <a:path w="6694170" h="6997065">
                  <a:moveTo>
                    <a:pt x="905429" y="6488465"/>
                  </a:moveTo>
                  <a:lnTo>
                    <a:pt x="907484" y="6492024"/>
                  </a:lnTo>
                  <a:lnTo>
                    <a:pt x="903919" y="6494080"/>
                  </a:lnTo>
                  <a:lnTo>
                    <a:pt x="901864" y="6490520"/>
                  </a:lnTo>
                  <a:lnTo>
                    <a:pt x="905429" y="6488465"/>
                  </a:lnTo>
                  <a:close/>
                </a:path>
                <a:path w="6694170" h="6997065">
                  <a:moveTo>
                    <a:pt x="980125" y="6619027"/>
                  </a:moveTo>
                  <a:lnTo>
                    <a:pt x="981594" y="6621574"/>
                  </a:lnTo>
                  <a:lnTo>
                    <a:pt x="979053" y="6623043"/>
                  </a:lnTo>
                  <a:lnTo>
                    <a:pt x="977584" y="6620496"/>
                  </a:lnTo>
                  <a:lnTo>
                    <a:pt x="980125" y="6619027"/>
                  </a:lnTo>
                  <a:close/>
                </a:path>
                <a:path w="6694170" h="6997065">
                  <a:moveTo>
                    <a:pt x="1054827" y="6749589"/>
                  </a:moveTo>
                  <a:lnTo>
                    <a:pt x="1055709" y="6751117"/>
                  </a:lnTo>
                  <a:lnTo>
                    <a:pt x="1054187" y="6751993"/>
                  </a:lnTo>
                  <a:lnTo>
                    <a:pt x="1053304" y="6750465"/>
                  </a:lnTo>
                  <a:lnTo>
                    <a:pt x="1054827" y="6749589"/>
                  </a:lnTo>
                  <a:close/>
                </a:path>
                <a:path w="6694170" h="6997065">
                  <a:moveTo>
                    <a:pt x="253070" y="5648238"/>
                  </a:moveTo>
                  <a:lnTo>
                    <a:pt x="260124" y="5660451"/>
                  </a:lnTo>
                  <a:lnTo>
                    <a:pt x="247911" y="5667499"/>
                  </a:lnTo>
                  <a:lnTo>
                    <a:pt x="240856" y="5655286"/>
                  </a:lnTo>
                  <a:lnTo>
                    <a:pt x="253070" y="5648238"/>
                  </a:lnTo>
                  <a:close/>
                </a:path>
                <a:path w="6694170" h="6997065">
                  <a:moveTo>
                    <a:pt x="327564" y="5779599"/>
                  </a:moveTo>
                  <a:lnTo>
                    <a:pt x="333439" y="5789775"/>
                  </a:lnTo>
                  <a:lnTo>
                    <a:pt x="323257" y="5795651"/>
                  </a:lnTo>
                  <a:lnTo>
                    <a:pt x="317382" y="5785475"/>
                  </a:lnTo>
                  <a:lnTo>
                    <a:pt x="327564" y="5779599"/>
                  </a:lnTo>
                  <a:close/>
                </a:path>
                <a:path w="6694170" h="6997065">
                  <a:moveTo>
                    <a:pt x="402153" y="5910564"/>
                  </a:moveTo>
                  <a:lnTo>
                    <a:pt x="407146" y="5919217"/>
                  </a:lnTo>
                  <a:lnTo>
                    <a:pt x="398492" y="5924210"/>
                  </a:lnTo>
                  <a:lnTo>
                    <a:pt x="393499" y="5915563"/>
                  </a:lnTo>
                  <a:lnTo>
                    <a:pt x="402153" y="5910564"/>
                  </a:lnTo>
                  <a:close/>
                </a:path>
                <a:path w="6694170" h="6997065">
                  <a:moveTo>
                    <a:pt x="476961" y="6040729"/>
                  </a:moveTo>
                  <a:lnTo>
                    <a:pt x="481664" y="6048867"/>
                  </a:lnTo>
                  <a:lnTo>
                    <a:pt x="473520" y="6053570"/>
                  </a:lnTo>
                  <a:lnTo>
                    <a:pt x="468823" y="6045426"/>
                  </a:lnTo>
                  <a:lnTo>
                    <a:pt x="476961" y="6040729"/>
                  </a:lnTo>
                  <a:close/>
                </a:path>
                <a:path w="6694170" h="6997065">
                  <a:moveTo>
                    <a:pt x="551662" y="6171291"/>
                  </a:moveTo>
                  <a:lnTo>
                    <a:pt x="555779" y="6178416"/>
                  </a:lnTo>
                  <a:lnTo>
                    <a:pt x="548654" y="6182527"/>
                  </a:lnTo>
                  <a:lnTo>
                    <a:pt x="544543" y="6175401"/>
                  </a:lnTo>
                  <a:lnTo>
                    <a:pt x="551662" y="6171291"/>
                  </a:lnTo>
                  <a:close/>
                </a:path>
                <a:path w="6694170" h="6997065">
                  <a:moveTo>
                    <a:pt x="626258" y="6302255"/>
                  </a:moveTo>
                  <a:lnTo>
                    <a:pt x="629492" y="6307853"/>
                  </a:lnTo>
                  <a:lnTo>
                    <a:pt x="623894" y="6311087"/>
                  </a:lnTo>
                  <a:lnTo>
                    <a:pt x="620666" y="6305489"/>
                  </a:lnTo>
                  <a:lnTo>
                    <a:pt x="626258" y="6302255"/>
                  </a:lnTo>
                  <a:close/>
                </a:path>
                <a:path w="6694170" h="6997065">
                  <a:moveTo>
                    <a:pt x="700965" y="6432817"/>
                  </a:moveTo>
                  <a:lnTo>
                    <a:pt x="703607" y="6437396"/>
                  </a:lnTo>
                  <a:lnTo>
                    <a:pt x="699022" y="6440037"/>
                  </a:lnTo>
                  <a:lnTo>
                    <a:pt x="696381" y="6435465"/>
                  </a:lnTo>
                  <a:lnTo>
                    <a:pt x="700965" y="6432817"/>
                  </a:lnTo>
                  <a:close/>
                </a:path>
                <a:path w="6694170" h="6997065">
                  <a:moveTo>
                    <a:pt x="775667" y="6563379"/>
                  </a:moveTo>
                  <a:lnTo>
                    <a:pt x="777722" y="6566939"/>
                  </a:lnTo>
                  <a:lnTo>
                    <a:pt x="774157" y="6569000"/>
                  </a:lnTo>
                  <a:lnTo>
                    <a:pt x="772101" y="6565440"/>
                  </a:lnTo>
                  <a:lnTo>
                    <a:pt x="775667" y="6563379"/>
                  </a:lnTo>
                  <a:close/>
                </a:path>
                <a:path w="6694170" h="6997065">
                  <a:moveTo>
                    <a:pt x="850369" y="6693941"/>
                  </a:moveTo>
                  <a:lnTo>
                    <a:pt x="851838" y="6696488"/>
                  </a:lnTo>
                  <a:lnTo>
                    <a:pt x="849297" y="6697957"/>
                  </a:lnTo>
                  <a:lnTo>
                    <a:pt x="847827" y="6695410"/>
                  </a:lnTo>
                  <a:lnTo>
                    <a:pt x="850369" y="6693941"/>
                  </a:lnTo>
                  <a:close/>
                </a:path>
                <a:path w="6694170" h="6997065">
                  <a:moveTo>
                    <a:pt x="925064" y="6824503"/>
                  </a:moveTo>
                  <a:lnTo>
                    <a:pt x="925947" y="6826031"/>
                  </a:lnTo>
                  <a:lnTo>
                    <a:pt x="924425" y="6826914"/>
                  </a:lnTo>
                  <a:lnTo>
                    <a:pt x="923542" y="6825386"/>
                  </a:lnTo>
                  <a:lnTo>
                    <a:pt x="925064" y="6824503"/>
                  </a:lnTo>
                  <a:close/>
                </a:path>
                <a:path w="6694170" h="6997065">
                  <a:moveTo>
                    <a:pt x="48607" y="5592590"/>
                  </a:moveTo>
                  <a:lnTo>
                    <a:pt x="56247" y="5605822"/>
                  </a:lnTo>
                  <a:lnTo>
                    <a:pt x="43015" y="5613457"/>
                  </a:lnTo>
                  <a:lnTo>
                    <a:pt x="35381" y="5600231"/>
                  </a:lnTo>
                  <a:lnTo>
                    <a:pt x="48607" y="5592590"/>
                  </a:lnTo>
                  <a:close/>
                </a:path>
                <a:path w="6694170" h="6997065">
                  <a:moveTo>
                    <a:pt x="123207" y="5723555"/>
                  </a:moveTo>
                  <a:lnTo>
                    <a:pt x="129966" y="5735253"/>
                  </a:lnTo>
                  <a:lnTo>
                    <a:pt x="118256" y="5742011"/>
                  </a:lnTo>
                  <a:lnTo>
                    <a:pt x="111503" y="5730313"/>
                  </a:lnTo>
                  <a:lnTo>
                    <a:pt x="123207" y="5723555"/>
                  </a:lnTo>
                  <a:close/>
                </a:path>
                <a:path w="6694170" h="6997065">
                  <a:moveTo>
                    <a:pt x="197690" y="5854922"/>
                  </a:moveTo>
                  <a:lnTo>
                    <a:pt x="203275" y="5864589"/>
                  </a:lnTo>
                  <a:lnTo>
                    <a:pt x="193603" y="5870174"/>
                  </a:lnTo>
                  <a:lnTo>
                    <a:pt x="188023" y="5860502"/>
                  </a:lnTo>
                  <a:lnTo>
                    <a:pt x="197690" y="5854922"/>
                  </a:lnTo>
                  <a:close/>
                </a:path>
                <a:path w="6694170" h="6997065">
                  <a:moveTo>
                    <a:pt x="272397" y="5985484"/>
                  </a:moveTo>
                  <a:lnTo>
                    <a:pt x="277390" y="5994132"/>
                  </a:lnTo>
                  <a:lnTo>
                    <a:pt x="268743" y="5999125"/>
                  </a:lnTo>
                  <a:lnTo>
                    <a:pt x="263750" y="5990478"/>
                  </a:lnTo>
                  <a:lnTo>
                    <a:pt x="272397" y="5985484"/>
                  </a:lnTo>
                  <a:close/>
                </a:path>
                <a:path w="6694170" h="6997065">
                  <a:moveTo>
                    <a:pt x="347099" y="6116046"/>
                  </a:moveTo>
                  <a:lnTo>
                    <a:pt x="351506" y="6123681"/>
                  </a:lnTo>
                  <a:lnTo>
                    <a:pt x="343871" y="6128088"/>
                  </a:lnTo>
                  <a:lnTo>
                    <a:pt x="339464" y="6120453"/>
                  </a:lnTo>
                  <a:lnTo>
                    <a:pt x="347099" y="6116046"/>
                  </a:lnTo>
                  <a:close/>
                </a:path>
                <a:path w="6694170" h="6997065">
                  <a:moveTo>
                    <a:pt x="421801" y="6246608"/>
                  </a:moveTo>
                  <a:lnTo>
                    <a:pt x="425621" y="6253219"/>
                  </a:lnTo>
                  <a:lnTo>
                    <a:pt x="418999" y="6257039"/>
                  </a:lnTo>
                  <a:lnTo>
                    <a:pt x="415185" y="6250429"/>
                  </a:lnTo>
                  <a:lnTo>
                    <a:pt x="421801" y="6246608"/>
                  </a:lnTo>
                  <a:close/>
                </a:path>
                <a:path w="6694170" h="6997065">
                  <a:moveTo>
                    <a:pt x="496396" y="6377573"/>
                  </a:moveTo>
                  <a:lnTo>
                    <a:pt x="499334" y="6382661"/>
                  </a:lnTo>
                  <a:lnTo>
                    <a:pt x="494246" y="6385599"/>
                  </a:lnTo>
                  <a:lnTo>
                    <a:pt x="491308" y="6380511"/>
                  </a:lnTo>
                  <a:lnTo>
                    <a:pt x="496396" y="6377573"/>
                  </a:lnTo>
                  <a:close/>
                </a:path>
                <a:path w="6694170" h="6997065">
                  <a:moveTo>
                    <a:pt x="571097" y="6508135"/>
                  </a:moveTo>
                  <a:lnTo>
                    <a:pt x="573449" y="6512204"/>
                  </a:lnTo>
                  <a:lnTo>
                    <a:pt x="569374" y="6514556"/>
                  </a:lnTo>
                  <a:lnTo>
                    <a:pt x="567022" y="6510487"/>
                  </a:lnTo>
                  <a:lnTo>
                    <a:pt x="571097" y="6508135"/>
                  </a:lnTo>
                  <a:close/>
                </a:path>
                <a:path w="6694170" h="6997065">
                  <a:moveTo>
                    <a:pt x="645794" y="6638697"/>
                  </a:moveTo>
                  <a:lnTo>
                    <a:pt x="647559" y="6641753"/>
                  </a:lnTo>
                  <a:lnTo>
                    <a:pt x="644502" y="6643512"/>
                  </a:lnTo>
                  <a:lnTo>
                    <a:pt x="642743" y="6640462"/>
                  </a:lnTo>
                  <a:lnTo>
                    <a:pt x="645794" y="6638697"/>
                  </a:lnTo>
                  <a:close/>
                </a:path>
                <a:path w="6694170" h="6997065">
                  <a:moveTo>
                    <a:pt x="720501" y="6769259"/>
                  </a:moveTo>
                  <a:lnTo>
                    <a:pt x="721674" y="6771297"/>
                  </a:lnTo>
                  <a:lnTo>
                    <a:pt x="719636" y="6772475"/>
                  </a:lnTo>
                  <a:lnTo>
                    <a:pt x="718463" y="6770438"/>
                  </a:lnTo>
                  <a:lnTo>
                    <a:pt x="720501" y="6769259"/>
                  </a:lnTo>
                  <a:close/>
                </a:path>
                <a:path w="6694170" h="6997065">
                  <a:moveTo>
                    <a:pt x="794184" y="6900407"/>
                  </a:moveTo>
                  <a:lnTo>
                    <a:pt x="795540" y="6900407"/>
                  </a:lnTo>
                  <a:lnTo>
                    <a:pt x="795789" y="6900840"/>
                  </a:lnTo>
                  <a:lnTo>
                    <a:pt x="794433" y="6900840"/>
                  </a:lnTo>
                  <a:lnTo>
                    <a:pt x="794184" y="6900407"/>
                  </a:lnTo>
                  <a:close/>
                </a:path>
                <a:path w="6694170" h="6997065">
                  <a:moveTo>
                    <a:pt x="67827" y="5930234"/>
                  </a:moveTo>
                  <a:lnTo>
                    <a:pt x="73116" y="5939397"/>
                  </a:lnTo>
                  <a:lnTo>
                    <a:pt x="63954" y="5944687"/>
                  </a:lnTo>
                  <a:lnTo>
                    <a:pt x="58664" y="5935524"/>
                  </a:lnTo>
                  <a:lnTo>
                    <a:pt x="67827" y="5930234"/>
                  </a:lnTo>
                  <a:close/>
                </a:path>
                <a:path w="6694170" h="6997065">
                  <a:moveTo>
                    <a:pt x="142529" y="6060796"/>
                  </a:moveTo>
                  <a:lnTo>
                    <a:pt x="147232" y="6068946"/>
                  </a:lnTo>
                  <a:lnTo>
                    <a:pt x="139088" y="6073649"/>
                  </a:lnTo>
                  <a:lnTo>
                    <a:pt x="134385" y="6065499"/>
                  </a:lnTo>
                  <a:lnTo>
                    <a:pt x="142529" y="6060796"/>
                  </a:lnTo>
                  <a:close/>
                </a:path>
                <a:path w="6694170" h="6997065">
                  <a:moveTo>
                    <a:pt x="217225" y="6191364"/>
                  </a:moveTo>
                  <a:lnTo>
                    <a:pt x="221341" y="6198489"/>
                  </a:lnTo>
                  <a:lnTo>
                    <a:pt x="214222" y="6202600"/>
                  </a:lnTo>
                  <a:lnTo>
                    <a:pt x="210106" y="6195475"/>
                  </a:lnTo>
                  <a:lnTo>
                    <a:pt x="217225" y="6191364"/>
                  </a:lnTo>
                  <a:close/>
                </a:path>
                <a:path w="6694170" h="6997065">
                  <a:moveTo>
                    <a:pt x="291932" y="6321926"/>
                  </a:moveTo>
                  <a:lnTo>
                    <a:pt x="295457" y="6328033"/>
                  </a:lnTo>
                  <a:lnTo>
                    <a:pt x="289350" y="6331557"/>
                  </a:lnTo>
                  <a:lnTo>
                    <a:pt x="285826" y="6325450"/>
                  </a:lnTo>
                  <a:lnTo>
                    <a:pt x="291932" y="6321926"/>
                  </a:lnTo>
                  <a:close/>
                </a:path>
                <a:path w="6694170" h="6997065">
                  <a:moveTo>
                    <a:pt x="366521" y="6452891"/>
                  </a:moveTo>
                  <a:lnTo>
                    <a:pt x="369169" y="6457475"/>
                  </a:lnTo>
                  <a:lnTo>
                    <a:pt x="364590" y="6460117"/>
                  </a:lnTo>
                  <a:lnTo>
                    <a:pt x="361948" y="6455533"/>
                  </a:lnTo>
                  <a:lnTo>
                    <a:pt x="366521" y="6452891"/>
                  </a:lnTo>
                  <a:close/>
                </a:path>
                <a:path w="6694170" h="6997065">
                  <a:moveTo>
                    <a:pt x="441335" y="6583050"/>
                  </a:moveTo>
                  <a:lnTo>
                    <a:pt x="443686" y="6587125"/>
                  </a:lnTo>
                  <a:lnTo>
                    <a:pt x="439611" y="6589477"/>
                  </a:lnTo>
                  <a:lnTo>
                    <a:pt x="437260" y="6585402"/>
                  </a:lnTo>
                  <a:lnTo>
                    <a:pt x="441335" y="6583050"/>
                  </a:lnTo>
                  <a:close/>
                </a:path>
                <a:path w="6694170" h="6997065">
                  <a:moveTo>
                    <a:pt x="516037" y="6713612"/>
                  </a:moveTo>
                  <a:lnTo>
                    <a:pt x="517802" y="6716668"/>
                  </a:lnTo>
                  <a:lnTo>
                    <a:pt x="514746" y="6718433"/>
                  </a:lnTo>
                  <a:lnTo>
                    <a:pt x="512980" y="6715377"/>
                  </a:lnTo>
                  <a:lnTo>
                    <a:pt x="516037" y="6713612"/>
                  </a:lnTo>
                  <a:close/>
                </a:path>
                <a:path w="6694170" h="6997065">
                  <a:moveTo>
                    <a:pt x="590738" y="6844180"/>
                  </a:moveTo>
                  <a:lnTo>
                    <a:pt x="591911" y="6846217"/>
                  </a:lnTo>
                  <a:lnTo>
                    <a:pt x="589880" y="6847390"/>
                  </a:lnTo>
                  <a:lnTo>
                    <a:pt x="588707" y="6845353"/>
                  </a:lnTo>
                  <a:lnTo>
                    <a:pt x="590738" y="6844180"/>
                  </a:lnTo>
                  <a:close/>
                </a:path>
                <a:path w="6694170" h="6997065">
                  <a:moveTo>
                    <a:pt x="12766" y="6135717"/>
                  </a:moveTo>
                  <a:lnTo>
                    <a:pt x="17469" y="6143861"/>
                  </a:lnTo>
                  <a:lnTo>
                    <a:pt x="9331" y="6148564"/>
                  </a:lnTo>
                  <a:lnTo>
                    <a:pt x="4628" y="6140414"/>
                  </a:lnTo>
                  <a:lnTo>
                    <a:pt x="12766" y="6135717"/>
                  </a:lnTo>
                  <a:close/>
                </a:path>
                <a:path w="6694170" h="6997065">
                  <a:moveTo>
                    <a:pt x="87468" y="6266279"/>
                  </a:moveTo>
                  <a:lnTo>
                    <a:pt x="91584" y="6273405"/>
                  </a:lnTo>
                  <a:lnTo>
                    <a:pt x="84459" y="6277515"/>
                  </a:lnTo>
                  <a:lnTo>
                    <a:pt x="80342" y="6270390"/>
                  </a:lnTo>
                  <a:lnTo>
                    <a:pt x="87468" y="6266279"/>
                  </a:lnTo>
                  <a:close/>
                </a:path>
                <a:path w="6694170" h="6997065">
                  <a:moveTo>
                    <a:pt x="162063" y="6397244"/>
                  </a:moveTo>
                  <a:lnTo>
                    <a:pt x="165297" y="6402841"/>
                  </a:lnTo>
                  <a:lnTo>
                    <a:pt x="159699" y="6406075"/>
                  </a:lnTo>
                  <a:lnTo>
                    <a:pt x="156466" y="6400478"/>
                  </a:lnTo>
                  <a:lnTo>
                    <a:pt x="162063" y="6397244"/>
                  </a:lnTo>
                  <a:close/>
                </a:path>
                <a:path w="6694170" h="6997065">
                  <a:moveTo>
                    <a:pt x="236765" y="6527806"/>
                  </a:moveTo>
                  <a:lnTo>
                    <a:pt x="239412" y="6532390"/>
                  </a:lnTo>
                  <a:lnTo>
                    <a:pt x="234833" y="6535032"/>
                  </a:lnTo>
                  <a:lnTo>
                    <a:pt x="232186" y="6530454"/>
                  </a:lnTo>
                  <a:lnTo>
                    <a:pt x="236765" y="6527806"/>
                  </a:lnTo>
                  <a:close/>
                </a:path>
                <a:path w="6694170" h="6997065">
                  <a:moveTo>
                    <a:pt x="311466" y="6658374"/>
                  </a:moveTo>
                  <a:lnTo>
                    <a:pt x="313521" y="6661934"/>
                  </a:lnTo>
                  <a:lnTo>
                    <a:pt x="309962" y="6663989"/>
                  </a:lnTo>
                  <a:lnTo>
                    <a:pt x="307907" y="6660429"/>
                  </a:lnTo>
                  <a:lnTo>
                    <a:pt x="311466" y="6658374"/>
                  </a:lnTo>
                  <a:close/>
                </a:path>
                <a:path w="6694170" h="6997065">
                  <a:moveTo>
                    <a:pt x="386168" y="6788936"/>
                  </a:moveTo>
                  <a:lnTo>
                    <a:pt x="387637" y="6791483"/>
                  </a:lnTo>
                  <a:lnTo>
                    <a:pt x="385096" y="6792952"/>
                  </a:lnTo>
                  <a:lnTo>
                    <a:pt x="383627" y="6790405"/>
                  </a:lnTo>
                  <a:lnTo>
                    <a:pt x="386168" y="6788936"/>
                  </a:lnTo>
                  <a:close/>
                </a:path>
                <a:path w="6694170" h="6997065">
                  <a:moveTo>
                    <a:pt x="460870" y="6919498"/>
                  </a:moveTo>
                  <a:lnTo>
                    <a:pt x="461752" y="6921020"/>
                  </a:lnTo>
                  <a:lnTo>
                    <a:pt x="460224" y="6921902"/>
                  </a:lnTo>
                  <a:lnTo>
                    <a:pt x="459341" y="6920380"/>
                  </a:lnTo>
                  <a:lnTo>
                    <a:pt x="460870" y="6919498"/>
                  </a:lnTo>
                  <a:close/>
                </a:path>
                <a:path w="6694170" h="6997065">
                  <a:moveTo>
                    <a:pt x="32195" y="6472561"/>
                  </a:moveTo>
                  <a:lnTo>
                    <a:pt x="35132" y="6477649"/>
                  </a:lnTo>
                  <a:lnTo>
                    <a:pt x="30039" y="6480587"/>
                  </a:lnTo>
                  <a:lnTo>
                    <a:pt x="27101" y="6475499"/>
                  </a:lnTo>
                  <a:lnTo>
                    <a:pt x="32195" y="6472561"/>
                  </a:lnTo>
                  <a:close/>
                </a:path>
                <a:path w="6694170" h="6997065">
                  <a:moveTo>
                    <a:pt x="106896" y="6603123"/>
                  </a:moveTo>
                  <a:lnTo>
                    <a:pt x="109248" y="6607198"/>
                  </a:lnTo>
                  <a:lnTo>
                    <a:pt x="105178" y="6609544"/>
                  </a:lnTo>
                  <a:lnTo>
                    <a:pt x="102827" y="6605475"/>
                  </a:lnTo>
                  <a:lnTo>
                    <a:pt x="106896" y="6603123"/>
                  </a:lnTo>
                  <a:close/>
                </a:path>
                <a:path w="6694170" h="6997065">
                  <a:moveTo>
                    <a:pt x="181598" y="6733685"/>
                  </a:moveTo>
                  <a:lnTo>
                    <a:pt x="183363" y="6736747"/>
                  </a:lnTo>
                  <a:lnTo>
                    <a:pt x="180313" y="6738507"/>
                  </a:lnTo>
                  <a:lnTo>
                    <a:pt x="178547" y="6735450"/>
                  </a:lnTo>
                  <a:lnTo>
                    <a:pt x="181598" y="6733685"/>
                  </a:lnTo>
                  <a:close/>
                </a:path>
                <a:path w="6694170" h="6997065">
                  <a:moveTo>
                    <a:pt x="256299" y="6864253"/>
                  </a:moveTo>
                  <a:lnTo>
                    <a:pt x="257479" y="6866285"/>
                  </a:lnTo>
                  <a:lnTo>
                    <a:pt x="255441" y="6867463"/>
                  </a:lnTo>
                  <a:lnTo>
                    <a:pt x="254268" y="6865426"/>
                  </a:lnTo>
                  <a:lnTo>
                    <a:pt x="256299" y="6864253"/>
                  </a:lnTo>
                  <a:close/>
                </a:path>
                <a:path w="6694170" h="6997065">
                  <a:moveTo>
                    <a:pt x="331114" y="6994418"/>
                  </a:moveTo>
                  <a:lnTo>
                    <a:pt x="331990" y="6995940"/>
                  </a:lnTo>
                  <a:lnTo>
                    <a:pt x="330468" y="6996817"/>
                  </a:lnTo>
                  <a:lnTo>
                    <a:pt x="329585" y="6995295"/>
                  </a:lnTo>
                  <a:lnTo>
                    <a:pt x="331114" y="6994418"/>
                  </a:lnTo>
                  <a:close/>
                </a:path>
                <a:path w="6694170" h="6997065">
                  <a:moveTo>
                    <a:pt x="51836" y="6808606"/>
                  </a:moveTo>
                  <a:lnTo>
                    <a:pt x="53601" y="6811662"/>
                  </a:lnTo>
                  <a:lnTo>
                    <a:pt x="50550" y="6813427"/>
                  </a:lnTo>
                  <a:lnTo>
                    <a:pt x="48785" y="6810365"/>
                  </a:lnTo>
                  <a:lnTo>
                    <a:pt x="51836" y="6808606"/>
                  </a:lnTo>
                  <a:close/>
                </a:path>
                <a:path w="6694170" h="6997065">
                  <a:moveTo>
                    <a:pt x="126543" y="6939168"/>
                  </a:moveTo>
                  <a:lnTo>
                    <a:pt x="127716" y="6941205"/>
                  </a:lnTo>
                  <a:lnTo>
                    <a:pt x="125678" y="6942378"/>
                  </a:lnTo>
                  <a:lnTo>
                    <a:pt x="124505" y="6940347"/>
                  </a:lnTo>
                  <a:lnTo>
                    <a:pt x="126543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9122" y="175463"/>
            <a:ext cx="8820149" cy="99345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541" y="1553167"/>
            <a:ext cx="5742940" cy="196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z="5450" b="1" spc="225" dirty="0">
                <a:solidFill>
                  <a:srgbClr val="4574A6"/>
                </a:solidFill>
                <a:latin typeface="Tahoma"/>
                <a:cs typeface="Tahoma"/>
              </a:rPr>
              <a:t>GENERAL</a:t>
            </a:r>
            <a:r>
              <a:rPr sz="5450" b="1" spc="-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65" dirty="0">
                <a:solidFill>
                  <a:srgbClr val="4574A6"/>
                </a:solidFill>
                <a:latin typeface="Tahoma"/>
                <a:cs typeface="Tahoma"/>
              </a:rPr>
              <a:t>USE </a:t>
            </a: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CASE</a:t>
            </a:r>
            <a:r>
              <a:rPr sz="5450" b="1" spc="-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14" dirty="0">
                <a:solidFill>
                  <a:srgbClr val="4574A6"/>
                </a:solidFill>
                <a:latin typeface="Tahoma"/>
                <a:cs typeface="Tahoma"/>
              </a:rPr>
              <a:t>DIAGRAM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691" y="4678243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691" y="4973518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691" y="5268793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20551" y="4508685"/>
            <a:ext cx="558800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High-level</a:t>
            </a:r>
            <a:r>
              <a:rPr sz="17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interaction</a:t>
            </a:r>
            <a:r>
              <a:rPr sz="17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55" dirty="0">
                <a:solidFill>
                  <a:srgbClr val="4574A6"/>
                </a:solidFill>
                <a:latin typeface="Tahoma"/>
                <a:cs typeface="Tahoma"/>
              </a:rPr>
              <a:t>between</a:t>
            </a:r>
            <a:r>
              <a:rPr sz="17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users</a:t>
            </a:r>
            <a:r>
              <a:rPr sz="17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6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7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4574A6"/>
                </a:solidFill>
                <a:latin typeface="Tahoma"/>
                <a:cs typeface="Tahoma"/>
              </a:rPr>
              <a:t>system </a:t>
            </a:r>
            <a:r>
              <a:rPr sz="1700" b="1" spc="55" dirty="0">
                <a:solidFill>
                  <a:srgbClr val="4574A6"/>
                </a:solidFill>
                <a:latin typeface="Tahoma"/>
                <a:cs typeface="Tahoma"/>
              </a:rPr>
              <a:t>Focuses</a:t>
            </a:r>
            <a:r>
              <a:rPr sz="17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70" dirty="0">
                <a:solidFill>
                  <a:srgbClr val="4574A6"/>
                </a:solidFill>
                <a:latin typeface="Tahoma"/>
                <a:cs typeface="Tahoma"/>
              </a:rPr>
              <a:t>on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10" dirty="0">
                <a:solidFill>
                  <a:srgbClr val="4574A6"/>
                </a:solidFill>
                <a:latin typeface="Tahoma"/>
                <a:cs typeface="Tahoma"/>
              </a:rPr>
              <a:t>authentication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6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10" dirty="0">
                <a:solidFill>
                  <a:srgbClr val="4574A6"/>
                </a:solidFill>
                <a:latin typeface="Tahoma"/>
                <a:cs typeface="Tahoma"/>
              </a:rPr>
              <a:t>role</a:t>
            </a:r>
            <a:r>
              <a:rPr sz="17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40" dirty="0">
                <a:solidFill>
                  <a:srgbClr val="4574A6"/>
                </a:solidFill>
                <a:latin typeface="Tahoma"/>
                <a:cs typeface="Tahoma"/>
              </a:rPr>
              <a:t>access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Represents</a:t>
            </a:r>
            <a:r>
              <a:rPr sz="1700" b="1" spc="2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general</a:t>
            </a:r>
            <a:r>
              <a:rPr sz="1700" b="1" spc="2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700" b="1" spc="2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4574A6"/>
                </a:solidFill>
                <a:latin typeface="Tahoma"/>
                <a:cs typeface="Tahoma"/>
              </a:rPr>
              <a:t>functionality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3188992"/>
            <a:ext cx="9144000" cy="7098030"/>
            <a:chOff x="9144000" y="3188992"/>
            <a:chExt cx="9144000" cy="7098030"/>
          </a:xfrm>
        </p:grpSpPr>
        <p:sp>
          <p:nvSpPr>
            <p:cNvPr id="3" name="object 3"/>
            <p:cNvSpPr/>
            <p:nvPr/>
          </p:nvSpPr>
          <p:spPr>
            <a:xfrm>
              <a:off x="11485706" y="3188992"/>
              <a:ext cx="6802755" cy="7098030"/>
            </a:xfrm>
            <a:custGeom>
              <a:avLst/>
              <a:gdLst/>
              <a:ahLst/>
              <a:cxnLst/>
              <a:rect l="l" t="t" r="r" b="b"/>
              <a:pathLst>
                <a:path w="6802755" h="7098030">
                  <a:moveTo>
                    <a:pt x="1605" y="6981946"/>
                  </a:moveTo>
                  <a:lnTo>
                    <a:pt x="246" y="6981946"/>
                  </a:lnTo>
                  <a:lnTo>
                    <a:pt x="0" y="6981520"/>
                  </a:lnTo>
                  <a:lnTo>
                    <a:pt x="1359" y="6981520"/>
                  </a:lnTo>
                  <a:lnTo>
                    <a:pt x="1605" y="6981946"/>
                  </a:lnTo>
                  <a:close/>
                </a:path>
                <a:path w="6802755" h="7098030">
                  <a:moveTo>
                    <a:pt x="205050" y="7038180"/>
                  </a:moveTo>
                  <a:lnTo>
                    <a:pt x="203871" y="7036142"/>
                  </a:lnTo>
                  <a:lnTo>
                    <a:pt x="205909" y="7034963"/>
                  </a:lnTo>
                  <a:lnTo>
                    <a:pt x="207087" y="7037001"/>
                  </a:lnTo>
                  <a:lnTo>
                    <a:pt x="205050" y="7038180"/>
                  </a:lnTo>
                  <a:close/>
                </a:path>
                <a:path w="6802755" h="7098030">
                  <a:moveTo>
                    <a:pt x="130129" y="6908418"/>
                  </a:moveTo>
                  <a:lnTo>
                    <a:pt x="128956" y="6906386"/>
                  </a:lnTo>
                  <a:lnTo>
                    <a:pt x="130994" y="6905207"/>
                  </a:lnTo>
                  <a:lnTo>
                    <a:pt x="132167" y="6907239"/>
                  </a:lnTo>
                  <a:lnTo>
                    <a:pt x="130129" y="6908418"/>
                  </a:lnTo>
                  <a:close/>
                </a:path>
                <a:path w="6802755" h="7098030">
                  <a:moveTo>
                    <a:pt x="56446" y="6777264"/>
                  </a:moveTo>
                  <a:lnTo>
                    <a:pt x="55086" y="6777264"/>
                  </a:lnTo>
                  <a:lnTo>
                    <a:pt x="54841" y="6776837"/>
                  </a:lnTo>
                  <a:lnTo>
                    <a:pt x="56199" y="6776837"/>
                  </a:lnTo>
                  <a:lnTo>
                    <a:pt x="56446" y="6777264"/>
                  </a:lnTo>
                  <a:close/>
                </a:path>
                <a:path w="6802755" h="7098030">
                  <a:moveTo>
                    <a:pt x="409620" y="7093425"/>
                  </a:moveTo>
                  <a:lnTo>
                    <a:pt x="408152" y="7090884"/>
                  </a:lnTo>
                  <a:lnTo>
                    <a:pt x="410698" y="7089414"/>
                  </a:lnTo>
                  <a:lnTo>
                    <a:pt x="412167" y="7091955"/>
                  </a:lnTo>
                  <a:lnTo>
                    <a:pt x="409620" y="7093425"/>
                  </a:lnTo>
                  <a:close/>
                </a:path>
                <a:path w="6802755" h="7098030">
                  <a:moveTo>
                    <a:pt x="334593" y="6964065"/>
                  </a:moveTo>
                  <a:lnTo>
                    <a:pt x="332828" y="6961014"/>
                  </a:lnTo>
                  <a:lnTo>
                    <a:pt x="335884" y="6959249"/>
                  </a:lnTo>
                  <a:lnTo>
                    <a:pt x="337649" y="6962299"/>
                  </a:lnTo>
                  <a:lnTo>
                    <a:pt x="334593" y="6964065"/>
                  </a:lnTo>
                  <a:close/>
                </a:path>
                <a:path w="6802755" h="7098030">
                  <a:moveTo>
                    <a:pt x="259785" y="6833906"/>
                  </a:moveTo>
                  <a:lnTo>
                    <a:pt x="258316" y="6831359"/>
                  </a:lnTo>
                  <a:lnTo>
                    <a:pt x="260863" y="6829890"/>
                  </a:lnTo>
                  <a:lnTo>
                    <a:pt x="262332" y="6832436"/>
                  </a:lnTo>
                  <a:lnTo>
                    <a:pt x="259785" y="6833906"/>
                  </a:lnTo>
                  <a:close/>
                </a:path>
                <a:path w="6802755" h="7098030">
                  <a:moveTo>
                    <a:pt x="184978" y="6703741"/>
                  </a:moveTo>
                  <a:lnTo>
                    <a:pt x="183804" y="6701709"/>
                  </a:lnTo>
                  <a:lnTo>
                    <a:pt x="185841" y="6700530"/>
                  </a:lnTo>
                  <a:lnTo>
                    <a:pt x="187014" y="6702568"/>
                  </a:lnTo>
                  <a:lnTo>
                    <a:pt x="184978" y="6703741"/>
                  </a:lnTo>
                  <a:close/>
                </a:path>
                <a:path w="6802755" h="7098030">
                  <a:moveTo>
                    <a:pt x="110162" y="6573581"/>
                  </a:moveTo>
                  <a:lnTo>
                    <a:pt x="109286" y="6572059"/>
                  </a:lnTo>
                  <a:lnTo>
                    <a:pt x="110814" y="6571176"/>
                  </a:lnTo>
                  <a:lnTo>
                    <a:pt x="111691" y="6572699"/>
                  </a:lnTo>
                  <a:lnTo>
                    <a:pt x="110162" y="6573581"/>
                  </a:lnTo>
                  <a:close/>
                </a:path>
                <a:path w="6802755" h="7098030">
                  <a:moveTo>
                    <a:pt x="538944" y="7020115"/>
                  </a:moveTo>
                  <a:lnTo>
                    <a:pt x="536303" y="7015531"/>
                  </a:lnTo>
                  <a:lnTo>
                    <a:pt x="540881" y="7012889"/>
                  </a:lnTo>
                  <a:lnTo>
                    <a:pt x="543529" y="7017468"/>
                  </a:lnTo>
                  <a:lnTo>
                    <a:pt x="538944" y="7020115"/>
                  </a:lnTo>
                  <a:close/>
                </a:path>
                <a:path w="6802755" h="7098030">
                  <a:moveTo>
                    <a:pt x="464142" y="6889956"/>
                  </a:moveTo>
                  <a:lnTo>
                    <a:pt x="461791" y="6885881"/>
                  </a:lnTo>
                  <a:lnTo>
                    <a:pt x="465860" y="6883530"/>
                  </a:lnTo>
                  <a:lnTo>
                    <a:pt x="468211" y="6887605"/>
                  </a:lnTo>
                  <a:lnTo>
                    <a:pt x="464142" y="6889956"/>
                  </a:lnTo>
                  <a:close/>
                </a:path>
                <a:path w="6802755" h="7098030">
                  <a:moveTo>
                    <a:pt x="389334" y="6759785"/>
                  </a:moveTo>
                  <a:lnTo>
                    <a:pt x="387279" y="6756226"/>
                  </a:lnTo>
                  <a:lnTo>
                    <a:pt x="390838" y="6754171"/>
                  </a:lnTo>
                  <a:lnTo>
                    <a:pt x="392894" y="6757730"/>
                  </a:lnTo>
                  <a:lnTo>
                    <a:pt x="389334" y="6759785"/>
                  </a:lnTo>
                  <a:close/>
                </a:path>
                <a:path w="6802755" h="7098030">
                  <a:moveTo>
                    <a:pt x="314521" y="6629632"/>
                  </a:moveTo>
                  <a:lnTo>
                    <a:pt x="312761" y="6626575"/>
                  </a:lnTo>
                  <a:lnTo>
                    <a:pt x="315811" y="6624816"/>
                  </a:lnTo>
                  <a:lnTo>
                    <a:pt x="317570" y="6627867"/>
                  </a:lnTo>
                  <a:lnTo>
                    <a:pt x="314521" y="6629632"/>
                  </a:lnTo>
                  <a:close/>
                </a:path>
                <a:path w="6802755" h="7098030">
                  <a:moveTo>
                    <a:pt x="239818" y="6499070"/>
                  </a:moveTo>
                  <a:lnTo>
                    <a:pt x="238639" y="6497032"/>
                  </a:lnTo>
                  <a:lnTo>
                    <a:pt x="240677" y="6495853"/>
                  </a:lnTo>
                  <a:lnTo>
                    <a:pt x="241856" y="6497891"/>
                  </a:lnTo>
                  <a:lnTo>
                    <a:pt x="239818" y="6499070"/>
                  </a:lnTo>
                  <a:close/>
                </a:path>
                <a:path w="6802755" h="7098030">
                  <a:moveTo>
                    <a:pt x="165010" y="6368905"/>
                  </a:moveTo>
                  <a:lnTo>
                    <a:pt x="164127" y="6367377"/>
                  </a:lnTo>
                  <a:lnTo>
                    <a:pt x="165656" y="6366494"/>
                  </a:lnTo>
                  <a:lnTo>
                    <a:pt x="166538" y="6368022"/>
                  </a:lnTo>
                  <a:lnTo>
                    <a:pt x="165010" y="6368905"/>
                  </a:lnTo>
                  <a:close/>
                </a:path>
                <a:path w="6802755" h="7098030">
                  <a:moveTo>
                    <a:pt x="743415" y="7075757"/>
                  </a:moveTo>
                  <a:lnTo>
                    <a:pt x="740180" y="7070165"/>
                  </a:lnTo>
                  <a:lnTo>
                    <a:pt x="745778" y="7066931"/>
                  </a:lnTo>
                  <a:lnTo>
                    <a:pt x="749006" y="7072528"/>
                  </a:lnTo>
                  <a:lnTo>
                    <a:pt x="743415" y="7075757"/>
                  </a:lnTo>
                  <a:close/>
                </a:path>
                <a:path w="6802755" h="7098030">
                  <a:moveTo>
                    <a:pt x="668493" y="6946000"/>
                  </a:moveTo>
                  <a:lnTo>
                    <a:pt x="665265" y="6940403"/>
                  </a:lnTo>
                  <a:lnTo>
                    <a:pt x="670857" y="6937169"/>
                  </a:lnTo>
                  <a:lnTo>
                    <a:pt x="674091" y="6942766"/>
                  </a:lnTo>
                  <a:lnTo>
                    <a:pt x="668493" y="6946000"/>
                  </a:lnTo>
                  <a:close/>
                </a:path>
                <a:path w="6802755" h="7098030">
                  <a:moveTo>
                    <a:pt x="593685" y="6815835"/>
                  </a:moveTo>
                  <a:lnTo>
                    <a:pt x="590747" y="6810747"/>
                  </a:lnTo>
                  <a:lnTo>
                    <a:pt x="595835" y="6807809"/>
                  </a:lnTo>
                  <a:lnTo>
                    <a:pt x="598773" y="6812897"/>
                  </a:lnTo>
                  <a:lnTo>
                    <a:pt x="593685" y="6815835"/>
                  </a:lnTo>
                  <a:close/>
                </a:path>
                <a:path w="6802755" h="7098030">
                  <a:moveTo>
                    <a:pt x="518984" y="6685273"/>
                  </a:moveTo>
                  <a:lnTo>
                    <a:pt x="516632" y="6681204"/>
                  </a:lnTo>
                  <a:lnTo>
                    <a:pt x="520701" y="6678853"/>
                  </a:lnTo>
                  <a:lnTo>
                    <a:pt x="523053" y="6682928"/>
                  </a:lnTo>
                  <a:lnTo>
                    <a:pt x="518984" y="6685273"/>
                  </a:lnTo>
                  <a:close/>
                </a:path>
                <a:path w="6802755" h="7098030">
                  <a:moveTo>
                    <a:pt x="444169" y="6555114"/>
                  </a:moveTo>
                  <a:lnTo>
                    <a:pt x="442114" y="6551554"/>
                  </a:lnTo>
                  <a:lnTo>
                    <a:pt x="445680" y="6549493"/>
                  </a:lnTo>
                  <a:lnTo>
                    <a:pt x="447735" y="6553053"/>
                  </a:lnTo>
                  <a:lnTo>
                    <a:pt x="444169" y="6555114"/>
                  </a:lnTo>
                  <a:close/>
                </a:path>
                <a:path w="6802755" h="7098030">
                  <a:moveTo>
                    <a:pt x="369361" y="6424949"/>
                  </a:moveTo>
                  <a:lnTo>
                    <a:pt x="367602" y="6421899"/>
                  </a:lnTo>
                  <a:lnTo>
                    <a:pt x="370652" y="6420133"/>
                  </a:lnTo>
                  <a:lnTo>
                    <a:pt x="372417" y="6423190"/>
                  </a:lnTo>
                  <a:lnTo>
                    <a:pt x="369361" y="6424949"/>
                  </a:lnTo>
                  <a:close/>
                </a:path>
                <a:path w="6802755" h="7098030">
                  <a:moveTo>
                    <a:pt x="294559" y="6294790"/>
                  </a:moveTo>
                  <a:lnTo>
                    <a:pt x="293090" y="6292243"/>
                  </a:lnTo>
                  <a:lnTo>
                    <a:pt x="295631" y="6290774"/>
                  </a:lnTo>
                  <a:lnTo>
                    <a:pt x="297100" y="6293321"/>
                  </a:lnTo>
                  <a:lnTo>
                    <a:pt x="294559" y="6294790"/>
                  </a:lnTo>
                  <a:close/>
                </a:path>
                <a:path w="6802755" h="7098030">
                  <a:moveTo>
                    <a:pt x="219852" y="6164228"/>
                  </a:moveTo>
                  <a:lnTo>
                    <a:pt x="218969" y="6162700"/>
                  </a:lnTo>
                  <a:lnTo>
                    <a:pt x="220497" y="6161817"/>
                  </a:lnTo>
                  <a:lnTo>
                    <a:pt x="221380" y="6163345"/>
                  </a:lnTo>
                  <a:lnTo>
                    <a:pt x="219852" y="6164228"/>
                  </a:lnTo>
                  <a:close/>
                </a:path>
                <a:path w="6802755" h="7098030">
                  <a:moveTo>
                    <a:pt x="146062" y="6033477"/>
                  </a:moveTo>
                  <a:lnTo>
                    <a:pt x="144698" y="6033477"/>
                  </a:lnTo>
                  <a:lnTo>
                    <a:pt x="144451" y="6033050"/>
                  </a:lnTo>
                  <a:lnTo>
                    <a:pt x="145817" y="6033050"/>
                  </a:lnTo>
                  <a:lnTo>
                    <a:pt x="146062" y="6033477"/>
                  </a:lnTo>
                  <a:close/>
                </a:path>
                <a:path w="6802755" h="7098030">
                  <a:moveTo>
                    <a:pt x="872739" y="7002447"/>
                  </a:moveTo>
                  <a:lnTo>
                    <a:pt x="868332" y="6994813"/>
                  </a:lnTo>
                  <a:lnTo>
                    <a:pt x="875967" y="6990406"/>
                  </a:lnTo>
                  <a:lnTo>
                    <a:pt x="880373" y="6998040"/>
                  </a:lnTo>
                  <a:lnTo>
                    <a:pt x="872739" y="7002447"/>
                  </a:lnTo>
                  <a:close/>
                </a:path>
                <a:path w="6802755" h="7098030">
                  <a:moveTo>
                    <a:pt x="798043" y="6871879"/>
                  </a:moveTo>
                  <a:lnTo>
                    <a:pt x="794222" y="6865269"/>
                  </a:lnTo>
                  <a:lnTo>
                    <a:pt x="800833" y="6861448"/>
                  </a:lnTo>
                  <a:lnTo>
                    <a:pt x="804653" y="6868064"/>
                  </a:lnTo>
                  <a:lnTo>
                    <a:pt x="798043" y="6871879"/>
                  </a:lnTo>
                  <a:close/>
                </a:path>
                <a:path w="6802755" h="7098030">
                  <a:moveTo>
                    <a:pt x="723229" y="6741726"/>
                  </a:moveTo>
                  <a:lnTo>
                    <a:pt x="719704" y="6735619"/>
                  </a:lnTo>
                  <a:lnTo>
                    <a:pt x="725817" y="6732089"/>
                  </a:lnTo>
                  <a:lnTo>
                    <a:pt x="729341" y="6738196"/>
                  </a:lnTo>
                  <a:lnTo>
                    <a:pt x="723229" y="6741726"/>
                  </a:lnTo>
                  <a:close/>
                </a:path>
                <a:path w="6802755" h="7098030">
                  <a:moveTo>
                    <a:pt x="648527" y="6611158"/>
                  </a:moveTo>
                  <a:lnTo>
                    <a:pt x="645589" y="6606070"/>
                  </a:lnTo>
                  <a:lnTo>
                    <a:pt x="650677" y="6603132"/>
                  </a:lnTo>
                  <a:lnTo>
                    <a:pt x="653615" y="6608220"/>
                  </a:lnTo>
                  <a:lnTo>
                    <a:pt x="648527" y="6611158"/>
                  </a:lnTo>
                  <a:close/>
                </a:path>
                <a:path w="6802755" h="7098030">
                  <a:moveTo>
                    <a:pt x="573719" y="6480998"/>
                  </a:moveTo>
                  <a:lnTo>
                    <a:pt x="571077" y="6476420"/>
                  </a:lnTo>
                  <a:lnTo>
                    <a:pt x="575656" y="6473772"/>
                  </a:lnTo>
                  <a:lnTo>
                    <a:pt x="578304" y="6478357"/>
                  </a:lnTo>
                  <a:lnTo>
                    <a:pt x="573719" y="6480998"/>
                  </a:lnTo>
                  <a:close/>
                </a:path>
                <a:path w="6802755" h="7098030">
                  <a:moveTo>
                    <a:pt x="499017" y="6350437"/>
                  </a:moveTo>
                  <a:lnTo>
                    <a:pt x="496956" y="6346871"/>
                  </a:lnTo>
                  <a:lnTo>
                    <a:pt x="500522" y="6344816"/>
                  </a:lnTo>
                  <a:lnTo>
                    <a:pt x="502583" y="6348381"/>
                  </a:lnTo>
                  <a:lnTo>
                    <a:pt x="499017" y="6350437"/>
                  </a:lnTo>
                  <a:close/>
                </a:path>
                <a:path w="6802755" h="7098030">
                  <a:moveTo>
                    <a:pt x="424209" y="6220272"/>
                  </a:moveTo>
                  <a:lnTo>
                    <a:pt x="422444" y="6217221"/>
                  </a:lnTo>
                  <a:lnTo>
                    <a:pt x="425494" y="6215456"/>
                  </a:lnTo>
                  <a:lnTo>
                    <a:pt x="427260" y="6218506"/>
                  </a:lnTo>
                  <a:lnTo>
                    <a:pt x="424209" y="6220272"/>
                  </a:lnTo>
                  <a:close/>
                </a:path>
                <a:path w="6802755" h="7098030">
                  <a:moveTo>
                    <a:pt x="349395" y="6090112"/>
                  </a:moveTo>
                  <a:lnTo>
                    <a:pt x="347926" y="6087571"/>
                  </a:lnTo>
                  <a:lnTo>
                    <a:pt x="350473" y="6086102"/>
                  </a:lnTo>
                  <a:lnTo>
                    <a:pt x="351942" y="6088643"/>
                  </a:lnTo>
                  <a:lnTo>
                    <a:pt x="349395" y="6090112"/>
                  </a:lnTo>
                  <a:close/>
                </a:path>
                <a:path w="6802755" h="7098030">
                  <a:moveTo>
                    <a:pt x="274699" y="5959551"/>
                  </a:moveTo>
                  <a:lnTo>
                    <a:pt x="273817" y="5958017"/>
                  </a:lnTo>
                  <a:lnTo>
                    <a:pt x="275339" y="5957140"/>
                  </a:lnTo>
                  <a:lnTo>
                    <a:pt x="276222" y="5958668"/>
                  </a:lnTo>
                  <a:lnTo>
                    <a:pt x="274699" y="5959551"/>
                  </a:lnTo>
                  <a:close/>
                </a:path>
                <a:path w="6802755" h="7098030">
                  <a:moveTo>
                    <a:pt x="200910" y="5828799"/>
                  </a:moveTo>
                  <a:lnTo>
                    <a:pt x="199546" y="5828799"/>
                  </a:lnTo>
                  <a:lnTo>
                    <a:pt x="199299" y="5828366"/>
                  </a:lnTo>
                  <a:lnTo>
                    <a:pt x="200658" y="5828366"/>
                  </a:lnTo>
                  <a:lnTo>
                    <a:pt x="200910" y="5828799"/>
                  </a:lnTo>
                  <a:close/>
                </a:path>
                <a:path w="6802755" h="7098030">
                  <a:moveTo>
                    <a:pt x="1077315" y="7057691"/>
                  </a:moveTo>
                  <a:lnTo>
                    <a:pt x="1072612" y="7049547"/>
                  </a:lnTo>
                  <a:lnTo>
                    <a:pt x="1080751" y="7044844"/>
                  </a:lnTo>
                  <a:lnTo>
                    <a:pt x="1085454" y="7052994"/>
                  </a:lnTo>
                  <a:lnTo>
                    <a:pt x="1077315" y="7057691"/>
                  </a:lnTo>
                  <a:close/>
                </a:path>
                <a:path w="6802755" h="7098030">
                  <a:moveTo>
                    <a:pt x="1002394" y="6927928"/>
                  </a:moveTo>
                  <a:lnTo>
                    <a:pt x="997697" y="6919791"/>
                  </a:lnTo>
                  <a:lnTo>
                    <a:pt x="1005836" y="6915087"/>
                  </a:lnTo>
                  <a:lnTo>
                    <a:pt x="1010538" y="6923232"/>
                  </a:lnTo>
                  <a:lnTo>
                    <a:pt x="1002394" y="6927928"/>
                  </a:lnTo>
                  <a:close/>
                </a:path>
                <a:path w="6802755" h="7098030">
                  <a:moveTo>
                    <a:pt x="927586" y="6797770"/>
                  </a:moveTo>
                  <a:lnTo>
                    <a:pt x="923179" y="6790141"/>
                  </a:lnTo>
                  <a:lnTo>
                    <a:pt x="930814" y="6785734"/>
                  </a:lnTo>
                  <a:lnTo>
                    <a:pt x="935221" y="6793363"/>
                  </a:lnTo>
                  <a:lnTo>
                    <a:pt x="927586" y="6797770"/>
                  </a:lnTo>
                  <a:close/>
                </a:path>
                <a:path w="6802755" h="7098030">
                  <a:moveTo>
                    <a:pt x="852778" y="6667605"/>
                  </a:moveTo>
                  <a:lnTo>
                    <a:pt x="848661" y="6660479"/>
                  </a:lnTo>
                  <a:lnTo>
                    <a:pt x="855787" y="6656368"/>
                  </a:lnTo>
                  <a:lnTo>
                    <a:pt x="859903" y="6663494"/>
                  </a:lnTo>
                  <a:lnTo>
                    <a:pt x="852778" y="6667605"/>
                  </a:lnTo>
                  <a:close/>
                </a:path>
                <a:path w="6802755" h="7098030">
                  <a:moveTo>
                    <a:pt x="778071" y="6537043"/>
                  </a:moveTo>
                  <a:lnTo>
                    <a:pt x="774546" y="6530942"/>
                  </a:lnTo>
                  <a:lnTo>
                    <a:pt x="780653" y="6527418"/>
                  </a:lnTo>
                  <a:lnTo>
                    <a:pt x="784177" y="6533519"/>
                  </a:lnTo>
                  <a:lnTo>
                    <a:pt x="778071" y="6537043"/>
                  </a:lnTo>
                  <a:close/>
                </a:path>
                <a:path w="6802755" h="7098030">
                  <a:moveTo>
                    <a:pt x="703369" y="6406481"/>
                  </a:moveTo>
                  <a:lnTo>
                    <a:pt x="700431" y="6401393"/>
                  </a:lnTo>
                  <a:lnTo>
                    <a:pt x="705519" y="6398456"/>
                  </a:lnTo>
                  <a:lnTo>
                    <a:pt x="708457" y="6403543"/>
                  </a:lnTo>
                  <a:lnTo>
                    <a:pt x="703369" y="6406481"/>
                  </a:lnTo>
                  <a:close/>
                </a:path>
                <a:path w="6802755" h="7098030">
                  <a:moveTo>
                    <a:pt x="628567" y="6276322"/>
                  </a:moveTo>
                  <a:lnTo>
                    <a:pt x="625919" y="6271737"/>
                  </a:lnTo>
                  <a:lnTo>
                    <a:pt x="630497" y="6269096"/>
                  </a:lnTo>
                  <a:lnTo>
                    <a:pt x="633145" y="6273675"/>
                  </a:lnTo>
                  <a:lnTo>
                    <a:pt x="628567" y="6276322"/>
                  </a:lnTo>
                  <a:close/>
                </a:path>
                <a:path w="6802755" h="7098030">
                  <a:moveTo>
                    <a:pt x="553752" y="6146163"/>
                  </a:moveTo>
                  <a:lnTo>
                    <a:pt x="551401" y="6142088"/>
                  </a:lnTo>
                  <a:lnTo>
                    <a:pt x="555476" y="6139737"/>
                  </a:lnTo>
                  <a:lnTo>
                    <a:pt x="557827" y="6143812"/>
                  </a:lnTo>
                  <a:lnTo>
                    <a:pt x="553752" y="6146163"/>
                  </a:lnTo>
                  <a:close/>
                </a:path>
                <a:path w="6802755" h="7098030">
                  <a:moveTo>
                    <a:pt x="479057" y="6015595"/>
                  </a:moveTo>
                  <a:lnTo>
                    <a:pt x="477292" y="6012538"/>
                  </a:lnTo>
                  <a:lnTo>
                    <a:pt x="480342" y="6010779"/>
                  </a:lnTo>
                  <a:lnTo>
                    <a:pt x="482107" y="6013836"/>
                  </a:lnTo>
                  <a:lnTo>
                    <a:pt x="479057" y="6015595"/>
                  </a:lnTo>
                  <a:close/>
                </a:path>
                <a:path w="6802755" h="7098030">
                  <a:moveTo>
                    <a:pt x="404237" y="5885435"/>
                  </a:moveTo>
                  <a:lnTo>
                    <a:pt x="402768" y="5882889"/>
                  </a:lnTo>
                  <a:lnTo>
                    <a:pt x="405315" y="5881419"/>
                  </a:lnTo>
                  <a:lnTo>
                    <a:pt x="406784" y="5883966"/>
                  </a:lnTo>
                  <a:lnTo>
                    <a:pt x="404237" y="5885435"/>
                  </a:lnTo>
                  <a:close/>
                </a:path>
                <a:path w="6802755" h="7098030">
                  <a:moveTo>
                    <a:pt x="329535" y="5754874"/>
                  </a:moveTo>
                  <a:lnTo>
                    <a:pt x="328659" y="5753351"/>
                  </a:lnTo>
                  <a:lnTo>
                    <a:pt x="330187" y="5752469"/>
                  </a:lnTo>
                  <a:lnTo>
                    <a:pt x="331063" y="5753991"/>
                  </a:lnTo>
                  <a:lnTo>
                    <a:pt x="329535" y="5754874"/>
                  </a:lnTo>
                  <a:close/>
                </a:path>
                <a:path w="6802755" h="7098030">
                  <a:moveTo>
                    <a:pt x="255746" y="5624122"/>
                  </a:moveTo>
                  <a:lnTo>
                    <a:pt x="254392" y="5624122"/>
                  </a:lnTo>
                  <a:lnTo>
                    <a:pt x="254141" y="5623690"/>
                  </a:lnTo>
                  <a:lnTo>
                    <a:pt x="255494" y="5623690"/>
                  </a:lnTo>
                  <a:lnTo>
                    <a:pt x="255746" y="5624122"/>
                  </a:lnTo>
                  <a:close/>
                </a:path>
                <a:path w="6802755" h="7098030">
                  <a:moveTo>
                    <a:pt x="1206639" y="6984382"/>
                  </a:moveTo>
                  <a:lnTo>
                    <a:pt x="1200764" y="6974200"/>
                  </a:lnTo>
                  <a:lnTo>
                    <a:pt x="1210945" y="6968324"/>
                  </a:lnTo>
                  <a:lnTo>
                    <a:pt x="1216821" y="6978506"/>
                  </a:lnTo>
                  <a:lnTo>
                    <a:pt x="1206639" y="6984382"/>
                  </a:lnTo>
                  <a:close/>
                </a:path>
                <a:path w="6802755" h="7098030">
                  <a:moveTo>
                    <a:pt x="1131938" y="6853814"/>
                  </a:moveTo>
                  <a:lnTo>
                    <a:pt x="1126648" y="6844657"/>
                  </a:lnTo>
                  <a:lnTo>
                    <a:pt x="1135811" y="6839368"/>
                  </a:lnTo>
                  <a:lnTo>
                    <a:pt x="1141101" y="6848525"/>
                  </a:lnTo>
                  <a:lnTo>
                    <a:pt x="1131938" y="6853814"/>
                  </a:lnTo>
                  <a:close/>
                </a:path>
                <a:path w="6802755" h="7098030">
                  <a:moveTo>
                    <a:pt x="1057135" y="6723655"/>
                  </a:moveTo>
                  <a:lnTo>
                    <a:pt x="1052136" y="6715001"/>
                  </a:lnTo>
                  <a:lnTo>
                    <a:pt x="1060784" y="6710008"/>
                  </a:lnTo>
                  <a:lnTo>
                    <a:pt x="1065783" y="6718662"/>
                  </a:lnTo>
                  <a:lnTo>
                    <a:pt x="1057135" y="6723655"/>
                  </a:lnTo>
                  <a:close/>
                </a:path>
                <a:path w="6802755" h="7098030">
                  <a:moveTo>
                    <a:pt x="982428" y="6593093"/>
                  </a:moveTo>
                  <a:lnTo>
                    <a:pt x="978021" y="6585458"/>
                  </a:lnTo>
                  <a:lnTo>
                    <a:pt x="985656" y="6581051"/>
                  </a:lnTo>
                  <a:lnTo>
                    <a:pt x="990063" y="6588686"/>
                  </a:lnTo>
                  <a:lnTo>
                    <a:pt x="982428" y="6593093"/>
                  </a:lnTo>
                  <a:close/>
                </a:path>
                <a:path w="6802755" h="7098030">
                  <a:moveTo>
                    <a:pt x="907620" y="6462928"/>
                  </a:moveTo>
                  <a:lnTo>
                    <a:pt x="903509" y="6455809"/>
                  </a:lnTo>
                  <a:lnTo>
                    <a:pt x="910629" y="6451698"/>
                  </a:lnTo>
                  <a:lnTo>
                    <a:pt x="914739" y="6458817"/>
                  </a:lnTo>
                  <a:lnTo>
                    <a:pt x="907620" y="6462928"/>
                  </a:lnTo>
                  <a:close/>
                </a:path>
                <a:path w="6802755" h="7098030">
                  <a:moveTo>
                    <a:pt x="832918" y="6332366"/>
                  </a:moveTo>
                  <a:lnTo>
                    <a:pt x="829394" y="6326260"/>
                  </a:lnTo>
                  <a:lnTo>
                    <a:pt x="835494" y="6322735"/>
                  </a:lnTo>
                  <a:lnTo>
                    <a:pt x="839019" y="6328842"/>
                  </a:lnTo>
                  <a:lnTo>
                    <a:pt x="832918" y="6332366"/>
                  </a:lnTo>
                  <a:close/>
                </a:path>
                <a:path w="6802755" h="7098030">
                  <a:moveTo>
                    <a:pt x="758216" y="6201804"/>
                  </a:moveTo>
                  <a:lnTo>
                    <a:pt x="755279" y="6196716"/>
                  </a:lnTo>
                  <a:lnTo>
                    <a:pt x="760366" y="6193779"/>
                  </a:lnTo>
                  <a:lnTo>
                    <a:pt x="763304" y="6198866"/>
                  </a:lnTo>
                  <a:lnTo>
                    <a:pt x="758216" y="6201804"/>
                  </a:lnTo>
                  <a:close/>
                </a:path>
                <a:path w="6802755" h="7098030">
                  <a:moveTo>
                    <a:pt x="683408" y="6071639"/>
                  </a:moveTo>
                  <a:lnTo>
                    <a:pt x="680761" y="6067060"/>
                  </a:lnTo>
                  <a:lnTo>
                    <a:pt x="685339" y="6064419"/>
                  </a:lnTo>
                  <a:lnTo>
                    <a:pt x="687981" y="6068998"/>
                  </a:lnTo>
                  <a:lnTo>
                    <a:pt x="683408" y="6071639"/>
                  </a:lnTo>
                  <a:close/>
                </a:path>
                <a:path w="6802755" h="7098030">
                  <a:moveTo>
                    <a:pt x="608594" y="5941486"/>
                  </a:moveTo>
                  <a:lnTo>
                    <a:pt x="606243" y="5937411"/>
                  </a:lnTo>
                  <a:lnTo>
                    <a:pt x="610318" y="5935060"/>
                  </a:lnTo>
                  <a:lnTo>
                    <a:pt x="612669" y="5939135"/>
                  </a:lnTo>
                  <a:lnTo>
                    <a:pt x="608594" y="5941486"/>
                  </a:lnTo>
                  <a:close/>
                </a:path>
                <a:path w="6802755" h="7098030">
                  <a:moveTo>
                    <a:pt x="533892" y="5810924"/>
                  </a:moveTo>
                  <a:lnTo>
                    <a:pt x="532133" y="5807868"/>
                  </a:lnTo>
                  <a:lnTo>
                    <a:pt x="535190" y="5806102"/>
                  </a:lnTo>
                  <a:lnTo>
                    <a:pt x="536949" y="5809159"/>
                  </a:lnTo>
                  <a:lnTo>
                    <a:pt x="533892" y="5810924"/>
                  </a:lnTo>
                  <a:close/>
                </a:path>
                <a:path w="6802755" h="7098030">
                  <a:moveTo>
                    <a:pt x="459084" y="5680753"/>
                  </a:moveTo>
                  <a:lnTo>
                    <a:pt x="457615" y="5678212"/>
                  </a:lnTo>
                  <a:lnTo>
                    <a:pt x="460156" y="5676743"/>
                  </a:lnTo>
                  <a:lnTo>
                    <a:pt x="461625" y="5679284"/>
                  </a:lnTo>
                  <a:lnTo>
                    <a:pt x="459084" y="5680753"/>
                  </a:lnTo>
                  <a:close/>
                </a:path>
                <a:path w="6802755" h="7098030">
                  <a:moveTo>
                    <a:pt x="384383" y="5550192"/>
                  </a:moveTo>
                  <a:lnTo>
                    <a:pt x="383500" y="5548669"/>
                  </a:lnTo>
                  <a:lnTo>
                    <a:pt x="385028" y="5547786"/>
                  </a:lnTo>
                  <a:lnTo>
                    <a:pt x="385911" y="5549309"/>
                  </a:lnTo>
                  <a:lnTo>
                    <a:pt x="384383" y="5550192"/>
                  </a:lnTo>
                  <a:close/>
                </a:path>
                <a:path w="6802755" h="7098030">
                  <a:moveTo>
                    <a:pt x="310587" y="5419446"/>
                  </a:moveTo>
                  <a:lnTo>
                    <a:pt x="309235" y="5419446"/>
                  </a:lnTo>
                  <a:lnTo>
                    <a:pt x="308988" y="5419020"/>
                  </a:lnTo>
                  <a:lnTo>
                    <a:pt x="310340" y="5419020"/>
                  </a:lnTo>
                  <a:lnTo>
                    <a:pt x="310587" y="5419446"/>
                  </a:lnTo>
                  <a:close/>
                </a:path>
                <a:path w="6802755" h="7098030">
                  <a:moveTo>
                    <a:pt x="1410890" y="7040830"/>
                  </a:moveTo>
                  <a:lnTo>
                    <a:pt x="1403836" y="7028616"/>
                  </a:lnTo>
                  <a:lnTo>
                    <a:pt x="1416049" y="7021562"/>
                  </a:lnTo>
                  <a:lnTo>
                    <a:pt x="1423103" y="7033775"/>
                  </a:lnTo>
                  <a:lnTo>
                    <a:pt x="1410890" y="7040830"/>
                  </a:lnTo>
                  <a:close/>
                </a:path>
                <a:path w="6802755" h="7098030">
                  <a:moveTo>
                    <a:pt x="1336082" y="6910671"/>
                  </a:moveTo>
                  <a:lnTo>
                    <a:pt x="1329324" y="6898961"/>
                  </a:lnTo>
                  <a:lnTo>
                    <a:pt x="1341027" y="6892203"/>
                  </a:lnTo>
                  <a:lnTo>
                    <a:pt x="1347786" y="6903912"/>
                  </a:lnTo>
                  <a:lnTo>
                    <a:pt x="1336082" y="6910671"/>
                  </a:lnTo>
                  <a:close/>
                </a:path>
                <a:path w="6802755" h="7098030">
                  <a:moveTo>
                    <a:pt x="1261487" y="6779700"/>
                  </a:moveTo>
                  <a:lnTo>
                    <a:pt x="1255611" y="6769524"/>
                  </a:lnTo>
                  <a:lnTo>
                    <a:pt x="1265787" y="6763649"/>
                  </a:lnTo>
                  <a:lnTo>
                    <a:pt x="1271663" y="6773824"/>
                  </a:lnTo>
                  <a:lnTo>
                    <a:pt x="1261487" y="6779700"/>
                  </a:lnTo>
                  <a:close/>
                </a:path>
                <a:path w="6802755" h="7098030">
                  <a:moveTo>
                    <a:pt x="1186785" y="6649138"/>
                  </a:moveTo>
                  <a:lnTo>
                    <a:pt x="1181496" y="6639981"/>
                  </a:lnTo>
                  <a:lnTo>
                    <a:pt x="1190659" y="6634692"/>
                  </a:lnTo>
                  <a:lnTo>
                    <a:pt x="1195942" y="6643849"/>
                  </a:lnTo>
                  <a:lnTo>
                    <a:pt x="1186785" y="6649138"/>
                  </a:lnTo>
                  <a:close/>
                </a:path>
                <a:path w="6802755" h="7098030">
                  <a:moveTo>
                    <a:pt x="1111971" y="6518979"/>
                  </a:moveTo>
                  <a:lnTo>
                    <a:pt x="1106978" y="6510331"/>
                  </a:lnTo>
                  <a:lnTo>
                    <a:pt x="1115631" y="6505338"/>
                  </a:lnTo>
                  <a:lnTo>
                    <a:pt x="1120625" y="6513986"/>
                  </a:lnTo>
                  <a:lnTo>
                    <a:pt x="1111971" y="6518979"/>
                  </a:lnTo>
                  <a:close/>
                </a:path>
                <a:path w="6802755" h="7098030">
                  <a:moveTo>
                    <a:pt x="1037163" y="6388819"/>
                  </a:moveTo>
                  <a:lnTo>
                    <a:pt x="1032460" y="6380675"/>
                  </a:lnTo>
                  <a:lnTo>
                    <a:pt x="1040604" y="6375972"/>
                  </a:lnTo>
                  <a:lnTo>
                    <a:pt x="1045307" y="6384122"/>
                  </a:lnTo>
                  <a:lnTo>
                    <a:pt x="1037163" y="6388819"/>
                  </a:lnTo>
                  <a:close/>
                </a:path>
                <a:path w="6802755" h="7098030">
                  <a:moveTo>
                    <a:pt x="962462" y="6258257"/>
                  </a:moveTo>
                  <a:lnTo>
                    <a:pt x="958351" y="6251132"/>
                  </a:lnTo>
                  <a:lnTo>
                    <a:pt x="965470" y="6247021"/>
                  </a:lnTo>
                  <a:lnTo>
                    <a:pt x="969587" y="6254141"/>
                  </a:lnTo>
                  <a:lnTo>
                    <a:pt x="962462" y="6258257"/>
                  </a:lnTo>
                  <a:close/>
                </a:path>
                <a:path w="6802755" h="7098030">
                  <a:moveTo>
                    <a:pt x="887653" y="6128093"/>
                  </a:moveTo>
                  <a:lnTo>
                    <a:pt x="883833" y="6121477"/>
                  </a:lnTo>
                  <a:lnTo>
                    <a:pt x="890455" y="6117656"/>
                  </a:lnTo>
                  <a:lnTo>
                    <a:pt x="894269" y="6124272"/>
                  </a:lnTo>
                  <a:lnTo>
                    <a:pt x="887653" y="6128093"/>
                  </a:lnTo>
                  <a:close/>
                </a:path>
                <a:path w="6802755" h="7098030">
                  <a:moveTo>
                    <a:pt x="812952" y="5997531"/>
                  </a:moveTo>
                  <a:lnTo>
                    <a:pt x="809718" y="5991934"/>
                  </a:lnTo>
                  <a:lnTo>
                    <a:pt x="815315" y="5988700"/>
                  </a:lnTo>
                  <a:lnTo>
                    <a:pt x="818543" y="5994297"/>
                  </a:lnTo>
                  <a:lnTo>
                    <a:pt x="812952" y="5997531"/>
                  </a:lnTo>
                  <a:close/>
                </a:path>
                <a:path w="6802755" h="7098030">
                  <a:moveTo>
                    <a:pt x="738244" y="5866969"/>
                  </a:moveTo>
                  <a:lnTo>
                    <a:pt x="735602" y="5862390"/>
                  </a:lnTo>
                  <a:lnTo>
                    <a:pt x="740187" y="5859749"/>
                  </a:lnTo>
                  <a:lnTo>
                    <a:pt x="742829" y="5864321"/>
                  </a:lnTo>
                  <a:lnTo>
                    <a:pt x="738244" y="5866969"/>
                  </a:lnTo>
                  <a:close/>
                </a:path>
                <a:path w="6802755" h="7098030">
                  <a:moveTo>
                    <a:pt x="663442" y="5736804"/>
                  </a:moveTo>
                  <a:lnTo>
                    <a:pt x="661090" y="5732735"/>
                  </a:lnTo>
                  <a:lnTo>
                    <a:pt x="665159" y="5730384"/>
                  </a:lnTo>
                  <a:lnTo>
                    <a:pt x="667511" y="5734453"/>
                  </a:lnTo>
                  <a:lnTo>
                    <a:pt x="663442" y="5736804"/>
                  </a:lnTo>
                  <a:close/>
                </a:path>
                <a:path w="6802755" h="7098030">
                  <a:moveTo>
                    <a:pt x="588734" y="5606242"/>
                  </a:moveTo>
                  <a:lnTo>
                    <a:pt x="586975" y="5603192"/>
                  </a:lnTo>
                  <a:lnTo>
                    <a:pt x="590025" y="5601427"/>
                  </a:lnTo>
                  <a:lnTo>
                    <a:pt x="591790" y="5604483"/>
                  </a:lnTo>
                  <a:lnTo>
                    <a:pt x="588734" y="5606242"/>
                  </a:lnTo>
                  <a:close/>
                </a:path>
                <a:path w="6802755" h="7098030">
                  <a:moveTo>
                    <a:pt x="513932" y="5476083"/>
                  </a:moveTo>
                  <a:lnTo>
                    <a:pt x="512463" y="5473537"/>
                  </a:lnTo>
                  <a:lnTo>
                    <a:pt x="515004" y="5472067"/>
                  </a:lnTo>
                  <a:lnTo>
                    <a:pt x="516473" y="5474614"/>
                  </a:lnTo>
                  <a:lnTo>
                    <a:pt x="513932" y="5476083"/>
                  </a:lnTo>
                  <a:close/>
                </a:path>
                <a:path w="6802755" h="7098030">
                  <a:moveTo>
                    <a:pt x="439224" y="5345522"/>
                  </a:moveTo>
                  <a:lnTo>
                    <a:pt x="438342" y="5343993"/>
                  </a:lnTo>
                  <a:lnTo>
                    <a:pt x="439870" y="5343111"/>
                  </a:lnTo>
                  <a:lnTo>
                    <a:pt x="440753" y="5344639"/>
                  </a:lnTo>
                  <a:lnTo>
                    <a:pt x="439224" y="5345522"/>
                  </a:lnTo>
                  <a:close/>
                </a:path>
                <a:path w="6802755" h="7098030">
                  <a:moveTo>
                    <a:pt x="1615780" y="7094873"/>
                  </a:moveTo>
                  <a:lnTo>
                    <a:pt x="1609319" y="7083672"/>
                  </a:lnTo>
                  <a:lnTo>
                    <a:pt x="1620513" y="7077210"/>
                  </a:lnTo>
                  <a:lnTo>
                    <a:pt x="1626981" y="7088405"/>
                  </a:lnTo>
                  <a:lnTo>
                    <a:pt x="1615780" y="7094873"/>
                  </a:lnTo>
                  <a:close/>
                </a:path>
                <a:path w="6802755" h="7098030">
                  <a:moveTo>
                    <a:pt x="1540327" y="6967118"/>
                  </a:moveTo>
                  <a:lnTo>
                    <a:pt x="1532396" y="6953383"/>
                  </a:lnTo>
                  <a:lnTo>
                    <a:pt x="1546137" y="6945445"/>
                  </a:lnTo>
                  <a:lnTo>
                    <a:pt x="1554068" y="6959181"/>
                  </a:lnTo>
                  <a:lnTo>
                    <a:pt x="1540327" y="6967118"/>
                  </a:lnTo>
                  <a:close/>
                </a:path>
                <a:path w="6802755" h="7098030">
                  <a:moveTo>
                    <a:pt x="1465520" y="6836959"/>
                  </a:moveTo>
                  <a:lnTo>
                    <a:pt x="1457878" y="6823721"/>
                  </a:lnTo>
                  <a:lnTo>
                    <a:pt x="1471110" y="6816087"/>
                  </a:lnTo>
                  <a:lnTo>
                    <a:pt x="1478751" y="6829319"/>
                  </a:lnTo>
                  <a:lnTo>
                    <a:pt x="1465520" y="6836959"/>
                  </a:lnTo>
                  <a:close/>
                </a:path>
                <a:path w="6802755" h="7098030">
                  <a:moveTo>
                    <a:pt x="1390817" y="6706391"/>
                  </a:moveTo>
                  <a:lnTo>
                    <a:pt x="1383763" y="6694178"/>
                  </a:lnTo>
                  <a:lnTo>
                    <a:pt x="1395976" y="6687129"/>
                  </a:lnTo>
                  <a:lnTo>
                    <a:pt x="1403030" y="6699342"/>
                  </a:lnTo>
                  <a:lnTo>
                    <a:pt x="1390817" y="6706391"/>
                  </a:lnTo>
                  <a:close/>
                </a:path>
                <a:path w="6802755" h="7098030">
                  <a:moveTo>
                    <a:pt x="1316222" y="6575426"/>
                  </a:moveTo>
                  <a:lnTo>
                    <a:pt x="1310050" y="6564741"/>
                  </a:lnTo>
                  <a:lnTo>
                    <a:pt x="1320735" y="6558575"/>
                  </a:lnTo>
                  <a:lnTo>
                    <a:pt x="1326907" y="6569260"/>
                  </a:lnTo>
                  <a:lnTo>
                    <a:pt x="1316222" y="6575426"/>
                  </a:lnTo>
                  <a:close/>
                </a:path>
                <a:path w="6802755" h="7098030">
                  <a:moveTo>
                    <a:pt x="1241520" y="6444864"/>
                  </a:moveTo>
                  <a:lnTo>
                    <a:pt x="1235935" y="6435198"/>
                  </a:lnTo>
                  <a:lnTo>
                    <a:pt x="1245607" y="6429612"/>
                  </a:lnTo>
                  <a:lnTo>
                    <a:pt x="1251187" y="6439285"/>
                  </a:lnTo>
                  <a:lnTo>
                    <a:pt x="1241520" y="6444864"/>
                  </a:lnTo>
                  <a:close/>
                </a:path>
                <a:path w="6802755" h="7098030">
                  <a:moveTo>
                    <a:pt x="1166813" y="6314302"/>
                  </a:moveTo>
                  <a:lnTo>
                    <a:pt x="1161820" y="6305655"/>
                  </a:lnTo>
                  <a:lnTo>
                    <a:pt x="1170473" y="6300656"/>
                  </a:lnTo>
                  <a:lnTo>
                    <a:pt x="1175466" y="6309303"/>
                  </a:lnTo>
                  <a:lnTo>
                    <a:pt x="1166813" y="6314302"/>
                  </a:lnTo>
                  <a:close/>
                </a:path>
                <a:path w="6802755" h="7098030">
                  <a:moveTo>
                    <a:pt x="1092011" y="6184143"/>
                  </a:moveTo>
                  <a:lnTo>
                    <a:pt x="1087308" y="6175999"/>
                  </a:lnTo>
                  <a:lnTo>
                    <a:pt x="1095452" y="6171302"/>
                  </a:lnTo>
                  <a:lnTo>
                    <a:pt x="1100149" y="6179441"/>
                  </a:lnTo>
                  <a:lnTo>
                    <a:pt x="1092011" y="6184143"/>
                  </a:lnTo>
                  <a:close/>
                </a:path>
                <a:path w="6802755" h="7098030">
                  <a:moveTo>
                    <a:pt x="1017303" y="6053582"/>
                  </a:moveTo>
                  <a:lnTo>
                    <a:pt x="1013193" y="6046456"/>
                  </a:lnTo>
                  <a:lnTo>
                    <a:pt x="1020318" y="6042339"/>
                  </a:lnTo>
                  <a:lnTo>
                    <a:pt x="1024428" y="6049465"/>
                  </a:lnTo>
                  <a:lnTo>
                    <a:pt x="1017303" y="6053582"/>
                  </a:lnTo>
                  <a:close/>
                </a:path>
                <a:path w="6802755" h="7098030">
                  <a:moveTo>
                    <a:pt x="942501" y="5923416"/>
                  </a:moveTo>
                  <a:lnTo>
                    <a:pt x="938680" y="5916800"/>
                  </a:lnTo>
                  <a:lnTo>
                    <a:pt x="945290" y="5912986"/>
                  </a:lnTo>
                  <a:lnTo>
                    <a:pt x="949111" y="5919602"/>
                  </a:lnTo>
                  <a:lnTo>
                    <a:pt x="942501" y="5923416"/>
                  </a:lnTo>
                  <a:close/>
                </a:path>
                <a:path w="6802755" h="7098030">
                  <a:moveTo>
                    <a:pt x="867793" y="5792855"/>
                  </a:moveTo>
                  <a:lnTo>
                    <a:pt x="864559" y="5787257"/>
                  </a:lnTo>
                  <a:lnTo>
                    <a:pt x="870157" y="5784023"/>
                  </a:lnTo>
                  <a:lnTo>
                    <a:pt x="873391" y="5789627"/>
                  </a:lnTo>
                  <a:lnTo>
                    <a:pt x="867793" y="5792855"/>
                  </a:lnTo>
                  <a:close/>
                </a:path>
                <a:path w="6802755" h="7098030">
                  <a:moveTo>
                    <a:pt x="793092" y="5662293"/>
                  </a:moveTo>
                  <a:lnTo>
                    <a:pt x="790450" y="5657714"/>
                  </a:lnTo>
                  <a:lnTo>
                    <a:pt x="795028" y="5655067"/>
                  </a:lnTo>
                  <a:lnTo>
                    <a:pt x="797676" y="5659651"/>
                  </a:lnTo>
                  <a:lnTo>
                    <a:pt x="793092" y="5662293"/>
                  </a:lnTo>
                  <a:close/>
                </a:path>
                <a:path w="6802755" h="7098030">
                  <a:moveTo>
                    <a:pt x="718284" y="5532128"/>
                  </a:moveTo>
                  <a:lnTo>
                    <a:pt x="715932" y="5528059"/>
                  </a:lnTo>
                  <a:lnTo>
                    <a:pt x="720001" y="5525713"/>
                  </a:lnTo>
                  <a:lnTo>
                    <a:pt x="722353" y="5529782"/>
                  </a:lnTo>
                  <a:lnTo>
                    <a:pt x="718284" y="5532128"/>
                  </a:lnTo>
                  <a:close/>
                </a:path>
                <a:path w="6802755" h="7098030">
                  <a:moveTo>
                    <a:pt x="643582" y="5401566"/>
                  </a:moveTo>
                  <a:lnTo>
                    <a:pt x="641817" y="5398516"/>
                  </a:lnTo>
                  <a:lnTo>
                    <a:pt x="644867" y="5396750"/>
                  </a:lnTo>
                  <a:lnTo>
                    <a:pt x="646632" y="5399801"/>
                  </a:lnTo>
                  <a:lnTo>
                    <a:pt x="643582" y="5401566"/>
                  </a:lnTo>
                  <a:close/>
                </a:path>
                <a:path w="6802755" h="7098030">
                  <a:moveTo>
                    <a:pt x="568768" y="5271407"/>
                  </a:moveTo>
                  <a:lnTo>
                    <a:pt x="567299" y="5268866"/>
                  </a:lnTo>
                  <a:lnTo>
                    <a:pt x="569846" y="5267397"/>
                  </a:lnTo>
                  <a:lnTo>
                    <a:pt x="571314" y="5269938"/>
                  </a:lnTo>
                  <a:lnTo>
                    <a:pt x="568768" y="5271407"/>
                  </a:lnTo>
                  <a:close/>
                </a:path>
                <a:path w="6802755" h="7098030">
                  <a:moveTo>
                    <a:pt x="494072" y="5140845"/>
                  </a:moveTo>
                  <a:lnTo>
                    <a:pt x="493189" y="5139311"/>
                  </a:lnTo>
                  <a:lnTo>
                    <a:pt x="494711" y="5138434"/>
                  </a:lnTo>
                  <a:lnTo>
                    <a:pt x="495594" y="5139962"/>
                  </a:lnTo>
                  <a:lnTo>
                    <a:pt x="494072" y="5140845"/>
                  </a:lnTo>
                  <a:close/>
                </a:path>
                <a:path w="6802755" h="7098030">
                  <a:moveTo>
                    <a:pt x="1744465" y="7023969"/>
                  </a:moveTo>
                  <a:lnTo>
                    <a:pt x="1735065" y="7007680"/>
                  </a:lnTo>
                  <a:lnTo>
                    <a:pt x="1751348" y="6998280"/>
                  </a:lnTo>
                  <a:lnTo>
                    <a:pt x="1760748" y="7014569"/>
                  </a:lnTo>
                  <a:lnTo>
                    <a:pt x="1744465" y="7023969"/>
                  </a:lnTo>
                  <a:close/>
                </a:path>
                <a:path w="6802755" h="7098030">
                  <a:moveTo>
                    <a:pt x="1669763" y="6893407"/>
                  </a:moveTo>
                  <a:lnTo>
                    <a:pt x="1660950" y="6878143"/>
                  </a:lnTo>
                  <a:lnTo>
                    <a:pt x="1676213" y="6869330"/>
                  </a:lnTo>
                  <a:lnTo>
                    <a:pt x="1685027" y="6884593"/>
                  </a:lnTo>
                  <a:lnTo>
                    <a:pt x="1669763" y="6893407"/>
                  </a:lnTo>
                  <a:close/>
                </a:path>
                <a:path w="6802755" h="7098030">
                  <a:moveTo>
                    <a:pt x="1595062" y="6762845"/>
                  </a:moveTo>
                  <a:lnTo>
                    <a:pt x="1586834" y="6748594"/>
                  </a:lnTo>
                  <a:lnTo>
                    <a:pt x="1601085" y="6740368"/>
                  </a:lnTo>
                  <a:lnTo>
                    <a:pt x="1609312" y="6754618"/>
                  </a:lnTo>
                  <a:lnTo>
                    <a:pt x="1595062" y="6762845"/>
                  </a:lnTo>
                  <a:close/>
                </a:path>
                <a:path w="6802755" h="7098030">
                  <a:moveTo>
                    <a:pt x="1520360" y="6632276"/>
                  </a:moveTo>
                  <a:lnTo>
                    <a:pt x="1512725" y="6619051"/>
                  </a:lnTo>
                  <a:lnTo>
                    <a:pt x="1525951" y="6611410"/>
                  </a:lnTo>
                  <a:lnTo>
                    <a:pt x="1533592" y="6624642"/>
                  </a:lnTo>
                  <a:lnTo>
                    <a:pt x="1520360" y="6632276"/>
                  </a:lnTo>
                  <a:close/>
                </a:path>
                <a:path w="6802755" h="7098030">
                  <a:moveTo>
                    <a:pt x="1445658" y="6501715"/>
                  </a:moveTo>
                  <a:lnTo>
                    <a:pt x="1438610" y="6489502"/>
                  </a:lnTo>
                  <a:lnTo>
                    <a:pt x="1450823" y="6482453"/>
                  </a:lnTo>
                  <a:lnTo>
                    <a:pt x="1457872" y="6494667"/>
                  </a:lnTo>
                  <a:lnTo>
                    <a:pt x="1445658" y="6501715"/>
                  </a:lnTo>
                  <a:close/>
                </a:path>
                <a:path w="6802755" h="7098030">
                  <a:moveTo>
                    <a:pt x="1371063" y="6370750"/>
                  </a:moveTo>
                  <a:lnTo>
                    <a:pt x="1364897" y="6360065"/>
                  </a:lnTo>
                  <a:lnTo>
                    <a:pt x="1375582" y="6353893"/>
                  </a:lnTo>
                  <a:lnTo>
                    <a:pt x="1381748" y="6364578"/>
                  </a:lnTo>
                  <a:lnTo>
                    <a:pt x="1371063" y="6370750"/>
                  </a:lnTo>
                  <a:close/>
                </a:path>
                <a:path w="6802755" h="7098030">
                  <a:moveTo>
                    <a:pt x="1296362" y="6240188"/>
                  </a:moveTo>
                  <a:lnTo>
                    <a:pt x="1290782" y="6230522"/>
                  </a:lnTo>
                  <a:lnTo>
                    <a:pt x="1300448" y="6224942"/>
                  </a:lnTo>
                  <a:lnTo>
                    <a:pt x="1306028" y="6234603"/>
                  </a:lnTo>
                  <a:lnTo>
                    <a:pt x="1296362" y="6240188"/>
                  </a:lnTo>
                  <a:close/>
                </a:path>
                <a:path w="6802755" h="7098030">
                  <a:moveTo>
                    <a:pt x="1221660" y="6109627"/>
                  </a:moveTo>
                  <a:lnTo>
                    <a:pt x="1216667" y="6100973"/>
                  </a:lnTo>
                  <a:lnTo>
                    <a:pt x="1225314" y="6095980"/>
                  </a:lnTo>
                  <a:lnTo>
                    <a:pt x="1230308" y="6104634"/>
                  </a:lnTo>
                  <a:lnTo>
                    <a:pt x="1221660" y="6109627"/>
                  </a:lnTo>
                  <a:close/>
                </a:path>
                <a:path w="6802755" h="7098030">
                  <a:moveTo>
                    <a:pt x="1146852" y="5979461"/>
                  </a:moveTo>
                  <a:lnTo>
                    <a:pt x="1142155" y="5971323"/>
                  </a:lnTo>
                  <a:lnTo>
                    <a:pt x="1150293" y="5966620"/>
                  </a:lnTo>
                  <a:lnTo>
                    <a:pt x="1154990" y="5974764"/>
                  </a:lnTo>
                  <a:lnTo>
                    <a:pt x="1146852" y="5979461"/>
                  </a:lnTo>
                  <a:close/>
                </a:path>
                <a:path w="6802755" h="7098030">
                  <a:moveTo>
                    <a:pt x="1072150" y="5848900"/>
                  </a:moveTo>
                  <a:lnTo>
                    <a:pt x="1068033" y="5841774"/>
                  </a:lnTo>
                  <a:lnTo>
                    <a:pt x="1075159" y="5837663"/>
                  </a:lnTo>
                  <a:lnTo>
                    <a:pt x="1079275" y="5844789"/>
                  </a:lnTo>
                  <a:lnTo>
                    <a:pt x="1072150" y="5848900"/>
                  </a:lnTo>
                  <a:close/>
                </a:path>
                <a:path w="6802755" h="7098030">
                  <a:moveTo>
                    <a:pt x="997336" y="5718741"/>
                  </a:moveTo>
                  <a:lnTo>
                    <a:pt x="993515" y="5712125"/>
                  </a:lnTo>
                  <a:lnTo>
                    <a:pt x="1000131" y="5708304"/>
                  </a:lnTo>
                  <a:lnTo>
                    <a:pt x="1003952" y="5714920"/>
                  </a:lnTo>
                  <a:lnTo>
                    <a:pt x="997336" y="5718741"/>
                  </a:lnTo>
                  <a:close/>
                </a:path>
                <a:path w="6802755" h="7098030">
                  <a:moveTo>
                    <a:pt x="922741" y="5587776"/>
                  </a:moveTo>
                  <a:lnTo>
                    <a:pt x="919803" y="5582688"/>
                  </a:lnTo>
                  <a:lnTo>
                    <a:pt x="924891" y="5579750"/>
                  </a:lnTo>
                  <a:lnTo>
                    <a:pt x="927829" y="5584838"/>
                  </a:lnTo>
                  <a:lnTo>
                    <a:pt x="922741" y="5587776"/>
                  </a:lnTo>
                  <a:close/>
                </a:path>
                <a:path w="6802755" h="7098030">
                  <a:moveTo>
                    <a:pt x="847939" y="5457617"/>
                  </a:moveTo>
                  <a:lnTo>
                    <a:pt x="845291" y="5453032"/>
                  </a:lnTo>
                  <a:lnTo>
                    <a:pt x="849869" y="5450390"/>
                  </a:lnTo>
                  <a:lnTo>
                    <a:pt x="852517" y="5454969"/>
                  </a:lnTo>
                  <a:lnTo>
                    <a:pt x="847939" y="5457617"/>
                  </a:lnTo>
                  <a:close/>
                </a:path>
                <a:path w="6802755" h="7098030">
                  <a:moveTo>
                    <a:pt x="773119" y="5327452"/>
                  </a:moveTo>
                  <a:lnTo>
                    <a:pt x="770773" y="5323382"/>
                  </a:lnTo>
                  <a:lnTo>
                    <a:pt x="774848" y="5321031"/>
                  </a:lnTo>
                  <a:lnTo>
                    <a:pt x="777194" y="5325100"/>
                  </a:lnTo>
                  <a:lnTo>
                    <a:pt x="773119" y="5327452"/>
                  </a:lnTo>
                  <a:close/>
                </a:path>
                <a:path w="6802755" h="7098030">
                  <a:moveTo>
                    <a:pt x="698424" y="5196890"/>
                  </a:moveTo>
                  <a:lnTo>
                    <a:pt x="696664" y="5193833"/>
                  </a:lnTo>
                  <a:lnTo>
                    <a:pt x="699714" y="5192074"/>
                  </a:lnTo>
                  <a:lnTo>
                    <a:pt x="701473" y="5195125"/>
                  </a:lnTo>
                  <a:lnTo>
                    <a:pt x="698424" y="5196890"/>
                  </a:lnTo>
                  <a:close/>
                </a:path>
                <a:path w="6802755" h="7098030">
                  <a:moveTo>
                    <a:pt x="623722" y="5066328"/>
                  </a:moveTo>
                  <a:lnTo>
                    <a:pt x="622549" y="5064297"/>
                  </a:lnTo>
                  <a:lnTo>
                    <a:pt x="624586" y="5063118"/>
                  </a:lnTo>
                  <a:lnTo>
                    <a:pt x="625759" y="5065156"/>
                  </a:lnTo>
                  <a:lnTo>
                    <a:pt x="623722" y="5066328"/>
                  </a:lnTo>
                  <a:close/>
                </a:path>
                <a:path w="6802755" h="7098030">
                  <a:moveTo>
                    <a:pt x="548907" y="4936169"/>
                  </a:moveTo>
                  <a:lnTo>
                    <a:pt x="548031" y="4934646"/>
                  </a:lnTo>
                  <a:lnTo>
                    <a:pt x="549559" y="4933764"/>
                  </a:lnTo>
                  <a:lnTo>
                    <a:pt x="550435" y="4935286"/>
                  </a:lnTo>
                  <a:lnTo>
                    <a:pt x="548907" y="4936169"/>
                  </a:lnTo>
                  <a:close/>
                </a:path>
                <a:path w="6802755" h="7098030">
                  <a:moveTo>
                    <a:pt x="1949148" y="7078811"/>
                  </a:moveTo>
                  <a:lnTo>
                    <a:pt x="1939742" y="7062529"/>
                  </a:lnTo>
                  <a:lnTo>
                    <a:pt x="1956025" y="7053129"/>
                  </a:lnTo>
                  <a:lnTo>
                    <a:pt x="1965424" y="7069411"/>
                  </a:lnTo>
                  <a:lnTo>
                    <a:pt x="1949148" y="7078811"/>
                  </a:lnTo>
                  <a:close/>
                </a:path>
                <a:path w="6802755" h="7098030">
                  <a:moveTo>
                    <a:pt x="1873907" y="6950257"/>
                  </a:moveTo>
                  <a:lnTo>
                    <a:pt x="1863625" y="6932446"/>
                  </a:lnTo>
                  <a:lnTo>
                    <a:pt x="1881435" y="6922164"/>
                  </a:lnTo>
                  <a:lnTo>
                    <a:pt x="1891718" y="6939975"/>
                  </a:lnTo>
                  <a:lnTo>
                    <a:pt x="1873907" y="6950257"/>
                  </a:lnTo>
                  <a:close/>
                </a:path>
                <a:path w="6802755" h="7098030">
                  <a:moveTo>
                    <a:pt x="1799200" y="6819695"/>
                  </a:moveTo>
                  <a:lnTo>
                    <a:pt x="1789504" y="6802904"/>
                  </a:lnTo>
                  <a:lnTo>
                    <a:pt x="1806301" y="6793208"/>
                  </a:lnTo>
                  <a:lnTo>
                    <a:pt x="1815997" y="6809999"/>
                  </a:lnTo>
                  <a:lnTo>
                    <a:pt x="1799200" y="6819695"/>
                  </a:lnTo>
                  <a:close/>
                </a:path>
                <a:path w="6802755" h="7098030">
                  <a:moveTo>
                    <a:pt x="1724605" y="6688731"/>
                  </a:moveTo>
                  <a:lnTo>
                    <a:pt x="1715791" y="6673461"/>
                  </a:lnTo>
                  <a:lnTo>
                    <a:pt x="1731061" y="6664647"/>
                  </a:lnTo>
                  <a:lnTo>
                    <a:pt x="1739874" y="6679917"/>
                  </a:lnTo>
                  <a:lnTo>
                    <a:pt x="1724605" y="6688731"/>
                  </a:lnTo>
                  <a:close/>
                </a:path>
                <a:path w="6802755" h="7098030">
                  <a:moveTo>
                    <a:pt x="1649903" y="6558162"/>
                  </a:moveTo>
                  <a:lnTo>
                    <a:pt x="1641676" y="6543918"/>
                  </a:lnTo>
                  <a:lnTo>
                    <a:pt x="1655927" y="6535691"/>
                  </a:lnTo>
                  <a:lnTo>
                    <a:pt x="1664154" y="6549935"/>
                  </a:lnTo>
                  <a:lnTo>
                    <a:pt x="1649903" y="6558162"/>
                  </a:lnTo>
                  <a:close/>
                </a:path>
                <a:path w="6802755" h="7098030">
                  <a:moveTo>
                    <a:pt x="1575202" y="6427601"/>
                  </a:moveTo>
                  <a:lnTo>
                    <a:pt x="1567561" y="6414374"/>
                  </a:lnTo>
                  <a:lnTo>
                    <a:pt x="1580799" y="6406733"/>
                  </a:lnTo>
                  <a:lnTo>
                    <a:pt x="1588434" y="6419960"/>
                  </a:lnTo>
                  <a:lnTo>
                    <a:pt x="1575202" y="6427601"/>
                  </a:lnTo>
                  <a:close/>
                </a:path>
                <a:path w="6802755" h="7098030">
                  <a:moveTo>
                    <a:pt x="1500506" y="6297039"/>
                  </a:moveTo>
                  <a:lnTo>
                    <a:pt x="1493451" y="6284825"/>
                  </a:lnTo>
                  <a:lnTo>
                    <a:pt x="1505659" y="6277777"/>
                  </a:lnTo>
                  <a:lnTo>
                    <a:pt x="1512713" y="6289990"/>
                  </a:lnTo>
                  <a:lnTo>
                    <a:pt x="1500506" y="6297039"/>
                  </a:lnTo>
                  <a:close/>
                </a:path>
                <a:path w="6802755" h="7098030">
                  <a:moveTo>
                    <a:pt x="1425798" y="6166477"/>
                  </a:moveTo>
                  <a:lnTo>
                    <a:pt x="1419336" y="6155282"/>
                  </a:lnTo>
                  <a:lnTo>
                    <a:pt x="1430531" y="6148820"/>
                  </a:lnTo>
                  <a:lnTo>
                    <a:pt x="1436993" y="6160015"/>
                  </a:lnTo>
                  <a:lnTo>
                    <a:pt x="1425798" y="6166477"/>
                  </a:lnTo>
                  <a:close/>
                </a:path>
                <a:path w="6802755" h="7098030">
                  <a:moveTo>
                    <a:pt x="1351209" y="6035512"/>
                  </a:moveTo>
                  <a:lnTo>
                    <a:pt x="1345624" y="6025845"/>
                  </a:lnTo>
                  <a:lnTo>
                    <a:pt x="1355290" y="6020266"/>
                  </a:lnTo>
                  <a:lnTo>
                    <a:pt x="1360869" y="6029933"/>
                  </a:lnTo>
                  <a:lnTo>
                    <a:pt x="1351209" y="6035512"/>
                  </a:lnTo>
                  <a:close/>
                </a:path>
                <a:path w="6802755" h="7098030">
                  <a:moveTo>
                    <a:pt x="1276507" y="5904950"/>
                  </a:moveTo>
                  <a:lnTo>
                    <a:pt x="1271508" y="5896297"/>
                  </a:lnTo>
                  <a:lnTo>
                    <a:pt x="1280156" y="5891304"/>
                  </a:lnTo>
                  <a:lnTo>
                    <a:pt x="1285155" y="5899957"/>
                  </a:lnTo>
                  <a:lnTo>
                    <a:pt x="1276507" y="5904950"/>
                  </a:lnTo>
                  <a:close/>
                </a:path>
                <a:path w="6802755" h="7098030">
                  <a:moveTo>
                    <a:pt x="1201687" y="5774785"/>
                  </a:moveTo>
                  <a:lnTo>
                    <a:pt x="1196990" y="5766647"/>
                  </a:lnTo>
                  <a:lnTo>
                    <a:pt x="1205135" y="5761944"/>
                  </a:lnTo>
                  <a:lnTo>
                    <a:pt x="1209837" y="5770082"/>
                  </a:lnTo>
                  <a:lnTo>
                    <a:pt x="1201687" y="5774785"/>
                  </a:lnTo>
                  <a:close/>
                </a:path>
                <a:path w="6802755" h="7098030">
                  <a:moveTo>
                    <a:pt x="1126992" y="5644224"/>
                  </a:moveTo>
                  <a:lnTo>
                    <a:pt x="1122881" y="5637104"/>
                  </a:lnTo>
                  <a:lnTo>
                    <a:pt x="1130001" y="5632993"/>
                  </a:lnTo>
                  <a:lnTo>
                    <a:pt x="1134111" y="5640113"/>
                  </a:lnTo>
                  <a:lnTo>
                    <a:pt x="1126992" y="5644224"/>
                  </a:lnTo>
                  <a:close/>
                </a:path>
                <a:path w="6802755" h="7098030">
                  <a:moveTo>
                    <a:pt x="1052290" y="5513662"/>
                  </a:moveTo>
                  <a:lnTo>
                    <a:pt x="1048766" y="5507555"/>
                  </a:lnTo>
                  <a:lnTo>
                    <a:pt x="1054867" y="5504031"/>
                  </a:lnTo>
                  <a:lnTo>
                    <a:pt x="1058391" y="5510137"/>
                  </a:lnTo>
                  <a:lnTo>
                    <a:pt x="1052290" y="5513662"/>
                  </a:lnTo>
                  <a:close/>
                </a:path>
                <a:path w="6802755" h="7098030">
                  <a:moveTo>
                    <a:pt x="977589" y="5383100"/>
                  </a:moveTo>
                  <a:lnTo>
                    <a:pt x="974651" y="5378012"/>
                  </a:lnTo>
                  <a:lnTo>
                    <a:pt x="979739" y="5375074"/>
                  </a:lnTo>
                  <a:lnTo>
                    <a:pt x="982676" y="5380162"/>
                  </a:lnTo>
                  <a:lnTo>
                    <a:pt x="977589" y="5383100"/>
                  </a:lnTo>
                  <a:close/>
                </a:path>
                <a:path w="6802755" h="7098030">
                  <a:moveTo>
                    <a:pt x="902780" y="5252935"/>
                  </a:moveTo>
                  <a:lnTo>
                    <a:pt x="900133" y="5248356"/>
                  </a:lnTo>
                  <a:lnTo>
                    <a:pt x="904711" y="5245715"/>
                  </a:lnTo>
                  <a:lnTo>
                    <a:pt x="907353" y="5250293"/>
                  </a:lnTo>
                  <a:lnTo>
                    <a:pt x="902780" y="5252935"/>
                  </a:lnTo>
                  <a:close/>
                </a:path>
                <a:path w="6802755" h="7098030">
                  <a:moveTo>
                    <a:pt x="828079" y="5122373"/>
                  </a:moveTo>
                  <a:lnTo>
                    <a:pt x="826023" y="5118814"/>
                  </a:lnTo>
                  <a:lnTo>
                    <a:pt x="829583" y="5116758"/>
                  </a:lnTo>
                  <a:lnTo>
                    <a:pt x="831638" y="5120318"/>
                  </a:lnTo>
                  <a:lnTo>
                    <a:pt x="828079" y="5122373"/>
                  </a:lnTo>
                  <a:close/>
                </a:path>
                <a:path w="6802755" h="7098030">
                  <a:moveTo>
                    <a:pt x="753265" y="4992220"/>
                  </a:moveTo>
                  <a:lnTo>
                    <a:pt x="751505" y="4989163"/>
                  </a:lnTo>
                  <a:lnTo>
                    <a:pt x="754562" y="4987398"/>
                  </a:lnTo>
                  <a:lnTo>
                    <a:pt x="756321" y="4990454"/>
                  </a:lnTo>
                  <a:lnTo>
                    <a:pt x="753265" y="4992220"/>
                  </a:lnTo>
                  <a:close/>
                </a:path>
                <a:path w="6802755" h="7098030">
                  <a:moveTo>
                    <a:pt x="678569" y="4861652"/>
                  </a:moveTo>
                  <a:lnTo>
                    <a:pt x="677390" y="4859614"/>
                  </a:lnTo>
                  <a:lnTo>
                    <a:pt x="679422" y="4858441"/>
                  </a:lnTo>
                  <a:lnTo>
                    <a:pt x="680601" y="4860479"/>
                  </a:lnTo>
                  <a:lnTo>
                    <a:pt x="678569" y="4861652"/>
                  </a:lnTo>
                  <a:close/>
                </a:path>
                <a:path w="6802755" h="7098030">
                  <a:moveTo>
                    <a:pt x="603755" y="4731487"/>
                  </a:moveTo>
                  <a:lnTo>
                    <a:pt x="602872" y="4729964"/>
                  </a:lnTo>
                  <a:lnTo>
                    <a:pt x="604400" y="4729082"/>
                  </a:lnTo>
                  <a:lnTo>
                    <a:pt x="605283" y="4730604"/>
                  </a:lnTo>
                  <a:lnTo>
                    <a:pt x="603755" y="4731487"/>
                  </a:lnTo>
                  <a:close/>
                </a:path>
                <a:path w="6802755" h="7098030">
                  <a:moveTo>
                    <a:pt x="2078045" y="7007102"/>
                  </a:moveTo>
                  <a:lnTo>
                    <a:pt x="2066294" y="6986750"/>
                  </a:lnTo>
                  <a:lnTo>
                    <a:pt x="2086646" y="6974999"/>
                  </a:lnTo>
                  <a:lnTo>
                    <a:pt x="2098397" y="6995351"/>
                  </a:lnTo>
                  <a:lnTo>
                    <a:pt x="2078045" y="7007102"/>
                  </a:lnTo>
                  <a:close/>
                </a:path>
                <a:path w="6802755" h="7098030">
                  <a:moveTo>
                    <a:pt x="2003444" y="6876143"/>
                  </a:moveTo>
                  <a:lnTo>
                    <a:pt x="1992575" y="6857314"/>
                  </a:lnTo>
                  <a:lnTo>
                    <a:pt x="2011405" y="6846445"/>
                  </a:lnTo>
                  <a:lnTo>
                    <a:pt x="2022279" y="6865275"/>
                  </a:lnTo>
                  <a:lnTo>
                    <a:pt x="2003444" y="6876143"/>
                  </a:lnTo>
                  <a:close/>
                </a:path>
                <a:path w="6802755" h="7098030">
                  <a:moveTo>
                    <a:pt x="1928749" y="6745581"/>
                  </a:moveTo>
                  <a:lnTo>
                    <a:pt x="1918466" y="6727771"/>
                  </a:lnTo>
                  <a:lnTo>
                    <a:pt x="1936277" y="6717488"/>
                  </a:lnTo>
                  <a:lnTo>
                    <a:pt x="1946559" y="6735299"/>
                  </a:lnTo>
                  <a:lnTo>
                    <a:pt x="1928749" y="6745581"/>
                  </a:lnTo>
                  <a:close/>
                </a:path>
                <a:path w="6802755" h="7098030">
                  <a:moveTo>
                    <a:pt x="1854047" y="6615020"/>
                  </a:moveTo>
                  <a:lnTo>
                    <a:pt x="1844351" y="6598222"/>
                  </a:lnTo>
                  <a:lnTo>
                    <a:pt x="1861143" y="6588526"/>
                  </a:lnTo>
                  <a:lnTo>
                    <a:pt x="1870839" y="6605324"/>
                  </a:lnTo>
                  <a:lnTo>
                    <a:pt x="1854047" y="6615020"/>
                  </a:lnTo>
                  <a:close/>
                </a:path>
                <a:path w="6802755" h="7098030">
                  <a:moveTo>
                    <a:pt x="1779345" y="6484458"/>
                  </a:moveTo>
                  <a:lnTo>
                    <a:pt x="1770236" y="6468679"/>
                  </a:lnTo>
                  <a:lnTo>
                    <a:pt x="1786009" y="6459575"/>
                  </a:lnTo>
                  <a:lnTo>
                    <a:pt x="1795118" y="6475348"/>
                  </a:lnTo>
                  <a:lnTo>
                    <a:pt x="1779345" y="6484458"/>
                  </a:lnTo>
                  <a:close/>
                </a:path>
                <a:path w="6802755" h="7098030">
                  <a:moveTo>
                    <a:pt x="1704750" y="6353487"/>
                  </a:moveTo>
                  <a:lnTo>
                    <a:pt x="1696523" y="6339242"/>
                  </a:lnTo>
                  <a:lnTo>
                    <a:pt x="1710774" y="6331015"/>
                  </a:lnTo>
                  <a:lnTo>
                    <a:pt x="1718995" y="6345260"/>
                  </a:lnTo>
                  <a:lnTo>
                    <a:pt x="1704750" y="6353487"/>
                  </a:lnTo>
                  <a:close/>
                </a:path>
                <a:path w="6802755" h="7098030">
                  <a:moveTo>
                    <a:pt x="1630043" y="6222925"/>
                  </a:moveTo>
                  <a:lnTo>
                    <a:pt x="1622408" y="6209699"/>
                  </a:lnTo>
                  <a:lnTo>
                    <a:pt x="1635634" y="6202058"/>
                  </a:lnTo>
                  <a:lnTo>
                    <a:pt x="1643275" y="6215290"/>
                  </a:lnTo>
                  <a:lnTo>
                    <a:pt x="1630043" y="6222925"/>
                  </a:lnTo>
                  <a:close/>
                </a:path>
                <a:path w="6802755" h="7098030">
                  <a:moveTo>
                    <a:pt x="1555341" y="6092364"/>
                  </a:moveTo>
                  <a:lnTo>
                    <a:pt x="1548293" y="6080156"/>
                  </a:lnTo>
                  <a:lnTo>
                    <a:pt x="1560506" y="6073102"/>
                  </a:lnTo>
                  <a:lnTo>
                    <a:pt x="1567555" y="6085309"/>
                  </a:lnTo>
                  <a:lnTo>
                    <a:pt x="1555341" y="6092364"/>
                  </a:lnTo>
                  <a:close/>
                </a:path>
                <a:path w="6802755" h="7098030">
                  <a:moveTo>
                    <a:pt x="1480646" y="5961795"/>
                  </a:moveTo>
                  <a:lnTo>
                    <a:pt x="1474183" y="5950607"/>
                  </a:lnTo>
                  <a:lnTo>
                    <a:pt x="1485372" y="5944145"/>
                  </a:lnTo>
                  <a:lnTo>
                    <a:pt x="1491834" y="5955333"/>
                  </a:lnTo>
                  <a:lnTo>
                    <a:pt x="1480646" y="5961795"/>
                  </a:lnTo>
                  <a:close/>
                </a:path>
                <a:path w="6802755" h="7098030">
                  <a:moveTo>
                    <a:pt x="1406045" y="5830837"/>
                  </a:moveTo>
                  <a:lnTo>
                    <a:pt x="1400465" y="5821170"/>
                  </a:lnTo>
                  <a:lnTo>
                    <a:pt x="1410131" y="5815585"/>
                  </a:lnTo>
                  <a:lnTo>
                    <a:pt x="1415717" y="5825257"/>
                  </a:lnTo>
                  <a:lnTo>
                    <a:pt x="1406045" y="5830837"/>
                  </a:lnTo>
                  <a:close/>
                </a:path>
                <a:path w="6802755" h="7098030">
                  <a:moveTo>
                    <a:pt x="1331349" y="5700275"/>
                  </a:moveTo>
                  <a:lnTo>
                    <a:pt x="1326350" y="5691621"/>
                  </a:lnTo>
                  <a:lnTo>
                    <a:pt x="1335003" y="5686628"/>
                  </a:lnTo>
                  <a:lnTo>
                    <a:pt x="1339997" y="5695282"/>
                  </a:lnTo>
                  <a:lnTo>
                    <a:pt x="1331349" y="5700275"/>
                  </a:lnTo>
                  <a:close/>
                </a:path>
                <a:path w="6802755" h="7098030">
                  <a:moveTo>
                    <a:pt x="1256535" y="5570115"/>
                  </a:moveTo>
                  <a:lnTo>
                    <a:pt x="1251832" y="5561972"/>
                  </a:lnTo>
                  <a:lnTo>
                    <a:pt x="1259976" y="5557269"/>
                  </a:lnTo>
                  <a:lnTo>
                    <a:pt x="1264679" y="5565419"/>
                  </a:lnTo>
                  <a:lnTo>
                    <a:pt x="1256535" y="5570115"/>
                  </a:lnTo>
                  <a:close/>
                </a:path>
                <a:path w="6802755" h="7098030">
                  <a:moveTo>
                    <a:pt x="1181833" y="5439554"/>
                  </a:moveTo>
                  <a:lnTo>
                    <a:pt x="1177723" y="5432429"/>
                  </a:lnTo>
                  <a:lnTo>
                    <a:pt x="1184842" y="5428318"/>
                  </a:lnTo>
                  <a:lnTo>
                    <a:pt x="1188959" y="5435437"/>
                  </a:lnTo>
                  <a:lnTo>
                    <a:pt x="1181833" y="5439554"/>
                  </a:lnTo>
                  <a:close/>
                </a:path>
                <a:path w="6802755" h="7098030">
                  <a:moveTo>
                    <a:pt x="1107138" y="5308986"/>
                  </a:moveTo>
                  <a:lnTo>
                    <a:pt x="1103607" y="5302880"/>
                  </a:lnTo>
                  <a:lnTo>
                    <a:pt x="1109714" y="5299355"/>
                  </a:lnTo>
                  <a:lnTo>
                    <a:pt x="1113238" y="5305462"/>
                  </a:lnTo>
                  <a:lnTo>
                    <a:pt x="1107138" y="5308986"/>
                  </a:lnTo>
                  <a:close/>
                </a:path>
                <a:path w="6802755" h="7098030">
                  <a:moveTo>
                    <a:pt x="1032430" y="5178424"/>
                  </a:moveTo>
                  <a:lnTo>
                    <a:pt x="1029492" y="5173336"/>
                  </a:lnTo>
                  <a:lnTo>
                    <a:pt x="1034580" y="5170399"/>
                  </a:lnTo>
                  <a:lnTo>
                    <a:pt x="1037518" y="5175486"/>
                  </a:lnTo>
                  <a:lnTo>
                    <a:pt x="1032430" y="5178424"/>
                  </a:lnTo>
                  <a:close/>
                </a:path>
                <a:path w="6802755" h="7098030">
                  <a:moveTo>
                    <a:pt x="957616" y="5048265"/>
                  </a:moveTo>
                  <a:lnTo>
                    <a:pt x="954974" y="5043680"/>
                  </a:lnTo>
                  <a:lnTo>
                    <a:pt x="959553" y="5041039"/>
                  </a:lnTo>
                  <a:lnTo>
                    <a:pt x="962200" y="5045618"/>
                  </a:lnTo>
                  <a:lnTo>
                    <a:pt x="957616" y="5048265"/>
                  </a:lnTo>
                  <a:close/>
                </a:path>
                <a:path w="6802755" h="7098030">
                  <a:moveTo>
                    <a:pt x="882920" y="4917697"/>
                  </a:moveTo>
                  <a:lnTo>
                    <a:pt x="880865" y="4914137"/>
                  </a:lnTo>
                  <a:lnTo>
                    <a:pt x="884424" y="4912082"/>
                  </a:lnTo>
                  <a:lnTo>
                    <a:pt x="886480" y="4915642"/>
                  </a:lnTo>
                  <a:lnTo>
                    <a:pt x="882920" y="4917697"/>
                  </a:lnTo>
                  <a:close/>
                </a:path>
                <a:path w="6802755" h="7098030">
                  <a:moveTo>
                    <a:pt x="808219" y="4787135"/>
                  </a:moveTo>
                  <a:lnTo>
                    <a:pt x="806750" y="4784588"/>
                  </a:lnTo>
                  <a:lnTo>
                    <a:pt x="809291" y="4783119"/>
                  </a:lnTo>
                  <a:lnTo>
                    <a:pt x="810760" y="4785666"/>
                  </a:lnTo>
                  <a:lnTo>
                    <a:pt x="808219" y="4787135"/>
                  </a:lnTo>
                  <a:close/>
                </a:path>
                <a:path w="6802755" h="7098030">
                  <a:moveTo>
                    <a:pt x="733405" y="4656976"/>
                  </a:moveTo>
                  <a:lnTo>
                    <a:pt x="732232" y="4654938"/>
                  </a:lnTo>
                  <a:lnTo>
                    <a:pt x="734263" y="4653765"/>
                  </a:lnTo>
                  <a:lnTo>
                    <a:pt x="735442" y="4655803"/>
                  </a:lnTo>
                  <a:lnTo>
                    <a:pt x="733405" y="4656976"/>
                  </a:lnTo>
                  <a:close/>
                </a:path>
                <a:path w="6802755" h="7098030">
                  <a:moveTo>
                    <a:pt x="659722" y="4525828"/>
                  </a:moveTo>
                  <a:lnTo>
                    <a:pt x="658371" y="4525828"/>
                  </a:lnTo>
                  <a:lnTo>
                    <a:pt x="658122" y="4525396"/>
                  </a:lnTo>
                  <a:lnTo>
                    <a:pt x="659473" y="4525396"/>
                  </a:lnTo>
                  <a:lnTo>
                    <a:pt x="659722" y="4525828"/>
                  </a:lnTo>
                  <a:close/>
                </a:path>
                <a:path w="6802755" h="7098030">
                  <a:moveTo>
                    <a:pt x="2282503" y="7062751"/>
                  </a:moveTo>
                  <a:lnTo>
                    <a:pt x="2270166" y="7041380"/>
                  </a:lnTo>
                  <a:lnTo>
                    <a:pt x="2291542" y="7029043"/>
                  </a:lnTo>
                  <a:lnTo>
                    <a:pt x="2303879" y="7050413"/>
                  </a:lnTo>
                  <a:lnTo>
                    <a:pt x="2282503" y="7062751"/>
                  </a:lnTo>
                  <a:close/>
                </a:path>
                <a:path w="6802755" h="7098030">
                  <a:moveTo>
                    <a:pt x="2207483" y="6933391"/>
                  </a:moveTo>
                  <a:lnTo>
                    <a:pt x="2194854" y="6911517"/>
                  </a:lnTo>
                  <a:lnTo>
                    <a:pt x="2216728" y="6898883"/>
                  </a:lnTo>
                  <a:lnTo>
                    <a:pt x="2229362" y="6920763"/>
                  </a:lnTo>
                  <a:lnTo>
                    <a:pt x="2207483" y="6933391"/>
                  </a:lnTo>
                  <a:close/>
                </a:path>
                <a:path w="6802755" h="7098030">
                  <a:moveTo>
                    <a:pt x="2132780" y="6802829"/>
                  </a:moveTo>
                  <a:lnTo>
                    <a:pt x="2120733" y="6781968"/>
                  </a:lnTo>
                  <a:lnTo>
                    <a:pt x="2141594" y="6769927"/>
                  </a:lnTo>
                  <a:lnTo>
                    <a:pt x="2153641" y="6790788"/>
                  </a:lnTo>
                  <a:lnTo>
                    <a:pt x="2132780" y="6802829"/>
                  </a:lnTo>
                  <a:close/>
                </a:path>
                <a:path w="6802755" h="7098030">
                  <a:moveTo>
                    <a:pt x="2058185" y="6671871"/>
                  </a:moveTo>
                  <a:lnTo>
                    <a:pt x="2047020" y="6652532"/>
                  </a:lnTo>
                  <a:lnTo>
                    <a:pt x="2066353" y="6641367"/>
                  </a:lnTo>
                  <a:lnTo>
                    <a:pt x="2077518" y="6660706"/>
                  </a:lnTo>
                  <a:lnTo>
                    <a:pt x="2058185" y="6671871"/>
                  </a:lnTo>
                  <a:close/>
                </a:path>
                <a:path w="6802755" h="7098030">
                  <a:moveTo>
                    <a:pt x="1983483" y="6541309"/>
                  </a:moveTo>
                  <a:lnTo>
                    <a:pt x="1972905" y="6522983"/>
                  </a:lnTo>
                  <a:lnTo>
                    <a:pt x="1991225" y="6512410"/>
                  </a:lnTo>
                  <a:lnTo>
                    <a:pt x="2001804" y="6530730"/>
                  </a:lnTo>
                  <a:lnTo>
                    <a:pt x="1983483" y="6541309"/>
                  </a:lnTo>
                  <a:close/>
                </a:path>
                <a:path w="6802755" h="7098030">
                  <a:moveTo>
                    <a:pt x="1908782" y="6410747"/>
                  </a:moveTo>
                  <a:lnTo>
                    <a:pt x="1898789" y="6393440"/>
                  </a:lnTo>
                  <a:lnTo>
                    <a:pt x="1916091" y="6383454"/>
                  </a:lnTo>
                  <a:lnTo>
                    <a:pt x="1926083" y="6400755"/>
                  </a:lnTo>
                  <a:lnTo>
                    <a:pt x="1908782" y="6410747"/>
                  </a:lnTo>
                  <a:close/>
                </a:path>
                <a:path w="6802755" h="7098030">
                  <a:moveTo>
                    <a:pt x="1834187" y="6279776"/>
                  </a:moveTo>
                  <a:lnTo>
                    <a:pt x="1825077" y="6264003"/>
                  </a:lnTo>
                  <a:lnTo>
                    <a:pt x="1840850" y="6254899"/>
                  </a:lnTo>
                  <a:lnTo>
                    <a:pt x="1849960" y="6270673"/>
                  </a:lnTo>
                  <a:lnTo>
                    <a:pt x="1834187" y="6279776"/>
                  </a:lnTo>
                  <a:close/>
                </a:path>
                <a:path w="6802755" h="7098030">
                  <a:moveTo>
                    <a:pt x="1759485" y="6149215"/>
                  </a:moveTo>
                  <a:lnTo>
                    <a:pt x="1750962" y="6134460"/>
                  </a:lnTo>
                  <a:lnTo>
                    <a:pt x="1765722" y="6125937"/>
                  </a:lnTo>
                  <a:lnTo>
                    <a:pt x="1774239" y="6140697"/>
                  </a:lnTo>
                  <a:lnTo>
                    <a:pt x="1759485" y="6149215"/>
                  </a:lnTo>
                  <a:close/>
                </a:path>
                <a:path w="6802755" h="7098030">
                  <a:moveTo>
                    <a:pt x="1684778" y="6018652"/>
                  </a:moveTo>
                  <a:lnTo>
                    <a:pt x="1676847" y="6004917"/>
                  </a:lnTo>
                  <a:lnTo>
                    <a:pt x="1690588" y="5996980"/>
                  </a:lnTo>
                  <a:lnTo>
                    <a:pt x="1698519" y="6010721"/>
                  </a:lnTo>
                  <a:lnTo>
                    <a:pt x="1684778" y="6018652"/>
                  </a:lnTo>
                  <a:close/>
                </a:path>
                <a:path w="6802755" h="7098030">
                  <a:moveTo>
                    <a:pt x="1610188" y="5887688"/>
                  </a:moveTo>
                  <a:lnTo>
                    <a:pt x="1603134" y="5875474"/>
                  </a:lnTo>
                  <a:lnTo>
                    <a:pt x="1615347" y="5868426"/>
                  </a:lnTo>
                  <a:lnTo>
                    <a:pt x="1622402" y="5880639"/>
                  </a:lnTo>
                  <a:lnTo>
                    <a:pt x="1610188" y="5887688"/>
                  </a:lnTo>
                  <a:close/>
                </a:path>
                <a:path w="6802755" h="7098030">
                  <a:moveTo>
                    <a:pt x="1535594" y="5756723"/>
                  </a:moveTo>
                  <a:lnTo>
                    <a:pt x="1529422" y="5746038"/>
                  </a:lnTo>
                  <a:lnTo>
                    <a:pt x="1540107" y="5739872"/>
                  </a:lnTo>
                  <a:lnTo>
                    <a:pt x="1546279" y="5750557"/>
                  </a:lnTo>
                  <a:lnTo>
                    <a:pt x="1535594" y="5756723"/>
                  </a:lnTo>
                  <a:close/>
                </a:path>
                <a:path w="6802755" h="7098030">
                  <a:moveTo>
                    <a:pt x="1460892" y="5626161"/>
                  </a:moveTo>
                  <a:lnTo>
                    <a:pt x="1455306" y="5616495"/>
                  </a:lnTo>
                  <a:lnTo>
                    <a:pt x="1464979" y="5610909"/>
                  </a:lnTo>
                  <a:lnTo>
                    <a:pt x="1470558" y="5620582"/>
                  </a:lnTo>
                  <a:lnTo>
                    <a:pt x="1460892" y="5626161"/>
                  </a:lnTo>
                  <a:close/>
                </a:path>
                <a:path w="6802755" h="7098030">
                  <a:moveTo>
                    <a:pt x="1386184" y="5495599"/>
                  </a:moveTo>
                  <a:lnTo>
                    <a:pt x="1381191" y="5486952"/>
                  </a:lnTo>
                  <a:lnTo>
                    <a:pt x="1389845" y="5481953"/>
                  </a:lnTo>
                  <a:lnTo>
                    <a:pt x="1394838" y="5490600"/>
                  </a:lnTo>
                  <a:lnTo>
                    <a:pt x="1386184" y="5495599"/>
                  </a:lnTo>
                  <a:close/>
                </a:path>
                <a:path w="6802755" h="7098030">
                  <a:moveTo>
                    <a:pt x="1311483" y="5365038"/>
                  </a:moveTo>
                  <a:lnTo>
                    <a:pt x="1307076" y="5357403"/>
                  </a:lnTo>
                  <a:lnTo>
                    <a:pt x="1314717" y="5352996"/>
                  </a:lnTo>
                  <a:lnTo>
                    <a:pt x="1319123" y="5360625"/>
                  </a:lnTo>
                  <a:lnTo>
                    <a:pt x="1311483" y="5365038"/>
                  </a:lnTo>
                  <a:close/>
                </a:path>
                <a:path w="6802755" h="7098030">
                  <a:moveTo>
                    <a:pt x="1236675" y="5234878"/>
                  </a:moveTo>
                  <a:lnTo>
                    <a:pt x="1232564" y="5227753"/>
                  </a:lnTo>
                  <a:lnTo>
                    <a:pt x="1239689" y="5223636"/>
                  </a:lnTo>
                  <a:lnTo>
                    <a:pt x="1243800" y="5230762"/>
                  </a:lnTo>
                  <a:lnTo>
                    <a:pt x="1236675" y="5234878"/>
                  </a:lnTo>
                  <a:close/>
                </a:path>
                <a:path w="6802755" h="7098030">
                  <a:moveTo>
                    <a:pt x="1161973" y="5104310"/>
                  </a:moveTo>
                  <a:lnTo>
                    <a:pt x="1158449" y="5098204"/>
                  </a:lnTo>
                  <a:lnTo>
                    <a:pt x="1164555" y="5094679"/>
                  </a:lnTo>
                  <a:lnTo>
                    <a:pt x="1168085" y="5100786"/>
                  </a:lnTo>
                  <a:lnTo>
                    <a:pt x="1161973" y="5104310"/>
                  </a:lnTo>
                  <a:close/>
                </a:path>
                <a:path w="6802755" h="7098030">
                  <a:moveTo>
                    <a:pt x="1087277" y="4973748"/>
                  </a:moveTo>
                  <a:lnTo>
                    <a:pt x="1084339" y="4968661"/>
                  </a:lnTo>
                  <a:lnTo>
                    <a:pt x="1089427" y="4965723"/>
                  </a:lnTo>
                  <a:lnTo>
                    <a:pt x="1092365" y="4970811"/>
                  </a:lnTo>
                  <a:lnTo>
                    <a:pt x="1087277" y="4973748"/>
                  </a:lnTo>
                  <a:close/>
                </a:path>
                <a:path w="6802755" h="7098030">
                  <a:moveTo>
                    <a:pt x="1012570" y="4843187"/>
                  </a:moveTo>
                  <a:lnTo>
                    <a:pt x="1010218" y="4839112"/>
                  </a:lnTo>
                  <a:lnTo>
                    <a:pt x="1014287" y="4836766"/>
                  </a:lnTo>
                  <a:lnTo>
                    <a:pt x="1016639" y="4840835"/>
                  </a:lnTo>
                  <a:lnTo>
                    <a:pt x="1012570" y="4843187"/>
                  </a:lnTo>
                  <a:close/>
                </a:path>
                <a:path w="6802755" h="7098030">
                  <a:moveTo>
                    <a:pt x="937762" y="4713027"/>
                  </a:moveTo>
                  <a:lnTo>
                    <a:pt x="935701" y="4709462"/>
                  </a:lnTo>
                  <a:lnTo>
                    <a:pt x="939266" y="4707407"/>
                  </a:lnTo>
                  <a:lnTo>
                    <a:pt x="941327" y="4710972"/>
                  </a:lnTo>
                  <a:lnTo>
                    <a:pt x="937762" y="4713027"/>
                  </a:lnTo>
                  <a:close/>
                </a:path>
                <a:path w="6802755" h="7098030">
                  <a:moveTo>
                    <a:pt x="863066" y="4582459"/>
                  </a:moveTo>
                  <a:lnTo>
                    <a:pt x="861597" y="4579918"/>
                  </a:lnTo>
                  <a:lnTo>
                    <a:pt x="864138" y="4578449"/>
                  </a:lnTo>
                  <a:lnTo>
                    <a:pt x="865607" y="4580990"/>
                  </a:lnTo>
                  <a:lnTo>
                    <a:pt x="863066" y="4582459"/>
                  </a:lnTo>
                  <a:close/>
                </a:path>
                <a:path w="6802755" h="7098030">
                  <a:moveTo>
                    <a:pt x="788359" y="4451898"/>
                  </a:moveTo>
                  <a:lnTo>
                    <a:pt x="787476" y="4450369"/>
                  </a:lnTo>
                  <a:lnTo>
                    <a:pt x="788998" y="4449492"/>
                  </a:lnTo>
                  <a:lnTo>
                    <a:pt x="789881" y="4451021"/>
                  </a:lnTo>
                  <a:lnTo>
                    <a:pt x="788359" y="4451898"/>
                  </a:lnTo>
                  <a:close/>
                </a:path>
                <a:path w="6802755" h="7098030">
                  <a:moveTo>
                    <a:pt x="2501315" y="7098006"/>
                  </a:moveTo>
                  <a:lnTo>
                    <a:pt x="2478924" y="7098006"/>
                  </a:lnTo>
                  <a:lnTo>
                    <a:pt x="2478456" y="7097195"/>
                  </a:lnTo>
                  <a:lnTo>
                    <a:pt x="2495248" y="7087499"/>
                  </a:lnTo>
                  <a:lnTo>
                    <a:pt x="2501315" y="7098006"/>
                  </a:lnTo>
                  <a:close/>
                </a:path>
                <a:path w="6802755" h="7098030">
                  <a:moveTo>
                    <a:pt x="2411620" y="6990248"/>
                  </a:moveTo>
                  <a:lnTo>
                    <a:pt x="2397517" y="6965821"/>
                  </a:lnTo>
                  <a:lnTo>
                    <a:pt x="2421944" y="6951718"/>
                  </a:lnTo>
                  <a:lnTo>
                    <a:pt x="2436047" y="6976145"/>
                  </a:lnTo>
                  <a:lnTo>
                    <a:pt x="2411620" y="6990248"/>
                  </a:lnTo>
                  <a:close/>
                </a:path>
                <a:path w="6802755" h="7098030">
                  <a:moveTo>
                    <a:pt x="2337025" y="6859283"/>
                  </a:moveTo>
                  <a:lnTo>
                    <a:pt x="2323805" y="6836384"/>
                  </a:lnTo>
                  <a:lnTo>
                    <a:pt x="2346704" y="6823164"/>
                  </a:lnTo>
                  <a:lnTo>
                    <a:pt x="2359924" y="6846062"/>
                  </a:lnTo>
                  <a:lnTo>
                    <a:pt x="2337025" y="6859283"/>
                  </a:lnTo>
                  <a:close/>
                </a:path>
                <a:path w="6802755" h="7098030">
                  <a:moveTo>
                    <a:pt x="2262324" y="6728715"/>
                  </a:moveTo>
                  <a:lnTo>
                    <a:pt x="2249690" y="6706841"/>
                  </a:lnTo>
                  <a:lnTo>
                    <a:pt x="2271575" y="6694207"/>
                  </a:lnTo>
                  <a:lnTo>
                    <a:pt x="2284203" y="6716081"/>
                  </a:lnTo>
                  <a:lnTo>
                    <a:pt x="2262324" y="6728715"/>
                  </a:lnTo>
                  <a:close/>
                </a:path>
                <a:path w="6802755" h="7098030">
                  <a:moveTo>
                    <a:pt x="2187628" y="6598159"/>
                  </a:moveTo>
                  <a:lnTo>
                    <a:pt x="2175581" y="6577291"/>
                  </a:lnTo>
                  <a:lnTo>
                    <a:pt x="2196442" y="6565244"/>
                  </a:lnTo>
                  <a:lnTo>
                    <a:pt x="2208489" y="6586111"/>
                  </a:lnTo>
                  <a:lnTo>
                    <a:pt x="2187628" y="6598159"/>
                  </a:lnTo>
                  <a:close/>
                </a:path>
                <a:path w="6802755" h="7098030">
                  <a:moveTo>
                    <a:pt x="2113027" y="6467194"/>
                  </a:moveTo>
                  <a:lnTo>
                    <a:pt x="2101862" y="6447855"/>
                  </a:lnTo>
                  <a:lnTo>
                    <a:pt x="2121201" y="6436690"/>
                  </a:lnTo>
                  <a:lnTo>
                    <a:pt x="2132366" y="6456029"/>
                  </a:lnTo>
                  <a:lnTo>
                    <a:pt x="2113027" y="6467194"/>
                  </a:lnTo>
                  <a:close/>
                </a:path>
                <a:path w="6802755" h="7098030">
                  <a:moveTo>
                    <a:pt x="2038325" y="6336625"/>
                  </a:moveTo>
                  <a:lnTo>
                    <a:pt x="2027753" y="6318312"/>
                  </a:lnTo>
                  <a:lnTo>
                    <a:pt x="2046067" y="6307733"/>
                  </a:lnTo>
                  <a:lnTo>
                    <a:pt x="2056645" y="6326053"/>
                  </a:lnTo>
                  <a:lnTo>
                    <a:pt x="2038325" y="6336625"/>
                  </a:lnTo>
                  <a:close/>
                </a:path>
                <a:path w="6802755" h="7098030">
                  <a:moveTo>
                    <a:pt x="1963624" y="6206064"/>
                  </a:moveTo>
                  <a:lnTo>
                    <a:pt x="1953637" y="6188763"/>
                  </a:lnTo>
                  <a:lnTo>
                    <a:pt x="1970939" y="6178776"/>
                  </a:lnTo>
                  <a:lnTo>
                    <a:pt x="1980925" y="6196077"/>
                  </a:lnTo>
                  <a:lnTo>
                    <a:pt x="1963624" y="6206064"/>
                  </a:lnTo>
                  <a:close/>
                </a:path>
                <a:path w="6802755" h="7098030">
                  <a:moveTo>
                    <a:pt x="1889029" y="6075099"/>
                  </a:moveTo>
                  <a:lnTo>
                    <a:pt x="1879925" y="6059326"/>
                  </a:lnTo>
                  <a:lnTo>
                    <a:pt x="1895698" y="6050216"/>
                  </a:lnTo>
                  <a:lnTo>
                    <a:pt x="1904802" y="6065989"/>
                  </a:lnTo>
                  <a:lnTo>
                    <a:pt x="1889029" y="6075099"/>
                  </a:lnTo>
                  <a:close/>
                </a:path>
                <a:path w="6802755" h="7098030">
                  <a:moveTo>
                    <a:pt x="1814327" y="5944537"/>
                  </a:moveTo>
                  <a:lnTo>
                    <a:pt x="1805810" y="5929783"/>
                  </a:lnTo>
                  <a:lnTo>
                    <a:pt x="1820564" y="5921265"/>
                  </a:lnTo>
                  <a:lnTo>
                    <a:pt x="1829081" y="5936014"/>
                  </a:lnTo>
                  <a:lnTo>
                    <a:pt x="1814327" y="5944537"/>
                  </a:lnTo>
                  <a:close/>
                </a:path>
                <a:path w="6802755" h="7098030">
                  <a:moveTo>
                    <a:pt x="1739732" y="5813572"/>
                  </a:moveTo>
                  <a:lnTo>
                    <a:pt x="1732097" y="5800346"/>
                  </a:lnTo>
                  <a:lnTo>
                    <a:pt x="1745323" y="5792705"/>
                  </a:lnTo>
                  <a:lnTo>
                    <a:pt x="1752964" y="5805937"/>
                  </a:lnTo>
                  <a:lnTo>
                    <a:pt x="1739732" y="5813572"/>
                  </a:lnTo>
                  <a:close/>
                </a:path>
                <a:path w="6802755" h="7098030">
                  <a:moveTo>
                    <a:pt x="1665030" y="5683010"/>
                  </a:moveTo>
                  <a:lnTo>
                    <a:pt x="1657982" y="5670797"/>
                  </a:lnTo>
                  <a:lnTo>
                    <a:pt x="1670195" y="5663748"/>
                  </a:lnTo>
                  <a:lnTo>
                    <a:pt x="1677244" y="5675962"/>
                  </a:lnTo>
                  <a:lnTo>
                    <a:pt x="1665030" y="5683010"/>
                  </a:lnTo>
                  <a:close/>
                </a:path>
                <a:path w="6802755" h="7098030">
                  <a:moveTo>
                    <a:pt x="1590435" y="5552045"/>
                  </a:moveTo>
                  <a:lnTo>
                    <a:pt x="1584269" y="5541360"/>
                  </a:lnTo>
                  <a:lnTo>
                    <a:pt x="1594955" y="5535188"/>
                  </a:lnTo>
                  <a:lnTo>
                    <a:pt x="1601121" y="5545874"/>
                  </a:lnTo>
                  <a:lnTo>
                    <a:pt x="1590435" y="5552045"/>
                  </a:lnTo>
                  <a:close/>
                </a:path>
                <a:path w="6802755" h="7098030">
                  <a:moveTo>
                    <a:pt x="1515734" y="5421483"/>
                  </a:moveTo>
                  <a:lnTo>
                    <a:pt x="1510154" y="5411817"/>
                  </a:lnTo>
                  <a:lnTo>
                    <a:pt x="1519820" y="5406238"/>
                  </a:lnTo>
                  <a:lnTo>
                    <a:pt x="1525400" y="5415898"/>
                  </a:lnTo>
                  <a:lnTo>
                    <a:pt x="1515734" y="5421483"/>
                  </a:lnTo>
                  <a:close/>
                </a:path>
                <a:path w="6802755" h="7098030">
                  <a:moveTo>
                    <a:pt x="1441032" y="5290922"/>
                  </a:moveTo>
                  <a:lnTo>
                    <a:pt x="1436039" y="5282268"/>
                  </a:lnTo>
                  <a:lnTo>
                    <a:pt x="1444692" y="5277275"/>
                  </a:lnTo>
                  <a:lnTo>
                    <a:pt x="1449685" y="5285922"/>
                  </a:lnTo>
                  <a:lnTo>
                    <a:pt x="1441032" y="5290922"/>
                  </a:lnTo>
                  <a:close/>
                </a:path>
                <a:path w="6802755" h="7098030">
                  <a:moveTo>
                    <a:pt x="1366324" y="5160360"/>
                  </a:moveTo>
                  <a:lnTo>
                    <a:pt x="1361918" y="5152725"/>
                  </a:lnTo>
                  <a:lnTo>
                    <a:pt x="1369553" y="5148318"/>
                  </a:lnTo>
                  <a:lnTo>
                    <a:pt x="1373959" y="5155953"/>
                  </a:lnTo>
                  <a:lnTo>
                    <a:pt x="1366324" y="5160360"/>
                  </a:lnTo>
                  <a:close/>
                </a:path>
                <a:path w="6802755" h="7098030">
                  <a:moveTo>
                    <a:pt x="1291522" y="5030195"/>
                  </a:moveTo>
                  <a:lnTo>
                    <a:pt x="1287406" y="5023069"/>
                  </a:lnTo>
                  <a:lnTo>
                    <a:pt x="1294531" y="5018959"/>
                  </a:lnTo>
                  <a:lnTo>
                    <a:pt x="1298648" y="5026084"/>
                  </a:lnTo>
                  <a:lnTo>
                    <a:pt x="1291522" y="5030195"/>
                  </a:lnTo>
                  <a:close/>
                </a:path>
                <a:path w="6802755" h="7098030">
                  <a:moveTo>
                    <a:pt x="1216927" y="4899236"/>
                  </a:moveTo>
                  <a:lnTo>
                    <a:pt x="1213693" y="4893633"/>
                  </a:lnTo>
                  <a:lnTo>
                    <a:pt x="1219291" y="4890405"/>
                  </a:lnTo>
                  <a:lnTo>
                    <a:pt x="1222525" y="4896002"/>
                  </a:lnTo>
                  <a:lnTo>
                    <a:pt x="1216927" y="4899236"/>
                  </a:lnTo>
                  <a:close/>
                </a:path>
                <a:path w="6802755" h="7098030">
                  <a:moveTo>
                    <a:pt x="1142226" y="4768675"/>
                  </a:moveTo>
                  <a:lnTo>
                    <a:pt x="1139584" y="4764090"/>
                  </a:lnTo>
                  <a:lnTo>
                    <a:pt x="1144162" y="4761448"/>
                  </a:lnTo>
                  <a:lnTo>
                    <a:pt x="1146804" y="4766027"/>
                  </a:lnTo>
                  <a:lnTo>
                    <a:pt x="1142226" y="4768675"/>
                  </a:lnTo>
                  <a:close/>
                </a:path>
                <a:path w="6802755" h="7098030">
                  <a:moveTo>
                    <a:pt x="1067411" y="4638510"/>
                  </a:moveTo>
                  <a:lnTo>
                    <a:pt x="1065060" y="4634440"/>
                  </a:lnTo>
                  <a:lnTo>
                    <a:pt x="1069135" y="4632089"/>
                  </a:lnTo>
                  <a:lnTo>
                    <a:pt x="1071486" y="4636158"/>
                  </a:lnTo>
                  <a:lnTo>
                    <a:pt x="1067411" y="4638510"/>
                  </a:lnTo>
                  <a:close/>
                </a:path>
                <a:path w="6802755" h="7098030">
                  <a:moveTo>
                    <a:pt x="992716" y="4507942"/>
                  </a:moveTo>
                  <a:lnTo>
                    <a:pt x="990951" y="4504891"/>
                  </a:lnTo>
                  <a:lnTo>
                    <a:pt x="994001" y="4503132"/>
                  </a:lnTo>
                  <a:lnTo>
                    <a:pt x="995766" y="4506183"/>
                  </a:lnTo>
                  <a:lnTo>
                    <a:pt x="992716" y="4507942"/>
                  </a:lnTo>
                  <a:close/>
                </a:path>
                <a:path w="6802755" h="7098030">
                  <a:moveTo>
                    <a:pt x="918009" y="4377380"/>
                  </a:moveTo>
                  <a:lnTo>
                    <a:pt x="916836" y="4375348"/>
                  </a:lnTo>
                  <a:lnTo>
                    <a:pt x="918873" y="4374170"/>
                  </a:lnTo>
                  <a:lnTo>
                    <a:pt x="920046" y="4376207"/>
                  </a:lnTo>
                  <a:lnTo>
                    <a:pt x="918009" y="4377380"/>
                  </a:lnTo>
                  <a:close/>
                </a:path>
                <a:path w="6802755" h="7098030">
                  <a:moveTo>
                    <a:pt x="843200" y="4247226"/>
                  </a:moveTo>
                  <a:lnTo>
                    <a:pt x="842318" y="4245692"/>
                  </a:lnTo>
                  <a:lnTo>
                    <a:pt x="843846" y="4244810"/>
                  </a:lnTo>
                  <a:lnTo>
                    <a:pt x="844728" y="4246344"/>
                  </a:lnTo>
                  <a:lnTo>
                    <a:pt x="843200" y="4247226"/>
                  </a:lnTo>
                  <a:close/>
                </a:path>
                <a:path w="6802755" h="7098030">
                  <a:moveTo>
                    <a:pt x="2615758" y="7047098"/>
                  </a:moveTo>
                  <a:lnTo>
                    <a:pt x="2600187" y="7020124"/>
                  </a:lnTo>
                  <a:lnTo>
                    <a:pt x="2627160" y="7004552"/>
                  </a:lnTo>
                  <a:lnTo>
                    <a:pt x="2642732" y="7031526"/>
                  </a:lnTo>
                  <a:lnTo>
                    <a:pt x="2615758" y="7047098"/>
                  </a:lnTo>
                  <a:close/>
                </a:path>
                <a:path w="6802755" h="7098030">
                  <a:moveTo>
                    <a:pt x="2540950" y="6916933"/>
                  </a:moveTo>
                  <a:lnTo>
                    <a:pt x="2525675" y="6890474"/>
                  </a:lnTo>
                  <a:lnTo>
                    <a:pt x="2552133" y="6875199"/>
                  </a:lnTo>
                  <a:lnTo>
                    <a:pt x="2567408" y="6901657"/>
                  </a:lnTo>
                  <a:lnTo>
                    <a:pt x="2540950" y="6916933"/>
                  </a:lnTo>
                  <a:close/>
                </a:path>
                <a:path w="6802755" h="7098030">
                  <a:moveTo>
                    <a:pt x="2466361" y="6785968"/>
                  </a:moveTo>
                  <a:lnTo>
                    <a:pt x="2451962" y="6761038"/>
                  </a:lnTo>
                  <a:lnTo>
                    <a:pt x="2476898" y="6746639"/>
                  </a:lnTo>
                  <a:lnTo>
                    <a:pt x="2491291" y="6771575"/>
                  </a:lnTo>
                  <a:lnTo>
                    <a:pt x="2466361" y="6785968"/>
                  </a:lnTo>
                  <a:close/>
                </a:path>
                <a:path w="6802755" h="7098030">
                  <a:moveTo>
                    <a:pt x="2391760" y="6655009"/>
                  </a:moveTo>
                  <a:lnTo>
                    <a:pt x="2378244" y="6631601"/>
                  </a:lnTo>
                  <a:lnTo>
                    <a:pt x="2401657" y="6618085"/>
                  </a:lnTo>
                  <a:lnTo>
                    <a:pt x="2415168" y="6641492"/>
                  </a:lnTo>
                  <a:lnTo>
                    <a:pt x="2391760" y="6655009"/>
                  </a:lnTo>
                  <a:close/>
                </a:path>
                <a:path w="6802755" h="7098030">
                  <a:moveTo>
                    <a:pt x="2317165" y="6524044"/>
                  </a:moveTo>
                  <a:lnTo>
                    <a:pt x="2304531" y="6502164"/>
                  </a:lnTo>
                  <a:lnTo>
                    <a:pt x="2326417" y="6489530"/>
                  </a:lnTo>
                  <a:lnTo>
                    <a:pt x="2339051" y="6511410"/>
                  </a:lnTo>
                  <a:lnTo>
                    <a:pt x="2317165" y="6524044"/>
                  </a:lnTo>
                  <a:close/>
                </a:path>
                <a:path w="6802755" h="7098030">
                  <a:moveTo>
                    <a:pt x="2242463" y="6393482"/>
                  </a:moveTo>
                  <a:lnTo>
                    <a:pt x="2230416" y="6372615"/>
                  </a:lnTo>
                  <a:lnTo>
                    <a:pt x="2251283" y="6360568"/>
                  </a:lnTo>
                  <a:lnTo>
                    <a:pt x="2263330" y="6381435"/>
                  </a:lnTo>
                  <a:lnTo>
                    <a:pt x="2242463" y="6393482"/>
                  </a:lnTo>
                  <a:close/>
                </a:path>
                <a:path w="6802755" h="7098030">
                  <a:moveTo>
                    <a:pt x="2167868" y="6262517"/>
                  </a:moveTo>
                  <a:lnTo>
                    <a:pt x="2156703" y="6243178"/>
                  </a:lnTo>
                  <a:lnTo>
                    <a:pt x="2176042" y="6232014"/>
                  </a:lnTo>
                  <a:lnTo>
                    <a:pt x="2187207" y="6251353"/>
                  </a:lnTo>
                  <a:lnTo>
                    <a:pt x="2167868" y="6262517"/>
                  </a:lnTo>
                  <a:close/>
                </a:path>
                <a:path w="6802755" h="7098030">
                  <a:moveTo>
                    <a:pt x="2093167" y="6131949"/>
                  </a:moveTo>
                  <a:lnTo>
                    <a:pt x="2082588" y="6113635"/>
                  </a:lnTo>
                  <a:lnTo>
                    <a:pt x="2100914" y="6103056"/>
                  </a:lnTo>
                  <a:lnTo>
                    <a:pt x="2111487" y="6121370"/>
                  </a:lnTo>
                  <a:lnTo>
                    <a:pt x="2093167" y="6131949"/>
                  </a:lnTo>
                  <a:close/>
                </a:path>
                <a:path w="6802755" h="7098030">
                  <a:moveTo>
                    <a:pt x="2018465" y="6001387"/>
                  </a:moveTo>
                  <a:lnTo>
                    <a:pt x="2008479" y="5984086"/>
                  </a:lnTo>
                  <a:lnTo>
                    <a:pt x="2025780" y="5974094"/>
                  </a:lnTo>
                  <a:lnTo>
                    <a:pt x="2035772" y="5991395"/>
                  </a:lnTo>
                  <a:lnTo>
                    <a:pt x="2018465" y="6001387"/>
                  </a:lnTo>
                  <a:close/>
                </a:path>
                <a:path w="6802755" h="7098030">
                  <a:moveTo>
                    <a:pt x="1943870" y="5870429"/>
                  </a:moveTo>
                  <a:lnTo>
                    <a:pt x="1934760" y="5854650"/>
                  </a:lnTo>
                  <a:lnTo>
                    <a:pt x="1950540" y="5845540"/>
                  </a:lnTo>
                  <a:lnTo>
                    <a:pt x="1959649" y="5861319"/>
                  </a:lnTo>
                  <a:lnTo>
                    <a:pt x="1943870" y="5870429"/>
                  </a:lnTo>
                  <a:close/>
                </a:path>
                <a:path w="6802755" h="7098030">
                  <a:moveTo>
                    <a:pt x="1869275" y="5739458"/>
                  </a:moveTo>
                  <a:lnTo>
                    <a:pt x="1861048" y="5725213"/>
                  </a:lnTo>
                  <a:lnTo>
                    <a:pt x="1875299" y="5716986"/>
                  </a:lnTo>
                  <a:lnTo>
                    <a:pt x="1883526" y="5731231"/>
                  </a:lnTo>
                  <a:lnTo>
                    <a:pt x="1869275" y="5739458"/>
                  </a:lnTo>
                  <a:close/>
                </a:path>
                <a:path w="6802755" h="7098030">
                  <a:moveTo>
                    <a:pt x="1794574" y="5608896"/>
                  </a:moveTo>
                  <a:lnTo>
                    <a:pt x="1786933" y="5595670"/>
                  </a:lnTo>
                  <a:lnTo>
                    <a:pt x="1800171" y="5588029"/>
                  </a:lnTo>
                  <a:lnTo>
                    <a:pt x="1807806" y="5601255"/>
                  </a:lnTo>
                  <a:lnTo>
                    <a:pt x="1794574" y="5608896"/>
                  </a:lnTo>
                  <a:close/>
                </a:path>
                <a:path w="6802755" h="7098030">
                  <a:moveTo>
                    <a:pt x="1719878" y="5478335"/>
                  </a:moveTo>
                  <a:lnTo>
                    <a:pt x="1712823" y="5466121"/>
                  </a:lnTo>
                  <a:lnTo>
                    <a:pt x="1725031" y="5459072"/>
                  </a:lnTo>
                  <a:lnTo>
                    <a:pt x="1732085" y="5471286"/>
                  </a:lnTo>
                  <a:lnTo>
                    <a:pt x="1719878" y="5478335"/>
                  </a:lnTo>
                  <a:close/>
                </a:path>
                <a:path w="6802755" h="7098030">
                  <a:moveTo>
                    <a:pt x="1645277" y="5347376"/>
                  </a:moveTo>
                  <a:lnTo>
                    <a:pt x="1639105" y="5336685"/>
                  </a:lnTo>
                  <a:lnTo>
                    <a:pt x="1649796" y="5330513"/>
                  </a:lnTo>
                  <a:lnTo>
                    <a:pt x="1655968" y="5341204"/>
                  </a:lnTo>
                  <a:lnTo>
                    <a:pt x="1645277" y="5347376"/>
                  </a:lnTo>
                  <a:close/>
                </a:path>
                <a:path w="6802755" h="7098030">
                  <a:moveTo>
                    <a:pt x="1570682" y="5216405"/>
                  </a:moveTo>
                  <a:lnTo>
                    <a:pt x="1565392" y="5207248"/>
                  </a:lnTo>
                  <a:lnTo>
                    <a:pt x="1574556" y="5201959"/>
                  </a:lnTo>
                  <a:lnTo>
                    <a:pt x="1579845" y="5211116"/>
                  </a:lnTo>
                  <a:lnTo>
                    <a:pt x="1570682" y="5216405"/>
                  </a:lnTo>
                  <a:close/>
                </a:path>
                <a:path w="6802755" h="7098030">
                  <a:moveTo>
                    <a:pt x="1495980" y="5085843"/>
                  </a:moveTo>
                  <a:lnTo>
                    <a:pt x="1491277" y="5077705"/>
                  </a:lnTo>
                  <a:lnTo>
                    <a:pt x="1499427" y="5073002"/>
                  </a:lnTo>
                  <a:lnTo>
                    <a:pt x="1504124" y="5081140"/>
                  </a:lnTo>
                  <a:lnTo>
                    <a:pt x="1495980" y="5085843"/>
                  </a:lnTo>
                  <a:close/>
                </a:path>
                <a:path w="6802755" h="7098030">
                  <a:moveTo>
                    <a:pt x="1421172" y="4955684"/>
                  </a:moveTo>
                  <a:lnTo>
                    <a:pt x="1416765" y="4948050"/>
                  </a:lnTo>
                  <a:lnTo>
                    <a:pt x="1424400" y="4943643"/>
                  </a:lnTo>
                  <a:lnTo>
                    <a:pt x="1428807" y="4951277"/>
                  </a:lnTo>
                  <a:lnTo>
                    <a:pt x="1421172" y="4955684"/>
                  </a:lnTo>
                  <a:close/>
                </a:path>
                <a:path w="6802755" h="7098030">
                  <a:moveTo>
                    <a:pt x="1346470" y="4825122"/>
                  </a:moveTo>
                  <a:lnTo>
                    <a:pt x="1342650" y="4818506"/>
                  </a:lnTo>
                  <a:lnTo>
                    <a:pt x="1349266" y="4814686"/>
                  </a:lnTo>
                  <a:lnTo>
                    <a:pt x="1353086" y="4821302"/>
                  </a:lnTo>
                  <a:lnTo>
                    <a:pt x="1346470" y="4825122"/>
                  </a:lnTo>
                  <a:close/>
                </a:path>
                <a:path w="6802755" h="7098030">
                  <a:moveTo>
                    <a:pt x="1271769" y="4694561"/>
                  </a:moveTo>
                  <a:lnTo>
                    <a:pt x="1268535" y="4688963"/>
                  </a:lnTo>
                  <a:lnTo>
                    <a:pt x="1274138" y="4685729"/>
                  </a:lnTo>
                  <a:lnTo>
                    <a:pt x="1277366" y="4691327"/>
                  </a:lnTo>
                  <a:lnTo>
                    <a:pt x="1271769" y="4694561"/>
                  </a:lnTo>
                  <a:close/>
                </a:path>
                <a:path w="6802755" h="7098030">
                  <a:moveTo>
                    <a:pt x="1197067" y="4563993"/>
                  </a:moveTo>
                  <a:lnTo>
                    <a:pt x="1194425" y="4559414"/>
                  </a:lnTo>
                  <a:lnTo>
                    <a:pt x="1198998" y="4556772"/>
                  </a:lnTo>
                  <a:lnTo>
                    <a:pt x="1201646" y="4561351"/>
                  </a:lnTo>
                  <a:lnTo>
                    <a:pt x="1197067" y="4563993"/>
                  </a:lnTo>
                  <a:close/>
                </a:path>
                <a:path w="6802755" h="7098030">
                  <a:moveTo>
                    <a:pt x="1122365" y="4433431"/>
                  </a:moveTo>
                  <a:lnTo>
                    <a:pt x="1120310" y="4429865"/>
                  </a:lnTo>
                  <a:lnTo>
                    <a:pt x="1123870" y="4427810"/>
                  </a:lnTo>
                  <a:lnTo>
                    <a:pt x="1125925" y="4431376"/>
                  </a:lnTo>
                  <a:lnTo>
                    <a:pt x="1122365" y="4433431"/>
                  </a:lnTo>
                  <a:close/>
                </a:path>
                <a:path w="6802755" h="7098030">
                  <a:moveTo>
                    <a:pt x="1047551" y="4303272"/>
                  </a:moveTo>
                  <a:lnTo>
                    <a:pt x="1045792" y="4300215"/>
                  </a:lnTo>
                  <a:lnTo>
                    <a:pt x="1048848" y="4298450"/>
                  </a:lnTo>
                  <a:lnTo>
                    <a:pt x="1050608" y="4301506"/>
                  </a:lnTo>
                  <a:lnTo>
                    <a:pt x="1047551" y="4303272"/>
                  </a:lnTo>
                  <a:close/>
                </a:path>
                <a:path w="6802755" h="7098030">
                  <a:moveTo>
                    <a:pt x="972856" y="4172703"/>
                  </a:moveTo>
                  <a:lnTo>
                    <a:pt x="971683" y="4170672"/>
                  </a:lnTo>
                  <a:lnTo>
                    <a:pt x="973715" y="4169499"/>
                  </a:lnTo>
                  <a:lnTo>
                    <a:pt x="974887" y="4171530"/>
                  </a:lnTo>
                  <a:lnTo>
                    <a:pt x="972856" y="4172703"/>
                  </a:lnTo>
                  <a:close/>
                </a:path>
                <a:path w="6802755" h="7098030">
                  <a:moveTo>
                    <a:pt x="899167" y="4041555"/>
                  </a:moveTo>
                  <a:lnTo>
                    <a:pt x="897810" y="4041555"/>
                  </a:lnTo>
                  <a:lnTo>
                    <a:pt x="897562" y="4041123"/>
                  </a:lnTo>
                  <a:lnTo>
                    <a:pt x="898918" y="4041123"/>
                  </a:lnTo>
                  <a:lnTo>
                    <a:pt x="899167" y="4041555"/>
                  </a:lnTo>
                  <a:close/>
                </a:path>
                <a:path w="6802755" h="7098030">
                  <a:moveTo>
                    <a:pt x="2823725" y="7098006"/>
                  </a:moveTo>
                  <a:lnTo>
                    <a:pt x="2820207" y="7098006"/>
                  </a:lnTo>
                  <a:lnTo>
                    <a:pt x="2807274" y="7075612"/>
                  </a:lnTo>
                  <a:lnTo>
                    <a:pt x="2831191" y="7061806"/>
                  </a:lnTo>
                  <a:lnTo>
                    <a:pt x="2844997" y="7085723"/>
                  </a:lnTo>
                  <a:lnTo>
                    <a:pt x="2823725" y="7098006"/>
                  </a:lnTo>
                  <a:close/>
                </a:path>
                <a:path w="6802755" h="7098030">
                  <a:moveTo>
                    <a:pt x="2745201" y="6973386"/>
                  </a:moveTo>
                  <a:lnTo>
                    <a:pt x="2728746" y="6944884"/>
                  </a:lnTo>
                  <a:lnTo>
                    <a:pt x="2757236" y="6928436"/>
                  </a:lnTo>
                  <a:lnTo>
                    <a:pt x="2773691" y="6956938"/>
                  </a:lnTo>
                  <a:lnTo>
                    <a:pt x="2745201" y="6973386"/>
                  </a:lnTo>
                  <a:close/>
                </a:path>
                <a:path w="6802755" h="7098030">
                  <a:moveTo>
                    <a:pt x="2670494" y="6842824"/>
                  </a:moveTo>
                  <a:lnTo>
                    <a:pt x="2654631" y="6815347"/>
                  </a:lnTo>
                  <a:lnTo>
                    <a:pt x="2682108" y="6799480"/>
                  </a:lnTo>
                  <a:lnTo>
                    <a:pt x="2697976" y="6826963"/>
                  </a:lnTo>
                  <a:lnTo>
                    <a:pt x="2670494" y="6842824"/>
                  </a:lnTo>
                  <a:close/>
                </a:path>
                <a:path w="6802755" h="7098030">
                  <a:moveTo>
                    <a:pt x="2595797" y="6712256"/>
                  </a:moveTo>
                  <a:lnTo>
                    <a:pt x="2580516" y="6685798"/>
                  </a:lnTo>
                  <a:lnTo>
                    <a:pt x="2606974" y="6670522"/>
                  </a:lnTo>
                  <a:lnTo>
                    <a:pt x="2622255" y="6696981"/>
                  </a:lnTo>
                  <a:lnTo>
                    <a:pt x="2595797" y="6712256"/>
                  </a:lnTo>
                  <a:close/>
                </a:path>
                <a:path w="6802755" h="7098030">
                  <a:moveTo>
                    <a:pt x="2521095" y="6581694"/>
                  </a:moveTo>
                  <a:lnTo>
                    <a:pt x="2506406" y="6556255"/>
                  </a:lnTo>
                  <a:lnTo>
                    <a:pt x="2531846" y="6541566"/>
                  </a:lnTo>
                  <a:lnTo>
                    <a:pt x="2546535" y="6567005"/>
                  </a:lnTo>
                  <a:lnTo>
                    <a:pt x="2521095" y="6581694"/>
                  </a:lnTo>
                  <a:close/>
                </a:path>
                <a:path w="6802755" h="7098030">
                  <a:moveTo>
                    <a:pt x="2446607" y="6450333"/>
                  </a:moveTo>
                  <a:lnTo>
                    <a:pt x="2433091" y="6426919"/>
                  </a:lnTo>
                  <a:lnTo>
                    <a:pt x="2456493" y="6413408"/>
                  </a:lnTo>
                  <a:lnTo>
                    <a:pt x="2470009" y="6436822"/>
                  </a:lnTo>
                  <a:lnTo>
                    <a:pt x="2446607" y="6450333"/>
                  </a:lnTo>
                  <a:close/>
                </a:path>
                <a:path w="6802755" h="7098030">
                  <a:moveTo>
                    <a:pt x="2372012" y="6319368"/>
                  </a:moveTo>
                  <a:lnTo>
                    <a:pt x="2359378" y="6297482"/>
                  </a:lnTo>
                  <a:lnTo>
                    <a:pt x="2381258" y="6284848"/>
                  </a:lnTo>
                  <a:lnTo>
                    <a:pt x="2393892" y="6306734"/>
                  </a:lnTo>
                  <a:lnTo>
                    <a:pt x="2372012" y="6319368"/>
                  </a:lnTo>
                  <a:close/>
                </a:path>
                <a:path w="6802755" h="7098030">
                  <a:moveTo>
                    <a:pt x="2297305" y="6188805"/>
                  </a:moveTo>
                  <a:lnTo>
                    <a:pt x="2285263" y="6167939"/>
                  </a:lnTo>
                  <a:lnTo>
                    <a:pt x="2306124" y="6155897"/>
                  </a:lnTo>
                  <a:lnTo>
                    <a:pt x="2318172" y="6176758"/>
                  </a:lnTo>
                  <a:lnTo>
                    <a:pt x="2297305" y="6188805"/>
                  </a:lnTo>
                  <a:close/>
                </a:path>
                <a:path w="6802755" h="7098030">
                  <a:moveTo>
                    <a:pt x="2222715" y="6057835"/>
                  </a:moveTo>
                  <a:lnTo>
                    <a:pt x="2211551" y="6038503"/>
                  </a:lnTo>
                  <a:lnTo>
                    <a:pt x="2230889" y="6027338"/>
                  </a:lnTo>
                  <a:lnTo>
                    <a:pt x="2242048" y="6046670"/>
                  </a:lnTo>
                  <a:lnTo>
                    <a:pt x="2222715" y="6057835"/>
                  </a:lnTo>
                  <a:close/>
                </a:path>
                <a:path w="6802755" h="7098030">
                  <a:moveTo>
                    <a:pt x="2148008" y="5927273"/>
                  </a:moveTo>
                  <a:lnTo>
                    <a:pt x="2137436" y="5908959"/>
                  </a:lnTo>
                  <a:lnTo>
                    <a:pt x="2155750" y="5898381"/>
                  </a:lnTo>
                  <a:lnTo>
                    <a:pt x="2166328" y="5916700"/>
                  </a:lnTo>
                  <a:lnTo>
                    <a:pt x="2148008" y="5927273"/>
                  </a:lnTo>
                  <a:close/>
                </a:path>
                <a:path w="6802755" h="7098030">
                  <a:moveTo>
                    <a:pt x="2073419" y="5796315"/>
                  </a:moveTo>
                  <a:lnTo>
                    <a:pt x="2063723" y="5779517"/>
                  </a:lnTo>
                  <a:lnTo>
                    <a:pt x="2080515" y="5769821"/>
                  </a:lnTo>
                  <a:lnTo>
                    <a:pt x="2090211" y="5786619"/>
                  </a:lnTo>
                  <a:lnTo>
                    <a:pt x="2073419" y="5796315"/>
                  </a:lnTo>
                  <a:close/>
                </a:path>
                <a:path w="6802755" h="7098030">
                  <a:moveTo>
                    <a:pt x="1998824" y="5665344"/>
                  </a:moveTo>
                  <a:lnTo>
                    <a:pt x="1990011" y="5650081"/>
                  </a:lnTo>
                  <a:lnTo>
                    <a:pt x="2005274" y="5641267"/>
                  </a:lnTo>
                  <a:lnTo>
                    <a:pt x="2014088" y="5656531"/>
                  </a:lnTo>
                  <a:lnTo>
                    <a:pt x="1998824" y="5665344"/>
                  </a:lnTo>
                  <a:close/>
                </a:path>
                <a:path w="6802755" h="7098030">
                  <a:moveTo>
                    <a:pt x="1924122" y="5534782"/>
                  </a:moveTo>
                  <a:lnTo>
                    <a:pt x="1915895" y="5520537"/>
                  </a:lnTo>
                  <a:lnTo>
                    <a:pt x="1930146" y="5512311"/>
                  </a:lnTo>
                  <a:lnTo>
                    <a:pt x="1938367" y="5526555"/>
                  </a:lnTo>
                  <a:lnTo>
                    <a:pt x="1924122" y="5534782"/>
                  </a:lnTo>
                  <a:close/>
                </a:path>
                <a:path w="6802755" h="7098030">
                  <a:moveTo>
                    <a:pt x="1849415" y="5404220"/>
                  </a:moveTo>
                  <a:lnTo>
                    <a:pt x="1841780" y="5390994"/>
                  </a:lnTo>
                  <a:lnTo>
                    <a:pt x="1855006" y="5383353"/>
                  </a:lnTo>
                  <a:lnTo>
                    <a:pt x="1862647" y="5396585"/>
                  </a:lnTo>
                  <a:lnTo>
                    <a:pt x="1849415" y="5404220"/>
                  </a:lnTo>
                  <a:close/>
                </a:path>
                <a:path w="6802755" h="7098030">
                  <a:moveTo>
                    <a:pt x="1774826" y="5273262"/>
                  </a:moveTo>
                  <a:lnTo>
                    <a:pt x="1768067" y="5261552"/>
                  </a:lnTo>
                  <a:lnTo>
                    <a:pt x="1779771" y="5254794"/>
                  </a:lnTo>
                  <a:lnTo>
                    <a:pt x="1786530" y="5266504"/>
                  </a:lnTo>
                  <a:lnTo>
                    <a:pt x="1774826" y="5273262"/>
                  </a:lnTo>
                  <a:close/>
                </a:path>
                <a:path w="6802755" h="7098030">
                  <a:moveTo>
                    <a:pt x="1700231" y="5142291"/>
                  </a:moveTo>
                  <a:lnTo>
                    <a:pt x="1694355" y="5132116"/>
                  </a:lnTo>
                  <a:lnTo>
                    <a:pt x="1704531" y="5126240"/>
                  </a:lnTo>
                  <a:lnTo>
                    <a:pt x="1710407" y="5136416"/>
                  </a:lnTo>
                  <a:lnTo>
                    <a:pt x="1700231" y="5142291"/>
                  </a:lnTo>
                  <a:close/>
                </a:path>
                <a:path w="6802755" h="7098030">
                  <a:moveTo>
                    <a:pt x="1625529" y="5011729"/>
                  </a:moveTo>
                  <a:lnTo>
                    <a:pt x="1620240" y="5002572"/>
                  </a:lnTo>
                  <a:lnTo>
                    <a:pt x="1629403" y="4997283"/>
                  </a:lnTo>
                  <a:lnTo>
                    <a:pt x="1634686" y="5006440"/>
                  </a:lnTo>
                  <a:lnTo>
                    <a:pt x="1625529" y="5011729"/>
                  </a:lnTo>
                  <a:close/>
                </a:path>
                <a:path w="6802755" h="7098030">
                  <a:moveTo>
                    <a:pt x="1550822" y="4881168"/>
                  </a:moveTo>
                  <a:lnTo>
                    <a:pt x="1546125" y="4873029"/>
                  </a:lnTo>
                  <a:lnTo>
                    <a:pt x="1554263" y="4868326"/>
                  </a:lnTo>
                  <a:lnTo>
                    <a:pt x="1558966" y="4876465"/>
                  </a:lnTo>
                  <a:lnTo>
                    <a:pt x="1550822" y="4881168"/>
                  </a:lnTo>
                  <a:close/>
                </a:path>
                <a:path w="6802755" h="7098030">
                  <a:moveTo>
                    <a:pt x="1476120" y="4750606"/>
                  </a:moveTo>
                  <a:lnTo>
                    <a:pt x="1472009" y="4743480"/>
                  </a:lnTo>
                  <a:lnTo>
                    <a:pt x="1479129" y="4739364"/>
                  </a:lnTo>
                  <a:lnTo>
                    <a:pt x="1483246" y="4746489"/>
                  </a:lnTo>
                  <a:lnTo>
                    <a:pt x="1476120" y="4750606"/>
                  </a:lnTo>
                  <a:close/>
                </a:path>
                <a:path w="6802755" h="7098030">
                  <a:moveTo>
                    <a:pt x="1401424" y="4620038"/>
                  </a:moveTo>
                  <a:lnTo>
                    <a:pt x="1397900" y="4613937"/>
                  </a:lnTo>
                  <a:lnTo>
                    <a:pt x="1404001" y="4610413"/>
                  </a:lnTo>
                  <a:lnTo>
                    <a:pt x="1407525" y="4616513"/>
                  </a:lnTo>
                  <a:lnTo>
                    <a:pt x="1401424" y="4620038"/>
                  </a:lnTo>
                  <a:close/>
                </a:path>
                <a:path w="6802755" h="7098030">
                  <a:moveTo>
                    <a:pt x="1326717" y="4489476"/>
                  </a:moveTo>
                  <a:lnTo>
                    <a:pt x="1323779" y="4484388"/>
                  </a:lnTo>
                  <a:lnTo>
                    <a:pt x="1328873" y="4481450"/>
                  </a:lnTo>
                  <a:lnTo>
                    <a:pt x="1331811" y="4486538"/>
                  </a:lnTo>
                  <a:lnTo>
                    <a:pt x="1326717" y="4489476"/>
                  </a:lnTo>
                  <a:close/>
                </a:path>
                <a:path w="6802755" h="7098030">
                  <a:moveTo>
                    <a:pt x="1252016" y="4358914"/>
                  </a:moveTo>
                  <a:lnTo>
                    <a:pt x="1249670" y="4354845"/>
                  </a:lnTo>
                  <a:lnTo>
                    <a:pt x="1253739" y="4352494"/>
                  </a:lnTo>
                  <a:lnTo>
                    <a:pt x="1256091" y="4356563"/>
                  </a:lnTo>
                  <a:lnTo>
                    <a:pt x="1252016" y="4358914"/>
                  </a:lnTo>
                  <a:close/>
                </a:path>
                <a:path w="6802755" h="7098030">
                  <a:moveTo>
                    <a:pt x="1177207" y="4228755"/>
                  </a:moveTo>
                  <a:lnTo>
                    <a:pt x="1175152" y="4225195"/>
                  </a:lnTo>
                  <a:lnTo>
                    <a:pt x="1178711" y="4223140"/>
                  </a:lnTo>
                  <a:lnTo>
                    <a:pt x="1180767" y="4226700"/>
                  </a:lnTo>
                  <a:lnTo>
                    <a:pt x="1177207" y="4228755"/>
                  </a:lnTo>
                  <a:close/>
                </a:path>
                <a:path w="6802755" h="7098030">
                  <a:moveTo>
                    <a:pt x="1102505" y="4098193"/>
                  </a:moveTo>
                  <a:lnTo>
                    <a:pt x="1101037" y="4095646"/>
                  </a:lnTo>
                  <a:lnTo>
                    <a:pt x="1103583" y="4094177"/>
                  </a:lnTo>
                  <a:lnTo>
                    <a:pt x="1105052" y="4096724"/>
                  </a:lnTo>
                  <a:lnTo>
                    <a:pt x="1102505" y="4098193"/>
                  </a:lnTo>
                  <a:close/>
                </a:path>
                <a:path w="6802755" h="7098030">
                  <a:moveTo>
                    <a:pt x="1027804" y="3967631"/>
                  </a:moveTo>
                  <a:lnTo>
                    <a:pt x="1026921" y="3966103"/>
                  </a:lnTo>
                  <a:lnTo>
                    <a:pt x="1028449" y="3965221"/>
                  </a:lnTo>
                  <a:lnTo>
                    <a:pt x="1029332" y="3966749"/>
                  </a:lnTo>
                  <a:lnTo>
                    <a:pt x="1027804" y="3967631"/>
                  </a:lnTo>
                  <a:close/>
                </a:path>
                <a:path w="6802755" h="7098030">
                  <a:moveTo>
                    <a:pt x="2949125" y="7031037"/>
                  </a:moveTo>
                  <a:lnTo>
                    <a:pt x="2930616" y="6998981"/>
                  </a:lnTo>
                  <a:lnTo>
                    <a:pt x="2962671" y="6980472"/>
                  </a:lnTo>
                  <a:lnTo>
                    <a:pt x="2981181" y="7012533"/>
                  </a:lnTo>
                  <a:lnTo>
                    <a:pt x="2949125" y="7031037"/>
                  </a:lnTo>
                  <a:close/>
                </a:path>
                <a:path w="6802755" h="7098030">
                  <a:moveTo>
                    <a:pt x="2874524" y="6900078"/>
                  </a:moveTo>
                  <a:lnTo>
                    <a:pt x="2856897" y="6869545"/>
                  </a:lnTo>
                  <a:lnTo>
                    <a:pt x="2887436" y="6851913"/>
                  </a:lnTo>
                  <a:lnTo>
                    <a:pt x="2905063" y="6882446"/>
                  </a:lnTo>
                  <a:lnTo>
                    <a:pt x="2874524" y="6900078"/>
                  </a:lnTo>
                  <a:close/>
                </a:path>
                <a:path w="6802755" h="7098030">
                  <a:moveTo>
                    <a:pt x="2799929" y="6769107"/>
                  </a:moveTo>
                  <a:lnTo>
                    <a:pt x="2783185" y="6740108"/>
                  </a:lnTo>
                  <a:lnTo>
                    <a:pt x="2812196" y="6723358"/>
                  </a:lnTo>
                  <a:lnTo>
                    <a:pt x="2828940" y="6752363"/>
                  </a:lnTo>
                  <a:lnTo>
                    <a:pt x="2799929" y="6769107"/>
                  </a:lnTo>
                  <a:close/>
                </a:path>
                <a:path w="6802755" h="7098030">
                  <a:moveTo>
                    <a:pt x="2725227" y="6638546"/>
                  </a:moveTo>
                  <a:lnTo>
                    <a:pt x="2709069" y="6610559"/>
                  </a:lnTo>
                  <a:lnTo>
                    <a:pt x="2737062" y="6594401"/>
                  </a:lnTo>
                  <a:lnTo>
                    <a:pt x="2753220" y="6622388"/>
                  </a:lnTo>
                  <a:lnTo>
                    <a:pt x="2725227" y="6638546"/>
                  </a:lnTo>
                  <a:close/>
                </a:path>
                <a:path w="6802755" h="7098030">
                  <a:moveTo>
                    <a:pt x="2650531" y="6507984"/>
                  </a:moveTo>
                  <a:lnTo>
                    <a:pt x="2634960" y="6481016"/>
                  </a:lnTo>
                  <a:lnTo>
                    <a:pt x="2661928" y="6465445"/>
                  </a:lnTo>
                  <a:lnTo>
                    <a:pt x="2677493" y="6492412"/>
                  </a:lnTo>
                  <a:lnTo>
                    <a:pt x="2650531" y="6507984"/>
                  </a:lnTo>
                  <a:close/>
                </a:path>
                <a:path w="6802755" h="7098030">
                  <a:moveTo>
                    <a:pt x="2575937" y="6377019"/>
                  </a:moveTo>
                  <a:lnTo>
                    <a:pt x="2561248" y="6351580"/>
                  </a:lnTo>
                  <a:lnTo>
                    <a:pt x="2586693" y="6336890"/>
                  </a:lnTo>
                  <a:lnTo>
                    <a:pt x="2601382" y="6362330"/>
                  </a:lnTo>
                  <a:lnTo>
                    <a:pt x="2575937" y="6377019"/>
                  </a:lnTo>
                  <a:close/>
                </a:path>
                <a:path w="6802755" h="7098030">
                  <a:moveTo>
                    <a:pt x="2501448" y="6245657"/>
                  </a:moveTo>
                  <a:lnTo>
                    <a:pt x="2487932" y="6222243"/>
                  </a:lnTo>
                  <a:lnTo>
                    <a:pt x="2511340" y="6208733"/>
                  </a:lnTo>
                  <a:lnTo>
                    <a:pt x="2524856" y="6232141"/>
                  </a:lnTo>
                  <a:lnTo>
                    <a:pt x="2501448" y="6245657"/>
                  </a:lnTo>
                  <a:close/>
                </a:path>
                <a:path w="6802755" h="7098030">
                  <a:moveTo>
                    <a:pt x="2426854" y="6114687"/>
                  </a:moveTo>
                  <a:lnTo>
                    <a:pt x="2414220" y="6092807"/>
                  </a:lnTo>
                  <a:lnTo>
                    <a:pt x="2436099" y="6080173"/>
                  </a:lnTo>
                  <a:lnTo>
                    <a:pt x="2448733" y="6102059"/>
                  </a:lnTo>
                  <a:lnTo>
                    <a:pt x="2426854" y="6114687"/>
                  </a:lnTo>
                  <a:close/>
                </a:path>
                <a:path w="6802755" h="7098030">
                  <a:moveTo>
                    <a:pt x="2352152" y="5984125"/>
                  </a:moveTo>
                  <a:lnTo>
                    <a:pt x="2340104" y="5963264"/>
                  </a:lnTo>
                  <a:lnTo>
                    <a:pt x="2360966" y="5951222"/>
                  </a:lnTo>
                  <a:lnTo>
                    <a:pt x="2373013" y="5972083"/>
                  </a:lnTo>
                  <a:lnTo>
                    <a:pt x="2352152" y="5984125"/>
                  </a:lnTo>
                  <a:close/>
                </a:path>
                <a:path w="6802755" h="7098030">
                  <a:moveTo>
                    <a:pt x="2277557" y="5853166"/>
                  </a:moveTo>
                  <a:lnTo>
                    <a:pt x="2266392" y="5833827"/>
                  </a:lnTo>
                  <a:lnTo>
                    <a:pt x="2285725" y="5822663"/>
                  </a:lnTo>
                  <a:lnTo>
                    <a:pt x="2296890" y="5842002"/>
                  </a:lnTo>
                  <a:lnTo>
                    <a:pt x="2277557" y="5853166"/>
                  </a:lnTo>
                  <a:close/>
                </a:path>
                <a:path w="6802755" h="7098030">
                  <a:moveTo>
                    <a:pt x="2202855" y="5722605"/>
                  </a:moveTo>
                  <a:lnTo>
                    <a:pt x="2192277" y="5704278"/>
                  </a:lnTo>
                  <a:lnTo>
                    <a:pt x="2210597" y="5693706"/>
                  </a:lnTo>
                  <a:lnTo>
                    <a:pt x="2221175" y="5712026"/>
                  </a:lnTo>
                  <a:lnTo>
                    <a:pt x="2202855" y="5722605"/>
                  </a:lnTo>
                  <a:close/>
                </a:path>
                <a:path w="6802755" h="7098030">
                  <a:moveTo>
                    <a:pt x="2128261" y="5591634"/>
                  </a:moveTo>
                  <a:lnTo>
                    <a:pt x="2118564" y="5574842"/>
                  </a:lnTo>
                  <a:lnTo>
                    <a:pt x="2135356" y="5565146"/>
                  </a:lnTo>
                  <a:lnTo>
                    <a:pt x="2145052" y="5581944"/>
                  </a:lnTo>
                  <a:lnTo>
                    <a:pt x="2128261" y="5591634"/>
                  </a:lnTo>
                  <a:close/>
                </a:path>
                <a:path w="6802755" h="7098030">
                  <a:moveTo>
                    <a:pt x="2053671" y="5460675"/>
                  </a:moveTo>
                  <a:lnTo>
                    <a:pt x="2044852" y="5445405"/>
                  </a:lnTo>
                  <a:lnTo>
                    <a:pt x="2060115" y="5436592"/>
                  </a:lnTo>
                  <a:lnTo>
                    <a:pt x="2068935" y="5451862"/>
                  </a:lnTo>
                  <a:lnTo>
                    <a:pt x="2053671" y="5460675"/>
                  </a:lnTo>
                  <a:close/>
                </a:path>
                <a:path w="6802755" h="7098030">
                  <a:moveTo>
                    <a:pt x="1978964" y="5330113"/>
                  </a:moveTo>
                  <a:lnTo>
                    <a:pt x="1970736" y="5315863"/>
                  </a:lnTo>
                  <a:lnTo>
                    <a:pt x="1984981" y="5307636"/>
                  </a:lnTo>
                  <a:lnTo>
                    <a:pt x="1993208" y="5321887"/>
                  </a:lnTo>
                  <a:lnTo>
                    <a:pt x="1978964" y="5330113"/>
                  </a:lnTo>
                  <a:close/>
                </a:path>
                <a:path w="6802755" h="7098030">
                  <a:moveTo>
                    <a:pt x="1904369" y="5199143"/>
                  </a:moveTo>
                  <a:lnTo>
                    <a:pt x="1897024" y="5186426"/>
                  </a:lnTo>
                  <a:lnTo>
                    <a:pt x="1909747" y="5179081"/>
                  </a:lnTo>
                  <a:lnTo>
                    <a:pt x="1917091" y="5191798"/>
                  </a:lnTo>
                  <a:lnTo>
                    <a:pt x="1904369" y="5199143"/>
                  </a:lnTo>
                  <a:close/>
                </a:path>
                <a:path w="6802755" h="7098030">
                  <a:moveTo>
                    <a:pt x="1829775" y="5068178"/>
                  </a:moveTo>
                  <a:lnTo>
                    <a:pt x="1823312" y="5056989"/>
                  </a:lnTo>
                  <a:lnTo>
                    <a:pt x="1834506" y="5050521"/>
                  </a:lnTo>
                  <a:lnTo>
                    <a:pt x="1840968" y="5061716"/>
                  </a:lnTo>
                  <a:lnTo>
                    <a:pt x="1829775" y="5068178"/>
                  </a:lnTo>
                  <a:close/>
                </a:path>
                <a:path w="6802755" h="7098030">
                  <a:moveTo>
                    <a:pt x="1755179" y="4937219"/>
                  </a:moveTo>
                  <a:lnTo>
                    <a:pt x="1749599" y="4927547"/>
                  </a:lnTo>
                  <a:lnTo>
                    <a:pt x="1759266" y="4921967"/>
                  </a:lnTo>
                  <a:lnTo>
                    <a:pt x="1764851" y="4931634"/>
                  </a:lnTo>
                  <a:lnTo>
                    <a:pt x="1755179" y="4937219"/>
                  </a:lnTo>
                  <a:close/>
                </a:path>
                <a:path w="6802755" h="7098030">
                  <a:moveTo>
                    <a:pt x="1680477" y="4806657"/>
                  </a:moveTo>
                  <a:lnTo>
                    <a:pt x="1675478" y="4798004"/>
                  </a:lnTo>
                  <a:lnTo>
                    <a:pt x="1684132" y="4793004"/>
                  </a:lnTo>
                  <a:lnTo>
                    <a:pt x="1689131" y="4801658"/>
                  </a:lnTo>
                  <a:lnTo>
                    <a:pt x="1680477" y="4806657"/>
                  </a:lnTo>
                  <a:close/>
                </a:path>
                <a:path w="6802755" h="7098030">
                  <a:moveTo>
                    <a:pt x="1605775" y="4676089"/>
                  </a:moveTo>
                  <a:lnTo>
                    <a:pt x="1601369" y="4668460"/>
                  </a:lnTo>
                  <a:lnTo>
                    <a:pt x="1609004" y="4664053"/>
                  </a:lnTo>
                  <a:lnTo>
                    <a:pt x="1613410" y="4671682"/>
                  </a:lnTo>
                  <a:lnTo>
                    <a:pt x="1605775" y="4676089"/>
                  </a:lnTo>
                  <a:close/>
                </a:path>
                <a:path w="6802755" h="7098030">
                  <a:moveTo>
                    <a:pt x="1530968" y="4545930"/>
                  </a:moveTo>
                  <a:lnTo>
                    <a:pt x="1526851" y="4538811"/>
                  </a:lnTo>
                  <a:lnTo>
                    <a:pt x="1533976" y="4534694"/>
                  </a:lnTo>
                  <a:lnTo>
                    <a:pt x="1538093" y="4541820"/>
                  </a:lnTo>
                  <a:lnTo>
                    <a:pt x="1530968" y="4545930"/>
                  </a:lnTo>
                  <a:close/>
                </a:path>
                <a:path w="6802755" h="7098030">
                  <a:moveTo>
                    <a:pt x="1456372" y="4414965"/>
                  </a:moveTo>
                  <a:lnTo>
                    <a:pt x="1453138" y="4409368"/>
                  </a:lnTo>
                  <a:lnTo>
                    <a:pt x="1458736" y="4406140"/>
                  </a:lnTo>
                  <a:lnTo>
                    <a:pt x="1461970" y="4411737"/>
                  </a:lnTo>
                  <a:lnTo>
                    <a:pt x="1456372" y="4414965"/>
                  </a:lnTo>
                  <a:close/>
                </a:path>
                <a:path w="6802755" h="7098030">
                  <a:moveTo>
                    <a:pt x="1381671" y="4284403"/>
                  </a:moveTo>
                  <a:lnTo>
                    <a:pt x="1379023" y="4279825"/>
                  </a:lnTo>
                  <a:lnTo>
                    <a:pt x="1383608" y="4277177"/>
                  </a:lnTo>
                  <a:lnTo>
                    <a:pt x="1386249" y="4281756"/>
                  </a:lnTo>
                  <a:lnTo>
                    <a:pt x="1381671" y="4284403"/>
                  </a:lnTo>
                  <a:close/>
                </a:path>
                <a:path w="6802755" h="7098030">
                  <a:moveTo>
                    <a:pt x="1306863" y="4154244"/>
                  </a:moveTo>
                  <a:lnTo>
                    <a:pt x="1304511" y="4150169"/>
                  </a:lnTo>
                  <a:lnTo>
                    <a:pt x="1308580" y="4147824"/>
                  </a:lnTo>
                  <a:lnTo>
                    <a:pt x="1310932" y="4151893"/>
                  </a:lnTo>
                  <a:lnTo>
                    <a:pt x="1306863" y="4154244"/>
                  </a:lnTo>
                  <a:close/>
                </a:path>
                <a:path w="6802755" h="7098030">
                  <a:moveTo>
                    <a:pt x="1232162" y="4023682"/>
                  </a:moveTo>
                  <a:lnTo>
                    <a:pt x="1230396" y="4020620"/>
                  </a:lnTo>
                  <a:lnTo>
                    <a:pt x="1233446" y="4018861"/>
                  </a:lnTo>
                  <a:lnTo>
                    <a:pt x="1235211" y="4021918"/>
                  </a:lnTo>
                  <a:lnTo>
                    <a:pt x="1232162" y="4023682"/>
                  </a:lnTo>
                  <a:close/>
                </a:path>
                <a:path w="6802755" h="7098030">
                  <a:moveTo>
                    <a:pt x="1157453" y="3893121"/>
                  </a:moveTo>
                  <a:lnTo>
                    <a:pt x="1156281" y="3891083"/>
                  </a:lnTo>
                  <a:lnTo>
                    <a:pt x="1158318" y="3889904"/>
                  </a:lnTo>
                  <a:lnTo>
                    <a:pt x="1159491" y="3891942"/>
                  </a:lnTo>
                  <a:lnTo>
                    <a:pt x="1157453" y="3893121"/>
                  </a:lnTo>
                  <a:close/>
                </a:path>
                <a:path w="6802755" h="7098030">
                  <a:moveTo>
                    <a:pt x="1082645" y="3762950"/>
                  </a:moveTo>
                  <a:lnTo>
                    <a:pt x="1081769" y="3761427"/>
                  </a:lnTo>
                  <a:lnTo>
                    <a:pt x="1083291" y="3760551"/>
                  </a:lnTo>
                  <a:lnTo>
                    <a:pt x="1084167" y="3762073"/>
                  </a:lnTo>
                  <a:lnTo>
                    <a:pt x="1082645" y="3762950"/>
                  </a:lnTo>
                  <a:close/>
                </a:path>
                <a:path w="6802755" h="7098030">
                  <a:moveTo>
                    <a:pt x="3153909" y="7085483"/>
                  </a:moveTo>
                  <a:lnTo>
                    <a:pt x="3135690" y="7053932"/>
                  </a:lnTo>
                  <a:lnTo>
                    <a:pt x="3167242" y="7035718"/>
                  </a:lnTo>
                  <a:lnTo>
                    <a:pt x="3185461" y="7067264"/>
                  </a:lnTo>
                  <a:lnTo>
                    <a:pt x="3153909" y="7085483"/>
                  </a:lnTo>
                  <a:close/>
                </a:path>
                <a:path w="6802755" h="7098030">
                  <a:moveTo>
                    <a:pt x="3078562" y="6957326"/>
                  </a:moveTo>
                  <a:lnTo>
                    <a:pt x="3059170" y="6923742"/>
                  </a:lnTo>
                  <a:lnTo>
                    <a:pt x="3092754" y="6904350"/>
                  </a:lnTo>
                  <a:lnTo>
                    <a:pt x="3112146" y="6937934"/>
                  </a:lnTo>
                  <a:lnTo>
                    <a:pt x="3078562" y="6957326"/>
                  </a:lnTo>
                  <a:close/>
                </a:path>
                <a:path w="6802755" h="7098030">
                  <a:moveTo>
                    <a:pt x="3003860" y="6826764"/>
                  </a:moveTo>
                  <a:lnTo>
                    <a:pt x="2985055" y="6794193"/>
                  </a:lnTo>
                  <a:lnTo>
                    <a:pt x="3017620" y="6775393"/>
                  </a:lnTo>
                  <a:lnTo>
                    <a:pt x="3036426" y="6807959"/>
                  </a:lnTo>
                  <a:lnTo>
                    <a:pt x="3003860" y="6826764"/>
                  </a:lnTo>
                  <a:close/>
                </a:path>
                <a:path w="6802755" h="7098030">
                  <a:moveTo>
                    <a:pt x="2929265" y="6695799"/>
                  </a:moveTo>
                  <a:lnTo>
                    <a:pt x="2911342" y="6664757"/>
                  </a:lnTo>
                  <a:lnTo>
                    <a:pt x="2942379" y="6646834"/>
                  </a:lnTo>
                  <a:lnTo>
                    <a:pt x="2960302" y="6677882"/>
                  </a:lnTo>
                  <a:lnTo>
                    <a:pt x="2929265" y="6695799"/>
                  </a:lnTo>
                  <a:close/>
                </a:path>
                <a:path w="6802755" h="7098030">
                  <a:moveTo>
                    <a:pt x="2854777" y="6564438"/>
                  </a:moveTo>
                  <a:lnTo>
                    <a:pt x="2838033" y="6535426"/>
                  </a:lnTo>
                  <a:lnTo>
                    <a:pt x="2867038" y="6518682"/>
                  </a:lnTo>
                  <a:lnTo>
                    <a:pt x="2883782" y="6547687"/>
                  </a:lnTo>
                  <a:lnTo>
                    <a:pt x="2854777" y="6564438"/>
                  </a:lnTo>
                  <a:close/>
                </a:path>
                <a:path w="6802755" h="7098030">
                  <a:moveTo>
                    <a:pt x="2780075" y="6433876"/>
                  </a:moveTo>
                  <a:lnTo>
                    <a:pt x="2763917" y="6405889"/>
                  </a:lnTo>
                  <a:lnTo>
                    <a:pt x="2791903" y="6389731"/>
                  </a:lnTo>
                  <a:lnTo>
                    <a:pt x="2808062" y="6417718"/>
                  </a:lnTo>
                  <a:lnTo>
                    <a:pt x="2780075" y="6433876"/>
                  </a:lnTo>
                  <a:close/>
                </a:path>
                <a:path w="6802755" h="7098030">
                  <a:moveTo>
                    <a:pt x="2705374" y="6303314"/>
                  </a:moveTo>
                  <a:lnTo>
                    <a:pt x="2689802" y="6276341"/>
                  </a:lnTo>
                  <a:lnTo>
                    <a:pt x="2716769" y="6260769"/>
                  </a:lnTo>
                  <a:lnTo>
                    <a:pt x="2732341" y="6287742"/>
                  </a:lnTo>
                  <a:lnTo>
                    <a:pt x="2705374" y="6303314"/>
                  </a:lnTo>
                  <a:close/>
                </a:path>
                <a:path w="6802755" h="7098030">
                  <a:moveTo>
                    <a:pt x="2630779" y="6172343"/>
                  </a:moveTo>
                  <a:lnTo>
                    <a:pt x="2616089" y="6146904"/>
                  </a:lnTo>
                  <a:lnTo>
                    <a:pt x="2641529" y="6132215"/>
                  </a:lnTo>
                  <a:lnTo>
                    <a:pt x="2656218" y="6157654"/>
                  </a:lnTo>
                  <a:lnTo>
                    <a:pt x="2630779" y="6172343"/>
                  </a:lnTo>
                  <a:close/>
                </a:path>
                <a:path w="6802755" h="7098030">
                  <a:moveTo>
                    <a:pt x="2556290" y="6040975"/>
                  </a:moveTo>
                  <a:lnTo>
                    <a:pt x="2542780" y="6017574"/>
                  </a:lnTo>
                  <a:lnTo>
                    <a:pt x="2566188" y="6004057"/>
                  </a:lnTo>
                  <a:lnTo>
                    <a:pt x="2579698" y="6027465"/>
                  </a:lnTo>
                  <a:lnTo>
                    <a:pt x="2556290" y="6040975"/>
                  </a:lnTo>
                  <a:close/>
                </a:path>
                <a:path w="6802755" h="7098030">
                  <a:moveTo>
                    <a:pt x="2481695" y="5910011"/>
                  </a:moveTo>
                  <a:lnTo>
                    <a:pt x="2469061" y="5888137"/>
                  </a:lnTo>
                  <a:lnTo>
                    <a:pt x="2490947" y="5875503"/>
                  </a:lnTo>
                  <a:lnTo>
                    <a:pt x="2503575" y="5897377"/>
                  </a:lnTo>
                  <a:lnTo>
                    <a:pt x="2481695" y="5910011"/>
                  </a:lnTo>
                  <a:close/>
                </a:path>
                <a:path w="6802755" h="7098030">
                  <a:moveTo>
                    <a:pt x="2406994" y="5779449"/>
                  </a:moveTo>
                  <a:lnTo>
                    <a:pt x="2394952" y="5758588"/>
                  </a:lnTo>
                  <a:lnTo>
                    <a:pt x="2415813" y="5746541"/>
                  </a:lnTo>
                  <a:lnTo>
                    <a:pt x="2427855" y="5767402"/>
                  </a:lnTo>
                  <a:lnTo>
                    <a:pt x="2406994" y="5779449"/>
                  </a:lnTo>
                  <a:close/>
                </a:path>
                <a:path w="6802755" h="7098030">
                  <a:moveTo>
                    <a:pt x="2332399" y="5648491"/>
                  </a:moveTo>
                  <a:lnTo>
                    <a:pt x="2321234" y="5629152"/>
                  </a:lnTo>
                  <a:lnTo>
                    <a:pt x="2340572" y="5617987"/>
                  </a:lnTo>
                  <a:lnTo>
                    <a:pt x="2351737" y="5637326"/>
                  </a:lnTo>
                  <a:lnTo>
                    <a:pt x="2332399" y="5648491"/>
                  </a:lnTo>
                  <a:close/>
                </a:path>
                <a:path w="6802755" h="7098030">
                  <a:moveTo>
                    <a:pt x="2257804" y="5517520"/>
                  </a:moveTo>
                  <a:lnTo>
                    <a:pt x="2247521" y="5499715"/>
                  </a:lnTo>
                  <a:lnTo>
                    <a:pt x="2265332" y="5489433"/>
                  </a:lnTo>
                  <a:lnTo>
                    <a:pt x="2275614" y="5507237"/>
                  </a:lnTo>
                  <a:lnTo>
                    <a:pt x="2257804" y="5517520"/>
                  </a:lnTo>
                  <a:close/>
                </a:path>
                <a:path w="6802755" h="7098030">
                  <a:moveTo>
                    <a:pt x="2183209" y="5386561"/>
                  </a:moveTo>
                  <a:lnTo>
                    <a:pt x="2173809" y="5370273"/>
                  </a:lnTo>
                  <a:lnTo>
                    <a:pt x="2190097" y="5360873"/>
                  </a:lnTo>
                  <a:lnTo>
                    <a:pt x="2199497" y="5377156"/>
                  </a:lnTo>
                  <a:lnTo>
                    <a:pt x="2183209" y="5386561"/>
                  </a:lnTo>
                  <a:close/>
                </a:path>
                <a:path w="6802755" h="7098030">
                  <a:moveTo>
                    <a:pt x="2108614" y="5255596"/>
                  </a:moveTo>
                  <a:lnTo>
                    <a:pt x="2100096" y="5240836"/>
                  </a:lnTo>
                  <a:lnTo>
                    <a:pt x="2114851" y="5232319"/>
                  </a:lnTo>
                  <a:lnTo>
                    <a:pt x="2123374" y="5247073"/>
                  </a:lnTo>
                  <a:lnTo>
                    <a:pt x="2108614" y="5255596"/>
                  </a:lnTo>
                  <a:close/>
                </a:path>
                <a:path w="6802755" h="7098030">
                  <a:moveTo>
                    <a:pt x="2033912" y="5125028"/>
                  </a:moveTo>
                  <a:lnTo>
                    <a:pt x="2025981" y="5111292"/>
                  </a:lnTo>
                  <a:lnTo>
                    <a:pt x="2039723" y="5103362"/>
                  </a:lnTo>
                  <a:lnTo>
                    <a:pt x="2047654" y="5117097"/>
                  </a:lnTo>
                  <a:lnTo>
                    <a:pt x="2033912" y="5125028"/>
                  </a:lnTo>
                  <a:close/>
                </a:path>
                <a:path w="6802755" h="7098030">
                  <a:moveTo>
                    <a:pt x="1959210" y="4994466"/>
                  </a:moveTo>
                  <a:lnTo>
                    <a:pt x="1951866" y="4981750"/>
                  </a:lnTo>
                  <a:lnTo>
                    <a:pt x="1964589" y="4974405"/>
                  </a:lnTo>
                  <a:lnTo>
                    <a:pt x="1971933" y="4987122"/>
                  </a:lnTo>
                  <a:lnTo>
                    <a:pt x="1959210" y="4994466"/>
                  </a:lnTo>
                  <a:close/>
                </a:path>
                <a:path w="6802755" h="7098030">
                  <a:moveTo>
                    <a:pt x="1884728" y="4863105"/>
                  </a:moveTo>
                  <a:lnTo>
                    <a:pt x="1878556" y="4852419"/>
                  </a:lnTo>
                  <a:lnTo>
                    <a:pt x="1889241" y="4846248"/>
                  </a:lnTo>
                  <a:lnTo>
                    <a:pt x="1895413" y="4856933"/>
                  </a:lnTo>
                  <a:lnTo>
                    <a:pt x="1884728" y="4863105"/>
                  </a:lnTo>
                  <a:close/>
                </a:path>
                <a:path w="6802755" h="7098030">
                  <a:moveTo>
                    <a:pt x="1810021" y="4732543"/>
                  </a:moveTo>
                  <a:lnTo>
                    <a:pt x="1804441" y="4722870"/>
                  </a:lnTo>
                  <a:lnTo>
                    <a:pt x="1814107" y="4717291"/>
                  </a:lnTo>
                  <a:lnTo>
                    <a:pt x="1819693" y="4726958"/>
                  </a:lnTo>
                  <a:lnTo>
                    <a:pt x="1810021" y="4732543"/>
                  </a:lnTo>
                  <a:close/>
                </a:path>
                <a:path w="6802755" h="7098030">
                  <a:moveTo>
                    <a:pt x="1735319" y="4601975"/>
                  </a:moveTo>
                  <a:lnTo>
                    <a:pt x="1730326" y="4593327"/>
                  </a:lnTo>
                  <a:lnTo>
                    <a:pt x="1738979" y="4588334"/>
                  </a:lnTo>
                  <a:lnTo>
                    <a:pt x="1743972" y="4596982"/>
                  </a:lnTo>
                  <a:lnTo>
                    <a:pt x="1735319" y="4601975"/>
                  </a:lnTo>
                  <a:close/>
                </a:path>
                <a:path w="6802755" h="7098030">
                  <a:moveTo>
                    <a:pt x="1660617" y="4471413"/>
                  </a:moveTo>
                  <a:lnTo>
                    <a:pt x="1656210" y="4463784"/>
                  </a:lnTo>
                  <a:lnTo>
                    <a:pt x="1663845" y="4459377"/>
                  </a:lnTo>
                  <a:lnTo>
                    <a:pt x="1668252" y="4467006"/>
                  </a:lnTo>
                  <a:lnTo>
                    <a:pt x="1660617" y="4471413"/>
                  </a:lnTo>
                  <a:close/>
                </a:path>
                <a:path w="6802755" h="7098030">
                  <a:moveTo>
                    <a:pt x="1585922" y="4340851"/>
                  </a:moveTo>
                  <a:lnTo>
                    <a:pt x="1582101" y="4334235"/>
                  </a:lnTo>
                  <a:lnTo>
                    <a:pt x="1588711" y="4330420"/>
                  </a:lnTo>
                  <a:lnTo>
                    <a:pt x="1592532" y="4337031"/>
                  </a:lnTo>
                  <a:lnTo>
                    <a:pt x="1585922" y="4340851"/>
                  </a:lnTo>
                  <a:close/>
                </a:path>
                <a:path w="6802755" h="7098030">
                  <a:moveTo>
                    <a:pt x="1511321" y="4209893"/>
                  </a:moveTo>
                  <a:lnTo>
                    <a:pt x="1508383" y="4204805"/>
                  </a:lnTo>
                  <a:lnTo>
                    <a:pt x="1513471" y="4201867"/>
                  </a:lnTo>
                  <a:lnTo>
                    <a:pt x="1516408" y="4206955"/>
                  </a:lnTo>
                  <a:lnTo>
                    <a:pt x="1511321" y="4209893"/>
                  </a:lnTo>
                  <a:close/>
                </a:path>
                <a:path w="6802755" h="7098030">
                  <a:moveTo>
                    <a:pt x="1436512" y="4079728"/>
                  </a:moveTo>
                  <a:lnTo>
                    <a:pt x="1433871" y="4075143"/>
                  </a:lnTo>
                  <a:lnTo>
                    <a:pt x="1438449" y="4072501"/>
                  </a:lnTo>
                  <a:lnTo>
                    <a:pt x="1441091" y="4077080"/>
                  </a:lnTo>
                  <a:lnTo>
                    <a:pt x="1436512" y="4079728"/>
                  </a:lnTo>
                  <a:close/>
                </a:path>
                <a:path w="6802755" h="7098030">
                  <a:moveTo>
                    <a:pt x="1361811" y="3949166"/>
                  </a:moveTo>
                  <a:lnTo>
                    <a:pt x="1359755" y="3945606"/>
                  </a:lnTo>
                  <a:lnTo>
                    <a:pt x="1363321" y="3943545"/>
                  </a:lnTo>
                  <a:lnTo>
                    <a:pt x="1365376" y="3947104"/>
                  </a:lnTo>
                  <a:lnTo>
                    <a:pt x="1361811" y="3949166"/>
                  </a:lnTo>
                  <a:close/>
                </a:path>
                <a:path w="6802755" h="7098030">
                  <a:moveTo>
                    <a:pt x="1287109" y="3818598"/>
                  </a:moveTo>
                  <a:lnTo>
                    <a:pt x="1285640" y="3816057"/>
                  </a:lnTo>
                  <a:lnTo>
                    <a:pt x="1288181" y="3814587"/>
                  </a:lnTo>
                  <a:lnTo>
                    <a:pt x="1289650" y="3817128"/>
                  </a:lnTo>
                  <a:lnTo>
                    <a:pt x="1287109" y="3818598"/>
                  </a:lnTo>
                  <a:close/>
                </a:path>
                <a:path w="6802755" h="7098030">
                  <a:moveTo>
                    <a:pt x="1212301" y="3688438"/>
                  </a:moveTo>
                  <a:lnTo>
                    <a:pt x="1211122" y="3686401"/>
                  </a:lnTo>
                  <a:lnTo>
                    <a:pt x="1213160" y="3685228"/>
                  </a:lnTo>
                  <a:lnTo>
                    <a:pt x="1214338" y="3687265"/>
                  </a:lnTo>
                  <a:lnTo>
                    <a:pt x="1212301" y="3688438"/>
                  </a:lnTo>
                  <a:close/>
                </a:path>
                <a:path w="6802755" h="7098030">
                  <a:moveTo>
                    <a:pt x="3282481" y="7014976"/>
                  </a:moveTo>
                  <a:lnTo>
                    <a:pt x="3261039" y="6977838"/>
                  </a:lnTo>
                  <a:lnTo>
                    <a:pt x="3298188" y="6956391"/>
                  </a:lnTo>
                  <a:lnTo>
                    <a:pt x="3319630" y="6993529"/>
                  </a:lnTo>
                  <a:lnTo>
                    <a:pt x="3282481" y="7014976"/>
                  </a:lnTo>
                  <a:close/>
                </a:path>
                <a:path w="6802755" h="7098030">
                  <a:moveTo>
                    <a:pt x="3207892" y="6884017"/>
                  </a:moveTo>
                  <a:lnTo>
                    <a:pt x="3187327" y="6848396"/>
                  </a:lnTo>
                  <a:lnTo>
                    <a:pt x="3222942" y="6827832"/>
                  </a:lnTo>
                  <a:lnTo>
                    <a:pt x="3243507" y="6863453"/>
                  </a:lnTo>
                  <a:lnTo>
                    <a:pt x="3207892" y="6884017"/>
                  </a:lnTo>
                  <a:close/>
                </a:path>
                <a:path w="6802755" h="7098030">
                  <a:moveTo>
                    <a:pt x="3133297" y="6753052"/>
                  </a:moveTo>
                  <a:lnTo>
                    <a:pt x="3113614" y="6718960"/>
                  </a:lnTo>
                  <a:lnTo>
                    <a:pt x="3147701" y="6699277"/>
                  </a:lnTo>
                  <a:lnTo>
                    <a:pt x="3167384" y="6733370"/>
                  </a:lnTo>
                  <a:lnTo>
                    <a:pt x="3133297" y="6753052"/>
                  </a:lnTo>
                  <a:close/>
                </a:path>
                <a:path w="6802755" h="7098030">
                  <a:moveTo>
                    <a:pt x="3058701" y="6622087"/>
                  </a:moveTo>
                  <a:lnTo>
                    <a:pt x="3039901" y="6589522"/>
                  </a:lnTo>
                  <a:lnTo>
                    <a:pt x="3072467" y="6570717"/>
                  </a:lnTo>
                  <a:lnTo>
                    <a:pt x="3091272" y="6603288"/>
                  </a:lnTo>
                  <a:lnTo>
                    <a:pt x="3058701" y="6622087"/>
                  </a:lnTo>
                  <a:close/>
                </a:path>
                <a:path w="6802755" h="7098030">
                  <a:moveTo>
                    <a:pt x="2984106" y="6491123"/>
                  </a:moveTo>
                  <a:lnTo>
                    <a:pt x="2966183" y="6460085"/>
                  </a:lnTo>
                  <a:lnTo>
                    <a:pt x="2997226" y="6442162"/>
                  </a:lnTo>
                  <a:lnTo>
                    <a:pt x="3015149" y="6473199"/>
                  </a:lnTo>
                  <a:lnTo>
                    <a:pt x="2984106" y="6491123"/>
                  </a:lnTo>
                  <a:close/>
                </a:path>
                <a:path w="6802755" h="7098030">
                  <a:moveTo>
                    <a:pt x="2909618" y="6359755"/>
                  </a:moveTo>
                  <a:lnTo>
                    <a:pt x="2892874" y="6330750"/>
                  </a:lnTo>
                  <a:lnTo>
                    <a:pt x="2921873" y="6314006"/>
                  </a:lnTo>
                  <a:lnTo>
                    <a:pt x="2938623" y="6343011"/>
                  </a:lnTo>
                  <a:lnTo>
                    <a:pt x="2909618" y="6359755"/>
                  </a:lnTo>
                  <a:close/>
                </a:path>
                <a:path w="6802755" h="7098030">
                  <a:moveTo>
                    <a:pt x="2834916" y="6229193"/>
                  </a:moveTo>
                  <a:lnTo>
                    <a:pt x="2818758" y="6201207"/>
                  </a:lnTo>
                  <a:lnTo>
                    <a:pt x="2846744" y="6185049"/>
                  </a:lnTo>
                  <a:lnTo>
                    <a:pt x="2862903" y="6213035"/>
                  </a:lnTo>
                  <a:lnTo>
                    <a:pt x="2834916" y="6229193"/>
                  </a:lnTo>
                  <a:close/>
                </a:path>
                <a:path w="6802755" h="7098030">
                  <a:moveTo>
                    <a:pt x="2760321" y="6098228"/>
                  </a:moveTo>
                  <a:lnTo>
                    <a:pt x="2745046" y="6071770"/>
                  </a:lnTo>
                  <a:lnTo>
                    <a:pt x="2771504" y="6056494"/>
                  </a:lnTo>
                  <a:lnTo>
                    <a:pt x="2786780" y="6082953"/>
                  </a:lnTo>
                  <a:lnTo>
                    <a:pt x="2760321" y="6098228"/>
                  </a:lnTo>
                  <a:close/>
                </a:path>
                <a:path w="6802755" h="7098030">
                  <a:moveTo>
                    <a:pt x="2685732" y="5967263"/>
                  </a:moveTo>
                  <a:lnTo>
                    <a:pt x="2671333" y="5942333"/>
                  </a:lnTo>
                  <a:lnTo>
                    <a:pt x="2696269" y="5927935"/>
                  </a:lnTo>
                  <a:lnTo>
                    <a:pt x="2710662" y="5952870"/>
                  </a:lnTo>
                  <a:lnTo>
                    <a:pt x="2685732" y="5967263"/>
                  </a:lnTo>
                  <a:close/>
                </a:path>
                <a:path w="6802755" h="7098030">
                  <a:moveTo>
                    <a:pt x="2611244" y="5835902"/>
                  </a:moveTo>
                  <a:lnTo>
                    <a:pt x="2598017" y="5812997"/>
                  </a:lnTo>
                  <a:lnTo>
                    <a:pt x="2620916" y="5799777"/>
                  </a:lnTo>
                  <a:lnTo>
                    <a:pt x="2634142" y="5822681"/>
                  </a:lnTo>
                  <a:lnTo>
                    <a:pt x="2611244" y="5835902"/>
                  </a:lnTo>
                  <a:close/>
                </a:path>
                <a:path w="6802755" h="7098030">
                  <a:moveTo>
                    <a:pt x="2536536" y="5705340"/>
                  </a:moveTo>
                  <a:lnTo>
                    <a:pt x="2523902" y="5683460"/>
                  </a:lnTo>
                  <a:lnTo>
                    <a:pt x="2545788" y="5670826"/>
                  </a:lnTo>
                  <a:lnTo>
                    <a:pt x="2558422" y="5692706"/>
                  </a:lnTo>
                  <a:lnTo>
                    <a:pt x="2536536" y="5705340"/>
                  </a:lnTo>
                  <a:close/>
                </a:path>
                <a:path w="6802755" h="7098030">
                  <a:moveTo>
                    <a:pt x="2461941" y="5574375"/>
                  </a:moveTo>
                  <a:lnTo>
                    <a:pt x="2450190" y="5554017"/>
                  </a:lnTo>
                  <a:lnTo>
                    <a:pt x="2470548" y="5542266"/>
                  </a:lnTo>
                  <a:lnTo>
                    <a:pt x="2482299" y="5562624"/>
                  </a:lnTo>
                  <a:lnTo>
                    <a:pt x="2461941" y="5574375"/>
                  </a:lnTo>
                  <a:close/>
                </a:path>
                <a:path w="6802755" h="7098030">
                  <a:moveTo>
                    <a:pt x="2387352" y="5443410"/>
                  </a:moveTo>
                  <a:lnTo>
                    <a:pt x="2376477" y="5424580"/>
                  </a:lnTo>
                  <a:lnTo>
                    <a:pt x="2395307" y="5413712"/>
                  </a:lnTo>
                  <a:lnTo>
                    <a:pt x="2406176" y="5432541"/>
                  </a:lnTo>
                  <a:lnTo>
                    <a:pt x="2387352" y="5443410"/>
                  </a:lnTo>
                  <a:close/>
                </a:path>
                <a:path w="6802755" h="7098030">
                  <a:moveTo>
                    <a:pt x="2312650" y="5312848"/>
                  </a:moveTo>
                  <a:lnTo>
                    <a:pt x="2302362" y="5295032"/>
                  </a:lnTo>
                  <a:lnTo>
                    <a:pt x="2320173" y="5284749"/>
                  </a:lnTo>
                  <a:lnTo>
                    <a:pt x="2330461" y="5302565"/>
                  </a:lnTo>
                  <a:lnTo>
                    <a:pt x="2312650" y="5312848"/>
                  </a:lnTo>
                  <a:close/>
                </a:path>
                <a:path w="6802755" h="7098030">
                  <a:moveTo>
                    <a:pt x="2238156" y="5181481"/>
                  </a:moveTo>
                  <a:lnTo>
                    <a:pt x="2229052" y="5165708"/>
                  </a:lnTo>
                  <a:lnTo>
                    <a:pt x="2244831" y="5156598"/>
                  </a:lnTo>
                  <a:lnTo>
                    <a:pt x="2253935" y="5172371"/>
                  </a:lnTo>
                  <a:lnTo>
                    <a:pt x="2238156" y="5181481"/>
                  </a:lnTo>
                  <a:close/>
                </a:path>
                <a:path w="6802755" h="7098030">
                  <a:moveTo>
                    <a:pt x="2163461" y="5050912"/>
                  </a:moveTo>
                  <a:lnTo>
                    <a:pt x="2154943" y="5036164"/>
                  </a:lnTo>
                  <a:lnTo>
                    <a:pt x="2169698" y="5027641"/>
                  </a:lnTo>
                  <a:lnTo>
                    <a:pt x="2178215" y="5042395"/>
                  </a:lnTo>
                  <a:lnTo>
                    <a:pt x="2163461" y="5050912"/>
                  </a:lnTo>
                  <a:close/>
                </a:path>
                <a:path w="6802755" h="7098030">
                  <a:moveTo>
                    <a:pt x="2088859" y="4919954"/>
                  </a:moveTo>
                  <a:lnTo>
                    <a:pt x="2081225" y="4906728"/>
                  </a:lnTo>
                  <a:lnTo>
                    <a:pt x="2094457" y="4899087"/>
                  </a:lnTo>
                  <a:lnTo>
                    <a:pt x="2102097" y="4912313"/>
                  </a:lnTo>
                  <a:lnTo>
                    <a:pt x="2088859" y="4919954"/>
                  </a:lnTo>
                  <a:close/>
                </a:path>
                <a:path w="6802755" h="7098030">
                  <a:moveTo>
                    <a:pt x="2014164" y="4789392"/>
                  </a:moveTo>
                  <a:lnTo>
                    <a:pt x="2007116" y="4777179"/>
                  </a:lnTo>
                  <a:lnTo>
                    <a:pt x="2019329" y="4770124"/>
                  </a:lnTo>
                  <a:lnTo>
                    <a:pt x="2026377" y="4782338"/>
                  </a:lnTo>
                  <a:lnTo>
                    <a:pt x="2014164" y="4789392"/>
                  </a:lnTo>
                  <a:close/>
                </a:path>
                <a:path w="6802755" h="7098030">
                  <a:moveTo>
                    <a:pt x="1939676" y="4658025"/>
                  </a:moveTo>
                  <a:lnTo>
                    <a:pt x="1933800" y="4647849"/>
                  </a:lnTo>
                  <a:lnTo>
                    <a:pt x="1943976" y="4641973"/>
                  </a:lnTo>
                  <a:lnTo>
                    <a:pt x="1949852" y="4652149"/>
                  </a:lnTo>
                  <a:lnTo>
                    <a:pt x="1939676" y="4658025"/>
                  </a:lnTo>
                  <a:close/>
                </a:path>
                <a:path w="6802755" h="7098030">
                  <a:moveTo>
                    <a:pt x="1864974" y="4527463"/>
                  </a:moveTo>
                  <a:lnTo>
                    <a:pt x="1859685" y="4518306"/>
                  </a:lnTo>
                  <a:lnTo>
                    <a:pt x="1868842" y="4513017"/>
                  </a:lnTo>
                  <a:lnTo>
                    <a:pt x="1874131" y="4522174"/>
                  </a:lnTo>
                  <a:lnTo>
                    <a:pt x="1864974" y="4527463"/>
                  </a:lnTo>
                  <a:close/>
                </a:path>
                <a:path w="6802755" h="7098030">
                  <a:moveTo>
                    <a:pt x="1790272" y="4396901"/>
                  </a:moveTo>
                  <a:lnTo>
                    <a:pt x="1785569" y="4388757"/>
                  </a:lnTo>
                  <a:lnTo>
                    <a:pt x="1793714" y="4384054"/>
                  </a:lnTo>
                  <a:lnTo>
                    <a:pt x="1798416" y="4392198"/>
                  </a:lnTo>
                  <a:lnTo>
                    <a:pt x="1790272" y="4396901"/>
                  </a:lnTo>
                  <a:close/>
                </a:path>
                <a:path w="6802755" h="7098030">
                  <a:moveTo>
                    <a:pt x="1715571" y="4266339"/>
                  </a:moveTo>
                  <a:lnTo>
                    <a:pt x="1711460" y="4259214"/>
                  </a:lnTo>
                  <a:lnTo>
                    <a:pt x="1718585" y="4255097"/>
                  </a:lnTo>
                  <a:lnTo>
                    <a:pt x="1722696" y="4262223"/>
                  </a:lnTo>
                  <a:lnTo>
                    <a:pt x="1715571" y="4266339"/>
                  </a:lnTo>
                  <a:close/>
                </a:path>
                <a:path w="6802755" h="7098030">
                  <a:moveTo>
                    <a:pt x="1640869" y="4135771"/>
                  </a:moveTo>
                  <a:lnTo>
                    <a:pt x="1637339" y="4129665"/>
                  </a:lnTo>
                  <a:lnTo>
                    <a:pt x="1643446" y="4126140"/>
                  </a:lnTo>
                  <a:lnTo>
                    <a:pt x="1646970" y="4132247"/>
                  </a:lnTo>
                  <a:lnTo>
                    <a:pt x="1640869" y="4135771"/>
                  </a:lnTo>
                  <a:close/>
                </a:path>
                <a:path w="6802755" h="7098030">
                  <a:moveTo>
                    <a:pt x="1566167" y="4005209"/>
                  </a:moveTo>
                  <a:lnTo>
                    <a:pt x="1563229" y="4000121"/>
                  </a:lnTo>
                  <a:lnTo>
                    <a:pt x="1568317" y="3997184"/>
                  </a:lnTo>
                  <a:lnTo>
                    <a:pt x="1571255" y="4002271"/>
                  </a:lnTo>
                  <a:lnTo>
                    <a:pt x="1566167" y="4005209"/>
                  </a:lnTo>
                  <a:close/>
                </a:path>
                <a:path w="6802755" h="7098030">
                  <a:moveTo>
                    <a:pt x="1491460" y="3874647"/>
                  </a:moveTo>
                  <a:lnTo>
                    <a:pt x="1489108" y="3870578"/>
                  </a:lnTo>
                  <a:lnTo>
                    <a:pt x="1493183" y="3868227"/>
                  </a:lnTo>
                  <a:lnTo>
                    <a:pt x="1495535" y="3872296"/>
                  </a:lnTo>
                  <a:lnTo>
                    <a:pt x="1491460" y="3874647"/>
                  </a:lnTo>
                  <a:close/>
                </a:path>
                <a:path w="6802755" h="7098030">
                  <a:moveTo>
                    <a:pt x="1416766" y="3744086"/>
                  </a:moveTo>
                  <a:lnTo>
                    <a:pt x="1414999" y="3741029"/>
                  </a:lnTo>
                  <a:lnTo>
                    <a:pt x="1418056" y="3739270"/>
                  </a:lnTo>
                  <a:lnTo>
                    <a:pt x="1419815" y="3742321"/>
                  </a:lnTo>
                  <a:lnTo>
                    <a:pt x="1416766" y="3744086"/>
                  </a:lnTo>
                  <a:close/>
                </a:path>
                <a:path w="6802755" h="7098030">
                  <a:moveTo>
                    <a:pt x="1342062" y="3613524"/>
                  </a:moveTo>
                  <a:lnTo>
                    <a:pt x="1340884" y="3611486"/>
                  </a:lnTo>
                  <a:lnTo>
                    <a:pt x="1342921" y="3610307"/>
                  </a:lnTo>
                  <a:lnTo>
                    <a:pt x="1344094" y="3612345"/>
                  </a:lnTo>
                  <a:lnTo>
                    <a:pt x="1342062" y="3613524"/>
                  </a:lnTo>
                  <a:close/>
                </a:path>
                <a:path w="6802755" h="7098030">
                  <a:moveTo>
                    <a:pt x="1267248" y="3483365"/>
                  </a:moveTo>
                  <a:lnTo>
                    <a:pt x="1266366" y="3481837"/>
                  </a:lnTo>
                  <a:lnTo>
                    <a:pt x="1267894" y="3480954"/>
                  </a:lnTo>
                  <a:lnTo>
                    <a:pt x="1268777" y="3482482"/>
                  </a:lnTo>
                  <a:lnTo>
                    <a:pt x="1267248" y="3483365"/>
                  </a:lnTo>
                  <a:close/>
                </a:path>
                <a:path w="6802755" h="7098030">
                  <a:moveTo>
                    <a:pt x="3486837" y="7071026"/>
                  </a:moveTo>
                  <a:lnTo>
                    <a:pt x="3464507" y="7032355"/>
                  </a:lnTo>
                  <a:lnTo>
                    <a:pt x="3503185" y="7010025"/>
                  </a:lnTo>
                  <a:lnTo>
                    <a:pt x="3525515" y="7048696"/>
                  </a:lnTo>
                  <a:lnTo>
                    <a:pt x="3486837" y="7071026"/>
                  </a:lnTo>
                  <a:close/>
                </a:path>
                <a:path w="6802755" h="7098030">
                  <a:moveTo>
                    <a:pt x="3411922" y="6941270"/>
                  </a:moveTo>
                  <a:lnTo>
                    <a:pt x="3389592" y="6902598"/>
                  </a:lnTo>
                  <a:lnTo>
                    <a:pt x="3428269" y="6880268"/>
                  </a:lnTo>
                  <a:lnTo>
                    <a:pt x="3450594" y="6918940"/>
                  </a:lnTo>
                  <a:lnTo>
                    <a:pt x="3411922" y="6941270"/>
                  </a:lnTo>
                  <a:close/>
                </a:path>
                <a:path w="6802755" h="7098030">
                  <a:moveTo>
                    <a:pt x="3337327" y="6810305"/>
                  </a:moveTo>
                  <a:lnTo>
                    <a:pt x="3315879" y="6773156"/>
                  </a:lnTo>
                  <a:lnTo>
                    <a:pt x="3353029" y="6751708"/>
                  </a:lnTo>
                  <a:lnTo>
                    <a:pt x="3374476" y="6788857"/>
                  </a:lnTo>
                  <a:lnTo>
                    <a:pt x="3337327" y="6810305"/>
                  </a:lnTo>
                  <a:close/>
                </a:path>
                <a:path w="6802755" h="7098030">
                  <a:moveTo>
                    <a:pt x="3262625" y="6679743"/>
                  </a:moveTo>
                  <a:lnTo>
                    <a:pt x="3241764" y="6643612"/>
                  </a:lnTo>
                  <a:lnTo>
                    <a:pt x="3277895" y="6622751"/>
                  </a:lnTo>
                  <a:lnTo>
                    <a:pt x="3298756" y="6658882"/>
                  </a:lnTo>
                  <a:lnTo>
                    <a:pt x="3262625" y="6679743"/>
                  </a:lnTo>
                  <a:close/>
                </a:path>
                <a:path w="6802755" h="7098030">
                  <a:moveTo>
                    <a:pt x="3188137" y="6548370"/>
                  </a:moveTo>
                  <a:lnTo>
                    <a:pt x="3168454" y="6514283"/>
                  </a:lnTo>
                  <a:lnTo>
                    <a:pt x="3202547" y="6494600"/>
                  </a:lnTo>
                  <a:lnTo>
                    <a:pt x="3222230" y="6528687"/>
                  </a:lnTo>
                  <a:lnTo>
                    <a:pt x="3188137" y="6548370"/>
                  </a:lnTo>
                  <a:close/>
                </a:path>
                <a:path w="6802755" h="7098030">
                  <a:moveTo>
                    <a:pt x="3113542" y="6417411"/>
                  </a:moveTo>
                  <a:lnTo>
                    <a:pt x="3094736" y="6384846"/>
                  </a:lnTo>
                  <a:lnTo>
                    <a:pt x="3127307" y="6366040"/>
                  </a:lnTo>
                  <a:lnTo>
                    <a:pt x="3146107" y="6398611"/>
                  </a:lnTo>
                  <a:lnTo>
                    <a:pt x="3113542" y="6417411"/>
                  </a:lnTo>
                  <a:close/>
                </a:path>
                <a:path w="6802755" h="7098030">
                  <a:moveTo>
                    <a:pt x="3038946" y="6286446"/>
                  </a:moveTo>
                  <a:lnTo>
                    <a:pt x="3021023" y="6255409"/>
                  </a:lnTo>
                  <a:lnTo>
                    <a:pt x="3052072" y="6237486"/>
                  </a:lnTo>
                  <a:lnTo>
                    <a:pt x="3069989" y="6268523"/>
                  </a:lnTo>
                  <a:lnTo>
                    <a:pt x="3038946" y="6286446"/>
                  </a:lnTo>
                  <a:close/>
                </a:path>
                <a:path w="6802755" h="7098030">
                  <a:moveTo>
                    <a:pt x="2964464" y="6155079"/>
                  </a:moveTo>
                  <a:lnTo>
                    <a:pt x="2947720" y="6126074"/>
                  </a:lnTo>
                  <a:lnTo>
                    <a:pt x="2976719" y="6109329"/>
                  </a:lnTo>
                  <a:lnTo>
                    <a:pt x="2993463" y="6138334"/>
                  </a:lnTo>
                  <a:lnTo>
                    <a:pt x="2964464" y="6155079"/>
                  </a:lnTo>
                  <a:close/>
                </a:path>
                <a:path w="6802755" h="7098030">
                  <a:moveTo>
                    <a:pt x="2889756" y="6024517"/>
                  </a:moveTo>
                  <a:lnTo>
                    <a:pt x="2873598" y="5996530"/>
                  </a:lnTo>
                  <a:lnTo>
                    <a:pt x="2901585" y="5980372"/>
                  </a:lnTo>
                  <a:lnTo>
                    <a:pt x="2917743" y="6008359"/>
                  </a:lnTo>
                  <a:lnTo>
                    <a:pt x="2889756" y="6024517"/>
                  </a:lnTo>
                  <a:close/>
                </a:path>
                <a:path w="6802755" h="7098030">
                  <a:moveTo>
                    <a:pt x="2815168" y="5893552"/>
                  </a:moveTo>
                  <a:lnTo>
                    <a:pt x="2799886" y="5867094"/>
                  </a:lnTo>
                  <a:lnTo>
                    <a:pt x="2826344" y="5851818"/>
                  </a:lnTo>
                  <a:lnTo>
                    <a:pt x="2841626" y="5878276"/>
                  </a:lnTo>
                  <a:lnTo>
                    <a:pt x="2815168" y="5893552"/>
                  </a:lnTo>
                  <a:close/>
                </a:path>
                <a:path w="6802755" h="7098030">
                  <a:moveTo>
                    <a:pt x="2740567" y="5762593"/>
                  </a:moveTo>
                  <a:lnTo>
                    <a:pt x="2726174" y="5737657"/>
                  </a:lnTo>
                  <a:lnTo>
                    <a:pt x="2751104" y="5723259"/>
                  </a:lnTo>
                  <a:lnTo>
                    <a:pt x="2765503" y="5748195"/>
                  </a:lnTo>
                  <a:lnTo>
                    <a:pt x="2740567" y="5762593"/>
                  </a:lnTo>
                  <a:close/>
                </a:path>
                <a:path w="6802755" h="7098030">
                  <a:moveTo>
                    <a:pt x="2666084" y="5631226"/>
                  </a:moveTo>
                  <a:lnTo>
                    <a:pt x="2652864" y="5608327"/>
                  </a:lnTo>
                  <a:lnTo>
                    <a:pt x="2675763" y="5595107"/>
                  </a:lnTo>
                  <a:lnTo>
                    <a:pt x="2688983" y="5618005"/>
                  </a:lnTo>
                  <a:lnTo>
                    <a:pt x="2666084" y="5631226"/>
                  </a:lnTo>
                  <a:close/>
                </a:path>
                <a:path w="6802755" h="7098030">
                  <a:moveTo>
                    <a:pt x="2591489" y="5500255"/>
                  </a:moveTo>
                  <a:lnTo>
                    <a:pt x="2579151" y="5478885"/>
                  </a:lnTo>
                  <a:lnTo>
                    <a:pt x="2600522" y="5466547"/>
                  </a:lnTo>
                  <a:lnTo>
                    <a:pt x="2612860" y="5487917"/>
                  </a:lnTo>
                  <a:lnTo>
                    <a:pt x="2591489" y="5500255"/>
                  </a:lnTo>
                  <a:close/>
                </a:path>
                <a:path w="6802755" h="7098030">
                  <a:moveTo>
                    <a:pt x="2516894" y="5369296"/>
                  </a:moveTo>
                  <a:lnTo>
                    <a:pt x="2505433" y="5349454"/>
                  </a:lnTo>
                  <a:lnTo>
                    <a:pt x="2525281" y="5337993"/>
                  </a:lnTo>
                  <a:lnTo>
                    <a:pt x="2536736" y="5357841"/>
                  </a:lnTo>
                  <a:lnTo>
                    <a:pt x="2516894" y="5369296"/>
                  </a:lnTo>
                  <a:close/>
                </a:path>
                <a:path w="6802755" h="7098030">
                  <a:moveTo>
                    <a:pt x="2442299" y="5238332"/>
                  </a:moveTo>
                  <a:lnTo>
                    <a:pt x="2431721" y="5220012"/>
                  </a:lnTo>
                  <a:lnTo>
                    <a:pt x="2450047" y="5209433"/>
                  </a:lnTo>
                  <a:lnTo>
                    <a:pt x="2460619" y="5227753"/>
                  </a:lnTo>
                  <a:lnTo>
                    <a:pt x="2442299" y="5238332"/>
                  </a:lnTo>
                  <a:close/>
                </a:path>
                <a:path w="6802755" h="7098030">
                  <a:moveTo>
                    <a:pt x="2367592" y="5107770"/>
                  </a:moveTo>
                  <a:lnTo>
                    <a:pt x="2357606" y="5090469"/>
                  </a:lnTo>
                  <a:lnTo>
                    <a:pt x="2374907" y="5080476"/>
                  </a:lnTo>
                  <a:lnTo>
                    <a:pt x="2384899" y="5097778"/>
                  </a:lnTo>
                  <a:lnTo>
                    <a:pt x="2367592" y="5107770"/>
                  </a:lnTo>
                  <a:close/>
                </a:path>
                <a:path w="6802755" h="7098030">
                  <a:moveTo>
                    <a:pt x="2293109" y="4976402"/>
                  </a:moveTo>
                  <a:lnTo>
                    <a:pt x="2284296" y="4961139"/>
                  </a:lnTo>
                  <a:lnTo>
                    <a:pt x="2299565" y="4952325"/>
                  </a:lnTo>
                  <a:lnTo>
                    <a:pt x="2308379" y="4967589"/>
                  </a:lnTo>
                  <a:lnTo>
                    <a:pt x="2293109" y="4976402"/>
                  </a:lnTo>
                  <a:close/>
                </a:path>
                <a:path w="6802755" h="7098030">
                  <a:moveTo>
                    <a:pt x="2218408" y="4845840"/>
                  </a:moveTo>
                  <a:lnTo>
                    <a:pt x="2210180" y="4831590"/>
                  </a:lnTo>
                  <a:lnTo>
                    <a:pt x="2224431" y="4823363"/>
                  </a:lnTo>
                  <a:lnTo>
                    <a:pt x="2232659" y="4837614"/>
                  </a:lnTo>
                  <a:lnTo>
                    <a:pt x="2218408" y="4845840"/>
                  </a:lnTo>
                  <a:close/>
                </a:path>
                <a:path w="6802755" h="7098030">
                  <a:moveTo>
                    <a:pt x="2143813" y="4714875"/>
                  </a:moveTo>
                  <a:lnTo>
                    <a:pt x="2136468" y="4702152"/>
                  </a:lnTo>
                  <a:lnTo>
                    <a:pt x="2149191" y="4694808"/>
                  </a:lnTo>
                  <a:lnTo>
                    <a:pt x="2156535" y="4707531"/>
                  </a:lnTo>
                  <a:lnTo>
                    <a:pt x="2143813" y="4714875"/>
                  </a:lnTo>
                  <a:close/>
                </a:path>
                <a:path w="6802755" h="7098030">
                  <a:moveTo>
                    <a:pt x="2069223" y="4583911"/>
                  </a:moveTo>
                  <a:lnTo>
                    <a:pt x="2062756" y="4572716"/>
                  </a:lnTo>
                  <a:lnTo>
                    <a:pt x="2073950" y="4566254"/>
                  </a:lnTo>
                  <a:lnTo>
                    <a:pt x="2080412" y="4577448"/>
                  </a:lnTo>
                  <a:lnTo>
                    <a:pt x="2069223" y="4583911"/>
                  </a:lnTo>
                  <a:close/>
                </a:path>
                <a:path w="6802755" h="7098030">
                  <a:moveTo>
                    <a:pt x="1994622" y="4452946"/>
                  </a:moveTo>
                  <a:lnTo>
                    <a:pt x="1989037" y="4443279"/>
                  </a:lnTo>
                  <a:lnTo>
                    <a:pt x="1998709" y="4437694"/>
                  </a:lnTo>
                  <a:lnTo>
                    <a:pt x="2004289" y="4447366"/>
                  </a:lnTo>
                  <a:lnTo>
                    <a:pt x="1994622" y="4452946"/>
                  </a:lnTo>
                  <a:close/>
                </a:path>
                <a:path w="6802755" h="7098030">
                  <a:moveTo>
                    <a:pt x="1919921" y="4322384"/>
                  </a:moveTo>
                  <a:lnTo>
                    <a:pt x="1914927" y="4313730"/>
                  </a:lnTo>
                  <a:lnTo>
                    <a:pt x="1923581" y="4308737"/>
                  </a:lnTo>
                  <a:lnTo>
                    <a:pt x="1928574" y="4317391"/>
                  </a:lnTo>
                  <a:lnTo>
                    <a:pt x="1919921" y="4322384"/>
                  </a:lnTo>
                  <a:close/>
                </a:path>
                <a:path w="6802755" h="7098030">
                  <a:moveTo>
                    <a:pt x="1845219" y="4191822"/>
                  </a:moveTo>
                  <a:lnTo>
                    <a:pt x="1840812" y="4184187"/>
                  </a:lnTo>
                  <a:lnTo>
                    <a:pt x="1848447" y="4179780"/>
                  </a:lnTo>
                  <a:lnTo>
                    <a:pt x="1852854" y="4187415"/>
                  </a:lnTo>
                  <a:lnTo>
                    <a:pt x="1845219" y="4191822"/>
                  </a:lnTo>
                  <a:close/>
                </a:path>
                <a:path w="6802755" h="7098030">
                  <a:moveTo>
                    <a:pt x="1770517" y="4061254"/>
                  </a:moveTo>
                  <a:lnTo>
                    <a:pt x="1766697" y="4054644"/>
                  </a:lnTo>
                  <a:lnTo>
                    <a:pt x="1773319" y="4050823"/>
                  </a:lnTo>
                  <a:lnTo>
                    <a:pt x="1777133" y="4057433"/>
                  </a:lnTo>
                  <a:lnTo>
                    <a:pt x="1770517" y="4061254"/>
                  </a:lnTo>
                  <a:close/>
                </a:path>
                <a:path w="6802755" h="7098030">
                  <a:moveTo>
                    <a:pt x="1695816" y="3930692"/>
                  </a:moveTo>
                  <a:lnTo>
                    <a:pt x="1692582" y="3925100"/>
                  </a:lnTo>
                  <a:lnTo>
                    <a:pt x="1698179" y="3921867"/>
                  </a:lnTo>
                  <a:lnTo>
                    <a:pt x="1701407" y="3927464"/>
                  </a:lnTo>
                  <a:lnTo>
                    <a:pt x="1695816" y="3930692"/>
                  </a:lnTo>
                  <a:close/>
                </a:path>
                <a:path w="6802755" h="7098030">
                  <a:moveTo>
                    <a:pt x="1621109" y="3800130"/>
                  </a:moveTo>
                  <a:lnTo>
                    <a:pt x="1618467" y="3795558"/>
                  </a:lnTo>
                  <a:lnTo>
                    <a:pt x="1623051" y="3792910"/>
                  </a:lnTo>
                  <a:lnTo>
                    <a:pt x="1625693" y="3797489"/>
                  </a:lnTo>
                  <a:lnTo>
                    <a:pt x="1621109" y="3800130"/>
                  </a:lnTo>
                  <a:close/>
                </a:path>
                <a:path w="6802755" h="7098030">
                  <a:moveTo>
                    <a:pt x="1546413" y="3669574"/>
                  </a:moveTo>
                  <a:lnTo>
                    <a:pt x="1544357" y="3666009"/>
                  </a:lnTo>
                  <a:lnTo>
                    <a:pt x="1547917" y="3663954"/>
                  </a:lnTo>
                  <a:lnTo>
                    <a:pt x="1549972" y="3667519"/>
                  </a:lnTo>
                  <a:lnTo>
                    <a:pt x="1546413" y="3669574"/>
                  </a:lnTo>
                  <a:close/>
                </a:path>
                <a:path w="6802755" h="7098030">
                  <a:moveTo>
                    <a:pt x="1471711" y="3539006"/>
                  </a:moveTo>
                  <a:lnTo>
                    <a:pt x="1470242" y="3536465"/>
                  </a:lnTo>
                  <a:lnTo>
                    <a:pt x="1472789" y="3534996"/>
                  </a:lnTo>
                  <a:lnTo>
                    <a:pt x="1474258" y="3537537"/>
                  </a:lnTo>
                  <a:lnTo>
                    <a:pt x="1471711" y="3539006"/>
                  </a:lnTo>
                  <a:close/>
                </a:path>
                <a:path w="6802755" h="7098030">
                  <a:moveTo>
                    <a:pt x="1396897" y="3408846"/>
                  </a:moveTo>
                  <a:lnTo>
                    <a:pt x="1395724" y="3406809"/>
                  </a:lnTo>
                  <a:lnTo>
                    <a:pt x="1397756" y="3405636"/>
                  </a:lnTo>
                  <a:lnTo>
                    <a:pt x="1398935" y="3407668"/>
                  </a:lnTo>
                  <a:lnTo>
                    <a:pt x="1396897" y="3408846"/>
                  </a:lnTo>
                  <a:close/>
                </a:path>
                <a:path w="6802755" h="7098030">
                  <a:moveTo>
                    <a:pt x="3721221" y="7098006"/>
                  </a:moveTo>
                  <a:lnTo>
                    <a:pt x="3681193" y="7098006"/>
                  </a:lnTo>
                  <a:lnTo>
                    <a:pt x="3676007" y="7089021"/>
                  </a:lnTo>
                  <a:lnTo>
                    <a:pt x="3706031" y="7071690"/>
                  </a:lnTo>
                  <a:lnTo>
                    <a:pt x="3721221" y="7098006"/>
                  </a:lnTo>
                  <a:close/>
                </a:path>
                <a:path w="6802755" h="7098030">
                  <a:moveTo>
                    <a:pt x="3615952" y="6998522"/>
                  </a:moveTo>
                  <a:lnTo>
                    <a:pt x="3591857" y="6956794"/>
                  </a:lnTo>
                  <a:lnTo>
                    <a:pt x="3633586" y="6932699"/>
                  </a:lnTo>
                  <a:lnTo>
                    <a:pt x="3657680" y="6974427"/>
                  </a:lnTo>
                  <a:lnTo>
                    <a:pt x="3615952" y="6998522"/>
                  </a:lnTo>
                  <a:close/>
                </a:path>
                <a:path w="6802755" h="7098030">
                  <a:moveTo>
                    <a:pt x="3541357" y="6867557"/>
                  </a:moveTo>
                  <a:lnTo>
                    <a:pt x="3518144" y="6827357"/>
                  </a:lnTo>
                  <a:lnTo>
                    <a:pt x="3558344" y="6804145"/>
                  </a:lnTo>
                  <a:lnTo>
                    <a:pt x="3581557" y="6844344"/>
                  </a:lnTo>
                  <a:lnTo>
                    <a:pt x="3541357" y="6867557"/>
                  </a:lnTo>
                  <a:close/>
                </a:path>
                <a:path w="6802755" h="7098030">
                  <a:moveTo>
                    <a:pt x="3466762" y="6736586"/>
                  </a:moveTo>
                  <a:lnTo>
                    <a:pt x="3444432" y="6697915"/>
                  </a:lnTo>
                  <a:lnTo>
                    <a:pt x="3483103" y="6675590"/>
                  </a:lnTo>
                  <a:lnTo>
                    <a:pt x="3505433" y="6714262"/>
                  </a:lnTo>
                  <a:lnTo>
                    <a:pt x="3466762" y="6736586"/>
                  </a:lnTo>
                  <a:close/>
                </a:path>
                <a:path w="6802755" h="7098030">
                  <a:moveTo>
                    <a:pt x="3392167" y="6605628"/>
                  </a:moveTo>
                  <a:lnTo>
                    <a:pt x="3370719" y="6568479"/>
                  </a:lnTo>
                  <a:lnTo>
                    <a:pt x="3407868" y="6547031"/>
                  </a:lnTo>
                  <a:lnTo>
                    <a:pt x="3429316" y="6584180"/>
                  </a:lnTo>
                  <a:lnTo>
                    <a:pt x="3392167" y="6605628"/>
                  </a:lnTo>
                  <a:close/>
                </a:path>
                <a:path w="6802755" h="7098030">
                  <a:moveTo>
                    <a:pt x="3317465" y="6475066"/>
                  </a:moveTo>
                  <a:lnTo>
                    <a:pt x="3296604" y="6438930"/>
                  </a:lnTo>
                  <a:lnTo>
                    <a:pt x="3332735" y="6418075"/>
                  </a:lnTo>
                  <a:lnTo>
                    <a:pt x="3353596" y="6454205"/>
                  </a:lnTo>
                  <a:lnTo>
                    <a:pt x="3317465" y="6475066"/>
                  </a:lnTo>
                  <a:close/>
                </a:path>
                <a:path w="6802755" h="7098030">
                  <a:moveTo>
                    <a:pt x="3242977" y="6343699"/>
                  </a:moveTo>
                  <a:lnTo>
                    <a:pt x="3223294" y="6309606"/>
                  </a:lnTo>
                  <a:lnTo>
                    <a:pt x="3257387" y="6289917"/>
                  </a:lnTo>
                  <a:lnTo>
                    <a:pt x="3277075" y="6324016"/>
                  </a:lnTo>
                  <a:lnTo>
                    <a:pt x="3242977" y="6343699"/>
                  </a:lnTo>
                  <a:close/>
                </a:path>
                <a:path w="6802755" h="7098030">
                  <a:moveTo>
                    <a:pt x="3168381" y="6212734"/>
                  </a:moveTo>
                  <a:lnTo>
                    <a:pt x="3149581" y="6180163"/>
                  </a:lnTo>
                  <a:lnTo>
                    <a:pt x="3182147" y="6161363"/>
                  </a:lnTo>
                  <a:lnTo>
                    <a:pt x="3200952" y="6193928"/>
                  </a:lnTo>
                  <a:lnTo>
                    <a:pt x="3168381" y="6212734"/>
                  </a:lnTo>
                  <a:close/>
                </a:path>
                <a:path w="6802755" h="7098030">
                  <a:moveTo>
                    <a:pt x="3093899" y="6081366"/>
                  </a:moveTo>
                  <a:lnTo>
                    <a:pt x="3076272" y="6050833"/>
                  </a:lnTo>
                  <a:lnTo>
                    <a:pt x="3106805" y="6033206"/>
                  </a:lnTo>
                  <a:lnTo>
                    <a:pt x="3124432" y="6063739"/>
                  </a:lnTo>
                  <a:lnTo>
                    <a:pt x="3093899" y="6081366"/>
                  </a:lnTo>
                  <a:close/>
                </a:path>
                <a:path w="6802755" h="7098030">
                  <a:moveTo>
                    <a:pt x="3019298" y="5950401"/>
                  </a:moveTo>
                  <a:lnTo>
                    <a:pt x="3002554" y="5921402"/>
                  </a:lnTo>
                  <a:lnTo>
                    <a:pt x="3031565" y="5904651"/>
                  </a:lnTo>
                  <a:lnTo>
                    <a:pt x="3048309" y="5933656"/>
                  </a:lnTo>
                  <a:lnTo>
                    <a:pt x="3019298" y="5950401"/>
                  </a:lnTo>
                  <a:close/>
                </a:path>
                <a:path w="6802755" h="7098030">
                  <a:moveTo>
                    <a:pt x="2944710" y="5819442"/>
                  </a:moveTo>
                  <a:lnTo>
                    <a:pt x="2928841" y="5791959"/>
                  </a:lnTo>
                  <a:lnTo>
                    <a:pt x="2956324" y="5776097"/>
                  </a:lnTo>
                  <a:lnTo>
                    <a:pt x="2972186" y="5803574"/>
                  </a:lnTo>
                  <a:lnTo>
                    <a:pt x="2944710" y="5819442"/>
                  </a:lnTo>
                  <a:close/>
                </a:path>
                <a:path w="6802755" h="7098030">
                  <a:moveTo>
                    <a:pt x="2870114" y="5688472"/>
                  </a:moveTo>
                  <a:lnTo>
                    <a:pt x="2855128" y="5662523"/>
                  </a:lnTo>
                  <a:lnTo>
                    <a:pt x="2881077" y="5647544"/>
                  </a:lnTo>
                  <a:lnTo>
                    <a:pt x="2896062" y="5673492"/>
                  </a:lnTo>
                  <a:lnTo>
                    <a:pt x="2870114" y="5688472"/>
                  </a:lnTo>
                  <a:close/>
                </a:path>
                <a:path w="6802755" h="7098030">
                  <a:moveTo>
                    <a:pt x="2795518" y="5557513"/>
                  </a:moveTo>
                  <a:lnTo>
                    <a:pt x="2781416" y="5533086"/>
                  </a:lnTo>
                  <a:lnTo>
                    <a:pt x="2805843" y="5518984"/>
                  </a:lnTo>
                  <a:lnTo>
                    <a:pt x="2819945" y="5543411"/>
                  </a:lnTo>
                  <a:lnTo>
                    <a:pt x="2795518" y="5557513"/>
                  </a:lnTo>
                  <a:close/>
                </a:path>
                <a:path w="6802755" h="7098030">
                  <a:moveTo>
                    <a:pt x="2721030" y="5426146"/>
                  </a:moveTo>
                  <a:lnTo>
                    <a:pt x="2708106" y="5403757"/>
                  </a:lnTo>
                  <a:lnTo>
                    <a:pt x="2730495" y="5390832"/>
                  </a:lnTo>
                  <a:lnTo>
                    <a:pt x="2743419" y="5413216"/>
                  </a:lnTo>
                  <a:lnTo>
                    <a:pt x="2721030" y="5426146"/>
                  </a:lnTo>
                  <a:close/>
                </a:path>
                <a:path w="6802755" h="7098030">
                  <a:moveTo>
                    <a:pt x="2646329" y="5295584"/>
                  </a:moveTo>
                  <a:lnTo>
                    <a:pt x="2633991" y="5274213"/>
                  </a:lnTo>
                  <a:lnTo>
                    <a:pt x="2655361" y="5261870"/>
                  </a:lnTo>
                  <a:lnTo>
                    <a:pt x="2667705" y="5283246"/>
                  </a:lnTo>
                  <a:lnTo>
                    <a:pt x="2646329" y="5295584"/>
                  </a:lnTo>
                  <a:close/>
                </a:path>
                <a:path w="6802755" h="7098030">
                  <a:moveTo>
                    <a:pt x="2571840" y="5164216"/>
                  </a:moveTo>
                  <a:lnTo>
                    <a:pt x="2560681" y="5144884"/>
                  </a:lnTo>
                  <a:lnTo>
                    <a:pt x="2580014" y="5133719"/>
                  </a:lnTo>
                  <a:lnTo>
                    <a:pt x="2591173" y="5153052"/>
                  </a:lnTo>
                  <a:lnTo>
                    <a:pt x="2571840" y="5164216"/>
                  </a:lnTo>
                  <a:close/>
                </a:path>
                <a:path w="6802755" h="7098030">
                  <a:moveTo>
                    <a:pt x="2497251" y="5033251"/>
                  </a:moveTo>
                  <a:lnTo>
                    <a:pt x="2486969" y="5015441"/>
                  </a:lnTo>
                  <a:lnTo>
                    <a:pt x="2504779" y="5005158"/>
                  </a:lnTo>
                  <a:lnTo>
                    <a:pt x="2515062" y="5022969"/>
                  </a:lnTo>
                  <a:lnTo>
                    <a:pt x="2497251" y="5033251"/>
                  </a:lnTo>
                  <a:close/>
                </a:path>
                <a:path w="6802755" h="7098030">
                  <a:moveTo>
                    <a:pt x="2422550" y="4902690"/>
                  </a:moveTo>
                  <a:lnTo>
                    <a:pt x="2412853" y="4885898"/>
                  </a:lnTo>
                  <a:lnTo>
                    <a:pt x="2429639" y="4876202"/>
                  </a:lnTo>
                  <a:lnTo>
                    <a:pt x="2439335" y="4893000"/>
                  </a:lnTo>
                  <a:lnTo>
                    <a:pt x="2422550" y="4902690"/>
                  </a:lnTo>
                  <a:close/>
                </a:path>
                <a:path w="6802755" h="7098030">
                  <a:moveTo>
                    <a:pt x="2348061" y="4771328"/>
                  </a:moveTo>
                  <a:lnTo>
                    <a:pt x="2339538" y="4756568"/>
                  </a:lnTo>
                  <a:lnTo>
                    <a:pt x="2354298" y="4748050"/>
                  </a:lnTo>
                  <a:lnTo>
                    <a:pt x="2362815" y="4762805"/>
                  </a:lnTo>
                  <a:lnTo>
                    <a:pt x="2348061" y="4771328"/>
                  </a:lnTo>
                  <a:close/>
                </a:path>
                <a:path w="6802755" h="7098030">
                  <a:moveTo>
                    <a:pt x="2273354" y="4640766"/>
                  </a:moveTo>
                  <a:lnTo>
                    <a:pt x="2265423" y="4627025"/>
                  </a:lnTo>
                  <a:lnTo>
                    <a:pt x="2279164" y="4619087"/>
                  </a:lnTo>
                  <a:lnTo>
                    <a:pt x="2287095" y="4632829"/>
                  </a:lnTo>
                  <a:lnTo>
                    <a:pt x="2273354" y="4640766"/>
                  </a:lnTo>
                  <a:close/>
                </a:path>
                <a:path w="6802755" h="7098030">
                  <a:moveTo>
                    <a:pt x="2198759" y="4509795"/>
                  </a:moveTo>
                  <a:lnTo>
                    <a:pt x="2191710" y="4497582"/>
                  </a:lnTo>
                  <a:lnTo>
                    <a:pt x="2203924" y="4490533"/>
                  </a:lnTo>
                  <a:lnTo>
                    <a:pt x="2210972" y="4502747"/>
                  </a:lnTo>
                  <a:lnTo>
                    <a:pt x="2198759" y="4509795"/>
                  </a:lnTo>
                  <a:close/>
                </a:path>
                <a:path w="6802755" h="7098030">
                  <a:moveTo>
                    <a:pt x="2124170" y="4378837"/>
                  </a:moveTo>
                  <a:lnTo>
                    <a:pt x="2117998" y="4368146"/>
                  </a:lnTo>
                  <a:lnTo>
                    <a:pt x="2128683" y="4361974"/>
                  </a:lnTo>
                  <a:lnTo>
                    <a:pt x="2134855" y="4372665"/>
                  </a:lnTo>
                  <a:lnTo>
                    <a:pt x="2124170" y="4378837"/>
                  </a:lnTo>
                  <a:close/>
                </a:path>
                <a:path w="6802755" h="7098030">
                  <a:moveTo>
                    <a:pt x="2049575" y="4247866"/>
                  </a:moveTo>
                  <a:lnTo>
                    <a:pt x="2044285" y="4238709"/>
                  </a:lnTo>
                  <a:lnTo>
                    <a:pt x="2053442" y="4233420"/>
                  </a:lnTo>
                  <a:lnTo>
                    <a:pt x="2058732" y="4242583"/>
                  </a:lnTo>
                  <a:lnTo>
                    <a:pt x="2049575" y="4247866"/>
                  </a:lnTo>
                  <a:close/>
                </a:path>
                <a:path w="6802755" h="7098030">
                  <a:moveTo>
                    <a:pt x="1974873" y="4117304"/>
                  </a:moveTo>
                  <a:lnTo>
                    <a:pt x="1970170" y="4109166"/>
                  </a:lnTo>
                  <a:lnTo>
                    <a:pt x="1978314" y="4104463"/>
                  </a:lnTo>
                  <a:lnTo>
                    <a:pt x="1983011" y="4112607"/>
                  </a:lnTo>
                  <a:lnTo>
                    <a:pt x="1974873" y="4117304"/>
                  </a:lnTo>
                  <a:close/>
                </a:path>
                <a:path w="6802755" h="7098030">
                  <a:moveTo>
                    <a:pt x="1900166" y="3986743"/>
                  </a:moveTo>
                  <a:lnTo>
                    <a:pt x="1896055" y="3979617"/>
                  </a:lnTo>
                  <a:lnTo>
                    <a:pt x="1903180" y="3975506"/>
                  </a:lnTo>
                  <a:lnTo>
                    <a:pt x="1907291" y="3982632"/>
                  </a:lnTo>
                  <a:lnTo>
                    <a:pt x="1900166" y="3986743"/>
                  </a:lnTo>
                  <a:close/>
                </a:path>
                <a:path w="6802755" h="7098030">
                  <a:moveTo>
                    <a:pt x="1825464" y="3856181"/>
                  </a:moveTo>
                  <a:lnTo>
                    <a:pt x="1821940" y="3850080"/>
                  </a:lnTo>
                  <a:lnTo>
                    <a:pt x="1828052" y="3846550"/>
                  </a:lnTo>
                  <a:lnTo>
                    <a:pt x="1831576" y="3852656"/>
                  </a:lnTo>
                  <a:lnTo>
                    <a:pt x="1825464" y="3856181"/>
                  </a:lnTo>
                  <a:close/>
                </a:path>
                <a:path w="6802755" h="7098030">
                  <a:moveTo>
                    <a:pt x="1750768" y="3725619"/>
                  </a:moveTo>
                  <a:lnTo>
                    <a:pt x="1747830" y="3720525"/>
                  </a:lnTo>
                  <a:lnTo>
                    <a:pt x="1752918" y="3717588"/>
                  </a:lnTo>
                  <a:lnTo>
                    <a:pt x="1755856" y="3722681"/>
                  </a:lnTo>
                  <a:lnTo>
                    <a:pt x="1750768" y="3725619"/>
                  </a:lnTo>
                  <a:close/>
                </a:path>
                <a:path w="6802755" h="7098030">
                  <a:moveTo>
                    <a:pt x="1676067" y="3595051"/>
                  </a:moveTo>
                  <a:lnTo>
                    <a:pt x="1673715" y="3590982"/>
                  </a:lnTo>
                  <a:lnTo>
                    <a:pt x="1677778" y="3588630"/>
                  </a:lnTo>
                  <a:lnTo>
                    <a:pt x="1680130" y="3592705"/>
                  </a:lnTo>
                  <a:lnTo>
                    <a:pt x="1676067" y="3595051"/>
                  </a:lnTo>
                  <a:close/>
                </a:path>
                <a:path w="6802755" h="7098030">
                  <a:moveTo>
                    <a:pt x="1601359" y="3464489"/>
                  </a:moveTo>
                  <a:lnTo>
                    <a:pt x="1599600" y="3461438"/>
                  </a:lnTo>
                  <a:lnTo>
                    <a:pt x="1602650" y="3459679"/>
                  </a:lnTo>
                  <a:lnTo>
                    <a:pt x="1604415" y="3462730"/>
                  </a:lnTo>
                  <a:lnTo>
                    <a:pt x="1601359" y="3464489"/>
                  </a:lnTo>
                  <a:close/>
                </a:path>
                <a:path w="6802755" h="7098030">
                  <a:moveTo>
                    <a:pt x="1526658" y="3333927"/>
                  </a:moveTo>
                  <a:lnTo>
                    <a:pt x="1525479" y="3331896"/>
                  </a:lnTo>
                  <a:lnTo>
                    <a:pt x="1527516" y="3330717"/>
                  </a:lnTo>
                  <a:lnTo>
                    <a:pt x="1528695" y="3332755"/>
                  </a:lnTo>
                  <a:lnTo>
                    <a:pt x="1526658" y="3333927"/>
                  </a:lnTo>
                  <a:close/>
                </a:path>
                <a:path w="6802755" h="7098030">
                  <a:moveTo>
                    <a:pt x="1451849" y="3203768"/>
                  </a:moveTo>
                  <a:lnTo>
                    <a:pt x="1450967" y="3202240"/>
                  </a:lnTo>
                  <a:lnTo>
                    <a:pt x="1452489" y="3201357"/>
                  </a:lnTo>
                  <a:lnTo>
                    <a:pt x="1453371" y="3202891"/>
                  </a:lnTo>
                  <a:lnTo>
                    <a:pt x="1451849" y="3203768"/>
                  </a:lnTo>
                  <a:close/>
                </a:path>
                <a:path w="6802755" h="7098030">
                  <a:moveTo>
                    <a:pt x="3819877" y="7056167"/>
                  </a:moveTo>
                  <a:lnTo>
                    <a:pt x="3793726" y="7010879"/>
                  </a:lnTo>
                  <a:lnTo>
                    <a:pt x="3839014" y="6984735"/>
                  </a:lnTo>
                  <a:lnTo>
                    <a:pt x="3865164" y="7030022"/>
                  </a:lnTo>
                  <a:lnTo>
                    <a:pt x="3819877" y="7056167"/>
                  </a:lnTo>
                  <a:close/>
                </a:path>
                <a:path w="6802755" h="7098030">
                  <a:moveTo>
                    <a:pt x="3745281" y="6925208"/>
                  </a:moveTo>
                  <a:lnTo>
                    <a:pt x="3720014" y="6881443"/>
                  </a:lnTo>
                  <a:lnTo>
                    <a:pt x="3763773" y="6856175"/>
                  </a:lnTo>
                  <a:lnTo>
                    <a:pt x="3789041" y="6899940"/>
                  </a:lnTo>
                  <a:lnTo>
                    <a:pt x="3745281" y="6925208"/>
                  </a:lnTo>
                  <a:close/>
                </a:path>
                <a:path w="6802755" h="7098030">
                  <a:moveTo>
                    <a:pt x="3670680" y="6794243"/>
                  </a:moveTo>
                  <a:lnTo>
                    <a:pt x="3646301" y="6752012"/>
                  </a:lnTo>
                  <a:lnTo>
                    <a:pt x="3688538" y="6727627"/>
                  </a:lnTo>
                  <a:lnTo>
                    <a:pt x="3712917" y="6769858"/>
                  </a:lnTo>
                  <a:lnTo>
                    <a:pt x="3670680" y="6794243"/>
                  </a:lnTo>
                  <a:close/>
                </a:path>
                <a:path w="6802755" h="7098030">
                  <a:moveTo>
                    <a:pt x="3596198" y="6662876"/>
                  </a:moveTo>
                  <a:lnTo>
                    <a:pt x="3572992" y="6622676"/>
                  </a:lnTo>
                  <a:lnTo>
                    <a:pt x="3613191" y="6599469"/>
                  </a:lnTo>
                  <a:lnTo>
                    <a:pt x="3636398" y="6639669"/>
                  </a:lnTo>
                  <a:lnTo>
                    <a:pt x="3596198" y="6662876"/>
                  </a:lnTo>
                  <a:close/>
                </a:path>
                <a:path w="6802755" h="7098030">
                  <a:moveTo>
                    <a:pt x="3521609" y="6531917"/>
                  </a:moveTo>
                  <a:lnTo>
                    <a:pt x="3499279" y="6493240"/>
                  </a:lnTo>
                  <a:lnTo>
                    <a:pt x="3537951" y="6470910"/>
                  </a:lnTo>
                  <a:lnTo>
                    <a:pt x="3560281" y="6509587"/>
                  </a:lnTo>
                  <a:lnTo>
                    <a:pt x="3521609" y="6531917"/>
                  </a:lnTo>
                  <a:close/>
                </a:path>
                <a:path w="6802755" h="7098030">
                  <a:moveTo>
                    <a:pt x="3447008" y="6400952"/>
                  </a:moveTo>
                  <a:lnTo>
                    <a:pt x="3425561" y="6363803"/>
                  </a:lnTo>
                  <a:lnTo>
                    <a:pt x="3462710" y="6342355"/>
                  </a:lnTo>
                  <a:lnTo>
                    <a:pt x="3484157" y="6379505"/>
                  </a:lnTo>
                  <a:lnTo>
                    <a:pt x="3447008" y="6400952"/>
                  </a:lnTo>
                  <a:close/>
                </a:path>
                <a:path w="6802755" h="7098030">
                  <a:moveTo>
                    <a:pt x="3372413" y="6269981"/>
                  </a:moveTo>
                  <a:lnTo>
                    <a:pt x="3351848" y="6234366"/>
                  </a:lnTo>
                  <a:lnTo>
                    <a:pt x="3387476" y="6213795"/>
                  </a:lnTo>
                  <a:lnTo>
                    <a:pt x="3408040" y="6249416"/>
                  </a:lnTo>
                  <a:lnTo>
                    <a:pt x="3372413" y="6269981"/>
                  </a:lnTo>
                  <a:close/>
                </a:path>
                <a:path w="6802755" h="7098030">
                  <a:moveTo>
                    <a:pt x="3297930" y="6138620"/>
                  </a:moveTo>
                  <a:lnTo>
                    <a:pt x="3278538" y="6105036"/>
                  </a:lnTo>
                  <a:lnTo>
                    <a:pt x="3312122" y="6085643"/>
                  </a:lnTo>
                  <a:lnTo>
                    <a:pt x="3331514" y="6119227"/>
                  </a:lnTo>
                  <a:lnTo>
                    <a:pt x="3297930" y="6138620"/>
                  </a:lnTo>
                  <a:close/>
                </a:path>
                <a:path w="6802755" h="7098030">
                  <a:moveTo>
                    <a:pt x="3223335" y="6007655"/>
                  </a:moveTo>
                  <a:lnTo>
                    <a:pt x="3204826" y="5975593"/>
                  </a:lnTo>
                  <a:lnTo>
                    <a:pt x="3236881" y="5957089"/>
                  </a:lnTo>
                  <a:lnTo>
                    <a:pt x="3255391" y="5989151"/>
                  </a:lnTo>
                  <a:lnTo>
                    <a:pt x="3223335" y="6007655"/>
                  </a:lnTo>
                  <a:close/>
                </a:path>
                <a:path w="6802755" h="7098030">
                  <a:moveTo>
                    <a:pt x="3148740" y="5876690"/>
                  </a:moveTo>
                  <a:lnTo>
                    <a:pt x="3131113" y="5846162"/>
                  </a:lnTo>
                  <a:lnTo>
                    <a:pt x="3161640" y="5828535"/>
                  </a:lnTo>
                  <a:lnTo>
                    <a:pt x="3179267" y="5859063"/>
                  </a:lnTo>
                  <a:lnTo>
                    <a:pt x="3148740" y="5876690"/>
                  </a:lnTo>
                  <a:close/>
                </a:path>
                <a:path w="6802755" h="7098030">
                  <a:moveTo>
                    <a:pt x="3074252" y="5745322"/>
                  </a:moveTo>
                  <a:lnTo>
                    <a:pt x="3057804" y="5716832"/>
                  </a:lnTo>
                  <a:lnTo>
                    <a:pt x="3086300" y="5700378"/>
                  </a:lnTo>
                  <a:lnTo>
                    <a:pt x="3102748" y="5728874"/>
                  </a:lnTo>
                  <a:lnTo>
                    <a:pt x="3074252" y="5745322"/>
                  </a:lnTo>
                  <a:close/>
                </a:path>
                <a:path w="6802755" h="7098030">
                  <a:moveTo>
                    <a:pt x="2999550" y="5614760"/>
                  </a:moveTo>
                  <a:lnTo>
                    <a:pt x="2983688" y="5587284"/>
                  </a:lnTo>
                  <a:lnTo>
                    <a:pt x="3011165" y="5571421"/>
                  </a:lnTo>
                  <a:lnTo>
                    <a:pt x="3027027" y="5598898"/>
                  </a:lnTo>
                  <a:lnTo>
                    <a:pt x="2999550" y="5614760"/>
                  </a:lnTo>
                  <a:close/>
                </a:path>
                <a:path w="6802755" h="7098030">
                  <a:moveTo>
                    <a:pt x="2925062" y="5483399"/>
                  </a:moveTo>
                  <a:lnTo>
                    <a:pt x="2910373" y="5457953"/>
                  </a:lnTo>
                  <a:lnTo>
                    <a:pt x="2935818" y="5443264"/>
                  </a:lnTo>
                  <a:lnTo>
                    <a:pt x="2950507" y="5468710"/>
                  </a:lnTo>
                  <a:lnTo>
                    <a:pt x="2925062" y="5483399"/>
                  </a:lnTo>
                  <a:close/>
                </a:path>
                <a:path w="6802755" h="7098030">
                  <a:moveTo>
                    <a:pt x="2850579" y="5352031"/>
                  </a:moveTo>
                  <a:lnTo>
                    <a:pt x="2837063" y="5328623"/>
                  </a:lnTo>
                  <a:lnTo>
                    <a:pt x="2860470" y="5315107"/>
                  </a:lnTo>
                  <a:lnTo>
                    <a:pt x="2873987" y="5338521"/>
                  </a:lnTo>
                  <a:lnTo>
                    <a:pt x="2850579" y="5352031"/>
                  </a:lnTo>
                  <a:close/>
                </a:path>
                <a:path w="6802755" h="7098030">
                  <a:moveTo>
                    <a:pt x="2775984" y="5221066"/>
                  </a:moveTo>
                  <a:lnTo>
                    <a:pt x="2763350" y="5199180"/>
                  </a:lnTo>
                  <a:lnTo>
                    <a:pt x="2785230" y="5186552"/>
                  </a:lnTo>
                  <a:lnTo>
                    <a:pt x="2797864" y="5208432"/>
                  </a:lnTo>
                  <a:lnTo>
                    <a:pt x="2775984" y="5221066"/>
                  </a:lnTo>
                  <a:close/>
                </a:path>
                <a:path w="6802755" h="7098030">
                  <a:moveTo>
                    <a:pt x="2701282" y="5090504"/>
                  </a:moveTo>
                  <a:lnTo>
                    <a:pt x="2689235" y="5069644"/>
                  </a:lnTo>
                  <a:lnTo>
                    <a:pt x="2710096" y="5057596"/>
                  </a:lnTo>
                  <a:lnTo>
                    <a:pt x="2722143" y="5078457"/>
                  </a:lnTo>
                  <a:lnTo>
                    <a:pt x="2701282" y="5090504"/>
                  </a:lnTo>
                  <a:close/>
                </a:path>
                <a:path w="6802755" h="7098030">
                  <a:moveTo>
                    <a:pt x="2626794" y="4959137"/>
                  </a:moveTo>
                  <a:lnTo>
                    <a:pt x="2615919" y="4940307"/>
                  </a:lnTo>
                  <a:lnTo>
                    <a:pt x="2634749" y="4929439"/>
                  </a:lnTo>
                  <a:lnTo>
                    <a:pt x="2645623" y="4948268"/>
                  </a:lnTo>
                  <a:lnTo>
                    <a:pt x="2626794" y="4959137"/>
                  </a:lnTo>
                  <a:close/>
                </a:path>
                <a:path w="6802755" h="7098030">
                  <a:moveTo>
                    <a:pt x="2552087" y="4828575"/>
                  </a:moveTo>
                  <a:lnTo>
                    <a:pt x="2541804" y="4810764"/>
                  </a:lnTo>
                  <a:lnTo>
                    <a:pt x="2559615" y="4800482"/>
                  </a:lnTo>
                  <a:lnTo>
                    <a:pt x="2569897" y="4818292"/>
                  </a:lnTo>
                  <a:lnTo>
                    <a:pt x="2552087" y="4828575"/>
                  </a:lnTo>
                  <a:close/>
                </a:path>
                <a:path w="6802755" h="7098030">
                  <a:moveTo>
                    <a:pt x="2477604" y="4697208"/>
                  </a:moveTo>
                  <a:lnTo>
                    <a:pt x="2468500" y="4681434"/>
                  </a:lnTo>
                  <a:lnTo>
                    <a:pt x="2484273" y="4672331"/>
                  </a:lnTo>
                  <a:lnTo>
                    <a:pt x="2493377" y="4688104"/>
                  </a:lnTo>
                  <a:lnTo>
                    <a:pt x="2477604" y="4697208"/>
                  </a:lnTo>
                  <a:close/>
                </a:path>
                <a:path w="6802755" h="7098030">
                  <a:moveTo>
                    <a:pt x="2403009" y="4566243"/>
                  </a:moveTo>
                  <a:lnTo>
                    <a:pt x="2394788" y="4551998"/>
                  </a:lnTo>
                  <a:lnTo>
                    <a:pt x="2409033" y="4543777"/>
                  </a:lnTo>
                  <a:lnTo>
                    <a:pt x="2417254" y="4558021"/>
                  </a:lnTo>
                  <a:lnTo>
                    <a:pt x="2403009" y="4566243"/>
                  </a:lnTo>
                  <a:close/>
                </a:path>
                <a:path w="6802755" h="7098030">
                  <a:moveTo>
                    <a:pt x="2328307" y="4435680"/>
                  </a:moveTo>
                  <a:lnTo>
                    <a:pt x="2320667" y="4422455"/>
                  </a:lnTo>
                  <a:lnTo>
                    <a:pt x="2333899" y="4414814"/>
                  </a:lnTo>
                  <a:lnTo>
                    <a:pt x="2341534" y="4428046"/>
                  </a:lnTo>
                  <a:lnTo>
                    <a:pt x="2328307" y="4435680"/>
                  </a:lnTo>
                  <a:close/>
                </a:path>
                <a:path w="6802755" h="7098030">
                  <a:moveTo>
                    <a:pt x="2253718" y="4304722"/>
                  </a:moveTo>
                  <a:lnTo>
                    <a:pt x="2246960" y="4293013"/>
                  </a:lnTo>
                  <a:lnTo>
                    <a:pt x="2258658" y="4286260"/>
                  </a:lnTo>
                  <a:lnTo>
                    <a:pt x="2265416" y="4297964"/>
                  </a:lnTo>
                  <a:lnTo>
                    <a:pt x="2253718" y="4304722"/>
                  </a:lnTo>
                  <a:close/>
                </a:path>
                <a:path w="6802755" h="7098030">
                  <a:moveTo>
                    <a:pt x="2179117" y="4173757"/>
                  </a:moveTo>
                  <a:lnTo>
                    <a:pt x="2173242" y="4163575"/>
                  </a:lnTo>
                  <a:lnTo>
                    <a:pt x="2183418" y="4157700"/>
                  </a:lnTo>
                  <a:lnTo>
                    <a:pt x="2189293" y="4167882"/>
                  </a:lnTo>
                  <a:lnTo>
                    <a:pt x="2179117" y="4173757"/>
                  </a:lnTo>
                  <a:close/>
                </a:path>
                <a:path w="6802755" h="7098030">
                  <a:moveTo>
                    <a:pt x="2104522" y="4042792"/>
                  </a:moveTo>
                  <a:lnTo>
                    <a:pt x="2099529" y="4034139"/>
                  </a:lnTo>
                  <a:lnTo>
                    <a:pt x="2108183" y="4029146"/>
                  </a:lnTo>
                  <a:lnTo>
                    <a:pt x="2113176" y="4037799"/>
                  </a:lnTo>
                  <a:lnTo>
                    <a:pt x="2104522" y="4042792"/>
                  </a:lnTo>
                  <a:close/>
                </a:path>
                <a:path w="6802755" h="7098030">
                  <a:moveTo>
                    <a:pt x="2029821" y="3912231"/>
                  </a:moveTo>
                  <a:lnTo>
                    <a:pt x="2025414" y="3904596"/>
                  </a:lnTo>
                  <a:lnTo>
                    <a:pt x="2033049" y="3900189"/>
                  </a:lnTo>
                  <a:lnTo>
                    <a:pt x="2037456" y="3907824"/>
                  </a:lnTo>
                  <a:lnTo>
                    <a:pt x="2029821" y="3912231"/>
                  </a:lnTo>
                  <a:close/>
                </a:path>
                <a:path w="6802755" h="7098030">
                  <a:moveTo>
                    <a:pt x="1955013" y="3782066"/>
                  </a:moveTo>
                  <a:lnTo>
                    <a:pt x="1950896" y="3774940"/>
                  </a:lnTo>
                  <a:lnTo>
                    <a:pt x="1958021" y="3770823"/>
                  </a:lnTo>
                  <a:lnTo>
                    <a:pt x="1962138" y="3777949"/>
                  </a:lnTo>
                  <a:lnTo>
                    <a:pt x="1955013" y="3782066"/>
                  </a:lnTo>
                  <a:close/>
                </a:path>
                <a:path w="6802755" h="7098030">
                  <a:moveTo>
                    <a:pt x="1880418" y="3651101"/>
                  </a:moveTo>
                  <a:lnTo>
                    <a:pt x="1877184" y="3645503"/>
                  </a:lnTo>
                  <a:lnTo>
                    <a:pt x="1882781" y="3642269"/>
                  </a:lnTo>
                  <a:lnTo>
                    <a:pt x="1886015" y="3647872"/>
                  </a:lnTo>
                  <a:lnTo>
                    <a:pt x="1880418" y="3651101"/>
                  </a:lnTo>
                  <a:close/>
                </a:path>
                <a:path w="6802755" h="7098030">
                  <a:moveTo>
                    <a:pt x="1805716" y="3520539"/>
                  </a:moveTo>
                  <a:lnTo>
                    <a:pt x="1803074" y="3515960"/>
                  </a:lnTo>
                  <a:lnTo>
                    <a:pt x="1807653" y="3513313"/>
                  </a:lnTo>
                  <a:lnTo>
                    <a:pt x="1810294" y="3517897"/>
                  </a:lnTo>
                  <a:lnTo>
                    <a:pt x="1805716" y="3520539"/>
                  </a:lnTo>
                  <a:close/>
                </a:path>
                <a:path w="6802755" h="7098030">
                  <a:moveTo>
                    <a:pt x="1731014" y="3389977"/>
                  </a:moveTo>
                  <a:lnTo>
                    <a:pt x="1728953" y="3386412"/>
                  </a:lnTo>
                  <a:lnTo>
                    <a:pt x="1732519" y="3384357"/>
                  </a:lnTo>
                  <a:lnTo>
                    <a:pt x="1734580" y="3387922"/>
                  </a:lnTo>
                  <a:lnTo>
                    <a:pt x="1731014" y="3389977"/>
                  </a:lnTo>
                  <a:close/>
                </a:path>
                <a:path w="6802755" h="7098030">
                  <a:moveTo>
                    <a:pt x="1656313" y="3259415"/>
                  </a:moveTo>
                  <a:lnTo>
                    <a:pt x="1654844" y="3256874"/>
                  </a:lnTo>
                  <a:lnTo>
                    <a:pt x="1657385" y="3255405"/>
                  </a:lnTo>
                  <a:lnTo>
                    <a:pt x="1658854" y="3257946"/>
                  </a:lnTo>
                  <a:lnTo>
                    <a:pt x="1656313" y="3259415"/>
                  </a:lnTo>
                  <a:close/>
                </a:path>
                <a:path w="6802755" h="7098030">
                  <a:moveTo>
                    <a:pt x="1581611" y="3128853"/>
                  </a:moveTo>
                  <a:lnTo>
                    <a:pt x="1580728" y="3127320"/>
                  </a:lnTo>
                  <a:lnTo>
                    <a:pt x="1582250" y="3126443"/>
                  </a:lnTo>
                  <a:lnTo>
                    <a:pt x="1583133" y="3127971"/>
                  </a:lnTo>
                  <a:lnTo>
                    <a:pt x="1581611" y="3128853"/>
                  </a:lnTo>
                  <a:close/>
                </a:path>
                <a:path w="6802755" h="7098030">
                  <a:moveTo>
                    <a:pt x="4042379" y="7098006"/>
                  </a:moveTo>
                  <a:lnTo>
                    <a:pt x="4019749" y="7098006"/>
                  </a:lnTo>
                  <a:lnTo>
                    <a:pt x="4001613" y="7066586"/>
                  </a:lnTo>
                  <a:lnTo>
                    <a:pt x="4042831" y="7042787"/>
                  </a:lnTo>
                  <a:lnTo>
                    <a:pt x="4066630" y="7084006"/>
                  </a:lnTo>
                  <a:lnTo>
                    <a:pt x="4042379" y="7098006"/>
                  </a:lnTo>
                  <a:close/>
                </a:path>
                <a:path w="6802755" h="7098030">
                  <a:moveTo>
                    <a:pt x="3949099" y="6983266"/>
                  </a:moveTo>
                  <a:lnTo>
                    <a:pt x="3921480" y="6935426"/>
                  </a:lnTo>
                  <a:lnTo>
                    <a:pt x="3969314" y="6907813"/>
                  </a:lnTo>
                  <a:lnTo>
                    <a:pt x="3996933" y="6955647"/>
                  </a:lnTo>
                  <a:lnTo>
                    <a:pt x="3949099" y="6983266"/>
                  </a:lnTo>
                  <a:close/>
                </a:path>
                <a:path w="6802755" h="7098030">
                  <a:moveTo>
                    <a:pt x="3874611" y="6851893"/>
                  </a:moveTo>
                  <a:lnTo>
                    <a:pt x="3848170" y="6806096"/>
                  </a:lnTo>
                  <a:lnTo>
                    <a:pt x="3893968" y="6779655"/>
                  </a:lnTo>
                  <a:lnTo>
                    <a:pt x="3920408" y="6825453"/>
                  </a:lnTo>
                  <a:lnTo>
                    <a:pt x="3874611" y="6851893"/>
                  </a:lnTo>
                  <a:close/>
                </a:path>
                <a:path w="6802755" h="7098030">
                  <a:moveTo>
                    <a:pt x="3800122" y="6720531"/>
                  </a:moveTo>
                  <a:lnTo>
                    <a:pt x="3774854" y="6676772"/>
                  </a:lnTo>
                  <a:lnTo>
                    <a:pt x="3818620" y="6651504"/>
                  </a:lnTo>
                  <a:lnTo>
                    <a:pt x="3843888" y="6695263"/>
                  </a:lnTo>
                  <a:lnTo>
                    <a:pt x="3800122" y="6720531"/>
                  </a:lnTo>
                  <a:close/>
                </a:path>
                <a:path w="6802755" h="7098030">
                  <a:moveTo>
                    <a:pt x="3725527" y="6589573"/>
                  </a:moveTo>
                  <a:lnTo>
                    <a:pt x="3701142" y="6547335"/>
                  </a:lnTo>
                  <a:lnTo>
                    <a:pt x="3743379" y="6522950"/>
                  </a:lnTo>
                  <a:lnTo>
                    <a:pt x="3767764" y="6565187"/>
                  </a:lnTo>
                  <a:lnTo>
                    <a:pt x="3725527" y="6589573"/>
                  </a:lnTo>
                  <a:close/>
                </a:path>
                <a:path w="6802755" h="7098030">
                  <a:moveTo>
                    <a:pt x="3651045" y="6458199"/>
                  </a:moveTo>
                  <a:lnTo>
                    <a:pt x="3627832" y="6417999"/>
                  </a:lnTo>
                  <a:lnTo>
                    <a:pt x="3668032" y="6394787"/>
                  </a:lnTo>
                  <a:lnTo>
                    <a:pt x="3691245" y="6434987"/>
                  </a:lnTo>
                  <a:lnTo>
                    <a:pt x="3651045" y="6458199"/>
                  </a:lnTo>
                  <a:close/>
                </a:path>
                <a:path w="6802755" h="7098030">
                  <a:moveTo>
                    <a:pt x="3576444" y="6327241"/>
                  </a:moveTo>
                  <a:lnTo>
                    <a:pt x="3554114" y="6288563"/>
                  </a:lnTo>
                  <a:lnTo>
                    <a:pt x="3592791" y="6266233"/>
                  </a:lnTo>
                  <a:lnTo>
                    <a:pt x="3615121" y="6304911"/>
                  </a:lnTo>
                  <a:lnTo>
                    <a:pt x="3576444" y="6327241"/>
                  </a:lnTo>
                  <a:close/>
                </a:path>
                <a:path w="6802755" h="7098030">
                  <a:moveTo>
                    <a:pt x="3501848" y="6196270"/>
                  </a:moveTo>
                  <a:lnTo>
                    <a:pt x="3480401" y="6159126"/>
                  </a:lnTo>
                  <a:lnTo>
                    <a:pt x="3517550" y="6137679"/>
                  </a:lnTo>
                  <a:lnTo>
                    <a:pt x="3538998" y="6174823"/>
                  </a:lnTo>
                  <a:lnTo>
                    <a:pt x="3501848" y="6196270"/>
                  </a:lnTo>
                  <a:close/>
                </a:path>
                <a:path w="6802755" h="7098030">
                  <a:moveTo>
                    <a:pt x="3427259" y="6065311"/>
                  </a:moveTo>
                  <a:lnTo>
                    <a:pt x="3406688" y="6029684"/>
                  </a:lnTo>
                  <a:lnTo>
                    <a:pt x="3442309" y="6009119"/>
                  </a:lnTo>
                  <a:lnTo>
                    <a:pt x="3462874" y="6044747"/>
                  </a:lnTo>
                  <a:lnTo>
                    <a:pt x="3427259" y="6065311"/>
                  </a:lnTo>
                  <a:close/>
                </a:path>
                <a:path w="6802755" h="7098030">
                  <a:moveTo>
                    <a:pt x="3352771" y="5933950"/>
                  </a:moveTo>
                  <a:lnTo>
                    <a:pt x="3333379" y="5900360"/>
                  </a:lnTo>
                  <a:lnTo>
                    <a:pt x="3366969" y="5880968"/>
                  </a:lnTo>
                  <a:lnTo>
                    <a:pt x="3386361" y="5914557"/>
                  </a:lnTo>
                  <a:lnTo>
                    <a:pt x="3352771" y="5933950"/>
                  </a:lnTo>
                  <a:close/>
                </a:path>
                <a:path w="6802755" h="7098030">
                  <a:moveTo>
                    <a:pt x="3278176" y="5802979"/>
                  </a:moveTo>
                  <a:lnTo>
                    <a:pt x="3259666" y="5770923"/>
                  </a:lnTo>
                  <a:lnTo>
                    <a:pt x="3291722" y="5752414"/>
                  </a:lnTo>
                  <a:lnTo>
                    <a:pt x="3310232" y="5784469"/>
                  </a:lnTo>
                  <a:lnTo>
                    <a:pt x="3278176" y="5802979"/>
                  </a:lnTo>
                  <a:close/>
                </a:path>
                <a:path w="6802755" h="7098030">
                  <a:moveTo>
                    <a:pt x="3203695" y="5671611"/>
                  </a:moveTo>
                  <a:lnTo>
                    <a:pt x="3186357" y="5641593"/>
                  </a:lnTo>
                  <a:lnTo>
                    <a:pt x="3216381" y="5624257"/>
                  </a:lnTo>
                  <a:lnTo>
                    <a:pt x="3233712" y="5654281"/>
                  </a:lnTo>
                  <a:lnTo>
                    <a:pt x="3203695" y="5671611"/>
                  </a:lnTo>
                  <a:close/>
                </a:path>
                <a:path w="6802755" h="7098030">
                  <a:moveTo>
                    <a:pt x="3129205" y="5540250"/>
                  </a:moveTo>
                  <a:lnTo>
                    <a:pt x="3113041" y="5512257"/>
                  </a:lnTo>
                  <a:lnTo>
                    <a:pt x="3141028" y="5496099"/>
                  </a:lnTo>
                  <a:lnTo>
                    <a:pt x="3157192" y="5524091"/>
                  </a:lnTo>
                  <a:lnTo>
                    <a:pt x="3129205" y="5540250"/>
                  </a:lnTo>
                  <a:close/>
                </a:path>
                <a:path w="6802755" h="7098030">
                  <a:moveTo>
                    <a:pt x="3054498" y="5409688"/>
                  </a:moveTo>
                  <a:lnTo>
                    <a:pt x="3038926" y="5382714"/>
                  </a:lnTo>
                  <a:lnTo>
                    <a:pt x="3065900" y="5367142"/>
                  </a:lnTo>
                  <a:lnTo>
                    <a:pt x="3081471" y="5394116"/>
                  </a:lnTo>
                  <a:lnTo>
                    <a:pt x="3054498" y="5409688"/>
                  </a:lnTo>
                  <a:close/>
                </a:path>
                <a:path w="6802755" h="7098030">
                  <a:moveTo>
                    <a:pt x="2980015" y="5278315"/>
                  </a:moveTo>
                  <a:lnTo>
                    <a:pt x="2965622" y="5253384"/>
                  </a:lnTo>
                  <a:lnTo>
                    <a:pt x="2990553" y="5238991"/>
                  </a:lnTo>
                  <a:lnTo>
                    <a:pt x="3004945" y="5263922"/>
                  </a:lnTo>
                  <a:lnTo>
                    <a:pt x="2980015" y="5278315"/>
                  </a:lnTo>
                  <a:close/>
                </a:path>
                <a:path w="6802755" h="7098030">
                  <a:moveTo>
                    <a:pt x="2905527" y="5146953"/>
                  </a:moveTo>
                  <a:lnTo>
                    <a:pt x="2892307" y="5124054"/>
                  </a:lnTo>
                  <a:lnTo>
                    <a:pt x="2915205" y="5110834"/>
                  </a:lnTo>
                  <a:lnTo>
                    <a:pt x="2928426" y="5133732"/>
                  </a:lnTo>
                  <a:lnTo>
                    <a:pt x="2905527" y="5146953"/>
                  </a:lnTo>
                  <a:close/>
                </a:path>
                <a:path w="6802755" h="7098030">
                  <a:moveTo>
                    <a:pt x="2830932" y="5015994"/>
                  </a:moveTo>
                  <a:lnTo>
                    <a:pt x="2818594" y="4994618"/>
                  </a:lnTo>
                  <a:lnTo>
                    <a:pt x="2839965" y="4982280"/>
                  </a:lnTo>
                  <a:lnTo>
                    <a:pt x="2852302" y="5003656"/>
                  </a:lnTo>
                  <a:lnTo>
                    <a:pt x="2830932" y="5015994"/>
                  </a:lnTo>
                  <a:close/>
                </a:path>
                <a:path w="6802755" h="7098030">
                  <a:moveTo>
                    <a:pt x="2756337" y="4885023"/>
                  </a:moveTo>
                  <a:lnTo>
                    <a:pt x="2744882" y="4865175"/>
                  </a:lnTo>
                  <a:lnTo>
                    <a:pt x="2764724" y="4853720"/>
                  </a:lnTo>
                  <a:lnTo>
                    <a:pt x="2776185" y="4873568"/>
                  </a:lnTo>
                  <a:lnTo>
                    <a:pt x="2756337" y="4885023"/>
                  </a:lnTo>
                  <a:close/>
                </a:path>
                <a:path w="6802755" h="7098030">
                  <a:moveTo>
                    <a:pt x="2681748" y="4754065"/>
                  </a:moveTo>
                  <a:lnTo>
                    <a:pt x="2671169" y="4735739"/>
                  </a:lnTo>
                  <a:lnTo>
                    <a:pt x="2689483" y="4725166"/>
                  </a:lnTo>
                  <a:lnTo>
                    <a:pt x="2700062" y="4743486"/>
                  </a:lnTo>
                  <a:lnTo>
                    <a:pt x="2681748" y="4754065"/>
                  </a:lnTo>
                  <a:close/>
                </a:path>
                <a:path w="6802755" h="7098030">
                  <a:moveTo>
                    <a:pt x="2607147" y="4623100"/>
                  </a:moveTo>
                  <a:lnTo>
                    <a:pt x="2597451" y="4606302"/>
                  </a:lnTo>
                  <a:lnTo>
                    <a:pt x="2614243" y="4596606"/>
                  </a:lnTo>
                  <a:lnTo>
                    <a:pt x="2623939" y="4613404"/>
                  </a:lnTo>
                  <a:lnTo>
                    <a:pt x="2607147" y="4623100"/>
                  </a:lnTo>
                  <a:close/>
                </a:path>
                <a:path w="6802755" h="7098030">
                  <a:moveTo>
                    <a:pt x="2532552" y="4492129"/>
                  </a:moveTo>
                  <a:lnTo>
                    <a:pt x="2523738" y="4476866"/>
                  </a:lnTo>
                  <a:lnTo>
                    <a:pt x="2539002" y="4468052"/>
                  </a:lnTo>
                  <a:lnTo>
                    <a:pt x="2547816" y="4483316"/>
                  </a:lnTo>
                  <a:lnTo>
                    <a:pt x="2532552" y="4492129"/>
                  </a:lnTo>
                  <a:close/>
                </a:path>
                <a:path w="6802755" h="7098030">
                  <a:moveTo>
                    <a:pt x="2457963" y="4361171"/>
                  </a:moveTo>
                  <a:lnTo>
                    <a:pt x="2450026" y="4347429"/>
                  </a:lnTo>
                  <a:lnTo>
                    <a:pt x="2463761" y="4339498"/>
                  </a:lnTo>
                  <a:lnTo>
                    <a:pt x="2471698" y="4353240"/>
                  </a:lnTo>
                  <a:lnTo>
                    <a:pt x="2457963" y="4361171"/>
                  </a:lnTo>
                  <a:close/>
                </a:path>
                <a:path w="6802755" h="7098030">
                  <a:moveTo>
                    <a:pt x="2383255" y="4230609"/>
                  </a:moveTo>
                  <a:lnTo>
                    <a:pt x="2375911" y="4217886"/>
                  </a:lnTo>
                  <a:lnTo>
                    <a:pt x="2388633" y="4210541"/>
                  </a:lnTo>
                  <a:lnTo>
                    <a:pt x="2395978" y="4223264"/>
                  </a:lnTo>
                  <a:lnTo>
                    <a:pt x="2383255" y="4230609"/>
                  </a:lnTo>
                  <a:close/>
                </a:path>
                <a:path w="6802755" h="7098030">
                  <a:moveTo>
                    <a:pt x="2308773" y="4099241"/>
                  </a:moveTo>
                  <a:lnTo>
                    <a:pt x="2302601" y="4088550"/>
                  </a:lnTo>
                  <a:lnTo>
                    <a:pt x="2313286" y="4082384"/>
                  </a:lnTo>
                  <a:lnTo>
                    <a:pt x="2319458" y="4093069"/>
                  </a:lnTo>
                  <a:lnTo>
                    <a:pt x="2308773" y="4099241"/>
                  </a:lnTo>
                  <a:close/>
                </a:path>
                <a:path w="6802755" h="7098030">
                  <a:moveTo>
                    <a:pt x="2234172" y="3968276"/>
                  </a:moveTo>
                  <a:lnTo>
                    <a:pt x="2228888" y="3959119"/>
                  </a:lnTo>
                  <a:lnTo>
                    <a:pt x="2238051" y="3953830"/>
                  </a:lnTo>
                  <a:lnTo>
                    <a:pt x="2243335" y="3962987"/>
                  </a:lnTo>
                  <a:lnTo>
                    <a:pt x="2234172" y="3968276"/>
                  </a:lnTo>
                  <a:close/>
                </a:path>
                <a:path w="6802755" h="7098030">
                  <a:moveTo>
                    <a:pt x="2159476" y="3837708"/>
                  </a:moveTo>
                  <a:lnTo>
                    <a:pt x="2154773" y="3829570"/>
                  </a:lnTo>
                  <a:lnTo>
                    <a:pt x="2162917" y="3824873"/>
                  </a:lnTo>
                  <a:lnTo>
                    <a:pt x="2167614" y="3833011"/>
                  </a:lnTo>
                  <a:lnTo>
                    <a:pt x="2159476" y="3837708"/>
                  </a:lnTo>
                  <a:close/>
                </a:path>
                <a:path w="6802755" h="7098030">
                  <a:moveTo>
                    <a:pt x="2084774" y="3707146"/>
                  </a:moveTo>
                  <a:lnTo>
                    <a:pt x="2080658" y="3700021"/>
                  </a:lnTo>
                  <a:lnTo>
                    <a:pt x="2087783" y="3695910"/>
                  </a:lnTo>
                  <a:lnTo>
                    <a:pt x="2091900" y="3703036"/>
                  </a:lnTo>
                  <a:lnTo>
                    <a:pt x="2084774" y="3707146"/>
                  </a:lnTo>
                  <a:close/>
                </a:path>
                <a:path w="6802755" h="7098030">
                  <a:moveTo>
                    <a:pt x="2010067" y="3576585"/>
                  </a:moveTo>
                  <a:lnTo>
                    <a:pt x="2006543" y="3570484"/>
                  </a:lnTo>
                  <a:lnTo>
                    <a:pt x="2012649" y="3566960"/>
                  </a:lnTo>
                  <a:lnTo>
                    <a:pt x="2016174" y="3573060"/>
                  </a:lnTo>
                  <a:lnTo>
                    <a:pt x="2010067" y="3576585"/>
                  </a:lnTo>
                  <a:close/>
                </a:path>
                <a:path w="6802755" h="7098030">
                  <a:moveTo>
                    <a:pt x="1935365" y="3446023"/>
                  </a:moveTo>
                  <a:lnTo>
                    <a:pt x="1932427" y="3440935"/>
                  </a:lnTo>
                  <a:lnTo>
                    <a:pt x="1937515" y="3437997"/>
                  </a:lnTo>
                  <a:lnTo>
                    <a:pt x="1940453" y="3443085"/>
                  </a:lnTo>
                  <a:lnTo>
                    <a:pt x="1935365" y="3446023"/>
                  </a:lnTo>
                  <a:close/>
                </a:path>
                <a:path w="6802755" h="7098030">
                  <a:moveTo>
                    <a:pt x="1860663" y="3315461"/>
                  </a:moveTo>
                  <a:lnTo>
                    <a:pt x="1858312" y="3311392"/>
                  </a:lnTo>
                  <a:lnTo>
                    <a:pt x="1862387" y="3309041"/>
                  </a:lnTo>
                  <a:lnTo>
                    <a:pt x="1864732" y="3313110"/>
                  </a:lnTo>
                  <a:lnTo>
                    <a:pt x="1860663" y="3315461"/>
                  </a:lnTo>
                  <a:close/>
                </a:path>
                <a:path w="6802755" h="7098030">
                  <a:moveTo>
                    <a:pt x="1785963" y="3184899"/>
                  </a:moveTo>
                  <a:lnTo>
                    <a:pt x="1784203" y="3181843"/>
                  </a:lnTo>
                  <a:lnTo>
                    <a:pt x="1787253" y="3180084"/>
                  </a:lnTo>
                  <a:lnTo>
                    <a:pt x="1789018" y="3183135"/>
                  </a:lnTo>
                  <a:lnTo>
                    <a:pt x="1785963" y="3184899"/>
                  </a:lnTo>
                  <a:close/>
                </a:path>
                <a:path w="6802755" h="7098030">
                  <a:moveTo>
                    <a:pt x="1711260" y="3054331"/>
                  </a:moveTo>
                  <a:lnTo>
                    <a:pt x="1710087" y="3052306"/>
                  </a:lnTo>
                  <a:lnTo>
                    <a:pt x="1712125" y="3051127"/>
                  </a:lnTo>
                  <a:lnTo>
                    <a:pt x="1713298" y="3053159"/>
                  </a:lnTo>
                  <a:lnTo>
                    <a:pt x="1711260" y="3054331"/>
                  </a:lnTo>
                  <a:close/>
                </a:path>
                <a:path w="6802755" h="7098030">
                  <a:moveTo>
                    <a:pt x="1637571" y="2923183"/>
                  </a:moveTo>
                  <a:lnTo>
                    <a:pt x="1636219" y="2923183"/>
                  </a:lnTo>
                  <a:lnTo>
                    <a:pt x="1635972" y="2922757"/>
                  </a:lnTo>
                  <a:lnTo>
                    <a:pt x="1637325" y="2922757"/>
                  </a:lnTo>
                  <a:lnTo>
                    <a:pt x="1637571" y="2923183"/>
                  </a:lnTo>
                  <a:close/>
                </a:path>
                <a:path w="6802755" h="7098030">
                  <a:moveTo>
                    <a:pt x="4153017" y="7040917"/>
                  </a:moveTo>
                  <a:lnTo>
                    <a:pt x="4123349" y="6989523"/>
                  </a:lnTo>
                  <a:lnTo>
                    <a:pt x="4174743" y="6959849"/>
                  </a:lnTo>
                  <a:lnTo>
                    <a:pt x="4204417" y="7011243"/>
                  </a:lnTo>
                  <a:lnTo>
                    <a:pt x="4153017" y="7040917"/>
                  </a:lnTo>
                  <a:close/>
                </a:path>
                <a:path w="6802755" h="7098030">
                  <a:moveTo>
                    <a:pt x="4078429" y="6909952"/>
                  </a:moveTo>
                  <a:lnTo>
                    <a:pt x="4049636" y="6860086"/>
                  </a:lnTo>
                  <a:lnTo>
                    <a:pt x="4099503" y="6831293"/>
                  </a:lnTo>
                  <a:lnTo>
                    <a:pt x="4128295" y="6881160"/>
                  </a:lnTo>
                  <a:lnTo>
                    <a:pt x="4078429" y="6909952"/>
                  </a:lnTo>
                  <a:close/>
                </a:path>
                <a:path w="6802755" h="7098030">
                  <a:moveTo>
                    <a:pt x="4003940" y="6778590"/>
                  </a:moveTo>
                  <a:lnTo>
                    <a:pt x="3976321" y="6730756"/>
                  </a:lnTo>
                  <a:lnTo>
                    <a:pt x="4024156" y="6703143"/>
                  </a:lnTo>
                  <a:lnTo>
                    <a:pt x="4051769" y="6750971"/>
                  </a:lnTo>
                  <a:lnTo>
                    <a:pt x="4003940" y="6778590"/>
                  </a:lnTo>
                  <a:close/>
                </a:path>
                <a:path w="6802755" h="7098030">
                  <a:moveTo>
                    <a:pt x="3929458" y="6647223"/>
                  </a:moveTo>
                  <a:lnTo>
                    <a:pt x="3903011" y="6601420"/>
                  </a:lnTo>
                  <a:lnTo>
                    <a:pt x="3948808" y="6574979"/>
                  </a:lnTo>
                  <a:lnTo>
                    <a:pt x="3975249" y="6620783"/>
                  </a:lnTo>
                  <a:lnTo>
                    <a:pt x="3929458" y="6647223"/>
                  </a:lnTo>
                  <a:close/>
                </a:path>
                <a:path w="6802755" h="7098030">
                  <a:moveTo>
                    <a:pt x="3854964" y="6515855"/>
                  </a:moveTo>
                  <a:lnTo>
                    <a:pt x="3829702" y="6472096"/>
                  </a:lnTo>
                  <a:lnTo>
                    <a:pt x="3873461" y="6446828"/>
                  </a:lnTo>
                  <a:lnTo>
                    <a:pt x="3898729" y="6490588"/>
                  </a:lnTo>
                  <a:lnTo>
                    <a:pt x="3854964" y="6515855"/>
                  </a:lnTo>
                  <a:close/>
                </a:path>
                <a:path w="6802755" h="7098030">
                  <a:moveTo>
                    <a:pt x="3780481" y="6384488"/>
                  </a:moveTo>
                  <a:lnTo>
                    <a:pt x="3756392" y="6342766"/>
                  </a:lnTo>
                  <a:lnTo>
                    <a:pt x="3798115" y="6318676"/>
                  </a:lnTo>
                  <a:lnTo>
                    <a:pt x="3822204" y="6360399"/>
                  </a:lnTo>
                  <a:lnTo>
                    <a:pt x="3780481" y="6384488"/>
                  </a:lnTo>
                  <a:close/>
                </a:path>
                <a:path w="6802755" h="7098030">
                  <a:moveTo>
                    <a:pt x="3705886" y="6253529"/>
                  </a:moveTo>
                  <a:lnTo>
                    <a:pt x="3682673" y="6213329"/>
                  </a:lnTo>
                  <a:lnTo>
                    <a:pt x="3722873" y="6190117"/>
                  </a:lnTo>
                  <a:lnTo>
                    <a:pt x="3746086" y="6230316"/>
                  </a:lnTo>
                  <a:lnTo>
                    <a:pt x="3705886" y="6253529"/>
                  </a:lnTo>
                  <a:close/>
                </a:path>
                <a:path w="6802755" h="7098030">
                  <a:moveTo>
                    <a:pt x="3631291" y="6122558"/>
                  </a:moveTo>
                  <a:lnTo>
                    <a:pt x="3608961" y="6083893"/>
                  </a:lnTo>
                  <a:lnTo>
                    <a:pt x="3647638" y="6061563"/>
                  </a:lnTo>
                  <a:lnTo>
                    <a:pt x="3669963" y="6100228"/>
                  </a:lnTo>
                  <a:lnTo>
                    <a:pt x="3631291" y="6122558"/>
                  </a:lnTo>
                  <a:close/>
                </a:path>
                <a:path w="6802755" h="7098030">
                  <a:moveTo>
                    <a:pt x="3556802" y="5991197"/>
                  </a:moveTo>
                  <a:lnTo>
                    <a:pt x="3535651" y="5954556"/>
                  </a:lnTo>
                  <a:lnTo>
                    <a:pt x="3572285" y="5933405"/>
                  </a:lnTo>
                  <a:lnTo>
                    <a:pt x="3593442" y="5970046"/>
                  </a:lnTo>
                  <a:lnTo>
                    <a:pt x="3556802" y="5991197"/>
                  </a:lnTo>
                  <a:close/>
                </a:path>
                <a:path w="6802755" h="7098030">
                  <a:moveTo>
                    <a:pt x="3482207" y="5860232"/>
                  </a:moveTo>
                  <a:lnTo>
                    <a:pt x="3461933" y="5825120"/>
                  </a:lnTo>
                  <a:lnTo>
                    <a:pt x="3497045" y="5804845"/>
                  </a:lnTo>
                  <a:lnTo>
                    <a:pt x="3517319" y="5839957"/>
                  </a:lnTo>
                  <a:lnTo>
                    <a:pt x="3482207" y="5860232"/>
                  </a:lnTo>
                  <a:close/>
                </a:path>
                <a:path w="6802755" h="7098030">
                  <a:moveTo>
                    <a:pt x="3407719" y="5728864"/>
                  </a:moveTo>
                  <a:lnTo>
                    <a:pt x="3388623" y="5695790"/>
                  </a:lnTo>
                  <a:lnTo>
                    <a:pt x="3421703" y="5676694"/>
                  </a:lnTo>
                  <a:lnTo>
                    <a:pt x="3440799" y="5709768"/>
                  </a:lnTo>
                  <a:lnTo>
                    <a:pt x="3407719" y="5728864"/>
                  </a:lnTo>
                  <a:close/>
                </a:path>
                <a:path w="6802755" h="7098030">
                  <a:moveTo>
                    <a:pt x="3333130" y="5597899"/>
                  </a:moveTo>
                  <a:lnTo>
                    <a:pt x="3314911" y="5566353"/>
                  </a:lnTo>
                  <a:lnTo>
                    <a:pt x="3346463" y="5548140"/>
                  </a:lnTo>
                  <a:lnTo>
                    <a:pt x="3364676" y="5579686"/>
                  </a:lnTo>
                  <a:lnTo>
                    <a:pt x="3333130" y="5597899"/>
                  </a:lnTo>
                  <a:close/>
                </a:path>
                <a:path w="6802755" h="7098030">
                  <a:moveTo>
                    <a:pt x="3258749" y="5466135"/>
                  </a:moveTo>
                  <a:lnTo>
                    <a:pt x="3242004" y="5437124"/>
                  </a:lnTo>
                  <a:lnTo>
                    <a:pt x="3271004" y="5420379"/>
                  </a:lnTo>
                  <a:lnTo>
                    <a:pt x="3287754" y="5449391"/>
                  </a:lnTo>
                  <a:lnTo>
                    <a:pt x="3258749" y="5466135"/>
                  </a:lnTo>
                  <a:close/>
                </a:path>
                <a:path w="6802755" h="7098030">
                  <a:moveTo>
                    <a:pt x="3184147" y="5335170"/>
                  </a:moveTo>
                  <a:lnTo>
                    <a:pt x="3168285" y="5307693"/>
                  </a:lnTo>
                  <a:lnTo>
                    <a:pt x="3195762" y="5291825"/>
                  </a:lnTo>
                  <a:lnTo>
                    <a:pt x="3211630" y="5319302"/>
                  </a:lnTo>
                  <a:lnTo>
                    <a:pt x="3184147" y="5335170"/>
                  </a:lnTo>
                  <a:close/>
                </a:path>
                <a:path w="6802755" h="7098030">
                  <a:moveTo>
                    <a:pt x="3109452" y="5204602"/>
                  </a:moveTo>
                  <a:lnTo>
                    <a:pt x="3094176" y="5178144"/>
                  </a:lnTo>
                  <a:lnTo>
                    <a:pt x="3120634" y="5162868"/>
                  </a:lnTo>
                  <a:lnTo>
                    <a:pt x="3135910" y="5189326"/>
                  </a:lnTo>
                  <a:lnTo>
                    <a:pt x="3109452" y="5204602"/>
                  </a:lnTo>
                  <a:close/>
                </a:path>
                <a:path w="6802755" h="7098030">
                  <a:moveTo>
                    <a:pt x="3034963" y="5073240"/>
                  </a:moveTo>
                  <a:lnTo>
                    <a:pt x="3020861" y="5048813"/>
                  </a:lnTo>
                  <a:lnTo>
                    <a:pt x="3045288" y="5034711"/>
                  </a:lnTo>
                  <a:lnTo>
                    <a:pt x="3059390" y="5059138"/>
                  </a:lnTo>
                  <a:lnTo>
                    <a:pt x="3034963" y="5073240"/>
                  </a:lnTo>
                  <a:close/>
                </a:path>
                <a:path w="6802755" h="7098030">
                  <a:moveTo>
                    <a:pt x="2960475" y="4941878"/>
                  </a:moveTo>
                  <a:lnTo>
                    <a:pt x="2947545" y="4919489"/>
                  </a:lnTo>
                  <a:lnTo>
                    <a:pt x="2969940" y="4906559"/>
                  </a:lnTo>
                  <a:lnTo>
                    <a:pt x="2982864" y="4928948"/>
                  </a:lnTo>
                  <a:lnTo>
                    <a:pt x="2960475" y="4941878"/>
                  </a:lnTo>
                  <a:close/>
                </a:path>
                <a:path w="6802755" h="7098030">
                  <a:moveTo>
                    <a:pt x="2885880" y="4810908"/>
                  </a:moveTo>
                  <a:lnTo>
                    <a:pt x="2873832" y="4790047"/>
                  </a:lnTo>
                  <a:lnTo>
                    <a:pt x="2894700" y="4777999"/>
                  </a:lnTo>
                  <a:lnTo>
                    <a:pt x="2906747" y="4798860"/>
                  </a:lnTo>
                  <a:lnTo>
                    <a:pt x="2885880" y="4810908"/>
                  </a:lnTo>
                  <a:close/>
                </a:path>
                <a:path w="6802755" h="7098030">
                  <a:moveTo>
                    <a:pt x="2811291" y="4679949"/>
                  </a:moveTo>
                  <a:lnTo>
                    <a:pt x="2800126" y="4660610"/>
                  </a:lnTo>
                  <a:lnTo>
                    <a:pt x="2819459" y="4649445"/>
                  </a:lnTo>
                  <a:lnTo>
                    <a:pt x="2830624" y="4668784"/>
                  </a:lnTo>
                  <a:lnTo>
                    <a:pt x="2811291" y="4679949"/>
                  </a:lnTo>
                  <a:close/>
                </a:path>
                <a:path w="6802755" h="7098030">
                  <a:moveTo>
                    <a:pt x="2736696" y="4548978"/>
                  </a:moveTo>
                  <a:lnTo>
                    <a:pt x="2726414" y="4531174"/>
                  </a:lnTo>
                  <a:lnTo>
                    <a:pt x="2744218" y="4520891"/>
                  </a:lnTo>
                  <a:lnTo>
                    <a:pt x="2754501" y="4538696"/>
                  </a:lnTo>
                  <a:lnTo>
                    <a:pt x="2736696" y="4548978"/>
                  </a:lnTo>
                  <a:close/>
                </a:path>
                <a:path w="6802755" h="7098030">
                  <a:moveTo>
                    <a:pt x="2662101" y="4418020"/>
                  </a:moveTo>
                  <a:lnTo>
                    <a:pt x="2652701" y="4401731"/>
                  </a:lnTo>
                  <a:lnTo>
                    <a:pt x="2668978" y="4392331"/>
                  </a:lnTo>
                  <a:lnTo>
                    <a:pt x="2678383" y="4408620"/>
                  </a:lnTo>
                  <a:lnTo>
                    <a:pt x="2662101" y="4418020"/>
                  </a:lnTo>
                  <a:close/>
                </a:path>
                <a:path w="6802755" h="7098030">
                  <a:moveTo>
                    <a:pt x="2587500" y="4287055"/>
                  </a:moveTo>
                  <a:lnTo>
                    <a:pt x="2578983" y="4272300"/>
                  </a:lnTo>
                  <a:lnTo>
                    <a:pt x="2593737" y="4263777"/>
                  </a:lnTo>
                  <a:lnTo>
                    <a:pt x="2602261" y="4278538"/>
                  </a:lnTo>
                  <a:lnTo>
                    <a:pt x="2587500" y="4287055"/>
                  </a:lnTo>
                  <a:close/>
                </a:path>
                <a:path w="6802755" h="7098030">
                  <a:moveTo>
                    <a:pt x="2512911" y="4156096"/>
                  </a:moveTo>
                  <a:lnTo>
                    <a:pt x="2505270" y="4142858"/>
                  </a:lnTo>
                  <a:lnTo>
                    <a:pt x="2518502" y="4135217"/>
                  </a:lnTo>
                  <a:lnTo>
                    <a:pt x="2526143" y="4148455"/>
                  </a:lnTo>
                  <a:lnTo>
                    <a:pt x="2512911" y="4156096"/>
                  </a:lnTo>
                  <a:close/>
                </a:path>
                <a:path w="6802755" h="7098030">
                  <a:moveTo>
                    <a:pt x="2438316" y="4025126"/>
                  </a:moveTo>
                  <a:lnTo>
                    <a:pt x="2431558" y="4013422"/>
                  </a:lnTo>
                  <a:lnTo>
                    <a:pt x="2443261" y="4006663"/>
                  </a:lnTo>
                  <a:lnTo>
                    <a:pt x="2450020" y="4018367"/>
                  </a:lnTo>
                  <a:lnTo>
                    <a:pt x="2438316" y="4025126"/>
                  </a:lnTo>
                  <a:close/>
                </a:path>
                <a:path w="6802755" h="7098030">
                  <a:moveTo>
                    <a:pt x="2363721" y="3894161"/>
                  </a:moveTo>
                  <a:lnTo>
                    <a:pt x="2357845" y="3883985"/>
                  </a:lnTo>
                  <a:lnTo>
                    <a:pt x="2368021" y="3878109"/>
                  </a:lnTo>
                  <a:lnTo>
                    <a:pt x="2373897" y="3888285"/>
                  </a:lnTo>
                  <a:lnTo>
                    <a:pt x="2363721" y="3894161"/>
                  </a:lnTo>
                  <a:close/>
                </a:path>
                <a:path w="6802755" h="7098030">
                  <a:moveTo>
                    <a:pt x="2289126" y="3763196"/>
                  </a:moveTo>
                  <a:lnTo>
                    <a:pt x="2284133" y="3754542"/>
                  </a:lnTo>
                  <a:lnTo>
                    <a:pt x="2292780" y="3749549"/>
                  </a:lnTo>
                  <a:lnTo>
                    <a:pt x="2297779" y="3758203"/>
                  </a:lnTo>
                  <a:lnTo>
                    <a:pt x="2289126" y="3763196"/>
                  </a:lnTo>
                  <a:close/>
                </a:path>
                <a:path w="6802755" h="7098030">
                  <a:moveTo>
                    <a:pt x="2214424" y="3632634"/>
                  </a:moveTo>
                  <a:lnTo>
                    <a:pt x="2210018" y="3625005"/>
                  </a:lnTo>
                  <a:lnTo>
                    <a:pt x="2217652" y="3620598"/>
                  </a:lnTo>
                  <a:lnTo>
                    <a:pt x="2222059" y="3628227"/>
                  </a:lnTo>
                  <a:lnTo>
                    <a:pt x="2214424" y="3632634"/>
                  </a:lnTo>
                  <a:close/>
                </a:path>
                <a:path w="6802755" h="7098030">
                  <a:moveTo>
                    <a:pt x="2139723" y="3502072"/>
                  </a:moveTo>
                  <a:lnTo>
                    <a:pt x="2135902" y="3495456"/>
                  </a:lnTo>
                  <a:lnTo>
                    <a:pt x="2142518" y="3491636"/>
                  </a:lnTo>
                  <a:lnTo>
                    <a:pt x="2146339" y="3498252"/>
                  </a:lnTo>
                  <a:lnTo>
                    <a:pt x="2139723" y="3502072"/>
                  </a:lnTo>
                  <a:close/>
                </a:path>
                <a:path w="6802755" h="7098030">
                  <a:moveTo>
                    <a:pt x="2065021" y="3371510"/>
                  </a:moveTo>
                  <a:lnTo>
                    <a:pt x="2061787" y="3365913"/>
                  </a:lnTo>
                  <a:lnTo>
                    <a:pt x="2067390" y="3362679"/>
                  </a:lnTo>
                  <a:lnTo>
                    <a:pt x="2070618" y="3368276"/>
                  </a:lnTo>
                  <a:lnTo>
                    <a:pt x="2065021" y="3371510"/>
                  </a:lnTo>
                  <a:close/>
                </a:path>
                <a:path w="6802755" h="7098030">
                  <a:moveTo>
                    <a:pt x="1990320" y="3240942"/>
                  </a:moveTo>
                  <a:lnTo>
                    <a:pt x="1987678" y="3236363"/>
                  </a:lnTo>
                  <a:lnTo>
                    <a:pt x="1992250" y="3233722"/>
                  </a:lnTo>
                  <a:lnTo>
                    <a:pt x="1994898" y="3238301"/>
                  </a:lnTo>
                  <a:lnTo>
                    <a:pt x="1990320" y="3240942"/>
                  </a:lnTo>
                  <a:close/>
                </a:path>
                <a:path w="6802755" h="7098030">
                  <a:moveTo>
                    <a:pt x="1915618" y="3110380"/>
                  </a:moveTo>
                  <a:lnTo>
                    <a:pt x="1913562" y="3106821"/>
                  </a:lnTo>
                  <a:lnTo>
                    <a:pt x="1917122" y="3104766"/>
                  </a:lnTo>
                  <a:lnTo>
                    <a:pt x="1919177" y="3108325"/>
                  </a:lnTo>
                  <a:lnTo>
                    <a:pt x="1915618" y="3110380"/>
                  </a:lnTo>
                  <a:close/>
                </a:path>
                <a:path w="6802755" h="7098030">
                  <a:moveTo>
                    <a:pt x="1840916" y="2979818"/>
                  </a:moveTo>
                  <a:lnTo>
                    <a:pt x="1839447" y="2977277"/>
                  </a:lnTo>
                  <a:lnTo>
                    <a:pt x="1841988" y="2975808"/>
                  </a:lnTo>
                  <a:lnTo>
                    <a:pt x="1843457" y="2978349"/>
                  </a:lnTo>
                  <a:lnTo>
                    <a:pt x="1840916" y="2979818"/>
                  </a:lnTo>
                  <a:close/>
                </a:path>
                <a:path w="6802755" h="7098030">
                  <a:moveTo>
                    <a:pt x="1766208" y="2849256"/>
                  </a:moveTo>
                  <a:lnTo>
                    <a:pt x="1765326" y="2847728"/>
                  </a:lnTo>
                  <a:lnTo>
                    <a:pt x="1766860" y="2846845"/>
                  </a:lnTo>
                  <a:lnTo>
                    <a:pt x="1767742" y="2848374"/>
                  </a:lnTo>
                  <a:lnTo>
                    <a:pt x="1766208" y="2849256"/>
                  </a:lnTo>
                  <a:close/>
                </a:path>
                <a:path w="6802755" h="7098030">
                  <a:moveTo>
                    <a:pt x="4357807" y="7095354"/>
                  </a:moveTo>
                  <a:lnTo>
                    <a:pt x="4328428" y="7044469"/>
                  </a:lnTo>
                  <a:lnTo>
                    <a:pt x="4379314" y="7015091"/>
                  </a:lnTo>
                  <a:lnTo>
                    <a:pt x="4408692" y="7065976"/>
                  </a:lnTo>
                  <a:lnTo>
                    <a:pt x="4357807" y="7095354"/>
                  </a:lnTo>
                  <a:close/>
                </a:path>
                <a:path w="6802755" h="7098030">
                  <a:moveTo>
                    <a:pt x="4282353" y="6967600"/>
                  </a:moveTo>
                  <a:lnTo>
                    <a:pt x="4251506" y="6914173"/>
                  </a:lnTo>
                  <a:lnTo>
                    <a:pt x="4304938" y="6883326"/>
                  </a:lnTo>
                  <a:lnTo>
                    <a:pt x="4335785" y="6936752"/>
                  </a:lnTo>
                  <a:lnTo>
                    <a:pt x="4282353" y="6967600"/>
                  </a:lnTo>
                  <a:close/>
                </a:path>
                <a:path w="6802755" h="7098030">
                  <a:moveTo>
                    <a:pt x="4207865" y="6836238"/>
                  </a:moveTo>
                  <a:lnTo>
                    <a:pt x="4178190" y="6784837"/>
                  </a:lnTo>
                  <a:lnTo>
                    <a:pt x="4229585" y="6755169"/>
                  </a:lnTo>
                  <a:lnTo>
                    <a:pt x="4259259" y="6806569"/>
                  </a:lnTo>
                  <a:lnTo>
                    <a:pt x="4207865" y="6836238"/>
                  </a:lnTo>
                  <a:close/>
                </a:path>
                <a:path w="6802755" h="7098030">
                  <a:moveTo>
                    <a:pt x="4133270" y="6705273"/>
                  </a:moveTo>
                  <a:lnTo>
                    <a:pt x="4104477" y="6655401"/>
                  </a:lnTo>
                  <a:lnTo>
                    <a:pt x="4154350" y="6626608"/>
                  </a:lnTo>
                  <a:lnTo>
                    <a:pt x="4183142" y="6676481"/>
                  </a:lnTo>
                  <a:lnTo>
                    <a:pt x="4133270" y="6705273"/>
                  </a:lnTo>
                  <a:close/>
                </a:path>
                <a:path w="6802755" h="7098030">
                  <a:moveTo>
                    <a:pt x="4058781" y="6573905"/>
                  </a:moveTo>
                  <a:lnTo>
                    <a:pt x="4031168" y="6526077"/>
                  </a:lnTo>
                  <a:lnTo>
                    <a:pt x="4078997" y="6498458"/>
                  </a:lnTo>
                  <a:lnTo>
                    <a:pt x="4106616" y="6546292"/>
                  </a:lnTo>
                  <a:lnTo>
                    <a:pt x="4058781" y="6573905"/>
                  </a:lnTo>
                  <a:close/>
                </a:path>
                <a:path w="6802755" h="7098030">
                  <a:moveTo>
                    <a:pt x="3984299" y="6442544"/>
                  </a:moveTo>
                  <a:lnTo>
                    <a:pt x="3957859" y="6396746"/>
                  </a:lnTo>
                  <a:lnTo>
                    <a:pt x="4003656" y="6370306"/>
                  </a:lnTo>
                  <a:lnTo>
                    <a:pt x="4030096" y="6416103"/>
                  </a:lnTo>
                  <a:lnTo>
                    <a:pt x="3984299" y="6442544"/>
                  </a:lnTo>
                  <a:close/>
                </a:path>
                <a:path w="6802755" h="7098030">
                  <a:moveTo>
                    <a:pt x="3909917" y="6310773"/>
                  </a:moveTo>
                  <a:lnTo>
                    <a:pt x="3884945" y="6267524"/>
                  </a:lnTo>
                  <a:lnTo>
                    <a:pt x="3928195" y="6242552"/>
                  </a:lnTo>
                  <a:lnTo>
                    <a:pt x="3953167" y="6285802"/>
                  </a:lnTo>
                  <a:lnTo>
                    <a:pt x="3909917" y="6310773"/>
                  </a:lnTo>
                  <a:close/>
                </a:path>
                <a:path w="6802755" h="7098030">
                  <a:moveTo>
                    <a:pt x="3835316" y="6179809"/>
                  </a:moveTo>
                  <a:lnTo>
                    <a:pt x="3811227" y="6138086"/>
                  </a:lnTo>
                  <a:lnTo>
                    <a:pt x="3852955" y="6113991"/>
                  </a:lnTo>
                  <a:lnTo>
                    <a:pt x="3877044" y="6155720"/>
                  </a:lnTo>
                  <a:lnTo>
                    <a:pt x="3835316" y="6179809"/>
                  </a:lnTo>
                  <a:close/>
                </a:path>
                <a:path w="6802755" h="7098030">
                  <a:moveTo>
                    <a:pt x="3760833" y="6048441"/>
                  </a:moveTo>
                  <a:lnTo>
                    <a:pt x="3737917" y="6008751"/>
                  </a:lnTo>
                  <a:lnTo>
                    <a:pt x="3777607" y="5985834"/>
                  </a:lnTo>
                  <a:lnTo>
                    <a:pt x="3800524" y="6025524"/>
                  </a:lnTo>
                  <a:lnTo>
                    <a:pt x="3760833" y="6048441"/>
                  </a:lnTo>
                  <a:close/>
                </a:path>
                <a:path w="6802755" h="7098030">
                  <a:moveTo>
                    <a:pt x="3686245" y="5917482"/>
                  </a:moveTo>
                  <a:lnTo>
                    <a:pt x="3664205" y="5879314"/>
                  </a:lnTo>
                  <a:lnTo>
                    <a:pt x="3702367" y="5857280"/>
                  </a:lnTo>
                  <a:lnTo>
                    <a:pt x="3724407" y="5895449"/>
                  </a:lnTo>
                  <a:lnTo>
                    <a:pt x="3686245" y="5917482"/>
                  </a:lnTo>
                  <a:close/>
                </a:path>
                <a:path w="6802755" h="7098030">
                  <a:moveTo>
                    <a:pt x="3611756" y="5786115"/>
                  </a:moveTo>
                  <a:lnTo>
                    <a:pt x="3590896" y="5749984"/>
                  </a:lnTo>
                  <a:lnTo>
                    <a:pt x="3627020" y="5729129"/>
                  </a:lnTo>
                  <a:lnTo>
                    <a:pt x="3647881" y="5765260"/>
                  </a:lnTo>
                  <a:lnTo>
                    <a:pt x="3611756" y="5786115"/>
                  </a:lnTo>
                  <a:close/>
                </a:path>
                <a:path w="6802755" h="7098030">
                  <a:moveTo>
                    <a:pt x="3537262" y="5654747"/>
                  </a:moveTo>
                  <a:lnTo>
                    <a:pt x="3517580" y="5620660"/>
                  </a:lnTo>
                  <a:lnTo>
                    <a:pt x="3551679" y="5600972"/>
                  </a:lnTo>
                  <a:lnTo>
                    <a:pt x="3571362" y="5635065"/>
                  </a:lnTo>
                  <a:lnTo>
                    <a:pt x="3537262" y="5654747"/>
                  </a:lnTo>
                  <a:close/>
                </a:path>
                <a:path w="6802755" h="7098030">
                  <a:moveTo>
                    <a:pt x="3462673" y="5523789"/>
                  </a:moveTo>
                  <a:lnTo>
                    <a:pt x="3443868" y="5491218"/>
                  </a:lnTo>
                  <a:lnTo>
                    <a:pt x="3476439" y="5472418"/>
                  </a:lnTo>
                  <a:lnTo>
                    <a:pt x="3495239" y="5504983"/>
                  </a:lnTo>
                  <a:lnTo>
                    <a:pt x="3462673" y="5523789"/>
                  </a:lnTo>
                  <a:close/>
                </a:path>
                <a:path w="6802755" h="7098030">
                  <a:moveTo>
                    <a:pt x="3388191" y="5392421"/>
                  </a:moveTo>
                  <a:lnTo>
                    <a:pt x="3370558" y="5361882"/>
                  </a:lnTo>
                  <a:lnTo>
                    <a:pt x="3401092" y="5344255"/>
                  </a:lnTo>
                  <a:lnTo>
                    <a:pt x="3418718" y="5374794"/>
                  </a:lnTo>
                  <a:lnTo>
                    <a:pt x="3388191" y="5392421"/>
                  </a:lnTo>
                  <a:close/>
                </a:path>
                <a:path w="6802755" h="7098030">
                  <a:moveTo>
                    <a:pt x="3313697" y="5261054"/>
                  </a:moveTo>
                  <a:lnTo>
                    <a:pt x="3297249" y="5232558"/>
                  </a:lnTo>
                  <a:lnTo>
                    <a:pt x="3325739" y="5216103"/>
                  </a:lnTo>
                  <a:lnTo>
                    <a:pt x="3342193" y="5244599"/>
                  </a:lnTo>
                  <a:lnTo>
                    <a:pt x="3313697" y="5261054"/>
                  </a:lnTo>
                  <a:close/>
                </a:path>
                <a:path w="6802755" h="7098030">
                  <a:moveTo>
                    <a:pt x="3238995" y="5130492"/>
                  </a:moveTo>
                  <a:lnTo>
                    <a:pt x="3223133" y="5103015"/>
                  </a:lnTo>
                  <a:lnTo>
                    <a:pt x="3250610" y="5087153"/>
                  </a:lnTo>
                  <a:lnTo>
                    <a:pt x="3266472" y="5114624"/>
                  </a:lnTo>
                  <a:lnTo>
                    <a:pt x="3238995" y="5130492"/>
                  </a:lnTo>
                  <a:close/>
                </a:path>
                <a:path w="6802755" h="7098030">
                  <a:moveTo>
                    <a:pt x="3164513" y="4999124"/>
                  </a:moveTo>
                  <a:lnTo>
                    <a:pt x="3149824" y="4973679"/>
                  </a:lnTo>
                  <a:lnTo>
                    <a:pt x="3175263" y="4958990"/>
                  </a:lnTo>
                  <a:lnTo>
                    <a:pt x="3189953" y="4984435"/>
                  </a:lnTo>
                  <a:lnTo>
                    <a:pt x="3164513" y="4999124"/>
                  </a:lnTo>
                  <a:close/>
                </a:path>
                <a:path w="6802755" h="7098030">
                  <a:moveTo>
                    <a:pt x="3090024" y="4867756"/>
                  </a:moveTo>
                  <a:lnTo>
                    <a:pt x="3076508" y="4844355"/>
                  </a:lnTo>
                  <a:lnTo>
                    <a:pt x="3099916" y="4830838"/>
                  </a:lnTo>
                  <a:lnTo>
                    <a:pt x="3113426" y="4854246"/>
                  </a:lnTo>
                  <a:lnTo>
                    <a:pt x="3090024" y="4867756"/>
                  </a:lnTo>
                  <a:close/>
                </a:path>
                <a:path w="6802755" h="7098030">
                  <a:moveTo>
                    <a:pt x="3015429" y="4736798"/>
                  </a:moveTo>
                  <a:lnTo>
                    <a:pt x="3002795" y="4714913"/>
                  </a:lnTo>
                  <a:lnTo>
                    <a:pt x="3024681" y="4702279"/>
                  </a:lnTo>
                  <a:lnTo>
                    <a:pt x="3037315" y="4724164"/>
                  </a:lnTo>
                  <a:lnTo>
                    <a:pt x="3015429" y="4736798"/>
                  </a:lnTo>
                  <a:close/>
                </a:path>
                <a:path w="6802755" h="7098030">
                  <a:moveTo>
                    <a:pt x="2940834" y="4605833"/>
                  </a:moveTo>
                  <a:lnTo>
                    <a:pt x="2929083" y="4585476"/>
                  </a:lnTo>
                  <a:lnTo>
                    <a:pt x="2949441" y="4573725"/>
                  </a:lnTo>
                  <a:lnTo>
                    <a:pt x="2961192" y="4594082"/>
                  </a:lnTo>
                  <a:lnTo>
                    <a:pt x="2940834" y="4605833"/>
                  </a:lnTo>
                  <a:close/>
                </a:path>
                <a:path w="6802755" h="7098030">
                  <a:moveTo>
                    <a:pt x="2866346" y="4474465"/>
                  </a:moveTo>
                  <a:lnTo>
                    <a:pt x="2855773" y="4456152"/>
                  </a:lnTo>
                  <a:lnTo>
                    <a:pt x="2874087" y="4445573"/>
                  </a:lnTo>
                  <a:lnTo>
                    <a:pt x="2884666" y="4463893"/>
                  </a:lnTo>
                  <a:lnTo>
                    <a:pt x="2866346" y="4474465"/>
                  </a:lnTo>
                  <a:close/>
                </a:path>
                <a:path w="6802755" h="7098030">
                  <a:moveTo>
                    <a:pt x="2791750" y="4343501"/>
                  </a:moveTo>
                  <a:lnTo>
                    <a:pt x="2782060" y="4326709"/>
                  </a:lnTo>
                  <a:lnTo>
                    <a:pt x="2798852" y="4317013"/>
                  </a:lnTo>
                  <a:lnTo>
                    <a:pt x="2808548" y="4333805"/>
                  </a:lnTo>
                  <a:lnTo>
                    <a:pt x="2791750" y="4343501"/>
                  </a:lnTo>
                  <a:close/>
                </a:path>
                <a:path w="6802755" h="7098030">
                  <a:moveTo>
                    <a:pt x="2717161" y="4212536"/>
                  </a:moveTo>
                  <a:lnTo>
                    <a:pt x="2708348" y="4197273"/>
                  </a:lnTo>
                  <a:lnTo>
                    <a:pt x="2723612" y="4188459"/>
                  </a:lnTo>
                  <a:lnTo>
                    <a:pt x="2732425" y="4203723"/>
                  </a:lnTo>
                  <a:lnTo>
                    <a:pt x="2717161" y="4212536"/>
                  </a:lnTo>
                  <a:close/>
                </a:path>
                <a:path w="6802755" h="7098030">
                  <a:moveTo>
                    <a:pt x="2642560" y="4081571"/>
                  </a:moveTo>
                  <a:lnTo>
                    <a:pt x="2634629" y="4067835"/>
                  </a:lnTo>
                  <a:lnTo>
                    <a:pt x="2648371" y="4059904"/>
                  </a:lnTo>
                  <a:lnTo>
                    <a:pt x="2656302" y="4073640"/>
                  </a:lnTo>
                  <a:lnTo>
                    <a:pt x="2642560" y="4081571"/>
                  </a:lnTo>
                  <a:close/>
                </a:path>
                <a:path w="6802755" h="7098030">
                  <a:moveTo>
                    <a:pt x="2567859" y="3951009"/>
                  </a:moveTo>
                  <a:lnTo>
                    <a:pt x="2560514" y="3938286"/>
                  </a:lnTo>
                  <a:lnTo>
                    <a:pt x="2573237" y="3930941"/>
                  </a:lnTo>
                  <a:lnTo>
                    <a:pt x="2580581" y="3943664"/>
                  </a:lnTo>
                  <a:lnTo>
                    <a:pt x="2567859" y="3951009"/>
                  </a:lnTo>
                  <a:close/>
                </a:path>
                <a:path w="6802755" h="7098030">
                  <a:moveTo>
                    <a:pt x="2493370" y="3819647"/>
                  </a:moveTo>
                  <a:lnTo>
                    <a:pt x="2487205" y="3808962"/>
                  </a:lnTo>
                  <a:lnTo>
                    <a:pt x="2497890" y="3802790"/>
                  </a:lnTo>
                  <a:lnTo>
                    <a:pt x="2504056" y="3813476"/>
                  </a:lnTo>
                  <a:lnTo>
                    <a:pt x="2493370" y="3819647"/>
                  </a:lnTo>
                  <a:close/>
                </a:path>
                <a:path w="6802755" h="7098030">
                  <a:moveTo>
                    <a:pt x="2418776" y="3688677"/>
                  </a:moveTo>
                  <a:lnTo>
                    <a:pt x="2413492" y="3679520"/>
                  </a:lnTo>
                  <a:lnTo>
                    <a:pt x="2422655" y="3674231"/>
                  </a:lnTo>
                  <a:lnTo>
                    <a:pt x="2427939" y="3683388"/>
                  </a:lnTo>
                  <a:lnTo>
                    <a:pt x="2418776" y="3688677"/>
                  </a:lnTo>
                  <a:close/>
                </a:path>
                <a:path w="6802755" h="7098030">
                  <a:moveTo>
                    <a:pt x="2344074" y="3558114"/>
                  </a:moveTo>
                  <a:lnTo>
                    <a:pt x="2339377" y="3549977"/>
                  </a:lnTo>
                  <a:lnTo>
                    <a:pt x="2347515" y="3545273"/>
                  </a:lnTo>
                  <a:lnTo>
                    <a:pt x="2352218" y="3553418"/>
                  </a:lnTo>
                  <a:lnTo>
                    <a:pt x="2344074" y="3558114"/>
                  </a:lnTo>
                  <a:close/>
                </a:path>
                <a:path w="6802755" h="7098030">
                  <a:moveTo>
                    <a:pt x="2269373" y="3427553"/>
                  </a:moveTo>
                  <a:lnTo>
                    <a:pt x="2265262" y="3420434"/>
                  </a:lnTo>
                  <a:lnTo>
                    <a:pt x="2272387" y="3416317"/>
                  </a:lnTo>
                  <a:lnTo>
                    <a:pt x="2276497" y="3423443"/>
                  </a:lnTo>
                  <a:lnTo>
                    <a:pt x="2269373" y="3427553"/>
                  </a:lnTo>
                  <a:close/>
                </a:path>
                <a:path w="6802755" h="7098030">
                  <a:moveTo>
                    <a:pt x="2194670" y="3296997"/>
                  </a:moveTo>
                  <a:lnTo>
                    <a:pt x="2191146" y="3290884"/>
                  </a:lnTo>
                  <a:lnTo>
                    <a:pt x="2197253" y="3287360"/>
                  </a:lnTo>
                  <a:lnTo>
                    <a:pt x="2200783" y="3293466"/>
                  </a:lnTo>
                  <a:lnTo>
                    <a:pt x="2194670" y="3296997"/>
                  </a:lnTo>
                  <a:close/>
                </a:path>
                <a:path w="6802755" h="7098030">
                  <a:moveTo>
                    <a:pt x="2120076" y="3166026"/>
                  </a:moveTo>
                  <a:lnTo>
                    <a:pt x="2117434" y="3161448"/>
                  </a:lnTo>
                  <a:lnTo>
                    <a:pt x="2122012" y="3158806"/>
                  </a:lnTo>
                  <a:lnTo>
                    <a:pt x="2124660" y="3163385"/>
                  </a:lnTo>
                  <a:lnTo>
                    <a:pt x="2120076" y="3166026"/>
                  </a:lnTo>
                  <a:close/>
                </a:path>
                <a:path w="6802755" h="7098030">
                  <a:moveTo>
                    <a:pt x="2045273" y="3035867"/>
                  </a:moveTo>
                  <a:lnTo>
                    <a:pt x="2042922" y="3031798"/>
                  </a:lnTo>
                  <a:lnTo>
                    <a:pt x="2046991" y="3029446"/>
                  </a:lnTo>
                  <a:lnTo>
                    <a:pt x="2049342" y="3033516"/>
                  </a:lnTo>
                  <a:lnTo>
                    <a:pt x="2045273" y="3035867"/>
                  </a:lnTo>
                  <a:close/>
                </a:path>
                <a:path w="6802755" h="7098030">
                  <a:moveTo>
                    <a:pt x="1970566" y="2905305"/>
                  </a:moveTo>
                  <a:lnTo>
                    <a:pt x="1968801" y="2902249"/>
                  </a:lnTo>
                  <a:lnTo>
                    <a:pt x="1971857" y="2900484"/>
                  </a:lnTo>
                  <a:lnTo>
                    <a:pt x="1973622" y="2903546"/>
                  </a:lnTo>
                  <a:lnTo>
                    <a:pt x="1970566" y="2905305"/>
                  </a:lnTo>
                  <a:close/>
                </a:path>
                <a:path w="6802755" h="7098030">
                  <a:moveTo>
                    <a:pt x="1895865" y="2774743"/>
                  </a:moveTo>
                  <a:lnTo>
                    <a:pt x="1894685" y="2772706"/>
                  </a:lnTo>
                  <a:lnTo>
                    <a:pt x="1896723" y="2771533"/>
                  </a:lnTo>
                  <a:lnTo>
                    <a:pt x="1897902" y="2773565"/>
                  </a:lnTo>
                  <a:lnTo>
                    <a:pt x="1895865" y="2774743"/>
                  </a:lnTo>
                  <a:close/>
                </a:path>
                <a:path w="6802755" h="7098030">
                  <a:moveTo>
                    <a:pt x="1822182" y="2643589"/>
                  </a:moveTo>
                  <a:lnTo>
                    <a:pt x="1820828" y="2643589"/>
                  </a:lnTo>
                  <a:lnTo>
                    <a:pt x="1820576" y="2643156"/>
                  </a:lnTo>
                  <a:lnTo>
                    <a:pt x="1821933" y="2643156"/>
                  </a:lnTo>
                  <a:lnTo>
                    <a:pt x="1822182" y="2643589"/>
                  </a:lnTo>
                  <a:close/>
                </a:path>
                <a:path w="6802755" h="7098030">
                  <a:moveTo>
                    <a:pt x="4589003" y="7098006"/>
                  </a:moveTo>
                  <a:lnTo>
                    <a:pt x="4554762" y="7098006"/>
                  </a:lnTo>
                  <a:lnTo>
                    <a:pt x="4580442" y="7083176"/>
                  </a:lnTo>
                  <a:lnTo>
                    <a:pt x="4589003" y="7098006"/>
                  </a:lnTo>
                  <a:close/>
                </a:path>
                <a:path w="6802755" h="7098030">
                  <a:moveTo>
                    <a:pt x="4486279" y="7025254"/>
                  </a:moveTo>
                  <a:lnTo>
                    <a:pt x="4453370" y="6968262"/>
                  </a:lnTo>
                  <a:lnTo>
                    <a:pt x="4510361" y="6935354"/>
                  </a:lnTo>
                  <a:lnTo>
                    <a:pt x="4543269" y="6992352"/>
                  </a:lnTo>
                  <a:lnTo>
                    <a:pt x="4486279" y="7025254"/>
                  </a:lnTo>
                  <a:close/>
                </a:path>
                <a:path w="6802755" h="7098030">
                  <a:moveTo>
                    <a:pt x="4411790" y="6893886"/>
                  </a:moveTo>
                  <a:lnTo>
                    <a:pt x="4380060" y="6838932"/>
                  </a:lnTo>
                  <a:lnTo>
                    <a:pt x="4435014" y="6807202"/>
                  </a:lnTo>
                  <a:lnTo>
                    <a:pt x="4466744" y="6862162"/>
                  </a:lnTo>
                  <a:lnTo>
                    <a:pt x="4411790" y="6893886"/>
                  </a:lnTo>
                  <a:close/>
                </a:path>
                <a:path w="6802755" h="7098030">
                  <a:moveTo>
                    <a:pt x="4337194" y="6762928"/>
                  </a:moveTo>
                  <a:lnTo>
                    <a:pt x="4306347" y="6709496"/>
                  </a:lnTo>
                  <a:lnTo>
                    <a:pt x="4359779" y="6678649"/>
                  </a:lnTo>
                  <a:lnTo>
                    <a:pt x="4390626" y="6732075"/>
                  </a:lnTo>
                  <a:lnTo>
                    <a:pt x="4337194" y="6762928"/>
                  </a:lnTo>
                  <a:close/>
                </a:path>
                <a:path w="6802755" h="7098030">
                  <a:moveTo>
                    <a:pt x="4262706" y="6631560"/>
                  </a:moveTo>
                  <a:lnTo>
                    <a:pt x="4233032" y="6580160"/>
                  </a:lnTo>
                  <a:lnTo>
                    <a:pt x="4284426" y="6550491"/>
                  </a:lnTo>
                  <a:lnTo>
                    <a:pt x="4314100" y="6601885"/>
                  </a:lnTo>
                  <a:lnTo>
                    <a:pt x="4262706" y="6631560"/>
                  </a:lnTo>
                  <a:close/>
                </a:path>
                <a:path w="6802755" h="7098030">
                  <a:moveTo>
                    <a:pt x="4188218" y="6500193"/>
                  </a:moveTo>
                  <a:lnTo>
                    <a:pt x="4159722" y="6450836"/>
                  </a:lnTo>
                  <a:lnTo>
                    <a:pt x="4209085" y="6422334"/>
                  </a:lnTo>
                  <a:lnTo>
                    <a:pt x="4237581" y="6471697"/>
                  </a:lnTo>
                  <a:lnTo>
                    <a:pt x="4188218" y="6500193"/>
                  </a:lnTo>
                  <a:close/>
                </a:path>
                <a:path w="6802755" h="7098030">
                  <a:moveTo>
                    <a:pt x="4113736" y="6368831"/>
                  </a:moveTo>
                  <a:lnTo>
                    <a:pt x="4086413" y="6321506"/>
                  </a:lnTo>
                  <a:lnTo>
                    <a:pt x="4133732" y="6294183"/>
                  </a:lnTo>
                  <a:lnTo>
                    <a:pt x="4161055" y="6341508"/>
                  </a:lnTo>
                  <a:lnTo>
                    <a:pt x="4113736" y="6368831"/>
                  </a:lnTo>
                  <a:close/>
                </a:path>
                <a:path w="6802755" h="7098030">
                  <a:moveTo>
                    <a:pt x="4039247" y="6237458"/>
                  </a:moveTo>
                  <a:lnTo>
                    <a:pt x="4013097" y="6192170"/>
                  </a:lnTo>
                  <a:lnTo>
                    <a:pt x="4058384" y="6166026"/>
                  </a:lnTo>
                  <a:lnTo>
                    <a:pt x="4084535" y="6211314"/>
                  </a:lnTo>
                  <a:lnTo>
                    <a:pt x="4039247" y="6237458"/>
                  </a:lnTo>
                  <a:close/>
                </a:path>
                <a:path w="6802755" h="7098030">
                  <a:moveTo>
                    <a:pt x="3964760" y="6106096"/>
                  </a:moveTo>
                  <a:lnTo>
                    <a:pt x="3939787" y="6062846"/>
                  </a:lnTo>
                  <a:lnTo>
                    <a:pt x="3983044" y="6037869"/>
                  </a:lnTo>
                  <a:lnTo>
                    <a:pt x="4008015" y="6081125"/>
                  </a:lnTo>
                  <a:lnTo>
                    <a:pt x="3964760" y="6106096"/>
                  </a:lnTo>
                  <a:close/>
                </a:path>
                <a:path w="6802755" h="7098030">
                  <a:moveTo>
                    <a:pt x="3890271" y="5974728"/>
                  </a:moveTo>
                  <a:lnTo>
                    <a:pt x="3866478" y="5933516"/>
                  </a:lnTo>
                  <a:lnTo>
                    <a:pt x="3907696" y="5909717"/>
                  </a:lnTo>
                  <a:lnTo>
                    <a:pt x="3931489" y="5950936"/>
                  </a:lnTo>
                  <a:lnTo>
                    <a:pt x="3890271" y="5974728"/>
                  </a:lnTo>
                  <a:close/>
                </a:path>
                <a:path w="6802755" h="7098030">
                  <a:moveTo>
                    <a:pt x="3815783" y="5843367"/>
                  </a:moveTo>
                  <a:lnTo>
                    <a:pt x="3793162" y="5804180"/>
                  </a:lnTo>
                  <a:lnTo>
                    <a:pt x="3832349" y="5781559"/>
                  </a:lnTo>
                  <a:lnTo>
                    <a:pt x="3854970" y="5820741"/>
                  </a:lnTo>
                  <a:lnTo>
                    <a:pt x="3815783" y="5843367"/>
                  </a:lnTo>
                  <a:close/>
                </a:path>
                <a:path w="6802755" h="7098030">
                  <a:moveTo>
                    <a:pt x="3741187" y="5712402"/>
                  </a:moveTo>
                  <a:lnTo>
                    <a:pt x="3719450" y="5674743"/>
                  </a:lnTo>
                  <a:lnTo>
                    <a:pt x="3757103" y="5653005"/>
                  </a:lnTo>
                  <a:lnTo>
                    <a:pt x="3778846" y="5690658"/>
                  </a:lnTo>
                  <a:lnTo>
                    <a:pt x="3741187" y="5712402"/>
                  </a:lnTo>
                  <a:close/>
                </a:path>
                <a:path w="6802755" h="7098030">
                  <a:moveTo>
                    <a:pt x="3666699" y="5581034"/>
                  </a:moveTo>
                  <a:lnTo>
                    <a:pt x="3646134" y="5545419"/>
                  </a:lnTo>
                  <a:lnTo>
                    <a:pt x="3681762" y="5524848"/>
                  </a:lnTo>
                  <a:lnTo>
                    <a:pt x="3702327" y="5560469"/>
                  </a:lnTo>
                  <a:lnTo>
                    <a:pt x="3666699" y="5581034"/>
                  </a:lnTo>
                  <a:close/>
                </a:path>
                <a:path w="6802755" h="7098030">
                  <a:moveTo>
                    <a:pt x="3592217" y="5449667"/>
                  </a:moveTo>
                  <a:lnTo>
                    <a:pt x="3572830" y="5416089"/>
                  </a:lnTo>
                  <a:lnTo>
                    <a:pt x="3606414" y="5396696"/>
                  </a:lnTo>
                  <a:lnTo>
                    <a:pt x="3625800" y="5430280"/>
                  </a:lnTo>
                  <a:lnTo>
                    <a:pt x="3592217" y="5449667"/>
                  </a:lnTo>
                  <a:close/>
                </a:path>
                <a:path w="6802755" h="7098030">
                  <a:moveTo>
                    <a:pt x="3517621" y="5318702"/>
                  </a:moveTo>
                  <a:lnTo>
                    <a:pt x="3499118" y="5286646"/>
                  </a:lnTo>
                  <a:lnTo>
                    <a:pt x="3531173" y="5268142"/>
                  </a:lnTo>
                  <a:lnTo>
                    <a:pt x="3549677" y="5300198"/>
                  </a:lnTo>
                  <a:lnTo>
                    <a:pt x="3517621" y="5318702"/>
                  </a:lnTo>
                  <a:close/>
                </a:path>
                <a:path w="6802755" h="7098030">
                  <a:moveTo>
                    <a:pt x="3443245" y="5186937"/>
                  </a:moveTo>
                  <a:lnTo>
                    <a:pt x="3426205" y="5157423"/>
                  </a:lnTo>
                  <a:lnTo>
                    <a:pt x="3455714" y="5140388"/>
                  </a:lnTo>
                  <a:lnTo>
                    <a:pt x="3472754" y="5169903"/>
                  </a:lnTo>
                  <a:lnTo>
                    <a:pt x="3443245" y="5186937"/>
                  </a:lnTo>
                  <a:close/>
                </a:path>
                <a:path w="6802755" h="7098030">
                  <a:moveTo>
                    <a:pt x="3368644" y="5055973"/>
                  </a:moveTo>
                  <a:lnTo>
                    <a:pt x="3352486" y="5027986"/>
                  </a:lnTo>
                  <a:lnTo>
                    <a:pt x="3380478" y="5011828"/>
                  </a:lnTo>
                  <a:lnTo>
                    <a:pt x="3396637" y="5039814"/>
                  </a:lnTo>
                  <a:lnTo>
                    <a:pt x="3368644" y="5055973"/>
                  </a:lnTo>
                  <a:close/>
                </a:path>
                <a:path w="6802755" h="7098030">
                  <a:moveTo>
                    <a:pt x="3294055" y="4925014"/>
                  </a:moveTo>
                  <a:lnTo>
                    <a:pt x="3278774" y="4898550"/>
                  </a:lnTo>
                  <a:lnTo>
                    <a:pt x="3305238" y="4883274"/>
                  </a:lnTo>
                  <a:lnTo>
                    <a:pt x="3320520" y="4909733"/>
                  </a:lnTo>
                  <a:lnTo>
                    <a:pt x="3294055" y="4925014"/>
                  </a:lnTo>
                  <a:close/>
                </a:path>
                <a:path w="6802755" h="7098030">
                  <a:moveTo>
                    <a:pt x="3219567" y="4793641"/>
                  </a:moveTo>
                  <a:lnTo>
                    <a:pt x="3205470" y="4769220"/>
                  </a:lnTo>
                  <a:lnTo>
                    <a:pt x="3229892" y="4755123"/>
                  </a:lnTo>
                  <a:lnTo>
                    <a:pt x="3243988" y="4779544"/>
                  </a:lnTo>
                  <a:lnTo>
                    <a:pt x="3219567" y="4793641"/>
                  </a:lnTo>
                  <a:close/>
                </a:path>
                <a:path w="6802755" h="7098030">
                  <a:moveTo>
                    <a:pt x="3145079" y="4662279"/>
                  </a:moveTo>
                  <a:lnTo>
                    <a:pt x="3132155" y="4639890"/>
                  </a:lnTo>
                  <a:lnTo>
                    <a:pt x="3154544" y="4626960"/>
                  </a:lnTo>
                  <a:lnTo>
                    <a:pt x="3167468" y="4649349"/>
                  </a:lnTo>
                  <a:lnTo>
                    <a:pt x="3145079" y="4662279"/>
                  </a:lnTo>
                  <a:close/>
                </a:path>
                <a:path w="6802755" h="7098030">
                  <a:moveTo>
                    <a:pt x="3070490" y="4531314"/>
                  </a:moveTo>
                  <a:lnTo>
                    <a:pt x="3058443" y="4510447"/>
                  </a:lnTo>
                  <a:lnTo>
                    <a:pt x="3079304" y="4498405"/>
                  </a:lnTo>
                  <a:lnTo>
                    <a:pt x="3091351" y="4519272"/>
                  </a:lnTo>
                  <a:lnTo>
                    <a:pt x="3070490" y="4531314"/>
                  </a:lnTo>
                  <a:close/>
                </a:path>
                <a:path w="6802755" h="7098030">
                  <a:moveTo>
                    <a:pt x="2995895" y="4400348"/>
                  </a:moveTo>
                  <a:lnTo>
                    <a:pt x="2984730" y="4381010"/>
                  </a:lnTo>
                  <a:lnTo>
                    <a:pt x="3004063" y="4369851"/>
                  </a:lnTo>
                  <a:lnTo>
                    <a:pt x="3015228" y="4389184"/>
                  </a:lnTo>
                  <a:lnTo>
                    <a:pt x="2995895" y="4400348"/>
                  </a:lnTo>
                  <a:close/>
                </a:path>
                <a:path w="6802755" h="7098030">
                  <a:moveTo>
                    <a:pt x="2921294" y="4269384"/>
                  </a:moveTo>
                  <a:lnTo>
                    <a:pt x="2911011" y="4251573"/>
                  </a:lnTo>
                  <a:lnTo>
                    <a:pt x="2928828" y="4241291"/>
                  </a:lnTo>
                  <a:lnTo>
                    <a:pt x="2939110" y="4259101"/>
                  </a:lnTo>
                  <a:lnTo>
                    <a:pt x="2921294" y="4269384"/>
                  </a:lnTo>
                  <a:close/>
                </a:path>
                <a:path w="6802755" h="7098030">
                  <a:moveTo>
                    <a:pt x="2846699" y="4138425"/>
                  </a:moveTo>
                  <a:lnTo>
                    <a:pt x="2837299" y="4122137"/>
                  </a:lnTo>
                  <a:lnTo>
                    <a:pt x="2853587" y="4112731"/>
                  </a:lnTo>
                  <a:lnTo>
                    <a:pt x="2862987" y="4129020"/>
                  </a:lnTo>
                  <a:lnTo>
                    <a:pt x="2846699" y="4138425"/>
                  </a:lnTo>
                  <a:close/>
                </a:path>
                <a:path w="6802755" h="7098030">
                  <a:moveTo>
                    <a:pt x="2772216" y="4007058"/>
                  </a:moveTo>
                  <a:lnTo>
                    <a:pt x="2763989" y="3992807"/>
                  </a:lnTo>
                  <a:lnTo>
                    <a:pt x="2778234" y="3984580"/>
                  </a:lnTo>
                  <a:lnTo>
                    <a:pt x="2786461" y="3998831"/>
                  </a:lnTo>
                  <a:lnTo>
                    <a:pt x="2772216" y="4007058"/>
                  </a:lnTo>
                  <a:close/>
                </a:path>
                <a:path w="6802755" h="7098030">
                  <a:moveTo>
                    <a:pt x="2697515" y="3876496"/>
                  </a:moveTo>
                  <a:lnTo>
                    <a:pt x="2689874" y="3863258"/>
                  </a:lnTo>
                  <a:lnTo>
                    <a:pt x="2703100" y="3855624"/>
                  </a:lnTo>
                  <a:lnTo>
                    <a:pt x="2710741" y="3868856"/>
                  </a:lnTo>
                  <a:lnTo>
                    <a:pt x="2697515" y="3876496"/>
                  </a:lnTo>
                  <a:close/>
                </a:path>
                <a:path w="6802755" h="7098030">
                  <a:moveTo>
                    <a:pt x="2622920" y="3745525"/>
                  </a:moveTo>
                  <a:lnTo>
                    <a:pt x="2616167" y="3733827"/>
                  </a:lnTo>
                  <a:lnTo>
                    <a:pt x="2627865" y="3727069"/>
                  </a:lnTo>
                  <a:lnTo>
                    <a:pt x="2634618" y="3738773"/>
                  </a:lnTo>
                  <a:lnTo>
                    <a:pt x="2622920" y="3745525"/>
                  </a:lnTo>
                  <a:close/>
                </a:path>
                <a:path w="6802755" h="7098030">
                  <a:moveTo>
                    <a:pt x="2548431" y="3614164"/>
                  </a:moveTo>
                  <a:lnTo>
                    <a:pt x="2542852" y="3604497"/>
                  </a:lnTo>
                  <a:lnTo>
                    <a:pt x="2552518" y="3598912"/>
                  </a:lnTo>
                  <a:lnTo>
                    <a:pt x="2558098" y="3608578"/>
                  </a:lnTo>
                  <a:lnTo>
                    <a:pt x="2548431" y="3614164"/>
                  </a:lnTo>
                  <a:close/>
                </a:path>
                <a:path w="6802755" h="7098030">
                  <a:moveTo>
                    <a:pt x="2473730" y="3483602"/>
                  </a:moveTo>
                  <a:lnTo>
                    <a:pt x="2468736" y="3474954"/>
                  </a:lnTo>
                  <a:lnTo>
                    <a:pt x="2477390" y="3469955"/>
                  </a:lnTo>
                  <a:lnTo>
                    <a:pt x="2482383" y="3478603"/>
                  </a:lnTo>
                  <a:lnTo>
                    <a:pt x="2473730" y="3483602"/>
                  </a:lnTo>
                  <a:close/>
                </a:path>
                <a:path w="6802755" h="7098030">
                  <a:moveTo>
                    <a:pt x="2399022" y="3353040"/>
                  </a:moveTo>
                  <a:lnTo>
                    <a:pt x="2394615" y="3345405"/>
                  </a:lnTo>
                  <a:lnTo>
                    <a:pt x="2402250" y="3340998"/>
                  </a:lnTo>
                  <a:lnTo>
                    <a:pt x="2406657" y="3348633"/>
                  </a:lnTo>
                  <a:lnTo>
                    <a:pt x="2399022" y="3353040"/>
                  </a:lnTo>
                  <a:close/>
                </a:path>
                <a:path w="6802755" h="7098030">
                  <a:moveTo>
                    <a:pt x="2324326" y="3222472"/>
                  </a:moveTo>
                  <a:lnTo>
                    <a:pt x="2320506" y="3215856"/>
                  </a:lnTo>
                  <a:lnTo>
                    <a:pt x="2327116" y="3212041"/>
                  </a:lnTo>
                  <a:lnTo>
                    <a:pt x="2330937" y="3218657"/>
                  </a:lnTo>
                  <a:lnTo>
                    <a:pt x="2324326" y="3222472"/>
                  </a:lnTo>
                  <a:close/>
                </a:path>
                <a:path w="6802755" h="7098030">
                  <a:moveTo>
                    <a:pt x="2249732" y="3091513"/>
                  </a:moveTo>
                  <a:lnTo>
                    <a:pt x="2246794" y="3086426"/>
                  </a:lnTo>
                  <a:lnTo>
                    <a:pt x="2251882" y="3083488"/>
                  </a:lnTo>
                  <a:lnTo>
                    <a:pt x="2254819" y="3088576"/>
                  </a:lnTo>
                  <a:lnTo>
                    <a:pt x="2249732" y="3091513"/>
                  </a:lnTo>
                  <a:close/>
                </a:path>
                <a:path w="6802755" h="7098030">
                  <a:moveTo>
                    <a:pt x="2175030" y="2960951"/>
                  </a:moveTo>
                  <a:lnTo>
                    <a:pt x="2172678" y="2956876"/>
                  </a:lnTo>
                  <a:lnTo>
                    <a:pt x="2176748" y="2954531"/>
                  </a:lnTo>
                  <a:lnTo>
                    <a:pt x="2179099" y="2958600"/>
                  </a:lnTo>
                  <a:lnTo>
                    <a:pt x="2175030" y="2960951"/>
                  </a:lnTo>
                  <a:close/>
                </a:path>
                <a:path w="6802755" h="7098030">
                  <a:moveTo>
                    <a:pt x="2100328" y="2830389"/>
                  </a:moveTo>
                  <a:lnTo>
                    <a:pt x="2098563" y="2827327"/>
                  </a:lnTo>
                  <a:lnTo>
                    <a:pt x="2101613" y="2825568"/>
                  </a:lnTo>
                  <a:lnTo>
                    <a:pt x="2103379" y="2828624"/>
                  </a:lnTo>
                  <a:lnTo>
                    <a:pt x="2100328" y="2830389"/>
                  </a:lnTo>
                  <a:close/>
                </a:path>
                <a:path w="6802755" h="7098030">
                  <a:moveTo>
                    <a:pt x="2025514" y="2700224"/>
                  </a:moveTo>
                  <a:lnTo>
                    <a:pt x="2024045" y="2697677"/>
                  </a:lnTo>
                  <a:lnTo>
                    <a:pt x="2026592" y="2696209"/>
                  </a:lnTo>
                  <a:lnTo>
                    <a:pt x="2028061" y="2698755"/>
                  </a:lnTo>
                  <a:lnTo>
                    <a:pt x="2025514" y="2700224"/>
                  </a:lnTo>
                  <a:close/>
                </a:path>
                <a:path w="6802755" h="7098030">
                  <a:moveTo>
                    <a:pt x="1950818" y="2569656"/>
                  </a:moveTo>
                  <a:lnTo>
                    <a:pt x="1949936" y="2568134"/>
                  </a:lnTo>
                  <a:lnTo>
                    <a:pt x="1951458" y="2567258"/>
                  </a:lnTo>
                  <a:lnTo>
                    <a:pt x="1952341" y="2568780"/>
                  </a:lnTo>
                  <a:lnTo>
                    <a:pt x="1950818" y="2569656"/>
                  </a:lnTo>
                  <a:close/>
                </a:path>
                <a:path w="6802755" h="7098030">
                  <a:moveTo>
                    <a:pt x="4690304" y="7082506"/>
                  </a:moveTo>
                  <a:lnTo>
                    <a:pt x="4655636" y="7022458"/>
                  </a:lnTo>
                  <a:lnTo>
                    <a:pt x="4715684" y="6987790"/>
                  </a:lnTo>
                  <a:lnTo>
                    <a:pt x="4750352" y="7047838"/>
                  </a:lnTo>
                  <a:lnTo>
                    <a:pt x="4690304" y="7082506"/>
                  </a:lnTo>
                  <a:close/>
                </a:path>
                <a:path w="6802755" h="7098030">
                  <a:moveTo>
                    <a:pt x="4615602" y="6951944"/>
                  </a:moveTo>
                  <a:lnTo>
                    <a:pt x="4581526" y="6892915"/>
                  </a:lnTo>
                  <a:lnTo>
                    <a:pt x="4640556" y="6858833"/>
                  </a:lnTo>
                  <a:lnTo>
                    <a:pt x="4674631" y="6917863"/>
                  </a:lnTo>
                  <a:lnTo>
                    <a:pt x="4615602" y="6951944"/>
                  </a:lnTo>
                  <a:close/>
                </a:path>
                <a:path w="6802755" h="7098030">
                  <a:moveTo>
                    <a:pt x="4541120" y="6820576"/>
                  </a:moveTo>
                  <a:lnTo>
                    <a:pt x="4508211" y="6763579"/>
                  </a:lnTo>
                  <a:lnTo>
                    <a:pt x="4565209" y="6730676"/>
                  </a:lnTo>
                  <a:lnTo>
                    <a:pt x="4598112" y="6787668"/>
                  </a:lnTo>
                  <a:lnTo>
                    <a:pt x="4541120" y="6820576"/>
                  </a:lnTo>
                  <a:close/>
                </a:path>
                <a:path w="6802755" h="7098030">
                  <a:moveTo>
                    <a:pt x="4466631" y="6689215"/>
                  </a:moveTo>
                  <a:lnTo>
                    <a:pt x="4434901" y="6634255"/>
                  </a:lnTo>
                  <a:lnTo>
                    <a:pt x="4489855" y="6602525"/>
                  </a:lnTo>
                  <a:lnTo>
                    <a:pt x="4521586" y="6657485"/>
                  </a:lnTo>
                  <a:lnTo>
                    <a:pt x="4466631" y="6689215"/>
                  </a:lnTo>
                  <a:close/>
                </a:path>
                <a:path w="6802755" h="7098030">
                  <a:moveTo>
                    <a:pt x="4392036" y="6558244"/>
                  </a:moveTo>
                  <a:lnTo>
                    <a:pt x="4361189" y="6504818"/>
                  </a:lnTo>
                  <a:lnTo>
                    <a:pt x="4414615" y="6473971"/>
                  </a:lnTo>
                  <a:lnTo>
                    <a:pt x="4445462" y="6527397"/>
                  </a:lnTo>
                  <a:lnTo>
                    <a:pt x="4392036" y="6558244"/>
                  </a:lnTo>
                  <a:close/>
                </a:path>
                <a:path w="6802755" h="7098030">
                  <a:moveTo>
                    <a:pt x="4317548" y="6426882"/>
                  </a:moveTo>
                  <a:lnTo>
                    <a:pt x="4287873" y="6375488"/>
                  </a:lnTo>
                  <a:lnTo>
                    <a:pt x="4339274" y="6345814"/>
                  </a:lnTo>
                  <a:lnTo>
                    <a:pt x="4368942" y="6397208"/>
                  </a:lnTo>
                  <a:lnTo>
                    <a:pt x="4317548" y="6426882"/>
                  </a:lnTo>
                  <a:close/>
                </a:path>
                <a:path w="6802755" h="7098030">
                  <a:moveTo>
                    <a:pt x="4243065" y="6295515"/>
                  </a:moveTo>
                  <a:lnTo>
                    <a:pt x="4214563" y="6246152"/>
                  </a:lnTo>
                  <a:lnTo>
                    <a:pt x="4263926" y="6217656"/>
                  </a:lnTo>
                  <a:lnTo>
                    <a:pt x="4292422" y="6267019"/>
                  </a:lnTo>
                  <a:lnTo>
                    <a:pt x="4243065" y="6295515"/>
                  </a:lnTo>
                  <a:close/>
                </a:path>
                <a:path w="6802755" h="7098030">
                  <a:moveTo>
                    <a:pt x="4168683" y="6163745"/>
                  </a:moveTo>
                  <a:lnTo>
                    <a:pt x="4141657" y="6116934"/>
                  </a:lnTo>
                  <a:lnTo>
                    <a:pt x="4188473" y="6089908"/>
                  </a:lnTo>
                  <a:lnTo>
                    <a:pt x="4215499" y="6136718"/>
                  </a:lnTo>
                  <a:lnTo>
                    <a:pt x="4168683" y="6163745"/>
                  </a:lnTo>
                  <a:close/>
                </a:path>
                <a:path w="6802755" h="7098030">
                  <a:moveTo>
                    <a:pt x="4094195" y="6032383"/>
                  </a:moveTo>
                  <a:lnTo>
                    <a:pt x="4068341" y="5987605"/>
                  </a:lnTo>
                  <a:lnTo>
                    <a:pt x="4113119" y="5961750"/>
                  </a:lnTo>
                  <a:lnTo>
                    <a:pt x="4138973" y="6006528"/>
                  </a:lnTo>
                  <a:lnTo>
                    <a:pt x="4094195" y="6032383"/>
                  </a:lnTo>
                  <a:close/>
                </a:path>
                <a:path w="6802755" h="7098030">
                  <a:moveTo>
                    <a:pt x="4019713" y="5901015"/>
                  </a:moveTo>
                  <a:lnTo>
                    <a:pt x="3995031" y="5858274"/>
                  </a:lnTo>
                  <a:lnTo>
                    <a:pt x="4037778" y="5833593"/>
                  </a:lnTo>
                  <a:lnTo>
                    <a:pt x="4062454" y="5876340"/>
                  </a:lnTo>
                  <a:lnTo>
                    <a:pt x="4019713" y="5901015"/>
                  </a:lnTo>
                  <a:close/>
                </a:path>
                <a:path w="6802755" h="7098030">
                  <a:moveTo>
                    <a:pt x="3945331" y="5769251"/>
                  </a:moveTo>
                  <a:lnTo>
                    <a:pt x="3922125" y="5729051"/>
                  </a:lnTo>
                  <a:lnTo>
                    <a:pt x="3962324" y="5705838"/>
                  </a:lnTo>
                  <a:lnTo>
                    <a:pt x="3985531" y="5746038"/>
                  </a:lnTo>
                  <a:lnTo>
                    <a:pt x="3945331" y="5769251"/>
                  </a:lnTo>
                  <a:close/>
                </a:path>
                <a:path w="6802755" h="7098030">
                  <a:moveTo>
                    <a:pt x="3870742" y="5638286"/>
                  </a:moveTo>
                  <a:lnTo>
                    <a:pt x="3848412" y="5599609"/>
                  </a:lnTo>
                  <a:lnTo>
                    <a:pt x="3887084" y="5577284"/>
                  </a:lnTo>
                  <a:lnTo>
                    <a:pt x="3909414" y="5615962"/>
                  </a:lnTo>
                  <a:lnTo>
                    <a:pt x="3870742" y="5638286"/>
                  </a:lnTo>
                  <a:close/>
                </a:path>
                <a:path w="6802755" h="7098030">
                  <a:moveTo>
                    <a:pt x="3796248" y="5506918"/>
                  </a:moveTo>
                  <a:lnTo>
                    <a:pt x="3775097" y="5470285"/>
                  </a:lnTo>
                  <a:lnTo>
                    <a:pt x="3811737" y="5449128"/>
                  </a:lnTo>
                  <a:lnTo>
                    <a:pt x="3832888" y="5485761"/>
                  </a:lnTo>
                  <a:lnTo>
                    <a:pt x="3796248" y="5506918"/>
                  </a:lnTo>
                  <a:close/>
                </a:path>
                <a:path w="6802755" h="7098030">
                  <a:moveTo>
                    <a:pt x="3721659" y="5375954"/>
                  </a:moveTo>
                  <a:lnTo>
                    <a:pt x="3701384" y="5340848"/>
                  </a:lnTo>
                  <a:lnTo>
                    <a:pt x="3736496" y="5320573"/>
                  </a:lnTo>
                  <a:lnTo>
                    <a:pt x="3756771" y="5355685"/>
                  </a:lnTo>
                  <a:lnTo>
                    <a:pt x="3721659" y="5375954"/>
                  </a:lnTo>
                  <a:close/>
                </a:path>
                <a:path w="6802755" h="7098030">
                  <a:moveTo>
                    <a:pt x="3647171" y="5244592"/>
                  </a:moveTo>
                  <a:lnTo>
                    <a:pt x="3628069" y="5211512"/>
                  </a:lnTo>
                  <a:lnTo>
                    <a:pt x="3661143" y="5192416"/>
                  </a:lnTo>
                  <a:lnTo>
                    <a:pt x="3680245" y="5225496"/>
                  </a:lnTo>
                  <a:lnTo>
                    <a:pt x="3647171" y="5244592"/>
                  </a:lnTo>
                  <a:close/>
                </a:path>
                <a:path w="6802755" h="7098030">
                  <a:moveTo>
                    <a:pt x="3572683" y="5113219"/>
                  </a:moveTo>
                  <a:lnTo>
                    <a:pt x="3554760" y="5082181"/>
                  </a:lnTo>
                  <a:lnTo>
                    <a:pt x="3585803" y="5064264"/>
                  </a:lnTo>
                  <a:lnTo>
                    <a:pt x="3603720" y="5095301"/>
                  </a:lnTo>
                  <a:lnTo>
                    <a:pt x="3572683" y="5113219"/>
                  </a:lnTo>
                  <a:close/>
                </a:path>
                <a:path w="6802755" h="7098030">
                  <a:moveTo>
                    <a:pt x="3498194" y="4981856"/>
                  </a:moveTo>
                  <a:lnTo>
                    <a:pt x="3481450" y="4952858"/>
                  </a:lnTo>
                  <a:lnTo>
                    <a:pt x="3510455" y="4936107"/>
                  </a:lnTo>
                  <a:lnTo>
                    <a:pt x="3527200" y="4965112"/>
                  </a:lnTo>
                  <a:lnTo>
                    <a:pt x="3498194" y="4981856"/>
                  </a:lnTo>
                  <a:close/>
                </a:path>
                <a:path w="6802755" h="7098030">
                  <a:moveTo>
                    <a:pt x="3423599" y="4850898"/>
                  </a:moveTo>
                  <a:lnTo>
                    <a:pt x="3407737" y="4823415"/>
                  </a:lnTo>
                  <a:lnTo>
                    <a:pt x="3435214" y="4807553"/>
                  </a:lnTo>
                  <a:lnTo>
                    <a:pt x="3451082" y="4835030"/>
                  </a:lnTo>
                  <a:lnTo>
                    <a:pt x="3423599" y="4850898"/>
                  </a:lnTo>
                  <a:close/>
                </a:path>
                <a:path w="6802755" h="7098030">
                  <a:moveTo>
                    <a:pt x="3349111" y="4719531"/>
                  </a:moveTo>
                  <a:lnTo>
                    <a:pt x="3334422" y="4694085"/>
                  </a:lnTo>
                  <a:lnTo>
                    <a:pt x="3359862" y="4679396"/>
                  </a:lnTo>
                  <a:lnTo>
                    <a:pt x="3374556" y="4704842"/>
                  </a:lnTo>
                  <a:lnTo>
                    <a:pt x="3349111" y="4719531"/>
                  </a:lnTo>
                  <a:close/>
                </a:path>
                <a:path w="6802755" h="7098030">
                  <a:moveTo>
                    <a:pt x="3274628" y="4588163"/>
                  </a:moveTo>
                  <a:lnTo>
                    <a:pt x="3261112" y="4564755"/>
                  </a:lnTo>
                  <a:lnTo>
                    <a:pt x="3284520" y="4551239"/>
                  </a:lnTo>
                  <a:lnTo>
                    <a:pt x="3298030" y="4574647"/>
                  </a:lnTo>
                  <a:lnTo>
                    <a:pt x="3274628" y="4588163"/>
                  </a:lnTo>
                  <a:close/>
                </a:path>
                <a:path w="6802755" h="7098030">
                  <a:moveTo>
                    <a:pt x="3200028" y="4457205"/>
                  </a:moveTo>
                  <a:lnTo>
                    <a:pt x="3187394" y="4435319"/>
                  </a:lnTo>
                  <a:lnTo>
                    <a:pt x="3209279" y="4422685"/>
                  </a:lnTo>
                  <a:lnTo>
                    <a:pt x="3221913" y="4444571"/>
                  </a:lnTo>
                  <a:lnTo>
                    <a:pt x="3200028" y="4457205"/>
                  </a:lnTo>
                  <a:close/>
                </a:path>
                <a:path w="6802755" h="7098030">
                  <a:moveTo>
                    <a:pt x="3125545" y="4325837"/>
                  </a:moveTo>
                  <a:lnTo>
                    <a:pt x="3114090" y="4305989"/>
                  </a:lnTo>
                  <a:lnTo>
                    <a:pt x="3133932" y="4294534"/>
                  </a:lnTo>
                  <a:lnTo>
                    <a:pt x="3145393" y="4314376"/>
                  </a:lnTo>
                  <a:lnTo>
                    <a:pt x="3125545" y="4325837"/>
                  </a:lnTo>
                  <a:close/>
                </a:path>
                <a:path w="6802755" h="7098030">
                  <a:moveTo>
                    <a:pt x="3050950" y="4194866"/>
                  </a:moveTo>
                  <a:lnTo>
                    <a:pt x="3040377" y="4176552"/>
                  </a:lnTo>
                  <a:lnTo>
                    <a:pt x="3058691" y="4165973"/>
                  </a:lnTo>
                  <a:lnTo>
                    <a:pt x="3069270" y="4184293"/>
                  </a:lnTo>
                  <a:lnTo>
                    <a:pt x="3050950" y="4194866"/>
                  </a:lnTo>
                  <a:close/>
                </a:path>
                <a:path w="6802755" h="7098030">
                  <a:moveTo>
                    <a:pt x="2976355" y="4063908"/>
                  </a:moveTo>
                  <a:lnTo>
                    <a:pt x="2966658" y="4047116"/>
                  </a:lnTo>
                  <a:lnTo>
                    <a:pt x="2983450" y="4037420"/>
                  </a:lnTo>
                  <a:lnTo>
                    <a:pt x="2993146" y="4054212"/>
                  </a:lnTo>
                  <a:lnTo>
                    <a:pt x="2976355" y="4063908"/>
                  </a:lnTo>
                  <a:close/>
                </a:path>
                <a:path w="6802755" h="7098030">
                  <a:moveTo>
                    <a:pt x="2901759" y="3932943"/>
                  </a:moveTo>
                  <a:lnTo>
                    <a:pt x="2892946" y="3917679"/>
                  </a:lnTo>
                  <a:lnTo>
                    <a:pt x="2908209" y="3908866"/>
                  </a:lnTo>
                  <a:lnTo>
                    <a:pt x="2917023" y="3924129"/>
                  </a:lnTo>
                  <a:lnTo>
                    <a:pt x="2901759" y="3932943"/>
                  </a:lnTo>
                  <a:close/>
                </a:path>
                <a:path w="6802755" h="7098030">
                  <a:moveTo>
                    <a:pt x="2827164" y="3801978"/>
                  </a:moveTo>
                  <a:lnTo>
                    <a:pt x="2819233" y="3788236"/>
                  </a:lnTo>
                  <a:lnTo>
                    <a:pt x="2832969" y="3780305"/>
                  </a:lnTo>
                  <a:lnTo>
                    <a:pt x="2840900" y="3794047"/>
                  </a:lnTo>
                  <a:lnTo>
                    <a:pt x="2827164" y="3801978"/>
                  </a:lnTo>
                  <a:close/>
                </a:path>
                <a:path w="6802755" h="7098030">
                  <a:moveTo>
                    <a:pt x="2752575" y="3671013"/>
                  </a:moveTo>
                  <a:lnTo>
                    <a:pt x="2745520" y="3658799"/>
                  </a:lnTo>
                  <a:lnTo>
                    <a:pt x="2757734" y="3651751"/>
                  </a:lnTo>
                  <a:lnTo>
                    <a:pt x="2764788" y="3663964"/>
                  </a:lnTo>
                  <a:lnTo>
                    <a:pt x="2752575" y="3671013"/>
                  </a:lnTo>
                  <a:close/>
                </a:path>
                <a:path w="6802755" h="7098030">
                  <a:moveTo>
                    <a:pt x="2678087" y="3539651"/>
                  </a:moveTo>
                  <a:lnTo>
                    <a:pt x="2672211" y="3529476"/>
                  </a:lnTo>
                  <a:lnTo>
                    <a:pt x="2682387" y="3523600"/>
                  </a:lnTo>
                  <a:lnTo>
                    <a:pt x="2688263" y="3533775"/>
                  </a:lnTo>
                  <a:lnTo>
                    <a:pt x="2678087" y="3539651"/>
                  </a:lnTo>
                  <a:close/>
                </a:path>
                <a:path w="6802755" h="7098030">
                  <a:moveTo>
                    <a:pt x="2603379" y="3409089"/>
                  </a:moveTo>
                  <a:lnTo>
                    <a:pt x="2598090" y="3399927"/>
                  </a:lnTo>
                  <a:lnTo>
                    <a:pt x="2607253" y="3394637"/>
                  </a:lnTo>
                  <a:lnTo>
                    <a:pt x="2612542" y="3403800"/>
                  </a:lnTo>
                  <a:lnTo>
                    <a:pt x="2603379" y="3409089"/>
                  </a:lnTo>
                  <a:close/>
                </a:path>
                <a:path w="6802755" h="7098030">
                  <a:moveTo>
                    <a:pt x="2528684" y="3278521"/>
                  </a:moveTo>
                  <a:lnTo>
                    <a:pt x="2523981" y="3270377"/>
                  </a:lnTo>
                  <a:lnTo>
                    <a:pt x="2532119" y="3265674"/>
                  </a:lnTo>
                  <a:lnTo>
                    <a:pt x="2536822" y="3273824"/>
                  </a:lnTo>
                  <a:lnTo>
                    <a:pt x="2528684" y="3278521"/>
                  </a:lnTo>
                  <a:close/>
                </a:path>
                <a:path w="6802755" h="7098030">
                  <a:moveTo>
                    <a:pt x="2453982" y="3147959"/>
                  </a:moveTo>
                  <a:lnTo>
                    <a:pt x="2449865" y="3140834"/>
                  </a:lnTo>
                  <a:lnTo>
                    <a:pt x="2456991" y="3136723"/>
                  </a:lnTo>
                  <a:lnTo>
                    <a:pt x="2461107" y="3143849"/>
                  </a:lnTo>
                  <a:lnTo>
                    <a:pt x="2453982" y="3147959"/>
                  </a:lnTo>
                  <a:close/>
                </a:path>
                <a:path w="6802755" h="7098030">
                  <a:moveTo>
                    <a:pt x="2379387" y="3016995"/>
                  </a:moveTo>
                  <a:lnTo>
                    <a:pt x="2376153" y="3011397"/>
                  </a:lnTo>
                  <a:lnTo>
                    <a:pt x="2381750" y="3008163"/>
                  </a:lnTo>
                  <a:lnTo>
                    <a:pt x="2384984" y="3013761"/>
                  </a:lnTo>
                  <a:lnTo>
                    <a:pt x="2379387" y="3016995"/>
                  </a:lnTo>
                  <a:close/>
                </a:path>
                <a:path w="6802755" h="7098030">
                  <a:moveTo>
                    <a:pt x="2304679" y="2886433"/>
                  </a:moveTo>
                  <a:lnTo>
                    <a:pt x="2302038" y="2881848"/>
                  </a:lnTo>
                  <a:lnTo>
                    <a:pt x="2306616" y="2879206"/>
                  </a:lnTo>
                  <a:lnTo>
                    <a:pt x="2309264" y="2883785"/>
                  </a:lnTo>
                  <a:lnTo>
                    <a:pt x="2304679" y="2886433"/>
                  </a:lnTo>
                  <a:close/>
                </a:path>
                <a:path w="6802755" h="7098030">
                  <a:moveTo>
                    <a:pt x="2229978" y="2755871"/>
                  </a:moveTo>
                  <a:lnTo>
                    <a:pt x="2227922" y="2752305"/>
                  </a:lnTo>
                  <a:lnTo>
                    <a:pt x="2231482" y="2750249"/>
                  </a:lnTo>
                  <a:lnTo>
                    <a:pt x="2233537" y="2753815"/>
                  </a:lnTo>
                  <a:lnTo>
                    <a:pt x="2229978" y="2755871"/>
                  </a:lnTo>
                  <a:close/>
                </a:path>
                <a:path w="6802755" h="7098030">
                  <a:moveTo>
                    <a:pt x="2155276" y="2625303"/>
                  </a:moveTo>
                  <a:lnTo>
                    <a:pt x="2153807" y="2622762"/>
                  </a:lnTo>
                  <a:lnTo>
                    <a:pt x="2156348" y="2621293"/>
                  </a:lnTo>
                  <a:lnTo>
                    <a:pt x="2157817" y="2623834"/>
                  </a:lnTo>
                  <a:lnTo>
                    <a:pt x="2155276" y="2625303"/>
                  </a:lnTo>
                  <a:close/>
                </a:path>
                <a:path w="6802755" h="7098030">
                  <a:moveTo>
                    <a:pt x="2080574" y="2494741"/>
                  </a:moveTo>
                  <a:lnTo>
                    <a:pt x="2079692" y="2493219"/>
                  </a:lnTo>
                  <a:lnTo>
                    <a:pt x="2081220" y="2492336"/>
                  </a:lnTo>
                  <a:lnTo>
                    <a:pt x="2082103" y="2493858"/>
                  </a:lnTo>
                  <a:lnTo>
                    <a:pt x="2080574" y="2494741"/>
                  </a:lnTo>
                  <a:close/>
                </a:path>
                <a:path w="6802755" h="7098030">
                  <a:moveTo>
                    <a:pt x="4944193" y="7098006"/>
                  </a:moveTo>
                  <a:lnTo>
                    <a:pt x="4880408" y="7098006"/>
                  </a:lnTo>
                  <a:lnTo>
                    <a:pt x="4869944" y="7079881"/>
                  </a:lnTo>
                  <a:lnTo>
                    <a:pt x="4917784" y="7052262"/>
                  </a:lnTo>
                  <a:lnTo>
                    <a:pt x="4944193" y="7098006"/>
                  </a:lnTo>
                  <a:close/>
                </a:path>
                <a:path w="6802755" h="7098030">
                  <a:moveTo>
                    <a:pt x="4819420" y="7009995"/>
                  </a:moveTo>
                  <a:lnTo>
                    <a:pt x="4782994" y="6946896"/>
                  </a:lnTo>
                  <a:lnTo>
                    <a:pt x="4846092" y="6910463"/>
                  </a:lnTo>
                  <a:lnTo>
                    <a:pt x="4882525" y="6973562"/>
                  </a:lnTo>
                  <a:lnTo>
                    <a:pt x="4819420" y="7009995"/>
                  </a:lnTo>
                  <a:close/>
                </a:path>
                <a:path w="6802755" h="7098030">
                  <a:moveTo>
                    <a:pt x="4744937" y="6878633"/>
                  </a:moveTo>
                  <a:lnTo>
                    <a:pt x="4709678" y="6817566"/>
                  </a:lnTo>
                  <a:lnTo>
                    <a:pt x="4770744" y="6782313"/>
                  </a:lnTo>
                  <a:lnTo>
                    <a:pt x="4805998" y="6843379"/>
                  </a:lnTo>
                  <a:lnTo>
                    <a:pt x="4744937" y="6878633"/>
                  </a:lnTo>
                  <a:close/>
                </a:path>
                <a:path w="6802755" h="7098030">
                  <a:moveTo>
                    <a:pt x="4670556" y="6746863"/>
                  </a:moveTo>
                  <a:lnTo>
                    <a:pt x="4636771" y="6688343"/>
                  </a:lnTo>
                  <a:lnTo>
                    <a:pt x="4695291" y="6654558"/>
                  </a:lnTo>
                  <a:lnTo>
                    <a:pt x="4729076" y="6713078"/>
                  </a:lnTo>
                  <a:lnTo>
                    <a:pt x="4670556" y="6746863"/>
                  </a:lnTo>
                  <a:close/>
                </a:path>
                <a:path w="6802755" h="7098030">
                  <a:moveTo>
                    <a:pt x="4596068" y="6615501"/>
                  </a:moveTo>
                  <a:lnTo>
                    <a:pt x="4563456" y="6559013"/>
                  </a:lnTo>
                  <a:lnTo>
                    <a:pt x="4619944" y="6526401"/>
                  </a:lnTo>
                  <a:lnTo>
                    <a:pt x="4652556" y="6582889"/>
                  </a:lnTo>
                  <a:lnTo>
                    <a:pt x="4596068" y="6615501"/>
                  </a:lnTo>
                  <a:close/>
                </a:path>
                <a:path w="6802755" h="7098030">
                  <a:moveTo>
                    <a:pt x="4521473" y="6484530"/>
                  </a:moveTo>
                  <a:lnTo>
                    <a:pt x="4489743" y="6429576"/>
                  </a:lnTo>
                  <a:lnTo>
                    <a:pt x="4544703" y="6397846"/>
                  </a:lnTo>
                  <a:lnTo>
                    <a:pt x="4576433" y="6452800"/>
                  </a:lnTo>
                  <a:lnTo>
                    <a:pt x="4521473" y="6484530"/>
                  </a:lnTo>
                  <a:close/>
                </a:path>
                <a:path w="6802755" h="7098030">
                  <a:moveTo>
                    <a:pt x="4446984" y="6353168"/>
                  </a:moveTo>
                  <a:lnTo>
                    <a:pt x="4416433" y="6300246"/>
                  </a:lnTo>
                  <a:lnTo>
                    <a:pt x="4469356" y="6269689"/>
                  </a:lnTo>
                  <a:lnTo>
                    <a:pt x="4499913" y="6322612"/>
                  </a:lnTo>
                  <a:lnTo>
                    <a:pt x="4446984" y="6353168"/>
                  </a:lnTo>
                  <a:close/>
                </a:path>
                <a:path w="6802755" h="7098030">
                  <a:moveTo>
                    <a:pt x="4372502" y="6221801"/>
                  </a:moveTo>
                  <a:lnTo>
                    <a:pt x="4343124" y="6170916"/>
                  </a:lnTo>
                  <a:lnTo>
                    <a:pt x="4394009" y="6141538"/>
                  </a:lnTo>
                  <a:lnTo>
                    <a:pt x="4423387" y="6192423"/>
                  </a:lnTo>
                  <a:lnTo>
                    <a:pt x="4372502" y="6221801"/>
                  </a:lnTo>
                  <a:close/>
                </a:path>
                <a:path w="6802755" h="7098030">
                  <a:moveTo>
                    <a:pt x="4298120" y="6090031"/>
                  </a:moveTo>
                  <a:lnTo>
                    <a:pt x="4270211" y="6041693"/>
                  </a:lnTo>
                  <a:lnTo>
                    <a:pt x="4318555" y="6013783"/>
                  </a:lnTo>
                  <a:lnTo>
                    <a:pt x="4346464" y="6062121"/>
                  </a:lnTo>
                  <a:lnTo>
                    <a:pt x="4298120" y="6090031"/>
                  </a:lnTo>
                  <a:close/>
                </a:path>
                <a:path w="6802755" h="7098030">
                  <a:moveTo>
                    <a:pt x="4223632" y="5958669"/>
                  </a:moveTo>
                  <a:lnTo>
                    <a:pt x="4196896" y="5912363"/>
                  </a:lnTo>
                  <a:lnTo>
                    <a:pt x="4243208" y="5885626"/>
                  </a:lnTo>
                  <a:lnTo>
                    <a:pt x="4269945" y="5931933"/>
                  </a:lnTo>
                  <a:lnTo>
                    <a:pt x="4223632" y="5958669"/>
                  </a:lnTo>
                  <a:close/>
                </a:path>
                <a:path w="6802755" h="7098030">
                  <a:moveTo>
                    <a:pt x="4149256" y="5826905"/>
                  </a:moveTo>
                  <a:lnTo>
                    <a:pt x="4123988" y="5783140"/>
                  </a:lnTo>
                  <a:lnTo>
                    <a:pt x="4167753" y="5757872"/>
                  </a:lnTo>
                  <a:lnTo>
                    <a:pt x="4193015" y="5801637"/>
                  </a:lnTo>
                  <a:lnTo>
                    <a:pt x="4149256" y="5826905"/>
                  </a:lnTo>
                  <a:close/>
                </a:path>
                <a:path w="6802755" h="7098030">
                  <a:moveTo>
                    <a:pt x="4074768" y="5695537"/>
                  </a:moveTo>
                  <a:lnTo>
                    <a:pt x="4050679" y="5653809"/>
                  </a:lnTo>
                  <a:lnTo>
                    <a:pt x="4092401" y="5629720"/>
                  </a:lnTo>
                  <a:lnTo>
                    <a:pt x="4116496" y="5671448"/>
                  </a:lnTo>
                  <a:lnTo>
                    <a:pt x="4074768" y="5695537"/>
                  </a:lnTo>
                  <a:close/>
                </a:path>
                <a:path w="6802755" h="7098030">
                  <a:moveTo>
                    <a:pt x="4000280" y="5564170"/>
                  </a:moveTo>
                  <a:lnTo>
                    <a:pt x="3977363" y="5524479"/>
                  </a:lnTo>
                  <a:lnTo>
                    <a:pt x="4017059" y="5501563"/>
                  </a:lnTo>
                  <a:lnTo>
                    <a:pt x="4039976" y="5541253"/>
                  </a:lnTo>
                  <a:lnTo>
                    <a:pt x="4000280" y="5564170"/>
                  </a:lnTo>
                  <a:close/>
                </a:path>
                <a:path w="6802755" h="7098030">
                  <a:moveTo>
                    <a:pt x="3925791" y="5432808"/>
                  </a:moveTo>
                  <a:lnTo>
                    <a:pt x="3904054" y="5395155"/>
                  </a:lnTo>
                  <a:lnTo>
                    <a:pt x="3941712" y="5373411"/>
                  </a:lnTo>
                  <a:lnTo>
                    <a:pt x="3963456" y="5411064"/>
                  </a:lnTo>
                  <a:lnTo>
                    <a:pt x="3925791" y="5432808"/>
                  </a:lnTo>
                  <a:close/>
                </a:path>
                <a:path w="6802755" h="7098030">
                  <a:moveTo>
                    <a:pt x="3851196" y="5301843"/>
                  </a:moveTo>
                  <a:lnTo>
                    <a:pt x="3830341" y="5265712"/>
                  </a:lnTo>
                  <a:lnTo>
                    <a:pt x="3866472" y="5244852"/>
                  </a:lnTo>
                  <a:lnTo>
                    <a:pt x="3887332" y="5280982"/>
                  </a:lnTo>
                  <a:lnTo>
                    <a:pt x="3851196" y="5301843"/>
                  </a:lnTo>
                  <a:close/>
                </a:path>
                <a:path w="6802755" h="7098030">
                  <a:moveTo>
                    <a:pt x="3776820" y="5170073"/>
                  </a:moveTo>
                  <a:lnTo>
                    <a:pt x="3757428" y="5136489"/>
                  </a:lnTo>
                  <a:lnTo>
                    <a:pt x="3791017" y="5117097"/>
                  </a:lnTo>
                  <a:lnTo>
                    <a:pt x="3810404" y="5150681"/>
                  </a:lnTo>
                  <a:lnTo>
                    <a:pt x="3776820" y="5170073"/>
                  </a:lnTo>
                  <a:close/>
                </a:path>
                <a:path w="6802755" h="7098030">
                  <a:moveTo>
                    <a:pt x="3702225" y="5039114"/>
                  </a:moveTo>
                  <a:lnTo>
                    <a:pt x="3683715" y="5007053"/>
                  </a:lnTo>
                  <a:lnTo>
                    <a:pt x="3715777" y="4988543"/>
                  </a:lnTo>
                  <a:lnTo>
                    <a:pt x="3734286" y="5020605"/>
                  </a:lnTo>
                  <a:lnTo>
                    <a:pt x="3702225" y="5039114"/>
                  </a:lnTo>
                  <a:close/>
                </a:path>
                <a:path w="6802755" h="7098030">
                  <a:moveTo>
                    <a:pt x="3627742" y="4907747"/>
                  </a:moveTo>
                  <a:lnTo>
                    <a:pt x="3610412" y="4877723"/>
                  </a:lnTo>
                  <a:lnTo>
                    <a:pt x="3640424" y="4860392"/>
                  </a:lnTo>
                  <a:lnTo>
                    <a:pt x="3657760" y="4890416"/>
                  </a:lnTo>
                  <a:lnTo>
                    <a:pt x="3627742" y="4907747"/>
                  </a:lnTo>
                  <a:close/>
                </a:path>
                <a:path w="6802755" h="7098030">
                  <a:moveTo>
                    <a:pt x="3553248" y="4776379"/>
                  </a:moveTo>
                  <a:lnTo>
                    <a:pt x="3537090" y="4748393"/>
                  </a:lnTo>
                  <a:lnTo>
                    <a:pt x="3565082" y="4732235"/>
                  </a:lnTo>
                  <a:lnTo>
                    <a:pt x="3581241" y="4760221"/>
                  </a:lnTo>
                  <a:lnTo>
                    <a:pt x="3553248" y="4776379"/>
                  </a:lnTo>
                  <a:close/>
                </a:path>
                <a:path w="6802755" h="7098030">
                  <a:moveTo>
                    <a:pt x="3478659" y="4645414"/>
                  </a:moveTo>
                  <a:lnTo>
                    <a:pt x="3463384" y="4618950"/>
                  </a:lnTo>
                  <a:lnTo>
                    <a:pt x="3489836" y="4603675"/>
                  </a:lnTo>
                  <a:lnTo>
                    <a:pt x="3505118" y="4630139"/>
                  </a:lnTo>
                  <a:lnTo>
                    <a:pt x="3478659" y="4645414"/>
                  </a:lnTo>
                  <a:close/>
                </a:path>
                <a:path w="6802755" h="7098030">
                  <a:moveTo>
                    <a:pt x="3404171" y="4514053"/>
                  </a:moveTo>
                  <a:lnTo>
                    <a:pt x="3390069" y="4489626"/>
                  </a:lnTo>
                  <a:lnTo>
                    <a:pt x="3414495" y="4475523"/>
                  </a:lnTo>
                  <a:lnTo>
                    <a:pt x="3428598" y="4499950"/>
                  </a:lnTo>
                  <a:lnTo>
                    <a:pt x="3404171" y="4514053"/>
                  </a:lnTo>
                  <a:close/>
                </a:path>
                <a:path w="6802755" h="7098030">
                  <a:moveTo>
                    <a:pt x="3329683" y="4382679"/>
                  </a:moveTo>
                  <a:lnTo>
                    <a:pt x="3316759" y="4360290"/>
                  </a:lnTo>
                  <a:lnTo>
                    <a:pt x="3339142" y="4347366"/>
                  </a:lnTo>
                  <a:lnTo>
                    <a:pt x="3352072" y="4369755"/>
                  </a:lnTo>
                  <a:lnTo>
                    <a:pt x="3329683" y="4382679"/>
                  </a:lnTo>
                  <a:close/>
                </a:path>
                <a:path w="6802755" h="7098030">
                  <a:moveTo>
                    <a:pt x="3255087" y="4251721"/>
                  </a:moveTo>
                  <a:lnTo>
                    <a:pt x="3243046" y="4230860"/>
                  </a:lnTo>
                  <a:lnTo>
                    <a:pt x="3263907" y="4218812"/>
                  </a:lnTo>
                  <a:lnTo>
                    <a:pt x="3275954" y="4239673"/>
                  </a:lnTo>
                  <a:lnTo>
                    <a:pt x="3255087" y="4251721"/>
                  </a:lnTo>
                  <a:close/>
                </a:path>
                <a:path w="6802755" h="7098030">
                  <a:moveTo>
                    <a:pt x="3180605" y="4120353"/>
                  </a:moveTo>
                  <a:lnTo>
                    <a:pt x="3169730" y="4101524"/>
                  </a:lnTo>
                  <a:lnTo>
                    <a:pt x="3188560" y="4090655"/>
                  </a:lnTo>
                  <a:lnTo>
                    <a:pt x="3199428" y="4109485"/>
                  </a:lnTo>
                  <a:lnTo>
                    <a:pt x="3180605" y="4120353"/>
                  </a:lnTo>
                  <a:close/>
                </a:path>
                <a:path w="6802755" h="7098030">
                  <a:moveTo>
                    <a:pt x="3105903" y="3989791"/>
                  </a:moveTo>
                  <a:lnTo>
                    <a:pt x="3095621" y="3971981"/>
                  </a:lnTo>
                  <a:lnTo>
                    <a:pt x="3113425" y="3961698"/>
                  </a:lnTo>
                  <a:lnTo>
                    <a:pt x="3123708" y="3979509"/>
                  </a:lnTo>
                  <a:lnTo>
                    <a:pt x="3105903" y="3989791"/>
                  </a:lnTo>
                  <a:close/>
                </a:path>
                <a:path w="6802755" h="7098030">
                  <a:moveTo>
                    <a:pt x="3031415" y="3858430"/>
                  </a:moveTo>
                  <a:lnTo>
                    <a:pt x="3022306" y="3842651"/>
                  </a:lnTo>
                  <a:lnTo>
                    <a:pt x="3038079" y="3833541"/>
                  </a:lnTo>
                  <a:lnTo>
                    <a:pt x="3047188" y="3849320"/>
                  </a:lnTo>
                  <a:lnTo>
                    <a:pt x="3031415" y="3858430"/>
                  </a:lnTo>
                  <a:close/>
                </a:path>
                <a:path w="6802755" h="7098030">
                  <a:moveTo>
                    <a:pt x="2956820" y="3727459"/>
                  </a:moveTo>
                  <a:lnTo>
                    <a:pt x="2948593" y="3713214"/>
                  </a:lnTo>
                  <a:lnTo>
                    <a:pt x="2962838" y="3704987"/>
                  </a:lnTo>
                  <a:lnTo>
                    <a:pt x="2971065" y="3719232"/>
                  </a:lnTo>
                  <a:lnTo>
                    <a:pt x="2956820" y="3727459"/>
                  </a:lnTo>
                  <a:close/>
                </a:path>
                <a:path w="6802755" h="7098030">
                  <a:moveTo>
                    <a:pt x="2882225" y="3596494"/>
                  </a:moveTo>
                  <a:lnTo>
                    <a:pt x="2874880" y="3583771"/>
                  </a:lnTo>
                  <a:lnTo>
                    <a:pt x="2887597" y="3576426"/>
                  </a:lnTo>
                  <a:lnTo>
                    <a:pt x="2894941" y="3589149"/>
                  </a:lnTo>
                  <a:lnTo>
                    <a:pt x="2882225" y="3596494"/>
                  </a:lnTo>
                  <a:close/>
                </a:path>
                <a:path w="6802755" h="7098030">
                  <a:moveTo>
                    <a:pt x="2807629" y="3465535"/>
                  </a:moveTo>
                  <a:lnTo>
                    <a:pt x="2801167" y="3454335"/>
                  </a:lnTo>
                  <a:lnTo>
                    <a:pt x="2812356" y="3447873"/>
                  </a:lnTo>
                  <a:lnTo>
                    <a:pt x="2818824" y="3459073"/>
                  </a:lnTo>
                  <a:lnTo>
                    <a:pt x="2807629" y="3465535"/>
                  </a:lnTo>
                  <a:close/>
                </a:path>
                <a:path w="6802755" h="7098030">
                  <a:moveTo>
                    <a:pt x="2733141" y="3334168"/>
                  </a:moveTo>
                  <a:lnTo>
                    <a:pt x="2727852" y="3325005"/>
                  </a:lnTo>
                  <a:lnTo>
                    <a:pt x="2737015" y="3319716"/>
                  </a:lnTo>
                  <a:lnTo>
                    <a:pt x="2742304" y="3328879"/>
                  </a:lnTo>
                  <a:lnTo>
                    <a:pt x="2733141" y="3334168"/>
                  </a:lnTo>
                  <a:close/>
                </a:path>
                <a:path w="6802755" h="7098030">
                  <a:moveTo>
                    <a:pt x="2658440" y="3203606"/>
                  </a:moveTo>
                  <a:lnTo>
                    <a:pt x="2653737" y="3195462"/>
                  </a:lnTo>
                  <a:lnTo>
                    <a:pt x="2661881" y="3190759"/>
                  </a:lnTo>
                  <a:lnTo>
                    <a:pt x="2666584" y="3198903"/>
                  </a:lnTo>
                  <a:lnTo>
                    <a:pt x="2658440" y="3203606"/>
                  </a:lnTo>
                  <a:close/>
                </a:path>
                <a:path w="6802755" h="7098030">
                  <a:moveTo>
                    <a:pt x="2583738" y="3073044"/>
                  </a:moveTo>
                  <a:lnTo>
                    <a:pt x="2579627" y="3065919"/>
                  </a:lnTo>
                  <a:lnTo>
                    <a:pt x="2586747" y="3061808"/>
                  </a:lnTo>
                  <a:lnTo>
                    <a:pt x="2590864" y="3068933"/>
                  </a:lnTo>
                  <a:lnTo>
                    <a:pt x="2583738" y="3073044"/>
                  </a:lnTo>
                  <a:close/>
                </a:path>
                <a:path w="6802755" h="7098030">
                  <a:moveTo>
                    <a:pt x="2509036" y="2942476"/>
                  </a:moveTo>
                  <a:lnTo>
                    <a:pt x="2505512" y="2936369"/>
                  </a:lnTo>
                  <a:lnTo>
                    <a:pt x="2511613" y="2932845"/>
                  </a:lnTo>
                  <a:lnTo>
                    <a:pt x="2515143" y="2938952"/>
                  </a:lnTo>
                  <a:lnTo>
                    <a:pt x="2509036" y="2942476"/>
                  </a:lnTo>
                  <a:close/>
                </a:path>
                <a:path w="6802755" h="7098030">
                  <a:moveTo>
                    <a:pt x="2434335" y="2811914"/>
                  </a:moveTo>
                  <a:lnTo>
                    <a:pt x="2431397" y="2806826"/>
                  </a:lnTo>
                  <a:lnTo>
                    <a:pt x="2436485" y="2803888"/>
                  </a:lnTo>
                  <a:lnTo>
                    <a:pt x="2439422" y="2808976"/>
                  </a:lnTo>
                  <a:lnTo>
                    <a:pt x="2434335" y="2811914"/>
                  </a:lnTo>
                  <a:close/>
                </a:path>
                <a:path w="6802755" h="7098030">
                  <a:moveTo>
                    <a:pt x="2359633" y="2681352"/>
                  </a:moveTo>
                  <a:lnTo>
                    <a:pt x="2357281" y="2677283"/>
                  </a:lnTo>
                  <a:lnTo>
                    <a:pt x="2361351" y="2674931"/>
                  </a:lnTo>
                  <a:lnTo>
                    <a:pt x="2363702" y="2679000"/>
                  </a:lnTo>
                  <a:lnTo>
                    <a:pt x="2359633" y="2681352"/>
                  </a:lnTo>
                  <a:close/>
                </a:path>
                <a:path w="6802755" h="7098030">
                  <a:moveTo>
                    <a:pt x="2284925" y="2550790"/>
                  </a:moveTo>
                  <a:lnTo>
                    <a:pt x="2283166" y="2547740"/>
                  </a:lnTo>
                  <a:lnTo>
                    <a:pt x="2286223" y="2545975"/>
                  </a:lnTo>
                  <a:lnTo>
                    <a:pt x="2287988" y="2549025"/>
                  </a:lnTo>
                  <a:lnTo>
                    <a:pt x="2284925" y="2550790"/>
                  </a:lnTo>
                  <a:close/>
                </a:path>
                <a:path w="6802755" h="7098030">
                  <a:moveTo>
                    <a:pt x="2210230" y="2420228"/>
                  </a:moveTo>
                  <a:lnTo>
                    <a:pt x="2209057" y="2418190"/>
                  </a:lnTo>
                  <a:lnTo>
                    <a:pt x="2211083" y="2417018"/>
                  </a:lnTo>
                  <a:lnTo>
                    <a:pt x="2212262" y="2419055"/>
                  </a:lnTo>
                  <a:lnTo>
                    <a:pt x="2210230" y="2420228"/>
                  </a:lnTo>
                  <a:close/>
                </a:path>
                <a:path w="6802755" h="7098030">
                  <a:moveTo>
                    <a:pt x="2136541" y="2289079"/>
                  </a:moveTo>
                  <a:lnTo>
                    <a:pt x="2135191" y="2289079"/>
                  </a:lnTo>
                  <a:lnTo>
                    <a:pt x="2134942" y="2288647"/>
                  </a:lnTo>
                  <a:lnTo>
                    <a:pt x="2136292" y="2288647"/>
                  </a:lnTo>
                  <a:lnTo>
                    <a:pt x="2136541" y="2289079"/>
                  </a:lnTo>
                  <a:close/>
                </a:path>
                <a:path w="6802755" h="7098030">
                  <a:moveTo>
                    <a:pt x="5023131" y="7068448"/>
                  </a:moveTo>
                  <a:lnTo>
                    <a:pt x="4984057" y="7000772"/>
                  </a:lnTo>
                  <a:lnTo>
                    <a:pt x="5051740" y="6961697"/>
                  </a:lnTo>
                  <a:lnTo>
                    <a:pt x="5090814" y="7029374"/>
                  </a:lnTo>
                  <a:lnTo>
                    <a:pt x="5023131" y="7068448"/>
                  </a:lnTo>
                  <a:close/>
                </a:path>
                <a:path w="6802755" h="7098030">
                  <a:moveTo>
                    <a:pt x="4948750" y="6936678"/>
                  </a:moveTo>
                  <a:lnTo>
                    <a:pt x="4911144" y="6871548"/>
                  </a:lnTo>
                  <a:lnTo>
                    <a:pt x="4976280" y="6833943"/>
                  </a:lnTo>
                  <a:lnTo>
                    <a:pt x="5013885" y="6899073"/>
                  </a:lnTo>
                  <a:lnTo>
                    <a:pt x="4948750" y="6936678"/>
                  </a:lnTo>
                  <a:close/>
                </a:path>
                <a:path w="6802755" h="7098030">
                  <a:moveTo>
                    <a:pt x="4874261" y="6805316"/>
                  </a:moveTo>
                  <a:lnTo>
                    <a:pt x="4837835" y="6742218"/>
                  </a:lnTo>
                  <a:lnTo>
                    <a:pt x="4900933" y="6705791"/>
                  </a:lnTo>
                  <a:lnTo>
                    <a:pt x="4937360" y="6768890"/>
                  </a:lnTo>
                  <a:lnTo>
                    <a:pt x="4874261" y="6805316"/>
                  </a:lnTo>
                  <a:close/>
                </a:path>
                <a:path w="6802755" h="7098030">
                  <a:moveTo>
                    <a:pt x="4799885" y="6673546"/>
                  </a:moveTo>
                  <a:lnTo>
                    <a:pt x="4764921" y="6612995"/>
                  </a:lnTo>
                  <a:lnTo>
                    <a:pt x="4825479" y="6578031"/>
                  </a:lnTo>
                  <a:lnTo>
                    <a:pt x="4860437" y="6638588"/>
                  </a:lnTo>
                  <a:lnTo>
                    <a:pt x="4799885" y="6673546"/>
                  </a:lnTo>
                  <a:close/>
                </a:path>
                <a:path w="6802755" h="7098030">
                  <a:moveTo>
                    <a:pt x="4725403" y="6542185"/>
                  </a:moveTo>
                  <a:lnTo>
                    <a:pt x="4691618" y="6483665"/>
                  </a:lnTo>
                  <a:lnTo>
                    <a:pt x="4750132" y="6449880"/>
                  </a:lnTo>
                  <a:lnTo>
                    <a:pt x="4783917" y="6508399"/>
                  </a:lnTo>
                  <a:lnTo>
                    <a:pt x="4725403" y="6542185"/>
                  </a:lnTo>
                  <a:close/>
                </a:path>
                <a:path w="6802755" h="7098030">
                  <a:moveTo>
                    <a:pt x="4650915" y="6410817"/>
                  </a:moveTo>
                  <a:lnTo>
                    <a:pt x="4618303" y="6354335"/>
                  </a:lnTo>
                  <a:lnTo>
                    <a:pt x="4674785" y="6321722"/>
                  </a:lnTo>
                  <a:lnTo>
                    <a:pt x="4707397" y="6378205"/>
                  </a:lnTo>
                  <a:lnTo>
                    <a:pt x="4650915" y="6410817"/>
                  </a:lnTo>
                  <a:close/>
                </a:path>
                <a:path w="6802755" h="7098030">
                  <a:moveTo>
                    <a:pt x="4576421" y="6279455"/>
                  </a:moveTo>
                  <a:lnTo>
                    <a:pt x="4544987" y="6225005"/>
                  </a:lnTo>
                  <a:lnTo>
                    <a:pt x="4599437" y="6193571"/>
                  </a:lnTo>
                  <a:lnTo>
                    <a:pt x="4630871" y="6248016"/>
                  </a:lnTo>
                  <a:lnTo>
                    <a:pt x="4576421" y="6279455"/>
                  </a:lnTo>
                  <a:close/>
                </a:path>
                <a:path w="6802755" h="7098030">
                  <a:moveTo>
                    <a:pt x="4501938" y="6148088"/>
                  </a:moveTo>
                  <a:lnTo>
                    <a:pt x="4471677" y="6095675"/>
                  </a:lnTo>
                  <a:lnTo>
                    <a:pt x="4524091" y="6065414"/>
                  </a:lnTo>
                  <a:lnTo>
                    <a:pt x="4554351" y="6117827"/>
                  </a:lnTo>
                  <a:lnTo>
                    <a:pt x="4501938" y="6148088"/>
                  </a:lnTo>
                  <a:close/>
                </a:path>
                <a:path w="6802755" h="7098030">
                  <a:moveTo>
                    <a:pt x="4427562" y="6016323"/>
                  </a:moveTo>
                  <a:lnTo>
                    <a:pt x="4398770" y="5966451"/>
                  </a:lnTo>
                  <a:lnTo>
                    <a:pt x="4448636" y="5937659"/>
                  </a:lnTo>
                  <a:lnTo>
                    <a:pt x="4477429" y="5987531"/>
                  </a:lnTo>
                  <a:lnTo>
                    <a:pt x="4427562" y="6016323"/>
                  </a:lnTo>
                  <a:close/>
                </a:path>
                <a:path w="6802755" h="7098030">
                  <a:moveTo>
                    <a:pt x="4353074" y="5884956"/>
                  </a:moveTo>
                  <a:lnTo>
                    <a:pt x="4325455" y="5837127"/>
                  </a:lnTo>
                  <a:lnTo>
                    <a:pt x="4373289" y="5809508"/>
                  </a:lnTo>
                  <a:lnTo>
                    <a:pt x="4400903" y="5857343"/>
                  </a:lnTo>
                  <a:lnTo>
                    <a:pt x="4353074" y="5884956"/>
                  </a:lnTo>
                  <a:close/>
                </a:path>
                <a:path w="6802755" h="7098030">
                  <a:moveTo>
                    <a:pt x="4278693" y="5753192"/>
                  </a:moveTo>
                  <a:lnTo>
                    <a:pt x="4252542" y="5707898"/>
                  </a:lnTo>
                  <a:lnTo>
                    <a:pt x="4297829" y="5681754"/>
                  </a:lnTo>
                  <a:lnTo>
                    <a:pt x="4323980" y="5727042"/>
                  </a:lnTo>
                  <a:lnTo>
                    <a:pt x="4278693" y="5753192"/>
                  </a:lnTo>
                  <a:close/>
                </a:path>
                <a:path w="6802755" h="7098030">
                  <a:moveTo>
                    <a:pt x="4204310" y="5621422"/>
                  </a:moveTo>
                  <a:lnTo>
                    <a:pt x="4179635" y="5578675"/>
                  </a:lnTo>
                  <a:lnTo>
                    <a:pt x="4222376" y="5553999"/>
                  </a:lnTo>
                  <a:lnTo>
                    <a:pt x="4247057" y="5596740"/>
                  </a:lnTo>
                  <a:lnTo>
                    <a:pt x="4204310" y="5621422"/>
                  </a:lnTo>
                  <a:close/>
                </a:path>
                <a:path w="6802755" h="7098030">
                  <a:moveTo>
                    <a:pt x="4129828" y="5490054"/>
                  </a:moveTo>
                  <a:lnTo>
                    <a:pt x="4106325" y="5449345"/>
                  </a:lnTo>
                  <a:lnTo>
                    <a:pt x="4147035" y="5425842"/>
                  </a:lnTo>
                  <a:lnTo>
                    <a:pt x="4170537" y="5466551"/>
                  </a:lnTo>
                  <a:lnTo>
                    <a:pt x="4129828" y="5490054"/>
                  </a:lnTo>
                  <a:close/>
                </a:path>
                <a:path w="6802755" h="7098030">
                  <a:moveTo>
                    <a:pt x="4055340" y="5358692"/>
                  </a:moveTo>
                  <a:lnTo>
                    <a:pt x="4033010" y="5320015"/>
                  </a:lnTo>
                  <a:lnTo>
                    <a:pt x="4071681" y="5297685"/>
                  </a:lnTo>
                  <a:lnTo>
                    <a:pt x="4094011" y="5336362"/>
                  </a:lnTo>
                  <a:lnTo>
                    <a:pt x="4055340" y="5358692"/>
                  </a:lnTo>
                  <a:close/>
                </a:path>
                <a:path w="6802755" h="7098030">
                  <a:moveTo>
                    <a:pt x="3980744" y="5227722"/>
                  </a:moveTo>
                  <a:lnTo>
                    <a:pt x="3959297" y="5190578"/>
                  </a:lnTo>
                  <a:lnTo>
                    <a:pt x="3996446" y="5169131"/>
                  </a:lnTo>
                  <a:lnTo>
                    <a:pt x="4017894" y="5206274"/>
                  </a:lnTo>
                  <a:lnTo>
                    <a:pt x="3980744" y="5227722"/>
                  </a:lnTo>
                  <a:close/>
                </a:path>
                <a:path w="6802755" h="7098030">
                  <a:moveTo>
                    <a:pt x="3906256" y="5096360"/>
                  </a:moveTo>
                  <a:lnTo>
                    <a:pt x="3885981" y="5061248"/>
                  </a:lnTo>
                  <a:lnTo>
                    <a:pt x="3921093" y="5040979"/>
                  </a:lnTo>
                  <a:lnTo>
                    <a:pt x="3941368" y="5076091"/>
                  </a:lnTo>
                  <a:lnTo>
                    <a:pt x="3906256" y="5096360"/>
                  </a:lnTo>
                  <a:close/>
                </a:path>
                <a:path w="6802755" h="7098030">
                  <a:moveTo>
                    <a:pt x="3831774" y="4964992"/>
                  </a:moveTo>
                  <a:lnTo>
                    <a:pt x="3812678" y="4931918"/>
                  </a:lnTo>
                  <a:lnTo>
                    <a:pt x="3845752" y="4912822"/>
                  </a:lnTo>
                  <a:lnTo>
                    <a:pt x="3864848" y="4945896"/>
                  </a:lnTo>
                  <a:lnTo>
                    <a:pt x="3831774" y="4964992"/>
                  </a:lnTo>
                  <a:close/>
                </a:path>
                <a:path w="6802755" h="7098030">
                  <a:moveTo>
                    <a:pt x="3757285" y="4833630"/>
                  </a:moveTo>
                  <a:lnTo>
                    <a:pt x="3739362" y="4802588"/>
                  </a:lnTo>
                  <a:lnTo>
                    <a:pt x="3770399" y="4784665"/>
                  </a:lnTo>
                  <a:lnTo>
                    <a:pt x="3788323" y="4815707"/>
                  </a:lnTo>
                  <a:lnTo>
                    <a:pt x="3757285" y="4833630"/>
                  </a:lnTo>
                  <a:close/>
                </a:path>
                <a:path w="6802755" h="7098030">
                  <a:moveTo>
                    <a:pt x="3682904" y="4701860"/>
                  </a:moveTo>
                  <a:lnTo>
                    <a:pt x="3666456" y="4673371"/>
                  </a:lnTo>
                  <a:lnTo>
                    <a:pt x="3694945" y="4656916"/>
                  </a:lnTo>
                  <a:lnTo>
                    <a:pt x="3711400" y="4685412"/>
                  </a:lnTo>
                  <a:lnTo>
                    <a:pt x="3682904" y="4701860"/>
                  </a:lnTo>
                  <a:close/>
                </a:path>
                <a:path w="6802755" h="7098030">
                  <a:moveTo>
                    <a:pt x="3608204" y="4571299"/>
                  </a:moveTo>
                  <a:lnTo>
                    <a:pt x="3592334" y="4543822"/>
                  </a:lnTo>
                  <a:lnTo>
                    <a:pt x="3619817" y="4527954"/>
                  </a:lnTo>
                  <a:lnTo>
                    <a:pt x="3635679" y="4555437"/>
                  </a:lnTo>
                  <a:lnTo>
                    <a:pt x="3608204" y="4571299"/>
                  </a:lnTo>
                  <a:close/>
                </a:path>
                <a:path w="6802755" h="7098030">
                  <a:moveTo>
                    <a:pt x="3533720" y="4439931"/>
                  </a:moveTo>
                  <a:lnTo>
                    <a:pt x="3519030" y="4414491"/>
                  </a:lnTo>
                  <a:lnTo>
                    <a:pt x="3544470" y="4399802"/>
                  </a:lnTo>
                  <a:lnTo>
                    <a:pt x="3559159" y="4425242"/>
                  </a:lnTo>
                  <a:lnTo>
                    <a:pt x="3533720" y="4439931"/>
                  </a:lnTo>
                  <a:close/>
                </a:path>
                <a:path w="6802755" h="7098030">
                  <a:moveTo>
                    <a:pt x="3459338" y="4308167"/>
                  </a:moveTo>
                  <a:lnTo>
                    <a:pt x="3446117" y="4285268"/>
                  </a:lnTo>
                  <a:lnTo>
                    <a:pt x="3469016" y="4272048"/>
                  </a:lnTo>
                  <a:lnTo>
                    <a:pt x="3482236" y="4294946"/>
                  </a:lnTo>
                  <a:lnTo>
                    <a:pt x="3459338" y="4308167"/>
                  </a:lnTo>
                  <a:close/>
                </a:path>
                <a:path w="6802755" h="7098030">
                  <a:moveTo>
                    <a:pt x="3384742" y="4177196"/>
                  </a:moveTo>
                  <a:lnTo>
                    <a:pt x="3372405" y="4155831"/>
                  </a:lnTo>
                  <a:lnTo>
                    <a:pt x="3393775" y="4143494"/>
                  </a:lnTo>
                  <a:lnTo>
                    <a:pt x="3406113" y="4164858"/>
                  </a:lnTo>
                  <a:lnTo>
                    <a:pt x="3384742" y="4177196"/>
                  </a:lnTo>
                  <a:close/>
                </a:path>
                <a:path w="6802755" h="7098030">
                  <a:moveTo>
                    <a:pt x="3310147" y="4046237"/>
                  </a:moveTo>
                  <a:lnTo>
                    <a:pt x="3298686" y="4026395"/>
                  </a:lnTo>
                  <a:lnTo>
                    <a:pt x="3318534" y="4014934"/>
                  </a:lnTo>
                  <a:lnTo>
                    <a:pt x="3329989" y="4034782"/>
                  </a:lnTo>
                  <a:lnTo>
                    <a:pt x="3310147" y="4046237"/>
                  </a:lnTo>
                  <a:close/>
                </a:path>
                <a:path w="6802755" h="7098030">
                  <a:moveTo>
                    <a:pt x="3235551" y="3915272"/>
                  </a:moveTo>
                  <a:lnTo>
                    <a:pt x="3224973" y="3896953"/>
                  </a:lnTo>
                  <a:lnTo>
                    <a:pt x="3243293" y="3886380"/>
                  </a:lnTo>
                  <a:lnTo>
                    <a:pt x="3253865" y="3904700"/>
                  </a:lnTo>
                  <a:lnTo>
                    <a:pt x="3235551" y="3915272"/>
                  </a:lnTo>
                  <a:close/>
                </a:path>
                <a:path w="6802755" h="7098030">
                  <a:moveTo>
                    <a:pt x="3161064" y="3783905"/>
                  </a:moveTo>
                  <a:lnTo>
                    <a:pt x="3151664" y="3767622"/>
                  </a:lnTo>
                  <a:lnTo>
                    <a:pt x="3167946" y="3758222"/>
                  </a:lnTo>
                  <a:lnTo>
                    <a:pt x="3177346" y="3774505"/>
                  </a:lnTo>
                  <a:lnTo>
                    <a:pt x="3161064" y="3783905"/>
                  </a:lnTo>
                  <a:close/>
                </a:path>
                <a:path w="6802755" h="7098030">
                  <a:moveTo>
                    <a:pt x="3086468" y="3652946"/>
                  </a:moveTo>
                  <a:lnTo>
                    <a:pt x="3077951" y="3638192"/>
                  </a:lnTo>
                  <a:lnTo>
                    <a:pt x="3092706" y="3629669"/>
                  </a:lnTo>
                  <a:lnTo>
                    <a:pt x="3101229" y="3644429"/>
                  </a:lnTo>
                  <a:lnTo>
                    <a:pt x="3086468" y="3652946"/>
                  </a:lnTo>
                  <a:close/>
                </a:path>
                <a:path w="6802755" h="7098030">
                  <a:moveTo>
                    <a:pt x="3011875" y="3521981"/>
                  </a:moveTo>
                  <a:lnTo>
                    <a:pt x="3004239" y="3508749"/>
                  </a:lnTo>
                  <a:lnTo>
                    <a:pt x="3017465" y="3501115"/>
                  </a:lnTo>
                  <a:lnTo>
                    <a:pt x="3025106" y="3514341"/>
                  </a:lnTo>
                  <a:lnTo>
                    <a:pt x="3011875" y="3521981"/>
                  </a:lnTo>
                  <a:close/>
                </a:path>
                <a:path w="6802755" h="7098030">
                  <a:moveTo>
                    <a:pt x="2937278" y="3391011"/>
                  </a:moveTo>
                  <a:lnTo>
                    <a:pt x="2930525" y="3379313"/>
                  </a:lnTo>
                  <a:lnTo>
                    <a:pt x="2942229" y="3372554"/>
                  </a:lnTo>
                  <a:lnTo>
                    <a:pt x="2948982" y="3384252"/>
                  </a:lnTo>
                  <a:lnTo>
                    <a:pt x="2937278" y="3391011"/>
                  </a:lnTo>
                  <a:close/>
                </a:path>
                <a:path w="6802755" h="7098030">
                  <a:moveTo>
                    <a:pt x="2862790" y="3259649"/>
                  </a:moveTo>
                  <a:lnTo>
                    <a:pt x="2857210" y="3249982"/>
                  </a:lnTo>
                  <a:lnTo>
                    <a:pt x="2866877" y="3244397"/>
                  </a:lnTo>
                  <a:lnTo>
                    <a:pt x="2872462" y="3254069"/>
                  </a:lnTo>
                  <a:lnTo>
                    <a:pt x="2862790" y="3259649"/>
                  </a:lnTo>
                  <a:close/>
                </a:path>
                <a:path w="6802755" h="7098030">
                  <a:moveTo>
                    <a:pt x="2788094" y="3129087"/>
                  </a:moveTo>
                  <a:lnTo>
                    <a:pt x="2783101" y="3120433"/>
                  </a:lnTo>
                  <a:lnTo>
                    <a:pt x="2791748" y="3115440"/>
                  </a:lnTo>
                  <a:lnTo>
                    <a:pt x="2796741" y="3124094"/>
                  </a:lnTo>
                  <a:lnTo>
                    <a:pt x="2788094" y="3129087"/>
                  </a:lnTo>
                  <a:close/>
                </a:path>
                <a:path w="6802755" h="7098030">
                  <a:moveTo>
                    <a:pt x="2713392" y="2998519"/>
                  </a:moveTo>
                  <a:lnTo>
                    <a:pt x="2708985" y="2990890"/>
                  </a:lnTo>
                  <a:lnTo>
                    <a:pt x="2716614" y="2986484"/>
                  </a:lnTo>
                  <a:lnTo>
                    <a:pt x="2721021" y="2994113"/>
                  </a:lnTo>
                  <a:lnTo>
                    <a:pt x="2713392" y="2998519"/>
                  </a:lnTo>
                  <a:close/>
                </a:path>
                <a:path w="6802755" h="7098030">
                  <a:moveTo>
                    <a:pt x="2638685" y="2867957"/>
                  </a:moveTo>
                  <a:lnTo>
                    <a:pt x="2634870" y="2861347"/>
                  </a:lnTo>
                  <a:lnTo>
                    <a:pt x="2641486" y="2857527"/>
                  </a:lnTo>
                  <a:lnTo>
                    <a:pt x="2645301" y="2864137"/>
                  </a:lnTo>
                  <a:lnTo>
                    <a:pt x="2638685" y="2867957"/>
                  </a:lnTo>
                  <a:close/>
                </a:path>
                <a:path w="6802755" h="7098030">
                  <a:moveTo>
                    <a:pt x="2564096" y="2736998"/>
                  </a:moveTo>
                  <a:lnTo>
                    <a:pt x="2561158" y="2731911"/>
                  </a:lnTo>
                  <a:lnTo>
                    <a:pt x="2566246" y="2728973"/>
                  </a:lnTo>
                  <a:lnTo>
                    <a:pt x="2569183" y="2734061"/>
                  </a:lnTo>
                  <a:lnTo>
                    <a:pt x="2564096" y="2736998"/>
                  </a:lnTo>
                  <a:close/>
                </a:path>
                <a:path w="6802755" h="7098030">
                  <a:moveTo>
                    <a:pt x="2489394" y="2606436"/>
                  </a:moveTo>
                  <a:lnTo>
                    <a:pt x="2487042" y="2602361"/>
                  </a:lnTo>
                  <a:lnTo>
                    <a:pt x="2491111" y="2600010"/>
                  </a:lnTo>
                  <a:lnTo>
                    <a:pt x="2493463" y="2604085"/>
                  </a:lnTo>
                  <a:lnTo>
                    <a:pt x="2489394" y="2606436"/>
                  </a:lnTo>
                  <a:close/>
                </a:path>
                <a:path w="6802755" h="7098030">
                  <a:moveTo>
                    <a:pt x="2414686" y="2475874"/>
                  </a:moveTo>
                  <a:lnTo>
                    <a:pt x="2412927" y="2472818"/>
                  </a:lnTo>
                  <a:lnTo>
                    <a:pt x="2415977" y="2471059"/>
                  </a:lnTo>
                  <a:lnTo>
                    <a:pt x="2417743" y="2474109"/>
                  </a:lnTo>
                  <a:lnTo>
                    <a:pt x="2414686" y="2475874"/>
                  </a:lnTo>
                  <a:close/>
                </a:path>
                <a:path w="6802755" h="7098030">
                  <a:moveTo>
                    <a:pt x="2339985" y="2345312"/>
                  </a:moveTo>
                  <a:lnTo>
                    <a:pt x="2338812" y="2343275"/>
                  </a:lnTo>
                  <a:lnTo>
                    <a:pt x="2340844" y="2342096"/>
                  </a:lnTo>
                  <a:lnTo>
                    <a:pt x="2342023" y="2344133"/>
                  </a:lnTo>
                  <a:lnTo>
                    <a:pt x="2339985" y="2345312"/>
                  </a:lnTo>
                  <a:close/>
                </a:path>
                <a:path w="6802755" h="7098030">
                  <a:moveTo>
                    <a:pt x="2265177" y="2215147"/>
                  </a:moveTo>
                  <a:lnTo>
                    <a:pt x="2264294" y="2213619"/>
                  </a:lnTo>
                  <a:lnTo>
                    <a:pt x="2265822" y="2212736"/>
                  </a:lnTo>
                  <a:lnTo>
                    <a:pt x="2266705" y="2214265"/>
                  </a:lnTo>
                  <a:lnTo>
                    <a:pt x="2265177" y="2215147"/>
                  </a:lnTo>
                  <a:close/>
                </a:path>
                <a:path w="6802755" h="7098030">
                  <a:moveTo>
                    <a:pt x="5263966" y="7098006"/>
                  </a:moveTo>
                  <a:lnTo>
                    <a:pt x="5217616" y="7098006"/>
                  </a:lnTo>
                  <a:lnTo>
                    <a:pt x="5193951" y="7057016"/>
                  </a:lnTo>
                  <a:lnTo>
                    <a:pt x="5255017" y="7021756"/>
                  </a:lnTo>
                  <a:lnTo>
                    <a:pt x="5290271" y="7082817"/>
                  </a:lnTo>
                  <a:lnTo>
                    <a:pt x="5263966" y="7098006"/>
                  </a:lnTo>
                  <a:close/>
                </a:path>
                <a:path w="6802755" h="7098030">
                  <a:moveTo>
                    <a:pt x="5152673" y="6994333"/>
                  </a:moveTo>
                  <a:lnTo>
                    <a:pt x="5113012" y="6925637"/>
                  </a:lnTo>
                  <a:lnTo>
                    <a:pt x="5181714" y="6885976"/>
                  </a:lnTo>
                  <a:lnTo>
                    <a:pt x="5221375" y="6954672"/>
                  </a:lnTo>
                  <a:lnTo>
                    <a:pt x="5152673" y="6994333"/>
                  </a:lnTo>
                  <a:close/>
                </a:path>
                <a:path w="6802755" h="7098030">
                  <a:moveTo>
                    <a:pt x="5077977" y="6863771"/>
                  </a:moveTo>
                  <a:lnTo>
                    <a:pt x="5038903" y="6796088"/>
                  </a:lnTo>
                  <a:lnTo>
                    <a:pt x="5106579" y="6757014"/>
                  </a:lnTo>
                  <a:lnTo>
                    <a:pt x="5145654" y="6824697"/>
                  </a:lnTo>
                  <a:lnTo>
                    <a:pt x="5077977" y="6863771"/>
                  </a:lnTo>
                  <a:close/>
                </a:path>
                <a:path w="6802755" h="7098030">
                  <a:moveTo>
                    <a:pt x="5003595" y="6732001"/>
                  </a:moveTo>
                  <a:lnTo>
                    <a:pt x="4965990" y="6666871"/>
                  </a:lnTo>
                  <a:lnTo>
                    <a:pt x="5031125" y="6629265"/>
                  </a:lnTo>
                  <a:lnTo>
                    <a:pt x="5068731" y="6694395"/>
                  </a:lnTo>
                  <a:lnTo>
                    <a:pt x="5003595" y="6732001"/>
                  </a:lnTo>
                  <a:close/>
                </a:path>
                <a:path w="6802755" h="7098030">
                  <a:moveTo>
                    <a:pt x="4929219" y="6600236"/>
                  </a:moveTo>
                  <a:lnTo>
                    <a:pt x="4893083" y="6537647"/>
                  </a:lnTo>
                  <a:lnTo>
                    <a:pt x="4955672" y="6501511"/>
                  </a:lnTo>
                  <a:lnTo>
                    <a:pt x="4991808" y="6564100"/>
                  </a:lnTo>
                  <a:lnTo>
                    <a:pt x="4929219" y="6600236"/>
                  </a:lnTo>
                  <a:close/>
                </a:path>
                <a:path w="6802755" h="7098030">
                  <a:moveTo>
                    <a:pt x="4854837" y="6468472"/>
                  </a:moveTo>
                  <a:lnTo>
                    <a:pt x="4820170" y="6408424"/>
                  </a:lnTo>
                  <a:lnTo>
                    <a:pt x="4880217" y="6373756"/>
                  </a:lnTo>
                  <a:lnTo>
                    <a:pt x="4914885" y="6433804"/>
                  </a:lnTo>
                  <a:lnTo>
                    <a:pt x="4854837" y="6468472"/>
                  </a:lnTo>
                  <a:close/>
                </a:path>
                <a:path w="6802755" h="7098030">
                  <a:moveTo>
                    <a:pt x="4780349" y="6337104"/>
                  </a:moveTo>
                  <a:lnTo>
                    <a:pt x="4746854" y="6279094"/>
                  </a:lnTo>
                  <a:lnTo>
                    <a:pt x="4804865" y="6245605"/>
                  </a:lnTo>
                  <a:lnTo>
                    <a:pt x="4838360" y="6303616"/>
                  </a:lnTo>
                  <a:lnTo>
                    <a:pt x="4780349" y="6337104"/>
                  </a:lnTo>
                  <a:close/>
                </a:path>
                <a:path w="6802755" h="7098030">
                  <a:moveTo>
                    <a:pt x="4705862" y="6205743"/>
                  </a:moveTo>
                  <a:lnTo>
                    <a:pt x="4673539" y="6149764"/>
                  </a:lnTo>
                  <a:lnTo>
                    <a:pt x="4729517" y="6117448"/>
                  </a:lnTo>
                  <a:lnTo>
                    <a:pt x="4761840" y="6173421"/>
                  </a:lnTo>
                  <a:lnTo>
                    <a:pt x="4705862" y="6205743"/>
                  </a:lnTo>
                  <a:close/>
                </a:path>
                <a:path w="6802755" h="7098030">
                  <a:moveTo>
                    <a:pt x="4631479" y="6073973"/>
                  </a:moveTo>
                  <a:lnTo>
                    <a:pt x="4600632" y="6020547"/>
                  </a:lnTo>
                  <a:lnTo>
                    <a:pt x="4654064" y="5989693"/>
                  </a:lnTo>
                  <a:lnTo>
                    <a:pt x="4684911" y="6043125"/>
                  </a:lnTo>
                  <a:lnTo>
                    <a:pt x="4631479" y="6073973"/>
                  </a:lnTo>
                  <a:close/>
                </a:path>
                <a:path w="6802755" h="7098030">
                  <a:moveTo>
                    <a:pt x="4556997" y="5942611"/>
                  </a:moveTo>
                  <a:lnTo>
                    <a:pt x="4527322" y="5891210"/>
                  </a:lnTo>
                  <a:lnTo>
                    <a:pt x="4578716" y="5861536"/>
                  </a:lnTo>
                  <a:lnTo>
                    <a:pt x="4608391" y="5912937"/>
                  </a:lnTo>
                  <a:lnTo>
                    <a:pt x="4556997" y="5942611"/>
                  </a:lnTo>
                  <a:close/>
                </a:path>
                <a:path w="6802755" h="7098030">
                  <a:moveTo>
                    <a:pt x="4482503" y="5811238"/>
                  </a:moveTo>
                  <a:lnTo>
                    <a:pt x="4454007" y="5761881"/>
                  </a:lnTo>
                  <a:lnTo>
                    <a:pt x="4503369" y="5733385"/>
                  </a:lnTo>
                  <a:lnTo>
                    <a:pt x="4531865" y="5782742"/>
                  </a:lnTo>
                  <a:lnTo>
                    <a:pt x="4482503" y="5811238"/>
                  </a:lnTo>
                  <a:close/>
                </a:path>
                <a:path w="6802755" h="7098030">
                  <a:moveTo>
                    <a:pt x="4408127" y="5679479"/>
                  </a:moveTo>
                  <a:lnTo>
                    <a:pt x="4381100" y="5632657"/>
                  </a:lnTo>
                  <a:lnTo>
                    <a:pt x="4427916" y="5605631"/>
                  </a:lnTo>
                  <a:lnTo>
                    <a:pt x="4454942" y="5652446"/>
                  </a:lnTo>
                  <a:lnTo>
                    <a:pt x="4408127" y="5679479"/>
                  </a:lnTo>
                  <a:close/>
                </a:path>
                <a:path w="6802755" h="7098030">
                  <a:moveTo>
                    <a:pt x="4333745" y="5547709"/>
                  </a:moveTo>
                  <a:lnTo>
                    <a:pt x="4308187" y="5503434"/>
                  </a:lnTo>
                  <a:lnTo>
                    <a:pt x="4352461" y="5477876"/>
                  </a:lnTo>
                  <a:lnTo>
                    <a:pt x="4378020" y="5522145"/>
                  </a:lnTo>
                  <a:lnTo>
                    <a:pt x="4333745" y="5547709"/>
                  </a:lnTo>
                  <a:close/>
                </a:path>
                <a:path w="6802755" h="7098030">
                  <a:moveTo>
                    <a:pt x="4259262" y="5416341"/>
                  </a:moveTo>
                  <a:lnTo>
                    <a:pt x="4234877" y="5374104"/>
                  </a:lnTo>
                  <a:lnTo>
                    <a:pt x="4277108" y="5349725"/>
                  </a:lnTo>
                  <a:lnTo>
                    <a:pt x="4301494" y="5391962"/>
                  </a:lnTo>
                  <a:lnTo>
                    <a:pt x="4259262" y="5416341"/>
                  </a:lnTo>
                  <a:close/>
                </a:path>
                <a:path w="6802755" h="7098030">
                  <a:moveTo>
                    <a:pt x="4184887" y="5284577"/>
                  </a:moveTo>
                  <a:lnTo>
                    <a:pt x="4161970" y="5244881"/>
                  </a:lnTo>
                  <a:lnTo>
                    <a:pt x="4201654" y="5221971"/>
                  </a:lnTo>
                  <a:lnTo>
                    <a:pt x="4224571" y="5261661"/>
                  </a:lnTo>
                  <a:lnTo>
                    <a:pt x="4184887" y="5284577"/>
                  </a:lnTo>
                  <a:close/>
                </a:path>
                <a:path w="6802755" h="7098030">
                  <a:moveTo>
                    <a:pt x="4110285" y="5153612"/>
                  </a:moveTo>
                  <a:lnTo>
                    <a:pt x="4088251" y="5115444"/>
                  </a:lnTo>
                  <a:lnTo>
                    <a:pt x="4126420" y="5093410"/>
                  </a:lnTo>
                  <a:lnTo>
                    <a:pt x="4148454" y="5131572"/>
                  </a:lnTo>
                  <a:lnTo>
                    <a:pt x="4110285" y="5153612"/>
                  </a:lnTo>
                  <a:close/>
                </a:path>
                <a:path w="6802755" h="7098030">
                  <a:moveTo>
                    <a:pt x="4035803" y="5022245"/>
                  </a:moveTo>
                  <a:lnTo>
                    <a:pt x="4014942" y="4986114"/>
                  </a:lnTo>
                  <a:lnTo>
                    <a:pt x="4051067" y="4965259"/>
                  </a:lnTo>
                  <a:lnTo>
                    <a:pt x="4071928" y="5001384"/>
                  </a:lnTo>
                  <a:lnTo>
                    <a:pt x="4035803" y="5022245"/>
                  </a:lnTo>
                  <a:close/>
                </a:path>
                <a:path w="6802755" h="7098030">
                  <a:moveTo>
                    <a:pt x="3961421" y="4890474"/>
                  </a:moveTo>
                  <a:lnTo>
                    <a:pt x="3942029" y="4856891"/>
                  </a:lnTo>
                  <a:lnTo>
                    <a:pt x="3975613" y="4837504"/>
                  </a:lnTo>
                  <a:lnTo>
                    <a:pt x="3995005" y="4871088"/>
                  </a:lnTo>
                  <a:lnTo>
                    <a:pt x="3961421" y="4890474"/>
                  </a:lnTo>
                  <a:close/>
                </a:path>
                <a:path w="6802755" h="7098030">
                  <a:moveTo>
                    <a:pt x="3886826" y="4759516"/>
                  </a:moveTo>
                  <a:lnTo>
                    <a:pt x="3868316" y="4727454"/>
                  </a:lnTo>
                  <a:lnTo>
                    <a:pt x="3900372" y="4708951"/>
                  </a:lnTo>
                  <a:lnTo>
                    <a:pt x="3918881" y="4741006"/>
                  </a:lnTo>
                  <a:lnTo>
                    <a:pt x="3886826" y="4759516"/>
                  </a:lnTo>
                  <a:close/>
                </a:path>
                <a:path w="6802755" h="7098030">
                  <a:moveTo>
                    <a:pt x="3812450" y="4627746"/>
                  </a:moveTo>
                  <a:lnTo>
                    <a:pt x="3795409" y="4598231"/>
                  </a:lnTo>
                  <a:lnTo>
                    <a:pt x="3824918" y="4581191"/>
                  </a:lnTo>
                  <a:lnTo>
                    <a:pt x="3841959" y="4610711"/>
                  </a:lnTo>
                  <a:lnTo>
                    <a:pt x="3812450" y="4627746"/>
                  </a:lnTo>
                  <a:close/>
                </a:path>
                <a:path w="6802755" h="7098030">
                  <a:moveTo>
                    <a:pt x="3737849" y="4496787"/>
                  </a:moveTo>
                  <a:lnTo>
                    <a:pt x="3721690" y="4468795"/>
                  </a:lnTo>
                  <a:lnTo>
                    <a:pt x="3749683" y="4452637"/>
                  </a:lnTo>
                  <a:lnTo>
                    <a:pt x="3765841" y="4480629"/>
                  </a:lnTo>
                  <a:lnTo>
                    <a:pt x="3737849" y="4496787"/>
                  </a:lnTo>
                  <a:close/>
                </a:path>
                <a:path w="6802755" h="7098030">
                  <a:moveTo>
                    <a:pt x="3663366" y="4365414"/>
                  </a:moveTo>
                  <a:lnTo>
                    <a:pt x="3648381" y="4339465"/>
                  </a:lnTo>
                  <a:lnTo>
                    <a:pt x="3674330" y="4324486"/>
                  </a:lnTo>
                  <a:lnTo>
                    <a:pt x="3689315" y="4350434"/>
                  </a:lnTo>
                  <a:lnTo>
                    <a:pt x="3663366" y="4365414"/>
                  </a:lnTo>
                  <a:close/>
                </a:path>
                <a:path w="6802755" h="7098030">
                  <a:moveTo>
                    <a:pt x="3588878" y="4234052"/>
                  </a:moveTo>
                  <a:lnTo>
                    <a:pt x="3575072" y="4210141"/>
                  </a:lnTo>
                  <a:lnTo>
                    <a:pt x="3598989" y="4196328"/>
                  </a:lnTo>
                  <a:lnTo>
                    <a:pt x="3612795" y="4220245"/>
                  </a:lnTo>
                  <a:lnTo>
                    <a:pt x="3588878" y="4234052"/>
                  </a:lnTo>
                  <a:close/>
                </a:path>
                <a:path w="6802755" h="7098030">
                  <a:moveTo>
                    <a:pt x="3514390" y="4102685"/>
                  </a:moveTo>
                  <a:lnTo>
                    <a:pt x="3501756" y="4080805"/>
                  </a:lnTo>
                  <a:lnTo>
                    <a:pt x="3523636" y="4068171"/>
                  </a:lnTo>
                  <a:lnTo>
                    <a:pt x="3536270" y="4090056"/>
                  </a:lnTo>
                  <a:lnTo>
                    <a:pt x="3514390" y="4102685"/>
                  </a:lnTo>
                  <a:close/>
                </a:path>
                <a:path w="6802755" h="7098030">
                  <a:moveTo>
                    <a:pt x="3439794" y="3971720"/>
                  </a:moveTo>
                  <a:lnTo>
                    <a:pt x="3428043" y="3951368"/>
                  </a:lnTo>
                  <a:lnTo>
                    <a:pt x="3448401" y="3939611"/>
                  </a:lnTo>
                  <a:lnTo>
                    <a:pt x="3460152" y="3959968"/>
                  </a:lnTo>
                  <a:lnTo>
                    <a:pt x="3439794" y="3971720"/>
                  </a:lnTo>
                  <a:close/>
                </a:path>
                <a:path w="6802755" h="7098030">
                  <a:moveTo>
                    <a:pt x="3365199" y="3840761"/>
                  </a:moveTo>
                  <a:lnTo>
                    <a:pt x="3354331" y="3821932"/>
                  </a:lnTo>
                  <a:lnTo>
                    <a:pt x="3373160" y="3811057"/>
                  </a:lnTo>
                  <a:lnTo>
                    <a:pt x="3384029" y="3829886"/>
                  </a:lnTo>
                  <a:lnTo>
                    <a:pt x="3365199" y="3840761"/>
                  </a:lnTo>
                  <a:close/>
                </a:path>
                <a:path w="6802755" h="7098030">
                  <a:moveTo>
                    <a:pt x="3290604" y="3709790"/>
                  </a:moveTo>
                  <a:lnTo>
                    <a:pt x="3280618" y="3692489"/>
                  </a:lnTo>
                  <a:lnTo>
                    <a:pt x="3297919" y="3682503"/>
                  </a:lnTo>
                  <a:lnTo>
                    <a:pt x="3307905" y="3699804"/>
                  </a:lnTo>
                  <a:lnTo>
                    <a:pt x="3290604" y="3709790"/>
                  </a:lnTo>
                  <a:close/>
                </a:path>
                <a:path w="6802755" h="7098030">
                  <a:moveTo>
                    <a:pt x="3216117" y="3578429"/>
                  </a:moveTo>
                  <a:lnTo>
                    <a:pt x="3207302" y="3563165"/>
                  </a:lnTo>
                  <a:lnTo>
                    <a:pt x="3222572" y="3554346"/>
                  </a:lnTo>
                  <a:lnTo>
                    <a:pt x="3231386" y="3569616"/>
                  </a:lnTo>
                  <a:lnTo>
                    <a:pt x="3216117" y="3578429"/>
                  </a:lnTo>
                  <a:close/>
                </a:path>
                <a:path w="6802755" h="7098030">
                  <a:moveTo>
                    <a:pt x="3141527" y="3447470"/>
                  </a:moveTo>
                  <a:lnTo>
                    <a:pt x="3133590" y="3433728"/>
                  </a:lnTo>
                  <a:lnTo>
                    <a:pt x="3147331" y="3425791"/>
                  </a:lnTo>
                  <a:lnTo>
                    <a:pt x="3155269" y="3439533"/>
                  </a:lnTo>
                  <a:lnTo>
                    <a:pt x="3141527" y="3447470"/>
                  </a:lnTo>
                  <a:close/>
                </a:path>
                <a:path w="6802755" h="7098030">
                  <a:moveTo>
                    <a:pt x="3066932" y="3316499"/>
                  </a:moveTo>
                  <a:lnTo>
                    <a:pt x="3059877" y="3304286"/>
                  </a:lnTo>
                  <a:lnTo>
                    <a:pt x="3072091" y="3297237"/>
                  </a:lnTo>
                  <a:lnTo>
                    <a:pt x="3079145" y="3309451"/>
                  </a:lnTo>
                  <a:lnTo>
                    <a:pt x="3066932" y="3316499"/>
                  </a:lnTo>
                  <a:close/>
                </a:path>
                <a:path w="6802755" h="7098030">
                  <a:moveTo>
                    <a:pt x="2992449" y="3185132"/>
                  </a:moveTo>
                  <a:lnTo>
                    <a:pt x="2986574" y="3174956"/>
                  </a:lnTo>
                  <a:lnTo>
                    <a:pt x="2996749" y="3169081"/>
                  </a:lnTo>
                  <a:lnTo>
                    <a:pt x="3002625" y="3179256"/>
                  </a:lnTo>
                  <a:lnTo>
                    <a:pt x="2992449" y="3185132"/>
                  </a:lnTo>
                  <a:close/>
                </a:path>
                <a:path w="6802755" h="7098030">
                  <a:moveTo>
                    <a:pt x="2917742" y="3054570"/>
                  </a:moveTo>
                  <a:lnTo>
                    <a:pt x="2912453" y="3045413"/>
                  </a:lnTo>
                  <a:lnTo>
                    <a:pt x="2921610" y="3040123"/>
                  </a:lnTo>
                  <a:lnTo>
                    <a:pt x="2926899" y="3049286"/>
                  </a:lnTo>
                  <a:lnTo>
                    <a:pt x="2917742" y="3054570"/>
                  </a:lnTo>
                  <a:close/>
                </a:path>
                <a:path w="6802755" h="7098030">
                  <a:moveTo>
                    <a:pt x="2843040" y="2924008"/>
                  </a:moveTo>
                  <a:lnTo>
                    <a:pt x="2838343" y="2915869"/>
                  </a:lnTo>
                  <a:lnTo>
                    <a:pt x="2846482" y="2911166"/>
                  </a:lnTo>
                  <a:lnTo>
                    <a:pt x="2851178" y="2919311"/>
                  </a:lnTo>
                  <a:lnTo>
                    <a:pt x="2843040" y="2924008"/>
                  </a:lnTo>
                  <a:close/>
                </a:path>
                <a:path w="6802755" h="7098030">
                  <a:moveTo>
                    <a:pt x="2768339" y="2793446"/>
                  </a:moveTo>
                  <a:lnTo>
                    <a:pt x="2764222" y="2786320"/>
                  </a:lnTo>
                  <a:lnTo>
                    <a:pt x="2771347" y="2782210"/>
                  </a:lnTo>
                  <a:lnTo>
                    <a:pt x="2775464" y="2789335"/>
                  </a:lnTo>
                  <a:lnTo>
                    <a:pt x="2768339" y="2793446"/>
                  </a:lnTo>
                  <a:close/>
                </a:path>
                <a:path w="6802755" h="7098030">
                  <a:moveTo>
                    <a:pt x="2693743" y="2662481"/>
                  </a:moveTo>
                  <a:lnTo>
                    <a:pt x="2690509" y="2656884"/>
                  </a:lnTo>
                  <a:lnTo>
                    <a:pt x="2696107" y="2653650"/>
                  </a:lnTo>
                  <a:lnTo>
                    <a:pt x="2699341" y="2659247"/>
                  </a:lnTo>
                  <a:lnTo>
                    <a:pt x="2693743" y="2662481"/>
                  </a:lnTo>
                  <a:close/>
                </a:path>
                <a:path w="6802755" h="7098030">
                  <a:moveTo>
                    <a:pt x="2619042" y="2531919"/>
                  </a:moveTo>
                  <a:lnTo>
                    <a:pt x="2616400" y="2527340"/>
                  </a:lnTo>
                  <a:lnTo>
                    <a:pt x="2620979" y="2524699"/>
                  </a:lnTo>
                  <a:lnTo>
                    <a:pt x="2623620" y="2529271"/>
                  </a:lnTo>
                  <a:lnTo>
                    <a:pt x="2619042" y="2531919"/>
                  </a:lnTo>
                  <a:close/>
                </a:path>
                <a:path w="6802755" h="7098030">
                  <a:moveTo>
                    <a:pt x="2544334" y="2401357"/>
                  </a:moveTo>
                  <a:lnTo>
                    <a:pt x="2542279" y="2397797"/>
                  </a:lnTo>
                  <a:lnTo>
                    <a:pt x="2545845" y="2395736"/>
                  </a:lnTo>
                  <a:lnTo>
                    <a:pt x="2547900" y="2399296"/>
                  </a:lnTo>
                  <a:lnTo>
                    <a:pt x="2544334" y="2401357"/>
                  </a:lnTo>
                  <a:close/>
                </a:path>
                <a:path w="6802755" h="7098030">
                  <a:moveTo>
                    <a:pt x="2469639" y="2270789"/>
                  </a:moveTo>
                  <a:lnTo>
                    <a:pt x="2468170" y="2268248"/>
                  </a:lnTo>
                  <a:lnTo>
                    <a:pt x="2470711" y="2266779"/>
                  </a:lnTo>
                  <a:lnTo>
                    <a:pt x="2472180" y="2269320"/>
                  </a:lnTo>
                  <a:lnTo>
                    <a:pt x="2469639" y="2270789"/>
                  </a:lnTo>
                  <a:close/>
                </a:path>
                <a:path w="6802755" h="7098030">
                  <a:moveTo>
                    <a:pt x="2394937" y="2140233"/>
                  </a:moveTo>
                  <a:lnTo>
                    <a:pt x="2394054" y="2138705"/>
                  </a:lnTo>
                  <a:lnTo>
                    <a:pt x="2395576" y="2137822"/>
                  </a:lnTo>
                  <a:lnTo>
                    <a:pt x="2396459" y="2139350"/>
                  </a:lnTo>
                  <a:lnTo>
                    <a:pt x="2394937" y="2140233"/>
                  </a:lnTo>
                  <a:close/>
                </a:path>
                <a:path w="6802755" h="7098030">
                  <a:moveTo>
                    <a:pt x="5356490" y="7052391"/>
                  </a:moveTo>
                  <a:lnTo>
                    <a:pt x="5314478" y="6979620"/>
                  </a:lnTo>
                  <a:lnTo>
                    <a:pt x="5387243" y="6937608"/>
                  </a:lnTo>
                  <a:lnTo>
                    <a:pt x="5429255" y="7010379"/>
                  </a:lnTo>
                  <a:lnTo>
                    <a:pt x="5356490" y="7052391"/>
                  </a:lnTo>
                  <a:close/>
                </a:path>
                <a:path w="6802755" h="7098030">
                  <a:moveTo>
                    <a:pt x="5282008" y="6921024"/>
                  </a:moveTo>
                  <a:lnTo>
                    <a:pt x="5241168" y="6850291"/>
                  </a:lnTo>
                  <a:lnTo>
                    <a:pt x="5311896" y="6809451"/>
                  </a:lnTo>
                  <a:lnTo>
                    <a:pt x="5352735" y="6880190"/>
                  </a:lnTo>
                  <a:lnTo>
                    <a:pt x="5282008" y="6921024"/>
                  </a:lnTo>
                  <a:close/>
                </a:path>
                <a:path w="6802755" h="7098030">
                  <a:moveTo>
                    <a:pt x="5207514" y="6789656"/>
                  </a:moveTo>
                  <a:lnTo>
                    <a:pt x="5167853" y="6720960"/>
                  </a:lnTo>
                  <a:lnTo>
                    <a:pt x="5236549" y="6681300"/>
                  </a:lnTo>
                  <a:lnTo>
                    <a:pt x="5276210" y="6749995"/>
                  </a:lnTo>
                  <a:lnTo>
                    <a:pt x="5207514" y="6789656"/>
                  </a:lnTo>
                  <a:close/>
                </a:path>
                <a:path w="6802755" h="7098030">
                  <a:moveTo>
                    <a:pt x="5133026" y="6658294"/>
                  </a:moveTo>
                  <a:lnTo>
                    <a:pt x="5094544" y="6591636"/>
                  </a:lnTo>
                  <a:lnTo>
                    <a:pt x="5161208" y="6553148"/>
                  </a:lnTo>
                  <a:lnTo>
                    <a:pt x="5199690" y="6619806"/>
                  </a:lnTo>
                  <a:lnTo>
                    <a:pt x="5133026" y="6658294"/>
                  </a:lnTo>
                  <a:close/>
                </a:path>
                <a:path w="6802755" h="7098030">
                  <a:moveTo>
                    <a:pt x="5058543" y="6526927"/>
                  </a:moveTo>
                  <a:lnTo>
                    <a:pt x="5021234" y="6462300"/>
                  </a:lnTo>
                  <a:lnTo>
                    <a:pt x="5085860" y="6424985"/>
                  </a:lnTo>
                  <a:lnTo>
                    <a:pt x="5123170" y="6489612"/>
                  </a:lnTo>
                  <a:lnTo>
                    <a:pt x="5058543" y="6526927"/>
                  </a:lnTo>
                  <a:close/>
                </a:path>
                <a:path w="6802755" h="7098030">
                  <a:moveTo>
                    <a:pt x="4984161" y="6395157"/>
                  </a:moveTo>
                  <a:lnTo>
                    <a:pt x="4948321" y="6333078"/>
                  </a:lnTo>
                  <a:lnTo>
                    <a:pt x="5010407" y="6297237"/>
                  </a:lnTo>
                  <a:lnTo>
                    <a:pt x="5046247" y="6359317"/>
                  </a:lnTo>
                  <a:lnTo>
                    <a:pt x="4984161" y="6395157"/>
                  </a:lnTo>
                  <a:close/>
                </a:path>
                <a:path w="6802755" h="7098030">
                  <a:moveTo>
                    <a:pt x="4909785" y="6263393"/>
                  </a:moveTo>
                  <a:lnTo>
                    <a:pt x="4875414" y="6203854"/>
                  </a:lnTo>
                  <a:lnTo>
                    <a:pt x="4934952" y="6169483"/>
                  </a:lnTo>
                  <a:lnTo>
                    <a:pt x="4969324" y="6229021"/>
                  </a:lnTo>
                  <a:lnTo>
                    <a:pt x="4909785" y="6263393"/>
                  </a:lnTo>
                  <a:close/>
                </a:path>
                <a:path w="6802755" h="7098030">
                  <a:moveTo>
                    <a:pt x="4835403" y="6131628"/>
                  </a:moveTo>
                  <a:lnTo>
                    <a:pt x="4802501" y="6074630"/>
                  </a:lnTo>
                  <a:lnTo>
                    <a:pt x="4859493" y="6041728"/>
                  </a:lnTo>
                  <a:lnTo>
                    <a:pt x="4892401" y="6098719"/>
                  </a:lnTo>
                  <a:lnTo>
                    <a:pt x="4835403" y="6131628"/>
                  </a:lnTo>
                  <a:close/>
                </a:path>
                <a:path w="6802755" h="7098030">
                  <a:moveTo>
                    <a:pt x="4760915" y="6000261"/>
                  </a:moveTo>
                  <a:lnTo>
                    <a:pt x="4729185" y="5945306"/>
                  </a:lnTo>
                  <a:lnTo>
                    <a:pt x="4784145" y="5913576"/>
                  </a:lnTo>
                  <a:lnTo>
                    <a:pt x="4815875" y="5968531"/>
                  </a:lnTo>
                  <a:lnTo>
                    <a:pt x="4760915" y="6000261"/>
                  </a:lnTo>
                  <a:close/>
                </a:path>
                <a:path w="6802755" h="7098030">
                  <a:moveTo>
                    <a:pt x="4686433" y="5868893"/>
                  </a:moveTo>
                  <a:lnTo>
                    <a:pt x="4655876" y="5815971"/>
                  </a:lnTo>
                  <a:lnTo>
                    <a:pt x="4708798" y="5785414"/>
                  </a:lnTo>
                  <a:lnTo>
                    <a:pt x="4739349" y="5838336"/>
                  </a:lnTo>
                  <a:lnTo>
                    <a:pt x="4686433" y="5868893"/>
                  </a:lnTo>
                  <a:close/>
                </a:path>
                <a:path w="6802755" h="7098030">
                  <a:moveTo>
                    <a:pt x="4612052" y="5737129"/>
                  </a:moveTo>
                  <a:lnTo>
                    <a:pt x="4582969" y="5686753"/>
                  </a:lnTo>
                  <a:lnTo>
                    <a:pt x="4633344" y="5657665"/>
                  </a:lnTo>
                  <a:lnTo>
                    <a:pt x="4662433" y="5708040"/>
                  </a:lnTo>
                  <a:lnTo>
                    <a:pt x="4612052" y="5737129"/>
                  </a:lnTo>
                  <a:close/>
                </a:path>
                <a:path w="6802755" h="7098030">
                  <a:moveTo>
                    <a:pt x="4537563" y="5605767"/>
                  </a:moveTo>
                  <a:lnTo>
                    <a:pt x="4509653" y="5557417"/>
                  </a:lnTo>
                  <a:lnTo>
                    <a:pt x="4557992" y="5529508"/>
                  </a:lnTo>
                  <a:lnTo>
                    <a:pt x="4585907" y="5577858"/>
                  </a:lnTo>
                  <a:lnTo>
                    <a:pt x="4537563" y="5605767"/>
                  </a:lnTo>
                  <a:close/>
                </a:path>
                <a:path w="6802755" h="7098030">
                  <a:moveTo>
                    <a:pt x="4463294" y="5473594"/>
                  </a:moveTo>
                  <a:lnTo>
                    <a:pt x="4437150" y="5428306"/>
                  </a:lnTo>
                  <a:lnTo>
                    <a:pt x="4482437" y="5402156"/>
                  </a:lnTo>
                  <a:lnTo>
                    <a:pt x="4508581" y="5447443"/>
                  </a:lnTo>
                  <a:lnTo>
                    <a:pt x="4463294" y="5473594"/>
                  </a:lnTo>
                  <a:close/>
                </a:path>
                <a:path w="6802755" h="7098030">
                  <a:moveTo>
                    <a:pt x="4388806" y="5342226"/>
                  </a:moveTo>
                  <a:lnTo>
                    <a:pt x="4363834" y="5298976"/>
                  </a:lnTo>
                  <a:lnTo>
                    <a:pt x="4407084" y="5274005"/>
                  </a:lnTo>
                  <a:lnTo>
                    <a:pt x="4432055" y="5317255"/>
                  </a:lnTo>
                  <a:lnTo>
                    <a:pt x="4388806" y="5342226"/>
                  </a:lnTo>
                  <a:close/>
                </a:path>
                <a:path w="6802755" h="7098030">
                  <a:moveTo>
                    <a:pt x="4314424" y="5210462"/>
                  </a:moveTo>
                  <a:lnTo>
                    <a:pt x="4290921" y="5169752"/>
                  </a:lnTo>
                  <a:lnTo>
                    <a:pt x="4331631" y="5146250"/>
                  </a:lnTo>
                  <a:lnTo>
                    <a:pt x="4355133" y="5186959"/>
                  </a:lnTo>
                  <a:lnTo>
                    <a:pt x="4314424" y="5210462"/>
                  </a:lnTo>
                  <a:close/>
                </a:path>
                <a:path w="6802755" h="7098030">
                  <a:moveTo>
                    <a:pt x="4239941" y="5079094"/>
                  </a:moveTo>
                  <a:lnTo>
                    <a:pt x="4217617" y="5040423"/>
                  </a:lnTo>
                  <a:lnTo>
                    <a:pt x="4256289" y="5018098"/>
                  </a:lnTo>
                  <a:lnTo>
                    <a:pt x="4278613" y="5056764"/>
                  </a:lnTo>
                  <a:lnTo>
                    <a:pt x="4239941" y="5079094"/>
                  </a:lnTo>
                  <a:close/>
                </a:path>
                <a:path w="6802755" h="7098030">
                  <a:moveTo>
                    <a:pt x="4165340" y="4948129"/>
                  </a:moveTo>
                  <a:lnTo>
                    <a:pt x="4143899" y="4910986"/>
                  </a:lnTo>
                  <a:lnTo>
                    <a:pt x="4181048" y="4889539"/>
                  </a:lnTo>
                  <a:lnTo>
                    <a:pt x="4202489" y="4926682"/>
                  </a:lnTo>
                  <a:lnTo>
                    <a:pt x="4165340" y="4948129"/>
                  </a:lnTo>
                  <a:close/>
                </a:path>
                <a:path w="6802755" h="7098030">
                  <a:moveTo>
                    <a:pt x="4090964" y="4816365"/>
                  </a:moveTo>
                  <a:lnTo>
                    <a:pt x="4070985" y="4781763"/>
                  </a:lnTo>
                  <a:lnTo>
                    <a:pt x="4105588" y="4761784"/>
                  </a:lnTo>
                  <a:lnTo>
                    <a:pt x="4125567" y="4796386"/>
                  </a:lnTo>
                  <a:lnTo>
                    <a:pt x="4090964" y="4816365"/>
                  </a:lnTo>
                  <a:close/>
                </a:path>
                <a:path w="6802755" h="7098030">
                  <a:moveTo>
                    <a:pt x="4016482" y="4685003"/>
                  </a:moveTo>
                  <a:lnTo>
                    <a:pt x="3997676" y="4652432"/>
                  </a:lnTo>
                  <a:lnTo>
                    <a:pt x="4030247" y="4633632"/>
                  </a:lnTo>
                  <a:lnTo>
                    <a:pt x="4049047" y="4666198"/>
                  </a:lnTo>
                  <a:lnTo>
                    <a:pt x="4016482" y="4685003"/>
                  </a:lnTo>
                  <a:close/>
                </a:path>
                <a:path w="6802755" h="7098030">
                  <a:moveTo>
                    <a:pt x="3941988" y="4553630"/>
                  </a:moveTo>
                  <a:lnTo>
                    <a:pt x="3924361" y="4523103"/>
                  </a:lnTo>
                  <a:lnTo>
                    <a:pt x="3954894" y="4505476"/>
                  </a:lnTo>
                  <a:lnTo>
                    <a:pt x="3972521" y="4536003"/>
                  </a:lnTo>
                  <a:lnTo>
                    <a:pt x="3941988" y="4553630"/>
                  </a:lnTo>
                  <a:close/>
                </a:path>
                <a:path w="6802755" h="7098030">
                  <a:moveTo>
                    <a:pt x="3867505" y="4422268"/>
                  </a:moveTo>
                  <a:lnTo>
                    <a:pt x="3851057" y="4393772"/>
                  </a:lnTo>
                  <a:lnTo>
                    <a:pt x="3879547" y="4377318"/>
                  </a:lnTo>
                  <a:lnTo>
                    <a:pt x="3896001" y="4405814"/>
                  </a:lnTo>
                  <a:lnTo>
                    <a:pt x="3867505" y="4422268"/>
                  </a:lnTo>
                  <a:close/>
                </a:path>
                <a:path w="6802755" h="7098030">
                  <a:moveTo>
                    <a:pt x="3792910" y="4291310"/>
                  </a:moveTo>
                  <a:lnTo>
                    <a:pt x="3777338" y="4264336"/>
                  </a:lnTo>
                  <a:lnTo>
                    <a:pt x="3804306" y="4248764"/>
                  </a:lnTo>
                  <a:lnTo>
                    <a:pt x="3819878" y="4275738"/>
                  </a:lnTo>
                  <a:lnTo>
                    <a:pt x="3792910" y="4291310"/>
                  </a:lnTo>
                  <a:close/>
                </a:path>
                <a:path w="6802755" h="7098030">
                  <a:moveTo>
                    <a:pt x="3718422" y="4159936"/>
                  </a:moveTo>
                  <a:lnTo>
                    <a:pt x="3704029" y="4135001"/>
                  </a:lnTo>
                  <a:lnTo>
                    <a:pt x="3728959" y="4120608"/>
                  </a:lnTo>
                  <a:lnTo>
                    <a:pt x="3743358" y="4145538"/>
                  </a:lnTo>
                  <a:lnTo>
                    <a:pt x="3718422" y="4159936"/>
                  </a:lnTo>
                  <a:close/>
                </a:path>
                <a:path w="6802755" h="7098030">
                  <a:moveTo>
                    <a:pt x="3644046" y="4028172"/>
                  </a:moveTo>
                  <a:lnTo>
                    <a:pt x="3631121" y="4005783"/>
                  </a:lnTo>
                  <a:lnTo>
                    <a:pt x="3653510" y="3992853"/>
                  </a:lnTo>
                  <a:lnTo>
                    <a:pt x="3666435" y="4015248"/>
                  </a:lnTo>
                  <a:lnTo>
                    <a:pt x="3644046" y="4028172"/>
                  </a:lnTo>
                  <a:close/>
                </a:path>
                <a:path w="6802755" h="7098030">
                  <a:moveTo>
                    <a:pt x="3569450" y="3897207"/>
                  </a:moveTo>
                  <a:lnTo>
                    <a:pt x="3557409" y="3876346"/>
                  </a:lnTo>
                  <a:lnTo>
                    <a:pt x="3578270" y="3864299"/>
                  </a:lnTo>
                  <a:lnTo>
                    <a:pt x="3590311" y="3885160"/>
                  </a:lnTo>
                  <a:lnTo>
                    <a:pt x="3569450" y="3897207"/>
                  </a:lnTo>
                  <a:close/>
                </a:path>
                <a:path w="6802755" h="7098030">
                  <a:moveTo>
                    <a:pt x="3494855" y="3766249"/>
                  </a:moveTo>
                  <a:lnTo>
                    <a:pt x="3483691" y="3746910"/>
                  </a:lnTo>
                  <a:lnTo>
                    <a:pt x="3503030" y="3735745"/>
                  </a:lnTo>
                  <a:lnTo>
                    <a:pt x="3514194" y="3755084"/>
                  </a:lnTo>
                  <a:lnTo>
                    <a:pt x="3494855" y="3766249"/>
                  </a:lnTo>
                  <a:close/>
                </a:path>
                <a:path w="6802755" h="7098030">
                  <a:moveTo>
                    <a:pt x="3420260" y="3635278"/>
                  </a:moveTo>
                  <a:lnTo>
                    <a:pt x="3409977" y="3617467"/>
                  </a:lnTo>
                  <a:lnTo>
                    <a:pt x="3427788" y="3607184"/>
                  </a:lnTo>
                  <a:lnTo>
                    <a:pt x="3438071" y="3624995"/>
                  </a:lnTo>
                  <a:lnTo>
                    <a:pt x="3420260" y="3635278"/>
                  </a:lnTo>
                  <a:close/>
                </a:path>
                <a:path w="6802755" h="7098030">
                  <a:moveTo>
                    <a:pt x="3345778" y="3503910"/>
                  </a:moveTo>
                  <a:lnTo>
                    <a:pt x="3336668" y="3488137"/>
                  </a:lnTo>
                  <a:lnTo>
                    <a:pt x="3352441" y="3479028"/>
                  </a:lnTo>
                  <a:lnTo>
                    <a:pt x="3361551" y="3494807"/>
                  </a:lnTo>
                  <a:lnTo>
                    <a:pt x="3345778" y="3503910"/>
                  </a:lnTo>
                  <a:close/>
                </a:path>
                <a:path w="6802755" h="7098030">
                  <a:moveTo>
                    <a:pt x="3271176" y="3372952"/>
                  </a:moveTo>
                  <a:lnTo>
                    <a:pt x="3262950" y="3358707"/>
                  </a:lnTo>
                  <a:lnTo>
                    <a:pt x="3277200" y="3350480"/>
                  </a:lnTo>
                  <a:lnTo>
                    <a:pt x="3285427" y="3364725"/>
                  </a:lnTo>
                  <a:lnTo>
                    <a:pt x="3271176" y="3372952"/>
                  </a:lnTo>
                  <a:close/>
                </a:path>
                <a:path w="6802755" h="7098030">
                  <a:moveTo>
                    <a:pt x="3196581" y="3241987"/>
                  </a:moveTo>
                  <a:lnTo>
                    <a:pt x="3189236" y="3229264"/>
                  </a:lnTo>
                  <a:lnTo>
                    <a:pt x="3201959" y="3221919"/>
                  </a:lnTo>
                  <a:lnTo>
                    <a:pt x="3209304" y="3234642"/>
                  </a:lnTo>
                  <a:lnTo>
                    <a:pt x="3196581" y="3241987"/>
                  </a:lnTo>
                  <a:close/>
                </a:path>
                <a:path w="6802755" h="7098030">
                  <a:moveTo>
                    <a:pt x="3121986" y="3111021"/>
                  </a:moveTo>
                  <a:lnTo>
                    <a:pt x="3115524" y="3099827"/>
                  </a:lnTo>
                  <a:lnTo>
                    <a:pt x="3126724" y="3093365"/>
                  </a:lnTo>
                  <a:lnTo>
                    <a:pt x="3133187" y="3104553"/>
                  </a:lnTo>
                  <a:lnTo>
                    <a:pt x="3121986" y="3111021"/>
                  </a:lnTo>
                  <a:close/>
                </a:path>
                <a:path w="6802755" h="7098030">
                  <a:moveTo>
                    <a:pt x="3047498" y="2979654"/>
                  </a:moveTo>
                  <a:lnTo>
                    <a:pt x="3042209" y="2970497"/>
                  </a:lnTo>
                  <a:lnTo>
                    <a:pt x="3051371" y="2965208"/>
                  </a:lnTo>
                  <a:lnTo>
                    <a:pt x="3056661" y="2974365"/>
                  </a:lnTo>
                  <a:lnTo>
                    <a:pt x="3047498" y="2979654"/>
                  </a:lnTo>
                  <a:close/>
                </a:path>
                <a:path w="6802755" h="7098030">
                  <a:moveTo>
                    <a:pt x="2972801" y="2849092"/>
                  </a:moveTo>
                  <a:lnTo>
                    <a:pt x="2968099" y="2840948"/>
                  </a:lnTo>
                  <a:lnTo>
                    <a:pt x="2976243" y="2836251"/>
                  </a:lnTo>
                  <a:lnTo>
                    <a:pt x="2980940" y="2844389"/>
                  </a:lnTo>
                  <a:lnTo>
                    <a:pt x="2972801" y="2849092"/>
                  </a:lnTo>
                  <a:close/>
                </a:path>
                <a:path w="6802755" h="7098030">
                  <a:moveTo>
                    <a:pt x="2898100" y="2718530"/>
                  </a:moveTo>
                  <a:lnTo>
                    <a:pt x="2893984" y="2711405"/>
                  </a:lnTo>
                  <a:lnTo>
                    <a:pt x="2901109" y="2707288"/>
                  </a:lnTo>
                  <a:lnTo>
                    <a:pt x="2905226" y="2714414"/>
                  </a:lnTo>
                  <a:lnTo>
                    <a:pt x="2898100" y="2718530"/>
                  </a:lnTo>
                  <a:close/>
                </a:path>
                <a:path w="6802755" h="7098030">
                  <a:moveTo>
                    <a:pt x="2823393" y="2587968"/>
                  </a:moveTo>
                  <a:lnTo>
                    <a:pt x="2819868" y="2581861"/>
                  </a:lnTo>
                  <a:lnTo>
                    <a:pt x="2825981" y="2578337"/>
                  </a:lnTo>
                  <a:lnTo>
                    <a:pt x="2829506" y="2584438"/>
                  </a:lnTo>
                  <a:lnTo>
                    <a:pt x="2823393" y="2587968"/>
                  </a:lnTo>
                  <a:close/>
                </a:path>
                <a:path w="6802755" h="7098030">
                  <a:moveTo>
                    <a:pt x="2748798" y="2456997"/>
                  </a:moveTo>
                  <a:lnTo>
                    <a:pt x="2746156" y="2452425"/>
                  </a:lnTo>
                  <a:lnTo>
                    <a:pt x="2750741" y="2449777"/>
                  </a:lnTo>
                  <a:lnTo>
                    <a:pt x="2753382" y="2454355"/>
                  </a:lnTo>
                  <a:lnTo>
                    <a:pt x="2748798" y="2456997"/>
                  </a:lnTo>
                  <a:close/>
                </a:path>
                <a:path w="6802755" h="7098030">
                  <a:moveTo>
                    <a:pt x="2674096" y="2326435"/>
                  </a:moveTo>
                  <a:lnTo>
                    <a:pt x="2672041" y="2322876"/>
                  </a:lnTo>
                  <a:lnTo>
                    <a:pt x="2675606" y="2320820"/>
                  </a:lnTo>
                  <a:lnTo>
                    <a:pt x="2677662" y="2324380"/>
                  </a:lnTo>
                  <a:lnTo>
                    <a:pt x="2674096" y="2326435"/>
                  </a:lnTo>
                  <a:close/>
                </a:path>
                <a:path w="6802755" h="7098030">
                  <a:moveTo>
                    <a:pt x="2599394" y="2195873"/>
                  </a:moveTo>
                  <a:lnTo>
                    <a:pt x="2597925" y="2193332"/>
                  </a:lnTo>
                  <a:lnTo>
                    <a:pt x="2600467" y="2191863"/>
                  </a:lnTo>
                  <a:lnTo>
                    <a:pt x="2601935" y="2194404"/>
                  </a:lnTo>
                  <a:lnTo>
                    <a:pt x="2599394" y="2195873"/>
                  </a:lnTo>
                  <a:close/>
                </a:path>
                <a:path w="6802755" h="7098030">
                  <a:moveTo>
                    <a:pt x="2524693" y="2065317"/>
                  </a:moveTo>
                  <a:lnTo>
                    <a:pt x="2523810" y="2063789"/>
                  </a:lnTo>
                  <a:lnTo>
                    <a:pt x="2525338" y="2062906"/>
                  </a:lnTo>
                  <a:lnTo>
                    <a:pt x="2526221" y="2064435"/>
                  </a:lnTo>
                  <a:lnTo>
                    <a:pt x="2524693" y="2065317"/>
                  </a:lnTo>
                  <a:close/>
                </a:path>
                <a:path w="6802755" h="7098030">
                  <a:moveTo>
                    <a:pt x="5578317" y="7098006"/>
                  </a:moveTo>
                  <a:lnTo>
                    <a:pt x="5555165" y="7098006"/>
                  </a:lnTo>
                  <a:lnTo>
                    <a:pt x="5518355" y="7034247"/>
                  </a:lnTo>
                  <a:lnTo>
                    <a:pt x="5592132" y="6991649"/>
                  </a:lnTo>
                  <a:lnTo>
                    <a:pt x="5634736" y="7065432"/>
                  </a:lnTo>
                  <a:lnTo>
                    <a:pt x="5578317" y="7098006"/>
                  </a:lnTo>
                  <a:close/>
                </a:path>
                <a:path w="6802755" h="7098030">
                  <a:moveTo>
                    <a:pt x="5485712" y="6979477"/>
                  </a:moveTo>
                  <a:lnTo>
                    <a:pt x="5442231" y="6904165"/>
                  </a:lnTo>
                  <a:lnTo>
                    <a:pt x="5517543" y="6860684"/>
                  </a:lnTo>
                  <a:lnTo>
                    <a:pt x="5561024" y="6935996"/>
                  </a:lnTo>
                  <a:lnTo>
                    <a:pt x="5485712" y="6979477"/>
                  </a:lnTo>
                  <a:close/>
                </a:path>
                <a:path w="6802755" h="7098030">
                  <a:moveTo>
                    <a:pt x="5411331" y="6847713"/>
                  </a:moveTo>
                  <a:lnTo>
                    <a:pt x="5369319" y="6774942"/>
                  </a:lnTo>
                  <a:lnTo>
                    <a:pt x="5442089" y="6732930"/>
                  </a:lnTo>
                  <a:lnTo>
                    <a:pt x="5484102" y="6805701"/>
                  </a:lnTo>
                  <a:lnTo>
                    <a:pt x="5411331" y="6847713"/>
                  </a:lnTo>
                  <a:close/>
                </a:path>
                <a:path w="6802755" h="7098030">
                  <a:moveTo>
                    <a:pt x="5336955" y="6715943"/>
                  </a:moveTo>
                  <a:lnTo>
                    <a:pt x="5296411" y="6645719"/>
                  </a:lnTo>
                  <a:lnTo>
                    <a:pt x="5366629" y="6605176"/>
                  </a:lnTo>
                  <a:lnTo>
                    <a:pt x="5407172" y="6675399"/>
                  </a:lnTo>
                  <a:lnTo>
                    <a:pt x="5336955" y="6715943"/>
                  </a:lnTo>
                  <a:close/>
                </a:path>
                <a:path w="6802755" h="7098030">
                  <a:moveTo>
                    <a:pt x="5262466" y="6584581"/>
                  </a:moveTo>
                  <a:lnTo>
                    <a:pt x="5223096" y="6516389"/>
                  </a:lnTo>
                  <a:lnTo>
                    <a:pt x="5291288" y="6477018"/>
                  </a:lnTo>
                  <a:lnTo>
                    <a:pt x="5330653" y="6545210"/>
                  </a:lnTo>
                  <a:lnTo>
                    <a:pt x="5262466" y="6584581"/>
                  </a:lnTo>
                  <a:close/>
                </a:path>
                <a:path w="6802755" h="7098030">
                  <a:moveTo>
                    <a:pt x="5187978" y="6453213"/>
                  </a:moveTo>
                  <a:lnTo>
                    <a:pt x="5149786" y="6387058"/>
                  </a:lnTo>
                  <a:lnTo>
                    <a:pt x="5215941" y="6348866"/>
                  </a:lnTo>
                  <a:lnTo>
                    <a:pt x="5254133" y="6415021"/>
                  </a:lnTo>
                  <a:lnTo>
                    <a:pt x="5187978" y="6453213"/>
                  </a:lnTo>
                  <a:close/>
                </a:path>
                <a:path w="6802755" h="7098030">
                  <a:moveTo>
                    <a:pt x="5113602" y="6321443"/>
                  </a:moveTo>
                  <a:lnTo>
                    <a:pt x="5076879" y="6257836"/>
                  </a:lnTo>
                  <a:lnTo>
                    <a:pt x="5140481" y="6221113"/>
                  </a:lnTo>
                  <a:lnTo>
                    <a:pt x="5177204" y="6284720"/>
                  </a:lnTo>
                  <a:lnTo>
                    <a:pt x="5113602" y="6321443"/>
                  </a:lnTo>
                  <a:close/>
                </a:path>
                <a:path w="6802755" h="7098030">
                  <a:moveTo>
                    <a:pt x="5039220" y="6189679"/>
                  </a:moveTo>
                  <a:lnTo>
                    <a:pt x="5003967" y="6128612"/>
                  </a:lnTo>
                  <a:lnTo>
                    <a:pt x="5065027" y="6093359"/>
                  </a:lnTo>
                  <a:lnTo>
                    <a:pt x="5100281" y="6154425"/>
                  </a:lnTo>
                  <a:lnTo>
                    <a:pt x="5039220" y="6189679"/>
                  </a:lnTo>
                  <a:close/>
                </a:path>
                <a:path w="6802755" h="7098030">
                  <a:moveTo>
                    <a:pt x="4964844" y="6057914"/>
                  </a:moveTo>
                  <a:lnTo>
                    <a:pt x="4931053" y="5999389"/>
                  </a:lnTo>
                  <a:lnTo>
                    <a:pt x="4989573" y="5965604"/>
                  </a:lnTo>
                  <a:lnTo>
                    <a:pt x="5023358" y="6024129"/>
                  </a:lnTo>
                  <a:lnTo>
                    <a:pt x="4964844" y="6057914"/>
                  </a:lnTo>
                  <a:close/>
                </a:path>
                <a:path w="6802755" h="7098030">
                  <a:moveTo>
                    <a:pt x="4890462" y="5926144"/>
                  </a:moveTo>
                  <a:lnTo>
                    <a:pt x="4858147" y="5870171"/>
                  </a:lnTo>
                  <a:lnTo>
                    <a:pt x="4914119" y="5837855"/>
                  </a:lnTo>
                  <a:lnTo>
                    <a:pt x="4946435" y="5893828"/>
                  </a:lnTo>
                  <a:lnTo>
                    <a:pt x="4890462" y="5926144"/>
                  </a:lnTo>
                  <a:close/>
                </a:path>
                <a:path w="6802755" h="7098030">
                  <a:moveTo>
                    <a:pt x="4815974" y="5794783"/>
                  </a:moveTo>
                  <a:lnTo>
                    <a:pt x="4784831" y="5740841"/>
                  </a:lnTo>
                  <a:lnTo>
                    <a:pt x="4838772" y="5709698"/>
                  </a:lnTo>
                  <a:lnTo>
                    <a:pt x="4869916" y="5763639"/>
                  </a:lnTo>
                  <a:lnTo>
                    <a:pt x="4815974" y="5794783"/>
                  </a:lnTo>
                  <a:close/>
                </a:path>
                <a:path w="6802755" h="7098030">
                  <a:moveTo>
                    <a:pt x="4741592" y="5663013"/>
                  </a:moveTo>
                  <a:lnTo>
                    <a:pt x="4711918" y="5611618"/>
                  </a:lnTo>
                  <a:lnTo>
                    <a:pt x="4763319" y="5581944"/>
                  </a:lnTo>
                  <a:lnTo>
                    <a:pt x="4792993" y="5633338"/>
                  </a:lnTo>
                  <a:lnTo>
                    <a:pt x="4741592" y="5663013"/>
                  </a:lnTo>
                  <a:close/>
                </a:path>
                <a:path w="6802755" h="7098030">
                  <a:moveTo>
                    <a:pt x="4667110" y="5531645"/>
                  </a:moveTo>
                  <a:lnTo>
                    <a:pt x="4638614" y="5482288"/>
                  </a:lnTo>
                  <a:lnTo>
                    <a:pt x="4687965" y="5453792"/>
                  </a:lnTo>
                  <a:lnTo>
                    <a:pt x="4716467" y="5503149"/>
                  </a:lnTo>
                  <a:lnTo>
                    <a:pt x="4667110" y="5531645"/>
                  </a:lnTo>
                  <a:close/>
                </a:path>
                <a:path w="6802755" h="7098030">
                  <a:moveTo>
                    <a:pt x="4592728" y="5399881"/>
                  </a:moveTo>
                  <a:lnTo>
                    <a:pt x="4565701" y="5353065"/>
                  </a:lnTo>
                  <a:lnTo>
                    <a:pt x="4612511" y="5326038"/>
                  </a:lnTo>
                  <a:lnTo>
                    <a:pt x="4639544" y="5372854"/>
                  </a:lnTo>
                  <a:lnTo>
                    <a:pt x="4592728" y="5399881"/>
                  </a:lnTo>
                  <a:close/>
                </a:path>
                <a:path w="6802755" h="7098030">
                  <a:moveTo>
                    <a:pt x="4518352" y="5268110"/>
                  </a:moveTo>
                  <a:lnTo>
                    <a:pt x="4492794" y="5223841"/>
                  </a:lnTo>
                  <a:lnTo>
                    <a:pt x="4537057" y="5198283"/>
                  </a:lnTo>
                  <a:lnTo>
                    <a:pt x="4562615" y="5242552"/>
                  </a:lnTo>
                  <a:lnTo>
                    <a:pt x="4518352" y="5268110"/>
                  </a:lnTo>
                  <a:close/>
                </a:path>
                <a:path w="6802755" h="7098030">
                  <a:moveTo>
                    <a:pt x="4443970" y="5136346"/>
                  </a:moveTo>
                  <a:lnTo>
                    <a:pt x="4419881" y="5094618"/>
                  </a:lnTo>
                  <a:lnTo>
                    <a:pt x="4461604" y="5070529"/>
                  </a:lnTo>
                  <a:lnTo>
                    <a:pt x="4485693" y="5112257"/>
                  </a:lnTo>
                  <a:lnTo>
                    <a:pt x="4443970" y="5136346"/>
                  </a:lnTo>
                  <a:close/>
                </a:path>
                <a:path w="6802755" h="7098030">
                  <a:moveTo>
                    <a:pt x="4369482" y="5004979"/>
                  </a:moveTo>
                  <a:lnTo>
                    <a:pt x="4346566" y="4965288"/>
                  </a:lnTo>
                  <a:lnTo>
                    <a:pt x="4386256" y="4942372"/>
                  </a:lnTo>
                  <a:lnTo>
                    <a:pt x="4409172" y="4982062"/>
                  </a:lnTo>
                  <a:lnTo>
                    <a:pt x="4369482" y="5004979"/>
                  </a:lnTo>
                  <a:close/>
                </a:path>
                <a:path w="6802755" h="7098030">
                  <a:moveTo>
                    <a:pt x="4295000" y="4873611"/>
                  </a:moveTo>
                  <a:lnTo>
                    <a:pt x="4273256" y="4835958"/>
                  </a:lnTo>
                  <a:lnTo>
                    <a:pt x="4310915" y="4814215"/>
                  </a:lnTo>
                  <a:lnTo>
                    <a:pt x="4332653" y="4851873"/>
                  </a:lnTo>
                  <a:lnTo>
                    <a:pt x="4295000" y="4873611"/>
                  </a:lnTo>
                  <a:close/>
                </a:path>
                <a:path w="6802755" h="7098030">
                  <a:moveTo>
                    <a:pt x="4220511" y="4742249"/>
                  </a:moveTo>
                  <a:lnTo>
                    <a:pt x="4199947" y="4706628"/>
                  </a:lnTo>
                  <a:lnTo>
                    <a:pt x="4235562" y="4686064"/>
                  </a:lnTo>
                  <a:lnTo>
                    <a:pt x="4256127" y="4721685"/>
                  </a:lnTo>
                  <a:lnTo>
                    <a:pt x="4220511" y="4742249"/>
                  </a:lnTo>
                  <a:close/>
                </a:path>
                <a:path w="6802755" h="7098030">
                  <a:moveTo>
                    <a:pt x="4146023" y="4610888"/>
                  </a:moveTo>
                  <a:lnTo>
                    <a:pt x="4126631" y="4577298"/>
                  </a:lnTo>
                  <a:lnTo>
                    <a:pt x="4160215" y="4557906"/>
                  </a:lnTo>
                  <a:lnTo>
                    <a:pt x="4179607" y="4591495"/>
                  </a:lnTo>
                  <a:lnTo>
                    <a:pt x="4146023" y="4610888"/>
                  </a:lnTo>
                  <a:close/>
                </a:path>
                <a:path w="6802755" h="7098030">
                  <a:moveTo>
                    <a:pt x="4071535" y="4479520"/>
                  </a:moveTo>
                  <a:lnTo>
                    <a:pt x="4053321" y="4447968"/>
                  </a:lnTo>
                  <a:lnTo>
                    <a:pt x="4084868" y="4429755"/>
                  </a:lnTo>
                  <a:lnTo>
                    <a:pt x="4103087" y="4461307"/>
                  </a:lnTo>
                  <a:lnTo>
                    <a:pt x="4071535" y="4479520"/>
                  </a:lnTo>
                  <a:close/>
                </a:path>
                <a:path w="6802755" h="7098030">
                  <a:moveTo>
                    <a:pt x="3997158" y="4347750"/>
                  </a:moveTo>
                  <a:lnTo>
                    <a:pt x="3980408" y="4318745"/>
                  </a:lnTo>
                  <a:lnTo>
                    <a:pt x="4009413" y="4302001"/>
                  </a:lnTo>
                  <a:lnTo>
                    <a:pt x="4026158" y="4331006"/>
                  </a:lnTo>
                  <a:lnTo>
                    <a:pt x="3997158" y="4347750"/>
                  </a:lnTo>
                  <a:close/>
                </a:path>
                <a:path w="6802755" h="7098030">
                  <a:moveTo>
                    <a:pt x="3922564" y="4216785"/>
                  </a:moveTo>
                  <a:lnTo>
                    <a:pt x="3906696" y="4189308"/>
                  </a:lnTo>
                  <a:lnTo>
                    <a:pt x="3934179" y="4173440"/>
                  </a:lnTo>
                  <a:lnTo>
                    <a:pt x="3950041" y="4200917"/>
                  </a:lnTo>
                  <a:lnTo>
                    <a:pt x="3922564" y="4216785"/>
                  </a:lnTo>
                  <a:close/>
                </a:path>
                <a:path w="6802755" h="7098030">
                  <a:moveTo>
                    <a:pt x="3848075" y="4085423"/>
                  </a:moveTo>
                  <a:lnTo>
                    <a:pt x="3833386" y="4059978"/>
                  </a:lnTo>
                  <a:lnTo>
                    <a:pt x="3858826" y="4045289"/>
                  </a:lnTo>
                  <a:lnTo>
                    <a:pt x="3873515" y="4070734"/>
                  </a:lnTo>
                  <a:lnTo>
                    <a:pt x="3848075" y="4085423"/>
                  </a:lnTo>
                  <a:close/>
                </a:path>
                <a:path w="6802755" h="7098030">
                  <a:moveTo>
                    <a:pt x="3773587" y="3954056"/>
                  </a:moveTo>
                  <a:lnTo>
                    <a:pt x="3760071" y="3930654"/>
                  </a:lnTo>
                  <a:lnTo>
                    <a:pt x="3783485" y="3917137"/>
                  </a:lnTo>
                  <a:lnTo>
                    <a:pt x="3796995" y="3940539"/>
                  </a:lnTo>
                  <a:lnTo>
                    <a:pt x="3773587" y="3954056"/>
                  </a:lnTo>
                  <a:close/>
                </a:path>
                <a:path w="6802755" h="7098030">
                  <a:moveTo>
                    <a:pt x="3699105" y="3822688"/>
                  </a:moveTo>
                  <a:lnTo>
                    <a:pt x="3686761" y="3801318"/>
                  </a:lnTo>
                  <a:lnTo>
                    <a:pt x="3708132" y="3788980"/>
                  </a:lnTo>
                  <a:lnTo>
                    <a:pt x="3720469" y="3810350"/>
                  </a:lnTo>
                  <a:lnTo>
                    <a:pt x="3699105" y="3822688"/>
                  </a:lnTo>
                  <a:close/>
                </a:path>
                <a:path w="6802755" h="7098030">
                  <a:moveTo>
                    <a:pt x="3624509" y="3691723"/>
                  </a:moveTo>
                  <a:lnTo>
                    <a:pt x="3613049" y="3671875"/>
                  </a:lnTo>
                  <a:lnTo>
                    <a:pt x="3632897" y="3660420"/>
                  </a:lnTo>
                  <a:lnTo>
                    <a:pt x="3644352" y="3680268"/>
                  </a:lnTo>
                  <a:lnTo>
                    <a:pt x="3624509" y="3691723"/>
                  </a:lnTo>
                  <a:close/>
                </a:path>
                <a:path w="6802755" h="7098030">
                  <a:moveTo>
                    <a:pt x="3549908" y="3560765"/>
                  </a:moveTo>
                  <a:lnTo>
                    <a:pt x="3539330" y="3542445"/>
                  </a:lnTo>
                  <a:lnTo>
                    <a:pt x="3557656" y="3531866"/>
                  </a:lnTo>
                  <a:lnTo>
                    <a:pt x="3568235" y="3550186"/>
                  </a:lnTo>
                  <a:lnTo>
                    <a:pt x="3549908" y="3560765"/>
                  </a:lnTo>
                  <a:close/>
                </a:path>
                <a:path w="6802755" h="7098030">
                  <a:moveTo>
                    <a:pt x="3475426" y="3429391"/>
                  </a:moveTo>
                  <a:lnTo>
                    <a:pt x="3466026" y="3413115"/>
                  </a:lnTo>
                  <a:lnTo>
                    <a:pt x="3482303" y="3403715"/>
                  </a:lnTo>
                  <a:lnTo>
                    <a:pt x="3491703" y="3419991"/>
                  </a:lnTo>
                  <a:lnTo>
                    <a:pt x="3475426" y="3429391"/>
                  </a:lnTo>
                  <a:close/>
                </a:path>
                <a:path w="6802755" h="7098030">
                  <a:moveTo>
                    <a:pt x="3400831" y="3298433"/>
                  </a:moveTo>
                  <a:lnTo>
                    <a:pt x="3392313" y="3283673"/>
                  </a:lnTo>
                  <a:lnTo>
                    <a:pt x="3407068" y="3275155"/>
                  </a:lnTo>
                  <a:lnTo>
                    <a:pt x="3415591" y="3289910"/>
                  </a:lnTo>
                  <a:lnTo>
                    <a:pt x="3400831" y="3298433"/>
                  </a:lnTo>
                  <a:close/>
                </a:path>
                <a:path w="6802755" h="7098030">
                  <a:moveTo>
                    <a:pt x="3326230" y="3167468"/>
                  </a:moveTo>
                  <a:lnTo>
                    <a:pt x="3318595" y="3154242"/>
                  </a:lnTo>
                  <a:lnTo>
                    <a:pt x="3331827" y="3146601"/>
                  </a:lnTo>
                  <a:lnTo>
                    <a:pt x="3339468" y="3159827"/>
                  </a:lnTo>
                  <a:lnTo>
                    <a:pt x="3326230" y="3167468"/>
                  </a:lnTo>
                  <a:close/>
                </a:path>
                <a:path w="6802755" h="7098030">
                  <a:moveTo>
                    <a:pt x="3251641" y="3036503"/>
                  </a:moveTo>
                  <a:lnTo>
                    <a:pt x="3244883" y="3024799"/>
                  </a:lnTo>
                  <a:lnTo>
                    <a:pt x="3256586" y="3018041"/>
                  </a:lnTo>
                  <a:lnTo>
                    <a:pt x="3263345" y="3029745"/>
                  </a:lnTo>
                  <a:lnTo>
                    <a:pt x="3251641" y="3036503"/>
                  </a:lnTo>
                  <a:close/>
                </a:path>
                <a:path w="6802755" h="7098030">
                  <a:moveTo>
                    <a:pt x="3177153" y="2905136"/>
                  </a:moveTo>
                  <a:lnTo>
                    <a:pt x="3171573" y="2895469"/>
                  </a:lnTo>
                  <a:lnTo>
                    <a:pt x="3181240" y="2889890"/>
                  </a:lnTo>
                  <a:lnTo>
                    <a:pt x="3186819" y="2899556"/>
                  </a:lnTo>
                  <a:lnTo>
                    <a:pt x="3177153" y="2905136"/>
                  </a:lnTo>
                  <a:close/>
                </a:path>
                <a:path w="6802755" h="7098030">
                  <a:moveTo>
                    <a:pt x="3102451" y="2774580"/>
                  </a:moveTo>
                  <a:lnTo>
                    <a:pt x="3097458" y="2765926"/>
                  </a:lnTo>
                  <a:lnTo>
                    <a:pt x="3106105" y="2760933"/>
                  </a:lnTo>
                  <a:lnTo>
                    <a:pt x="3111105" y="2769587"/>
                  </a:lnTo>
                  <a:lnTo>
                    <a:pt x="3102451" y="2774580"/>
                  </a:lnTo>
                  <a:close/>
                </a:path>
                <a:path w="6802755" h="7098030">
                  <a:moveTo>
                    <a:pt x="3027749" y="2644018"/>
                  </a:moveTo>
                  <a:lnTo>
                    <a:pt x="3023342" y="2636383"/>
                  </a:lnTo>
                  <a:lnTo>
                    <a:pt x="3030977" y="2631976"/>
                  </a:lnTo>
                  <a:lnTo>
                    <a:pt x="3035384" y="2639611"/>
                  </a:lnTo>
                  <a:lnTo>
                    <a:pt x="3027749" y="2644018"/>
                  </a:lnTo>
                  <a:close/>
                </a:path>
                <a:path w="6802755" h="7098030">
                  <a:moveTo>
                    <a:pt x="2953154" y="2513047"/>
                  </a:moveTo>
                  <a:lnTo>
                    <a:pt x="2949630" y="2506946"/>
                  </a:lnTo>
                  <a:lnTo>
                    <a:pt x="2955736" y="2503422"/>
                  </a:lnTo>
                  <a:lnTo>
                    <a:pt x="2959260" y="2509523"/>
                  </a:lnTo>
                  <a:lnTo>
                    <a:pt x="2953154" y="2513047"/>
                  </a:lnTo>
                  <a:close/>
                </a:path>
                <a:path w="6802755" h="7098030">
                  <a:moveTo>
                    <a:pt x="2878452" y="2382485"/>
                  </a:moveTo>
                  <a:lnTo>
                    <a:pt x="2875514" y="2377397"/>
                  </a:lnTo>
                  <a:lnTo>
                    <a:pt x="2880602" y="2374459"/>
                  </a:lnTo>
                  <a:lnTo>
                    <a:pt x="2883540" y="2379547"/>
                  </a:lnTo>
                  <a:lnTo>
                    <a:pt x="2878452" y="2382485"/>
                  </a:lnTo>
                  <a:close/>
                </a:path>
                <a:path w="6802755" h="7098030">
                  <a:moveTo>
                    <a:pt x="2803751" y="2251923"/>
                  </a:moveTo>
                  <a:lnTo>
                    <a:pt x="2801399" y="2247848"/>
                  </a:lnTo>
                  <a:lnTo>
                    <a:pt x="2805469" y="2245496"/>
                  </a:lnTo>
                  <a:lnTo>
                    <a:pt x="2807820" y="2249571"/>
                  </a:lnTo>
                  <a:lnTo>
                    <a:pt x="2803751" y="2251923"/>
                  </a:lnTo>
                  <a:close/>
                </a:path>
                <a:path w="6802755" h="7098030">
                  <a:moveTo>
                    <a:pt x="2729043" y="2121361"/>
                  </a:moveTo>
                  <a:lnTo>
                    <a:pt x="2727284" y="2118310"/>
                  </a:lnTo>
                  <a:lnTo>
                    <a:pt x="2730340" y="2116545"/>
                  </a:lnTo>
                  <a:lnTo>
                    <a:pt x="2732105" y="2119596"/>
                  </a:lnTo>
                  <a:lnTo>
                    <a:pt x="2729043" y="2121361"/>
                  </a:lnTo>
                  <a:close/>
                </a:path>
                <a:path w="6802755" h="7098030">
                  <a:moveTo>
                    <a:pt x="2654348" y="1990793"/>
                  </a:moveTo>
                  <a:lnTo>
                    <a:pt x="2653175" y="1988755"/>
                  </a:lnTo>
                  <a:lnTo>
                    <a:pt x="2655200" y="1987583"/>
                  </a:lnTo>
                  <a:lnTo>
                    <a:pt x="2656379" y="1989620"/>
                  </a:lnTo>
                  <a:lnTo>
                    <a:pt x="2654348" y="1990793"/>
                  </a:lnTo>
                  <a:close/>
                </a:path>
                <a:path w="6802755" h="7098030">
                  <a:moveTo>
                    <a:pt x="2580659" y="1859644"/>
                  </a:moveTo>
                  <a:lnTo>
                    <a:pt x="2579306" y="1859644"/>
                  </a:lnTo>
                  <a:lnTo>
                    <a:pt x="2579059" y="1859218"/>
                  </a:lnTo>
                  <a:lnTo>
                    <a:pt x="2580412" y="1859218"/>
                  </a:lnTo>
                  <a:lnTo>
                    <a:pt x="2580659" y="1859644"/>
                  </a:lnTo>
                  <a:close/>
                </a:path>
                <a:path w="6802755" h="7098030">
                  <a:moveTo>
                    <a:pt x="5810947" y="7098006"/>
                  </a:moveTo>
                  <a:lnTo>
                    <a:pt x="5743776" y="7098006"/>
                  </a:lnTo>
                  <a:lnTo>
                    <a:pt x="5741486" y="7094041"/>
                  </a:lnTo>
                  <a:lnTo>
                    <a:pt x="5791867" y="7064952"/>
                  </a:lnTo>
                  <a:lnTo>
                    <a:pt x="5810947" y="7098006"/>
                  </a:lnTo>
                  <a:close/>
                </a:path>
                <a:path w="6802755" h="7098030">
                  <a:moveTo>
                    <a:pt x="5689417" y="7037931"/>
                  </a:moveTo>
                  <a:lnTo>
                    <a:pt x="5643294" y="6958041"/>
                  </a:lnTo>
                  <a:lnTo>
                    <a:pt x="5723184" y="6911912"/>
                  </a:lnTo>
                  <a:lnTo>
                    <a:pt x="5769313" y="6991808"/>
                  </a:lnTo>
                  <a:lnTo>
                    <a:pt x="5689417" y="7037931"/>
                  </a:lnTo>
                  <a:close/>
                </a:path>
                <a:path w="6802755" h="7098030">
                  <a:moveTo>
                    <a:pt x="5615040" y="6906167"/>
                  </a:moveTo>
                  <a:lnTo>
                    <a:pt x="5570381" y="6828818"/>
                  </a:lnTo>
                  <a:lnTo>
                    <a:pt x="5647730" y="6784158"/>
                  </a:lnTo>
                  <a:lnTo>
                    <a:pt x="5692384" y="6861507"/>
                  </a:lnTo>
                  <a:lnTo>
                    <a:pt x="5615040" y="6906167"/>
                  </a:lnTo>
                  <a:close/>
                </a:path>
                <a:path w="6802755" h="7098030">
                  <a:moveTo>
                    <a:pt x="5540659" y="6774397"/>
                  </a:moveTo>
                  <a:lnTo>
                    <a:pt x="5497474" y="6699600"/>
                  </a:lnTo>
                  <a:lnTo>
                    <a:pt x="5572276" y="6656409"/>
                  </a:lnTo>
                  <a:lnTo>
                    <a:pt x="5615462" y="6731206"/>
                  </a:lnTo>
                  <a:lnTo>
                    <a:pt x="5540659" y="6774397"/>
                  </a:lnTo>
                  <a:close/>
                </a:path>
                <a:path w="6802755" h="7098030">
                  <a:moveTo>
                    <a:pt x="5466390" y="6642230"/>
                  </a:moveTo>
                  <a:lnTo>
                    <a:pt x="5424964" y="6570478"/>
                  </a:lnTo>
                  <a:lnTo>
                    <a:pt x="5496716" y="6529052"/>
                  </a:lnTo>
                  <a:lnTo>
                    <a:pt x="5538142" y="6600804"/>
                  </a:lnTo>
                  <a:lnTo>
                    <a:pt x="5466390" y="6642230"/>
                  </a:lnTo>
                  <a:close/>
                </a:path>
                <a:path w="6802755" h="7098030">
                  <a:moveTo>
                    <a:pt x="5391902" y="6510868"/>
                  </a:moveTo>
                  <a:lnTo>
                    <a:pt x="5351649" y="6441148"/>
                  </a:lnTo>
                  <a:lnTo>
                    <a:pt x="5421363" y="6400901"/>
                  </a:lnTo>
                  <a:lnTo>
                    <a:pt x="5461617" y="6470615"/>
                  </a:lnTo>
                  <a:lnTo>
                    <a:pt x="5391902" y="6510868"/>
                  </a:lnTo>
                  <a:close/>
                </a:path>
                <a:path w="6802755" h="7098030">
                  <a:moveTo>
                    <a:pt x="5317420" y="6379501"/>
                  </a:moveTo>
                  <a:lnTo>
                    <a:pt x="5278345" y="6311818"/>
                  </a:lnTo>
                  <a:lnTo>
                    <a:pt x="5346022" y="6272744"/>
                  </a:lnTo>
                  <a:lnTo>
                    <a:pt x="5385096" y="6340426"/>
                  </a:lnTo>
                  <a:lnTo>
                    <a:pt x="5317420" y="6379501"/>
                  </a:lnTo>
                  <a:close/>
                </a:path>
                <a:path w="6802755" h="7098030">
                  <a:moveTo>
                    <a:pt x="5243038" y="6247731"/>
                  </a:moveTo>
                  <a:lnTo>
                    <a:pt x="5205432" y="6182595"/>
                  </a:lnTo>
                  <a:lnTo>
                    <a:pt x="5270568" y="6144989"/>
                  </a:lnTo>
                  <a:lnTo>
                    <a:pt x="5308173" y="6210125"/>
                  </a:lnTo>
                  <a:lnTo>
                    <a:pt x="5243038" y="6247731"/>
                  </a:lnTo>
                  <a:close/>
                </a:path>
                <a:path w="6802755" h="7098030">
                  <a:moveTo>
                    <a:pt x="5168656" y="6115966"/>
                  </a:moveTo>
                  <a:lnTo>
                    <a:pt x="5132519" y="6053372"/>
                  </a:lnTo>
                  <a:lnTo>
                    <a:pt x="5195108" y="6017235"/>
                  </a:lnTo>
                  <a:lnTo>
                    <a:pt x="5231245" y="6079830"/>
                  </a:lnTo>
                  <a:lnTo>
                    <a:pt x="5168656" y="6115966"/>
                  </a:lnTo>
                  <a:close/>
                </a:path>
                <a:path w="6802755" h="7098030">
                  <a:moveTo>
                    <a:pt x="5094280" y="5984196"/>
                  </a:moveTo>
                  <a:lnTo>
                    <a:pt x="5059612" y="5924148"/>
                  </a:lnTo>
                  <a:lnTo>
                    <a:pt x="5119654" y="5889480"/>
                  </a:lnTo>
                  <a:lnTo>
                    <a:pt x="5154322" y="5949528"/>
                  </a:lnTo>
                  <a:lnTo>
                    <a:pt x="5094280" y="5984196"/>
                  </a:lnTo>
                  <a:close/>
                </a:path>
                <a:path w="6802755" h="7098030">
                  <a:moveTo>
                    <a:pt x="5019898" y="5852432"/>
                  </a:moveTo>
                  <a:lnTo>
                    <a:pt x="4986699" y="5794931"/>
                  </a:lnTo>
                  <a:lnTo>
                    <a:pt x="5044201" y="5761732"/>
                  </a:lnTo>
                  <a:lnTo>
                    <a:pt x="5077399" y="5819233"/>
                  </a:lnTo>
                  <a:lnTo>
                    <a:pt x="5019898" y="5852432"/>
                  </a:lnTo>
                  <a:close/>
                </a:path>
                <a:path w="6802755" h="7098030">
                  <a:moveTo>
                    <a:pt x="4945522" y="5720667"/>
                  </a:moveTo>
                  <a:lnTo>
                    <a:pt x="4913792" y="5665707"/>
                  </a:lnTo>
                  <a:lnTo>
                    <a:pt x="4968746" y="5633977"/>
                  </a:lnTo>
                  <a:lnTo>
                    <a:pt x="5000476" y="5688937"/>
                  </a:lnTo>
                  <a:lnTo>
                    <a:pt x="4945522" y="5720667"/>
                  </a:lnTo>
                  <a:close/>
                </a:path>
                <a:path w="6802755" h="7098030">
                  <a:moveTo>
                    <a:pt x="4871034" y="5589300"/>
                  </a:moveTo>
                  <a:lnTo>
                    <a:pt x="4840477" y="5536378"/>
                  </a:lnTo>
                  <a:lnTo>
                    <a:pt x="4893399" y="5505826"/>
                  </a:lnTo>
                  <a:lnTo>
                    <a:pt x="4923950" y="5558749"/>
                  </a:lnTo>
                  <a:lnTo>
                    <a:pt x="4871034" y="5589300"/>
                  </a:lnTo>
                  <a:close/>
                </a:path>
                <a:path w="6802755" h="7098030">
                  <a:moveTo>
                    <a:pt x="4796652" y="5457536"/>
                  </a:moveTo>
                  <a:lnTo>
                    <a:pt x="4767564" y="5407154"/>
                  </a:lnTo>
                  <a:lnTo>
                    <a:pt x="4817945" y="5378072"/>
                  </a:lnTo>
                  <a:lnTo>
                    <a:pt x="4847027" y="5428448"/>
                  </a:lnTo>
                  <a:lnTo>
                    <a:pt x="4796652" y="5457536"/>
                  </a:lnTo>
                  <a:close/>
                </a:path>
                <a:path w="6802755" h="7098030">
                  <a:moveTo>
                    <a:pt x="4722270" y="5325765"/>
                  </a:moveTo>
                  <a:lnTo>
                    <a:pt x="4694657" y="5277931"/>
                  </a:lnTo>
                  <a:lnTo>
                    <a:pt x="4742486" y="5250318"/>
                  </a:lnTo>
                  <a:lnTo>
                    <a:pt x="4770105" y="5298152"/>
                  </a:lnTo>
                  <a:lnTo>
                    <a:pt x="4722270" y="5325765"/>
                  </a:lnTo>
                  <a:close/>
                </a:path>
                <a:path w="6802755" h="7098030">
                  <a:moveTo>
                    <a:pt x="4647888" y="5193995"/>
                  </a:moveTo>
                  <a:lnTo>
                    <a:pt x="4621744" y="5148708"/>
                  </a:lnTo>
                  <a:lnTo>
                    <a:pt x="4667032" y="5122563"/>
                  </a:lnTo>
                  <a:lnTo>
                    <a:pt x="4693176" y="5167851"/>
                  </a:lnTo>
                  <a:lnTo>
                    <a:pt x="4647888" y="5193995"/>
                  </a:lnTo>
                  <a:close/>
                </a:path>
                <a:path w="6802755" h="7098030">
                  <a:moveTo>
                    <a:pt x="4573512" y="5062237"/>
                  </a:moveTo>
                  <a:lnTo>
                    <a:pt x="4548837" y="5019490"/>
                  </a:lnTo>
                  <a:lnTo>
                    <a:pt x="4591578" y="4994815"/>
                  </a:lnTo>
                  <a:lnTo>
                    <a:pt x="4616259" y="5037555"/>
                  </a:lnTo>
                  <a:lnTo>
                    <a:pt x="4573512" y="5062237"/>
                  </a:lnTo>
                  <a:close/>
                </a:path>
                <a:path w="6802755" h="7098030">
                  <a:moveTo>
                    <a:pt x="4499131" y="4930466"/>
                  </a:moveTo>
                  <a:lnTo>
                    <a:pt x="4475924" y="4890267"/>
                  </a:lnTo>
                  <a:lnTo>
                    <a:pt x="4516124" y="4867054"/>
                  </a:lnTo>
                  <a:lnTo>
                    <a:pt x="4539330" y="4907260"/>
                  </a:lnTo>
                  <a:lnTo>
                    <a:pt x="4499131" y="4930466"/>
                  </a:lnTo>
                  <a:close/>
                </a:path>
                <a:path w="6802755" h="7098030">
                  <a:moveTo>
                    <a:pt x="4424648" y="4799099"/>
                  </a:moveTo>
                  <a:lnTo>
                    <a:pt x="4402614" y="4760931"/>
                  </a:lnTo>
                  <a:lnTo>
                    <a:pt x="4440776" y="4738897"/>
                  </a:lnTo>
                  <a:lnTo>
                    <a:pt x="4462810" y="4777065"/>
                  </a:lnTo>
                  <a:lnTo>
                    <a:pt x="4424648" y="4799099"/>
                  </a:lnTo>
                  <a:close/>
                </a:path>
                <a:path w="6802755" h="7098030">
                  <a:moveTo>
                    <a:pt x="4350053" y="4668134"/>
                  </a:moveTo>
                  <a:lnTo>
                    <a:pt x="4328902" y="4631494"/>
                  </a:lnTo>
                  <a:lnTo>
                    <a:pt x="4365535" y="4610343"/>
                  </a:lnTo>
                  <a:lnTo>
                    <a:pt x="4386687" y="4646983"/>
                  </a:lnTo>
                  <a:lnTo>
                    <a:pt x="4350053" y="4668134"/>
                  </a:lnTo>
                  <a:close/>
                </a:path>
                <a:path w="6802755" h="7098030">
                  <a:moveTo>
                    <a:pt x="4275677" y="4536364"/>
                  </a:moveTo>
                  <a:lnTo>
                    <a:pt x="4255994" y="4502277"/>
                  </a:lnTo>
                  <a:lnTo>
                    <a:pt x="4290081" y="4482594"/>
                  </a:lnTo>
                  <a:lnTo>
                    <a:pt x="4309764" y="4516682"/>
                  </a:lnTo>
                  <a:lnTo>
                    <a:pt x="4275677" y="4536364"/>
                  </a:lnTo>
                  <a:close/>
                </a:path>
                <a:path w="6802755" h="7098030">
                  <a:moveTo>
                    <a:pt x="4201189" y="4405002"/>
                  </a:moveTo>
                  <a:lnTo>
                    <a:pt x="4182679" y="4372941"/>
                  </a:lnTo>
                  <a:lnTo>
                    <a:pt x="4214735" y="4354431"/>
                  </a:lnTo>
                  <a:lnTo>
                    <a:pt x="4233244" y="4386493"/>
                  </a:lnTo>
                  <a:lnTo>
                    <a:pt x="4201189" y="4405002"/>
                  </a:lnTo>
                  <a:close/>
                </a:path>
                <a:path w="6802755" h="7098030">
                  <a:moveTo>
                    <a:pt x="4126807" y="4273232"/>
                  </a:moveTo>
                  <a:lnTo>
                    <a:pt x="4109766" y="4243723"/>
                  </a:lnTo>
                  <a:lnTo>
                    <a:pt x="4139281" y="4226683"/>
                  </a:lnTo>
                  <a:lnTo>
                    <a:pt x="4156321" y="4256192"/>
                  </a:lnTo>
                  <a:lnTo>
                    <a:pt x="4126807" y="4273232"/>
                  </a:lnTo>
                  <a:close/>
                </a:path>
                <a:path w="6802755" h="7098030">
                  <a:moveTo>
                    <a:pt x="4052212" y="4142274"/>
                  </a:moveTo>
                  <a:lnTo>
                    <a:pt x="4036053" y="4114287"/>
                  </a:lnTo>
                  <a:lnTo>
                    <a:pt x="4064040" y="4098129"/>
                  </a:lnTo>
                  <a:lnTo>
                    <a:pt x="4080198" y="4126115"/>
                  </a:lnTo>
                  <a:lnTo>
                    <a:pt x="4052212" y="4142274"/>
                  </a:lnTo>
                  <a:close/>
                </a:path>
                <a:path w="6802755" h="7098030">
                  <a:moveTo>
                    <a:pt x="3977723" y="4010906"/>
                  </a:moveTo>
                  <a:lnTo>
                    <a:pt x="3962738" y="3984951"/>
                  </a:lnTo>
                  <a:lnTo>
                    <a:pt x="3988693" y="3969966"/>
                  </a:lnTo>
                  <a:lnTo>
                    <a:pt x="4003678" y="3995921"/>
                  </a:lnTo>
                  <a:lnTo>
                    <a:pt x="3977723" y="4010906"/>
                  </a:lnTo>
                  <a:close/>
                </a:path>
                <a:path w="6802755" h="7098030">
                  <a:moveTo>
                    <a:pt x="3903241" y="3879539"/>
                  </a:moveTo>
                  <a:lnTo>
                    <a:pt x="3889434" y="3855621"/>
                  </a:lnTo>
                  <a:lnTo>
                    <a:pt x="3913346" y="3841815"/>
                  </a:lnTo>
                  <a:lnTo>
                    <a:pt x="3927152" y="3865732"/>
                  </a:lnTo>
                  <a:lnTo>
                    <a:pt x="3903241" y="3879539"/>
                  </a:lnTo>
                  <a:close/>
                </a:path>
                <a:path w="6802755" h="7098030">
                  <a:moveTo>
                    <a:pt x="3828753" y="3748171"/>
                  </a:moveTo>
                  <a:lnTo>
                    <a:pt x="3816119" y="3726297"/>
                  </a:lnTo>
                  <a:lnTo>
                    <a:pt x="3838004" y="3713663"/>
                  </a:lnTo>
                  <a:lnTo>
                    <a:pt x="3850633" y="3735537"/>
                  </a:lnTo>
                  <a:lnTo>
                    <a:pt x="3828753" y="3748171"/>
                  </a:lnTo>
                  <a:close/>
                </a:path>
                <a:path w="6802755" h="7098030">
                  <a:moveTo>
                    <a:pt x="3754157" y="3617213"/>
                  </a:moveTo>
                  <a:lnTo>
                    <a:pt x="3742406" y="3596861"/>
                  </a:lnTo>
                  <a:lnTo>
                    <a:pt x="3762764" y="3585109"/>
                  </a:lnTo>
                  <a:lnTo>
                    <a:pt x="3774515" y="3605461"/>
                  </a:lnTo>
                  <a:lnTo>
                    <a:pt x="3754157" y="3617213"/>
                  </a:lnTo>
                  <a:close/>
                </a:path>
                <a:path w="6802755" h="7098030">
                  <a:moveTo>
                    <a:pt x="3679669" y="3485851"/>
                  </a:moveTo>
                  <a:lnTo>
                    <a:pt x="3669090" y="3467525"/>
                  </a:lnTo>
                  <a:lnTo>
                    <a:pt x="3687410" y="3456952"/>
                  </a:lnTo>
                  <a:lnTo>
                    <a:pt x="3697989" y="3475272"/>
                  </a:lnTo>
                  <a:lnTo>
                    <a:pt x="3679669" y="3485851"/>
                  </a:lnTo>
                  <a:close/>
                </a:path>
                <a:path w="6802755" h="7098030">
                  <a:moveTo>
                    <a:pt x="3605074" y="3354880"/>
                  </a:moveTo>
                  <a:lnTo>
                    <a:pt x="3595378" y="3338088"/>
                  </a:lnTo>
                  <a:lnTo>
                    <a:pt x="3612176" y="3328392"/>
                  </a:lnTo>
                  <a:lnTo>
                    <a:pt x="3621872" y="3345184"/>
                  </a:lnTo>
                  <a:lnTo>
                    <a:pt x="3605074" y="3354880"/>
                  </a:lnTo>
                  <a:close/>
                </a:path>
                <a:path w="6802755" h="7098030">
                  <a:moveTo>
                    <a:pt x="3530479" y="3223915"/>
                  </a:moveTo>
                  <a:lnTo>
                    <a:pt x="3521665" y="3208652"/>
                  </a:lnTo>
                  <a:lnTo>
                    <a:pt x="3536935" y="3199838"/>
                  </a:lnTo>
                  <a:lnTo>
                    <a:pt x="3545748" y="3215102"/>
                  </a:lnTo>
                  <a:lnTo>
                    <a:pt x="3530479" y="3223915"/>
                  </a:lnTo>
                  <a:close/>
                </a:path>
                <a:path w="6802755" h="7098030">
                  <a:moveTo>
                    <a:pt x="3455890" y="3092950"/>
                  </a:moveTo>
                  <a:lnTo>
                    <a:pt x="3447953" y="3079209"/>
                  </a:lnTo>
                  <a:lnTo>
                    <a:pt x="3461688" y="3071278"/>
                  </a:lnTo>
                  <a:lnTo>
                    <a:pt x="3469626" y="3085019"/>
                  </a:lnTo>
                  <a:lnTo>
                    <a:pt x="3455890" y="3092950"/>
                  </a:lnTo>
                  <a:close/>
                </a:path>
                <a:path w="6802755" h="7098030">
                  <a:moveTo>
                    <a:pt x="3381401" y="2961589"/>
                  </a:moveTo>
                  <a:lnTo>
                    <a:pt x="3374643" y="2949885"/>
                  </a:lnTo>
                  <a:lnTo>
                    <a:pt x="3386347" y="2943127"/>
                  </a:lnTo>
                  <a:lnTo>
                    <a:pt x="3393105" y="2954830"/>
                  </a:lnTo>
                  <a:lnTo>
                    <a:pt x="3381401" y="2961589"/>
                  </a:lnTo>
                  <a:close/>
                </a:path>
                <a:path w="6802755" h="7098030">
                  <a:moveTo>
                    <a:pt x="3306806" y="2830624"/>
                  </a:moveTo>
                  <a:lnTo>
                    <a:pt x="3300931" y="2820442"/>
                  </a:lnTo>
                  <a:lnTo>
                    <a:pt x="3311106" y="2814567"/>
                  </a:lnTo>
                  <a:lnTo>
                    <a:pt x="3316982" y="2824748"/>
                  </a:lnTo>
                  <a:lnTo>
                    <a:pt x="3306806" y="2830624"/>
                  </a:lnTo>
                  <a:close/>
                </a:path>
                <a:path w="6802755" h="7098030">
                  <a:moveTo>
                    <a:pt x="3232211" y="2699659"/>
                  </a:moveTo>
                  <a:lnTo>
                    <a:pt x="3227218" y="2691006"/>
                  </a:lnTo>
                  <a:lnTo>
                    <a:pt x="3235865" y="2686013"/>
                  </a:lnTo>
                  <a:lnTo>
                    <a:pt x="3240858" y="2694666"/>
                  </a:lnTo>
                  <a:lnTo>
                    <a:pt x="3232211" y="2699659"/>
                  </a:lnTo>
                  <a:close/>
                </a:path>
                <a:path w="6802755" h="7098030">
                  <a:moveTo>
                    <a:pt x="3157509" y="2569097"/>
                  </a:moveTo>
                  <a:lnTo>
                    <a:pt x="3153102" y="2561462"/>
                  </a:lnTo>
                  <a:lnTo>
                    <a:pt x="3160737" y="2557056"/>
                  </a:lnTo>
                  <a:lnTo>
                    <a:pt x="3165144" y="2564691"/>
                  </a:lnTo>
                  <a:lnTo>
                    <a:pt x="3157509" y="2569097"/>
                  </a:lnTo>
                  <a:close/>
                </a:path>
                <a:path w="6802755" h="7098030">
                  <a:moveTo>
                    <a:pt x="3082808" y="2438535"/>
                  </a:moveTo>
                  <a:lnTo>
                    <a:pt x="3078987" y="2431919"/>
                  </a:lnTo>
                  <a:lnTo>
                    <a:pt x="3085603" y="2428099"/>
                  </a:lnTo>
                  <a:lnTo>
                    <a:pt x="3089424" y="2434715"/>
                  </a:lnTo>
                  <a:lnTo>
                    <a:pt x="3082808" y="2438535"/>
                  </a:lnTo>
                  <a:close/>
                </a:path>
                <a:path w="6802755" h="7098030">
                  <a:moveTo>
                    <a:pt x="3008212" y="2307571"/>
                  </a:moveTo>
                  <a:lnTo>
                    <a:pt x="3005275" y="2302477"/>
                  </a:lnTo>
                  <a:lnTo>
                    <a:pt x="3010362" y="2299539"/>
                  </a:lnTo>
                  <a:lnTo>
                    <a:pt x="3013300" y="2304633"/>
                  </a:lnTo>
                  <a:lnTo>
                    <a:pt x="3008212" y="2307571"/>
                  </a:lnTo>
                  <a:close/>
                </a:path>
                <a:path w="6802755" h="7098030">
                  <a:moveTo>
                    <a:pt x="2933511" y="2177003"/>
                  </a:moveTo>
                  <a:lnTo>
                    <a:pt x="2931159" y="2172934"/>
                  </a:lnTo>
                  <a:lnTo>
                    <a:pt x="2935229" y="2170582"/>
                  </a:lnTo>
                  <a:lnTo>
                    <a:pt x="2937580" y="2174651"/>
                  </a:lnTo>
                  <a:lnTo>
                    <a:pt x="2933511" y="2177003"/>
                  </a:lnTo>
                  <a:close/>
                </a:path>
                <a:path w="6802755" h="7098030">
                  <a:moveTo>
                    <a:pt x="2858804" y="2046441"/>
                  </a:moveTo>
                  <a:lnTo>
                    <a:pt x="2857044" y="2043390"/>
                  </a:lnTo>
                  <a:lnTo>
                    <a:pt x="2860095" y="2041631"/>
                  </a:lnTo>
                  <a:lnTo>
                    <a:pt x="2861860" y="2044681"/>
                  </a:lnTo>
                  <a:lnTo>
                    <a:pt x="2858804" y="2046441"/>
                  </a:lnTo>
                  <a:close/>
                </a:path>
                <a:path w="6802755" h="7098030">
                  <a:moveTo>
                    <a:pt x="2784101" y="1915879"/>
                  </a:moveTo>
                  <a:lnTo>
                    <a:pt x="2782929" y="1913841"/>
                  </a:lnTo>
                  <a:lnTo>
                    <a:pt x="2784960" y="1912668"/>
                  </a:lnTo>
                  <a:lnTo>
                    <a:pt x="2786139" y="1914706"/>
                  </a:lnTo>
                  <a:lnTo>
                    <a:pt x="2784101" y="1915879"/>
                  </a:lnTo>
                  <a:close/>
                </a:path>
                <a:path w="6802755" h="7098030">
                  <a:moveTo>
                    <a:pt x="2710419" y="1784730"/>
                  </a:moveTo>
                  <a:lnTo>
                    <a:pt x="2709068" y="1784730"/>
                  </a:lnTo>
                  <a:lnTo>
                    <a:pt x="2708819" y="1784298"/>
                  </a:lnTo>
                  <a:lnTo>
                    <a:pt x="2710170" y="1784298"/>
                  </a:lnTo>
                  <a:lnTo>
                    <a:pt x="2710419" y="1784730"/>
                  </a:lnTo>
                  <a:close/>
                </a:path>
                <a:path w="6802755" h="7098030">
                  <a:moveTo>
                    <a:pt x="4441848" y="1478365"/>
                  </a:moveTo>
                  <a:lnTo>
                    <a:pt x="4435232" y="1478365"/>
                  </a:lnTo>
                  <a:lnTo>
                    <a:pt x="4431412" y="1465665"/>
                  </a:lnTo>
                  <a:lnTo>
                    <a:pt x="4438028" y="1465665"/>
                  </a:lnTo>
                  <a:lnTo>
                    <a:pt x="4441848" y="1478365"/>
                  </a:lnTo>
                  <a:close/>
                </a:path>
                <a:path w="6802755" h="7098030">
                  <a:moveTo>
                    <a:pt x="5642354" y="1478365"/>
                  </a:moveTo>
                  <a:lnTo>
                    <a:pt x="5636182" y="1465665"/>
                  </a:lnTo>
                  <a:lnTo>
                    <a:pt x="5653039" y="1465665"/>
                  </a:lnTo>
                  <a:lnTo>
                    <a:pt x="5642354" y="1478365"/>
                  </a:lnTo>
                  <a:close/>
                </a:path>
                <a:path w="6802755" h="7098030">
                  <a:moveTo>
                    <a:pt x="6529002" y="1491065"/>
                  </a:moveTo>
                  <a:lnTo>
                    <a:pt x="6515254" y="1491065"/>
                  </a:lnTo>
                  <a:lnTo>
                    <a:pt x="6507323" y="1478365"/>
                  </a:lnTo>
                  <a:lnTo>
                    <a:pt x="6521065" y="1465665"/>
                  </a:lnTo>
                  <a:lnTo>
                    <a:pt x="6529002" y="1491065"/>
                  </a:lnTo>
                  <a:close/>
                </a:path>
                <a:path w="6802755" h="7098030">
                  <a:moveTo>
                    <a:pt x="5317808" y="1491065"/>
                  </a:moveTo>
                  <a:lnTo>
                    <a:pt x="5302556" y="1491065"/>
                  </a:lnTo>
                  <a:lnTo>
                    <a:pt x="5312223" y="1478365"/>
                  </a:lnTo>
                  <a:lnTo>
                    <a:pt x="5317808" y="1491065"/>
                  </a:lnTo>
                  <a:close/>
                </a:path>
                <a:path w="6802755" h="7098030">
                  <a:moveTo>
                    <a:pt x="6180929" y="1516465"/>
                  </a:moveTo>
                  <a:lnTo>
                    <a:pt x="6173288" y="1503765"/>
                  </a:lnTo>
                  <a:lnTo>
                    <a:pt x="6186520" y="1491065"/>
                  </a:lnTo>
                  <a:lnTo>
                    <a:pt x="6194161" y="1503765"/>
                  </a:lnTo>
                  <a:lnTo>
                    <a:pt x="6180929" y="1516465"/>
                  </a:lnTo>
                  <a:close/>
                </a:path>
                <a:path w="6802755" h="7098030">
                  <a:moveTo>
                    <a:pt x="4973912" y="1516465"/>
                  </a:moveTo>
                  <a:lnTo>
                    <a:pt x="4968919" y="1503765"/>
                  </a:lnTo>
                  <a:lnTo>
                    <a:pt x="4982565" y="1503765"/>
                  </a:lnTo>
                  <a:lnTo>
                    <a:pt x="4973912" y="1516465"/>
                  </a:lnTo>
                  <a:close/>
                </a:path>
                <a:path w="6802755" h="7098030">
                  <a:moveTo>
                    <a:pt x="4647330" y="1529165"/>
                  </a:moveTo>
                  <a:lnTo>
                    <a:pt x="4635288" y="1529165"/>
                  </a:lnTo>
                  <a:lnTo>
                    <a:pt x="4642923" y="1516465"/>
                  </a:lnTo>
                  <a:lnTo>
                    <a:pt x="4647330" y="1529165"/>
                  </a:lnTo>
                  <a:close/>
                </a:path>
                <a:path w="6802755" h="7098030">
                  <a:moveTo>
                    <a:pt x="5858924" y="1529165"/>
                  </a:moveTo>
                  <a:lnTo>
                    <a:pt x="5846710" y="1529165"/>
                  </a:lnTo>
                  <a:lnTo>
                    <a:pt x="5839656" y="1516465"/>
                  </a:lnTo>
                  <a:lnTo>
                    <a:pt x="5851869" y="1516465"/>
                  </a:lnTo>
                  <a:lnTo>
                    <a:pt x="5858924" y="1529165"/>
                  </a:lnTo>
                  <a:close/>
                </a:path>
                <a:path w="6802755" h="7098030">
                  <a:moveTo>
                    <a:pt x="5512486" y="1554565"/>
                  </a:moveTo>
                  <a:lnTo>
                    <a:pt x="5506024" y="1541865"/>
                  </a:lnTo>
                  <a:lnTo>
                    <a:pt x="5517219" y="1529165"/>
                  </a:lnTo>
                  <a:lnTo>
                    <a:pt x="5523681" y="1541865"/>
                  </a:lnTo>
                  <a:lnTo>
                    <a:pt x="5512486" y="1554565"/>
                  </a:lnTo>
                  <a:close/>
                </a:path>
                <a:path w="6802755" h="7098030">
                  <a:moveTo>
                    <a:pt x="6719824" y="1554565"/>
                  </a:moveTo>
                  <a:lnTo>
                    <a:pt x="6711597" y="1529165"/>
                  </a:lnTo>
                  <a:lnTo>
                    <a:pt x="6725848" y="1529165"/>
                  </a:lnTo>
                  <a:lnTo>
                    <a:pt x="6734075" y="1541865"/>
                  </a:lnTo>
                  <a:lnTo>
                    <a:pt x="6719824" y="1554565"/>
                  </a:lnTo>
                  <a:close/>
                </a:path>
                <a:path w="6802755" h="7098030">
                  <a:moveTo>
                    <a:pt x="4312087" y="1554565"/>
                  </a:moveTo>
                  <a:lnTo>
                    <a:pt x="4305477" y="1554565"/>
                  </a:lnTo>
                  <a:lnTo>
                    <a:pt x="4301656" y="1541865"/>
                  </a:lnTo>
                  <a:lnTo>
                    <a:pt x="4308266" y="1541865"/>
                  </a:lnTo>
                  <a:lnTo>
                    <a:pt x="4312087" y="1554565"/>
                  </a:lnTo>
                  <a:close/>
                </a:path>
                <a:path w="6802755" h="7098030">
                  <a:moveTo>
                    <a:pt x="6385392" y="1567265"/>
                  </a:moveTo>
                  <a:lnTo>
                    <a:pt x="6377165" y="1554565"/>
                  </a:lnTo>
                  <a:lnTo>
                    <a:pt x="6391416" y="1541865"/>
                  </a:lnTo>
                  <a:lnTo>
                    <a:pt x="6399643" y="1554565"/>
                  </a:lnTo>
                  <a:lnTo>
                    <a:pt x="6385392" y="1567265"/>
                  </a:lnTo>
                  <a:close/>
                </a:path>
                <a:path w="6802755" h="7098030">
                  <a:moveTo>
                    <a:pt x="5188046" y="1567265"/>
                  </a:moveTo>
                  <a:lnTo>
                    <a:pt x="5178374" y="1567265"/>
                  </a:lnTo>
                  <a:lnTo>
                    <a:pt x="5172795" y="1554565"/>
                  </a:lnTo>
                  <a:lnTo>
                    <a:pt x="5182461" y="1554565"/>
                  </a:lnTo>
                  <a:lnTo>
                    <a:pt x="5188046" y="1567265"/>
                  </a:lnTo>
                  <a:close/>
                </a:path>
                <a:path w="6802755" h="7098030">
                  <a:moveTo>
                    <a:pt x="6051168" y="1592665"/>
                  </a:moveTo>
                  <a:lnTo>
                    <a:pt x="6043527" y="1579965"/>
                  </a:lnTo>
                  <a:lnTo>
                    <a:pt x="6056765" y="1567265"/>
                  </a:lnTo>
                  <a:lnTo>
                    <a:pt x="6064400" y="1579965"/>
                  </a:lnTo>
                  <a:lnTo>
                    <a:pt x="6051168" y="1592665"/>
                  </a:lnTo>
                  <a:close/>
                </a:path>
                <a:path w="6802755" h="7098030">
                  <a:moveTo>
                    <a:pt x="4844157" y="1592665"/>
                  </a:moveTo>
                  <a:lnTo>
                    <a:pt x="4839164" y="1579965"/>
                  </a:lnTo>
                  <a:lnTo>
                    <a:pt x="4852804" y="1579965"/>
                  </a:lnTo>
                  <a:lnTo>
                    <a:pt x="4844157" y="1592665"/>
                  </a:lnTo>
                  <a:close/>
                </a:path>
                <a:path w="6802755" h="7098030">
                  <a:moveTo>
                    <a:pt x="4517568" y="1605365"/>
                  </a:moveTo>
                  <a:lnTo>
                    <a:pt x="4505527" y="1605365"/>
                  </a:lnTo>
                  <a:lnTo>
                    <a:pt x="4513161" y="1592665"/>
                  </a:lnTo>
                  <a:lnTo>
                    <a:pt x="4517568" y="1605365"/>
                  </a:lnTo>
                  <a:close/>
                </a:path>
                <a:path w="6802755" h="7098030">
                  <a:moveTo>
                    <a:pt x="5729565" y="1605365"/>
                  </a:moveTo>
                  <a:lnTo>
                    <a:pt x="5716842" y="1605365"/>
                  </a:lnTo>
                  <a:lnTo>
                    <a:pt x="5709498" y="1592665"/>
                  </a:lnTo>
                  <a:lnTo>
                    <a:pt x="5722221" y="1592665"/>
                  </a:lnTo>
                  <a:lnTo>
                    <a:pt x="5729565" y="1605365"/>
                  </a:lnTo>
                  <a:close/>
                </a:path>
                <a:path w="6802755" h="7098030">
                  <a:moveTo>
                    <a:pt x="5382731" y="1630765"/>
                  </a:moveTo>
                  <a:lnTo>
                    <a:pt x="5376269" y="1618065"/>
                  </a:lnTo>
                  <a:lnTo>
                    <a:pt x="5387457" y="1605365"/>
                  </a:lnTo>
                  <a:lnTo>
                    <a:pt x="5393920" y="1618065"/>
                  </a:lnTo>
                  <a:lnTo>
                    <a:pt x="5382731" y="1630765"/>
                  </a:lnTo>
                  <a:close/>
                </a:path>
                <a:path w="6802755" h="7098030">
                  <a:moveTo>
                    <a:pt x="6605113" y="1618065"/>
                  </a:moveTo>
                  <a:lnTo>
                    <a:pt x="6589849" y="1618065"/>
                  </a:lnTo>
                  <a:lnTo>
                    <a:pt x="6581036" y="1605365"/>
                  </a:lnTo>
                  <a:lnTo>
                    <a:pt x="6596299" y="1605365"/>
                  </a:lnTo>
                  <a:lnTo>
                    <a:pt x="6605113" y="1618065"/>
                  </a:lnTo>
                  <a:close/>
                </a:path>
                <a:path w="6802755" h="7098030">
                  <a:moveTo>
                    <a:pt x="4175716" y="1630765"/>
                  </a:moveTo>
                  <a:lnTo>
                    <a:pt x="4171895" y="1618065"/>
                  </a:lnTo>
                  <a:lnTo>
                    <a:pt x="4182332" y="1618065"/>
                  </a:lnTo>
                  <a:lnTo>
                    <a:pt x="4175716" y="1630765"/>
                  </a:lnTo>
                  <a:close/>
                </a:path>
                <a:path w="6802755" h="7098030">
                  <a:moveTo>
                    <a:pt x="6255524" y="1643465"/>
                  </a:moveTo>
                  <a:lnTo>
                    <a:pt x="6247001" y="1630765"/>
                  </a:lnTo>
                  <a:lnTo>
                    <a:pt x="6261761" y="1618065"/>
                  </a:lnTo>
                  <a:lnTo>
                    <a:pt x="6270279" y="1630765"/>
                  </a:lnTo>
                  <a:lnTo>
                    <a:pt x="6255524" y="1643465"/>
                  </a:lnTo>
                  <a:close/>
                </a:path>
                <a:path w="6802755" h="7098030">
                  <a:moveTo>
                    <a:pt x="5058689" y="1643465"/>
                  </a:moveTo>
                  <a:lnTo>
                    <a:pt x="5048507" y="1643465"/>
                  </a:lnTo>
                  <a:lnTo>
                    <a:pt x="5042631" y="1630765"/>
                  </a:lnTo>
                  <a:lnTo>
                    <a:pt x="5052813" y="1630765"/>
                  </a:lnTo>
                  <a:lnTo>
                    <a:pt x="5058689" y="1643465"/>
                  </a:lnTo>
                  <a:close/>
                </a:path>
                <a:path w="6802755" h="7098030">
                  <a:moveTo>
                    <a:pt x="5921300" y="1668865"/>
                  </a:moveTo>
                  <a:lnTo>
                    <a:pt x="5913368" y="1643465"/>
                  </a:lnTo>
                  <a:lnTo>
                    <a:pt x="5927110" y="1643465"/>
                  </a:lnTo>
                  <a:lnTo>
                    <a:pt x="5935047" y="1656165"/>
                  </a:lnTo>
                  <a:lnTo>
                    <a:pt x="5921300" y="1668865"/>
                  </a:lnTo>
                  <a:close/>
                </a:path>
                <a:path w="6802755" h="7098030">
                  <a:moveTo>
                    <a:pt x="4714397" y="1668865"/>
                  </a:moveTo>
                  <a:lnTo>
                    <a:pt x="4709404" y="1656165"/>
                  </a:lnTo>
                  <a:lnTo>
                    <a:pt x="4723044" y="1656165"/>
                  </a:lnTo>
                  <a:lnTo>
                    <a:pt x="4714397" y="1668865"/>
                  </a:lnTo>
                  <a:close/>
                </a:path>
                <a:path w="6802755" h="7098030">
                  <a:moveTo>
                    <a:pt x="5587081" y="1681565"/>
                  </a:moveTo>
                  <a:lnTo>
                    <a:pt x="5579736" y="1668865"/>
                  </a:lnTo>
                  <a:lnTo>
                    <a:pt x="5592459" y="1656165"/>
                  </a:lnTo>
                  <a:lnTo>
                    <a:pt x="5599804" y="1668865"/>
                  </a:lnTo>
                  <a:lnTo>
                    <a:pt x="5587081" y="1681565"/>
                  </a:lnTo>
                  <a:close/>
                </a:path>
                <a:path w="6802755" h="7098030">
                  <a:moveTo>
                    <a:pt x="6802291" y="1668865"/>
                  </a:moveTo>
                  <a:lnTo>
                    <a:pt x="6790931" y="1668865"/>
                  </a:lnTo>
                  <a:lnTo>
                    <a:pt x="6799579" y="1656165"/>
                  </a:lnTo>
                  <a:lnTo>
                    <a:pt x="6802291" y="1668865"/>
                  </a:lnTo>
                  <a:close/>
                </a:path>
                <a:path w="6802755" h="7098030">
                  <a:moveTo>
                    <a:pt x="4387814" y="1681565"/>
                  </a:moveTo>
                  <a:lnTo>
                    <a:pt x="4375765" y="1681565"/>
                  </a:lnTo>
                  <a:lnTo>
                    <a:pt x="4383406" y="1668865"/>
                  </a:lnTo>
                  <a:lnTo>
                    <a:pt x="4387814" y="1681565"/>
                  </a:lnTo>
                  <a:close/>
                </a:path>
                <a:path w="6802755" h="7098030">
                  <a:moveTo>
                    <a:pt x="6475760" y="1694265"/>
                  </a:moveTo>
                  <a:lnTo>
                    <a:pt x="6459987" y="1694265"/>
                  </a:lnTo>
                  <a:lnTo>
                    <a:pt x="6450878" y="1681565"/>
                  </a:lnTo>
                  <a:lnTo>
                    <a:pt x="6466651" y="1668865"/>
                  </a:lnTo>
                  <a:lnTo>
                    <a:pt x="6475760" y="1694265"/>
                  </a:lnTo>
                  <a:close/>
                </a:path>
                <a:path w="6802755" h="7098030">
                  <a:moveTo>
                    <a:pt x="5252856" y="1706965"/>
                  </a:moveTo>
                  <a:lnTo>
                    <a:pt x="5246098" y="1694265"/>
                  </a:lnTo>
                  <a:lnTo>
                    <a:pt x="5257808" y="1681565"/>
                  </a:lnTo>
                  <a:lnTo>
                    <a:pt x="5264566" y="1694265"/>
                  </a:lnTo>
                  <a:lnTo>
                    <a:pt x="5252856" y="1706965"/>
                  </a:lnTo>
                  <a:close/>
                </a:path>
                <a:path w="6802755" h="7098030">
                  <a:moveTo>
                    <a:pt x="4045955" y="1706965"/>
                  </a:moveTo>
                  <a:lnTo>
                    <a:pt x="4042135" y="1694265"/>
                  </a:lnTo>
                  <a:lnTo>
                    <a:pt x="4052571" y="1694265"/>
                  </a:lnTo>
                  <a:lnTo>
                    <a:pt x="4045955" y="1706965"/>
                  </a:lnTo>
                  <a:close/>
                </a:path>
                <a:path w="6802755" h="7098030">
                  <a:moveTo>
                    <a:pt x="6125769" y="1719665"/>
                  </a:moveTo>
                  <a:lnTo>
                    <a:pt x="6117246" y="1706965"/>
                  </a:lnTo>
                  <a:lnTo>
                    <a:pt x="6132007" y="1694265"/>
                  </a:lnTo>
                  <a:lnTo>
                    <a:pt x="6140524" y="1706965"/>
                  </a:lnTo>
                  <a:lnTo>
                    <a:pt x="6125769" y="1719665"/>
                  </a:lnTo>
                  <a:close/>
                </a:path>
                <a:path w="6802755" h="7098030">
                  <a:moveTo>
                    <a:pt x="4928928" y="1719665"/>
                  </a:moveTo>
                  <a:lnTo>
                    <a:pt x="4918752" y="1719665"/>
                  </a:lnTo>
                  <a:lnTo>
                    <a:pt x="4912876" y="1706965"/>
                  </a:lnTo>
                  <a:lnTo>
                    <a:pt x="4923052" y="1706965"/>
                  </a:lnTo>
                  <a:lnTo>
                    <a:pt x="4928928" y="1719665"/>
                  </a:lnTo>
                  <a:close/>
                </a:path>
                <a:path w="6802755" h="7098030">
                  <a:moveTo>
                    <a:pt x="4584635" y="1745065"/>
                  </a:moveTo>
                  <a:lnTo>
                    <a:pt x="4579642" y="1732365"/>
                  </a:lnTo>
                  <a:lnTo>
                    <a:pt x="4588290" y="1719665"/>
                  </a:lnTo>
                  <a:lnTo>
                    <a:pt x="4593289" y="1732365"/>
                  </a:lnTo>
                  <a:lnTo>
                    <a:pt x="4584635" y="1745065"/>
                  </a:lnTo>
                  <a:close/>
                </a:path>
                <a:path w="6802755" h="7098030">
                  <a:moveTo>
                    <a:pt x="5805683" y="1732365"/>
                  </a:moveTo>
                  <a:lnTo>
                    <a:pt x="5791438" y="1732365"/>
                  </a:lnTo>
                  <a:lnTo>
                    <a:pt x="5783211" y="1719665"/>
                  </a:lnTo>
                  <a:lnTo>
                    <a:pt x="5797456" y="1719665"/>
                  </a:lnTo>
                  <a:lnTo>
                    <a:pt x="5805683" y="1732365"/>
                  </a:lnTo>
                  <a:close/>
                </a:path>
                <a:path w="6802755" h="7098030">
                  <a:moveTo>
                    <a:pt x="5457213" y="1757765"/>
                  </a:moveTo>
                  <a:lnTo>
                    <a:pt x="5449573" y="1745065"/>
                  </a:lnTo>
                  <a:lnTo>
                    <a:pt x="5462810" y="1732365"/>
                  </a:lnTo>
                  <a:lnTo>
                    <a:pt x="5470445" y="1745065"/>
                  </a:lnTo>
                  <a:lnTo>
                    <a:pt x="5457213" y="1757765"/>
                  </a:lnTo>
                  <a:close/>
                </a:path>
                <a:path w="6802755" h="7098030">
                  <a:moveTo>
                    <a:pt x="6664450" y="1757765"/>
                  </a:moveTo>
                  <a:lnTo>
                    <a:pt x="6654754" y="1732365"/>
                  </a:lnTo>
                  <a:lnTo>
                    <a:pt x="6671540" y="1732365"/>
                  </a:lnTo>
                  <a:lnTo>
                    <a:pt x="6681236" y="1745065"/>
                  </a:lnTo>
                  <a:lnTo>
                    <a:pt x="6664450" y="1757765"/>
                  </a:lnTo>
                  <a:close/>
                </a:path>
                <a:path w="6802755" h="7098030">
                  <a:moveTo>
                    <a:pt x="4258052" y="1757765"/>
                  </a:moveTo>
                  <a:lnTo>
                    <a:pt x="4250418" y="1757765"/>
                  </a:lnTo>
                  <a:lnTo>
                    <a:pt x="4246011" y="1745065"/>
                  </a:lnTo>
                  <a:lnTo>
                    <a:pt x="4253645" y="1745065"/>
                  </a:lnTo>
                  <a:lnTo>
                    <a:pt x="4258052" y="1757765"/>
                  </a:lnTo>
                  <a:close/>
                </a:path>
                <a:path w="6802755" h="7098030">
                  <a:moveTo>
                    <a:pt x="6346402" y="1770465"/>
                  </a:moveTo>
                  <a:lnTo>
                    <a:pt x="6330120" y="1770465"/>
                  </a:lnTo>
                  <a:lnTo>
                    <a:pt x="6320720" y="1757765"/>
                  </a:lnTo>
                  <a:lnTo>
                    <a:pt x="6337002" y="1745065"/>
                  </a:lnTo>
                  <a:lnTo>
                    <a:pt x="6346402" y="1770465"/>
                  </a:lnTo>
                  <a:close/>
                </a:path>
                <a:path w="6802755" h="7098030">
                  <a:moveTo>
                    <a:pt x="5134806" y="1770465"/>
                  </a:moveTo>
                  <a:lnTo>
                    <a:pt x="5116344" y="1770465"/>
                  </a:lnTo>
                  <a:lnTo>
                    <a:pt x="5128048" y="1757765"/>
                  </a:lnTo>
                  <a:lnTo>
                    <a:pt x="5134806" y="1770465"/>
                  </a:lnTo>
                  <a:close/>
                </a:path>
                <a:path w="6802755" h="7098030">
                  <a:moveTo>
                    <a:pt x="3916195" y="1783165"/>
                  </a:moveTo>
                  <a:lnTo>
                    <a:pt x="3912374" y="1770465"/>
                  </a:lnTo>
                  <a:lnTo>
                    <a:pt x="3922816" y="1770465"/>
                  </a:lnTo>
                  <a:lnTo>
                    <a:pt x="3916195" y="1783165"/>
                  </a:lnTo>
                  <a:close/>
                </a:path>
                <a:path w="6802755" h="7098030">
                  <a:moveTo>
                    <a:pt x="5995894" y="1795865"/>
                  </a:moveTo>
                  <a:lnTo>
                    <a:pt x="5987081" y="1783165"/>
                  </a:lnTo>
                  <a:lnTo>
                    <a:pt x="6002344" y="1770465"/>
                  </a:lnTo>
                  <a:lnTo>
                    <a:pt x="6011158" y="1783165"/>
                  </a:lnTo>
                  <a:lnTo>
                    <a:pt x="5995894" y="1795865"/>
                  </a:lnTo>
                  <a:close/>
                </a:path>
                <a:path w="6802755" h="7098030">
                  <a:moveTo>
                    <a:pt x="4799168" y="1795865"/>
                  </a:moveTo>
                  <a:lnTo>
                    <a:pt x="4788992" y="1795865"/>
                  </a:lnTo>
                  <a:lnTo>
                    <a:pt x="4783116" y="1783165"/>
                  </a:lnTo>
                  <a:lnTo>
                    <a:pt x="4793292" y="1783165"/>
                  </a:lnTo>
                  <a:lnTo>
                    <a:pt x="4799168" y="1795865"/>
                  </a:lnTo>
                  <a:close/>
                </a:path>
                <a:path w="6802755" h="7098030">
                  <a:moveTo>
                    <a:pt x="4463534" y="1808565"/>
                  </a:moveTo>
                  <a:lnTo>
                    <a:pt x="4449881" y="1808565"/>
                  </a:lnTo>
                  <a:lnTo>
                    <a:pt x="4458534" y="1795865"/>
                  </a:lnTo>
                  <a:lnTo>
                    <a:pt x="4463534" y="1808565"/>
                  </a:lnTo>
                  <a:close/>
                </a:path>
                <a:path w="6802755" h="7098030">
                  <a:moveTo>
                    <a:pt x="5675927" y="1808565"/>
                  </a:moveTo>
                  <a:lnTo>
                    <a:pt x="5661676" y="1808565"/>
                  </a:lnTo>
                  <a:lnTo>
                    <a:pt x="5653450" y="1795865"/>
                  </a:lnTo>
                  <a:lnTo>
                    <a:pt x="5667700" y="1795865"/>
                  </a:lnTo>
                  <a:lnTo>
                    <a:pt x="5675927" y="1808565"/>
                  </a:lnTo>
                  <a:close/>
                </a:path>
                <a:path w="6802755" h="7098030">
                  <a:moveTo>
                    <a:pt x="5327457" y="1833965"/>
                  </a:moveTo>
                  <a:lnTo>
                    <a:pt x="5319817" y="1821265"/>
                  </a:lnTo>
                  <a:lnTo>
                    <a:pt x="5333049" y="1808565"/>
                  </a:lnTo>
                  <a:lnTo>
                    <a:pt x="5340683" y="1821265"/>
                  </a:lnTo>
                  <a:lnTo>
                    <a:pt x="5327457" y="1833965"/>
                  </a:lnTo>
                  <a:close/>
                </a:path>
                <a:path w="6802755" h="7098030">
                  <a:moveTo>
                    <a:pt x="6534475" y="1833965"/>
                  </a:moveTo>
                  <a:lnTo>
                    <a:pt x="6524193" y="1808565"/>
                  </a:lnTo>
                  <a:lnTo>
                    <a:pt x="6542004" y="1808565"/>
                  </a:lnTo>
                  <a:lnTo>
                    <a:pt x="6552286" y="1821265"/>
                  </a:lnTo>
                  <a:lnTo>
                    <a:pt x="6534475" y="1833965"/>
                  </a:lnTo>
                  <a:close/>
                </a:path>
                <a:path w="6802755" h="7098030">
                  <a:moveTo>
                    <a:pt x="4128292" y="1833965"/>
                  </a:moveTo>
                  <a:lnTo>
                    <a:pt x="4120663" y="1833965"/>
                  </a:lnTo>
                  <a:lnTo>
                    <a:pt x="4116256" y="1821265"/>
                  </a:lnTo>
                  <a:lnTo>
                    <a:pt x="4123885" y="1821265"/>
                  </a:lnTo>
                  <a:lnTo>
                    <a:pt x="4128292" y="1833965"/>
                  </a:lnTo>
                  <a:close/>
                </a:path>
                <a:path w="6802755" h="7098030">
                  <a:moveTo>
                    <a:pt x="6217044" y="1846665"/>
                  </a:moveTo>
                  <a:lnTo>
                    <a:pt x="6200252" y="1846665"/>
                  </a:lnTo>
                  <a:lnTo>
                    <a:pt x="6190556" y="1833965"/>
                  </a:lnTo>
                  <a:lnTo>
                    <a:pt x="6207347" y="1821265"/>
                  </a:lnTo>
                  <a:lnTo>
                    <a:pt x="6217044" y="1846665"/>
                  </a:lnTo>
                  <a:close/>
                </a:path>
                <a:path w="6802755" h="7098030">
                  <a:moveTo>
                    <a:pt x="5005448" y="1846665"/>
                  </a:moveTo>
                  <a:lnTo>
                    <a:pt x="4993234" y="1846665"/>
                  </a:lnTo>
                  <a:lnTo>
                    <a:pt x="4986186" y="1833965"/>
                  </a:lnTo>
                  <a:lnTo>
                    <a:pt x="4998399" y="1833965"/>
                  </a:lnTo>
                  <a:lnTo>
                    <a:pt x="5005448" y="1846665"/>
                  </a:lnTo>
                  <a:close/>
                </a:path>
                <a:path w="6802755" h="7098030">
                  <a:moveTo>
                    <a:pt x="5866033" y="1872065"/>
                  </a:moveTo>
                  <a:lnTo>
                    <a:pt x="5856923" y="1859365"/>
                  </a:lnTo>
                  <a:lnTo>
                    <a:pt x="5872696" y="1846665"/>
                  </a:lnTo>
                  <a:lnTo>
                    <a:pt x="5881806" y="1859365"/>
                  </a:lnTo>
                  <a:lnTo>
                    <a:pt x="5866033" y="1872065"/>
                  </a:lnTo>
                  <a:close/>
                </a:path>
                <a:path w="6802755" h="7098030">
                  <a:moveTo>
                    <a:pt x="4659231" y="1872065"/>
                  </a:moveTo>
                  <a:lnTo>
                    <a:pt x="4653355" y="1859365"/>
                  </a:lnTo>
                  <a:lnTo>
                    <a:pt x="4669406" y="1859365"/>
                  </a:lnTo>
                  <a:lnTo>
                    <a:pt x="4659231" y="1872065"/>
                  </a:lnTo>
                  <a:close/>
                </a:path>
                <a:path w="6802755" h="7098030">
                  <a:moveTo>
                    <a:pt x="5546569" y="1884765"/>
                  </a:moveTo>
                  <a:lnTo>
                    <a:pt x="5531815" y="1884765"/>
                  </a:lnTo>
                  <a:lnTo>
                    <a:pt x="5523291" y="1872065"/>
                  </a:lnTo>
                  <a:lnTo>
                    <a:pt x="5538052" y="1859365"/>
                  </a:lnTo>
                  <a:lnTo>
                    <a:pt x="5546569" y="1884765"/>
                  </a:lnTo>
                  <a:close/>
                </a:path>
                <a:path w="6802755" h="7098030">
                  <a:moveTo>
                    <a:pt x="6739472" y="1884765"/>
                  </a:moveTo>
                  <a:lnTo>
                    <a:pt x="6730066" y="1872065"/>
                  </a:lnTo>
                  <a:lnTo>
                    <a:pt x="6746354" y="1859365"/>
                  </a:lnTo>
                  <a:lnTo>
                    <a:pt x="6755754" y="1872065"/>
                  </a:lnTo>
                  <a:lnTo>
                    <a:pt x="6739472" y="1884765"/>
                  </a:lnTo>
                  <a:close/>
                </a:path>
                <a:path w="6802755" h="7098030">
                  <a:moveTo>
                    <a:pt x="4333773" y="1884765"/>
                  </a:moveTo>
                  <a:lnTo>
                    <a:pt x="4320120" y="1884765"/>
                  </a:lnTo>
                  <a:lnTo>
                    <a:pt x="4328774" y="1872065"/>
                  </a:lnTo>
                  <a:lnTo>
                    <a:pt x="4333773" y="1884765"/>
                  </a:lnTo>
                  <a:close/>
                </a:path>
                <a:path w="6802755" h="7098030">
                  <a:moveTo>
                    <a:pt x="6404715" y="1910165"/>
                  </a:moveTo>
                  <a:lnTo>
                    <a:pt x="6394432" y="1884765"/>
                  </a:lnTo>
                  <a:lnTo>
                    <a:pt x="6412243" y="1872065"/>
                  </a:lnTo>
                  <a:lnTo>
                    <a:pt x="6422526" y="1897465"/>
                  </a:lnTo>
                  <a:lnTo>
                    <a:pt x="6404715" y="1910165"/>
                  </a:lnTo>
                  <a:close/>
                </a:path>
                <a:path w="6802755" h="7098030">
                  <a:moveTo>
                    <a:pt x="5197590" y="1910165"/>
                  </a:moveTo>
                  <a:lnTo>
                    <a:pt x="5189660" y="1897465"/>
                  </a:lnTo>
                  <a:lnTo>
                    <a:pt x="5203401" y="1884765"/>
                  </a:lnTo>
                  <a:lnTo>
                    <a:pt x="5211332" y="1897465"/>
                  </a:lnTo>
                  <a:lnTo>
                    <a:pt x="5197590" y="1910165"/>
                  </a:lnTo>
                  <a:close/>
                </a:path>
                <a:path w="6802755" h="7098030">
                  <a:moveTo>
                    <a:pt x="3998531" y="1910165"/>
                  </a:moveTo>
                  <a:lnTo>
                    <a:pt x="3990902" y="1910165"/>
                  </a:lnTo>
                  <a:lnTo>
                    <a:pt x="3986495" y="1897465"/>
                  </a:lnTo>
                  <a:lnTo>
                    <a:pt x="3994124" y="1897465"/>
                  </a:lnTo>
                  <a:lnTo>
                    <a:pt x="3998531" y="1910165"/>
                  </a:lnTo>
                  <a:close/>
                </a:path>
                <a:path w="6802755" h="7098030">
                  <a:moveTo>
                    <a:pt x="6070382" y="1922865"/>
                  </a:moveTo>
                  <a:lnTo>
                    <a:pt x="6060396" y="1910165"/>
                  </a:lnTo>
                  <a:lnTo>
                    <a:pt x="6077697" y="1897465"/>
                  </a:lnTo>
                  <a:lnTo>
                    <a:pt x="6087689" y="1910165"/>
                  </a:lnTo>
                  <a:lnTo>
                    <a:pt x="6070382" y="1922865"/>
                  </a:lnTo>
                  <a:close/>
                </a:path>
                <a:path w="6802755" h="7098030">
                  <a:moveTo>
                    <a:pt x="4875688" y="1922865"/>
                  </a:moveTo>
                  <a:lnTo>
                    <a:pt x="4863480" y="1922865"/>
                  </a:lnTo>
                  <a:lnTo>
                    <a:pt x="4856431" y="1910165"/>
                  </a:lnTo>
                  <a:lnTo>
                    <a:pt x="4868639" y="1910165"/>
                  </a:lnTo>
                  <a:lnTo>
                    <a:pt x="4875688" y="1922865"/>
                  </a:lnTo>
                  <a:close/>
                </a:path>
                <a:path w="6802755" h="7098030">
                  <a:moveTo>
                    <a:pt x="5736165" y="1948265"/>
                  </a:moveTo>
                  <a:lnTo>
                    <a:pt x="5726765" y="1922865"/>
                  </a:lnTo>
                  <a:lnTo>
                    <a:pt x="5743047" y="1922865"/>
                  </a:lnTo>
                  <a:lnTo>
                    <a:pt x="5752447" y="1935565"/>
                  </a:lnTo>
                  <a:lnTo>
                    <a:pt x="5736165" y="1948265"/>
                  </a:lnTo>
                  <a:close/>
                </a:path>
                <a:path w="6802755" h="7098030">
                  <a:moveTo>
                    <a:pt x="4529469" y="1948265"/>
                  </a:moveTo>
                  <a:lnTo>
                    <a:pt x="4523593" y="1935565"/>
                  </a:lnTo>
                  <a:lnTo>
                    <a:pt x="4539651" y="1935565"/>
                  </a:lnTo>
                  <a:lnTo>
                    <a:pt x="4529469" y="1948265"/>
                  </a:lnTo>
                  <a:close/>
                </a:path>
                <a:path w="6802755" h="7098030">
                  <a:moveTo>
                    <a:pt x="5416807" y="1960965"/>
                  </a:moveTo>
                  <a:lnTo>
                    <a:pt x="5402053" y="1960965"/>
                  </a:lnTo>
                  <a:lnTo>
                    <a:pt x="5393530" y="1948265"/>
                  </a:lnTo>
                  <a:lnTo>
                    <a:pt x="5408290" y="1935565"/>
                  </a:lnTo>
                  <a:lnTo>
                    <a:pt x="5416807" y="1960965"/>
                  </a:lnTo>
                  <a:close/>
                </a:path>
                <a:path w="6802755" h="7098030">
                  <a:moveTo>
                    <a:pt x="6609171" y="1960965"/>
                  </a:moveTo>
                  <a:lnTo>
                    <a:pt x="6598303" y="1948265"/>
                  </a:lnTo>
                  <a:lnTo>
                    <a:pt x="6617132" y="1935565"/>
                  </a:lnTo>
                  <a:lnTo>
                    <a:pt x="6628001" y="1948265"/>
                  </a:lnTo>
                  <a:lnTo>
                    <a:pt x="6609171" y="1960965"/>
                  </a:lnTo>
                  <a:close/>
                </a:path>
                <a:path w="6802755" h="7098030">
                  <a:moveTo>
                    <a:pt x="4204012" y="1960965"/>
                  </a:moveTo>
                  <a:lnTo>
                    <a:pt x="4190365" y="1960965"/>
                  </a:lnTo>
                  <a:lnTo>
                    <a:pt x="4199013" y="1948265"/>
                  </a:lnTo>
                  <a:lnTo>
                    <a:pt x="4204012" y="1960965"/>
                  </a:lnTo>
                  <a:close/>
                </a:path>
                <a:path w="6802755" h="7098030">
                  <a:moveTo>
                    <a:pt x="6274847" y="1986365"/>
                  </a:moveTo>
                  <a:lnTo>
                    <a:pt x="6264268" y="1960965"/>
                  </a:lnTo>
                  <a:lnTo>
                    <a:pt x="6282588" y="1948265"/>
                  </a:lnTo>
                  <a:lnTo>
                    <a:pt x="6293167" y="1973665"/>
                  </a:lnTo>
                  <a:lnTo>
                    <a:pt x="6274847" y="1986365"/>
                  </a:lnTo>
                  <a:close/>
                </a:path>
                <a:path w="6802755" h="7098030">
                  <a:moveTo>
                    <a:pt x="5067835" y="1986365"/>
                  </a:moveTo>
                  <a:lnTo>
                    <a:pt x="5059905" y="1973665"/>
                  </a:lnTo>
                  <a:lnTo>
                    <a:pt x="5073641" y="1960965"/>
                  </a:lnTo>
                  <a:lnTo>
                    <a:pt x="5081571" y="1973665"/>
                  </a:lnTo>
                  <a:lnTo>
                    <a:pt x="5067835" y="1986365"/>
                  </a:lnTo>
                  <a:close/>
                </a:path>
                <a:path w="6802755" h="7098030">
                  <a:moveTo>
                    <a:pt x="3861141" y="1986365"/>
                  </a:moveTo>
                  <a:lnTo>
                    <a:pt x="3856734" y="1973665"/>
                  </a:lnTo>
                  <a:lnTo>
                    <a:pt x="3868775" y="1973665"/>
                  </a:lnTo>
                  <a:lnTo>
                    <a:pt x="3861141" y="1986365"/>
                  </a:lnTo>
                  <a:close/>
                </a:path>
                <a:path w="6802755" h="7098030">
                  <a:moveTo>
                    <a:pt x="5940521" y="1999065"/>
                  </a:moveTo>
                  <a:lnTo>
                    <a:pt x="5930239" y="1986365"/>
                  </a:lnTo>
                  <a:lnTo>
                    <a:pt x="5948049" y="1973665"/>
                  </a:lnTo>
                  <a:lnTo>
                    <a:pt x="5958332" y="1986365"/>
                  </a:lnTo>
                  <a:lnTo>
                    <a:pt x="5940521" y="1999065"/>
                  </a:lnTo>
                  <a:close/>
                </a:path>
                <a:path w="6802755" h="7098030">
                  <a:moveTo>
                    <a:pt x="4745932" y="1999065"/>
                  </a:moveTo>
                  <a:lnTo>
                    <a:pt x="4733719" y="1999065"/>
                  </a:lnTo>
                  <a:lnTo>
                    <a:pt x="4726670" y="1986365"/>
                  </a:lnTo>
                  <a:lnTo>
                    <a:pt x="4738884" y="1986365"/>
                  </a:lnTo>
                  <a:lnTo>
                    <a:pt x="4745932" y="1999065"/>
                  </a:lnTo>
                  <a:close/>
                </a:path>
                <a:path w="6802755" h="7098030">
                  <a:moveTo>
                    <a:pt x="4399715" y="2024465"/>
                  </a:moveTo>
                  <a:lnTo>
                    <a:pt x="4393839" y="2011765"/>
                  </a:lnTo>
                  <a:lnTo>
                    <a:pt x="4404015" y="1999065"/>
                  </a:lnTo>
                  <a:lnTo>
                    <a:pt x="4409890" y="2011765"/>
                  </a:lnTo>
                  <a:lnTo>
                    <a:pt x="4399715" y="2024465"/>
                  </a:lnTo>
                  <a:close/>
                </a:path>
                <a:path w="6802755" h="7098030">
                  <a:moveTo>
                    <a:pt x="5606410" y="2024465"/>
                  </a:moveTo>
                  <a:lnTo>
                    <a:pt x="5597004" y="1999065"/>
                  </a:lnTo>
                  <a:lnTo>
                    <a:pt x="5613287" y="1999065"/>
                  </a:lnTo>
                  <a:lnTo>
                    <a:pt x="5622687" y="2011765"/>
                  </a:lnTo>
                  <a:lnTo>
                    <a:pt x="5606410" y="2024465"/>
                  </a:lnTo>
                  <a:close/>
                </a:path>
                <a:path w="6802755" h="7098030">
                  <a:moveTo>
                    <a:pt x="5272292" y="2037165"/>
                  </a:moveTo>
                  <a:lnTo>
                    <a:pt x="5263769" y="2024465"/>
                  </a:lnTo>
                  <a:lnTo>
                    <a:pt x="5278529" y="2011765"/>
                  </a:lnTo>
                  <a:lnTo>
                    <a:pt x="5287047" y="2024465"/>
                  </a:lnTo>
                  <a:lnTo>
                    <a:pt x="5272292" y="2037165"/>
                  </a:lnTo>
                  <a:close/>
                </a:path>
                <a:path w="6802755" h="7098030">
                  <a:moveTo>
                    <a:pt x="6479197" y="2037165"/>
                  </a:moveTo>
                  <a:lnTo>
                    <a:pt x="6467742" y="2011765"/>
                  </a:lnTo>
                  <a:lnTo>
                    <a:pt x="6487584" y="2011765"/>
                  </a:lnTo>
                  <a:lnTo>
                    <a:pt x="6499045" y="2024465"/>
                  </a:lnTo>
                  <a:lnTo>
                    <a:pt x="6479197" y="2037165"/>
                  </a:lnTo>
                  <a:close/>
                </a:path>
                <a:path w="6802755" h="7098030">
                  <a:moveTo>
                    <a:pt x="4074251" y="2037165"/>
                  </a:moveTo>
                  <a:lnTo>
                    <a:pt x="4065604" y="2037165"/>
                  </a:lnTo>
                  <a:lnTo>
                    <a:pt x="4060604" y="2024465"/>
                  </a:lnTo>
                  <a:lnTo>
                    <a:pt x="4069258" y="2024465"/>
                  </a:lnTo>
                  <a:lnTo>
                    <a:pt x="4074251" y="2037165"/>
                  </a:lnTo>
                  <a:close/>
                </a:path>
                <a:path w="6802755" h="7098030">
                  <a:moveTo>
                    <a:pt x="6144978" y="2062565"/>
                  </a:moveTo>
                  <a:lnTo>
                    <a:pt x="6134109" y="2037165"/>
                  </a:lnTo>
                  <a:lnTo>
                    <a:pt x="6152939" y="2024465"/>
                  </a:lnTo>
                  <a:lnTo>
                    <a:pt x="6163807" y="2049865"/>
                  </a:lnTo>
                  <a:lnTo>
                    <a:pt x="6144978" y="2062565"/>
                  </a:lnTo>
                  <a:close/>
                </a:path>
                <a:path w="6802755" h="7098030">
                  <a:moveTo>
                    <a:pt x="4938075" y="2062565"/>
                  </a:moveTo>
                  <a:lnTo>
                    <a:pt x="4930145" y="2049865"/>
                  </a:lnTo>
                  <a:lnTo>
                    <a:pt x="4943880" y="2037165"/>
                  </a:lnTo>
                  <a:lnTo>
                    <a:pt x="4951811" y="2049865"/>
                  </a:lnTo>
                  <a:lnTo>
                    <a:pt x="4938075" y="2062565"/>
                  </a:lnTo>
                  <a:close/>
                </a:path>
                <a:path w="6802755" h="7098030">
                  <a:moveTo>
                    <a:pt x="5810760" y="2075265"/>
                  </a:moveTo>
                  <a:lnTo>
                    <a:pt x="5800477" y="2062565"/>
                  </a:lnTo>
                  <a:lnTo>
                    <a:pt x="5818288" y="2049865"/>
                  </a:lnTo>
                  <a:lnTo>
                    <a:pt x="5828571" y="2062565"/>
                  </a:lnTo>
                  <a:lnTo>
                    <a:pt x="5810760" y="2075265"/>
                  </a:lnTo>
                  <a:close/>
                </a:path>
                <a:path w="6802755" h="7098030">
                  <a:moveTo>
                    <a:pt x="4616171" y="2075265"/>
                  </a:moveTo>
                  <a:lnTo>
                    <a:pt x="4603957" y="2075265"/>
                  </a:lnTo>
                  <a:lnTo>
                    <a:pt x="4596908" y="2062565"/>
                  </a:lnTo>
                  <a:lnTo>
                    <a:pt x="4609122" y="2062565"/>
                  </a:lnTo>
                  <a:lnTo>
                    <a:pt x="4616171" y="2075265"/>
                  </a:lnTo>
                  <a:close/>
                </a:path>
                <a:path w="6802755" h="7098030">
                  <a:moveTo>
                    <a:pt x="5476536" y="2100665"/>
                  </a:moveTo>
                  <a:lnTo>
                    <a:pt x="5466839" y="2075265"/>
                  </a:lnTo>
                  <a:lnTo>
                    <a:pt x="5483637" y="2062565"/>
                  </a:lnTo>
                  <a:lnTo>
                    <a:pt x="5493327" y="2087965"/>
                  </a:lnTo>
                  <a:lnTo>
                    <a:pt x="5476536" y="2100665"/>
                  </a:lnTo>
                  <a:close/>
                </a:path>
                <a:path w="6802755" h="7098030">
                  <a:moveTo>
                    <a:pt x="6683660" y="2087965"/>
                  </a:moveTo>
                  <a:lnTo>
                    <a:pt x="6671618" y="2075265"/>
                  </a:lnTo>
                  <a:lnTo>
                    <a:pt x="6692479" y="2062565"/>
                  </a:lnTo>
                  <a:lnTo>
                    <a:pt x="6704520" y="2075265"/>
                  </a:lnTo>
                  <a:lnTo>
                    <a:pt x="6683660" y="2087965"/>
                  </a:lnTo>
                  <a:close/>
                </a:path>
                <a:path w="6802755" h="7098030">
                  <a:moveTo>
                    <a:pt x="4269953" y="2100665"/>
                  </a:moveTo>
                  <a:lnTo>
                    <a:pt x="4264078" y="2087965"/>
                  </a:lnTo>
                  <a:lnTo>
                    <a:pt x="4274253" y="2075265"/>
                  </a:lnTo>
                  <a:lnTo>
                    <a:pt x="4280129" y="2087965"/>
                  </a:lnTo>
                  <a:lnTo>
                    <a:pt x="4269953" y="2100665"/>
                  </a:lnTo>
                  <a:close/>
                </a:path>
                <a:path w="6802755" h="7098030">
                  <a:moveTo>
                    <a:pt x="6349335" y="2113365"/>
                  </a:moveTo>
                  <a:lnTo>
                    <a:pt x="6337584" y="2087965"/>
                  </a:lnTo>
                  <a:lnTo>
                    <a:pt x="6357936" y="2075265"/>
                  </a:lnTo>
                  <a:lnTo>
                    <a:pt x="6369687" y="2100665"/>
                  </a:lnTo>
                  <a:lnTo>
                    <a:pt x="6349335" y="2113365"/>
                  </a:lnTo>
                  <a:close/>
                </a:path>
                <a:path w="6802755" h="7098030">
                  <a:moveTo>
                    <a:pt x="5142431" y="2113365"/>
                  </a:moveTo>
                  <a:lnTo>
                    <a:pt x="5133617" y="2100665"/>
                  </a:lnTo>
                  <a:lnTo>
                    <a:pt x="5148881" y="2087965"/>
                  </a:lnTo>
                  <a:lnTo>
                    <a:pt x="5157694" y="2100665"/>
                  </a:lnTo>
                  <a:lnTo>
                    <a:pt x="5142431" y="2113365"/>
                  </a:lnTo>
                  <a:close/>
                </a:path>
                <a:path w="6802755" h="7098030">
                  <a:moveTo>
                    <a:pt x="3944496" y="2113365"/>
                  </a:moveTo>
                  <a:lnTo>
                    <a:pt x="3935842" y="2113365"/>
                  </a:lnTo>
                  <a:lnTo>
                    <a:pt x="3930850" y="2100665"/>
                  </a:lnTo>
                  <a:lnTo>
                    <a:pt x="3939503" y="2100665"/>
                  </a:lnTo>
                  <a:lnTo>
                    <a:pt x="3944496" y="2113365"/>
                  </a:lnTo>
                  <a:close/>
                </a:path>
                <a:path w="6802755" h="7098030">
                  <a:moveTo>
                    <a:pt x="6034449" y="2126065"/>
                  </a:moveTo>
                  <a:lnTo>
                    <a:pt x="6015116" y="2126065"/>
                  </a:lnTo>
                  <a:lnTo>
                    <a:pt x="6003952" y="2113365"/>
                  </a:lnTo>
                  <a:lnTo>
                    <a:pt x="6023284" y="2100665"/>
                  </a:lnTo>
                  <a:lnTo>
                    <a:pt x="6034449" y="2126065"/>
                  </a:lnTo>
                  <a:close/>
                </a:path>
                <a:path w="6802755" h="7098030">
                  <a:moveTo>
                    <a:pt x="4808314" y="2138765"/>
                  </a:moveTo>
                  <a:lnTo>
                    <a:pt x="4800383" y="2113365"/>
                  </a:lnTo>
                  <a:lnTo>
                    <a:pt x="4814119" y="2113365"/>
                  </a:lnTo>
                  <a:lnTo>
                    <a:pt x="4822050" y="2126065"/>
                  </a:lnTo>
                  <a:lnTo>
                    <a:pt x="4808314" y="2138765"/>
                  </a:lnTo>
                  <a:close/>
                </a:path>
                <a:path w="6802755" h="7098030">
                  <a:moveTo>
                    <a:pt x="4474197" y="2151465"/>
                  </a:moveTo>
                  <a:lnTo>
                    <a:pt x="4467148" y="2138765"/>
                  </a:lnTo>
                  <a:lnTo>
                    <a:pt x="4479362" y="2126065"/>
                  </a:lnTo>
                  <a:lnTo>
                    <a:pt x="4486410" y="2138765"/>
                  </a:lnTo>
                  <a:lnTo>
                    <a:pt x="4474197" y="2151465"/>
                  </a:lnTo>
                  <a:close/>
                </a:path>
                <a:path w="6802755" h="7098030">
                  <a:moveTo>
                    <a:pt x="5680892" y="2151465"/>
                  </a:moveTo>
                  <a:lnTo>
                    <a:pt x="5670314" y="2138765"/>
                  </a:lnTo>
                  <a:lnTo>
                    <a:pt x="5688633" y="2126065"/>
                  </a:lnTo>
                  <a:lnTo>
                    <a:pt x="5699212" y="2138765"/>
                  </a:lnTo>
                  <a:lnTo>
                    <a:pt x="5680892" y="2151465"/>
                  </a:lnTo>
                  <a:close/>
                </a:path>
                <a:path w="6802755" h="7098030">
                  <a:moveTo>
                    <a:pt x="5363566" y="2164165"/>
                  </a:moveTo>
                  <a:lnTo>
                    <a:pt x="5346780" y="2164165"/>
                  </a:lnTo>
                  <a:lnTo>
                    <a:pt x="5337084" y="2151465"/>
                  </a:lnTo>
                  <a:lnTo>
                    <a:pt x="5353876" y="2138765"/>
                  </a:lnTo>
                  <a:lnTo>
                    <a:pt x="5363566" y="2164165"/>
                  </a:lnTo>
                  <a:close/>
                </a:path>
                <a:path w="6802755" h="7098030">
                  <a:moveTo>
                    <a:pt x="6553798" y="2164165"/>
                  </a:moveTo>
                  <a:lnTo>
                    <a:pt x="6541455" y="2151465"/>
                  </a:lnTo>
                  <a:lnTo>
                    <a:pt x="6562825" y="2138765"/>
                  </a:lnTo>
                  <a:lnTo>
                    <a:pt x="6575169" y="2151465"/>
                  </a:lnTo>
                  <a:lnTo>
                    <a:pt x="6553798" y="2164165"/>
                  </a:lnTo>
                  <a:close/>
                </a:path>
                <a:path w="6802755" h="7098030">
                  <a:moveTo>
                    <a:pt x="4150375" y="2164165"/>
                  </a:moveTo>
                  <a:lnTo>
                    <a:pt x="4134317" y="2164165"/>
                  </a:lnTo>
                  <a:lnTo>
                    <a:pt x="4144499" y="2151465"/>
                  </a:lnTo>
                  <a:lnTo>
                    <a:pt x="4150375" y="2164165"/>
                  </a:lnTo>
                  <a:close/>
                </a:path>
                <a:path w="6802755" h="7098030">
                  <a:moveTo>
                    <a:pt x="6219467" y="2189565"/>
                  </a:moveTo>
                  <a:lnTo>
                    <a:pt x="6207419" y="2164165"/>
                  </a:lnTo>
                  <a:lnTo>
                    <a:pt x="6228286" y="2151465"/>
                  </a:lnTo>
                  <a:lnTo>
                    <a:pt x="6240327" y="2176865"/>
                  </a:lnTo>
                  <a:lnTo>
                    <a:pt x="6219467" y="2189565"/>
                  </a:lnTo>
                  <a:close/>
                </a:path>
                <a:path w="6802755" h="7098030">
                  <a:moveTo>
                    <a:pt x="5012671" y="2189565"/>
                  </a:moveTo>
                  <a:lnTo>
                    <a:pt x="5003857" y="2176865"/>
                  </a:lnTo>
                  <a:lnTo>
                    <a:pt x="5019121" y="2164165"/>
                  </a:lnTo>
                  <a:lnTo>
                    <a:pt x="5027934" y="2176865"/>
                  </a:lnTo>
                  <a:lnTo>
                    <a:pt x="5012671" y="2189565"/>
                  </a:lnTo>
                  <a:close/>
                </a:path>
                <a:path w="6802755" h="7098030">
                  <a:moveTo>
                    <a:pt x="5885355" y="2202265"/>
                  </a:moveTo>
                  <a:lnTo>
                    <a:pt x="5874190" y="2189565"/>
                  </a:lnTo>
                  <a:lnTo>
                    <a:pt x="5893529" y="2176865"/>
                  </a:lnTo>
                  <a:lnTo>
                    <a:pt x="5904694" y="2189565"/>
                  </a:lnTo>
                  <a:lnTo>
                    <a:pt x="5885355" y="2202265"/>
                  </a:lnTo>
                  <a:close/>
                </a:path>
                <a:path w="6802755" h="7098030">
                  <a:moveTo>
                    <a:pt x="4692294" y="2202265"/>
                  </a:moveTo>
                  <a:lnTo>
                    <a:pt x="4678552" y="2202265"/>
                  </a:lnTo>
                  <a:lnTo>
                    <a:pt x="4670622" y="2189565"/>
                  </a:lnTo>
                  <a:lnTo>
                    <a:pt x="4684363" y="2189565"/>
                  </a:lnTo>
                  <a:lnTo>
                    <a:pt x="4692294" y="2202265"/>
                  </a:lnTo>
                  <a:close/>
                </a:path>
                <a:path w="6802755" h="7098030">
                  <a:moveTo>
                    <a:pt x="6777037" y="2214965"/>
                  </a:moveTo>
                  <a:lnTo>
                    <a:pt x="6759226" y="2214965"/>
                  </a:lnTo>
                  <a:lnTo>
                    <a:pt x="6748943" y="2202265"/>
                  </a:lnTo>
                  <a:lnTo>
                    <a:pt x="6766754" y="2189565"/>
                  </a:lnTo>
                  <a:lnTo>
                    <a:pt x="6777037" y="2214965"/>
                  </a:lnTo>
                  <a:close/>
                </a:path>
                <a:path w="6802755" h="7098030">
                  <a:moveTo>
                    <a:pt x="4344442" y="2227665"/>
                  </a:moveTo>
                  <a:lnTo>
                    <a:pt x="4337393" y="2214965"/>
                  </a:lnTo>
                  <a:lnTo>
                    <a:pt x="4349601" y="2202265"/>
                  </a:lnTo>
                  <a:lnTo>
                    <a:pt x="4356649" y="2214965"/>
                  </a:lnTo>
                  <a:lnTo>
                    <a:pt x="4344442" y="2227665"/>
                  </a:lnTo>
                  <a:close/>
                </a:path>
                <a:path w="6802755" h="7098030">
                  <a:moveTo>
                    <a:pt x="5551136" y="2227665"/>
                  </a:moveTo>
                  <a:lnTo>
                    <a:pt x="5540557" y="2202265"/>
                  </a:lnTo>
                  <a:lnTo>
                    <a:pt x="5558871" y="2202265"/>
                  </a:lnTo>
                  <a:lnTo>
                    <a:pt x="5569450" y="2214965"/>
                  </a:lnTo>
                  <a:lnTo>
                    <a:pt x="5551136" y="2227665"/>
                  </a:lnTo>
                  <a:close/>
                </a:path>
                <a:path w="6802755" h="7098030">
                  <a:moveTo>
                    <a:pt x="5234214" y="2240365"/>
                  </a:moveTo>
                  <a:lnTo>
                    <a:pt x="5216913" y="2240365"/>
                  </a:lnTo>
                  <a:lnTo>
                    <a:pt x="5206921" y="2227665"/>
                  </a:lnTo>
                  <a:lnTo>
                    <a:pt x="5224222" y="2214965"/>
                  </a:lnTo>
                  <a:lnTo>
                    <a:pt x="5234214" y="2240365"/>
                  </a:lnTo>
                  <a:close/>
                </a:path>
                <a:path w="6802755" h="7098030">
                  <a:moveTo>
                    <a:pt x="6423924" y="2240365"/>
                  </a:moveTo>
                  <a:lnTo>
                    <a:pt x="6411296" y="2227665"/>
                  </a:lnTo>
                  <a:lnTo>
                    <a:pt x="6433176" y="2214965"/>
                  </a:lnTo>
                  <a:lnTo>
                    <a:pt x="6445810" y="2227665"/>
                  </a:lnTo>
                  <a:lnTo>
                    <a:pt x="6423924" y="2240365"/>
                  </a:lnTo>
                  <a:close/>
                </a:path>
                <a:path w="6802755" h="7098030">
                  <a:moveTo>
                    <a:pt x="4020613" y="2240365"/>
                  </a:moveTo>
                  <a:lnTo>
                    <a:pt x="4004562" y="2240365"/>
                  </a:lnTo>
                  <a:lnTo>
                    <a:pt x="4014738" y="2227665"/>
                  </a:lnTo>
                  <a:lnTo>
                    <a:pt x="4020613" y="2240365"/>
                  </a:lnTo>
                  <a:close/>
                </a:path>
                <a:path w="6802755" h="7098030">
                  <a:moveTo>
                    <a:pt x="6089599" y="2265765"/>
                  </a:moveTo>
                  <a:lnTo>
                    <a:pt x="6077255" y="2240365"/>
                  </a:lnTo>
                  <a:lnTo>
                    <a:pt x="6098632" y="2227665"/>
                  </a:lnTo>
                  <a:lnTo>
                    <a:pt x="6110975" y="2253065"/>
                  </a:lnTo>
                  <a:lnTo>
                    <a:pt x="6089599" y="2265765"/>
                  </a:lnTo>
                  <a:close/>
                </a:path>
                <a:path w="6802755" h="7098030">
                  <a:moveTo>
                    <a:pt x="4882909" y="2265765"/>
                  </a:moveTo>
                  <a:lnTo>
                    <a:pt x="4874096" y="2253065"/>
                  </a:lnTo>
                  <a:lnTo>
                    <a:pt x="4889359" y="2240365"/>
                  </a:lnTo>
                  <a:lnTo>
                    <a:pt x="4898173" y="2253065"/>
                  </a:lnTo>
                  <a:lnTo>
                    <a:pt x="4882909" y="2265765"/>
                  </a:lnTo>
                  <a:close/>
                </a:path>
                <a:path w="6802755" h="7098030">
                  <a:moveTo>
                    <a:pt x="5755487" y="2278465"/>
                  </a:moveTo>
                  <a:lnTo>
                    <a:pt x="5744032" y="2265765"/>
                  </a:lnTo>
                  <a:lnTo>
                    <a:pt x="5763875" y="2253065"/>
                  </a:lnTo>
                  <a:lnTo>
                    <a:pt x="5775336" y="2265765"/>
                  </a:lnTo>
                  <a:lnTo>
                    <a:pt x="5755487" y="2278465"/>
                  </a:lnTo>
                  <a:close/>
                </a:path>
                <a:path w="6802755" h="7098030">
                  <a:moveTo>
                    <a:pt x="4562534" y="2278465"/>
                  </a:moveTo>
                  <a:lnTo>
                    <a:pt x="4548792" y="2278465"/>
                  </a:lnTo>
                  <a:lnTo>
                    <a:pt x="4540861" y="2265765"/>
                  </a:lnTo>
                  <a:lnTo>
                    <a:pt x="4554603" y="2265765"/>
                  </a:lnTo>
                  <a:lnTo>
                    <a:pt x="4562534" y="2278465"/>
                  </a:lnTo>
                  <a:close/>
                </a:path>
                <a:path w="6802755" h="7098030">
                  <a:moveTo>
                    <a:pt x="5421376" y="2303865"/>
                  </a:moveTo>
                  <a:lnTo>
                    <a:pt x="5410797" y="2278465"/>
                  </a:lnTo>
                  <a:lnTo>
                    <a:pt x="5429111" y="2265765"/>
                  </a:lnTo>
                  <a:lnTo>
                    <a:pt x="5439690" y="2291165"/>
                  </a:lnTo>
                  <a:lnTo>
                    <a:pt x="5421376" y="2303865"/>
                  </a:lnTo>
                  <a:close/>
                </a:path>
                <a:path w="6802755" h="7098030">
                  <a:moveTo>
                    <a:pt x="6628387" y="2303865"/>
                  </a:moveTo>
                  <a:lnTo>
                    <a:pt x="6615167" y="2278465"/>
                  </a:lnTo>
                  <a:lnTo>
                    <a:pt x="6638065" y="2265765"/>
                  </a:lnTo>
                  <a:lnTo>
                    <a:pt x="6651286" y="2291165"/>
                  </a:lnTo>
                  <a:lnTo>
                    <a:pt x="6628387" y="2303865"/>
                  </a:lnTo>
                  <a:close/>
                </a:path>
                <a:path w="6802755" h="7098030">
                  <a:moveTo>
                    <a:pt x="4214681" y="2303865"/>
                  </a:moveTo>
                  <a:lnTo>
                    <a:pt x="4207632" y="2291165"/>
                  </a:lnTo>
                  <a:lnTo>
                    <a:pt x="4219846" y="2278465"/>
                  </a:lnTo>
                  <a:lnTo>
                    <a:pt x="4226894" y="2291165"/>
                  </a:lnTo>
                  <a:lnTo>
                    <a:pt x="4214681" y="2303865"/>
                  </a:lnTo>
                  <a:close/>
                </a:path>
                <a:path w="6802755" h="7098030">
                  <a:moveTo>
                    <a:pt x="6294061" y="2316565"/>
                  </a:moveTo>
                  <a:lnTo>
                    <a:pt x="6281131" y="2291165"/>
                  </a:lnTo>
                  <a:lnTo>
                    <a:pt x="6303526" y="2278465"/>
                  </a:lnTo>
                  <a:lnTo>
                    <a:pt x="6316450" y="2303865"/>
                  </a:lnTo>
                  <a:lnTo>
                    <a:pt x="6294061" y="2316565"/>
                  </a:lnTo>
                  <a:close/>
                </a:path>
                <a:path w="6802755" h="7098030">
                  <a:moveTo>
                    <a:pt x="5087159" y="2316565"/>
                  </a:moveTo>
                  <a:lnTo>
                    <a:pt x="5077167" y="2303865"/>
                  </a:lnTo>
                  <a:lnTo>
                    <a:pt x="5094468" y="2291165"/>
                  </a:lnTo>
                  <a:lnTo>
                    <a:pt x="5104454" y="2303865"/>
                  </a:lnTo>
                  <a:lnTo>
                    <a:pt x="5087159" y="2316565"/>
                  </a:lnTo>
                  <a:close/>
                </a:path>
                <a:path w="6802755" h="7098030">
                  <a:moveTo>
                    <a:pt x="3890456" y="2316565"/>
                  </a:moveTo>
                  <a:lnTo>
                    <a:pt x="3880789" y="2316565"/>
                  </a:lnTo>
                  <a:lnTo>
                    <a:pt x="3875204" y="2303865"/>
                  </a:lnTo>
                  <a:lnTo>
                    <a:pt x="3884876" y="2303865"/>
                  </a:lnTo>
                  <a:lnTo>
                    <a:pt x="3890456" y="2316565"/>
                  </a:lnTo>
                  <a:close/>
                </a:path>
                <a:path w="6802755" h="7098030">
                  <a:moveTo>
                    <a:pt x="5959843" y="2341965"/>
                  </a:moveTo>
                  <a:lnTo>
                    <a:pt x="5947500" y="2316565"/>
                  </a:lnTo>
                  <a:lnTo>
                    <a:pt x="5968870" y="2303865"/>
                  </a:lnTo>
                  <a:lnTo>
                    <a:pt x="5981214" y="2329265"/>
                  </a:lnTo>
                  <a:lnTo>
                    <a:pt x="5959843" y="2341965"/>
                  </a:lnTo>
                  <a:close/>
                </a:path>
                <a:path w="6802755" h="7098030">
                  <a:moveTo>
                    <a:pt x="4753148" y="2341965"/>
                  </a:moveTo>
                  <a:lnTo>
                    <a:pt x="4744334" y="2329265"/>
                  </a:lnTo>
                  <a:lnTo>
                    <a:pt x="4759604" y="2316565"/>
                  </a:lnTo>
                  <a:lnTo>
                    <a:pt x="4768417" y="2329265"/>
                  </a:lnTo>
                  <a:lnTo>
                    <a:pt x="4753148" y="2341965"/>
                  </a:lnTo>
                  <a:close/>
                </a:path>
                <a:path w="6802755" h="7098030">
                  <a:moveTo>
                    <a:pt x="5625619" y="2354665"/>
                  </a:moveTo>
                  <a:lnTo>
                    <a:pt x="5613867" y="2341965"/>
                  </a:lnTo>
                  <a:lnTo>
                    <a:pt x="5634219" y="2329265"/>
                  </a:lnTo>
                  <a:lnTo>
                    <a:pt x="5645971" y="2341965"/>
                  </a:lnTo>
                  <a:lnTo>
                    <a:pt x="5625619" y="2354665"/>
                  </a:lnTo>
                  <a:close/>
                </a:path>
                <a:path w="6802755" h="7098030">
                  <a:moveTo>
                    <a:pt x="4432773" y="2354665"/>
                  </a:moveTo>
                  <a:lnTo>
                    <a:pt x="4419037" y="2354665"/>
                  </a:lnTo>
                  <a:lnTo>
                    <a:pt x="4411106" y="2341965"/>
                  </a:lnTo>
                  <a:lnTo>
                    <a:pt x="4424842" y="2341965"/>
                  </a:lnTo>
                  <a:lnTo>
                    <a:pt x="4432773" y="2354665"/>
                  </a:lnTo>
                  <a:close/>
                </a:path>
                <a:path w="6802755" h="7098030">
                  <a:moveTo>
                    <a:pt x="5291508" y="2380065"/>
                  </a:moveTo>
                  <a:lnTo>
                    <a:pt x="5280640" y="2354665"/>
                  </a:lnTo>
                  <a:lnTo>
                    <a:pt x="5299463" y="2341965"/>
                  </a:lnTo>
                  <a:lnTo>
                    <a:pt x="5310332" y="2367365"/>
                  </a:lnTo>
                  <a:lnTo>
                    <a:pt x="5291508" y="2380065"/>
                  </a:lnTo>
                  <a:close/>
                </a:path>
                <a:path w="6802755" h="7098030">
                  <a:moveTo>
                    <a:pt x="6498413" y="2380065"/>
                  </a:moveTo>
                  <a:lnTo>
                    <a:pt x="6484606" y="2354665"/>
                  </a:lnTo>
                  <a:lnTo>
                    <a:pt x="6508523" y="2341965"/>
                  </a:lnTo>
                  <a:lnTo>
                    <a:pt x="6522330" y="2367365"/>
                  </a:lnTo>
                  <a:lnTo>
                    <a:pt x="6498413" y="2380065"/>
                  </a:lnTo>
                  <a:close/>
                </a:path>
                <a:path w="6802755" h="7098030">
                  <a:moveTo>
                    <a:pt x="4085033" y="2380065"/>
                  </a:moveTo>
                  <a:lnTo>
                    <a:pt x="4078275" y="2367365"/>
                  </a:lnTo>
                  <a:lnTo>
                    <a:pt x="4089979" y="2354665"/>
                  </a:lnTo>
                  <a:lnTo>
                    <a:pt x="4096737" y="2367365"/>
                  </a:lnTo>
                  <a:lnTo>
                    <a:pt x="4085033" y="2380065"/>
                  </a:lnTo>
                  <a:close/>
                </a:path>
                <a:path w="6802755" h="7098030">
                  <a:moveTo>
                    <a:pt x="6164194" y="2392765"/>
                  </a:moveTo>
                  <a:lnTo>
                    <a:pt x="6150974" y="2367365"/>
                  </a:lnTo>
                  <a:lnTo>
                    <a:pt x="6173872" y="2354665"/>
                  </a:lnTo>
                  <a:lnTo>
                    <a:pt x="6187093" y="2380065"/>
                  </a:lnTo>
                  <a:lnTo>
                    <a:pt x="6164194" y="2392765"/>
                  </a:lnTo>
                  <a:close/>
                </a:path>
                <a:path w="6802755" h="7098030">
                  <a:moveTo>
                    <a:pt x="4957398" y="2392765"/>
                  </a:moveTo>
                  <a:lnTo>
                    <a:pt x="4947405" y="2380065"/>
                  </a:lnTo>
                  <a:lnTo>
                    <a:pt x="4964712" y="2367365"/>
                  </a:lnTo>
                  <a:lnTo>
                    <a:pt x="4974699" y="2380065"/>
                  </a:lnTo>
                  <a:lnTo>
                    <a:pt x="4957398" y="2392765"/>
                  </a:lnTo>
                  <a:close/>
                </a:path>
                <a:path w="6802755" h="7098030">
                  <a:moveTo>
                    <a:pt x="5829976" y="2418165"/>
                  </a:moveTo>
                  <a:lnTo>
                    <a:pt x="5817342" y="2392765"/>
                  </a:lnTo>
                  <a:lnTo>
                    <a:pt x="5839222" y="2380065"/>
                  </a:lnTo>
                  <a:lnTo>
                    <a:pt x="5851856" y="2405465"/>
                  </a:lnTo>
                  <a:lnTo>
                    <a:pt x="5829976" y="2418165"/>
                  </a:lnTo>
                  <a:close/>
                </a:path>
                <a:path w="6802755" h="7098030">
                  <a:moveTo>
                    <a:pt x="4623393" y="2418165"/>
                  </a:moveTo>
                  <a:lnTo>
                    <a:pt x="4614580" y="2392765"/>
                  </a:lnTo>
                  <a:lnTo>
                    <a:pt x="4629843" y="2392765"/>
                  </a:lnTo>
                  <a:lnTo>
                    <a:pt x="4638657" y="2405465"/>
                  </a:lnTo>
                  <a:lnTo>
                    <a:pt x="4623393" y="2418165"/>
                  </a:lnTo>
                  <a:close/>
                </a:path>
                <a:path w="6802755" h="7098030">
                  <a:moveTo>
                    <a:pt x="6702870" y="2430865"/>
                  </a:moveTo>
                  <a:lnTo>
                    <a:pt x="6688477" y="2405465"/>
                  </a:lnTo>
                  <a:lnTo>
                    <a:pt x="6713413" y="2392765"/>
                  </a:lnTo>
                  <a:lnTo>
                    <a:pt x="6727806" y="2418165"/>
                  </a:lnTo>
                  <a:lnTo>
                    <a:pt x="6702870" y="2430865"/>
                  </a:lnTo>
                  <a:close/>
                </a:path>
                <a:path w="6802755" h="7098030">
                  <a:moveTo>
                    <a:pt x="4289276" y="2430865"/>
                  </a:moveTo>
                  <a:lnTo>
                    <a:pt x="4281345" y="2418165"/>
                  </a:lnTo>
                  <a:lnTo>
                    <a:pt x="4295087" y="2405465"/>
                  </a:lnTo>
                  <a:lnTo>
                    <a:pt x="4303018" y="2418165"/>
                  </a:lnTo>
                  <a:lnTo>
                    <a:pt x="4289276" y="2430865"/>
                  </a:lnTo>
                  <a:close/>
                </a:path>
                <a:path w="6802755" h="7098030">
                  <a:moveTo>
                    <a:pt x="5495858" y="2430865"/>
                  </a:moveTo>
                  <a:lnTo>
                    <a:pt x="5484107" y="2418165"/>
                  </a:lnTo>
                  <a:lnTo>
                    <a:pt x="5504464" y="2405465"/>
                  </a:lnTo>
                  <a:lnTo>
                    <a:pt x="5516216" y="2418165"/>
                  </a:lnTo>
                  <a:lnTo>
                    <a:pt x="5495858" y="2430865"/>
                  </a:lnTo>
                  <a:close/>
                </a:path>
                <a:path w="6802755" h="7098030">
                  <a:moveTo>
                    <a:pt x="6368544" y="2456265"/>
                  </a:moveTo>
                  <a:lnTo>
                    <a:pt x="6354441" y="2430865"/>
                  </a:lnTo>
                  <a:lnTo>
                    <a:pt x="6378868" y="2405465"/>
                  </a:lnTo>
                  <a:lnTo>
                    <a:pt x="6392971" y="2430865"/>
                  </a:lnTo>
                  <a:lnTo>
                    <a:pt x="6368544" y="2456265"/>
                  </a:lnTo>
                  <a:close/>
                </a:path>
                <a:path w="6802755" h="7098030">
                  <a:moveTo>
                    <a:pt x="5161748" y="2456265"/>
                  </a:moveTo>
                  <a:lnTo>
                    <a:pt x="5150879" y="2430865"/>
                  </a:lnTo>
                  <a:lnTo>
                    <a:pt x="5169709" y="2418165"/>
                  </a:lnTo>
                  <a:lnTo>
                    <a:pt x="5180577" y="2443565"/>
                  </a:lnTo>
                  <a:lnTo>
                    <a:pt x="5161748" y="2456265"/>
                  </a:lnTo>
                  <a:close/>
                </a:path>
                <a:path w="6802755" h="7098030">
                  <a:moveTo>
                    <a:pt x="3955278" y="2456265"/>
                  </a:moveTo>
                  <a:lnTo>
                    <a:pt x="3948519" y="2443565"/>
                  </a:lnTo>
                  <a:lnTo>
                    <a:pt x="3960217" y="2430865"/>
                  </a:lnTo>
                  <a:lnTo>
                    <a:pt x="3966976" y="2443565"/>
                  </a:lnTo>
                  <a:lnTo>
                    <a:pt x="3955278" y="2456265"/>
                  </a:lnTo>
                  <a:close/>
                </a:path>
                <a:path w="6802755" h="7098030">
                  <a:moveTo>
                    <a:pt x="6034432" y="2468965"/>
                  </a:moveTo>
                  <a:lnTo>
                    <a:pt x="6021212" y="2443565"/>
                  </a:lnTo>
                  <a:lnTo>
                    <a:pt x="6044110" y="2430865"/>
                  </a:lnTo>
                  <a:lnTo>
                    <a:pt x="6057331" y="2456265"/>
                  </a:lnTo>
                  <a:lnTo>
                    <a:pt x="6034432" y="2468965"/>
                  </a:lnTo>
                  <a:close/>
                </a:path>
                <a:path w="6802755" h="7098030">
                  <a:moveTo>
                    <a:pt x="4827636" y="2468965"/>
                  </a:moveTo>
                  <a:lnTo>
                    <a:pt x="4817649" y="2456265"/>
                  </a:lnTo>
                  <a:lnTo>
                    <a:pt x="4834951" y="2443565"/>
                  </a:lnTo>
                  <a:lnTo>
                    <a:pt x="4844937" y="2456265"/>
                  </a:lnTo>
                  <a:lnTo>
                    <a:pt x="4827636" y="2468965"/>
                  </a:lnTo>
                  <a:close/>
                </a:path>
                <a:path w="6802755" h="7098030">
                  <a:moveTo>
                    <a:pt x="5700214" y="2494365"/>
                  </a:moveTo>
                  <a:lnTo>
                    <a:pt x="5687580" y="2468965"/>
                  </a:lnTo>
                  <a:lnTo>
                    <a:pt x="5709460" y="2456265"/>
                  </a:lnTo>
                  <a:lnTo>
                    <a:pt x="5722094" y="2481665"/>
                  </a:lnTo>
                  <a:lnTo>
                    <a:pt x="5700214" y="2494365"/>
                  </a:lnTo>
                  <a:close/>
                </a:path>
                <a:path w="6802755" h="7098030">
                  <a:moveTo>
                    <a:pt x="4493632" y="2494365"/>
                  </a:moveTo>
                  <a:lnTo>
                    <a:pt x="4484819" y="2468965"/>
                  </a:lnTo>
                  <a:lnTo>
                    <a:pt x="4500088" y="2468965"/>
                  </a:lnTo>
                  <a:lnTo>
                    <a:pt x="4508902" y="2481665"/>
                  </a:lnTo>
                  <a:lnTo>
                    <a:pt x="4493632" y="2494365"/>
                  </a:lnTo>
                  <a:close/>
                </a:path>
                <a:path w="6802755" h="7098030">
                  <a:moveTo>
                    <a:pt x="5365997" y="2507065"/>
                  </a:moveTo>
                  <a:lnTo>
                    <a:pt x="5353949" y="2481665"/>
                  </a:lnTo>
                  <a:lnTo>
                    <a:pt x="5374810" y="2468965"/>
                  </a:lnTo>
                  <a:lnTo>
                    <a:pt x="5386858" y="2494365"/>
                  </a:lnTo>
                  <a:lnTo>
                    <a:pt x="5365997" y="2507065"/>
                  </a:lnTo>
                  <a:close/>
                </a:path>
                <a:path w="6802755" h="7098030">
                  <a:moveTo>
                    <a:pt x="6572901" y="2507065"/>
                  </a:moveTo>
                  <a:lnTo>
                    <a:pt x="6557916" y="2481665"/>
                  </a:lnTo>
                  <a:lnTo>
                    <a:pt x="6583871" y="2468965"/>
                  </a:lnTo>
                  <a:lnTo>
                    <a:pt x="6598856" y="2494365"/>
                  </a:lnTo>
                  <a:lnTo>
                    <a:pt x="6572901" y="2507065"/>
                  </a:lnTo>
                  <a:close/>
                </a:path>
                <a:path w="6802755" h="7098030">
                  <a:moveTo>
                    <a:pt x="4159521" y="2507065"/>
                  </a:moveTo>
                  <a:lnTo>
                    <a:pt x="4151590" y="2494365"/>
                  </a:lnTo>
                  <a:lnTo>
                    <a:pt x="4165332" y="2481665"/>
                  </a:lnTo>
                  <a:lnTo>
                    <a:pt x="4173263" y="2494365"/>
                  </a:lnTo>
                  <a:lnTo>
                    <a:pt x="4159521" y="2507065"/>
                  </a:lnTo>
                  <a:close/>
                </a:path>
                <a:path w="6802755" h="7098030">
                  <a:moveTo>
                    <a:pt x="6238682" y="2519765"/>
                  </a:moveTo>
                  <a:lnTo>
                    <a:pt x="6224284" y="2494365"/>
                  </a:lnTo>
                  <a:lnTo>
                    <a:pt x="6249220" y="2481665"/>
                  </a:lnTo>
                  <a:lnTo>
                    <a:pt x="6263618" y="2507065"/>
                  </a:lnTo>
                  <a:lnTo>
                    <a:pt x="6238682" y="2519765"/>
                  </a:lnTo>
                  <a:close/>
                </a:path>
                <a:path w="6802755" h="7098030">
                  <a:moveTo>
                    <a:pt x="5050822" y="2519765"/>
                  </a:moveTo>
                  <a:lnTo>
                    <a:pt x="5031987" y="2519765"/>
                  </a:lnTo>
                  <a:lnTo>
                    <a:pt x="5021118" y="2507065"/>
                  </a:lnTo>
                  <a:lnTo>
                    <a:pt x="5039953" y="2494365"/>
                  </a:lnTo>
                  <a:lnTo>
                    <a:pt x="5050822" y="2519765"/>
                  </a:lnTo>
                  <a:close/>
                </a:path>
                <a:path w="6802755" h="7098030">
                  <a:moveTo>
                    <a:pt x="5904565" y="2545165"/>
                  </a:moveTo>
                  <a:lnTo>
                    <a:pt x="5891054" y="2519765"/>
                  </a:lnTo>
                  <a:lnTo>
                    <a:pt x="5914462" y="2507065"/>
                  </a:lnTo>
                  <a:lnTo>
                    <a:pt x="5927979" y="2532465"/>
                  </a:lnTo>
                  <a:lnTo>
                    <a:pt x="5904565" y="2545165"/>
                  </a:lnTo>
                  <a:close/>
                </a:path>
                <a:path w="6802755" h="7098030">
                  <a:moveTo>
                    <a:pt x="4697876" y="2545165"/>
                  </a:moveTo>
                  <a:lnTo>
                    <a:pt x="4687889" y="2532465"/>
                  </a:lnTo>
                  <a:lnTo>
                    <a:pt x="4705191" y="2519765"/>
                  </a:lnTo>
                  <a:lnTo>
                    <a:pt x="4715177" y="2532465"/>
                  </a:lnTo>
                  <a:lnTo>
                    <a:pt x="4697876" y="2545165"/>
                  </a:lnTo>
                  <a:close/>
                </a:path>
                <a:path w="6802755" h="7098030">
                  <a:moveTo>
                    <a:pt x="5570459" y="2557865"/>
                  </a:moveTo>
                  <a:lnTo>
                    <a:pt x="5557825" y="2545165"/>
                  </a:lnTo>
                  <a:lnTo>
                    <a:pt x="5579699" y="2532465"/>
                  </a:lnTo>
                  <a:lnTo>
                    <a:pt x="5592333" y="2545165"/>
                  </a:lnTo>
                  <a:lnTo>
                    <a:pt x="5570459" y="2557865"/>
                  </a:lnTo>
                  <a:close/>
                </a:path>
                <a:path w="6802755" h="7098030">
                  <a:moveTo>
                    <a:pt x="6779301" y="2557865"/>
                  </a:moveTo>
                  <a:lnTo>
                    <a:pt x="6769018" y="2532465"/>
                  </a:lnTo>
                  <a:lnTo>
                    <a:pt x="6786829" y="2532465"/>
                  </a:lnTo>
                  <a:lnTo>
                    <a:pt x="6797112" y="2545165"/>
                  </a:lnTo>
                  <a:lnTo>
                    <a:pt x="6779301" y="2557865"/>
                  </a:lnTo>
                  <a:close/>
                </a:path>
                <a:path w="6802755" h="7098030">
                  <a:moveTo>
                    <a:pt x="4379141" y="2557865"/>
                  </a:moveTo>
                  <a:lnTo>
                    <a:pt x="4363871" y="2557865"/>
                  </a:lnTo>
                  <a:lnTo>
                    <a:pt x="4355058" y="2545165"/>
                  </a:lnTo>
                  <a:lnTo>
                    <a:pt x="4370328" y="2545165"/>
                  </a:lnTo>
                  <a:lnTo>
                    <a:pt x="4379141" y="2557865"/>
                  </a:lnTo>
                  <a:close/>
                </a:path>
                <a:path w="6802755" h="7098030">
                  <a:moveTo>
                    <a:pt x="5236236" y="2583265"/>
                  </a:moveTo>
                  <a:lnTo>
                    <a:pt x="5224189" y="2557865"/>
                  </a:lnTo>
                  <a:lnTo>
                    <a:pt x="5245056" y="2545165"/>
                  </a:lnTo>
                  <a:lnTo>
                    <a:pt x="5257103" y="2570565"/>
                  </a:lnTo>
                  <a:lnTo>
                    <a:pt x="5236236" y="2583265"/>
                  </a:lnTo>
                  <a:close/>
                </a:path>
                <a:path w="6802755" h="7098030">
                  <a:moveTo>
                    <a:pt x="6443032" y="2583265"/>
                  </a:moveTo>
                  <a:lnTo>
                    <a:pt x="6427756" y="2557865"/>
                  </a:lnTo>
                  <a:lnTo>
                    <a:pt x="6454220" y="2545165"/>
                  </a:lnTo>
                  <a:lnTo>
                    <a:pt x="6469496" y="2570565"/>
                  </a:lnTo>
                  <a:lnTo>
                    <a:pt x="6443032" y="2583265"/>
                  </a:lnTo>
                  <a:close/>
                </a:path>
                <a:path w="6802755" h="7098030">
                  <a:moveTo>
                    <a:pt x="4029867" y="2583265"/>
                  </a:moveTo>
                  <a:lnTo>
                    <a:pt x="4022232" y="2570565"/>
                  </a:lnTo>
                  <a:lnTo>
                    <a:pt x="4035458" y="2557865"/>
                  </a:lnTo>
                  <a:lnTo>
                    <a:pt x="4043099" y="2570565"/>
                  </a:lnTo>
                  <a:lnTo>
                    <a:pt x="4029867" y="2583265"/>
                  </a:lnTo>
                  <a:close/>
                </a:path>
                <a:path w="6802755" h="7098030">
                  <a:moveTo>
                    <a:pt x="6108814" y="2595965"/>
                  </a:moveTo>
                  <a:lnTo>
                    <a:pt x="6094125" y="2570565"/>
                  </a:lnTo>
                  <a:lnTo>
                    <a:pt x="6119565" y="2557865"/>
                  </a:lnTo>
                  <a:lnTo>
                    <a:pt x="6134254" y="2583265"/>
                  </a:lnTo>
                  <a:lnTo>
                    <a:pt x="6108814" y="2595965"/>
                  </a:lnTo>
                  <a:close/>
                </a:path>
                <a:path w="6802755" h="7098030">
                  <a:moveTo>
                    <a:pt x="4921061" y="2595965"/>
                  </a:moveTo>
                  <a:lnTo>
                    <a:pt x="4902231" y="2595965"/>
                  </a:lnTo>
                  <a:lnTo>
                    <a:pt x="4891362" y="2583265"/>
                  </a:lnTo>
                  <a:lnTo>
                    <a:pt x="4910192" y="2570565"/>
                  </a:lnTo>
                  <a:lnTo>
                    <a:pt x="4921061" y="2595965"/>
                  </a:lnTo>
                  <a:close/>
                </a:path>
                <a:path w="6802755" h="7098030">
                  <a:moveTo>
                    <a:pt x="5774702" y="2621365"/>
                  </a:moveTo>
                  <a:lnTo>
                    <a:pt x="5760889" y="2595965"/>
                  </a:lnTo>
                  <a:lnTo>
                    <a:pt x="5784812" y="2583265"/>
                  </a:lnTo>
                  <a:lnTo>
                    <a:pt x="5798619" y="2608665"/>
                  </a:lnTo>
                  <a:lnTo>
                    <a:pt x="5774702" y="2621365"/>
                  </a:lnTo>
                  <a:close/>
                </a:path>
                <a:path w="6802755" h="7098030">
                  <a:moveTo>
                    <a:pt x="4568114" y="2621365"/>
                  </a:moveTo>
                  <a:lnTo>
                    <a:pt x="4558128" y="2608665"/>
                  </a:lnTo>
                  <a:lnTo>
                    <a:pt x="4575429" y="2595965"/>
                  </a:lnTo>
                  <a:lnTo>
                    <a:pt x="4585422" y="2608665"/>
                  </a:lnTo>
                  <a:lnTo>
                    <a:pt x="4568114" y="2621365"/>
                  </a:lnTo>
                  <a:close/>
                </a:path>
                <a:path w="6802755" h="7098030">
                  <a:moveTo>
                    <a:pt x="6647389" y="2634065"/>
                  </a:moveTo>
                  <a:lnTo>
                    <a:pt x="6631231" y="2608665"/>
                  </a:lnTo>
                  <a:lnTo>
                    <a:pt x="6659217" y="2595965"/>
                  </a:lnTo>
                  <a:lnTo>
                    <a:pt x="6675375" y="2621365"/>
                  </a:lnTo>
                  <a:lnTo>
                    <a:pt x="6647389" y="2634065"/>
                  </a:lnTo>
                  <a:close/>
                </a:path>
                <a:path w="6802755" h="7098030">
                  <a:moveTo>
                    <a:pt x="4249380" y="2634065"/>
                  </a:moveTo>
                  <a:lnTo>
                    <a:pt x="4234117" y="2634065"/>
                  </a:lnTo>
                  <a:lnTo>
                    <a:pt x="4225303" y="2621365"/>
                  </a:lnTo>
                  <a:lnTo>
                    <a:pt x="4240566" y="2608665"/>
                  </a:lnTo>
                  <a:lnTo>
                    <a:pt x="4249380" y="2634065"/>
                  </a:lnTo>
                  <a:close/>
                </a:path>
                <a:path w="6802755" h="7098030">
                  <a:moveTo>
                    <a:pt x="5440586" y="2634065"/>
                  </a:moveTo>
                  <a:lnTo>
                    <a:pt x="5427661" y="2621365"/>
                  </a:lnTo>
                  <a:lnTo>
                    <a:pt x="5450050" y="2608665"/>
                  </a:lnTo>
                  <a:lnTo>
                    <a:pt x="5462975" y="2621365"/>
                  </a:lnTo>
                  <a:lnTo>
                    <a:pt x="5440586" y="2634065"/>
                  </a:lnTo>
                  <a:close/>
                </a:path>
                <a:path w="6802755" h="7098030">
                  <a:moveTo>
                    <a:pt x="6313171" y="2659465"/>
                  </a:moveTo>
                  <a:lnTo>
                    <a:pt x="6297599" y="2634065"/>
                  </a:lnTo>
                  <a:lnTo>
                    <a:pt x="6324567" y="2608665"/>
                  </a:lnTo>
                  <a:lnTo>
                    <a:pt x="6340138" y="2646765"/>
                  </a:lnTo>
                  <a:lnTo>
                    <a:pt x="6313171" y="2659465"/>
                  </a:lnTo>
                  <a:close/>
                </a:path>
                <a:path w="6802755" h="7098030">
                  <a:moveTo>
                    <a:pt x="5106481" y="2659465"/>
                  </a:moveTo>
                  <a:lnTo>
                    <a:pt x="5094433" y="2634065"/>
                  </a:lnTo>
                  <a:lnTo>
                    <a:pt x="5115294" y="2621365"/>
                  </a:lnTo>
                  <a:lnTo>
                    <a:pt x="5127341" y="2646765"/>
                  </a:lnTo>
                  <a:lnTo>
                    <a:pt x="5106481" y="2659465"/>
                  </a:lnTo>
                  <a:close/>
                </a:path>
                <a:path w="6802755" h="7098030">
                  <a:moveTo>
                    <a:pt x="3900106" y="2659465"/>
                  </a:moveTo>
                  <a:lnTo>
                    <a:pt x="3892471" y="2646765"/>
                  </a:lnTo>
                  <a:lnTo>
                    <a:pt x="3905703" y="2634065"/>
                  </a:lnTo>
                  <a:lnTo>
                    <a:pt x="3913344" y="2646765"/>
                  </a:lnTo>
                  <a:lnTo>
                    <a:pt x="3900106" y="2659465"/>
                  </a:lnTo>
                  <a:close/>
                </a:path>
                <a:path w="6802755" h="7098030">
                  <a:moveTo>
                    <a:pt x="5978946" y="2672165"/>
                  </a:moveTo>
                  <a:lnTo>
                    <a:pt x="5963961" y="2646765"/>
                  </a:lnTo>
                  <a:lnTo>
                    <a:pt x="5989916" y="2634065"/>
                  </a:lnTo>
                  <a:lnTo>
                    <a:pt x="6004901" y="2659465"/>
                  </a:lnTo>
                  <a:lnTo>
                    <a:pt x="5978946" y="2672165"/>
                  </a:lnTo>
                  <a:close/>
                </a:path>
                <a:path w="6802755" h="7098030">
                  <a:moveTo>
                    <a:pt x="4772471" y="2672165"/>
                  </a:moveTo>
                  <a:lnTo>
                    <a:pt x="4761602" y="2659465"/>
                  </a:lnTo>
                  <a:lnTo>
                    <a:pt x="4780432" y="2646765"/>
                  </a:lnTo>
                  <a:lnTo>
                    <a:pt x="4791300" y="2659465"/>
                  </a:lnTo>
                  <a:lnTo>
                    <a:pt x="4772471" y="2672165"/>
                  </a:lnTo>
                  <a:close/>
                </a:path>
                <a:path w="6802755" h="7098030">
                  <a:moveTo>
                    <a:pt x="5644835" y="2697565"/>
                  </a:moveTo>
                  <a:lnTo>
                    <a:pt x="5630738" y="2672165"/>
                  </a:lnTo>
                  <a:lnTo>
                    <a:pt x="5655159" y="2659465"/>
                  </a:lnTo>
                  <a:lnTo>
                    <a:pt x="5669256" y="2684865"/>
                  </a:lnTo>
                  <a:lnTo>
                    <a:pt x="5644835" y="2697565"/>
                  </a:lnTo>
                  <a:close/>
                </a:path>
                <a:path w="6802755" h="7098030">
                  <a:moveTo>
                    <a:pt x="4438360" y="2697565"/>
                  </a:moveTo>
                  <a:lnTo>
                    <a:pt x="4428373" y="2672165"/>
                  </a:lnTo>
                  <a:lnTo>
                    <a:pt x="4445674" y="2672165"/>
                  </a:lnTo>
                  <a:lnTo>
                    <a:pt x="4455667" y="2684865"/>
                  </a:lnTo>
                  <a:lnTo>
                    <a:pt x="4438360" y="2697565"/>
                  </a:lnTo>
                  <a:close/>
                </a:path>
                <a:path w="6802755" h="7098030">
                  <a:moveTo>
                    <a:pt x="5310831" y="2710265"/>
                  </a:moveTo>
                  <a:lnTo>
                    <a:pt x="5297907" y="2684865"/>
                  </a:lnTo>
                  <a:lnTo>
                    <a:pt x="5320290" y="2672165"/>
                  </a:lnTo>
                  <a:lnTo>
                    <a:pt x="5333220" y="2697565"/>
                  </a:lnTo>
                  <a:lnTo>
                    <a:pt x="5310831" y="2710265"/>
                  </a:lnTo>
                  <a:close/>
                </a:path>
                <a:path w="6802755" h="7098030">
                  <a:moveTo>
                    <a:pt x="6517627" y="2710265"/>
                  </a:moveTo>
                  <a:lnTo>
                    <a:pt x="6501469" y="2684865"/>
                  </a:lnTo>
                  <a:lnTo>
                    <a:pt x="6529455" y="2672165"/>
                  </a:lnTo>
                  <a:lnTo>
                    <a:pt x="6545614" y="2697565"/>
                  </a:lnTo>
                  <a:lnTo>
                    <a:pt x="6517627" y="2710265"/>
                  </a:lnTo>
                  <a:close/>
                </a:path>
                <a:path w="6802755" h="7098030">
                  <a:moveTo>
                    <a:pt x="4119222" y="2710265"/>
                  </a:moveTo>
                  <a:lnTo>
                    <a:pt x="4104462" y="2710265"/>
                  </a:lnTo>
                  <a:lnTo>
                    <a:pt x="4095944" y="2697565"/>
                  </a:lnTo>
                  <a:lnTo>
                    <a:pt x="4110699" y="2684865"/>
                  </a:lnTo>
                  <a:lnTo>
                    <a:pt x="4119222" y="2710265"/>
                  </a:lnTo>
                  <a:close/>
                </a:path>
                <a:path w="6802755" h="7098030">
                  <a:moveTo>
                    <a:pt x="6183297" y="2735665"/>
                  </a:moveTo>
                  <a:lnTo>
                    <a:pt x="6167434" y="2710265"/>
                  </a:lnTo>
                  <a:lnTo>
                    <a:pt x="6194911" y="2684865"/>
                  </a:lnTo>
                  <a:lnTo>
                    <a:pt x="6210773" y="2710265"/>
                  </a:lnTo>
                  <a:lnTo>
                    <a:pt x="6183297" y="2735665"/>
                  </a:lnTo>
                  <a:close/>
                </a:path>
                <a:path w="6802755" h="7098030">
                  <a:moveTo>
                    <a:pt x="4976719" y="2735665"/>
                  </a:moveTo>
                  <a:lnTo>
                    <a:pt x="4964672" y="2710265"/>
                  </a:lnTo>
                  <a:lnTo>
                    <a:pt x="4985533" y="2697565"/>
                  </a:lnTo>
                  <a:lnTo>
                    <a:pt x="4997580" y="2722965"/>
                  </a:lnTo>
                  <a:lnTo>
                    <a:pt x="4976719" y="2735665"/>
                  </a:lnTo>
                  <a:close/>
                </a:path>
                <a:path w="6802755" h="7098030">
                  <a:moveTo>
                    <a:pt x="5849078" y="2748365"/>
                  </a:moveTo>
                  <a:lnTo>
                    <a:pt x="5833803" y="2722965"/>
                  </a:lnTo>
                  <a:lnTo>
                    <a:pt x="5860267" y="2710265"/>
                  </a:lnTo>
                  <a:lnTo>
                    <a:pt x="5875542" y="2735665"/>
                  </a:lnTo>
                  <a:lnTo>
                    <a:pt x="5849078" y="2748365"/>
                  </a:lnTo>
                  <a:close/>
                </a:path>
                <a:path w="6802755" h="7098030">
                  <a:moveTo>
                    <a:pt x="4642716" y="2748365"/>
                  </a:moveTo>
                  <a:lnTo>
                    <a:pt x="4631847" y="2735665"/>
                  </a:lnTo>
                  <a:lnTo>
                    <a:pt x="4650671" y="2722965"/>
                  </a:lnTo>
                  <a:lnTo>
                    <a:pt x="4661539" y="2735665"/>
                  </a:lnTo>
                  <a:lnTo>
                    <a:pt x="4642716" y="2748365"/>
                  </a:lnTo>
                  <a:close/>
                </a:path>
                <a:path w="6802755" h="7098030">
                  <a:moveTo>
                    <a:pt x="6722304" y="2761065"/>
                  </a:moveTo>
                  <a:lnTo>
                    <a:pt x="6706146" y="2735665"/>
                  </a:lnTo>
                  <a:lnTo>
                    <a:pt x="6734132" y="2722965"/>
                  </a:lnTo>
                  <a:lnTo>
                    <a:pt x="6750291" y="2748365"/>
                  </a:lnTo>
                  <a:lnTo>
                    <a:pt x="6722304" y="2761065"/>
                  </a:lnTo>
                  <a:close/>
                </a:path>
                <a:path w="6802755" h="7098030">
                  <a:moveTo>
                    <a:pt x="5515074" y="2773765"/>
                  </a:moveTo>
                  <a:lnTo>
                    <a:pt x="5500977" y="2748365"/>
                  </a:lnTo>
                  <a:lnTo>
                    <a:pt x="5525404" y="2735665"/>
                  </a:lnTo>
                  <a:lnTo>
                    <a:pt x="5539501" y="2761065"/>
                  </a:lnTo>
                  <a:lnTo>
                    <a:pt x="5515074" y="2773765"/>
                  </a:lnTo>
                  <a:close/>
                </a:path>
                <a:path w="6802755" h="7098030">
                  <a:moveTo>
                    <a:pt x="4308712" y="2773765"/>
                  </a:moveTo>
                  <a:lnTo>
                    <a:pt x="4299016" y="2748365"/>
                  </a:lnTo>
                  <a:lnTo>
                    <a:pt x="4315807" y="2748365"/>
                  </a:lnTo>
                  <a:lnTo>
                    <a:pt x="4325498" y="2761065"/>
                  </a:lnTo>
                  <a:lnTo>
                    <a:pt x="4308712" y="2773765"/>
                  </a:lnTo>
                  <a:close/>
                </a:path>
                <a:path w="6802755" h="7098030">
                  <a:moveTo>
                    <a:pt x="5181069" y="2786465"/>
                  </a:moveTo>
                  <a:lnTo>
                    <a:pt x="5168145" y="2761065"/>
                  </a:lnTo>
                  <a:lnTo>
                    <a:pt x="5190534" y="2748365"/>
                  </a:lnTo>
                  <a:lnTo>
                    <a:pt x="5203464" y="2773765"/>
                  </a:lnTo>
                  <a:lnTo>
                    <a:pt x="5181069" y="2786465"/>
                  </a:lnTo>
                  <a:close/>
                </a:path>
                <a:path w="6802755" h="7098030">
                  <a:moveTo>
                    <a:pt x="6387759" y="2786465"/>
                  </a:moveTo>
                  <a:lnTo>
                    <a:pt x="6371311" y="2761065"/>
                  </a:lnTo>
                  <a:lnTo>
                    <a:pt x="6399807" y="2748365"/>
                  </a:lnTo>
                  <a:lnTo>
                    <a:pt x="6416256" y="2773765"/>
                  </a:lnTo>
                  <a:lnTo>
                    <a:pt x="6387759" y="2786465"/>
                  </a:lnTo>
                  <a:close/>
                </a:path>
                <a:path w="6802755" h="7098030">
                  <a:moveTo>
                    <a:pt x="3974700" y="2786465"/>
                  </a:moveTo>
                  <a:lnTo>
                    <a:pt x="3966183" y="2773765"/>
                  </a:lnTo>
                  <a:lnTo>
                    <a:pt x="3980938" y="2761065"/>
                  </a:lnTo>
                  <a:lnTo>
                    <a:pt x="3989461" y="2773765"/>
                  </a:lnTo>
                  <a:lnTo>
                    <a:pt x="3974700" y="2786465"/>
                  </a:lnTo>
                  <a:close/>
                </a:path>
                <a:path w="6802755" h="7098030">
                  <a:moveTo>
                    <a:pt x="6053542" y="2811865"/>
                  </a:moveTo>
                  <a:lnTo>
                    <a:pt x="6037680" y="2773765"/>
                  </a:lnTo>
                  <a:lnTo>
                    <a:pt x="6065156" y="2761065"/>
                  </a:lnTo>
                  <a:lnTo>
                    <a:pt x="6081019" y="2786465"/>
                  </a:lnTo>
                  <a:lnTo>
                    <a:pt x="6053542" y="2811865"/>
                  </a:lnTo>
                  <a:close/>
                </a:path>
                <a:path w="6802755" h="7098030">
                  <a:moveTo>
                    <a:pt x="4846959" y="2811865"/>
                  </a:moveTo>
                  <a:lnTo>
                    <a:pt x="4834912" y="2786465"/>
                  </a:lnTo>
                  <a:lnTo>
                    <a:pt x="4855773" y="2773765"/>
                  </a:lnTo>
                  <a:lnTo>
                    <a:pt x="4867820" y="2799165"/>
                  </a:lnTo>
                  <a:lnTo>
                    <a:pt x="4846959" y="2811865"/>
                  </a:lnTo>
                  <a:close/>
                </a:path>
                <a:path w="6802755" h="7098030">
                  <a:moveTo>
                    <a:pt x="5719318" y="2824565"/>
                  </a:moveTo>
                  <a:lnTo>
                    <a:pt x="5704042" y="2799165"/>
                  </a:lnTo>
                  <a:lnTo>
                    <a:pt x="5730506" y="2786465"/>
                  </a:lnTo>
                  <a:lnTo>
                    <a:pt x="5745782" y="2811865"/>
                  </a:lnTo>
                  <a:lnTo>
                    <a:pt x="5719318" y="2824565"/>
                  </a:lnTo>
                  <a:close/>
                </a:path>
                <a:path w="6802755" h="7098030">
                  <a:moveTo>
                    <a:pt x="4512955" y="2824565"/>
                  </a:moveTo>
                  <a:lnTo>
                    <a:pt x="4502086" y="2811865"/>
                  </a:lnTo>
                  <a:lnTo>
                    <a:pt x="4520910" y="2799165"/>
                  </a:lnTo>
                  <a:lnTo>
                    <a:pt x="4531778" y="2811865"/>
                  </a:lnTo>
                  <a:lnTo>
                    <a:pt x="4512955" y="2824565"/>
                  </a:lnTo>
                  <a:close/>
                </a:path>
                <a:path w="6802755" h="7098030">
                  <a:moveTo>
                    <a:pt x="6592009" y="2849965"/>
                  </a:moveTo>
                  <a:lnTo>
                    <a:pt x="6574376" y="2811865"/>
                  </a:lnTo>
                  <a:lnTo>
                    <a:pt x="6604910" y="2799165"/>
                  </a:lnTo>
                  <a:lnTo>
                    <a:pt x="6622536" y="2824565"/>
                  </a:lnTo>
                  <a:lnTo>
                    <a:pt x="6592009" y="2849965"/>
                  </a:lnTo>
                  <a:close/>
                </a:path>
                <a:path w="6802755" h="7098030">
                  <a:moveTo>
                    <a:pt x="4178950" y="2849965"/>
                  </a:moveTo>
                  <a:lnTo>
                    <a:pt x="4169260" y="2824565"/>
                  </a:lnTo>
                  <a:lnTo>
                    <a:pt x="4186051" y="2811865"/>
                  </a:lnTo>
                  <a:lnTo>
                    <a:pt x="4195742" y="2837265"/>
                  </a:lnTo>
                  <a:lnTo>
                    <a:pt x="4178950" y="2849965"/>
                  </a:lnTo>
                  <a:close/>
                </a:path>
                <a:path w="6802755" h="7098030">
                  <a:moveTo>
                    <a:pt x="5385213" y="2849965"/>
                  </a:moveTo>
                  <a:lnTo>
                    <a:pt x="5370814" y="2824565"/>
                  </a:lnTo>
                  <a:lnTo>
                    <a:pt x="5395744" y="2811865"/>
                  </a:lnTo>
                  <a:lnTo>
                    <a:pt x="5410143" y="2824565"/>
                  </a:lnTo>
                  <a:lnTo>
                    <a:pt x="5385213" y="2849965"/>
                  </a:lnTo>
                  <a:close/>
                </a:path>
                <a:path w="6802755" h="7098030">
                  <a:moveTo>
                    <a:pt x="6257898" y="2862665"/>
                  </a:moveTo>
                  <a:lnTo>
                    <a:pt x="6241147" y="2837265"/>
                  </a:lnTo>
                  <a:lnTo>
                    <a:pt x="6270152" y="2811865"/>
                  </a:lnTo>
                  <a:lnTo>
                    <a:pt x="6286903" y="2849965"/>
                  </a:lnTo>
                  <a:lnTo>
                    <a:pt x="6257898" y="2862665"/>
                  </a:lnTo>
                  <a:close/>
                </a:path>
                <a:path w="6802755" h="7098030">
                  <a:moveTo>
                    <a:pt x="5051315" y="2862665"/>
                  </a:moveTo>
                  <a:lnTo>
                    <a:pt x="5038385" y="2837265"/>
                  </a:lnTo>
                  <a:lnTo>
                    <a:pt x="5060774" y="2824565"/>
                  </a:lnTo>
                  <a:lnTo>
                    <a:pt x="5073704" y="2849965"/>
                  </a:lnTo>
                  <a:lnTo>
                    <a:pt x="5051315" y="2862665"/>
                  </a:lnTo>
                  <a:close/>
                </a:path>
                <a:path w="6802755" h="7098030">
                  <a:moveTo>
                    <a:pt x="3845052" y="2862665"/>
                  </a:moveTo>
                  <a:lnTo>
                    <a:pt x="3836825" y="2849965"/>
                  </a:lnTo>
                  <a:lnTo>
                    <a:pt x="3851076" y="2837265"/>
                  </a:lnTo>
                  <a:lnTo>
                    <a:pt x="3859297" y="2849965"/>
                  </a:lnTo>
                  <a:lnTo>
                    <a:pt x="3845052" y="2862665"/>
                  </a:lnTo>
                  <a:close/>
                </a:path>
                <a:path w="6802755" h="7098030">
                  <a:moveTo>
                    <a:pt x="5923673" y="2888065"/>
                  </a:moveTo>
                  <a:lnTo>
                    <a:pt x="5907515" y="2849965"/>
                  </a:lnTo>
                  <a:lnTo>
                    <a:pt x="5935502" y="2837265"/>
                  </a:lnTo>
                  <a:lnTo>
                    <a:pt x="5951660" y="2862665"/>
                  </a:lnTo>
                  <a:lnTo>
                    <a:pt x="5923673" y="2888065"/>
                  </a:lnTo>
                  <a:close/>
                </a:path>
                <a:path w="6802755" h="7098030">
                  <a:moveTo>
                    <a:pt x="4717198" y="2888065"/>
                  </a:moveTo>
                  <a:lnTo>
                    <a:pt x="4705151" y="2862665"/>
                  </a:lnTo>
                  <a:lnTo>
                    <a:pt x="4726018" y="2849965"/>
                  </a:lnTo>
                  <a:lnTo>
                    <a:pt x="4738065" y="2875365"/>
                  </a:lnTo>
                  <a:lnTo>
                    <a:pt x="4717198" y="2888065"/>
                  </a:lnTo>
                  <a:close/>
                </a:path>
                <a:path w="6802755" h="7098030">
                  <a:moveTo>
                    <a:pt x="5589456" y="2900765"/>
                  </a:moveTo>
                  <a:lnTo>
                    <a:pt x="5573884" y="2875365"/>
                  </a:lnTo>
                  <a:lnTo>
                    <a:pt x="5600858" y="2862665"/>
                  </a:lnTo>
                  <a:lnTo>
                    <a:pt x="5616429" y="2888065"/>
                  </a:lnTo>
                  <a:lnTo>
                    <a:pt x="5589456" y="2900765"/>
                  </a:lnTo>
                  <a:close/>
                </a:path>
                <a:path w="6802755" h="7098030">
                  <a:moveTo>
                    <a:pt x="6802291" y="2888065"/>
                  </a:moveTo>
                  <a:lnTo>
                    <a:pt x="6799801" y="2888065"/>
                  </a:lnTo>
                  <a:lnTo>
                    <a:pt x="6790692" y="2875365"/>
                  </a:lnTo>
                  <a:lnTo>
                    <a:pt x="6802291" y="2862665"/>
                  </a:lnTo>
                  <a:lnTo>
                    <a:pt x="6802291" y="2888065"/>
                  </a:lnTo>
                  <a:close/>
                </a:path>
                <a:path w="6802755" h="7098030">
                  <a:moveTo>
                    <a:pt x="4383194" y="2900765"/>
                  </a:moveTo>
                  <a:lnTo>
                    <a:pt x="4372326" y="2888065"/>
                  </a:lnTo>
                  <a:lnTo>
                    <a:pt x="4391155" y="2875365"/>
                  </a:lnTo>
                  <a:lnTo>
                    <a:pt x="4402024" y="2888065"/>
                  </a:lnTo>
                  <a:lnTo>
                    <a:pt x="4383194" y="2900765"/>
                  </a:lnTo>
                  <a:close/>
                </a:path>
                <a:path w="6802755" h="7098030">
                  <a:moveTo>
                    <a:pt x="5255451" y="2926165"/>
                  </a:moveTo>
                  <a:lnTo>
                    <a:pt x="5241058" y="2900765"/>
                  </a:lnTo>
                  <a:lnTo>
                    <a:pt x="5265988" y="2875365"/>
                  </a:lnTo>
                  <a:lnTo>
                    <a:pt x="5280387" y="2900765"/>
                  </a:lnTo>
                  <a:lnTo>
                    <a:pt x="5255451" y="2926165"/>
                  </a:lnTo>
                  <a:close/>
                </a:path>
                <a:path w="6802755" h="7098030">
                  <a:moveTo>
                    <a:pt x="6462141" y="2913465"/>
                  </a:moveTo>
                  <a:lnTo>
                    <a:pt x="6444224" y="2888065"/>
                  </a:lnTo>
                  <a:lnTo>
                    <a:pt x="6475261" y="2875365"/>
                  </a:lnTo>
                  <a:lnTo>
                    <a:pt x="6493178" y="2900765"/>
                  </a:lnTo>
                  <a:lnTo>
                    <a:pt x="6462141" y="2913465"/>
                  </a:lnTo>
                  <a:close/>
                </a:path>
                <a:path w="6802755" h="7098030">
                  <a:moveTo>
                    <a:pt x="4065584" y="2913465"/>
                  </a:moveTo>
                  <a:lnTo>
                    <a:pt x="4049301" y="2913465"/>
                  </a:lnTo>
                  <a:lnTo>
                    <a:pt x="4039896" y="2900765"/>
                  </a:lnTo>
                  <a:lnTo>
                    <a:pt x="4056178" y="2888065"/>
                  </a:lnTo>
                  <a:lnTo>
                    <a:pt x="4065584" y="2913465"/>
                  </a:lnTo>
                  <a:close/>
                </a:path>
                <a:path w="6802755" h="7098030">
                  <a:moveTo>
                    <a:pt x="6128030" y="2938865"/>
                  </a:moveTo>
                  <a:lnTo>
                    <a:pt x="6110990" y="2913465"/>
                  </a:lnTo>
                  <a:lnTo>
                    <a:pt x="6140504" y="2888065"/>
                  </a:lnTo>
                  <a:lnTo>
                    <a:pt x="6157545" y="2926165"/>
                  </a:lnTo>
                  <a:lnTo>
                    <a:pt x="6128030" y="2938865"/>
                  </a:lnTo>
                  <a:close/>
                </a:path>
                <a:path w="6802755" h="7098030">
                  <a:moveTo>
                    <a:pt x="4921555" y="2938865"/>
                  </a:moveTo>
                  <a:lnTo>
                    <a:pt x="4908624" y="2913465"/>
                  </a:lnTo>
                  <a:lnTo>
                    <a:pt x="4931013" y="2900765"/>
                  </a:lnTo>
                  <a:lnTo>
                    <a:pt x="4943944" y="2926165"/>
                  </a:lnTo>
                  <a:lnTo>
                    <a:pt x="4921555" y="2938865"/>
                  </a:lnTo>
                  <a:close/>
                </a:path>
                <a:path w="6802755" h="7098030">
                  <a:moveTo>
                    <a:pt x="5793913" y="2951565"/>
                  </a:moveTo>
                  <a:lnTo>
                    <a:pt x="5777755" y="2926165"/>
                  </a:lnTo>
                  <a:lnTo>
                    <a:pt x="5805747" y="2913465"/>
                  </a:lnTo>
                  <a:lnTo>
                    <a:pt x="5821905" y="2938865"/>
                  </a:lnTo>
                  <a:lnTo>
                    <a:pt x="5793913" y="2951565"/>
                  </a:lnTo>
                  <a:close/>
                </a:path>
                <a:path w="6802755" h="7098030">
                  <a:moveTo>
                    <a:pt x="4587443" y="2951565"/>
                  </a:moveTo>
                  <a:lnTo>
                    <a:pt x="4575396" y="2938865"/>
                  </a:lnTo>
                  <a:lnTo>
                    <a:pt x="4596263" y="2926165"/>
                  </a:lnTo>
                  <a:lnTo>
                    <a:pt x="4608310" y="2938865"/>
                  </a:lnTo>
                  <a:lnTo>
                    <a:pt x="4587443" y="2951565"/>
                  </a:lnTo>
                  <a:close/>
                </a:path>
                <a:path w="6802755" h="7098030">
                  <a:moveTo>
                    <a:pt x="6666497" y="2976965"/>
                  </a:moveTo>
                  <a:lnTo>
                    <a:pt x="6647692" y="2938865"/>
                  </a:lnTo>
                  <a:lnTo>
                    <a:pt x="6680263" y="2926165"/>
                  </a:lnTo>
                  <a:lnTo>
                    <a:pt x="6699062" y="2951565"/>
                  </a:lnTo>
                  <a:lnTo>
                    <a:pt x="6666497" y="2976965"/>
                  </a:lnTo>
                  <a:close/>
                </a:path>
                <a:path w="6802755" h="7098030">
                  <a:moveTo>
                    <a:pt x="5459696" y="2976965"/>
                  </a:moveTo>
                  <a:lnTo>
                    <a:pt x="5444124" y="2951565"/>
                  </a:lnTo>
                  <a:lnTo>
                    <a:pt x="5471097" y="2938865"/>
                  </a:lnTo>
                  <a:lnTo>
                    <a:pt x="5486669" y="2964265"/>
                  </a:lnTo>
                  <a:lnTo>
                    <a:pt x="5459696" y="2976965"/>
                  </a:lnTo>
                  <a:close/>
                </a:path>
                <a:path w="6802755" h="7098030">
                  <a:moveTo>
                    <a:pt x="6332279" y="2989665"/>
                  </a:moveTo>
                  <a:lnTo>
                    <a:pt x="6314060" y="2964265"/>
                  </a:lnTo>
                  <a:lnTo>
                    <a:pt x="6345606" y="2938865"/>
                  </a:lnTo>
                  <a:lnTo>
                    <a:pt x="6363825" y="2976965"/>
                  </a:lnTo>
                  <a:lnTo>
                    <a:pt x="6332279" y="2989665"/>
                  </a:lnTo>
                  <a:close/>
                </a:path>
                <a:path w="6802755" h="7098030">
                  <a:moveTo>
                    <a:pt x="4253545" y="2976965"/>
                  </a:moveTo>
                  <a:lnTo>
                    <a:pt x="4242966" y="2951565"/>
                  </a:lnTo>
                  <a:lnTo>
                    <a:pt x="4261286" y="2951565"/>
                  </a:lnTo>
                  <a:lnTo>
                    <a:pt x="4271865" y="2964265"/>
                  </a:lnTo>
                  <a:lnTo>
                    <a:pt x="4253545" y="2976965"/>
                  </a:lnTo>
                  <a:close/>
                </a:path>
                <a:path w="6802755" h="7098030">
                  <a:moveTo>
                    <a:pt x="5125691" y="2989665"/>
                  </a:moveTo>
                  <a:lnTo>
                    <a:pt x="5111298" y="2964265"/>
                  </a:lnTo>
                  <a:lnTo>
                    <a:pt x="5136234" y="2951565"/>
                  </a:lnTo>
                  <a:lnTo>
                    <a:pt x="5150626" y="2976965"/>
                  </a:lnTo>
                  <a:lnTo>
                    <a:pt x="5125691" y="2989665"/>
                  </a:lnTo>
                  <a:close/>
                </a:path>
                <a:path w="6802755" h="7098030">
                  <a:moveTo>
                    <a:pt x="3935823" y="2989665"/>
                  </a:moveTo>
                  <a:lnTo>
                    <a:pt x="3919540" y="2989665"/>
                  </a:lnTo>
                  <a:lnTo>
                    <a:pt x="3910140" y="2976965"/>
                  </a:lnTo>
                  <a:lnTo>
                    <a:pt x="3926417" y="2964265"/>
                  </a:lnTo>
                  <a:lnTo>
                    <a:pt x="3935823" y="2989665"/>
                  </a:lnTo>
                  <a:close/>
                </a:path>
                <a:path w="6802755" h="7098030">
                  <a:moveTo>
                    <a:pt x="5998161" y="3015065"/>
                  </a:moveTo>
                  <a:lnTo>
                    <a:pt x="5980831" y="2989665"/>
                  </a:lnTo>
                  <a:lnTo>
                    <a:pt x="6010849" y="2964265"/>
                  </a:lnTo>
                  <a:lnTo>
                    <a:pt x="6028185" y="3002365"/>
                  </a:lnTo>
                  <a:lnTo>
                    <a:pt x="5998161" y="3015065"/>
                  </a:lnTo>
                  <a:close/>
                </a:path>
                <a:path w="6802755" h="7098030">
                  <a:moveTo>
                    <a:pt x="4791793" y="3015065"/>
                  </a:moveTo>
                  <a:lnTo>
                    <a:pt x="4778863" y="2989665"/>
                  </a:lnTo>
                  <a:lnTo>
                    <a:pt x="4801258" y="2976965"/>
                  </a:lnTo>
                  <a:lnTo>
                    <a:pt x="4814182" y="3002365"/>
                  </a:lnTo>
                  <a:lnTo>
                    <a:pt x="4791793" y="3015065"/>
                  </a:lnTo>
                  <a:close/>
                </a:path>
                <a:path w="6802755" h="7098030">
                  <a:moveTo>
                    <a:pt x="5664051" y="3027765"/>
                  </a:moveTo>
                  <a:lnTo>
                    <a:pt x="5647596" y="3002365"/>
                  </a:lnTo>
                  <a:lnTo>
                    <a:pt x="5676093" y="2989665"/>
                  </a:lnTo>
                  <a:lnTo>
                    <a:pt x="5692547" y="3015065"/>
                  </a:lnTo>
                  <a:lnTo>
                    <a:pt x="5664051" y="3027765"/>
                  </a:lnTo>
                  <a:close/>
                </a:path>
                <a:path w="6802755" h="7098030">
                  <a:moveTo>
                    <a:pt x="4457789" y="3027765"/>
                  </a:moveTo>
                  <a:lnTo>
                    <a:pt x="4446038" y="3015065"/>
                  </a:lnTo>
                  <a:lnTo>
                    <a:pt x="4466390" y="3002365"/>
                  </a:lnTo>
                  <a:lnTo>
                    <a:pt x="4478141" y="3015065"/>
                  </a:lnTo>
                  <a:lnTo>
                    <a:pt x="4457789" y="3027765"/>
                  </a:lnTo>
                  <a:close/>
                </a:path>
                <a:path w="6802755" h="7098030">
                  <a:moveTo>
                    <a:pt x="6536630" y="3053165"/>
                  </a:moveTo>
                  <a:lnTo>
                    <a:pt x="6517533" y="3015065"/>
                  </a:lnTo>
                  <a:lnTo>
                    <a:pt x="6550608" y="3002365"/>
                  </a:lnTo>
                  <a:lnTo>
                    <a:pt x="6569704" y="3027765"/>
                  </a:lnTo>
                  <a:lnTo>
                    <a:pt x="6536630" y="3053165"/>
                  </a:lnTo>
                  <a:close/>
                </a:path>
                <a:path w="6802755" h="7098030">
                  <a:moveTo>
                    <a:pt x="4123784" y="3053165"/>
                  </a:moveTo>
                  <a:lnTo>
                    <a:pt x="4113205" y="3027765"/>
                  </a:lnTo>
                  <a:lnTo>
                    <a:pt x="4131531" y="3015065"/>
                  </a:lnTo>
                  <a:lnTo>
                    <a:pt x="4142110" y="3040465"/>
                  </a:lnTo>
                  <a:lnTo>
                    <a:pt x="4123784" y="3053165"/>
                  </a:lnTo>
                  <a:close/>
                </a:path>
                <a:path w="6802755" h="7098030">
                  <a:moveTo>
                    <a:pt x="5329934" y="3053165"/>
                  </a:moveTo>
                  <a:lnTo>
                    <a:pt x="5314362" y="3027765"/>
                  </a:lnTo>
                  <a:lnTo>
                    <a:pt x="5341336" y="3015065"/>
                  </a:lnTo>
                  <a:lnTo>
                    <a:pt x="5356907" y="3040465"/>
                  </a:lnTo>
                  <a:lnTo>
                    <a:pt x="5329934" y="3053165"/>
                  </a:lnTo>
                  <a:close/>
                </a:path>
                <a:path w="6802755" h="7098030">
                  <a:moveTo>
                    <a:pt x="6202406" y="3065865"/>
                  </a:moveTo>
                  <a:lnTo>
                    <a:pt x="6183902" y="3040465"/>
                  </a:lnTo>
                  <a:lnTo>
                    <a:pt x="6215958" y="3015065"/>
                  </a:lnTo>
                  <a:lnTo>
                    <a:pt x="6234467" y="3053165"/>
                  </a:lnTo>
                  <a:lnTo>
                    <a:pt x="6202406" y="3065865"/>
                  </a:lnTo>
                  <a:close/>
                </a:path>
                <a:path w="6802755" h="7098030">
                  <a:moveTo>
                    <a:pt x="4995931" y="3065865"/>
                  </a:moveTo>
                  <a:lnTo>
                    <a:pt x="4981538" y="3040465"/>
                  </a:lnTo>
                  <a:lnTo>
                    <a:pt x="5006473" y="3027765"/>
                  </a:lnTo>
                  <a:lnTo>
                    <a:pt x="5020866" y="3053165"/>
                  </a:lnTo>
                  <a:lnTo>
                    <a:pt x="4995931" y="3065865"/>
                  </a:lnTo>
                  <a:close/>
                </a:path>
                <a:path w="6802755" h="7098030">
                  <a:moveTo>
                    <a:pt x="5868295" y="3091265"/>
                  </a:moveTo>
                  <a:lnTo>
                    <a:pt x="5850668" y="3053165"/>
                  </a:lnTo>
                  <a:lnTo>
                    <a:pt x="5881201" y="3040465"/>
                  </a:lnTo>
                  <a:lnTo>
                    <a:pt x="5898828" y="3065865"/>
                  </a:lnTo>
                  <a:lnTo>
                    <a:pt x="5868295" y="3091265"/>
                  </a:lnTo>
                  <a:close/>
                </a:path>
                <a:path w="6802755" h="7098030">
                  <a:moveTo>
                    <a:pt x="4662038" y="3091265"/>
                  </a:moveTo>
                  <a:lnTo>
                    <a:pt x="4649108" y="3065865"/>
                  </a:lnTo>
                  <a:lnTo>
                    <a:pt x="4671503" y="3053165"/>
                  </a:lnTo>
                  <a:lnTo>
                    <a:pt x="4684427" y="3078565"/>
                  </a:lnTo>
                  <a:lnTo>
                    <a:pt x="4662038" y="3091265"/>
                  </a:lnTo>
                  <a:close/>
                </a:path>
                <a:path w="6802755" h="7098030">
                  <a:moveTo>
                    <a:pt x="6741839" y="3103965"/>
                  </a:moveTo>
                  <a:lnTo>
                    <a:pt x="6724212" y="3078565"/>
                  </a:lnTo>
                  <a:lnTo>
                    <a:pt x="6754745" y="3053165"/>
                  </a:lnTo>
                  <a:lnTo>
                    <a:pt x="6772372" y="3091265"/>
                  </a:lnTo>
                  <a:lnTo>
                    <a:pt x="6741839" y="3103965"/>
                  </a:lnTo>
                  <a:close/>
                </a:path>
                <a:path w="6802755" h="7098030">
                  <a:moveTo>
                    <a:pt x="5534291" y="3103965"/>
                  </a:moveTo>
                  <a:lnTo>
                    <a:pt x="5517836" y="3078565"/>
                  </a:lnTo>
                  <a:lnTo>
                    <a:pt x="5546338" y="3065865"/>
                  </a:lnTo>
                  <a:lnTo>
                    <a:pt x="5562793" y="3091265"/>
                  </a:lnTo>
                  <a:lnTo>
                    <a:pt x="5534291" y="3103965"/>
                  </a:lnTo>
                  <a:close/>
                </a:path>
                <a:path w="6802755" h="7098030">
                  <a:moveTo>
                    <a:pt x="4328033" y="3103965"/>
                  </a:moveTo>
                  <a:lnTo>
                    <a:pt x="4316282" y="3091265"/>
                  </a:lnTo>
                  <a:lnTo>
                    <a:pt x="4336634" y="3078565"/>
                  </a:lnTo>
                  <a:lnTo>
                    <a:pt x="4348385" y="3091265"/>
                  </a:lnTo>
                  <a:lnTo>
                    <a:pt x="4328033" y="3103965"/>
                  </a:lnTo>
                  <a:close/>
                </a:path>
                <a:path w="6802755" h="7098030">
                  <a:moveTo>
                    <a:pt x="5200179" y="3129365"/>
                  </a:moveTo>
                  <a:lnTo>
                    <a:pt x="5184607" y="3103965"/>
                  </a:lnTo>
                  <a:lnTo>
                    <a:pt x="5211575" y="3078565"/>
                  </a:lnTo>
                  <a:lnTo>
                    <a:pt x="5227147" y="3116665"/>
                  </a:lnTo>
                  <a:lnTo>
                    <a:pt x="5200179" y="3129365"/>
                  </a:lnTo>
                  <a:close/>
                </a:path>
                <a:path w="6802755" h="7098030">
                  <a:moveTo>
                    <a:pt x="6406762" y="3129365"/>
                  </a:moveTo>
                  <a:lnTo>
                    <a:pt x="6387370" y="3091265"/>
                  </a:lnTo>
                  <a:lnTo>
                    <a:pt x="6420959" y="3078565"/>
                  </a:lnTo>
                  <a:lnTo>
                    <a:pt x="6440352" y="3103965"/>
                  </a:lnTo>
                  <a:lnTo>
                    <a:pt x="6406762" y="3129365"/>
                  </a:lnTo>
                  <a:close/>
                </a:path>
                <a:path w="6802755" h="7098030">
                  <a:moveTo>
                    <a:pt x="3994135" y="3129365"/>
                  </a:moveTo>
                  <a:lnTo>
                    <a:pt x="3983853" y="3103965"/>
                  </a:lnTo>
                  <a:lnTo>
                    <a:pt x="4001657" y="3091265"/>
                  </a:lnTo>
                  <a:lnTo>
                    <a:pt x="4011940" y="3116665"/>
                  </a:lnTo>
                  <a:lnTo>
                    <a:pt x="3994135" y="3129365"/>
                  </a:lnTo>
                  <a:close/>
                </a:path>
                <a:path w="6802755" h="7098030">
                  <a:moveTo>
                    <a:pt x="6072644" y="3142065"/>
                  </a:moveTo>
                  <a:lnTo>
                    <a:pt x="6054140" y="3116665"/>
                  </a:lnTo>
                  <a:lnTo>
                    <a:pt x="6086196" y="3091265"/>
                  </a:lnTo>
                  <a:lnTo>
                    <a:pt x="6104706" y="3129365"/>
                  </a:lnTo>
                  <a:lnTo>
                    <a:pt x="6072644" y="3142065"/>
                  </a:lnTo>
                  <a:close/>
                </a:path>
                <a:path w="6802755" h="7098030">
                  <a:moveTo>
                    <a:pt x="4866175" y="3142065"/>
                  </a:moveTo>
                  <a:lnTo>
                    <a:pt x="4851776" y="3116665"/>
                  </a:lnTo>
                  <a:lnTo>
                    <a:pt x="4876712" y="3103965"/>
                  </a:lnTo>
                  <a:lnTo>
                    <a:pt x="4891105" y="3129365"/>
                  </a:lnTo>
                  <a:lnTo>
                    <a:pt x="4866175" y="3142065"/>
                  </a:lnTo>
                  <a:close/>
                </a:path>
                <a:path w="6802755" h="7098030">
                  <a:moveTo>
                    <a:pt x="5738539" y="3167465"/>
                  </a:moveTo>
                  <a:lnTo>
                    <a:pt x="5720912" y="3129365"/>
                  </a:lnTo>
                  <a:lnTo>
                    <a:pt x="5751445" y="3116665"/>
                  </a:lnTo>
                  <a:lnTo>
                    <a:pt x="5769072" y="3142065"/>
                  </a:lnTo>
                  <a:lnTo>
                    <a:pt x="5738539" y="3167465"/>
                  </a:lnTo>
                  <a:close/>
                </a:path>
                <a:path w="6802755" h="7098030">
                  <a:moveTo>
                    <a:pt x="4532278" y="3167465"/>
                  </a:moveTo>
                  <a:lnTo>
                    <a:pt x="4519353" y="3142065"/>
                  </a:lnTo>
                  <a:lnTo>
                    <a:pt x="4541742" y="3129365"/>
                  </a:lnTo>
                  <a:lnTo>
                    <a:pt x="4554667" y="3154765"/>
                  </a:lnTo>
                  <a:lnTo>
                    <a:pt x="4532278" y="3167465"/>
                  </a:lnTo>
                  <a:close/>
                </a:path>
                <a:path w="6802755" h="7098030">
                  <a:moveTo>
                    <a:pt x="6611006" y="3180165"/>
                  </a:moveTo>
                  <a:lnTo>
                    <a:pt x="6590441" y="3142065"/>
                  </a:lnTo>
                  <a:lnTo>
                    <a:pt x="6626062" y="3129365"/>
                  </a:lnTo>
                  <a:lnTo>
                    <a:pt x="6646627" y="3167465"/>
                  </a:lnTo>
                  <a:lnTo>
                    <a:pt x="6611006" y="3180165"/>
                  </a:lnTo>
                  <a:close/>
                </a:path>
                <a:path w="6802755" h="7098030">
                  <a:moveTo>
                    <a:pt x="5404535" y="3180165"/>
                  </a:moveTo>
                  <a:lnTo>
                    <a:pt x="5388080" y="3154765"/>
                  </a:lnTo>
                  <a:lnTo>
                    <a:pt x="5416576" y="3142065"/>
                  </a:lnTo>
                  <a:lnTo>
                    <a:pt x="5433031" y="3167465"/>
                  </a:lnTo>
                  <a:lnTo>
                    <a:pt x="5404535" y="3180165"/>
                  </a:lnTo>
                  <a:close/>
                </a:path>
                <a:path w="6802755" h="7098030">
                  <a:moveTo>
                    <a:pt x="6276900" y="3205565"/>
                  </a:moveTo>
                  <a:lnTo>
                    <a:pt x="6257212" y="3167465"/>
                  </a:lnTo>
                  <a:lnTo>
                    <a:pt x="6291304" y="3142065"/>
                  </a:lnTo>
                  <a:lnTo>
                    <a:pt x="6310987" y="3180165"/>
                  </a:lnTo>
                  <a:lnTo>
                    <a:pt x="6276900" y="3205565"/>
                  </a:lnTo>
                  <a:close/>
                </a:path>
                <a:path w="6802755" h="7098030">
                  <a:moveTo>
                    <a:pt x="4198379" y="3180165"/>
                  </a:moveTo>
                  <a:lnTo>
                    <a:pt x="4186918" y="3167465"/>
                  </a:lnTo>
                  <a:lnTo>
                    <a:pt x="4206766" y="3154765"/>
                  </a:lnTo>
                  <a:lnTo>
                    <a:pt x="4218221" y="3167465"/>
                  </a:lnTo>
                  <a:lnTo>
                    <a:pt x="4198379" y="3180165"/>
                  </a:lnTo>
                  <a:close/>
                </a:path>
                <a:path w="6802755" h="7098030">
                  <a:moveTo>
                    <a:pt x="5070419" y="3205565"/>
                  </a:moveTo>
                  <a:lnTo>
                    <a:pt x="5054847" y="3180165"/>
                  </a:lnTo>
                  <a:lnTo>
                    <a:pt x="5081821" y="3154765"/>
                  </a:lnTo>
                  <a:lnTo>
                    <a:pt x="5097392" y="3180165"/>
                  </a:lnTo>
                  <a:lnTo>
                    <a:pt x="5070419" y="3205565"/>
                  </a:lnTo>
                  <a:close/>
                </a:path>
                <a:path w="6802755" h="7098030">
                  <a:moveTo>
                    <a:pt x="3864377" y="3205565"/>
                  </a:moveTo>
                  <a:lnTo>
                    <a:pt x="3854094" y="3180165"/>
                  </a:lnTo>
                  <a:lnTo>
                    <a:pt x="3871905" y="3167465"/>
                  </a:lnTo>
                  <a:lnTo>
                    <a:pt x="3882187" y="3192865"/>
                  </a:lnTo>
                  <a:lnTo>
                    <a:pt x="3864377" y="3205565"/>
                  </a:lnTo>
                  <a:close/>
                </a:path>
                <a:path w="6802755" h="7098030">
                  <a:moveTo>
                    <a:pt x="5942783" y="3218265"/>
                  </a:moveTo>
                  <a:lnTo>
                    <a:pt x="5923977" y="3192865"/>
                  </a:lnTo>
                  <a:lnTo>
                    <a:pt x="5956548" y="3167465"/>
                  </a:lnTo>
                  <a:lnTo>
                    <a:pt x="5975348" y="3205565"/>
                  </a:lnTo>
                  <a:lnTo>
                    <a:pt x="5942783" y="3218265"/>
                  </a:lnTo>
                  <a:close/>
                </a:path>
                <a:path w="6802755" h="7098030">
                  <a:moveTo>
                    <a:pt x="4736521" y="3218265"/>
                  </a:moveTo>
                  <a:lnTo>
                    <a:pt x="4722424" y="3192865"/>
                  </a:lnTo>
                  <a:lnTo>
                    <a:pt x="4746851" y="3180165"/>
                  </a:lnTo>
                  <a:lnTo>
                    <a:pt x="4760948" y="3205565"/>
                  </a:lnTo>
                  <a:lnTo>
                    <a:pt x="4736521" y="3218265"/>
                  </a:lnTo>
                  <a:close/>
                </a:path>
                <a:path w="6802755" h="7098030">
                  <a:moveTo>
                    <a:pt x="5608667" y="3243665"/>
                  </a:moveTo>
                  <a:lnTo>
                    <a:pt x="5590750" y="3205565"/>
                  </a:lnTo>
                  <a:lnTo>
                    <a:pt x="5621792" y="3192865"/>
                  </a:lnTo>
                  <a:lnTo>
                    <a:pt x="5639710" y="3218265"/>
                  </a:lnTo>
                  <a:lnTo>
                    <a:pt x="5608667" y="3243665"/>
                  </a:lnTo>
                  <a:close/>
                </a:path>
                <a:path w="6802755" h="7098030">
                  <a:moveTo>
                    <a:pt x="4402629" y="3243665"/>
                  </a:moveTo>
                  <a:lnTo>
                    <a:pt x="4389995" y="3218265"/>
                  </a:lnTo>
                  <a:lnTo>
                    <a:pt x="4411875" y="3205565"/>
                  </a:lnTo>
                  <a:lnTo>
                    <a:pt x="4424509" y="3230965"/>
                  </a:lnTo>
                  <a:lnTo>
                    <a:pt x="4402629" y="3243665"/>
                  </a:lnTo>
                  <a:close/>
                </a:path>
                <a:path w="6802755" h="7098030">
                  <a:moveTo>
                    <a:pt x="6481144" y="3256365"/>
                  </a:moveTo>
                  <a:lnTo>
                    <a:pt x="6460283" y="3218265"/>
                  </a:lnTo>
                  <a:lnTo>
                    <a:pt x="6496413" y="3205565"/>
                  </a:lnTo>
                  <a:lnTo>
                    <a:pt x="6517274" y="3230965"/>
                  </a:lnTo>
                  <a:lnTo>
                    <a:pt x="6481144" y="3256365"/>
                  </a:lnTo>
                  <a:close/>
                </a:path>
                <a:path w="6802755" h="7098030">
                  <a:moveTo>
                    <a:pt x="5274774" y="3256365"/>
                  </a:moveTo>
                  <a:lnTo>
                    <a:pt x="5258320" y="3230965"/>
                  </a:lnTo>
                  <a:lnTo>
                    <a:pt x="5286816" y="3218265"/>
                  </a:lnTo>
                  <a:lnTo>
                    <a:pt x="5303270" y="3243665"/>
                  </a:lnTo>
                  <a:lnTo>
                    <a:pt x="5274774" y="3256365"/>
                  </a:lnTo>
                  <a:close/>
                </a:path>
                <a:path w="6802755" h="7098030">
                  <a:moveTo>
                    <a:pt x="6147026" y="3281765"/>
                  </a:moveTo>
                  <a:lnTo>
                    <a:pt x="6127047" y="3243665"/>
                  </a:lnTo>
                  <a:lnTo>
                    <a:pt x="6161650" y="3218265"/>
                  </a:lnTo>
                  <a:lnTo>
                    <a:pt x="6181628" y="3256365"/>
                  </a:lnTo>
                  <a:lnTo>
                    <a:pt x="6147026" y="3281765"/>
                  </a:lnTo>
                  <a:close/>
                </a:path>
                <a:path w="6802755" h="7098030">
                  <a:moveTo>
                    <a:pt x="4068624" y="3256365"/>
                  </a:moveTo>
                  <a:lnTo>
                    <a:pt x="4057163" y="3230965"/>
                  </a:lnTo>
                  <a:lnTo>
                    <a:pt x="4077011" y="3230965"/>
                  </a:lnTo>
                  <a:lnTo>
                    <a:pt x="4088466" y="3243665"/>
                  </a:lnTo>
                  <a:lnTo>
                    <a:pt x="4068624" y="3256365"/>
                  </a:lnTo>
                  <a:close/>
                </a:path>
                <a:path w="6802755" h="7098030">
                  <a:moveTo>
                    <a:pt x="4940663" y="3281765"/>
                  </a:moveTo>
                  <a:lnTo>
                    <a:pt x="4925092" y="3243665"/>
                  </a:lnTo>
                  <a:lnTo>
                    <a:pt x="4952059" y="3230965"/>
                  </a:lnTo>
                  <a:lnTo>
                    <a:pt x="4967631" y="3256365"/>
                  </a:lnTo>
                  <a:lnTo>
                    <a:pt x="4940663" y="3281765"/>
                  </a:lnTo>
                  <a:close/>
                </a:path>
                <a:path w="6802755" h="7098030">
                  <a:moveTo>
                    <a:pt x="5813022" y="3294465"/>
                  </a:moveTo>
                  <a:lnTo>
                    <a:pt x="5794222" y="3269065"/>
                  </a:lnTo>
                  <a:lnTo>
                    <a:pt x="5826787" y="3243665"/>
                  </a:lnTo>
                  <a:lnTo>
                    <a:pt x="5845593" y="3281765"/>
                  </a:lnTo>
                  <a:lnTo>
                    <a:pt x="5813022" y="3294465"/>
                  </a:lnTo>
                  <a:close/>
                </a:path>
                <a:path w="6802755" h="7098030">
                  <a:moveTo>
                    <a:pt x="4606766" y="3294465"/>
                  </a:moveTo>
                  <a:lnTo>
                    <a:pt x="4592669" y="3269065"/>
                  </a:lnTo>
                  <a:lnTo>
                    <a:pt x="4617090" y="3256365"/>
                  </a:lnTo>
                  <a:lnTo>
                    <a:pt x="4631187" y="3281765"/>
                  </a:lnTo>
                  <a:lnTo>
                    <a:pt x="4606766" y="3294465"/>
                  </a:lnTo>
                  <a:close/>
                </a:path>
                <a:path w="6802755" h="7098030">
                  <a:moveTo>
                    <a:pt x="6685494" y="3319865"/>
                  </a:moveTo>
                  <a:lnTo>
                    <a:pt x="6663750" y="3281765"/>
                  </a:lnTo>
                  <a:lnTo>
                    <a:pt x="6701409" y="3256365"/>
                  </a:lnTo>
                  <a:lnTo>
                    <a:pt x="6723147" y="3294465"/>
                  </a:lnTo>
                  <a:lnTo>
                    <a:pt x="6685494" y="3319865"/>
                  </a:lnTo>
                  <a:close/>
                </a:path>
                <a:path w="6802755" h="7098030">
                  <a:moveTo>
                    <a:pt x="5478911" y="3319865"/>
                  </a:moveTo>
                  <a:lnTo>
                    <a:pt x="5460994" y="3281765"/>
                  </a:lnTo>
                  <a:lnTo>
                    <a:pt x="5492031" y="3269065"/>
                  </a:lnTo>
                  <a:lnTo>
                    <a:pt x="5509954" y="3294465"/>
                  </a:lnTo>
                  <a:lnTo>
                    <a:pt x="5478911" y="3319865"/>
                  </a:lnTo>
                  <a:close/>
                </a:path>
                <a:path w="6802755" h="7098030">
                  <a:moveTo>
                    <a:pt x="4272867" y="3307165"/>
                  </a:moveTo>
                  <a:lnTo>
                    <a:pt x="4260233" y="3294465"/>
                  </a:lnTo>
                  <a:lnTo>
                    <a:pt x="4282119" y="3281765"/>
                  </a:lnTo>
                  <a:lnTo>
                    <a:pt x="4294753" y="3294465"/>
                  </a:lnTo>
                  <a:lnTo>
                    <a:pt x="4272867" y="3307165"/>
                  </a:lnTo>
                  <a:close/>
                </a:path>
                <a:path w="6802755" h="7098030">
                  <a:moveTo>
                    <a:pt x="5145014" y="3332565"/>
                  </a:moveTo>
                  <a:lnTo>
                    <a:pt x="5128560" y="3307165"/>
                  </a:lnTo>
                  <a:lnTo>
                    <a:pt x="5157056" y="3281765"/>
                  </a:lnTo>
                  <a:lnTo>
                    <a:pt x="5173510" y="3319865"/>
                  </a:lnTo>
                  <a:lnTo>
                    <a:pt x="5145014" y="3332565"/>
                  </a:lnTo>
                  <a:close/>
                </a:path>
                <a:path w="6802755" h="7098030">
                  <a:moveTo>
                    <a:pt x="6351276" y="3332565"/>
                  </a:moveTo>
                  <a:lnTo>
                    <a:pt x="6330125" y="3294465"/>
                  </a:lnTo>
                  <a:lnTo>
                    <a:pt x="6366759" y="3281765"/>
                  </a:lnTo>
                  <a:lnTo>
                    <a:pt x="6387910" y="3307165"/>
                  </a:lnTo>
                  <a:lnTo>
                    <a:pt x="6351276" y="3332565"/>
                  </a:lnTo>
                  <a:close/>
                </a:path>
                <a:path w="6802755" h="7098030">
                  <a:moveTo>
                    <a:pt x="3938978" y="3332565"/>
                  </a:moveTo>
                  <a:lnTo>
                    <a:pt x="3927813" y="3307165"/>
                  </a:lnTo>
                  <a:lnTo>
                    <a:pt x="3947145" y="3294465"/>
                  </a:lnTo>
                  <a:lnTo>
                    <a:pt x="3958310" y="3319865"/>
                  </a:lnTo>
                  <a:lnTo>
                    <a:pt x="3938978" y="3332565"/>
                  </a:lnTo>
                  <a:close/>
                </a:path>
                <a:path w="6802755" h="7098030">
                  <a:moveTo>
                    <a:pt x="6017165" y="3357965"/>
                  </a:moveTo>
                  <a:lnTo>
                    <a:pt x="5996890" y="3319865"/>
                  </a:lnTo>
                  <a:lnTo>
                    <a:pt x="6032002" y="3294465"/>
                  </a:lnTo>
                  <a:lnTo>
                    <a:pt x="6052277" y="3332565"/>
                  </a:lnTo>
                  <a:lnTo>
                    <a:pt x="6017165" y="3357965"/>
                  </a:lnTo>
                  <a:close/>
                </a:path>
                <a:path w="6802755" h="7098030">
                  <a:moveTo>
                    <a:pt x="4810903" y="3345265"/>
                  </a:moveTo>
                  <a:lnTo>
                    <a:pt x="4795331" y="3319865"/>
                  </a:lnTo>
                  <a:lnTo>
                    <a:pt x="4822299" y="3307165"/>
                  </a:lnTo>
                  <a:lnTo>
                    <a:pt x="4837870" y="3332565"/>
                  </a:lnTo>
                  <a:lnTo>
                    <a:pt x="4810903" y="3345265"/>
                  </a:lnTo>
                  <a:close/>
                </a:path>
                <a:path w="6802755" h="7098030">
                  <a:moveTo>
                    <a:pt x="5683161" y="3370665"/>
                  </a:moveTo>
                  <a:lnTo>
                    <a:pt x="5664059" y="3332565"/>
                  </a:lnTo>
                  <a:lnTo>
                    <a:pt x="5697133" y="3319865"/>
                  </a:lnTo>
                  <a:lnTo>
                    <a:pt x="5716235" y="3345265"/>
                  </a:lnTo>
                  <a:lnTo>
                    <a:pt x="5683161" y="3370665"/>
                  </a:lnTo>
                  <a:close/>
                </a:path>
                <a:path w="6802755" h="7098030">
                  <a:moveTo>
                    <a:pt x="4477111" y="3370665"/>
                  </a:moveTo>
                  <a:lnTo>
                    <a:pt x="4463305" y="3345265"/>
                  </a:lnTo>
                  <a:lnTo>
                    <a:pt x="4487222" y="3332565"/>
                  </a:lnTo>
                  <a:lnTo>
                    <a:pt x="4501028" y="3357965"/>
                  </a:lnTo>
                  <a:lnTo>
                    <a:pt x="4477111" y="3370665"/>
                  </a:lnTo>
                  <a:close/>
                </a:path>
                <a:path w="6802755" h="7098030">
                  <a:moveTo>
                    <a:pt x="6555632" y="3383365"/>
                  </a:moveTo>
                  <a:lnTo>
                    <a:pt x="6533598" y="3345265"/>
                  </a:lnTo>
                  <a:lnTo>
                    <a:pt x="6571760" y="3332565"/>
                  </a:lnTo>
                  <a:lnTo>
                    <a:pt x="6593794" y="3370665"/>
                  </a:lnTo>
                  <a:lnTo>
                    <a:pt x="6555632" y="3383365"/>
                  </a:lnTo>
                  <a:close/>
                </a:path>
                <a:path w="6802755" h="7098030">
                  <a:moveTo>
                    <a:pt x="5349150" y="3383365"/>
                  </a:moveTo>
                  <a:lnTo>
                    <a:pt x="5331233" y="3357965"/>
                  </a:lnTo>
                  <a:lnTo>
                    <a:pt x="5362270" y="3345265"/>
                  </a:lnTo>
                  <a:lnTo>
                    <a:pt x="5380193" y="3370665"/>
                  </a:lnTo>
                  <a:lnTo>
                    <a:pt x="5349150" y="3383365"/>
                  </a:lnTo>
                  <a:close/>
                </a:path>
                <a:path w="6802755" h="7098030">
                  <a:moveTo>
                    <a:pt x="6221514" y="3408765"/>
                  </a:moveTo>
                  <a:lnTo>
                    <a:pt x="6200363" y="3370665"/>
                  </a:lnTo>
                  <a:lnTo>
                    <a:pt x="6237003" y="3345265"/>
                  </a:lnTo>
                  <a:lnTo>
                    <a:pt x="6258154" y="3383365"/>
                  </a:lnTo>
                  <a:lnTo>
                    <a:pt x="6221514" y="3408765"/>
                  </a:lnTo>
                  <a:close/>
                </a:path>
                <a:path w="6802755" h="7098030">
                  <a:moveTo>
                    <a:pt x="4143219" y="3383365"/>
                  </a:moveTo>
                  <a:lnTo>
                    <a:pt x="4130875" y="3370665"/>
                  </a:lnTo>
                  <a:lnTo>
                    <a:pt x="4152246" y="3357965"/>
                  </a:lnTo>
                  <a:lnTo>
                    <a:pt x="4164584" y="3370665"/>
                  </a:lnTo>
                  <a:lnTo>
                    <a:pt x="4143219" y="3383365"/>
                  </a:lnTo>
                  <a:close/>
                </a:path>
                <a:path w="6802755" h="7098030">
                  <a:moveTo>
                    <a:pt x="5015259" y="3408765"/>
                  </a:moveTo>
                  <a:lnTo>
                    <a:pt x="4998804" y="3383365"/>
                  </a:lnTo>
                  <a:lnTo>
                    <a:pt x="5027300" y="3357965"/>
                  </a:lnTo>
                  <a:lnTo>
                    <a:pt x="5043755" y="3396065"/>
                  </a:lnTo>
                  <a:lnTo>
                    <a:pt x="5015259" y="3408765"/>
                  </a:lnTo>
                  <a:close/>
                </a:path>
                <a:path w="6802755" h="7098030">
                  <a:moveTo>
                    <a:pt x="5887403" y="3421465"/>
                  </a:moveTo>
                  <a:lnTo>
                    <a:pt x="5867128" y="3396065"/>
                  </a:lnTo>
                  <a:lnTo>
                    <a:pt x="5902241" y="3370665"/>
                  </a:lnTo>
                  <a:lnTo>
                    <a:pt x="5922515" y="3408765"/>
                  </a:lnTo>
                  <a:lnTo>
                    <a:pt x="5887403" y="3421465"/>
                  </a:lnTo>
                  <a:close/>
                </a:path>
                <a:path w="6802755" h="7098030">
                  <a:moveTo>
                    <a:pt x="4681248" y="3421465"/>
                  </a:moveTo>
                  <a:lnTo>
                    <a:pt x="4665973" y="3396065"/>
                  </a:lnTo>
                  <a:lnTo>
                    <a:pt x="4692437" y="3383365"/>
                  </a:lnTo>
                  <a:lnTo>
                    <a:pt x="4707712" y="3408765"/>
                  </a:lnTo>
                  <a:lnTo>
                    <a:pt x="4681248" y="3421465"/>
                  </a:lnTo>
                  <a:close/>
                </a:path>
                <a:path w="6802755" h="7098030">
                  <a:moveTo>
                    <a:pt x="5553399" y="3446865"/>
                  </a:moveTo>
                  <a:lnTo>
                    <a:pt x="5534297" y="3408765"/>
                  </a:lnTo>
                  <a:lnTo>
                    <a:pt x="5567377" y="3396065"/>
                  </a:lnTo>
                  <a:lnTo>
                    <a:pt x="5586473" y="3421465"/>
                  </a:lnTo>
                  <a:lnTo>
                    <a:pt x="5553399" y="3446865"/>
                  </a:lnTo>
                  <a:close/>
                </a:path>
                <a:path w="6802755" h="7098030">
                  <a:moveTo>
                    <a:pt x="6762026" y="3434165"/>
                  </a:moveTo>
                  <a:lnTo>
                    <a:pt x="6744689" y="3408765"/>
                  </a:lnTo>
                  <a:lnTo>
                    <a:pt x="6774713" y="3396065"/>
                  </a:lnTo>
                  <a:lnTo>
                    <a:pt x="6792050" y="3421465"/>
                  </a:lnTo>
                  <a:lnTo>
                    <a:pt x="6762026" y="3434165"/>
                  </a:lnTo>
                  <a:close/>
                </a:path>
                <a:path w="6802755" h="7098030">
                  <a:moveTo>
                    <a:pt x="4347463" y="3446865"/>
                  </a:moveTo>
                  <a:lnTo>
                    <a:pt x="4333946" y="3421465"/>
                  </a:lnTo>
                  <a:lnTo>
                    <a:pt x="4357360" y="3408765"/>
                  </a:lnTo>
                  <a:lnTo>
                    <a:pt x="4370870" y="3434165"/>
                  </a:lnTo>
                  <a:lnTo>
                    <a:pt x="4347463" y="3446865"/>
                  </a:lnTo>
                  <a:close/>
                </a:path>
                <a:path w="6802755" h="7098030">
                  <a:moveTo>
                    <a:pt x="6425758" y="3459565"/>
                  </a:moveTo>
                  <a:lnTo>
                    <a:pt x="6403428" y="3421465"/>
                  </a:lnTo>
                  <a:lnTo>
                    <a:pt x="6442106" y="3408765"/>
                  </a:lnTo>
                  <a:lnTo>
                    <a:pt x="6464436" y="3446865"/>
                  </a:lnTo>
                  <a:lnTo>
                    <a:pt x="6425758" y="3459565"/>
                  </a:lnTo>
                  <a:close/>
                </a:path>
                <a:path w="6802755" h="7098030">
                  <a:moveTo>
                    <a:pt x="5219396" y="3459565"/>
                  </a:moveTo>
                  <a:lnTo>
                    <a:pt x="5201473" y="3434165"/>
                  </a:lnTo>
                  <a:lnTo>
                    <a:pt x="5232510" y="3421465"/>
                  </a:lnTo>
                  <a:lnTo>
                    <a:pt x="5250433" y="3446865"/>
                  </a:lnTo>
                  <a:lnTo>
                    <a:pt x="5219396" y="3459565"/>
                  </a:lnTo>
                  <a:close/>
                </a:path>
                <a:path w="6802755" h="7098030">
                  <a:moveTo>
                    <a:pt x="6091653" y="3484965"/>
                  </a:moveTo>
                  <a:lnTo>
                    <a:pt x="6070206" y="3446865"/>
                  </a:lnTo>
                  <a:lnTo>
                    <a:pt x="6107349" y="3421465"/>
                  </a:lnTo>
                  <a:lnTo>
                    <a:pt x="6128796" y="3459565"/>
                  </a:lnTo>
                  <a:lnTo>
                    <a:pt x="6091653" y="3484965"/>
                  </a:lnTo>
                  <a:close/>
                </a:path>
                <a:path w="6802755" h="7098030">
                  <a:moveTo>
                    <a:pt x="4013460" y="3459565"/>
                  </a:moveTo>
                  <a:lnTo>
                    <a:pt x="4001116" y="3434165"/>
                  </a:lnTo>
                  <a:lnTo>
                    <a:pt x="4022493" y="3434165"/>
                  </a:lnTo>
                  <a:lnTo>
                    <a:pt x="4034830" y="3446865"/>
                  </a:lnTo>
                  <a:lnTo>
                    <a:pt x="4013460" y="3459565"/>
                  </a:lnTo>
                  <a:close/>
                </a:path>
                <a:path w="6802755" h="7098030">
                  <a:moveTo>
                    <a:pt x="4885504" y="3484965"/>
                  </a:moveTo>
                  <a:lnTo>
                    <a:pt x="4869049" y="3459565"/>
                  </a:lnTo>
                  <a:lnTo>
                    <a:pt x="4897539" y="3434165"/>
                  </a:lnTo>
                  <a:lnTo>
                    <a:pt x="4913993" y="3459565"/>
                  </a:lnTo>
                  <a:lnTo>
                    <a:pt x="4885504" y="3484965"/>
                  </a:lnTo>
                  <a:close/>
                </a:path>
                <a:path w="6802755" h="7098030">
                  <a:moveTo>
                    <a:pt x="5757537" y="3497665"/>
                  </a:moveTo>
                  <a:lnTo>
                    <a:pt x="5736972" y="3472265"/>
                  </a:lnTo>
                  <a:lnTo>
                    <a:pt x="5772593" y="3446865"/>
                  </a:lnTo>
                  <a:lnTo>
                    <a:pt x="5793158" y="3484965"/>
                  </a:lnTo>
                  <a:lnTo>
                    <a:pt x="5757537" y="3497665"/>
                  </a:lnTo>
                  <a:close/>
                </a:path>
                <a:path w="6802755" h="7098030">
                  <a:moveTo>
                    <a:pt x="4551487" y="3497665"/>
                  </a:moveTo>
                  <a:lnTo>
                    <a:pt x="4536212" y="3472265"/>
                  </a:lnTo>
                  <a:lnTo>
                    <a:pt x="4562676" y="3459565"/>
                  </a:lnTo>
                  <a:lnTo>
                    <a:pt x="4577951" y="3484965"/>
                  </a:lnTo>
                  <a:lnTo>
                    <a:pt x="4551487" y="3497665"/>
                  </a:lnTo>
                  <a:close/>
                </a:path>
                <a:path w="6802755" h="7098030">
                  <a:moveTo>
                    <a:pt x="6630114" y="3523065"/>
                  </a:moveTo>
                  <a:lnTo>
                    <a:pt x="6606902" y="3484965"/>
                  </a:lnTo>
                  <a:lnTo>
                    <a:pt x="6647102" y="3459565"/>
                  </a:lnTo>
                  <a:lnTo>
                    <a:pt x="6670314" y="3497665"/>
                  </a:lnTo>
                  <a:lnTo>
                    <a:pt x="6630114" y="3523065"/>
                  </a:lnTo>
                  <a:close/>
                </a:path>
                <a:path w="6802755" h="7098030">
                  <a:moveTo>
                    <a:pt x="5423638" y="3523065"/>
                  </a:moveTo>
                  <a:lnTo>
                    <a:pt x="5404542" y="3484965"/>
                  </a:lnTo>
                  <a:lnTo>
                    <a:pt x="5437622" y="3472265"/>
                  </a:lnTo>
                  <a:lnTo>
                    <a:pt x="5456718" y="3497665"/>
                  </a:lnTo>
                  <a:lnTo>
                    <a:pt x="5423638" y="3523065"/>
                  </a:lnTo>
                  <a:close/>
                </a:path>
                <a:path w="6802755" h="7098030">
                  <a:moveTo>
                    <a:pt x="4217808" y="3523065"/>
                  </a:moveTo>
                  <a:lnTo>
                    <a:pt x="4204587" y="3497665"/>
                  </a:lnTo>
                  <a:lnTo>
                    <a:pt x="4227486" y="3484965"/>
                  </a:lnTo>
                  <a:lnTo>
                    <a:pt x="4240707" y="3510365"/>
                  </a:lnTo>
                  <a:lnTo>
                    <a:pt x="4217808" y="3523065"/>
                  </a:lnTo>
                  <a:close/>
                </a:path>
                <a:path w="6802755" h="7098030">
                  <a:moveTo>
                    <a:pt x="5089635" y="3535765"/>
                  </a:moveTo>
                  <a:lnTo>
                    <a:pt x="5071712" y="3510365"/>
                  </a:lnTo>
                  <a:lnTo>
                    <a:pt x="5102754" y="3484965"/>
                  </a:lnTo>
                  <a:lnTo>
                    <a:pt x="5120677" y="3523065"/>
                  </a:lnTo>
                  <a:lnTo>
                    <a:pt x="5089635" y="3535765"/>
                  </a:lnTo>
                  <a:close/>
                </a:path>
                <a:path w="6802755" h="7098030">
                  <a:moveTo>
                    <a:pt x="6296002" y="3535765"/>
                  </a:moveTo>
                  <a:lnTo>
                    <a:pt x="6273678" y="3497665"/>
                  </a:lnTo>
                  <a:lnTo>
                    <a:pt x="6312344" y="3484965"/>
                  </a:lnTo>
                  <a:lnTo>
                    <a:pt x="6334674" y="3523065"/>
                  </a:lnTo>
                  <a:lnTo>
                    <a:pt x="6296002" y="3535765"/>
                  </a:lnTo>
                  <a:close/>
                </a:path>
                <a:path w="6802755" h="7098030">
                  <a:moveTo>
                    <a:pt x="3883805" y="3535765"/>
                  </a:moveTo>
                  <a:lnTo>
                    <a:pt x="3871764" y="3510365"/>
                  </a:lnTo>
                  <a:lnTo>
                    <a:pt x="3892624" y="3497665"/>
                  </a:lnTo>
                  <a:lnTo>
                    <a:pt x="3904666" y="3523065"/>
                  </a:lnTo>
                  <a:lnTo>
                    <a:pt x="3883805" y="3535765"/>
                  </a:lnTo>
                  <a:close/>
                </a:path>
                <a:path w="6802755" h="7098030">
                  <a:moveTo>
                    <a:pt x="5961892" y="3561165"/>
                  </a:moveTo>
                  <a:lnTo>
                    <a:pt x="5940444" y="3523065"/>
                  </a:lnTo>
                  <a:lnTo>
                    <a:pt x="5977594" y="3497665"/>
                  </a:lnTo>
                  <a:lnTo>
                    <a:pt x="5999041" y="3535765"/>
                  </a:lnTo>
                  <a:lnTo>
                    <a:pt x="5961892" y="3561165"/>
                  </a:lnTo>
                  <a:close/>
                </a:path>
                <a:path w="6802755" h="7098030">
                  <a:moveTo>
                    <a:pt x="4755844" y="3561165"/>
                  </a:moveTo>
                  <a:lnTo>
                    <a:pt x="4739685" y="3523065"/>
                  </a:lnTo>
                  <a:lnTo>
                    <a:pt x="4767678" y="3510365"/>
                  </a:lnTo>
                  <a:lnTo>
                    <a:pt x="4783836" y="3535765"/>
                  </a:lnTo>
                  <a:lnTo>
                    <a:pt x="4755844" y="3561165"/>
                  </a:lnTo>
                  <a:close/>
                </a:path>
                <a:path w="6802755" h="7098030">
                  <a:moveTo>
                    <a:pt x="5627775" y="3573865"/>
                  </a:moveTo>
                  <a:lnTo>
                    <a:pt x="5607210" y="3535765"/>
                  </a:lnTo>
                  <a:lnTo>
                    <a:pt x="5642831" y="3523065"/>
                  </a:lnTo>
                  <a:lnTo>
                    <a:pt x="5663396" y="3561165"/>
                  </a:lnTo>
                  <a:lnTo>
                    <a:pt x="5627775" y="3573865"/>
                  </a:lnTo>
                  <a:close/>
                </a:path>
                <a:path w="6802755" h="7098030">
                  <a:moveTo>
                    <a:pt x="4421839" y="3573865"/>
                  </a:moveTo>
                  <a:lnTo>
                    <a:pt x="4406859" y="3548465"/>
                  </a:lnTo>
                  <a:lnTo>
                    <a:pt x="4432814" y="3535765"/>
                  </a:lnTo>
                  <a:lnTo>
                    <a:pt x="4447794" y="3561165"/>
                  </a:lnTo>
                  <a:lnTo>
                    <a:pt x="4421839" y="3573865"/>
                  </a:lnTo>
                  <a:close/>
                </a:path>
                <a:path w="6802755" h="7098030">
                  <a:moveTo>
                    <a:pt x="6500252" y="3599265"/>
                  </a:moveTo>
                  <a:lnTo>
                    <a:pt x="6476744" y="3561165"/>
                  </a:lnTo>
                  <a:lnTo>
                    <a:pt x="6517453" y="3535765"/>
                  </a:lnTo>
                  <a:lnTo>
                    <a:pt x="6540956" y="3573865"/>
                  </a:lnTo>
                  <a:lnTo>
                    <a:pt x="6500252" y="3599265"/>
                  </a:lnTo>
                  <a:close/>
                </a:path>
                <a:path w="6802755" h="7098030">
                  <a:moveTo>
                    <a:pt x="5293884" y="3599265"/>
                  </a:moveTo>
                  <a:lnTo>
                    <a:pt x="5274788" y="3561165"/>
                  </a:lnTo>
                  <a:lnTo>
                    <a:pt x="5307862" y="3548465"/>
                  </a:lnTo>
                  <a:lnTo>
                    <a:pt x="5326958" y="3573865"/>
                  </a:lnTo>
                  <a:lnTo>
                    <a:pt x="5293884" y="3599265"/>
                  </a:lnTo>
                  <a:close/>
                </a:path>
                <a:path w="6802755" h="7098030">
                  <a:moveTo>
                    <a:pt x="6166135" y="3611965"/>
                  </a:moveTo>
                  <a:lnTo>
                    <a:pt x="6143509" y="3573865"/>
                  </a:lnTo>
                  <a:lnTo>
                    <a:pt x="6182696" y="3548465"/>
                  </a:lnTo>
                  <a:lnTo>
                    <a:pt x="6205317" y="3586565"/>
                  </a:lnTo>
                  <a:lnTo>
                    <a:pt x="6166135" y="3611965"/>
                  </a:lnTo>
                  <a:close/>
                </a:path>
                <a:path w="6802755" h="7098030">
                  <a:moveTo>
                    <a:pt x="4088049" y="3586565"/>
                  </a:moveTo>
                  <a:lnTo>
                    <a:pt x="4074828" y="3573865"/>
                  </a:lnTo>
                  <a:lnTo>
                    <a:pt x="4097727" y="3561165"/>
                  </a:lnTo>
                  <a:lnTo>
                    <a:pt x="4110948" y="3573865"/>
                  </a:lnTo>
                  <a:lnTo>
                    <a:pt x="4088049" y="3586565"/>
                  </a:lnTo>
                  <a:close/>
                </a:path>
                <a:path w="6802755" h="7098030">
                  <a:moveTo>
                    <a:pt x="4959986" y="3611965"/>
                  </a:moveTo>
                  <a:lnTo>
                    <a:pt x="4942359" y="3586565"/>
                  </a:lnTo>
                  <a:lnTo>
                    <a:pt x="4972887" y="3561165"/>
                  </a:lnTo>
                  <a:lnTo>
                    <a:pt x="4990514" y="3599265"/>
                  </a:lnTo>
                  <a:lnTo>
                    <a:pt x="4959986" y="3611965"/>
                  </a:lnTo>
                  <a:close/>
                </a:path>
                <a:path w="6802755" h="7098030">
                  <a:moveTo>
                    <a:pt x="5832031" y="3637365"/>
                  </a:moveTo>
                  <a:lnTo>
                    <a:pt x="5810287" y="3599265"/>
                  </a:lnTo>
                  <a:lnTo>
                    <a:pt x="5847946" y="3573865"/>
                  </a:lnTo>
                  <a:lnTo>
                    <a:pt x="5869684" y="3611965"/>
                  </a:lnTo>
                  <a:lnTo>
                    <a:pt x="5832031" y="3637365"/>
                  </a:lnTo>
                  <a:close/>
                </a:path>
                <a:path w="6802755" h="7098030">
                  <a:moveTo>
                    <a:pt x="4626088" y="3637365"/>
                  </a:moveTo>
                  <a:lnTo>
                    <a:pt x="4609930" y="3599265"/>
                  </a:lnTo>
                  <a:lnTo>
                    <a:pt x="4637916" y="3586565"/>
                  </a:lnTo>
                  <a:lnTo>
                    <a:pt x="4654075" y="3611965"/>
                  </a:lnTo>
                  <a:lnTo>
                    <a:pt x="4626088" y="3637365"/>
                  </a:lnTo>
                  <a:close/>
                </a:path>
                <a:path w="6802755" h="7098030">
                  <a:moveTo>
                    <a:pt x="6704603" y="3650065"/>
                  </a:moveTo>
                  <a:lnTo>
                    <a:pt x="6680217" y="3611965"/>
                  </a:lnTo>
                  <a:lnTo>
                    <a:pt x="6722455" y="3586565"/>
                  </a:lnTo>
                  <a:lnTo>
                    <a:pt x="6746840" y="3624665"/>
                  </a:lnTo>
                  <a:lnTo>
                    <a:pt x="6704603" y="3650065"/>
                  </a:lnTo>
                  <a:close/>
                </a:path>
                <a:path w="6802755" h="7098030">
                  <a:moveTo>
                    <a:pt x="5498014" y="3650065"/>
                  </a:moveTo>
                  <a:lnTo>
                    <a:pt x="5477450" y="3611965"/>
                  </a:lnTo>
                  <a:lnTo>
                    <a:pt x="5513077" y="3599265"/>
                  </a:lnTo>
                  <a:lnTo>
                    <a:pt x="5533642" y="3637365"/>
                  </a:lnTo>
                  <a:lnTo>
                    <a:pt x="5498014" y="3650065"/>
                  </a:lnTo>
                  <a:close/>
                </a:path>
                <a:path w="6802755" h="7098030">
                  <a:moveTo>
                    <a:pt x="4292190" y="3650065"/>
                  </a:moveTo>
                  <a:lnTo>
                    <a:pt x="4277501" y="3624665"/>
                  </a:lnTo>
                  <a:lnTo>
                    <a:pt x="4302940" y="3611965"/>
                  </a:lnTo>
                  <a:lnTo>
                    <a:pt x="4317629" y="3637365"/>
                  </a:lnTo>
                  <a:lnTo>
                    <a:pt x="4292190" y="3650065"/>
                  </a:lnTo>
                  <a:close/>
                </a:path>
                <a:path w="6802755" h="7098030">
                  <a:moveTo>
                    <a:pt x="5164123" y="3675465"/>
                  </a:moveTo>
                  <a:lnTo>
                    <a:pt x="5145027" y="3637365"/>
                  </a:lnTo>
                  <a:lnTo>
                    <a:pt x="5178101" y="3611965"/>
                  </a:lnTo>
                  <a:lnTo>
                    <a:pt x="5197197" y="3650065"/>
                  </a:lnTo>
                  <a:lnTo>
                    <a:pt x="5164123" y="3675465"/>
                  </a:lnTo>
                  <a:close/>
                </a:path>
                <a:path w="6802755" h="7098030">
                  <a:moveTo>
                    <a:pt x="6370384" y="3675465"/>
                  </a:moveTo>
                  <a:lnTo>
                    <a:pt x="6346586" y="3624665"/>
                  </a:lnTo>
                  <a:lnTo>
                    <a:pt x="6387804" y="3611965"/>
                  </a:lnTo>
                  <a:lnTo>
                    <a:pt x="6411597" y="3650065"/>
                  </a:lnTo>
                  <a:lnTo>
                    <a:pt x="6370384" y="3675465"/>
                  </a:lnTo>
                  <a:close/>
                </a:path>
                <a:path w="6802755" h="7098030">
                  <a:moveTo>
                    <a:pt x="6036374" y="3688165"/>
                  </a:moveTo>
                  <a:lnTo>
                    <a:pt x="6013754" y="3650065"/>
                  </a:lnTo>
                  <a:lnTo>
                    <a:pt x="6052935" y="3624665"/>
                  </a:lnTo>
                  <a:lnTo>
                    <a:pt x="6075561" y="3662765"/>
                  </a:lnTo>
                  <a:lnTo>
                    <a:pt x="6036374" y="3688165"/>
                  </a:lnTo>
                  <a:close/>
                </a:path>
                <a:path w="6802755" h="7098030">
                  <a:moveTo>
                    <a:pt x="3958400" y="3662765"/>
                  </a:moveTo>
                  <a:lnTo>
                    <a:pt x="3945476" y="3650065"/>
                  </a:lnTo>
                  <a:lnTo>
                    <a:pt x="3967865" y="3637365"/>
                  </a:lnTo>
                  <a:lnTo>
                    <a:pt x="3980790" y="3650065"/>
                  </a:lnTo>
                  <a:lnTo>
                    <a:pt x="3958400" y="3662765"/>
                  </a:lnTo>
                  <a:close/>
                </a:path>
                <a:path w="6802755" h="7098030">
                  <a:moveTo>
                    <a:pt x="4830225" y="3688165"/>
                  </a:moveTo>
                  <a:lnTo>
                    <a:pt x="4812599" y="3662765"/>
                  </a:lnTo>
                  <a:lnTo>
                    <a:pt x="4843132" y="3637365"/>
                  </a:lnTo>
                  <a:lnTo>
                    <a:pt x="4860759" y="3675465"/>
                  </a:lnTo>
                  <a:lnTo>
                    <a:pt x="4830225" y="3688165"/>
                  </a:lnTo>
                  <a:close/>
                </a:path>
                <a:path w="6802755" h="7098030">
                  <a:moveTo>
                    <a:pt x="5702269" y="3713565"/>
                  </a:moveTo>
                  <a:lnTo>
                    <a:pt x="5680526" y="3675465"/>
                  </a:lnTo>
                  <a:lnTo>
                    <a:pt x="5718184" y="3650065"/>
                  </a:lnTo>
                  <a:lnTo>
                    <a:pt x="5739922" y="3688165"/>
                  </a:lnTo>
                  <a:lnTo>
                    <a:pt x="5702269" y="3713565"/>
                  </a:lnTo>
                  <a:close/>
                </a:path>
                <a:path w="6802755" h="7098030">
                  <a:moveTo>
                    <a:pt x="4496327" y="3700865"/>
                  </a:moveTo>
                  <a:lnTo>
                    <a:pt x="4480169" y="3675465"/>
                  </a:lnTo>
                  <a:lnTo>
                    <a:pt x="4508155" y="3662765"/>
                  </a:lnTo>
                  <a:lnTo>
                    <a:pt x="4524313" y="3688165"/>
                  </a:lnTo>
                  <a:lnTo>
                    <a:pt x="4496327" y="3700865"/>
                  </a:lnTo>
                  <a:close/>
                </a:path>
                <a:path w="6802755" h="7098030">
                  <a:moveTo>
                    <a:pt x="6574741" y="3726265"/>
                  </a:moveTo>
                  <a:lnTo>
                    <a:pt x="6550059" y="3688165"/>
                  </a:lnTo>
                  <a:lnTo>
                    <a:pt x="6592806" y="3662765"/>
                  </a:lnTo>
                  <a:lnTo>
                    <a:pt x="6617482" y="3700865"/>
                  </a:lnTo>
                  <a:lnTo>
                    <a:pt x="6574741" y="3726265"/>
                  </a:lnTo>
                  <a:close/>
                </a:path>
                <a:path w="6802755" h="7098030">
                  <a:moveTo>
                    <a:pt x="5368260" y="3726265"/>
                  </a:moveTo>
                  <a:lnTo>
                    <a:pt x="5347695" y="3688165"/>
                  </a:lnTo>
                  <a:lnTo>
                    <a:pt x="5383316" y="3675465"/>
                  </a:lnTo>
                  <a:lnTo>
                    <a:pt x="5403881" y="3700865"/>
                  </a:lnTo>
                  <a:lnTo>
                    <a:pt x="5368260" y="3726265"/>
                  </a:lnTo>
                  <a:close/>
                </a:path>
                <a:path w="6802755" h="7098030">
                  <a:moveTo>
                    <a:pt x="6240624" y="3751665"/>
                  </a:moveTo>
                  <a:lnTo>
                    <a:pt x="6216825" y="3700865"/>
                  </a:lnTo>
                  <a:lnTo>
                    <a:pt x="6258043" y="3675465"/>
                  </a:lnTo>
                  <a:lnTo>
                    <a:pt x="6281836" y="3726265"/>
                  </a:lnTo>
                  <a:lnTo>
                    <a:pt x="6240624" y="3751665"/>
                  </a:lnTo>
                  <a:close/>
                </a:path>
                <a:path w="6802755" h="7098030">
                  <a:moveTo>
                    <a:pt x="4162431" y="3726265"/>
                  </a:moveTo>
                  <a:lnTo>
                    <a:pt x="4147742" y="3700865"/>
                  </a:lnTo>
                  <a:lnTo>
                    <a:pt x="4173181" y="3688165"/>
                  </a:lnTo>
                  <a:lnTo>
                    <a:pt x="4187870" y="3713565"/>
                  </a:lnTo>
                  <a:lnTo>
                    <a:pt x="4162431" y="3726265"/>
                  </a:lnTo>
                  <a:close/>
                </a:path>
                <a:path w="6802755" h="7098030">
                  <a:moveTo>
                    <a:pt x="5034362" y="3738965"/>
                  </a:moveTo>
                  <a:lnTo>
                    <a:pt x="5015266" y="3713565"/>
                  </a:lnTo>
                  <a:lnTo>
                    <a:pt x="5048340" y="3688165"/>
                  </a:lnTo>
                  <a:lnTo>
                    <a:pt x="5067442" y="3726265"/>
                  </a:lnTo>
                  <a:lnTo>
                    <a:pt x="5034362" y="3738965"/>
                  </a:lnTo>
                  <a:close/>
                </a:path>
                <a:path w="6802755" h="7098030">
                  <a:moveTo>
                    <a:pt x="5906513" y="3764365"/>
                  </a:moveTo>
                  <a:lnTo>
                    <a:pt x="5883597" y="3726265"/>
                  </a:lnTo>
                  <a:lnTo>
                    <a:pt x="5923287" y="3700865"/>
                  </a:lnTo>
                  <a:lnTo>
                    <a:pt x="5946204" y="3738965"/>
                  </a:lnTo>
                  <a:lnTo>
                    <a:pt x="5906513" y="3764365"/>
                  </a:lnTo>
                  <a:close/>
                </a:path>
                <a:path w="6802755" h="7098030">
                  <a:moveTo>
                    <a:pt x="4700571" y="3764365"/>
                  </a:moveTo>
                  <a:lnTo>
                    <a:pt x="4683240" y="3738965"/>
                  </a:lnTo>
                  <a:lnTo>
                    <a:pt x="4713264" y="3713565"/>
                  </a:lnTo>
                  <a:lnTo>
                    <a:pt x="4730595" y="3751665"/>
                  </a:lnTo>
                  <a:lnTo>
                    <a:pt x="4700571" y="3764365"/>
                  </a:lnTo>
                  <a:close/>
                </a:path>
                <a:path w="6802755" h="7098030">
                  <a:moveTo>
                    <a:pt x="5572508" y="3789765"/>
                  </a:moveTo>
                  <a:lnTo>
                    <a:pt x="5550765" y="3751665"/>
                  </a:lnTo>
                  <a:lnTo>
                    <a:pt x="5588424" y="3726265"/>
                  </a:lnTo>
                  <a:lnTo>
                    <a:pt x="5610161" y="3764365"/>
                  </a:lnTo>
                  <a:lnTo>
                    <a:pt x="5572508" y="3789765"/>
                  </a:lnTo>
                  <a:close/>
                </a:path>
                <a:path w="6802755" h="7098030">
                  <a:moveTo>
                    <a:pt x="6802291" y="3764365"/>
                  </a:moveTo>
                  <a:lnTo>
                    <a:pt x="6782745" y="3764365"/>
                  </a:lnTo>
                  <a:lnTo>
                    <a:pt x="6767174" y="3738965"/>
                  </a:lnTo>
                  <a:lnTo>
                    <a:pt x="6794147" y="3726265"/>
                  </a:lnTo>
                  <a:lnTo>
                    <a:pt x="6802291" y="3738965"/>
                  </a:lnTo>
                  <a:lnTo>
                    <a:pt x="6802291" y="3764365"/>
                  </a:lnTo>
                  <a:close/>
                </a:path>
                <a:path w="6802755" h="7098030">
                  <a:moveTo>
                    <a:pt x="4366678" y="3777065"/>
                  </a:moveTo>
                  <a:lnTo>
                    <a:pt x="4350810" y="3751665"/>
                  </a:lnTo>
                  <a:lnTo>
                    <a:pt x="4378293" y="3738965"/>
                  </a:lnTo>
                  <a:lnTo>
                    <a:pt x="4394155" y="3764365"/>
                  </a:lnTo>
                  <a:lnTo>
                    <a:pt x="4366678" y="3777065"/>
                  </a:lnTo>
                  <a:close/>
                </a:path>
                <a:path w="6802755" h="7098030">
                  <a:moveTo>
                    <a:pt x="6444867" y="3802465"/>
                  </a:moveTo>
                  <a:lnTo>
                    <a:pt x="6419895" y="3764365"/>
                  </a:lnTo>
                  <a:lnTo>
                    <a:pt x="6463145" y="3738965"/>
                  </a:lnTo>
                  <a:lnTo>
                    <a:pt x="6488117" y="3777065"/>
                  </a:lnTo>
                  <a:lnTo>
                    <a:pt x="6444867" y="3802465"/>
                  </a:lnTo>
                  <a:close/>
                </a:path>
                <a:path w="6802755" h="7098030">
                  <a:moveTo>
                    <a:pt x="5238505" y="3802465"/>
                  </a:moveTo>
                  <a:lnTo>
                    <a:pt x="5217940" y="3764365"/>
                  </a:lnTo>
                  <a:lnTo>
                    <a:pt x="5253555" y="3751665"/>
                  </a:lnTo>
                  <a:lnTo>
                    <a:pt x="5274120" y="3777065"/>
                  </a:lnTo>
                  <a:lnTo>
                    <a:pt x="5238505" y="3802465"/>
                  </a:lnTo>
                  <a:close/>
                </a:path>
                <a:path w="6802755" h="7098030">
                  <a:moveTo>
                    <a:pt x="6110756" y="3827865"/>
                  </a:moveTo>
                  <a:lnTo>
                    <a:pt x="6086661" y="3777065"/>
                  </a:lnTo>
                  <a:lnTo>
                    <a:pt x="6128389" y="3751665"/>
                  </a:lnTo>
                  <a:lnTo>
                    <a:pt x="6152484" y="3802465"/>
                  </a:lnTo>
                  <a:lnTo>
                    <a:pt x="6110756" y="3827865"/>
                  </a:lnTo>
                  <a:close/>
                </a:path>
                <a:path w="6802755" h="7098030">
                  <a:moveTo>
                    <a:pt x="4032889" y="3802465"/>
                  </a:moveTo>
                  <a:lnTo>
                    <a:pt x="4018786" y="3777065"/>
                  </a:lnTo>
                  <a:lnTo>
                    <a:pt x="4043207" y="3764365"/>
                  </a:lnTo>
                  <a:lnTo>
                    <a:pt x="4057310" y="3789765"/>
                  </a:lnTo>
                  <a:lnTo>
                    <a:pt x="4032889" y="3802465"/>
                  </a:lnTo>
                  <a:close/>
                </a:path>
                <a:path w="6802755" h="7098030">
                  <a:moveTo>
                    <a:pt x="4904714" y="3815165"/>
                  </a:moveTo>
                  <a:lnTo>
                    <a:pt x="4885908" y="3789765"/>
                  </a:lnTo>
                  <a:lnTo>
                    <a:pt x="4918479" y="3764365"/>
                  </a:lnTo>
                  <a:lnTo>
                    <a:pt x="4937279" y="3802465"/>
                  </a:lnTo>
                  <a:lnTo>
                    <a:pt x="4904714" y="3815165"/>
                  </a:lnTo>
                  <a:close/>
                </a:path>
                <a:path w="6802755" h="7098030">
                  <a:moveTo>
                    <a:pt x="5776752" y="3840565"/>
                  </a:moveTo>
                  <a:lnTo>
                    <a:pt x="5753835" y="3802465"/>
                  </a:lnTo>
                  <a:lnTo>
                    <a:pt x="5793525" y="3777065"/>
                  </a:lnTo>
                  <a:lnTo>
                    <a:pt x="5816442" y="3815165"/>
                  </a:lnTo>
                  <a:lnTo>
                    <a:pt x="5776752" y="3840565"/>
                  </a:lnTo>
                  <a:close/>
                </a:path>
                <a:path w="6802755" h="7098030">
                  <a:moveTo>
                    <a:pt x="4570922" y="3840565"/>
                  </a:moveTo>
                  <a:lnTo>
                    <a:pt x="4553882" y="3802465"/>
                  </a:lnTo>
                  <a:lnTo>
                    <a:pt x="4583396" y="3789765"/>
                  </a:lnTo>
                  <a:lnTo>
                    <a:pt x="4600437" y="3815165"/>
                  </a:lnTo>
                  <a:lnTo>
                    <a:pt x="4570922" y="3840565"/>
                  </a:lnTo>
                  <a:close/>
                </a:path>
                <a:path w="6802755" h="7098030">
                  <a:moveTo>
                    <a:pt x="6649004" y="3865965"/>
                  </a:moveTo>
                  <a:lnTo>
                    <a:pt x="6622564" y="3815165"/>
                  </a:lnTo>
                  <a:lnTo>
                    <a:pt x="6668361" y="3789765"/>
                  </a:lnTo>
                  <a:lnTo>
                    <a:pt x="6694801" y="3827865"/>
                  </a:lnTo>
                  <a:lnTo>
                    <a:pt x="6649004" y="3865965"/>
                  </a:lnTo>
                  <a:close/>
                </a:path>
                <a:path w="6802755" h="7098030">
                  <a:moveTo>
                    <a:pt x="5442748" y="3853265"/>
                  </a:moveTo>
                  <a:lnTo>
                    <a:pt x="5421011" y="3815165"/>
                  </a:lnTo>
                  <a:lnTo>
                    <a:pt x="5458664" y="3802465"/>
                  </a:lnTo>
                  <a:lnTo>
                    <a:pt x="5480407" y="3840565"/>
                  </a:lnTo>
                  <a:lnTo>
                    <a:pt x="5442748" y="3853265"/>
                  </a:lnTo>
                  <a:close/>
                </a:path>
                <a:path w="6802755" h="7098030">
                  <a:moveTo>
                    <a:pt x="4237026" y="3853265"/>
                  </a:moveTo>
                  <a:lnTo>
                    <a:pt x="4221454" y="3827865"/>
                  </a:lnTo>
                  <a:lnTo>
                    <a:pt x="4248422" y="3815165"/>
                  </a:lnTo>
                  <a:lnTo>
                    <a:pt x="4263994" y="3840565"/>
                  </a:lnTo>
                  <a:lnTo>
                    <a:pt x="4237026" y="3853265"/>
                  </a:lnTo>
                  <a:close/>
                </a:path>
                <a:path w="6802755" h="7098030">
                  <a:moveTo>
                    <a:pt x="5108850" y="3878665"/>
                  </a:moveTo>
                  <a:lnTo>
                    <a:pt x="5088582" y="3840565"/>
                  </a:lnTo>
                  <a:lnTo>
                    <a:pt x="5123694" y="3815165"/>
                  </a:lnTo>
                  <a:lnTo>
                    <a:pt x="5143962" y="3853265"/>
                  </a:lnTo>
                  <a:lnTo>
                    <a:pt x="5108850" y="3878665"/>
                  </a:lnTo>
                  <a:close/>
                </a:path>
                <a:path w="6802755" h="7098030">
                  <a:moveTo>
                    <a:pt x="6315005" y="3878665"/>
                  </a:moveTo>
                  <a:lnTo>
                    <a:pt x="6289737" y="3840565"/>
                  </a:lnTo>
                  <a:lnTo>
                    <a:pt x="6333497" y="3815165"/>
                  </a:lnTo>
                  <a:lnTo>
                    <a:pt x="6358765" y="3853265"/>
                  </a:lnTo>
                  <a:lnTo>
                    <a:pt x="6315005" y="3878665"/>
                  </a:lnTo>
                  <a:close/>
                </a:path>
                <a:path w="6802755" h="7098030">
                  <a:moveTo>
                    <a:pt x="5980889" y="3891365"/>
                  </a:moveTo>
                  <a:lnTo>
                    <a:pt x="5956504" y="3853265"/>
                  </a:lnTo>
                  <a:lnTo>
                    <a:pt x="5998741" y="3827865"/>
                  </a:lnTo>
                  <a:lnTo>
                    <a:pt x="6023126" y="3878665"/>
                  </a:lnTo>
                  <a:lnTo>
                    <a:pt x="5980889" y="3891365"/>
                  </a:lnTo>
                  <a:close/>
                </a:path>
                <a:path w="6802755" h="7098030">
                  <a:moveTo>
                    <a:pt x="4774952" y="3891365"/>
                  </a:moveTo>
                  <a:lnTo>
                    <a:pt x="4756153" y="3865965"/>
                  </a:lnTo>
                  <a:lnTo>
                    <a:pt x="4788718" y="3840565"/>
                  </a:lnTo>
                  <a:lnTo>
                    <a:pt x="4807518" y="3878665"/>
                  </a:lnTo>
                  <a:lnTo>
                    <a:pt x="4774952" y="3891365"/>
                  </a:lnTo>
                  <a:close/>
                </a:path>
                <a:path w="6802755" h="7098030">
                  <a:moveTo>
                    <a:pt x="5646997" y="3916765"/>
                  </a:moveTo>
                  <a:lnTo>
                    <a:pt x="5624080" y="3878665"/>
                  </a:lnTo>
                  <a:lnTo>
                    <a:pt x="5663765" y="3853265"/>
                  </a:lnTo>
                  <a:lnTo>
                    <a:pt x="5686681" y="3891365"/>
                  </a:lnTo>
                  <a:lnTo>
                    <a:pt x="5646997" y="3916765"/>
                  </a:lnTo>
                  <a:close/>
                </a:path>
                <a:path w="6802755" h="7098030">
                  <a:moveTo>
                    <a:pt x="4441273" y="3916765"/>
                  </a:moveTo>
                  <a:lnTo>
                    <a:pt x="4424523" y="3878665"/>
                  </a:lnTo>
                  <a:lnTo>
                    <a:pt x="4453528" y="3865965"/>
                  </a:lnTo>
                  <a:lnTo>
                    <a:pt x="4470272" y="3891365"/>
                  </a:lnTo>
                  <a:lnTo>
                    <a:pt x="4441273" y="3916765"/>
                  </a:lnTo>
                  <a:close/>
                </a:path>
                <a:path w="6802755" h="7098030">
                  <a:moveTo>
                    <a:pt x="6519142" y="3929465"/>
                  </a:moveTo>
                  <a:lnTo>
                    <a:pt x="6492406" y="3891365"/>
                  </a:lnTo>
                  <a:lnTo>
                    <a:pt x="6538712" y="3865965"/>
                  </a:lnTo>
                  <a:lnTo>
                    <a:pt x="6565448" y="3904065"/>
                  </a:lnTo>
                  <a:lnTo>
                    <a:pt x="6519142" y="3929465"/>
                  </a:lnTo>
                  <a:close/>
                </a:path>
                <a:path w="6802755" h="7098030">
                  <a:moveTo>
                    <a:pt x="5312987" y="3929465"/>
                  </a:moveTo>
                  <a:lnTo>
                    <a:pt x="5291249" y="3891365"/>
                  </a:lnTo>
                  <a:lnTo>
                    <a:pt x="5328902" y="3878665"/>
                  </a:lnTo>
                  <a:lnTo>
                    <a:pt x="5350646" y="3916765"/>
                  </a:lnTo>
                  <a:lnTo>
                    <a:pt x="5312987" y="3929465"/>
                  </a:lnTo>
                  <a:close/>
                </a:path>
                <a:path w="6802755" h="7098030">
                  <a:moveTo>
                    <a:pt x="6185132" y="3954865"/>
                  </a:moveTo>
                  <a:lnTo>
                    <a:pt x="6159574" y="3904065"/>
                  </a:lnTo>
                  <a:lnTo>
                    <a:pt x="6203849" y="3878665"/>
                  </a:lnTo>
                  <a:lnTo>
                    <a:pt x="6229407" y="3929465"/>
                  </a:lnTo>
                  <a:lnTo>
                    <a:pt x="6185132" y="3954865"/>
                  </a:lnTo>
                  <a:close/>
                </a:path>
                <a:path w="6802755" h="7098030">
                  <a:moveTo>
                    <a:pt x="4107270" y="3929465"/>
                  </a:moveTo>
                  <a:lnTo>
                    <a:pt x="4091699" y="3904065"/>
                  </a:lnTo>
                  <a:lnTo>
                    <a:pt x="4118667" y="3891365"/>
                  </a:lnTo>
                  <a:lnTo>
                    <a:pt x="4134238" y="3916765"/>
                  </a:lnTo>
                  <a:lnTo>
                    <a:pt x="4107270" y="3929465"/>
                  </a:lnTo>
                  <a:close/>
                </a:path>
                <a:path w="6802755" h="7098030">
                  <a:moveTo>
                    <a:pt x="4979095" y="3954865"/>
                  </a:moveTo>
                  <a:lnTo>
                    <a:pt x="4958821" y="3916765"/>
                  </a:lnTo>
                  <a:lnTo>
                    <a:pt x="4993933" y="3891365"/>
                  </a:lnTo>
                  <a:lnTo>
                    <a:pt x="5014208" y="3929465"/>
                  </a:lnTo>
                  <a:lnTo>
                    <a:pt x="4979095" y="3954865"/>
                  </a:lnTo>
                  <a:close/>
                </a:path>
                <a:path w="6802755" h="7098030">
                  <a:moveTo>
                    <a:pt x="5851128" y="3967565"/>
                  </a:moveTo>
                  <a:lnTo>
                    <a:pt x="5826748" y="3929465"/>
                  </a:lnTo>
                  <a:lnTo>
                    <a:pt x="5868979" y="3904065"/>
                  </a:lnTo>
                  <a:lnTo>
                    <a:pt x="5893365" y="3942165"/>
                  </a:lnTo>
                  <a:lnTo>
                    <a:pt x="5851128" y="3967565"/>
                  </a:lnTo>
                  <a:close/>
                </a:path>
                <a:path w="6802755" h="7098030">
                  <a:moveTo>
                    <a:pt x="4645304" y="3967565"/>
                  </a:moveTo>
                  <a:lnTo>
                    <a:pt x="4626794" y="3942165"/>
                  </a:lnTo>
                  <a:lnTo>
                    <a:pt x="4658856" y="3916765"/>
                  </a:lnTo>
                  <a:lnTo>
                    <a:pt x="4677360" y="3954865"/>
                  </a:lnTo>
                  <a:lnTo>
                    <a:pt x="4645304" y="3967565"/>
                  </a:lnTo>
                  <a:close/>
                </a:path>
                <a:path w="6802755" h="7098030">
                  <a:moveTo>
                    <a:pt x="6724031" y="3992965"/>
                  </a:moveTo>
                  <a:lnTo>
                    <a:pt x="6697887" y="3942165"/>
                  </a:lnTo>
                  <a:lnTo>
                    <a:pt x="6743175" y="3916765"/>
                  </a:lnTo>
                  <a:lnTo>
                    <a:pt x="6769319" y="3967565"/>
                  </a:lnTo>
                  <a:lnTo>
                    <a:pt x="6724031" y="3992965"/>
                  </a:lnTo>
                  <a:close/>
                </a:path>
                <a:path w="6802755" h="7098030">
                  <a:moveTo>
                    <a:pt x="5517237" y="3992965"/>
                  </a:moveTo>
                  <a:lnTo>
                    <a:pt x="5494320" y="3954865"/>
                  </a:lnTo>
                  <a:lnTo>
                    <a:pt x="5534010" y="3929465"/>
                  </a:lnTo>
                  <a:lnTo>
                    <a:pt x="5556927" y="3967565"/>
                  </a:lnTo>
                  <a:lnTo>
                    <a:pt x="5517237" y="3992965"/>
                  </a:lnTo>
                  <a:close/>
                </a:path>
                <a:path w="6802755" h="7098030">
                  <a:moveTo>
                    <a:pt x="4311621" y="3980265"/>
                  </a:moveTo>
                  <a:lnTo>
                    <a:pt x="4295173" y="3954865"/>
                  </a:lnTo>
                  <a:lnTo>
                    <a:pt x="4323663" y="3942165"/>
                  </a:lnTo>
                  <a:lnTo>
                    <a:pt x="4340117" y="3967565"/>
                  </a:lnTo>
                  <a:lnTo>
                    <a:pt x="4311621" y="3980265"/>
                  </a:lnTo>
                  <a:close/>
                </a:path>
                <a:path w="6802755" h="7098030">
                  <a:moveTo>
                    <a:pt x="6389274" y="4005665"/>
                  </a:moveTo>
                  <a:lnTo>
                    <a:pt x="6362248" y="3967565"/>
                  </a:lnTo>
                  <a:lnTo>
                    <a:pt x="6409063" y="3942165"/>
                  </a:lnTo>
                  <a:lnTo>
                    <a:pt x="6436090" y="3980265"/>
                  </a:lnTo>
                  <a:lnTo>
                    <a:pt x="6389274" y="4005665"/>
                  </a:lnTo>
                  <a:close/>
                </a:path>
                <a:path w="6802755" h="7098030">
                  <a:moveTo>
                    <a:pt x="5183232" y="4005665"/>
                  </a:moveTo>
                  <a:lnTo>
                    <a:pt x="5161494" y="3967565"/>
                  </a:lnTo>
                  <a:lnTo>
                    <a:pt x="5199148" y="3954865"/>
                  </a:lnTo>
                  <a:lnTo>
                    <a:pt x="5220891" y="3992965"/>
                  </a:lnTo>
                  <a:lnTo>
                    <a:pt x="5183232" y="4005665"/>
                  </a:lnTo>
                  <a:close/>
                </a:path>
                <a:path w="6802755" h="7098030">
                  <a:moveTo>
                    <a:pt x="6055271" y="4031065"/>
                  </a:moveTo>
                  <a:lnTo>
                    <a:pt x="6029417" y="3980265"/>
                  </a:lnTo>
                  <a:lnTo>
                    <a:pt x="6074195" y="3954865"/>
                  </a:lnTo>
                  <a:lnTo>
                    <a:pt x="6100049" y="4005665"/>
                  </a:lnTo>
                  <a:lnTo>
                    <a:pt x="6055271" y="4031065"/>
                  </a:lnTo>
                  <a:close/>
                </a:path>
                <a:path w="6802755" h="7098030">
                  <a:moveTo>
                    <a:pt x="4849441" y="4031065"/>
                  </a:moveTo>
                  <a:lnTo>
                    <a:pt x="4829462" y="3992965"/>
                  </a:lnTo>
                  <a:lnTo>
                    <a:pt x="4864064" y="3967565"/>
                  </a:lnTo>
                  <a:lnTo>
                    <a:pt x="4884043" y="4005665"/>
                  </a:lnTo>
                  <a:lnTo>
                    <a:pt x="4849441" y="4031065"/>
                  </a:lnTo>
                  <a:close/>
                </a:path>
                <a:path w="6802755" h="7098030">
                  <a:moveTo>
                    <a:pt x="5721373" y="4043765"/>
                  </a:moveTo>
                  <a:lnTo>
                    <a:pt x="5696993" y="4005665"/>
                  </a:lnTo>
                  <a:lnTo>
                    <a:pt x="5739225" y="3980265"/>
                  </a:lnTo>
                  <a:lnTo>
                    <a:pt x="5763604" y="4018365"/>
                  </a:lnTo>
                  <a:lnTo>
                    <a:pt x="5721373" y="4043765"/>
                  </a:lnTo>
                  <a:close/>
                </a:path>
                <a:path w="6802755" h="7098030">
                  <a:moveTo>
                    <a:pt x="4515649" y="4043765"/>
                  </a:moveTo>
                  <a:lnTo>
                    <a:pt x="4497436" y="4018365"/>
                  </a:lnTo>
                  <a:lnTo>
                    <a:pt x="4528982" y="3992965"/>
                  </a:lnTo>
                  <a:lnTo>
                    <a:pt x="4547201" y="4031065"/>
                  </a:lnTo>
                  <a:lnTo>
                    <a:pt x="4515649" y="4043765"/>
                  </a:lnTo>
                  <a:close/>
                </a:path>
                <a:path w="6802755" h="7098030">
                  <a:moveTo>
                    <a:pt x="6593524" y="4069165"/>
                  </a:moveTo>
                  <a:lnTo>
                    <a:pt x="6565318" y="4018365"/>
                  </a:lnTo>
                  <a:lnTo>
                    <a:pt x="6614165" y="3992965"/>
                  </a:lnTo>
                  <a:lnTo>
                    <a:pt x="6642371" y="4043765"/>
                  </a:lnTo>
                  <a:lnTo>
                    <a:pt x="6593524" y="4069165"/>
                  </a:lnTo>
                  <a:close/>
                </a:path>
                <a:path w="6802755" h="7098030">
                  <a:moveTo>
                    <a:pt x="5387475" y="4069165"/>
                  </a:moveTo>
                  <a:lnTo>
                    <a:pt x="5364559" y="4031065"/>
                  </a:lnTo>
                  <a:lnTo>
                    <a:pt x="5404255" y="4005665"/>
                  </a:lnTo>
                  <a:lnTo>
                    <a:pt x="5427171" y="4043765"/>
                  </a:lnTo>
                  <a:lnTo>
                    <a:pt x="5387475" y="4069165"/>
                  </a:lnTo>
                  <a:close/>
                </a:path>
                <a:path w="6802755" h="7098030">
                  <a:moveTo>
                    <a:pt x="6259407" y="4081865"/>
                  </a:moveTo>
                  <a:lnTo>
                    <a:pt x="6232084" y="4043765"/>
                  </a:lnTo>
                  <a:lnTo>
                    <a:pt x="6279410" y="4005665"/>
                  </a:lnTo>
                  <a:lnTo>
                    <a:pt x="6306733" y="4056465"/>
                  </a:lnTo>
                  <a:lnTo>
                    <a:pt x="6259407" y="4081865"/>
                  </a:lnTo>
                  <a:close/>
                </a:path>
                <a:path w="6802755" h="7098030">
                  <a:moveTo>
                    <a:pt x="4181859" y="4056465"/>
                  </a:moveTo>
                  <a:lnTo>
                    <a:pt x="4165411" y="4031065"/>
                  </a:lnTo>
                  <a:lnTo>
                    <a:pt x="4193907" y="4018365"/>
                  </a:lnTo>
                  <a:lnTo>
                    <a:pt x="4210355" y="4043765"/>
                  </a:lnTo>
                  <a:lnTo>
                    <a:pt x="4181859" y="4056465"/>
                  </a:lnTo>
                  <a:close/>
                </a:path>
                <a:path w="6802755" h="7098030">
                  <a:moveTo>
                    <a:pt x="5053584" y="4081865"/>
                  </a:moveTo>
                  <a:lnTo>
                    <a:pt x="5032136" y="4043765"/>
                  </a:lnTo>
                  <a:lnTo>
                    <a:pt x="5069280" y="4018365"/>
                  </a:lnTo>
                  <a:lnTo>
                    <a:pt x="5090727" y="4056465"/>
                  </a:lnTo>
                  <a:lnTo>
                    <a:pt x="5053584" y="4081865"/>
                  </a:lnTo>
                  <a:close/>
                </a:path>
                <a:path w="6802755" h="7098030">
                  <a:moveTo>
                    <a:pt x="5925509" y="4107265"/>
                  </a:moveTo>
                  <a:lnTo>
                    <a:pt x="5899655" y="4056465"/>
                  </a:lnTo>
                  <a:lnTo>
                    <a:pt x="5944433" y="4031065"/>
                  </a:lnTo>
                  <a:lnTo>
                    <a:pt x="5970287" y="4081865"/>
                  </a:lnTo>
                  <a:lnTo>
                    <a:pt x="5925509" y="4107265"/>
                  </a:lnTo>
                  <a:close/>
                </a:path>
                <a:path w="6802755" h="7098030">
                  <a:moveTo>
                    <a:pt x="4719792" y="4094565"/>
                  </a:moveTo>
                  <a:lnTo>
                    <a:pt x="4700110" y="4069165"/>
                  </a:lnTo>
                  <a:lnTo>
                    <a:pt x="4734197" y="4043765"/>
                  </a:lnTo>
                  <a:lnTo>
                    <a:pt x="4753885" y="4081865"/>
                  </a:lnTo>
                  <a:lnTo>
                    <a:pt x="4719792" y="4094565"/>
                  </a:lnTo>
                  <a:close/>
                </a:path>
                <a:path w="6802755" h="7098030">
                  <a:moveTo>
                    <a:pt x="5591613" y="4119965"/>
                  </a:moveTo>
                  <a:lnTo>
                    <a:pt x="5567233" y="4081865"/>
                  </a:lnTo>
                  <a:lnTo>
                    <a:pt x="5609470" y="4056465"/>
                  </a:lnTo>
                  <a:lnTo>
                    <a:pt x="5633850" y="4094565"/>
                  </a:lnTo>
                  <a:lnTo>
                    <a:pt x="5591613" y="4119965"/>
                  </a:lnTo>
                  <a:close/>
                </a:path>
                <a:path w="6802755" h="7098030">
                  <a:moveTo>
                    <a:pt x="4386003" y="4119965"/>
                  </a:moveTo>
                  <a:lnTo>
                    <a:pt x="4368080" y="4081865"/>
                  </a:lnTo>
                  <a:lnTo>
                    <a:pt x="4399123" y="4069165"/>
                  </a:lnTo>
                  <a:lnTo>
                    <a:pt x="4417040" y="4094565"/>
                  </a:lnTo>
                  <a:lnTo>
                    <a:pt x="4386003" y="4119965"/>
                  </a:lnTo>
                  <a:close/>
                </a:path>
                <a:path w="6802755" h="7098030">
                  <a:moveTo>
                    <a:pt x="6463650" y="4145365"/>
                  </a:moveTo>
                  <a:lnTo>
                    <a:pt x="6435154" y="4094565"/>
                  </a:lnTo>
                  <a:lnTo>
                    <a:pt x="6484517" y="4069165"/>
                  </a:lnTo>
                  <a:lnTo>
                    <a:pt x="6513013" y="4107265"/>
                  </a:lnTo>
                  <a:lnTo>
                    <a:pt x="6463650" y="4145365"/>
                  </a:lnTo>
                  <a:close/>
                </a:path>
                <a:path w="6802755" h="7098030">
                  <a:moveTo>
                    <a:pt x="6802291" y="4094565"/>
                  </a:moveTo>
                  <a:lnTo>
                    <a:pt x="6790458" y="4081865"/>
                  </a:lnTo>
                  <a:lnTo>
                    <a:pt x="6802291" y="4069165"/>
                  </a:lnTo>
                  <a:lnTo>
                    <a:pt x="6802291" y="4094565"/>
                  </a:lnTo>
                  <a:close/>
                </a:path>
                <a:path w="6802755" h="7098030">
                  <a:moveTo>
                    <a:pt x="5257715" y="4145365"/>
                  </a:moveTo>
                  <a:lnTo>
                    <a:pt x="5234798" y="4094565"/>
                  </a:lnTo>
                  <a:lnTo>
                    <a:pt x="5274494" y="4081865"/>
                  </a:lnTo>
                  <a:lnTo>
                    <a:pt x="5297411" y="4119965"/>
                  </a:lnTo>
                  <a:lnTo>
                    <a:pt x="5257715" y="4145365"/>
                  </a:lnTo>
                  <a:close/>
                </a:path>
                <a:path w="6802755" h="7098030">
                  <a:moveTo>
                    <a:pt x="6129647" y="4158065"/>
                  </a:moveTo>
                  <a:lnTo>
                    <a:pt x="6102324" y="4107265"/>
                  </a:lnTo>
                  <a:lnTo>
                    <a:pt x="6149650" y="4081865"/>
                  </a:lnTo>
                  <a:lnTo>
                    <a:pt x="6176973" y="4132665"/>
                  </a:lnTo>
                  <a:lnTo>
                    <a:pt x="6129647" y="4158065"/>
                  </a:lnTo>
                  <a:close/>
                </a:path>
                <a:path w="6802755" h="7098030">
                  <a:moveTo>
                    <a:pt x="4923823" y="4158065"/>
                  </a:moveTo>
                  <a:lnTo>
                    <a:pt x="4902375" y="4119965"/>
                  </a:lnTo>
                  <a:lnTo>
                    <a:pt x="4939524" y="4094565"/>
                  </a:lnTo>
                  <a:lnTo>
                    <a:pt x="4960972" y="4132665"/>
                  </a:lnTo>
                  <a:lnTo>
                    <a:pt x="4923823" y="4158065"/>
                  </a:lnTo>
                  <a:close/>
                </a:path>
                <a:path w="6802755" h="7098030">
                  <a:moveTo>
                    <a:pt x="5795754" y="4183465"/>
                  </a:moveTo>
                  <a:lnTo>
                    <a:pt x="5769900" y="4132665"/>
                  </a:lnTo>
                  <a:lnTo>
                    <a:pt x="5814672" y="4107265"/>
                  </a:lnTo>
                  <a:lnTo>
                    <a:pt x="5840527" y="4158065"/>
                  </a:lnTo>
                  <a:lnTo>
                    <a:pt x="5795754" y="4183465"/>
                  </a:lnTo>
                  <a:close/>
                </a:path>
                <a:path w="6802755" h="7098030">
                  <a:moveTo>
                    <a:pt x="4590137" y="4170765"/>
                  </a:moveTo>
                  <a:lnTo>
                    <a:pt x="4570745" y="4145365"/>
                  </a:lnTo>
                  <a:lnTo>
                    <a:pt x="4604335" y="4119965"/>
                  </a:lnTo>
                  <a:lnTo>
                    <a:pt x="4623721" y="4158065"/>
                  </a:lnTo>
                  <a:lnTo>
                    <a:pt x="4590137" y="4170765"/>
                  </a:lnTo>
                  <a:close/>
                </a:path>
                <a:path w="6802755" h="7098030">
                  <a:moveTo>
                    <a:pt x="6667900" y="4196165"/>
                  </a:moveTo>
                  <a:lnTo>
                    <a:pt x="6638231" y="4145365"/>
                  </a:lnTo>
                  <a:lnTo>
                    <a:pt x="6689620" y="4119965"/>
                  </a:lnTo>
                  <a:lnTo>
                    <a:pt x="6719294" y="4170765"/>
                  </a:lnTo>
                  <a:lnTo>
                    <a:pt x="6667900" y="4196165"/>
                  </a:lnTo>
                  <a:close/>
                </a:path>
                <a:path w="6802755" h="7098030">
                  <a:moveTo>
                    <a:pt x="5461851" y="4196165"/>
                  </a:moveTo>
                  <a:lnTo>
                    <a:pt x="5437472" y="4158065"/>
                  </a:lnTo>
                  <a:lnTo>
                    <a:pt x="5479709" y="4132665"/>
                  </a:lnTo>
                  <a:lnTo>
                    <a:pt x="5504088" y="4170765"/>
                  </a:lnTo>
                  <a:lnTo>
                    <a:pt x="5461851" y="4196165"/>
                  </a:lnTo>
                  <a:close/>
                </a:path>
                <a:path w="6802755" h="7098030">
                  <a:moveTo>
                    <a:pt x="6333789" y="4221565"/>
                  </a:moveTo>
                  <a:lnTo>
                    <a:pt x="6304997" y="4170765"/>
                  </a:lnTo>
                  <a:lnTo>
                    <a:pt x="6354863" y="4132665"/>
                  </a:lnTo>
                  <a:lnTo>
                    <a:pt x="6383656" y="4183465"/>
                  </a:lnTo>
                  <a:lnTo>
                    <a:pt x="6333789" y="4221565"/>
                  </a:lnTo>
                  <a:close/>
                </a:path>
                <a:path w="6802755" h="7098030">
                  <a:moveTo>
                    <a:pt x="4256353" y="4196165"/>
                  </a:moveTo>
                  <a:lnTo>
                    <a:pt x="4238721" y="4158065"/>
                  </a:lnTo>
                  <a:lnTo>
                    <a:pt x="4269254" y="4145365"/>
                  </a:lnTo>
                  <a:lnTo>
                    <a:pt x="4286881" y="4170765"/>
                  </a:lnTo>
                  <a:lnTo>
                    <a:pt x="4256353" y="4196165"/>
                  </a:lnTo>
                  <a:close/>
                </a:path>
                <a:path w="6802755" h="7098030">
                  <a:moveTo>
                    <a:pt x="5128066" y="4208865"/>
                  </a:moveTo>
                  <a:lnTo>
                    <a:pt x="5105440" y="4170765"/>
                  </a:lnTo>
                  <a:lnTo>
                    <a:pt x="5144627" y="4158065"/>
                  </a:lnTo>
                  <a:lnTo>
                    <a:pt x="5167247" y="4196165"/>
                  </a:lnTo>
                  <a:lnTo>
                    <a:pt x="5128066" y="4208865"/>
                  </a:lnTo>
                  <a:close/>
                </a:path>
                <a:path w="6802755" h="7098030">
                  <a:moveTo>
                    <a:pt x="5999785" y="4234265"/>
                  </a:moveTo>
                  <a:lnTo>
                    <a:pt x="5972171" y="4183465"/>
                  </a:lnTo>
                  <a:lnTo>
                    <a:pt x="6020000" y="4158065"/>
                  </a:lnTo>
                  <a:lnTo>
                    <a:pt x="6047619" y="4208865"/>
                  </a:lnTo>
                  <a:lnTo>
                    <a:pt x="5999785" y="4234265"/>
                  </a:lnTo>
                  <a:close/>
                </a:path>
                <a:path w="6802755" h="7098030">
                  <a:moveTo>
                    <a:pt x="4794168" y="4234265"/>
                  </a:moveTo>
                  <a:lnTo>
                    <a:pt x="4773017" y="4196165"/>
                  </a:lnTo>
                  <a:lnTo>
                    <a:pt x="4809651" y="4170765"/>
                  </a:lnTo>
                  <a:lnTo>
                    <a:pt x="4830802" y="4208865"/>
                  </a:lnTo>
                  <a:lnTo>
                    <a:pt x="4794168" y="4234265"/>
                  </a:lnTo>
                  <a:close/>
                </a:path>
                <a:path w="6802755" h="7098030">
                  <a:moveTo>
                    <a:pt x="5665994" y="4259665"/>
                  </a:moveTo>
                  <a:lnTo>
                    <a:pt x="5640140" y="4208865"/>
                  </a:lnTo>
                  <a:lnTo>
                    <a:pt x="5684918" y="4183465"/>
                  </a:lnTo>
                  <a:lnTo>
                    <a:pt x="5710772" y="4221565"/>
                  </a:lnTo>
                  <a:lnTo>
                    <a:pt x="5665994" y="4259665"/>
                  </a:lnTo>
                  <a:close/>
                </a:path>
                <a:path w="6802755" h="7098030">
                  <a:moveTo>
                    <a:pt x="4460485" y="4246965"/>
                  </a:moveTo>
                  <a:lnTo>
                    <a:pt x="4441389" y="4221565"/>
                  </a:lnTo>
                  <a:lnTo>
                    <a:pt x="4474464" y="4196165"/>
                  </a:lnTo>
                  <a:lnTo>
                    <a:pt x="4493560" y="4234265"/>
                  </a:lnTo>
                  <a:lnTo>
                    <a:pt x="4460485" y="4246965"/>
                  </a:lnTo>
                  <a:close/>
                </a:path>
                <a:path w="6802755" h="7098030">
                  <a:moveTo>
                    <a:pt x="6538032" y="4272365"/>
                  </a:moveTo>
                  <a:lnTo>
                    <a:pt x="6508062" y="4221565"/>
                  </a:lnTo>
                  <a:lnTo>
                    <a:pt x="6559971" y="4196165"/>
                  </a:lnTo>
                  <a:lnTo>
                    <a:pt x="6589936" y="4246965"/>
                  </a:lnTo>
                  <a:lnTo>
                    <a:pt x="6538032" y="4272365"/>
                  </a:lnTo>
                  <a:close/>
                </a:path>
                <a:path w="6802755" h="7098030">
                  <a:moveTo>
                    <a:pt x="5332203" y="4272365"/>
                  </a:moveTo>
                  <a:lnTo>
                    <a:pt x="5308114" y="4234265"/>
                  </a:lnTo>
                  <a:lnTo>
                    <a:pt x="5349842" y="4208865"/>
                  </a:lnTo>
                  <a:lnTo>
                    <a:pt x="5373937" y="4246965"/>
                  </a:lnTo>
                  <a:lnTo>
                    <a:pt x="5332203" y="4272365"/>
                  </a:lnTo>
                  <a:close/>
                </a:path>
                <a:path w="6802755" h="7098030">
                  <a:moveTo>
                    <a:pt x="6203916" y="4297765"/>
                  </a:moveTo>
                  <a:lnTo>
                    <a:pt x="6174834" y="4246965"/>
                  </a:lnTo>
                  <a:lnTo>
                    <a:pt x="6225215" y="4208865"/>
                  </a:lnTo>
                  <a:lnTo>
                    <a:pt x="6254297" y="4259665"/>
                  </a:lnTo>
                  <a:lnTo>
                    <a:pt x="6203916" y="4297765"/>
                  </a:lnTo>
                  <a:close/>
                </a:path>
                <a:path w="6802755" h="7098030">
                  <a:moveTo>
                    <a:pt x="4998411" y="4285065"/>
                  </a:moveTo>
                  <a:lnTo>
                    <a:pt x="4976087" y="4246965"/>
                  </a:lnTo>
                  <a:lnTo>
                    <a:pt x="5014759" y="4221565"/>
                  </a:lnTo>
                  <a:lnTo>
                    <a:pt x="5037083" y="4272365"/>
                  </a:lnTo>
                  <a:lnTo>
                    <a:pt x="4998411" y="4285065"/>
                  </a:lnTo>
                  <a:close/>
                </a:path>
                <a:path w="6802755" h="7098030">
                  <a:moveTo>
                    <a:pt x="5870024" y="4310465"/>
                  </a:moveTo>
                  <a:lnTo>
                    <a:pt x="5842410" y="4259665"/>
                  </a:lnTo>
                  <a:lnTo>
                    <a:pt x="5890239" y="4234265"/>
                  </a:lnTo>
                  <a:lnTo>
                    <a:pt x="5917858" y="4285065"/>
                  </a:lnTo>
                  <a:lnTo>
                    <a:pt x="5870024" y="4310465"/>
                  </a:lnTo>
                  <a:close/>
                </a:path>
                <a:path w="6802755" h="7098030">
                  <a:moveTo>
                    <a:pt x="4664513" y="4310465"/>
                  </a:moveTo>
                  <a:lnTo>
                    <a:pt x="4643653" y="4272365"/>
                  </a:lnTo>
                  <a:lnTo>
                    <a:pt x="4679789" y="4246965"/>
                  </a:lnTo>
                  <a:lnTo>
                    <a:pt x="4700650" y="4285065"/>
                  </a:lnTo>
                  <a:lnTo>
                    <a:pt x="4664513" y="4310465"/>
                  </a:lnTo>
                  <a:close/>
                </a:path>
                <a:path w="6802755" h="7098030">
                  <a:moveTo>
                    <a:pt x="6744000" y="4323165"/>
                  </a:moveTo>
                  <a:lnTo>
                    <a:pt x="6717559" y="4272365"/>
                  </a:lnTo>
                  <a:lnTo>
                    <a:pt x="6763357" y="4246965"/>
                  </a:lnTo>
                  <a:lnTo>
                    <a:pt x="6789797" y="4297765"/>
                  </a:lnTo>
                  <a:lnTo>
                    <a:pt x="6744000" y="4323165"/>
                  </a:lnTo>
                  <a:close/>
                </a:path>
                <a:path w="6802755" h="7098030">
                  <a:moveTo>
                    <a:pt x="5536233" y="4323165"/>
                  </a:moveTo>
                  <a:lnTo>
                    <a:pt x="5510379" y="4285065"/>
                  </a:lnTo>
                  <a:lnTo>
                    <a:pt x="5555163" y="4259665"/>
                  </a:lnTo>
                  <a:lnTo>
                    <a:pt x="5581018" y="4297765"/>
                  </a:lnTo>
                  <a:lnTo>
                    <a:pt x="5536233" y="4323165"/>
                  </a:lnTo>
                  <a:close/>
                </a:path>
                <a:path w="6802755" h="7098030">
                  <a:moveTo>
                    <a:pt x="4330836" y="4323165"/>
                  </a:moveTo>
                  <a:lnTo>
                    <a:pt x="4312036" y="4297765"/>
                  </a:lnTo>
                  <a:lnTo>
                    <a:pt x="4344601" y="4272365"/>
                  </a:lnTo>
                  <a:lnTo>
                    <a:pt x="4363401" y="4310465"/>
                  </a:lnTo>
                  <a:lnTo>
                    <a:pt x="4330836" y="4323165"/>
                  </a:lnTo>
                  <a:close/>
                </a:path>
                <a:path w="6802755" h="7098030">
                  <a:moveTo>
                    <a:pt x="6408171" y="4348565"/>
                  </a:moveTo>
                  <a:lnTo>
                    <a:pt x="6377910" y="4297765"/>
                  </a:lnTo>
                  <a:lnTo>
                    <a:pt x="6430323" y="4272365"/>
                  </a:lnTo>
                  <a:lnTo>
                    <a:pt x="6460584" y="4323165"/>
                  </a:lnTo>
                  <a:lnTo>
                    <a:pt x="6408171" y="4348565"/>
                  </a:lnTo>
                  <a:close/>
                </a:path>
                <a:path w="6802755" h="7098030">
                  <a:moveTo>
                    <a:pt x="5202448" y="4348565"/>
                  </a:moveTo>
                  <a:lnTo>
                    <a:pt x="5178353" y="4310465"/>
                  </a:lnTo>
                  <a:lnTo>
                    <a:pt x="5220081" y="4285065"/>
                  </a:lnTo>
                  <a:lnTo>
                    <a:pt x="5244176" y="4323165"/>
                  </a:lnTo>
                  <a:lnTo>
                    <a:pt x="5202448" y="4348565"/>
                  </a:lnTo>
                  <a:close/>
                </a:path>
                <a:path w="6802755" h="7098030">
                  <a:moveTo>
                    <a:pt x="6074161" y="4361265"/>
                  </a:moveTo>
                  <a:lnTo>
                    <a:pt x="6045079" y="4323165"/>
                  </a:lnTo>
                  <a:lnTo>
                    <a:pt x="6095454" y="4285065"/>
                  </a:lnTo>
                  <a:lnTo>
                    <a:pt x="6124543" y="4335865"/>
                  </a:lnTo>
                  <a:lnTo>
                    <a:pt x="6074161" y="4361265"/>
                  </a:lnTo>
                  <a:close/>
                </a:path>
                <a:path w="6802755" h="7098030">
                  <a:moveTo>
                    <a:pt x="4868651" y="4361265"/>
                  </a:moveTo>
                  <a:lnTo>
                    <a:pt x="4846326" y="4323165"/>
                  </a:lnTo>
                  <a:lnTo>
                    <a:pt x="4885004" y="4297765"/>
                  </a:lnTo>
                  <a:lnTo>
                    <a:pt x="4907328" y="4335865"/>
                  </a:lnTo>
                  <a:lnTo>
                    <a:pt x="4868651" y="4361265"/>
                  </a:lnTo>
                  <a:close/>
                </a:path>
                <a:path w="6802755" h="7098030">
                  <a:moveTo>
                    <a:pt x="5740263" y="4386665"/>
                  </a:moveTo>
                  <a:lnTo>
                    <a:pt x="5712650" y="4335865"/>
                  </a:lnTo>
                  <a:lnTo>
                    <a:pt x="5760485" y="4310465"/>
                  </a:lnTo>
                  <a:lnTo>
                    <a:pt x="5788098" y="4361265"/>
                  </a:lnTo>
                  <a:lnTo>
                    <a:pt x="5740263" y="4386665"/>
                  </a:lnTo>
                  <a:close/>
                </a:path>
                <a:path w="6802755" h="7098030">
                  <a:moveTo>
                    <a:pt x="4534867" y="4386665"/>
                  </a:moveTo>
                  <a:lnTo>
                    <a:pt x="4514303" y="4348565"/>
                  </a:lnTo>
                  <a:lnTo>
                    <a:pt x="4549924" y="4323165"/>
                  </a:lnTo>
                  <a:lnTo>
                    <a:pt x="4570488" y="4361265"/>
                  </a:lnTo>
                  <a:lnTo>
                    <a:pt x="4534867" y="4386665"/>
                  </a:lnTo>
                  <a:close/>
                </a:path>
                <a:path w="6802755" h="7098030">
                  <a:moveTo>
                    <a:pt x="6612414" y="4399365"/>
                  </a:moveTo>
                  <a:lnTo>
                    <a:pt x="6580974" y="4348565"/>
                  </a:lnTo>
                  <a:lnTo>
                    <a:pt x="6635425" y="4323165"/>
                  </a:lnTo>
                  <a:lnTo>
                    <a:pt x="6666865" y="4373965"/>
                  </a:lnTo>
                  <a:lnTo>
                    <a:pt x="6612414" y="4399365"/>
                  </a:lnTo>
                  <a:close/>
                </a:path>
                <a:path w="6802755" h="7098030">
                  <a:moveTo>
                    <a:pt x="5406585" y="4399365"/>
                  </a:moveTo>
                  <a:lnTo>
                    <a:pt x="5381026" y="4361265"/>
                  </a:lnTo>
                  <a:lnTo>
                    <a:pt x="5425296" y="4335865"/>
                  </a:lnTo>
                  <a:lnTo>
                    <a:pt x="5450860" y="4373965"/>
                  </a:lnTo>
                  <a:lnTo>
                    <a:pt x="5406585" y="4399365"/>
                  </a:lnTo>
                  <a:close/>
                </a:path>
                <a:path w="6802755" h="7098030">
                  <a:moveTo>
                    <a:pt x="6278410" y="4424765"/>
                  </a:moveTo>
                  <a:lnTo>
                    <a:pt x="6248149" y="4373965"/>
                  </a:lnTo>
                  <a:lnTo>
                    <a:pt x="6300563" y="4335865"/>
                  </a:lnTo>
                  <a:lnTo>
                    <a:pt x="6330824" y="4399365"/>
                  </a:lnTo>
                  <a:lnTo>
                    <a:pt x="6278410" y="4424765"/>
                  </a:lnTo>
                  <a:close/>
                </a:path>
                <a:path w="6802755" h="7098030">
                  <a:moveTo>
                    <a:pt x="5072793" y="4424765"/>
                  </a:moveTo>
                  <a:lnTo>
                    <a:pt x="5049000" y="4373965"/>
                  </a:lnTo>
                  <a:lnTo>
                    <a:pt x="5090213" y="4361265"/>
                  </a:lnTo>
                  <a:lnTo>
                    <a:pt x="5114012" y="4399365"/>
                  </a:lnTo>
                  <a:lnTo>
                    <a:pt x="5072793" y="4424765"/>
                  </a:lnTo>
                  <a:close/>
                </a:path>
                <a:path w="6802755" h="7098030">
                  <a:moveTo>
                    <a:pt x="5944405" y="4437465"/>
                  </a:moveTo>
                  <a:lnTo>
                    <a:pt x="5915317" y="4386665"/>
                  </a:lnTo>
                  <a:lnTo>
                    <a:pt x="5965692" y="4361265"/>
                  </a:lnTo>
                  <a:lnTo>
                    <a:pt x="5994781" y="4412065"/>
                  </a:lnTo>
                  <a:lnTo>
                    <a:pt x="5944405" y="4437465"/>
                  </a:lnTo>
                  <a:close/>
                </a:path>
                <a:path w="6802755" h="7098030">
                  <a:moveTo>
                    <a:pt x="4739002" y="4437465"/>
                  </a:moveTo>
                  <a:lnTo>
                    <a:pt x="4716968" y="4399365"/>
                  </a:lnTo>
                  <a:lnTo>
                    <a:pt x="4755136" y="4373965"/>
                  </a:lnTo>
                  <a:lnTo>
                    <a:pt x="4777170" y="4412065"/>
                  </a:lnTo>
                  <a:lnTo>
                    <a:pt x="4739002" y="4437465"/>
                  </a:lnTo>
                  <a:close/>
                </a:path>
                <a:path w="6802755" h="7098030">
                  <a:moveTo>
                    <a:pt x="5610615" y="4462865"/>
                  </a:moveTo>
                  <a:lnTo>
                    <a:pt x="5583292" y="4412065"/>
                  </a:lnTo>
                  <a:lnTo>
                    <a:pt x="5630617" y="4386665"/>
                  </a:lnTo>
                  <a:lnTo>
                    <a:pt x="5657940" y="4437465"/>
                  </a:lnTo>
                  <a:lnTo>
                    <a:pt x="5610615" y="4462865"/>
                  </a:lnTo>
                  <a:close/>
                </a:path>
                <a:path w="6802755" h="7098030">
                  <a:moveTo>
                    <a:pt x="4405324" y="4450165"/>
                  </a:moveTo>
                  <a:lnTo>
                    <a:pt x="4385345" y="4424765"/>
                  </a:lnTo>
                  <a:lnTo>
                    <a:pt x="4419942" y="4399365"/>
                  </a:lnTo>
                  <a:lnTo>
                    <a:pt x="4439921" y="4437465"/>
                  </a:lnTo>
                  <a:lnTo>
                    <a:pt x="4405324" y="4450165"/>
                  </a:lnTo>
                  <a:close/>
                </a:path>
                <a:path w="6802755" h="7098030">
                  <a:moveTo>
                    <a:pt x="6482547" y="4475565"/>
                  </a:moveTo>
                  <a:lnTo>
                    <a:pt x="6450817" y="4424765"/>
                  </a:lnTo>
                  <a:lnTo>
                    <a:pt x="6505777" y="4399365"/>
                  </a:lnTo>
                  <a:lnTo>
                    <a:pt x="6537507" y="4450165"/>
                  </a:lnTo>
                  <a:lnTo>
                    <a:pt x="6482547" y="4475565"/>
                  </a:lnTo>
                  <a:close/>
                </a:path>
                <a:path w="6802755" h="7098030">
                  <a:moveTo>
                    <a:pt x="5276936" y="4475565"/>
                  </a:moveTo>
                  <a:lnTo>
                    <a:pt x="5251668" y="4437465"/>
                  </a:lnTo>
                  <a:lnTo>
                    <a:pt x="5295428" y="4412065"/>
                  </a:lnTo>
                  <a:lnTo>
                    <a:pt x="5320696" y="4450165"/>
                  </a:lnTo>
                  <a:lnTo>
                    <a:pt x="5276936" y="4475565"/>
                  </a:lnTo>
                  <a:close/>
                </a:path>
                <a:path w="6802755" h="7098030">
                  <a:moveTo>
                    <a:pt x="6148543" y="4500965"/>
                  </a:moveTo>
                  <a:lnTo>
                    <a:pt x="6117991" y="4450165"/>
                  </a:lnTo>
                  <a:lnTo>
                    <a:pt x="6170908" y="4412065"/>
                  </a:lnTo>
                  <a:lnTo>
                    <a:pt x="6201465" y="4462865"/>
                  </a:lnTo>
                  <a:lnTo>
                    <a:pt x="6148543" y="4500965"/>
                  </a:lnTo>
                  <a:close/>
                </a:path>
                <a:path w="6802755" h="7098030">
                  <a:moveTo>
                    <a:pt x="4943145" y="4500965"/>
                  </a:moveTo>
                  <a:lnTo>
                    <a:pt x="4919636" y="4450165"/>
                  </a:lnTo>
                  <a:lnTo>
                    <a:pt x="4960345" y="4424765"/>
                  </a:lnTo>
                  <a:lnTo>
                    <a:pt x="4983854" y="4475565"/>
                  </a:lnTo>
                  <a:lnTo>
                    <a:pt x="4943145" y="4500965"/>
                  </a:lnTo>
                  <a:close/>
                </a:path>
                <a:path w="6802755" h="7098030">
                  <a:moveTo>
                    <a:pt x="5814645" y="4513665"/>
                  </a:moveTo>
                  <a:lnTo>
                    <a:pt x="5785557" y="4462865"/>
                  </a:lnTo>
                  <a:lnTo>
                    <a:pt x="5835932" y="4437465"/>
                  </a:lnTo>
                  <a:lnTo>
                    <a:pt x="5865021" y="4488265"/>
                  </a:lnTo>
                  <a:lnTo>
                    <a:pt x="5814645" y="4513665"/>
                  </a:lnTo>
                  <a:close/>
                </a:path>
                <a:path w="6802755" h="7098030">
                  <a:moveTo>
                    <a:pt x="4609356" y="4513665"/>
                  </a:moveTo>
                  <a:lnTo>
                    <a:pt x="4587612" y="4475565"/>
                  </a:lnTo>
                  <a:lnTo>
                    <a:pt x="4625271" y="4450165"/>
                  </a:lnTo>
                  <a:lnTo>
                    <a:pt x="4647009" y="4488265"/>
                  </a:lnTo>
                  <a:lnTo>
                    <a:pt x="4609356" y="4513665"/>
                  </a:lnTo>
                  <a:close/>
                </a:path>
                <a:path w="6802755" h="7098030">
                  <a:moveTo>
                    <a:pt x="6686789" y="4539065"/>
                  </a:moveTo>
                  <a:lnTo>
                    <a:pt x="6653888" y="4475565"/>
                  </a:lnTo>
                  <a:lnTo>
                    <a:pt x="6710879" y="4450165"/>
                  </a:lnTo>
                  <a:lnTo>
                    <a:pt x="6743787" y="4500965"/>
                  </a:lnTo>
                  <a:lnTo>
                    <a:pt x="6686789" y="4539065"/>
                  </a:lnTo>
                  <a:close/>
                </a:path>
                <a:path w="6802755" h="7098030">
                  <a:moveTo>
                    <a:pt x="5480854" y="4539065"/>
                  </a:moveTo>
                  <a:lnTo>
                    <a:pt x="5453531" y="4488265"/>
                  </a:lnTo>
                  <a:lnTo>
                    <a:pt x="5500856" y="4462865"/>
                  </a:lnTo>
                  <a:lnTo>
                    <a:pt x="5528179" y="4513665"/>
                  </a:lnTo>
                  <a:lnTo>
                    <a:pt x="5480854" y="4539065"/>
                  </a:lnTo>
                  <a:close/>
                </a:path>
                <a:path w="6802755" h="7098030">
                  <a:moveTo>
                    <a:pt x="6352786" y="4551765"/>
                  </a:moveTo>
                  <a:lnTo>
                    <a:pt x="6321056" y="4500965"/>
                  </a:lnTo>
                  <a:lnTo>
                    <a:pt x="6376016" y="4462865"/>
                  </a:lnTo>
                  <a:lnTo>
                    <a:pt x="6407746" y="4526365"/>
                  </a:lnTo>
                  <a:lnTo>
                    <a:pt x="6352786" y="4551765"/>
                  </a:lnTo>
                  <a:close/>
                </a:path>
                <a:path w="6802755" h="7098030">
                  <a:moveTo>
                    <a:pt x="5147175" y="4551765"/>
                  </a:moveTo>
                  <a:lnTo>
                    <a:pt x="5121907" y="4513665"/>
                  </a:lnTo>
                  <a:lnTo>
                    <a:pt x="5165667" y="4488265"/>
                  </a:lnTo>
                  <a:lnTo>
                    <a:pt x="5190934" y="4526365"/>
                  </a:lnTo>
                  <a:lnTo>
                    <a:pt x="5147175" y="4551765"/>
                  </a:lnTo>
                  <a:close/>
                </a:path>
                <a:path w="6802755" h="7098030">
                  <a:moveTo>
                    <a:pt x="6018781" y="4577165"/>
                  </a:moveTo>
                  <a:lnTo>
                    <a:pt x="5988230" y="4526365"/>
                  </a:lnTo>
                  <a:lnTo>
                    <a:pt x="6041152" y="4488265"/>
                  </a:lnTo>
                  <a:lnTo>
                    <a:pt x="6071704" y="4539065"/>
                  </a:lnTo>
                  <a:lnTo>
                    <a:pt x="6018781" y="4577165"/>
                  </a:lnTo>
                  <a:close/>
                </a:path>
                <a:path w="6802755" h="7098030">
                  <a:moveTo>
                    <a:pt x="4813490" y="4564465"/>
                  </a:moveTo>
                  <a:lnTo>
                    <a:pt x="4790284" y="4526365"/>
                  </a:lnTo>
                  <a:lnTo>
                    <a:pt x="4830483" y="4500965"/>
                  </a:lnTo>
                  <a:lnTo>
                    <a:pt x="4853690" y="4551765"/>
                  </a:lnTo>
                  <a:lnTo>
                    <a:pt x="4813490" y="4564465"/>
                  </a:lnTo>
                  <a:close/>
                </a:path>
                <a:path w="6802755" h="7098030">
                  <a:moveTo>
                    <a:pt x="5684883" y="4589865"/>
                  </a:moveTo>
                  <a:lnTo>
                    <a:pt x="5655796" y="4539065"/>
                  </a:lnTo>
                  <a:lnTo>
                    <a:pt x="5706177" y="4513665"/>
                  </a:lnTo>
                  <a:lnTo>
                    <a:pt x="5735259" y="4564465"/>
                  </a:lnTo>
                  <a:lnTo>
                    <a:pt x="5684883" y="4589865"/>
                  </a:lnTo>
                  <a:close/>
                </a:path>
                <a:path w="6802755" h="7098030">
                  <a:moveTo>
                    <a:pt x="4479706" y="4589865"/>
                  </a:moveTo>
                  <a:lnTo>
                    <a:pt x="4458259" y="4551765"/>
                  </a:lnTo>
                  <a:lnTo>
                    <a:pt x="4495408" y="4526365"/>
                  </a:lnTo>
                  <a:lnTo>
                    <a:pt x="4516855" y="4564465"/>
                  </a:lnTo>
                  <a:lnTo>
                    <a:pt x="4479706" y="4589865"/>
                  </a:lnTo>
                  <a:close/>
                </a:path>
                <a:path w="6802755" h="7098030">
                  <a:moveTo>
                    <a:pt x="6556929" y="4615265"/>
                  </a:moveTo>
                  <a:lnTo>
                    <a:pt x="6523730" y="4551765"/>
                  </a:lnTo>
                  <a:lnTo>
                    <a:pt x="6581231" y="4526365"/>
                  </a:lnTo>
                  <a:lnTo>
                    <a:pt x="6614430" y="4577165"/>
                  </a:lnTo>
                  <a:lnTo>
                    <a:pt x="6556929" y="4615265"/>
                  </a:lnTo>
                  <a:close/>
                </a:path>
                <a:path w="6802755" h="7098030">
                  <a:moveTo>
                    <a:pt x="5351205" y="4615265"/>
                  </a:moveTo>
                  <a:lnTo>
                    <a:pt x="5324178" y="4564465"/>
                  </a:lnTo>
                  <a:lnTo>
                    <a:pt x="5370994" y="4539065"/>
                  </a:lnTo>
                  <a:lnTo>
                    <a:pt x="5398021" y="4577165"/>
                  </a:lnTo>
                  <a:lnTo>
                    <a:pt x="5351205" y="4615265"/>
                  </a:lnTo>
                  <a:close/>
                </a:path>
                <a:path w="6802755" h="7098030">
                  <a:moveTo>
                    <a:pt x="6222924" y="4627965"/>
                  </a:moveTo>
                  <a:lnTo>
                    <a:pt x="6190898" y="4577165"/>
                  </a:lnTo>
                  <a:lnTo>
                    <a:pt x="6246368" y="4539065"/>
                  </a:lnTo>
                  <a:lnTo>
                    <a:pt x="6278388" y="4602565"/>
                  </a:lnTo>
                  <a:lnTo>
                    <a:pt x="6222924" y="4627965"/>
                  </a:lnTo>
                  <a:close/>
                </a:path>
                <a:path w="6802755" h="7098030">
                  <a:moveTo>
                    <a:pt x="5017521" y="4627965"/>
                  </a:moveTo>
                  <a:lnTo>
                    <a:pt x="4992549" y="4589865"/>
                  </a:lnTo>
                  <a:lnTo>
                    <a:pt x="5035805" y="4564465"/>
                  </a:lnTo>
                  <a:lnTo>
                    <a:pt x="5060777" y="4602565"/>
                  </a:lnTo>
                  <a:lnTo>
                    <a:pt x="5017521" y="4627965"/>
                  </a:lnTo>
                  <a:close/>
                </a:path>
                <a:path w="6802755" h="7098030">
                  <a:moveTo>
                    <a:pt x="5889021" y="4653365"/>
                  </a:moveTo>
                  <a:lnTo>
                    <a:pt x="5858470" y="4602565"/>
                  </a:lnTo>
                  <a:lnTo>
                    <a:pt x="5911392" y="4564465"/>
                  </a:lnTo>
                  <a:lnTo>
                    <a:pt x="5941944" y="4615265"/>
                  </a:lnTo>
                  <a:lnTo>
                    <a:pt x="5889021" y="4653365"/>
                  </a:lnTo>
                  <a:close/>
                </a:path>
                <a:path w="6802755" h="7098030">
                  <a:moveTo>
                    <a:pt x="4683838" y="4640665"/>
                  </a:moveTo>
                  <a:lnTo>
                    <a:pt x="4660928" y="4602565"/>
                  </a:lnTo>
                  <a:lnTo>
                    <a:pt x="4700618" y="4577165"/>
                  </a:lnTo>
                  <a:lnTo>
                    <a:pt x="4723528" y="4615265"/>
                  </a:lnTo>
                  <a:lnTo>
                    <a:pt x="4683838" y="4640665"/>
                  </a:lnTo>
                  <a:close/>
                </a:path>
                <a:path w="6802755" h="7098030">
                  <a:moveTo>
                    <a:pt x="5555236" y="4666065"/>
                  </a:moveTo>
                  <a:lnTo>
                    <a:pt x="5526443" y="4615265"/>
                  </a:lnTo>
                  <a:lnTo>
                    <a:pt x="5576310" y="4589865"/>
                  </a:lnTo>
                  <a:lnTo>
                    <a:pt x="5605102" y="4640665"/>
                  </a:lnTo>
                  <a:lnTo>
                    <a:pt x="5555236" y="4666065"/>
                  </a:lnTo>
                  <a:close/>
                </a:path>
                <a:path w="6802755" h="7098030">
                  <a:moveTo>
                    <a:pt x="6764613" y="4653365"/>
                  </a:moveTo>
                  <a:lnTo>
                    <a:pt x="6739641" y="4615265"/>
                  </a:lnTo>
                  <a:lnTo>
                    <a:pt x="6782897" y="4589865"/>
                  </a:lnTo>
                  <a:lnTo>
                    <a:pt x="6802291" y="4615265"/>
                  </a:lnTo>
                  <a:lnTo>
                    <a:pt x="6802291" y="4640665"/>
                  </a:lnTo>
                  <a:lnTo>
                    <a:pt x="6764613" y="4653365"/>
                  </a:lnTo>
                  <a:close/>
                </a:path>
                <a:path w="6802755" h="7098030">
                  <a:moveTo>
                    <a:pt x="6427168" y="4691465"/>
                  </a:moveTo>
                  <a:lnTo>
                    <a:pt x="6393969" y="4627965"/>
                  </a:lnTo>
                  <a:lnTo>
                    <a:pt x="6451471" y="4602565"/>
                  </a:lnTo>
                  <a:lnTo>
                    <a:pt x="6484669" y="4653365"/>
                  </a:lnTo>
                  <a:lnTo>
                    <a:pt x="6427168" y="4691465"/>
                  </a:lnTo>
                  <a:close/>
                </a:path>
                <a:path w="6802755" h="7098030">
                  <a:moveTo>
                    <a:pt x="5221551" y="4678765"/>
                  </a:moveTo>
                  <a:lnTo>
                    <a:pt x="5194815" y="4640665"/>
                  </a:lnTo>
                  <a:lnTo>
                    <a:pt x="5241121" y="4615265"/>
                  </a:lnTo>
                  <a:lnTo>
                    <a:pt x="5267857" y="4653365"/>
                  </a:lnTo>
                  <a:lnTo>
                    <a:pt x="5221551" y="4678765"/>
                  </a:lnTo>
                  <a:close/>
                </a:path>
                <a:path w="6802755" h="7098030">
                  <a:moveTo>
                    <a:pt x="6093163" y="4704165"/>
                  </a:moveTo>
                  <a:lnTo>
                    <a:pt x="6061137" y="4653365"/>
                  </a:lnTo>
                  <a:lnTo>
                    <a:pt x="6116607" y="4615265"/>
                  </a:lnTo>
                  <a:lnTo>
                    <a:pt x="6148626" y="4678765"/>
                  </a:lnTo>
                  <a:lnTo>
                    <a:pt x="6093163" y="4704165"/>
                  </a:lnTo>
                  <a:close/>
                </a:path>
                <a:path w="6802755" h="7098030">
                  <a:moveTo>
                    <a:pt x="4887872" y="4704165"/>
                  </a:moveTo>
                  <a:lnTo>
                    <a:pt x="4863196" y="4653365"/>
                  </a:lnTo>
                  <a:lnTo>
                    <a:pt x="4905937" y="4627965"/>
                  </a:lnTo>
                  <a:lnTo>
                    <a:pt x="4930618" y="4678765"/>
                  </a:lnTo>
                  <a:lnTo>
                    <a:pt x="4887872" y="4704165"/>
                  </a:lnTo>
                  <a:close/>
                </a:path>
                <a:path w="6802755" h="7098030">
                  <a:moveTo>
                    <a:pt x="5759266" y="4729565"/>
                  </a:moveTo>
                  <a:lnTo>
                    <a:pt x="5728709" y="4666065"/>
                  </a:lnTo>
                  <a:lnTo>
                    <a:pt x="5781637" y="4640665"/>
                  </a:lnTo>
                  <a:lnTo>
                    <a:pt x="5812189" y="4691465"/>
                  </a:lnTo>
                  <a:lnTo>
                    <a:pt x="5759266" y="4729565"/>
                  </a:lnTo>
                  <a:close/>
                </a:path>
                <a:path w="6802755" h="7098030">
                  <a:moveTo>
                    <a:pt x="4554188" y="4716865"/>
                  </a:moveTo>
                  <a:lnTo>
                    <a:pt x="4531562" y="4678765"/>
                  </a:lnTo>
                  <a:lnTo>
                    <a:pt x="4570749" y="4653365"/>
                  </a:lnTo>
                  <a:lnTo>
                    <a:pt x="4593375" y="4691465"/>
                  </a:lnTo>
                  <a:lnTo>
                    <a:pt x="4554188" y="4716865"/>
                  </a:lnTo>
                  <a:close/>
                </a:path>
                <a:path w="6802755" h="7098030">
                  <a:moveTo>
                    <a:pt x="6631305" y="4742265"/>
                  </a:moveTo>
                  <a:lnTo>
                    <a:pt x="6596637" y="4678765"/>
                  </a:lnTo>
                  <a:lnTo>
                    <a:pt x="6656685" y="4653365"/>
                  </a:lnTo>
                  <a:lnTo>
                    <a:pt x="6691353" y="4704165"/>
                  </a:lnTo>
                  <a:lnTo>
                    <a:pt x="6631305" y="4742265"/>
                  </a:lnTo>
                  <a:close/>
                </a:path>
                <a:path w="6802755" h="7098030">
                  <a:moveTo>
                    <a:pt x="5425581" y="4742265"/>
                  </a:moveTo>
                  <a:lnTo>
                    <a:pt x="5397085" y="4691465"/>
                  </a:lnTo>
                  <a:lnTo>
                    <a:pt x="5446448" y="4666065"/>
                  </a:lnTo>
                  <a:lnTo>
                    <a:pt x="5474944" y="4716865"/>
                  </a:lnTo>
                  <a:lnTo>
                    <a:pt x="5425581" y="4742265"/>
                  </a:lnTo>
                  <a:close/>
                </a:path>
                <a:path w="6802755" h="7098030">
                  <a:moveTo>
                    <a:pt x="6297307" y="4767665"/>
                  </a:moveTo>
                  <a:lnTo>
                    <a:pt x="6263811" y="4704165"/>
                  </a:lnTo>
                  <a:lnTo>
                    <a:pt x="6321822" y="4666065"/>
                  </a:lnTo>
                  <a:lnTo>
                    <a:pt x="6355311" y="4729565"/>
                  </a:lnTo>
                  <a:lnTo>
                    <a:pt x="6297307" y="4767665"/>
                  </a:lnTo>
                  <a:close/>
                </a:path>
                <a:path w="6802755" h="7098030">
                  <a:moveTo>
                    <a:pt x="5091903" y="4754965"/>
                  </a:moveTo>
                  <a:lnTo>
                    <a:pt x="5065462" y="4716865"/>
                  </a:lnTo>
                  <a:lnTo>
                    <a:pt x="5111260" y="4691465"/>
                  </a:lnTo>
                  <a:lnTo>
                    <a:pt x="5137700" y="4729565"/>
                  </a:lnTo>
                  <a:lnTo>
                    <a:pt x="5091903" y="4754965"/>
                  </a:lnTo>
                  <a:close/>
                </a:path>
                <a:path w="6802755" h="7098030">
                  <a:moveTo>
                    <a:pt x="5963403" y="4780365"/>
                  </a:moveTo>
                  <a:lnTo>
                    <a:pt x="5931383" y="4729565"/>
                  </a:lnTo>
                  <a:lnTo>
                    <a:pt x="5986847" y="4691465"/>
                  </a:lnTo>
                  <a:lnTo>
                    <a:pt x="6018866" y="4754965"/>
                  </a:lnTo>
                  <a:lnTo>
                    <a:pt x="5963403" y="4780365"/>
                  </a:lnTo>
                  <a:close/>
                </a:path>
                <a:path w="6802755" h="7098030">
                  <a:moveTo>
                    <a:pt x="4758332" y="4780365"/>
                  </a:moveTo>
                  <a:lnTo>
                    <a:pt x="4734237" y="4729565"/>
                  </a:lnTo>
                  <a:lnTo>
                    <a:pt x="4775965" y="4704165"/>
                  </a:lnTo>
                  <a:lnTo>
                    <a:pt x="4800060" y="4754965"/>
                  </a:lnTo>
                  <a:lnTo>
                    <a:pt x="4758332" y="4780365"/>
                  </a:lnTo>
                  <a:close/>
                </a:path>
                <a:path w="6802755" h="7098030">
                  <a:moveTo>
                    <a:pt x="5629617" y="4793065"/>
                  </a:moveTo>
                  <a:lnTo>
                    <a:pt x="5599357" y="4742265"/>
                  </a:lnTo>
                  <a:lnTo>
                    <a:pt x="5651770" y="4716865"/>
                  </a:lnTo>
                  <a:lnTo>
                    <a:pt x="5682031" y="4767665"/>
                  </a:lnTo>
                  <a:lnTo>
                    <a:pt x="5629617" y="4793065"/>
                  </a:lnTo>
                  <a:close/>
                </a:path>
                <a:path w="6802755" h="7098030">
                  <a:moveTo>
                    <a:pt x="6501437" y="4818465"/>
                  </a:moveTo>
                  <a:lnTo>
                    <a:pt x="6466473" y="4754965"/>
                  </a:lnTo>
                  <a:lnTo>
                    <a:pt x="6527036" y="4729565"/>
                  </a:lnTo>
                  <a:lnTo>
                    <a:pt x="6561994" y="4780365"/>
                  </a:lnTo>
                  <a:lnTo>
                    <a:pt x="6501437" y="4818465"/>
                  </a:lnTo>
                  <a:close/>
                </a:path>
                <a:path w="6802755" h="7098030">
                  <a:moveTo>
                    <a:pt x="5295933" y="4818465"/>
                  </a:moveTo>
                  <a:lnTo>
                    <a:pt x="5267727" y="4767665"/>
                  </a:lnTo>
                  <a:lnTo>
                    <a:pt x="5316574" y="4742265"/>
                  </a:lnTo>
                  <a:lnTo>
                    <a:pt x="5344780" y="4793065"/>
                  </a:lnTo>
                  <a:lnTo>
                    <a:pt x="5295933" y="4818465"/>
                  </a:lnTo>
                  <a:close/>
                </a:path>
                <a:path w="6802755" h="7098030">
                  <a:moveTo>
                    <a:pt x="6167545" y="4843865"/>
                  </a:moveTo>
                  <a:lnTo>
                    <a:pt x="6134050" y="4780365"/>
                  </a:lnTo>
                  <a:lnTo>
                    <a:pt x="6192061" y="4742265"/>
                  </a:lnTo>
                  <a:lnTo>
                    <a:pt x="6225556" y="4805765"/>
                  </a:lnTo>
                  <a:lnTo>
                    <a:pt x="6167545" y="4843865"/>
                  </a:lnTo>
                  <a:close/>
                </a:path>
                <a:path w="6802755" h="7098030">
                  <a:moveTo>
                    <a:pt x="4962253" y="4831165"/>
                  </a:moveTo>
                  <a:lnTo>
                    <a:pt x="4936103" y="4793065"/>
                  </a:lnTo>
                  <a:lnTo>
                    <a:pt x="4981396" y="4767665"/>
                  </a:lnTo>
                  <a:lnTo>
                    <a:pt x="5007541" y="4805765"/>
                  </a:lnTo>
                  <a:lnTo>
                    <a:pt x="4962253" y="4831165"/>
                  </a:lnTo>
                  <a:close/>
                </a:path>
                <a:path w="6802755" h="7098030">
                  <a:moveTo>
                    <a:pt x="5833642" y="4856565"/>
                  </a:moveTo>
                  <a:lnTo>
                    <a:pt x="5801622" y="4805765"/>
                  </a:lnTo>
                  <a:lnTo>
                    <a:pt x="5857092" y="4767665"/>
                  </a:lnTo>
                  <a:lnTo>
                    <a:pt x="5889111" y="4818465"/>
                  </a:lnTo>
                  <a:lnTo>
                    <a:pt x="5833642" y="4856565"/>
                  </a:lnTo>
                  <a:close/>
                </a:path>
                <a:path w="6802755" h="7098030">
                  <a:moveTo>
                    <a:pt x="4628677" y="4843865"/>
                  </a:moveTo>
                  <a:lnTo>
                    <a:pt x="4604884" y="4805765"/>
                  </a:lnTo>
                  <a:lnTo>
                    <a:pt x="4646096" y="4780365"/>
                  </a:lnTo>
                  <a:lnTo>
                    <a:pt x="4669895" y="4831165"/>
                  </a:lnTo>
                  <a:lnTo>
                    <a:pt x="4628677" y="4843865"/>
                  </a:lnTo>
                  <a:close/>
                </a:path>
                <a:path w="6802755" h="7098030">
                  <a:moveTo>
                    <a:pt x="6705794" y="4881965"/>
                  </a:moveTo>
                  <a:lnTo>
                    <a:pt x="6669947" y="4818465"/>
                  </a:lnTo>
                  <a:lnTo>
                    <a:pt x="6732033" y="4780365"/>
                  </a:lnTo>
                  <a:lnTo>
                    <a:pt x="6767873" y="4843865"/>
                  </a:lnTo>
                  <a:lnTo>
                    <a:pt x="6705794" y="4881965"/>
                  </a:lnTo>
                  <a:close/>
                </a:path>
                <a:path w="6802755" h="7098030">
                  <a:moveTo>
                    <a:pt x="5499963" y="4869265"/>
                  </a:moveTo>
                  <a:lnTo>
                    <a:pt x="5469993" y="4818465"/>
                  </a:lnTo>
                  <a:lnTo>
                    <a:pt x="5521902" y="4793065"/>
                  </a:lnTo>
                  <a:lnTo>
                    <a:pt x="5551867" y="4843865"/>
                  </a:lnTo>
                  <a:lnTo>
                    <a:pt x="5499963" y="4869265"/>
                  </a:lnTo>
                  <a:close/>
                </a:path>
                <a:path w="6802755" h="7098030">
                  <a:moveTo>
                    <a:pt x="6371682" y="4894665"/>
                  </a:moveTo>
                  <a:lnTo>
                    <a:pt x="6336718" y="4831165"/>
                  </a:lnTo>
                  <a:lnTo>
                    <a:pt x="6397276" y="4793065"/>
                  </a:lnTo>
                  <a:lnTo>
                    <a:pt x="6432233" y="4856565"/>
                  </a:lnTo>
                  <a:lnTo>
                    <a:pt x="6371682" y="4894665"/>
                  </a:lnTo>
                  <a:close/>
                </a:path>
                <a:path w="6802755" h="7098030">
                  <a:moveTo>
                    <a:pt x="5166284" y="4894665"/>
                  </a:moveTo>
                  <a:lnTo>
                    <a:pt x="5138375" y="4843865"/>
                  </a:lnTo>
                  <a:lnTo>
                    <a:pt x="5186713" y="4818465"/>
                  </a:lnTo>
                  <a:lnTo>
                    <a:pt x="5214623" y="4856565"/>
                  </a:lnTo>
                  <a:lnTo>
                    <a:pt x="5166284" y="4894665"/>
                  </a:lnTo>
                  <a:close/>
                </a:path>
                <a:path w="6802755" h="7098030">
                  <a:moveTo>
                    <a:pt x="6037785" y="4907365"/>
                  </a:moveTo>
                  <a:lnTo>
                    <a:pt x="6004290" y="4856565"/>
                  </a:lnTo>
                  <a:lnTo>
                    <a:pt x="6062301" y="4818465"/>
                  </a:lnTo>
                  <a:lnTo>
                    <a:pt x="6095796" y="4881965"/>
                  </a:lnTo>
                  <a:lnTo>
                    <a:pt x="6037785" y="4907365"/>
                  </a:lnTo>
                  <a:close/>
                </a:path>
                <a:path w="6802755" h="7098030">
                  <a:moveTo>
                    <a:pt x="4832708" y="4907365"/>
                  </a:moveTo>
                  <a:lnTo>
                    <a:pt x="4807150" y="4869265"/>
                  </a:lnTo>
                  <a:lnTo>
                    <a:pt x="4851419" y="4831165"/>
                  </a:lnTo>
                  <a:lnTo>
                    <a:pt x="4876977" y="4881965"/>
                  </a:lnTo>
                  <a:lnTo>
                    <a:pt x="4832708" y="4907365"/>
                  </a:lnTo>
                  <a:close/>
                </a:path>
                <a:path w="6802755" h="7098030">
                  <a:moveTo>
                    <a:pt x="5703993" y="4932765"/>
                  </a:moveTo>
                  <a:lnTo>
                    <a:pt x="5672263" y="4869265"/>
                  </a:lnTo>
                  <a:lnTo>
                    <a:pt x="5727218" y="4843865"/>
                  </a:lnTo>
                  <a:lnTo>
                    <a:pt x="5758948" y="4894665"/>
                  </a:lnTo>
                  <a:lnTo>
                    <a:pt x="5703993" y="4932765"/>
                  </a:lnTo>
                  <a:close/>
                </a:path>
                <a:path w="6802755" h="7098030">
                  <a:moveTo>
                    <a:pt x="6575712" y="4958165"/>
                  </a:moveTo>
                  <a:lnTo>
                    <a:pt x="6538989" y="4881965"/>
                  </a:lnTo>
                  <a:lnTo>
                    <a:pt x="6602591" y="4856565"/>
                  </a:lnTo>
                  <a:lnTo>
                    <a:pt x="6639320" y="4920065"/>
                  </a:lnTo>
                  <a:lnTo>
                    <a:pt x="6575712" y="4958165"/>
                  </a:lnTo>
                  <a:close/>
                </a:path>
                <a:path w="6802755" h="7098030">
                  <a:moveTo>
                    <a:pt x="5370309" y="4945465"/>
                  </a:moveTo>
                  <a:lnTo>
                    <a:pt x="5340640" y="4894665"/>
                  </a:lnTo>
                  <a:lnTo>
                    <a:pt x="5392034" y="4869265"/>
                  </a:lnTo>
                  <a:lnTo>
                    <a:pt x="5421703" y="4920065"/>
                  </a:lnTo>
                  <a:lnTo>
                    <a:pt x="5370309" y="4945465"/>
                  </a:lnTo>
                  <a:close/>
                </a:path>
                <a:path w="6802755" h="7098030">
                  <a:moveTo>
                    <a:pt x="6241814" y="4970865"/>
                  </a:moveTo>
                  <a:lnTo>
                    <a:pt x="6206560" y="4907365"/>
                  </a:lnTo>
                  <a:lnTo>
                    <a:pt x="6267627" y="4869265"/>
                  </a:lnTo>
                  <a:lnTo>
                    <a:pt x="6302880" y="4932765"/>
                  </a:lnTo>
                  <a:lnTo>
                    <a:pt x="6241814" y="4970865"/>
                  </a:lnTo>
                  <a:close/>
                </a:path>
                <a:path w="6802755" h="7098030">
                  <a:moveTo>
                    <a:pt x="5036630" y="4970865"/>
                  </a:moveTo>
                  <a:lnTo>
                    <a:pt x="5009016" y="4920065"/>
                  </a:lnTo>
                  <a:lnTo>
                    <a:pt x="5056845" y="4894665"/>
                  </a:lnTo>
                  <a:lnTo>
                    <a:pt x="5084464" y="4932765"/>
                  </a:lnTo>
                  <a:lnTo>
                    <a:pt x="5036630" y="4970865"/>
                  </a:lnTo>
                  <a:close/>
                </a:path>
                <a:path w="6802755" h="7098030">
                  <a:moveTo>
                    <a:pt x="5908024" y="4983565"/>
                  </a:moveTo>
                  <a:lnTo>
                    <a:pt x="5874535" y="4932765"/>
                  </a:lnTo>
                  <a:lnTo>
                    <a:pt x="5932545" y="4894665"/>
                  </a:lnTo>
                  <a:lnTo>
                    <a:pt x="5966040" y="4958165"/>
                  </a:lnTo>
                  <a:lnTo>
                    <a:pt x="5908024" y="4983565"/>
                  </a:lnTo>
                  <a:close/>
                </a:path>
                <a:path w="6802755" h="7098030">
                  <a:moveTo>
                    <a:pt x="4703058" y="4983565"/>
                  </a:moveTo>
                  <a:lnTo>
                    <a:pt x="4677791" y="4932765"/>
                  </a:lnTo>
                  <a:lnTo>
                    <a:pt x="4721550" y="4907365"/>
                  </a:lnTo>
                  <a:lnTo>
                    <a:pt x="4746818" y="4958165"/>
                  </a:lnTo>
                  <a:lnTo>
                    <a:pt x="4703058" y="4983565"/>
                  </a:lnTo>
                  <a:close/>
                </a:path>
                <a:path w="6802755" h="7098030">
                  <a:moveTo>
                    <a:pt x="5574345" y="5008965"/>
                  </a:moveTo>
                  <a:lnTo>
                    <a:pt x="5542905" y="4945465"/>
                  </a:lnTo>
                  <a:lnTo>
                    <a:pt x="5597356" y="4920065"/>
                  </a:lnTo>
                  <a:lnTo>
                    <a:pt x="5628795" y="4970865"/>
                  </a:lnTo>
                  <a:lnTo>
                    <a:pt x="5574345" y="5008965"/>
                  </a:lnTo>
                  <a:close/>
                </a:path>
                <a:path w="6802755" h="7098030">
                  <a:moveTo>
                    <a:pt x="6445951" y="5021665"/>
                  </a:moveTo>
                  <a:lnTo>
                    <a:pt x="6409228" y="4958165"/>
                  </a:lnTo>
                  <a:lnTo>
                    <a:pt x="6472830" y="4932765"/>
                  </a:lnTo>
                  <a:lnTo>
                    <a:pt x="6509559" y="4996265"/>
                  </a:lnTo>
                  <a:lnTo>
                    <a:pt x="6445951" y="5021665"/>
                  </a:lnTo>
                  <a:close/>
                </a:path>
                <a:path w="6802755" h="7098030">
                  <a:moveTo>
                    <a:pt x="6785873" y="4983565"/>
                  </a:moveTo>
                  <a:lnTo>
                    <a:pt x="6764129" y="4945465"/>
                  </a:lnTo>
                  <a:lnTo>
                    <a:pt x="6801788" y="4932765"/>
                  </a:lnTo>
                  <a:lnTo>
                    <a:pt x="6802291" y="4932765"/>
                  </a:lnTo>
                  <a:lnTo>
                    <a:pt x="6802291" y="4970865"/>
                  </a:lnTo>
                  <a:lnTo>
                    <a:pt x="6785873" y="4983565"/>
                  </a:lnTo>
                  <a:close/>
                </a:path>
                <a:path w="6802755" h="7098030">
                  <a:moveTo>
                    <a:pt x="5240660" y="5021665"/>
                  </a:moveTo>
                  <a:lnTo>
                    <a:pt x="5211282" y="4970865"/>
                  </a:lnTo>
                  <a:lnTo>
                    <a:pt x="5262167" y="4945465"/>
                  </a:lnTo>
                  <a:lnTo>
                    <a:pt x="5291545" y="4996265"/>
                  </a:lnTo>
                  <a:lnTo>
                    <a:pt x="5240660" y="5021665"/>
                  </a:lnTo>
                  <a:close/>
                </a:path>
                <a:path w="6802755" h="7098030">
                  <a:moveTo>
                    <a:pt x="6112060" y="5047065"/>
                  </a:moveTo>
                  <a:lnTo>
                    <a:pt x="6076806" y="4983565"/>
                  </a:lnTo>
                  <a:lnTo>
                    <a:pt x="6137867" y="4945465"/>
                  </a:lnTo>
                  <a:lnTo>
                    <a:pt x="6173121" y="5008965"/>
                  </a:lnTo>
                  <a:lnTo>
                    <a:pt x="6112060" y="5047065"/>
                  </a:lnTo>
                  <a:close/>
                </a:path>
                <a:path w="6802755" h="7098030">
                  <a:moveTo>
                    <a:pt x="4906977" y="5034365"/>
                  </a:moveTo>
                  <a:lnTo>
                    <a:pt x="4879654" y="4996265"/>
                  </a:lnTo>
                  <a:lnTo>
                    <a:pt x="4926980" y="4970865"/>
                  </a:lnTo>
                  <a:lnTo>
                    <a:pt x="4954302" y="5008965"/>
                  </a:lnTo>
                  <a:lnTo>
                    <a:pt x="4906977" y="5034365"/>
                  </a:lnTo>
                  <a:close/>
                </a:path>
                <a:path w="6802755" h="7098030">
                  <a:moveTo>
                    <a:pt x="5778369" y="5059765"/>
                  </a:moveTo>
                  <a:lnTo>
                    <a:pt x="5745171" y="5008965"/>
                  </a:lnTo>
                  <a:lnTo>
                    <a:pt x="5802678" y="4970865"/>
                  </a:lnTo>
                  <a:lnTo>
                    <a:pt x="5835876" y="5034365"/>
                  </a:lnTo>
                  <a:lnTo>
                    <a:pt x="5778369" y="5059765"/>
                  </a:lnTo>
                  <a:close/>
                </a:path>
                <a:path w="6802755" h="7098030">
                  <a:moveTo>
                    <a:pt x="6649982" y="5085165"/>
                  </a:moveTo>
                  <a:lnTo>
                    <a:pt x="6611493" y="5021665"/>
                  </a:lnTo>
                  <a:lnTo>
                    <a:pt x="6678157" y="4983565"/>
                  </a:lnTo>
                  <a:lnTo>
                    <a:pt x="6716645" y="5047065"/>
                  </a:lnTo>
                  <a:lnTo>
                    <a:pt x="6649982" y="5085165"/>
                  </a:lnTo>
                  <a:close/>
                </a:path>
                <a:path w="6802755" h="7098030">
                  <a:moveTo>
                    <a:pt x="5444691" y="5085165"/>
                  </a:moveTo>
                  <a:lnTo>
                    <a:pt x="5413553" y="5021665"/>
                  </a:lnTo>
                  <a:lnTo>
                    <a:pt x="5467488" y="4996265"/>
                  </a:lnTo>
                  <a:lnTo>
                    <a:pt x="5498626" y="5047065"/>
                  </a:lnTo>
                  <a:lnTo>
                    <a:pt x="5444691" y="5085165"/>
                  </a:lnTo>
                  <a:close/>
                </a:path>
                <a:path w="6802755" h="7098030">
                  <a:moveTo>
                    <a:pt x="6316083" y="5097865"/>
                  </a:moveTo>
                  <a:lnTo>
                    <a:pt x="6279070" y="5034365"/>
                  </a:lnTo>
                  <a:lnTo>
                    <a:pt x="6343181" y="4996265"/>
                  </a:lnTo>
                  <a:lnTo>
                    <a:pt x="6380200" y="5059765"/>
                  </a:lnTo>
                  <a:lnTo>
                    <a:pt x="6316083" y="5097865"/>
                  </a:lnTo>
                  <a:close/>
                </a:path>
                <a:path w="6802755" h="7098030">
                  <a:moveTo>
                    <a:pt x="5111011" y="5097865"/>
                  </a:moveTo>
                  <a:lnTo>
                    <a:pt x="5081923" y="5047065"/>
                  </a:lnTo>
                  <a:lnTo>
                    <a:pt x="5132304" y="5021665"/>
                  </a:lnTo>
                  <a:lnTo>
                    <a:pt x="5161386" y="5072465"/>
                  </a:lnTo>
                  <a:lnTo>
                    <a:pt x="5111011" y="5097865"/>
                  </a:lnTo>
                  <a:close/>
                </a:path>
                <a:path w="6802755" h="7098030">
                  <a:moveTo>
                    <a:pt x="5982400" y="5123265"/>
                  </a:moveTo>
                  <a:lnTo>
                    <a:pt x="5947442" y="5059765"/>
                  </a:lnTo>
                  <a:lnTo>
                    <a:pt x="6007999" y="5021665"/>
                  </a:lnTo>
                  <a:lnTo>
                    <a:pt x="6042963" y="5085165"/>
                  </a:lnTo>
                  <a:lnTo>
                    <a:pt x="5982400" y="5123265"/>
                  </a:lnTo>
                  <a:close/>
                </a:path>
                <a:path w="6802755" h="7098030">
                  <a:moveTo>
                    <a:pt x="4777434" y="5110565"/>
                  </a:moveTo>
                  <a:lnTo>
                    <a:pt x="4750698" y="5072465"/>
                  </a:lnTo>
                  <a:lnTo>
                    <a:pt x="4797004" y="5034365"/>
                  </a:lnTo>
                  <a:lnTo>
                    <a:pt x="4823741" y="5085165"/>
                  </a:lnTo>
                  <a:lnTo>
                    <a:pt x="4777434" y="5110565"/>
                  </a:lnTo>
                  <a:close/>
                </a:path>
                <a:path w="6802755" h="7098030">
                  <a:moveTo>
                    <a:pt x="5648720" y="5135965"/>
                  </a:moveTo>
                  <a:lnTo>
                    <a:pt x="5615818" y="5085165"/>
                  </a:lnTo>
                  <a:lnTo>
                    <a:pt x="5672810" y="5047065"/>
                  </a:lnTo>
                  <a:lnTo>
                    <a:pt x="5705718" y="5097865"/>
                  </a:lnTo>
                  <a:lnTo>
                    <a:pt x="5648720" y="5135965"/>
                  </a:lnTo>
                  <a:close/>
                </a:path>
                <a:path w="6802755" h="7098030">
                  <a:moveTo>
                    <a:pt x="6520221" y="5161365"/>
                  </a:moveTo>
                  <a:lnTo>
                    <a:pt x="6481738" y="5097865"/>
                  </a:lnTo>
                  <a:lnTo>
                    <a:pt x="6548396" y="5059765"/>
                  </a:lnTo>
                  <a:lnTo>
                    <a:pt x="6586885" y="5123265"/>
                  </a:lnTo>
                  <a:lnTo>
                    <a:pt x="6520221" y="5161365"/>
                  </a:lnTo>
                  <a:close/>
                </a:path>
                <a:path w="6802755" h="7098030">
                  <a:moveTo>
                    <a:pt x="5315042" y="5148665"/>
                  </a:moveTo>
                  <a:lnTo>
                    <a:pt x="5284195" y="5097865"/>
                  </a:lnTo>
                  <a:lnTo>
                    <a:pt x="5337621" y="5072465"/>
                  </a:lnTo>
                  <a:lnTo>
                    <a:pt x="5368474" y="5123265"/>
                  </a:lnTo>
                  <a:lnTo>
                    <a:pt x="5315042" y="5148665"/>
                  </a:lnTo>
                  <a:close/>
                </a:path>
                <a:path w="6802755" h="7098030">
                  <a:moveTo>
                    <a:pt x="6186329" y="5174065"/>
                  </a:moveTo>
                  <a:lnTo>
                    <a:pt x="6149310" y="5110565"/>
                  </a:lnTo>
                  <a:lnTo>
                    <a:pt x="6213427" y="5072465"/>
                  </a:lnTo>
                  <a:lnTo>
                    <a:pt x="6250446" y="5135965"/>
                  </a:lnTo>
                  <a:lnTo>
                    <a:pt x="6186329" y="5174065"/>
                  </a:lnTo>
                  <a:close/>
                </a:path>
                <a:path w="6802755" h="7098030">
                  <a:moveTo>
                    <a:pt x="4981359" y="5174065"/>
                  </a:moveTo>
                  <a:lnTo>
                    <a:pt x="4952567" y="5123265"/>
                  </a:lnTo>
                  <a:lnTo>
                    <a:pt x="5002433" y="5097865"/>
                  </a:lnTo>
                  <a:lnTo>
                    <a:pt x="5031225" y="5148665"/>
                  </a:lnTo>
                  <a:lnTo>
                    <a:pt x="4981359" y="5174065"/>
                  </a:lnTo>
                  <a:close/>
                </a:path>
                <a:path w="6802755" h="7098030">
                  <a:moveTo>
                    <a:pt x="5852645" y="5199465"/>
                  </a:moveTo>
                  <a:lnTo>
                    <a:pt x="5817687" y="5135965"/>
                  </a:lnTo>
                  <a:lnTo>
                    <a:pt x="5878239" y="5097865"/>
                  </a:lnTo>
                  <a:lnTo>
                    <a:pt x="5913203" y="5161365"/>
                  </a:lnTo>
                  <a:lnTo>
                    <a:pt x="5852645" y="5199465"/>
                  </a:lnTo>
                  <a:close/>
                </a:path>
                <a:path w="6802755" h="7098030">
                  <a:moveTo>
                    <a:pt x="6725548" y="5212165"/>
                  </a:moveTo>
                  <a:lnTo>
                    <a:pt x="6688825" y="5148665"/>
                  </a:lnTo>
                  <a:lnTo>
                    <a:pt x="6752427" y="5110565"/>
                  </a:lnTo>
                  <a:lnTo>
                    <a:pt x="6789150" y="5174065"/>
                  </a:lnTo>
                  <a:lnTo>
                    <a:pt x="6725548" y="5212165"/>
                  </a:lnTo>
                  <a:close/>
                </a:path>
                <a:path w="6802755" h="7098030">
                  <a:moveTo>
                    <a:pt x="5519072" y="5212165"/>
                  </a:moveTo>
                  <a:lnTo>
                    <a:pt x="5486460" y="5148665"/>
                  </a:lnTo>
                  <a:lnTo>
                    <a:pt x="5542943" y="5123265"/>
                  </a:lnTo>
                  <a:lnTo>
                    <a:pt x="5575555" y="5174065"/>
                  </a:lnTo>
                  <a:lnTo>
                    <a:pt x="5519072" y="5212165"/>
                  </a:lnTo>
                  <a:close/>
                </a:path>
                <a:path w="6802755" h="7098030">
                  <a:moveTo>
                    <a:pt x="6390358" y="5237565"/>
                  </a:moveTo>
                  <a:lnTo>
                    <a:pt x="6351574" y="5161365"/>
                  </a:lnTo>
                  <a:lnTo>
                    <a:pt x="6418747" y="5123265"/>
                  </a:lnTo>
                  <a:lnTo>
                    <a:pt x="6457525" y="5199465"/>
                  </a:lnTo>
                  <a:lnTo>
                    <a:pt x="6390358" y="5237565"/>
                  </a:lnTo>
                  <a:close/>
                </a:path>
                <a:path w="6802755" h="7098030">
                  <a:moveTo>
                    <a:pt x="5185393" y="5224865"/>
                  </a:moveTo>
                  <a:lnTo>
                    <a:pt x="5154836" y="5174065"/>
                  </a:lnTo>
                  <a:lnTo>
                    <a:pt x="5207759" y="5148665"/>
                  </a:lnTo>
                  <a:lnTo>
                    <a:pt x="5238310" y="5199465"/>
                  </a:lnTo>
                  <a:lnTo>
                    <a:pt x="5185393" y="5224865"/>
                  </a:lnTo>
                  <a:close/>
                </a:path>
                <a:path w="6802755" h="7098030">
                  <a:moveTo>
                    <a:pt x="6056681" y="5250265"/>
                  </a:moveTo>
                  <a:lnTo>
                    <a:pt x="6019952" y="5186765"/>
                  </a:lnTo>
                  <a:lnTo>
                    <a:pt x="6083560" y="5148665"/>
                  </a:lnTo>
                  <a:lnTo>
                    <a:pt x="6120283" y="5212165"/>
                  </a:lnTo>
                  <a:lnTo>
                    <a:pt x="6056681" y="5250265"/>
                  </a:lnTo>
                  <a:close/>
                </a:path>
                <a:path w="6802755" h="7098030">
                  <a:moveTo>
                    <a:pt x="4851816" y="5250265"/>
                  </a:moveTo>
                  <a:lnTo>
                    <a:pt x="4823611" y="5199465"/>
                  </a:lnTo>
                  <a:lnTo>
                    <a:pt x="4872458" y="5174065"/>
                  </a:lnTo>
                  <a:lnTo>
                    <a:pt x="4900664" y="5212165"/>
                  </a:lnTo>
                  <a:lnTo>
                    <a:pt x="4851816" y="5250265"/>
                  </a:lnTo>
                  <a:close/>
                </a:path>
                <a:path w="6802755" h="7098030">
                  <a:moveTo>
                    <a:pt x="5722990" y="5262965"/>
                  </a:moveTo>
                  <a:lnTo>
                    <a:pt x="5688322" y="5212165"/>
                  </a:lnTo>
                  <a:lnTo>
                    <a:pt x="5748370" y="5174065"/>
                  </a:lnTo>
                  <a:lnTo>
                    <a:pt x="5783038" y="5237565"/>
                  </a:lnTo>
                  <a:lnTo>
                    <a:pt x="5722990" y="5262965"/>
                  </a:lnTo>
                  <a:close/>
                </a:path>
                <a:path w="6802755" h="7098030">
                  <a:moveTo>
                    <a:pt x="6594602" y="5288365"/>
                  </a:moveTo>
                  <a:lnTo>
                    <a:pt x="6554645" y="5224865"/>
                  </a:lnTo>
                  <a:lnTo>
                    <a:pt x="6623850" y="5186765"/>
                  </a:lnTo>
                  <a:lnTo>
                    <a:pt x="6663807" y="5250265"/>
                  </a:lnTo>
                  <a:lnTo>
                    <a:pt x="6594602" y="5288365"/>
                  </a:lnTo>
                  <a:close/>
                </a:path>
                <a:path w="6802755" h="7098030">
                  <a:moveTo>
                    <a:pt x="5389418" y="5288365"/>
                  </a:moveTo>
                  <a:lnTo>
                    <a:pt x="5357102" y="5224865"/>
                  </a:lnTo>
                  <a:lnTo>
                    <a:pt x="5413075" y="5199465"/>
                  </a:lnTo>
                  <a:lnTo>
                    <a:pt x="5445391" y="5250265"/>
                  </a:lnTo>
                  <a:lnTo>
                    <a:pt x="5389418" y="5288365"/>
                  </a:lnTo>
                  <a:close/>
                </a:path>
                <a:path w="6802755" h="7098030">
                  <a:moveTo>
                    <a:pt x="6260598" y="5313765"/>
                  </a:moveTo>
                  <a:lnTo>
                    <a:pt x="6221814" y="5237565"/>
                  </a:lnTo>
                  <a:lnTo>
                    <a:pt x="6288987" y="5199465"/>
                  </a:lnTo>
                  <a:lnTo>
                    <a:pt x="6327772" y="5275665"/>
                  </a:lnTo>
                  <a:lnTo>
                    <a:pt x="6260598" y="5313765"/>
                  </a:lnTo>
                  <a:close/>
                </a:path>
                <a:path w="6802755" h="7098030">
                  <a:moveTo>
                    <a:pt x="5055847" y="5301065"/>
                  </a:moveTo>
                  <a:lnTo>
                    <a:pt x="5025877" y="5250265"/>
                  </a:lnTo>
                  <a:lnTo>
                    <a:pt x="5077786" y="5224865"/>
                  </a:lnTo>
                  <a:lnTo>
                    <a:pt x="5107751" y="5275665"/>
                  </a:lnTo>
                  <a:lnTo>
                    <a:pt x="5055847" y="5301065"/>
                  </a:lnTo>
                  <a:close/>
                </a:path>
                <a:path w="6802755" h="7098030">
                  <a:moveTo>
                    <a:pt x="5926920" y="5326465"/>
                  </a:moveTo>
                  <a:lnTo>
                    <a:pt x="5890191" y="5262965"/>
                  </a:lnTo>
                  <a:lnTo>
                    <a:pt x="5953799" y="5224865"/>
                  </a:lnTo>
                  <a:lnTo>
                    <a:pt x="5990522" y="5288365"/>
                  </a:lnTo>
                  <a:lnTo>
                    <a:pt x="5926920" y="5326465"/>
                  </a:lnTo>
                  <a:close/>
                </a:path>
                <a:path w="6802755" h="7098030">
                  <a:moveTo>
                    <a:pt x="5593454" y="5339165"/>
                  </a:moveTo>
                  <a:lnTo>
                    <a:pt x="5559373" y="5288365"/>
                  </a:lnTo>
                  <a:lnTo>
                    <a:pt x="5618396" y="5250265"/>
                  </a:lnTo>
                  <a:lnTo>
                    <a:pt x="5652478" y="5313765"/>
                  </a:lnTo>
                  <a:lnTo>
                    <a:pt x="5593454" y="5339165"/>
                  </a:lnTo>
                  <a:close/>
                </a:path>
                <a:path w="6802755" h="7098030">
                  <a:moveTo>
                    <a:pt x="6464847" y="5364565"/>
                  </a:moveTo>
                  <a:lnTo>
                    <a:pt x="6424890" y="5301065"/>
                  </a:lnTo>
                  <a:lnTo>
                    <a:pt x="6494089" y="5250265"/>
                  </a:lnTo>
                  <a:lnTo>
                    <a:pt x="6534046" y="5326465"/>
                  </a:lnTo>
                  <a:lnTo>
                    <a:pt x="6464847" y="5364565"/>
                  </a:lnTo>
                  <a:close/>
                </a:path>
                <a:path w="6802755" h="7098030">
                  <a:moveTo>
                    <a:pt x="5259769" y="5364565"/>
                  </a:moveTo>
                  <a:lnTo>
                    <a:pt x="5227749" y="5301065"/>
                  </a:lnTo>
                  <a:lnTo>
                    <a:pt x="5283213" y="5275665"/>
                  </a:lnTo>
                  <a:lnTo>
                    <a:pt x="5315239" y="5326465"/>
                  </a:lnTo>
                  <a:lnTo>
                    <a:pt x="5259769" y="5364565"/>
                  </a:lnTo>
                  <a:close/>
                </a:path>
                <a:path w="6802755" h="7098030">
                  <a:moveTo>
                    <a:pt x="6130944" y="5389965"/>
                  </a:moveTo>
                  <a:lnTo>
                    <a:pt x="6092462" y="5313765"/>
                  </a:lnTo>
                  <a:lnTo>
                    <a:pt x="6159126" y="5275665"/>
                  </a:lnTo>
                  <a:lnTo>
                    <a:pt x="6197608" y="5339165"/>
                  </a:lnTo>
                  <a:lnTo>
                    <a:pt x="6130944" y="5389965"/>
                  </a:lnTo>
                  <a:close/>
                </a:path>
                <a:path w="6802755" h="7098030">
                  <a:moveTo>
                    <a:pt x="6802291" y="5301065"/>
                  </a:moveTo>
                  <a:lnTo>
                    <a:pt x="6790625" y="5288365"/>
                  </a:lnTo>
                  <a:lnTo>
                    <a:pt x="6802291" y="5275665"/>
                  </a:lnTo>
                  <a:lnTo>
                    <a:pt x="6802291" y="5301065"/>
                  </a:lnTo>
                  <a:close/>
                </a:path>
                <a:path w="6802755" h="7098030">
                  <a:moveTo>
                    <a:pt x="4926192" y="5377265"/>
                  </a:moveTo>
                  <a:lnTo>
                    <a:pt x="4896524" y="5326465"/>
                  </a:lnTo>
                  <a:lnTo>
                    <a:pt x="4947918" y="5301065"/>
                  </a:lnTo>
                  <a:lnTo>
                    <a:pt x="4977586" y="5351865"/>
                  </a:lnTo>
                  <a:lnTo>
                    <a:pt x="4926192" y="5377265"/>
                  </a:lnTo>
                  <a:close/>
                </a:path>
                <a:path w="6802755" h="7098030">
                  <a:moveTo>
                    <a:pt x="5797265" y="5402665"/>
                  </a:moveTo>
                  <a:lnTo>
                    <a:pt x="5760839" y="5339165"/>
                  </a:lnTo>
                  <a:lnTo>
                    <a:pt x="5823937" y="5301065"/>
                  </a:lnTo>
                  <a:lnTo>
                    <a:pt x="5860364" y="5364565"/>
                  </a:lnTo>
                  <a:lnTo>
                    <a:pt x="5797265" y="5402665"/>
                  </a:lnTo>
                  <a:close/>
                </a:path>
                <a:path w="6802755" h="7098030">
                  <a:moveTo>
                    <a:pt x="6668984" y="5428065"/>
                  </a:moveTo>
                  <a:lnTo>
                    <a:pt x="6627558" y="5351865"/>
                  </a:lnTo>
                  <a:lnTo>
                    <a:pt x="6699309" y="5313765"/>
                  </a:lnTo>
                  <a:lnTo>
                    <a:pt x="6740736" y="5377265"/>
                  </a:lnTo>
                  <a:lnTo>
                    <a:pt x="6668984" y="5428065"/>
                  </a:lnTo>
                  <a:close/>
                </a:path>
                <a:path w="6802755" h="7098030">
                  <a:moveTo>
                    <a:pt x="5463800" y="5415365"/>
                  </a:moveTo>
                  <a:lnTo>
                    <a:pt x="5430015" y="5364565"/>
                  </a:lnTo>
                  <a:lnTo>
                    <a:pt x="5488535" y="5326465"/>
                  </a:lnTo>
                  <a:lnTo>
                    <a:pt x="5522320" y="5389965"/>
                  </a:lnTo>
                  <a:lnTo>
                    <a:pt x="5463800" y="5415365"/>
                  </a:lnTo>
                  <a:close/>
                </a:path>
                <a:path w="6802755" h="7098030">
                  <a:moveTo>
                    <a:pt x="6335087" y="5440765"/>
                  </a:moveTo>
                  <a:lnTo>
                    <a:pt x="6295130" y="5377265"/>
                  </a:lnTo>
                  <a:lnTo>
                    <a:pt x="6364335" y="5326465"/>
                  </a:lnTo>
                  <a:lnTo>
                    <a:pt x="6404291" y="5402665"/>
                  </a:lnTo>
                  <a:lnTo>
                    <a:pt x="6335087" y="5440765"/>
                  </a:lnTo>
                  <a:close/>
                </a:path>
                <a:path w="6802755" h="7098030">
                  <a:moveTo>
                    <a:pt x="5130223" y="5428065"/>
                  </a:moveTo>
                  <a:lnTo>
                    <a:pt x="5098789" y="5377265"/>
                  </a:lnTo>
                  <a:lnTo>
                    <a:pt x="5153240" y="5351865"/>
                  </a:lnTo>
                  <a:lnTo>
                    <a:pt x="5184674" y="5402665"/>
                  </a:lnTo>
                  <a:lnTo>
                    <a:pt x="5130223" y="5428065"/>
                  </a:lnTo>
                  <a:close/>
                </a:path>
                <a:path w="6802755" h="7098030">
                  <a:moveTo>
                    <a:pt x="6001189" y="5453465"/>
                  </a:moveTo>
                  <a:lnTo>
                    <a:pt x="5962701" y="5389965"/>
                  </a:lnTo>
                  <a:lnTo>
                    <a:pt x="6029365" y="5351865"/>
                  </a:lnTo>
                  <a:lnTo>
                    <a:pt x="6067847" y="5415365"/>
                  </a:lnTo>
                  <a:lnTo>
                    <a:pt x="6001189" y="5453465"/>
                  </a:lnTo>
                  <a:close/>
                </a:path>
                <a:path w="6802755" h="7098030">
                  <a:moveTo>
                    <a:pt x="5667724" y="5478865"/>
                  </a:moveTo>
                  <a:lnTo>
                    <a:pt x="5631877" y="5415365"/>
                  </a:lnTo>
                  <a:lnTo>
                    <a:pt x="5693963" y="5377265"/>
                  </a:lnTo>
                  <a:lnTo>
                    <a:pt x="5729803" y="5440765"/>
                  </a:lnTo>
                  <a:lnTo>
                    <a:pt x="5667724" y="5478865"/>
                  </a:lnTo>
                  <a:close/>
                </a:path>
                <a:path w="6802755" h="7098030">
                  <a:moveTo>
                    <a:pt x="6539116" y="5491565"/>
                  </a:moveTo>
                  <a:lnTo>
                    <a:pt x="6497400" y="5428065"/>
                  </a:lnTo>
                  <a:lnTo>
                    <a:pt x="6569655" y="5389965"/>
                  </a:lnTo>
                  <a:lnTo>
                    <a:pt x="6611371" y="5453465"/>
                  </a:lnTo>
                  <a:lnTo>
                    <a:pt x="6539116" y="5491565"/>
                  </a:lnTo>
                  <a:close/>
                </a:path>
                <a:path w="6802755" h="7098030">
                  <a:moveTo>
                    <a:pt x="5334152" y="5491565"/>
                  </a:moveTo>
                  <a:lnTo>
                    <a:pt x="5300656" y="5428065"/>
                  </a:lnTo>
                  <a:lnTo>
                    <a:pt x="5358667" y="5402665"/>
                  </a:lnTo>
                  <a:lnTo>
                    <a:pt x="5392156" y="5453465"/>
                  </a:lnTo>
                  <a:lnTo>
                    <a:pt x="5334152" y="5491565"/>
                  </a:lnTo>
                  <a:close/>
                </a:path>
                <a:path w="6802755" h="7098030">
                  <a:moveTo>
                    <a:pt x="6205326" y="5516965"/>
                  </a:moveTo>
                  <a:lnTo>
                    <a:pt x="6165369" y="5440765"/>
                  </a:lnTo>
                  <a:lnTo>
                    <a:pt x="6234580" y="5402665"/>
                  </a:lnTo>
                  <a:lnTo>
                    <a:pt x="6274537" y="5478865"/>
                  </a:lnTo>
                  <a:lnTo>
                    <a:pt x="6205326" y="5516965"/>
                  </a:lnTo>
                  <a:close/>
                </a:path>
                <a:path w="6802755" h="7098030">
                  <a:moveTo>
                    <a:pt x="5000681" y="5504265"/>
                  </a:moveTo>
                  <a:lnTo>
                    <a:pt x="4969833" y="5453465"/>
                  </a:lnTo>
                  <a:lnTo>
                    <a:pt x="5023265" y="5428065"/>
                  </a:lnTo>
                  <a:lnTo>
                    <a:pt x="5054112" y="5478865"/>
                  </a:lnTo>
                  <a:lnTo>
                    <a:pt x="5000681" y="5504265"/>
                  </a:lnTo>
                  <a:close/>
                </a:path>
                <a:path w="6802755" h="7098030">
                  <a:moveTo>
                    <a:pt x="5871541" y="5529665"/>
                  </a:moveTo>
                  <a:lnTo>
                    <a:pt x="5833343" y="5466165"/>
                  </a:lnTo>
                  <a:lnTo>
                    <a:pt x="5899498" y="5428065"/>
                  </a:lnTo>
                  <a:lnTo>
                    <a:pt x="5937696" y="5491565"/>
                  </a:lnTo>
                  <a:lnTo>
                    <a:pt x="5871541" y="5529665"/>
                  </a:lnTo>
                  <a:close/>
                </a:path>
                <a:path w="6802755" h="7098030">
                  <a:moveTo>
                    <a:pt x="6745941" y="5542365"/>
                  </a:moveTo>
                  <a:lnTo>
                    <a:pt x="6710102" y="5478865"/>
                  </a:lnTo>
                  <a:lnTo>
                    <a:pt x="6772181" y="5440765"/>
                  </a:lnTo>
                  <a:lnTo>
                    <a:pt x="6802291" y="5504265"/>
                  </a:lnTo>
                  <a:lnTo>
                    <a:pt x="6802291" y="5516965"/>
                  </a:lnTo>
                  <a:lnTo>
                    <a:pt x="6745941" y="5542365"/>
                  </a:lnTo>
                  <a:close/>
                </a:path>
                <a:path w="6802755" h="7098030">
                  <a:moveTo>
                    <a:pt x="5538069" y="5555065"/>
                  </a:moveTo>
                  <a:lnTo>
                    <a:pt x="5502519" y="5491565"/>
                  </a:lnTo>
                  <a:lnTo>
                    <a:pt x="5564095" y="5453465"/>
                  </a:lnTo>
                  <a:lnTo>
                    <a:pt x="5599645" y="5516965"/>
                  </a:lnTo>
                  <a:lnTo>
                    <a:pt x="5538069" y="5555065"/>
                  </a:lnTo>
                  <a:close/>
                </a:path>
                <a:path w="6802755" h="7098030">
                  <a:moveTo>
                    <a:pt x="6409356" y="5567765"/>
                  </a:moveTo>
                  <a:lnTo>
                    <a:pt x="6367640" y="5504265"/>
                  </a:lnTo>
                  <a:lnTo>
                    <a:pt x="6439901" y="5453465"/>
                  </a:lnTo>
                  <a:lnTo>
                    <a:pt x="6481617" y="5529665"/>
                  </a:lnTo>
                  <a:lnTo>
                    <a:pt x="6409356" y="5567765"/>
                  </a:lnTo>
                  <a:close/>
                </a:path>
                <a:path w="6802755" h="7098030">
                  <a:moveTo>
                    <a:pt x="5204605" y="5567765"/>
                  </a:moveTo>
                  <a:lnTo>
                    <a:pt x="5171702" y="5504265"/>
                  </a:lnTo>
                  <a:lnTo>
                    <a:pt x="5228694" y="5478865"/>
                  </a:lnTo>
                  <a:lnTo>
                    <a:pt x="5261596" y="5529665"/>
                  </a:lnTo>
                  <a:lnTo>
                    <a:pt x="5204605" y="5567765"/>
                  </a:lnTo>
                  <a:close/>
                </a:path>
                <a:path w="6802755" h="7098030">
                  <a:moveTo>
                    <a:pt x="6075677" y="5593165"/>
                  </a:moveTo>
                  <a:lnTo>
                    <a:pt x="6036017" y="5516965"/>
                  </a:lnTo>
                  <a:lnTo>
                    <a:pt x="6104706" y="5478865"/>
                  </a:lnTo>
                  <a:lnTo>
                    <a:pt x="6144367" y="5555065"/>
                  </a:lnTo>
                  <a:lnTo>
                    <a:pt x="6075677" y="5593165"/>
                  </a:lnTo>
                  <a:close/>
                </a:path>
                <a:path w="6802755" h="7098030">
                  <a:moveTo>
                    <a:pt x="5741992" y="5605865"/>
                  </a:moveTo>
                  <a:lnTo>
                    <a:pt x="5704387" y="5542365"/>
                  </a:lnTo>
                  <a:lnTo>
                    <a:pt x="5769522" y="5504265"/>
                  </a:lnTo>
                  <a:lnTo>
                    <a:pt x="5807128" y="5567765"/>
                  </a:lnTo>
                  <a:lnTo>
                    <a:pt x="5741992" y="5605865"/>
                  </a:lnTo>
                  <a:close/>
                </a:path>
                <a:path w="6802755" h="7098030">
                  <a:moveTo>
                    <a:pt x="6613278" y="5631265"/>
                  </a:moveTo>
                  <a:lnTo>
                    <a:pt x="6569507" y="5555065"/>
                  </a:lnTo>
                  <a:lnTo>
                    <a:pt x="6645322" y="5516965"/>
                  </a:lnTo>
                  <a:lnTo>
                    <a:pt x="6689099" y="5580465"/>
                  </a:lnTo>
                  <a:lnTo>
                    <a:pt x="6613278" y="5631265"/>
                  </a:lnTo>
                  <a:close/>
                </a:path>
                <a:path w="6802755" h="7098030">
                  <a:moveTo>
                    <a:pt x="5408528" y="5618565"/>
                  </a:moveTo>
                  <a:lnTo>
                    <a:pt x="5373569" y="5567765"/>
                  </a:lnTo>
                  <a:lnTo>
                    <a:pt x="5434121" y="5529665"/>
                  </a:lnTo>
                  <a:lnTo>
                    <a:pt x="5469085" y="5593165"/>
                  </a:lnTo>
                  <a:lnTo>
                    <a:pt x="5408528" y="5618565"/>
                  </a:lnTo>
                  <a:close/>
                </a:path>
                <a:path w="6802755" h="7098030">
                  <a:moveTo>
                    <a:pt x="6279708" y="5643965"/>
                  </a:moveTo>
                  <a:lnTo>
                    <a:pt x="6238282" y="5580465"/>
                  </a:lnTo>
                  <a:lnTo>
                    <a:pt x="6310033" y="5529665"/>
                  </a:lnTo>
                  <a:lnTo>
                    <a:pt x="6351459" y="5605865"/>
                  </a:lnTo>
                  <a:lnTo>
                    <a:pt x="6279708" y="5643965"/>
                  </a:lnTo>
                  <a:close/>
                </a:path>
                <a:path w="6802755" h="7098030">
                  <a:moveTo>
                    <a:pt x="5075057" y="5643965"/>
                  </a:moveTo>
                  <a:lnTo>
                    <a:pt x="5042741" y="5580465"/>
                  </a:lnTo>
                  <a:lnTo>
                    <a:pt x="5098719" y="5555065"/>
                  </a:lnTo>
                  <a:lnTo>
                    <a:pt x="5131035" y="5605865"/>
                  </a:lnTo>
                  <a:lnTo>
                    <a:pt x="5075057" y="5643965"/>
                  </a:lnTo>
                  <a:close/>
                </a:path>
                <a:path w="6802755" h="7098030">
                  <a:moveTo>
                    <a:pt x="5946029" y="5669365"/>
                  </a:moveTo>
                  <a:lnTo>
                    <a:pt x="5906659" y="5593165"/>
                  </a:lnTo>
                  <a:lnTo>
                    <a:pt x="5974845" y="5555065"/>
                  </a:lnTo>
                  <a:lnTo>
                    <a:pt x="6014215" y="5631265"/>
                  </a:lnTo>
                  <a:lnTo>
                    <a:pt x="5946029" y="5669365"/>
                  </a:lnTo>
                  <a:close/>
                </a:path>
                <a:path w="6802755" h="7098030">
                  <a:moveTo>
                    <a:pt x="5612338" y="5682065"/>
                  </a:moveTo>
                  <a:lnTo>
                    <a:pt x="5575029" y="5618565"/>
                  </a:lnTo>
                  <a:lnTo>
                    <a:pt x="5639655" y="5580465"/>
                  </a:lnTo>
                  <a:lnTo>
                    <a:pt x="5676965" y="5643965"/>
                  </a:lnTo>
                  <a:lnTo>
                    <a:pt x="5612338" y="5682065"/>
                  </a:lnTo>
                  <a:close/>
                </a:path>
                <a:path w="6802755" h="7098030">
                  <a:moveTo>
                    <a:pt x="6483518" y="5707465"/>
                  </a:moveTo>
                  <a:lnTo>
                    <a:pt x="6439746" y="5631265"/>
                  </a:lnTo>
                  <a:lnTo>
                    <a:pt x="6515567" y="5580465"/>
                  </a:lnTo>
                  <a:lnTo>
                    <a:pt x="6559339" y="5656665"/>
                  </a:lnTo>
                  <a:lnTo>
                    <a:pt x="6483518" y="5707465"/>
                  </a:lnTo>
                  <a:close/>
                </a:path>
                <a:path w="6802755" h="7098030">
                  <a:moveTo>
                    <a:pt x="5278987" y="5694765"/>
                  </a:moveTo>
                  <a:lnTo>
                    <a:pt x="5244609" y="5643965"/>
                  </a:lnTo>
                  <a:lnTo>
                    <a:pt x="5304148" y="5605865"/>
                  </a:lnTo>
                  <a:lnTo>
                    <a:pt x="5338525" y="5669365"/>
                  </a:lnTo>
                  <a:lnTo>
                    <a:pt x="5278987" y="5694765"/>
                  </a:lnTo>
                  <a:close/>
                </a:path>
                <a:path w="6802755" h="7098030">
                  <a:moveTo>
                    <a:pt x="6150053" y="5720165"/>
                  </a:moveTo>
                  <a:lnTo>
                    <a:pt x="6108923" y="5656665"/>
                  </a:lnTo>
                  <a:lnTo>
                    <a:pt x="6180166" y="5605865"/>
                  </a:lnTo>
                  <a:lnTo>
                    <a:pt x="6221296" y="5682065"/>
                  </a:lnTo>
                  <a:lnTo>
                    <a:pt x="6150053" y="5720165"/>
                  </a:lnTo>
                  <a:close/>
                </a:path>
                <a:path w="6802755" h="7098030">
                  <a:moveTo>
                    <a:pt x="5816268" y="5745565"/>
                  </a:moveTo>
                  <a:lnTo>
                    <a:pt x="5776897" y="5669365"/>
                  </a:lnTo>
                  <a:lnTo>
                    <a:pt x="5845084" y="5631265"/>
                  </a:lnTo>
                  <a:lnTo>
                    <a:pt x="5884454" y="5694765"/>
                  </a:lnTo>
                  <a:lnTo>
                    <a:pt x="5816268" y="5745565"/>
                  </a:lnTo>
                  <a:close/>
                </a:path>
                <a:path w="6802755" h="7098030">
                  <a:moveTo>
                    <a:pt x="6687554" y="5758265"/>
                  </a:moveTo>
                  <a:lnTo>
                    <a:pt x="6642011" y="5682065"/>
                  </a:lnTo>
                  <a:lnTo>
                    <a:pt x="6720889" y="5643965"/>
                  </a:lnTo>
                  <a:lnTo>
                    <a:pt x="6766431" y="5720165"/>
                  </a:lnTo>
                  <a:lnTo>
                    <a:pt x="6687554" y="5758265"/>
                  </a:lnTo>
                  <a:close/>
                </a:path>
                <a:path w="6802755" h="7098030">
                  <a:moveTo>
                    <a:pt x="5482802" y="5758265"/>
                  </a:moveTo>
                  <a:lnTo>
                    <a:pt x="5446074" y="5694765"/>
                  </a:lnTo>
                  <a:lnTo>
                    <a:pt x="5509681" y="5656665"/>
                  </a:lnTo>
                  <a:lnTo>
                    <a:pt x="5546404" y="5720165"/>
                  </a:lnTo>
                  <a:lnTo>
                    <a:pt x="5482802" y="5758265"/>
                  </a:lnTo>
                  <a:close/>
                </a:path>
                <a:path w="6802755" h="7098030">
                  <a:moveTo>
                    <a:pt x="6353870" y="5783665"/>
                  </a:moveTo>
                  <a:lnTo>
                    <a:pt x="6310389" y="5707465"/>
                  </a:lnTo>
                  <a:lnTo>
                    <a:pt x="6385701" y="5656665"/>
                  </a:lnTo>
                  <a:lnTo>
                    <a:pt x="6429182" y="5732865"/>
                  </a:lnTo>
                  <a:lnTo>
                    <a:pt x="6353870" y="5783665"/>
                  </a:lnTo>
                  <a:close/>
                </a:path>
                <a:path w="6802755" h="7098030">
                  <a:moveTo>
                    <a:pt x="5149438" y="5770965"/>
                  </a:moveTo>
                  <a:lnTo>
                    <a:pt x="5115653" y="5707465"/>
                  </a:lnTo>
                  <a:lnTo>
                    <a:pt x="5174173" y="5682065"/>
                  </a:lnTo>
                  <a:lnTo>
                    <a:pt x="5207964" y="5732865"/>
                  </a:lnTo>
                  <a:lnTo>
                    <a:pt x="5149438" y="5770965"/>
                  </a:lnTo>
                  <a:close/>
                </a:path>
                <a:path w="6802755" h="7098030">
                  <a:moveTo>
                    <a:pt x="6020405" y="5796365"/>
                  </a:moveTo>
                  <a:lnTo>
                    <a:pt x="5979565" y="5720165"/>
                  </a:lnTo>
                  <a:lnTo>
                    <a:pt x="6050298" y="5682065"/>
                  </a:lnTo>
                  <a:lnTo>
                    <a:pt x="6091138" y="5758265"/>
                  </a:lnTo>
                  <a:lnTo>
                    <a:pt x="6020405" y="5796365"/>
                  </a:lnTo>
                  <a:close/>
                </a:path>
                <a:path w="6802755" h="7098030">
                  <a:moveTo>
                    <a:pt x="5686720" y="5809065"/>
                  </a:moveTo>
                  <a:lnTo>
                    <a:pt x="5647942" y="5745565"/>
                  </a:lnTo>
                  <a:lnTo>
                    <a:pt x="5715109" y="5707465"/>
                  </a:lnTo>
                  <a:lnTo>
                    <a:pt x="5753894" y="5770965"/>
                  </a:lnTo>
                  <a:lnTo>
                    <a:pt x="5686720" y="5809065"/>
                  </a:lnTo>
                  <a:close/>
                </a:path>
                <a:path w="6802755" h="7098030">
                  <a:moveTo>
                    <a:pt x="6557793" y="5834465"/>
                  </a:moveTo>
                  <a:lnTo>
                    <a:pt x="6512251" y="5758265"/>
                  </a:lnTo>
                  <a:lnTo>
                    <a:pt x="6591129" y="5707465"/>
                  </a:lnTo>
                  <a:lnTo>
                    <a:pt x="6636671" y="5796365"/>
                  </a:lnTo>
                  <a:lnTo>
                    <a:pt x="6557793" y="5834465"/>
                  </a:lnTo>
                  <a:close/>
                </a:path>
                <a:path w="6802755" h="7098030">
                  <a:moveTo>
                    <a:pt x="5353362" y="5834465"/>
                  </a:moveTo>
                  <a:lnTo>
                    <a:pt x="5317522" y="5770965"/>
                  </a:lnTo>
                  <a:lnTo>
                    <a:pt x="5379602" y="5732865"/>
                  </a:lnTo>
                  <a:lnTo>
                    <a:pt x="5415448" y="5796365"/>
                  </a:lnTo>
                  <a:lnTo>
                    <a:pt x="5353362" y="5834465"/>
                  </a:lnTo>
                  <a:close/>
                </a:path>
                <a:path w="6802755" h="7098030">
                  <a:moveTo>
                    <a:pt x="6224222" y="5859865"/>
                  </a:moveTo>
                  <a:lnTo>
                    <a:pt x="6181031" y="5783665"/>
                  </a:lnTo>
                  <a:lnTo>
                    <a:pt x="6255839" y="5732865"/>
                  </a:lnTo>
                  <a:lnTo>
                    <a:pt x="6299024" y="5809065"/>
                  </a:lnTo>
                  <a:lnTo>
                    <a:pt x="6224222" y="5859865"/>
                  </a:lnTo>
                  <a:close/>
                </a:path>
                <a:path w="6802755" h="7098030">
                  <a:moveTo>
                    <a:pt x="5890756" y="5872565"/>
                  </a:moveTo>
                  <a:lnTo>
                    <a:pt x="5850212" y="5796365"/>
                  </a:lnTo>
                  <a:lnTo>
                    <a:pt x="5920436" y="5758265"/>
                  </a:lnTo>
                  <a:lnTo>
                    <a:pt x="5960979" y="5834465"/>
                  </a:lnTo>
                  <a:lnTo>
                    <a:pt x="5890756" y="5872565"/>
                  </a:lnTo>
                  <a:close/>
                </a:path>
                <a:path w="6802755" h="7098030">
                  <a:moveTo>
                    <a:pt x="5557178" y="5885265"/>
                  </a:moveTo>
                  <a:lnTo>
                    <a:pt x="5518986" y="5821765"/>
                  </a:lnTo>
                  <a:lnTo>
                    <a:pt x="5585135" y="5783665"/>
                  </a:lnTo>
                  <a:lnTo>
                    <a:pt x="5623327" y="5847165"/>
                  </a:lnTo>
                  <a:lnTo>
                    <a:pt x="5557178" y="5885265"/>
                  </a:lnTo>
                  <a:close/>
                </a:path>
                <a:path w="6802755" h="7098030">
                  <a:moveTo>
                    <a:pt x="6428139" y="5910665"/>
                  </a:moveTo>
                  <a:lnTo>
                    <a:pt x="6382899" y="5834465"/>
                  </a:lnTo>
                  <a:lnTo>
                    <a:pt x="6461267" y="5783665"/>
                  </a:lnTo>
                  <a:lnTo>
                    <a:pt x="6506507" y="5872565"/>
                  </a:lnTo>
                  <a:lnTo>
                    <a:pt x="6428139" y="5910665"/>
                  </a:lnTo>
                  <a:close/>
                </a:path>
                <a:path w="6802755" h="7098030">
                  <a:moveTo>
                    <a:pt x="6767308" y="5872565"/>
                  </a:moveTo>
                  <a:lnTo>
                    <a:pt x="6734992" y="5821765"/>
                  </a:lnTo>
                  <a:lnTo>
                    <a:pt x="6790971" y="5783665"/>
                  </a:lnTo>
                  <a:lnTo>
                    <a:pt x="6802291" y="5809065"/>
                  </a:lnTo>
                  <a:lnTo>
                    <a:pt x="6802291" y="5859865"/>
                  </a:lnTo>
                  <a:lnTo>
                    <a:pt x="6767308" y="5872565"/>
                  </a:lnTo>
                  <a:close/>
                </a:path>
                <a:path w="6802755" h="7098030">
                  <a:moveTo>
                    <a:pt x="5223820" y="5897965"/>
                  </a:moveTo>
                  <a:lnTo>
                    <a:pt x="5188560" y="5847165"/>
                  </a:lnTo>
                  <a:lnTo>
                    <a:pt x="5249627" y="5809065"/>
                  </a:lnTo>
                  <a:lnTo>
                    <a:pt x="5284887" y="5872565"/>
                  </a:lnTo>
                  <a:lnTo>
                    <a:pt x="5223820" y="5897965"/>
                  </a:lnTo>
                  <a:close/>
                </a:path>
                <a:path w="6802755" h="7098030">
                  <a:moveTo>
                    <a:pt x="6094573" y="5923365"/>
                  </a:moveTo>
                  <a:lnTo>
                    <a:pt x="6051679" y="5859865"/>
                  </a:lnTo>
                  <a:lnTo>
                    <a:pt x="6125966" y="5809065"/>
                  </a:lnTo>
                  <a:lnTo>
                    <a:pt x="6168860" y="5885265"/>
                  </a:lnTo>
                  <a:lnTo>
                    <a:pt x="6094573" y="5923365"/>
                  </a:lnTo>
                  <a:close/>
                </a:path>
                <a:path w="6802755" h="7098030">
                  <a:moveTo>
                    <a:pt x="5761208" y="5948765"/>
                  </a:moveTo>
                  <a:lnTo>
                    <a:pt x="5721251" y="5872565"/>
                  </a:lnTo>
                  <a:lnTo>
                    <a:pt x="5790462" y="5834465"/>
                  </a:lnTo>
                  <a:lnTo>
                    <a:pt x="5830419" y="5910665"/>
                  </a:lnTo>
                  <a:lnTo>
                    <a:pt x="5761208" y="5948765"/>
                  </a:lnTo>
                  <a:close/>
                </a:path>
                <a:path w="6802755" h="7098030">
                  <a:moveTo>
                    <a:pt x="6632069" y="5974165"/>
                  </a:moveTo>
                  <a:lnTo>
                    <a:pt x="6584767" y="5885265"/>
                  </a:lnTo>
                  <a:lnTo>
                    <a:pt x="6666695" y="5834465"/>
                  </a:lnTo>
                  <a:lnTo>
                    <a:pt x="6713997" y="5923365"/>
                  </a:lnTo>
                  <a:lnTo>
                    <a:pt x="6632069" y="5974165"/>
                  </a:lnTo>
                  <a:close/>
                </a:path>
                <a:path w="6802755" h="7098030">
                  <a:moveTo>
                    <a:pt x="5427632" y="5961465"/>
                  </a:moveTo>
                  <a:lnTo>
                    <a:pt x="5390026" y="5897965"/>
                  </a:lnTo>
                  <a:lnTo>
                    <a:pt x="5455162" y="5859865"/>
                  </a:lnTo>
                  <a:lnTo>
                    <a:pt x="5492767" y="5923365"/>
                  </a:lnTo>
                  <a:lnTo>
                    <a:pt x="5427632" y="5961465"/>
                  </a:lnTo>
                  <a:close/>
                </a:path>
                <a:path w="6802755" h="7098030">
                  <a:moveTo>
                    <a:pt x="6298491" y="5986865"/>
                  </a:moveTo>
                  <a:lnTo>
                    <a:pt x="6253541" y="5910665"/>
                  </a:lnTo>
                  <a:lnTo>
                    <a:pt x="6331394" y="5859865"/>
                  </a:lnTo>
                  <a:lnTo>
                    <a:pt x="6376350" y="5936065"/>
                  </a:lnTo>
                  <a:lnTo>
                    <a:pt x="6298491" y="5986865"/>
                  </a:lnTo>
                  <a:close/>
                </a:path>
                <a:path w="6802755" h="7098030">
                  <a:moveTo>
                    <a:pt x="5965025" y="5999565"/>
                  </a:moveTo>
                  <a:lnTo>
                    <a:pt x="5922717" y="5923365"/>
                  </a:lnTo>
                  <a:lnTo>
                    <a:pt x="5995991" y="5885265"/>
                  </a:lnTo>
                  <a:lnTo>
                    <a:pt x="6038299" y="5961465"/>
                  </a:lnTo>
                  <a:lnTo>
                    <a:pt x="5965025" y="5999565"/>
                  </a:lnTo>
                  <a:close/>
                </a:path>
                <a:path w="6802755" h="7098030">
                  <a:moveTo>
                    <a:pt x="5631560" y="6024965"/>
                  </a:moveTo>
                  <a:lnTo>
                    <a:pt x="5591900" y="5948765"/>
                  </a:lnTo>
                  <a:lnTo>
                    <a:pt x="5660589" y="5910665"/>
                  </a:lnTo>
                  <a:lnTo>
                    <a:pt x="5700250" y="5974165"/>
                  </a:lnTo>
                  <a:lnTo>
                    <a:pt x="5631560" y="6024965"/>
                  </a:lnTo>
                  <a:close/>
                </a:path>
                <a:path w="6802755" h="7098030">
                  <a:moveTo>
                    <a:pt x="6502415" y="6050365"/>
                  </a:moveTo>
                  <a:lnTo>
                    <a:pt x="6455409" y="5961465"/>
                  </a:lnTo>
                  <a:lnTo>
                    <a:pt x="6536827" y="5910665"/>
                  </a:lnTo>
                  <a:lnTo>
                    <a:pt x="6583833" y="5999565"/>
                  </a:lnTo>
                  <a:lnTo>
                    <a:pt x="6502415" y="6050365"/>
                  </a:lnTo>
                  <a:close/>
                </a:path>
                <a:path w="6802755" h="7098030">
                  <a:moveTo>
                    <a:pt x="5298096" y="6037665"/>
                  </a:moveTo>
                  <a:lnTo>
                    <a:pt x="5261076" y="5974165"/>
                  </a:lnTo>
                  <a:lnTo>
                    <a:pt x="5325188" y="5936065"/>
                  </a:lnTo>
                  <a:lnTo>
                    <a:pt x="5362207" y="5999565"/>
                  </a:lnTo>
                  <a:lnTo>
                    <a:pt x="5298096" y="6037665"/>
                  </a:lnTo>
                  <a:close/>
                </a:path>
                <a:path w="6802755" h="7098030">
                  <a:moveTo>
                    <a:pt x="6168842" y="6063065"/>
                  </a:moveTo>
                  <a:lnTo>
                    <a:pt x="6124182" y="5986865"/>
                  </a:lnTo>
                  <a:lnTo>
                    <a:pt x="6201531" y="5936065"/>
                  </a:lnTo>
                  <a:lnTo>
                    <a:pt x="6246191" y="6012265"/>
                  </a:lnTo>
                  <a:lnTo>
                    <a:pt x="6168842" y="6063065"/>
                  </a:lnTo>
                  <a:close/>
                </a:path>
                <a:path w="6802755" h="7098030">
                  <a:moveTo>
                    <a:pt x="5835478" y="6075765"/>
                  </a:moveTo>
                  <a:lnTo>
                    <a:pt x="5793761" y="5999565"/>
                  </a:lnTo>
                  <a:lnTo>
                    <a:pt x="5866017" y="5961465"/>
                  </a:lnTo>
                  <a:lnTo>
                    <a:pt x="5907739" y="6037665"/>
                  </a:lnTo>
                  <a:lnTo>
                    <a:pt x="5835478" y="6075765"/>
                  </a:lnTo>
                  <a:close/>
                </a:path>
                <a:path w="6802755" h="7098030">
                  <a:moveTo>
                    <a:pt x="6706871" y="6101165"/>
                  </a:moveTo>
                  <a:lnTo>
                    <a:pt x="6659280" y="6012265"/>
                  </a:lnTo>
                  <a:lnTo>
                    <a:pt x="6741717" y="5974165"/>
                  </a:lnTo>
                  <a:lnTo>
                    <a:pt x="6789308" y="6050365"/>
                  </a:lnTo>
                  <a:lnTo>
                    <a:pt x="6706871" y="6101165"/>
                  </a:lnTo>
                  <a:close/>
                </a:path>
                <a:path w="6802755" h="7098030">
                  <a:moveTo>
                    <a:pt x="5502014" y="6088465"/>
                  </a:moveTo>
                  <a:lnTo>
                    <a:pt x="5462939" y="6024965"/>
                  </a:lnTo>
                  <a:lnTo>
                    <a:pt x="5530616" y="5986865"/>
                  </a:lnTo>
                  <a:lnTo>
                    <a:pt x="5569690" y="6050365"/>
                  </a:lnTo>
                  <a:lnTo>
                    <a:pt x="5502014" y="6088465"/>
                  </a:lnTo>
                  <a:close/>
                </a:path>
                <a:path w="6802755" h="7098030">
                  <a:moveTo>
                    <a:pt x="6372766" y="6113865"/>
                  </a:moveTo>
                  <a:lnTo>
                    <a:pt x="6326057" y="6037665"/>
                  </a:lnTo>
                  <a:lnTo>
                    <a:pt x="6406960" y="5986865"/>
                  </a:lnTo>
                  <a:lnTo>
                    <a:pt x="6453675" y="6075765"/>
                  </a:lnTo>
                  <a:lnTo>
                    <a:pt x="6372766" y="6113865"/>
                  </a:lnTo>
                  <a:close/>
                </a:path>
                <a:path w="6802755" h="7098030">
                  <a:moveTo>
                    <a:pt x="6039294" y="6139265"/>
                  </a:moveTo>
                  <a:lnTo>
                    <a:pt x="5995226" y="6063065"/>
                  </a:lnTo>
                  <a:lnTo>
                    <a:pt x="6071557" y="6012265"/>
                  </a:lnTo>
                  <a:lnTo>
                    <a:pt x="6115624" y="6088465"/>
                  </a:lnTo>
                  <a:lnTo>
                    <a:pt x="6039294" y="6139265"/>
                  </a:lnTo>
                  <a:close/>
                </a:path>
                <a:path w="6802755" h="7098030">
                  <a:moveTo>
                    <a:pt x="5705936" y="6151965"/>
                  </a:moveTo>
                  <a:lnTo>
                    <a:pt x="5664806" y="6075765"/>
                  </a:lnTo>
                  <a:lnTo>
                    <a:pt x="5736049" y="6037665"/>
                  </a:lnTo>
                  <a:lnTo>
                    <a:pt x="5777179" y="6113865"/>
                  </a:lnTo>
                  <a:lnTo>
                    <a:pt x="5705936" y="6151965"/>
                  </a:lnTo>
                  <a:close/>
                </a:path>
                <a:path w="6802755" h="7098030">
                  <a:moveTo>
                    <a:pt x="6576796" y="6177365"/>
                  </a:moveTo>
                  <a:lnTo>
                    <a:pt x="6528322" y="6088465"/>
                  </a:lnTo>
                  <a:lnTo>
                    <a:pt x="6612282" y="6037665"/>
                  </a:lnTo>
                  <a:lnTo>
                    <a:pt x="6660756" y="6126565"/>
                  </a:lnTo>
                  <a:lnTo>
                    <a:pt x="6576796" y="6177365"/>
                  </a:lnTo>
                  <a:close/>
                </a:path>
                <a:path w="6802755" h="7098030">
                  <a:moveTo>
                    <a:pt x="5372472" y="6164665"/>
                  </a:moveTo>
                  <a:lnTo>
                    <a:pt x="5333983" y="6101165"/>
                  </a:lnTo>
                  <a:lnTo>
                    <a:pt x="5400641" y="6063065"/>
                  </a:lnTo>
                  <a:lnTo>
                    <a:pt x="5439130" y="6126565"/>
                  </a:lnTo>
                  <a:lnTo>
                    <a:pt x="5372472" y="6164665"/>
                  </a:lnTo>
                  <a:close/>
                </a:path>
                <a:path w="6802755" h="7098030">
                  <a:moveTo>
                    <a:pt x="6243111" y="6190065"/>
                  </a:moveTo>
                  <a:lnTo>
                    <a:pt x="6196692" y="6113865"/>
                  </a:lnTo>
                  <a:lnTo>
                    <a:pt x="6277092" y="6063065"/>
                  </a:lnTo>
                  <a:lnTo>
                    <a:pt x="6323511" y="6151965"/>
                  </a:lnTo>
                  <a:lnTo>
                    <a:pt x="6243111" y="6190065"/>
                  </a:lnTo>
                  <a:close/>
                </a:path>
                <a:path w="6802755" h="7098030">
                  <a:moveTo>
                    <a:pt x="5909753" y="6215465"/>
                  </a:moveTo>
                  <a:lnTo>
                    <a:pt x="5866271" y="6139265"/>
                  </a:lnTo>
                  <a:lnTo>
                    <a:pt x="5941583" y="6088465"/>
                  </a:lnTo>
                  <a:lnTo>
                    <a:pt x="5985064" y="6164665"/>
                  </a:lnTo>
                  <a:lnTo>
                    <a:pt x="5909753" y="6215465"/>
                  </a:lnTo>
                  <a:close/>
                </a:path>
                <a:path w="6802755" h="7098030">
                  <a:moveTo>
                    <a:pt x="5576502" y="6228165"/>
                  </a:moveTo>
                  <a:lnTo>
                    <a:pt x="5536255" y="6151965"/>
                  </a:lnTo>
                  <a:lnTo>
                    <a:pt x="5605969" y="6113865"/>
                  </a:lnTo>
                  <a:lnTo>
                    <a:pt x="5646216" y="6190065"/>
                  </a:lnTo>
                  <a:lnTo>
                    <a:pt x="5576502" y="6228165"/>
                  </a:lnTo>
                  <a:close/>
                </a:path>
                <a:path w="6802755" h="7098030">
                  <a:moveTo>
                    <a:pt x="6447148" y="6253565"/>
                  </a:moveTo>
                  <a:lnTo>
                    <a:pt x="6398964" y="6164665"/>
                  </a:lnTo>
                  <a:lnTo>
                    <a:pt x="6482414" y="6113865"/>
                  </a:lnTo>
                  <a:lnTo>
                    <a:pt x="6530598" y="6202765"/>
                  </a:lnTo>
                  <a:lnTo>
                    <a:pt x="6447148" y="6253565"/>
                  </a:lnTo>
                  <a:close/>
                </a:path>
                <a:path w="6802755" h="7098030">
                  <a:moveTo>
                    <a:pt x="6789427" y="6202765"/>
                  </a:moveTo>
                  <a:lnTo>
                    <a:pt x="6762690" y="6151965"/>
                  </a:lnTo>
                  <a:lnTo>
                    <a:pt x="6802291" y="6126565"/>
                  </a:lnTo>
                  <a:lnTo>
                    <a:pt x="6802291" y="6190065"/>
                  </a:lnTo>
                  <a:lnTo>
                    <a:pt x="6789427" y="6202765"/>
                  </a:lnTo>
                  <a:close/>
                </a:path>
                <a:path w="6802755" h="7098030">
                  <a:moveTo>
                    <a:pt x="6113569" y="6266265"/>
                  </a:moveTo>
                  <a:lnTo>
                    <a:pt x="6067737" y="6190065"/>
                  </a:lnTo>
                  <a:lnTo>
                    <a:pt x="6147117" y="6139265"/>
                  </a:lnTo>
                  <a:lnTo>
                    <a:pt x="6192950" y="6215465"/>
                  </a:lnTo>
                  <a:lnTo>
                    <a:pt x="6113569" y="6266265"/>
                  </a:lnTo>
                  <a:close/>
                </a:path>
                <a:path w="6802755" h="7098030">
                  <a:moveTo>
                    <a:pt x="5780205" y="6278965"/>
                  </a:moveTo>
                  <a:lnTo>
                    <a:pt x="5737316" y="6202765"/>
                  </a:lnTo>
                  <a:lnTo>
                    <a:pt x="5811609" y="6164665"/>
                  </a:lnTo>
                  <a:lnTo>
                    <a:pt x="5854504" y="6240865"/>
                  </a:lnTo>
                  <a:lnTo>
                    <a:pt x="5780205" y="6278965"/>
                  </a:lnTo>
                  <a:close/>
                </a:path>
                <a:path w="6802755" h="7098030">
                  <a:moveTo>
                    <a:pt x="6650953" y="6304365"/>
                  </a:moveTo>
                  <a:lnTo>
                    <a:pt x="6600424" y="6215465"/>
                  </a:lnTo>
                  <a:lnTo>
                    <a:pt x="6687949" y="6164665"/>
                  </a:lnTo>
                  <a:lnTo>
                    <a:pt x="6738478" y="6253565"/>
                  </a:lnTo>
                  <a:lnTo>
                    <a:pt x="6650953" y="6304365"/>
                  </a:lnTo>
                  <a:close/>
                </a:path>
                <a:path w="6802755" h="7098030">
                  <a:moveTo>
                    <a:pt x="5446954" y="6304365"/>
                  </a:moveTo>
                  <a:lnTo>
                    <a:pt x="5407293" y="6228165"/>
                  </a:lnTo>
                  <a:lnTo>
                    <a:pt x="5475995" y="6190065"/>
                  </a:lnTo>
                  <a:lnTo>
                    <a:pt x="5515656" y="6253565"/>
                  </a:lnTo>
                  <a:lnTo>
                    <a:pt x="5446954" y="6304365"/>
                  </a:lnTo>
                  <a:close/>
                </a:path>
                <a:path w="6802755" h="7098030">
                  <a:moveTo>
                    <a:pt x="6317487" y="6329765"/>
                  </a:moveTo>
                  <a:lnTo>
                    <a:pt x="6269600" y="6240865"/>
                  </a:lnTo>
                  <a:lnTo>
                    <a:pt x="6352546" y="6190065"/>
                  </a:lnTo>
                  <a:lnTo>
                    <a:pt x="6400434" y="6278965"/>
                  </a:lnTo>
                  <a:lnTo>
                    <a:pt x="6317487" y="6329765"/>
                  </a:lnTo>
                  <a:close/>
                </a:path>
                <a:path w="6802755" h="7098030">
                  <a:moveTo>
                    <a:pt x="5984022" y="6342465"/>
                  </a:moveTo>
                  <a:lnTo>
                    <a:pt x="5938781" y="6266265"/>
                  </a:lnTo>
                  <a:lnTo>
                    <a:pt x="6017149" y="6215465"/>
                  </a:lnTo>
                  <a:lnTo>
                    <a:pt x="6062389" y="6291665"/>
                  </a:lnTo>
                  <a:lnTo>
                    <a:pt x="5984022" y="6342465"/>
                  </a:lnTo>
                  <a:close/>
                </a:path>
                <a:path w="6802755" h="7098030">
                  <a:moveTo>
                    <a:pt x="5650771" y="6355165"/>
                  </a:moveTo>
                  <a:lnTo>
                    <a:pt x="5608759" y="6278965"/>
                  </a:lnTo>
                  <a:lnTo>
                    <a:pt x="5681523" y="6240865"/>
                  </a:lnTo>
                  <a:lnTo>
                    <a:pt x="5723542" y="6317065"/>
                  </a:lnTo>
                  <a:lnTo>
                    <a:pt x="5650771" y="6355165"/>
                  </a:lnTo>
                  <a:close/>
                </a:path>
                <a:path w="6802755" h="7098030">
                  <a:moveTo>
                    <a:pt x="6521417" y="6380565"/>
                  </a:moveTo>
                  <a:lnTo>
                    <a:pt x="6471474" y="6291665"/>
                  </a:lnTo>
                  <a:lnTo>
                    <a:pt x="6557974" y="6240865"/>
                  </a:lnTo>
                  <a:lnTo>
                    <a:pt x="6607917" y="6329765"/>
                  </a:lnTo>
                  <a:lnTo>
                    <a:pt x="6521417" y="6380565"/>
                  </a:lnTo>
                  <a:close/>
                </a:path>
                <a:path w="6802755" h="7098030">
                  <a:moveTo>
                    <a:pt x="6187838" y="6393265"/>
                  </a:moveTo>
                  <a:lnTo>
                    <a:pt x="6140247" y="6317065"/>
                  </a:lnTo>
                  <a:lnTo>
                    <a:pt x="6222684" y="6266265"/>
                  </a:lnTo>
                  <a:lnTo>
                    <a:pt x="6270275" y="6355165"/>
                  </a:lnTo>
                  <a:lnTo>
                    <a:pt x="6187838" y="6393265"/>
                  </a:lnTo>
                  <a:close/>
                </a:path>
                <a:path w="6802755" h="7098030">
                  <a:moveTo>
                    <a:pt x="5854587" y="6418665"/>
                  </a:moveTo>
                  <a:lnTo>
                    <a:pt x="5810223" y="6342465"/>
                  </a:lnTo>
                  <a:lnTo>
                    <a:pt x="5887063" y="6291665"/>
                  </a:lnTo>
                  <a:lnTo>
                    <a:pt x="5931427" y="6367865"/>
                  </a:lnTo>
                  <a:lnTo>
                    <a:pt x="5854587" y="6418665"/>
                  </a:lnTo>
                  <a:close/>
                </a:path>
                <a:path w="6802755" h="7098030">
                  <a:moveTo>
                    <a:pt x="6727171" y="6431365"/>
                  </a:moveTo>
                  <a:lnTo>
                    <a:pt x="6680160" y="6355165"/>
                  </a:lnTo>
                  <a:lnTo>
                    <a:pt x="6761578" y="6304365"/>
                  </a:lnTo>
                  <a:lnTo>
                    <a:pt x="6802291" y="6380565"/>
                  </a:lnTo>
                  <a:lnTo>
                    <a:pt x="6802291" y="6393265"/>
                  </a:lnTo>
                  <a:lnTo>
                    <a:pt x="6727171" y="6431365"/>
                  </a:lnTo>
                  <a:close/>
                </a:path>
                <a:path w="6802755" h="7098030">
                  <a:moveTo>
                    <a:pt x="5521336" y="6431365"/>
                  </a:moveTo>
                  <a:lnTo>
                    <a:pt x="5480206" y="6355165"/>
                  </a:lnTo>
                  <a:lnTo>
                    <a:pt x="5551449" y="6317065"/>
                  </a:lnTo>
                  <a:lnTo>
                    <a:pt x="5592579" y="6393265"/>
                  </a:lnTo>
                  <a:lnTo>
                    <a:pt x="5521336" y="6431365"/>
                  </a:lnTo>
                  <a:close/>
                </a:path>
                <a:path w="6802755" h="7098030">
                  <a:moveTo>
                    <a:pt x="6391763" y="6456765"/>
                  </a:moveTo>
                  <a:lnTo>
                    <a:pt x="6342116" y="6367865"/>
                  </a:lnTo>
                  <a:lnTo>
                    <a:pt x="6428113" y="6317065"/>
                  </a:lnTo>
                  <a:lnTo>
                    <a:pt x="6477760" y="6405965"/>
                  </a:lnTo>
                  <a:lnTo>
                    <a:pt x="6391763" y="6456765"/>
                  </a:lnTo>
                  <a:close/>
                </a:path>
                <a:path w="6802755" h="7098030">
                  <a:moveTo>
                    <a:pt x="6058403" y="6469465"/>
                  </a:moveTo>
                  <a:lnTo>
                    <a:pt x="6011688" y="6393265"/>
                  </a:lnTo>
                  <a:lnTo>
                    <a:pt x="6092603" y="6342465"/>
                  </a:lnTo>
                  <a:lnTo>
                    <a:pt x="6139318" y="6431365"/>
                  </a:lnTo>
                  <a:lnTo>
                    <a:pt x="6058403" y="6469465"/>
                  </a:lnTo>
                  <a:close/>
                </a:path>
                <a:path w="6802755" h="7098030">
                  <a:moveTo>
                    <a:pt x="5725046" y="6494865"/>
                  </a:moveTo>
                  <a:lnTo>
                    <a:pt x="5681275" y="6418665"/>
                  </a:lnTo>
                  <a:lnTo>
                    <a:pt x="5757090" y="6367865"/>
                  </a:lnTo>
                  <a:lnTo>
                    <a:pt x="5800867" y="6444065"/>
                  </a:lnTo>
                  <a:lnTo>
                    <a:pt x="5725046" y="6494865"/>
                  </a:lnTo>
                  <a:close/>
                </a:path>
                <a:path w="6802755" h="7098030">
                  <a:moveTo>
                    <a:pt x="6595579" y="6520265"/>
                  </a:moveTo>
                  <a:lnTo>
                    <a:pt x="6543581" y="6431365"/>
                  </a:lnTo>
                  <a:lnTo>
                    <a:pt x="6633647" y="6367865"/>
                  </a:lnTo>
                  <a:lnTo>
                    <a:pt x="6685651" y="6469465"/>
                  </a:lnTo>
                  <a:lnTo>
                    <a:pt x="6595579" y="6520265"/>
                  </a:lnTo>
                  <a:close/>
                </a:path>
                <a:path w="6802755" h="7098030">
                  <a:moveTo>
                    <a:pt x="6262327" y="6532965"/>
                  </a:moveTo>
                  <a:lnTo>
                    <a:pt x="6213556" y="6444065"/>
                  </a:lnTo>
                  <a:lnTo>
                    <a:pt x="6298031" y="6393265"/>
                  </a:lnTo>
                  <a:lnTo>
                    <a:pt x="6346801" y="6482165"/>
                  </a:lnTo>
                  <a:lnTo>
                    <a:pt x="6262327" y="6532965"/>
                  </a:lnTo>
                  <a:close/>
                </a:path>
                <a:path w="6802755" h="7098030">
                  <a:moveTo>
                    <a:pt x="5928862" y="6545665"/>
                  </a:moveTo>
                  <a:lnTo>
                    <a:pt x="5882740" y="6469465"/>
                  </a:lnTo>
                  <a:lnTo>
                    <a:pt x="5962630" y="6418665"/>
                  </a:lnTo>
                  <a:lnTo>
                    <a:pt x="6008753" y="6494865"/>
                  </a:lnTo>
                  <a:lnTo>
                    <a:pt x="5928862" y="6545665"/>
                  </a:lnTo>
                  <a:close/>
                </a:path>
                <a:path w="6802755" h="7098030">
                  <a:moveTo>
                    <a:pt x="5595712" y="6558365"/>
                  </a:moveTo>
                  <a:lnTo>
                    <a:pt x="5553113" y="6494865"/>
                  </a:lnTo>
                  <a:lnTo>
                    <a:pt x="5626903" y="6444065"/>
                  </a:lnTo>
                  <a:lnTo>
                    <a:pt x="5669501" y="6520265"/>
                  </a:lnTo>
                  <a:lnTo>
                    <a:pt x="5595712" y="6558365"/>
                  </a:lnTo>
                  <a:close/>
                </a:path>
                <a:path w="6802755" h="7098030">
                  <a:moveTo>
                    <a:pt x="6466038" y="6583765"/>
                  </a:moveTo>
                  <a:lnTo>
                    <a:pt x="6414620" y="6494865"/>
                  </a:lnTo>
                  <a:lnTo>
                    <a:pt x="6503673" y="6444065"/>
                  </a:lnTo>
                  <a:lnTo>
                    <a:pt x="6555091" y="6532965"/>
                  </a:lnTo>
                  <a:lnTo>
                    <a:pt x="6466038" y="6583765"/>
                  </a:lnTo>
                  <a:close/>
                </a:path>
                <a:path w="6802755" h="7098030">
                  <a:moveTo>
                    <a:pt x="6132779" y="6609165"/>
                  </a:moveTo>
                  <a:lnTo>
                    <a:pt x="6084601" y="6520265"/>
                  </a:lnTo>
                  <a:lnTo>
                    <a:pt x="6168057" y="6469465"/>
                  </a:lnTo>
                  <a:lnTo>
                    <a:pt x="6216235" y="6558365"/>
                  </a:lnTo>
                  <a:lnTo>
                    <a:pt x="6132779" y="6609165"/>
                  </a:lnTo>
                  <a:close/>
                </a:path>
                <a:path w="6802755" h="7098030">
                  <a:moveTo>
                    <a:pt x="6802291" y="6507565"/>
                  </a:moveTo>
                  <a:lnTo>
                    <a:pt x="6791998" y="6494865"/>
                  </a:lnTo>
                  <a:lnTo>
                    <a:pt x="6802291" y="6482165"/>
                  </a:lnTo>
                  <a:lnTo>
                    <a:pt x="6802291" y="6507565"/>
                  </a:lnTo>
                  <a:close/>
                </a:path>
                <a:path w="6802755" h="7098030">
                  <a:moveTo>
                    <a:pt x="5799428" y="6621865"/>
                  </a:moveTo>
                  <a:lnTo>
                    <a:pt x="5754182" y="6545665"/>
                  </a:lnTo>
                  <a:lnTo>
                    <a:pt x="5832544" y="6494865"/>
                  </a:lnTo>
                  <a:lnTo>
                    <a:pt x="5877790" y="6571065"/>
                  </a:lnTo>
                  <a:lnTo>
                    <a:pt x="5799428" y="6621865"/>
                  </a:lnTo>
                  <a:close/>
                </a:path>
                <a:path w="6802755" h="7098030">
                  <a:moveTo>
                    <a:pt x="6669849" y="6647265"/>
                  </a:moveTo>
                  <a:lnTo>
                    <a:pt x="6616085" y="6558365"/>
                  </a:lnTo>
                  <a:lnTo>
                    <a:pt x="6709207" y="6494865"/>
                  </a:lnTo>
                  <a:lnTo>
                    <a:pt x="6762971" y="6596465"/>
                  </a:lnTo>
                  <a:lnTo>
                    <a:pt x="6669849" y="6647265"/>
                  </a:lnTo>
                  <a:close/>
                </a:path>
                <a:path w="6802755" h="7098030">
                  <a:moveTo>
                    <a:pt x="6336495" y="6659965"/>
                  </a:moveTo>
                  <a:lnTo>
                    <a:pt x="6285663" y="6571065"/>
                  </a:lnTo>
                  <a:lnTo>
                    <a:pt x="6373697" y="6520265"/>
                  </a:lnTo>
                  <a:lnTo>
                    <a:pt x="6424529" y="6609165"/>
                  </a:lnTo>
                  <a:lnTo>
                    <a:pt x="6336495" y="6659965"/>
                  </a:lnTo>
                  <a:close/>
                </a:path>
                <a:path w="6802755" h="7098030">
                  <a:moveTo>
                    <a:pt x="6003244" y="6685365"/>
                  </a:moveTo>
                  <a:lnTo>
                    <a:pt x="5955646" y="6596465"/>
                  </a:lnTo>
                  <a:lnTo>
                    <a:pt x="6038083" y="6545665"/>
                  </a:lnTo>
                  <a:lnTo>
                    <a:pt x="6085675" y="6634565"/>
                  </a:lnTo>
                  <a:lnTo>
                    <a:pt x="6003244" y="6685365"/>
                  </a:lnTo>
                  <a:close/>
                </a:path>
                <a:path w="6802755" h="7098030">
                  <a:moveTo>
                    <a:pt x="5669993" y="6698065"/>
                  </a:moveTo>
                  <a:lnTo>
                    <a:pt x="5625629" y="6621865"/>
                  </a:lnTo>
                  <a:lnTo>
                    <a:pt x="5702463" y="6571065"/>
                  </a:lnTo>
                  <a:lnTo>
                    <a:pt x="5746827" y="6647265"/>
                  </a:lnTo>
                  <a:lnTo>
                    <a:pt x="5669993" y="6698065"/>
                  </a:lnTo>
                  <a:close/>
                </a:path>
                <a:path w="6802755" h="7098030">
                  <a:moveTo>
                    <a:pt x="6540307" y="6723465"/>
                  </a:moveTo>
                  <a:lnTo>
                    <a:pt x="6487130" y="6634565"/>
                  </a:lnTo>
                  <a:lnTo>
                    <a:pt x="6579233" y="6571065"/>
                  </a:lnTo>
                  <a:lnTo>
                    <a:pt x="6632411" y="6672665"/>
                  </a:lnTo>
                  <a:lnTo>
                    <a:pt x="6540307" y="6723465"/>
                  </a:lnTo>
                  <a:close/>
                </a:path>
                <a:path w="6802755" h="7098030">
                  <a:moveTo>
                    <a:pt x="6207061" y="6736165"/>
                  </a:moveTo>
                  <a:lnTo>
                    <a:pt x="6157111" y="6647265"/>
                  </a:lnTo>
                  <a:lnTo>
                    <a:pt x="6243617" y="6596465"/>
                  </a:lnTo>
                  <a:lnTo>
                    <a:pt x="6293561" y="6685365"/>
                  </a:lnTo>
                  <a:lnTo>
                    <a:pt x="6207061" y="6736165"/>
                  </a:lnTo>
                  <a:close/>
                </a:path>
                <a:path w="6802755" h="7098030">
                  <a:moveTo>
                    <a:pt x="5873804" y="6748865"/>
                  </a:moveTo>
                  <a:lnTo>
                    <a:pt x="5827095" y="6672665"/>
                  </a:lnTo>
                  <a:lnTo>
                    <a:pt x="5908003" y="6621865"/>
                  </a:lnTo>
                  <a:lnTo>
                    <a:pt x="5954713" y="6710765"/>
                  </a:lnTo>
                  <a:lnTo>
                    <a:pt x="5873804" y="6748865"/>
                  </a:lnTo>
                  <a:close/>
                </a:path>
                <a:path w="6802755" h="7098030">
                  <a:moveTo>
                    <a:pt x="6410871" y="6799665"/>
                  </a:moveTo>
                  <a:lnTo>
                    <a:pt x="6358576" y="6710765"/>
                  </a:lnTo>
                  <a:lnTo>
                    <a:pt x="6449152" y="6647265"/>
                  </a:lnTo>
                  <a:lnTo>
                    <a:pt x="6501446" y="6748865"/>
                  </a:lnTo>
                  <a:lnTo>
                    <a:pt x="6410871" y="6799665"/>
                  </a:lnTo>
                  <a:close/>
                </a:path>
                <a:path w="6802755" h="7098030">
                  <a:moveTo>
                    <a:pt x="6748318" y="6761565"/>
                  </a:moveTo>
                  <a:lnTo>
                    <a:pt x="6704250" y="6685365"/>
                  </a:lnTo>
                  <a:lnTo>
                    <a:pt x="6780575" y="6647265"/>
                  </a:lnTo>
                  <a:lnTo>
                    <a:pt x="6802291" y="6685365"/>
                  </a:lnTo>
                  <a:lnTo>
                    <a:pt x="6802291" y="6736165"/>
                  </a:lnTo>
                  <a:lnTo>
                    <a:pt x="6748318" y="6761565"/>
                  </a:lnTo>
                  <a:close/>
                </a:path>
                <a:path w="6802755" h="7098030">
                  <a:moveTo>
                    <a:pt x="6077620" y="6812365"/>
                  </a:moveTo>
                  <a:lnTo>
                    <a:pt x="6028560" y="6723465"/>
                  </a:lnTo>
                  <a:lnTo>
                    <a:pt x="6113538" y="6672665"/>
                  </a:lnTo>
                  <a:lnTo>
                    <a:pt x="6162604" y="6761565"/>
                  </a:lnTo>
                  <a:lnTo>
                    <a:pt x="6077620" y="6812365"/>
                  </a:lnTo>
                  <a:close/>
                </a:path>
                <a:path w="6802755" h="7098030">
                  <a:moveTo>
                    <a:pt x="5744369" y="6825065"/>
                  </a:moveTo>
                  <a:lnTo>
                    <a:pt x="5698537" y="6748865"/>
                  </a:lnTo>
                  <a:lnTo>
                    <a:pt x="5777917" y="6698065"/>
                  </a:lnTo>
                  <a:lnTo>
                    <a:pt x="5823750" y="6786965"/>
                  </a:lnTo>
                  <a:lnTo>
                    <a:pt x="5744369" y="6825065"/>
                  </a:lnTo>
                  <a:close/>
                </a:path>
                <a:path w="6802755" h="7098030">
                  <a:moveTo>
                    <a:pt x="6614583" y="6850465"/>
                  </a:moveTo>
                  <a:lnTo>
                    <a:pt x="6559640" y="6761565"/>
                  </a:lnTo>
                  <a:lnTo>
                    <a:pt x="6654800" y="6698065"/>
                  </a:lnTo>
                  <a:lnTo>
                    <a:pt x="6709737" y="6799665"/>
                  </a:lnTo>
                  <a:lnTo>
                    <a:pt x="6614583" y="6850465"/>
                  </a:lnTo>
                  <a:close/>
                </a:path>
                <a:path w="6802755" h="7098030">
                  <a:moveTo>
                    <a:pt x="6281437" y="6863165"/>
                  </a:moveTo>
                  <a:lnTo>
                    <a:pt x="6230025" y="6774265"/>
                  </a:lnTo>
                  <a:lnTo>
                    <a:pt x="6319072" y="6723465"/>
                  </a:lnTo>
                  <a:lnTo>
                    <a:pt x="6370484" y="6812365"/>
                  </a:lnTo>
                  <a:lnTo>
                    <a:pt x="6281437" y="6863165"/>
                  </a:lnTo>
                  <a:close/>
                </a:path>
                <a:path w="6802755" h="7098030">
                  <a:moveTo>
                    <a:pt x="5948186" y="6888565"/>
                  </a:moveTo>
                  <a:lnTo>
                    <a:pt x="5900002" y="6799665"/>
                  </a:lnTo>
                  <a:lnTo>
                    <a:pt x="5983458" y="6748865"/>
                  </a:lnTo>
                  <a:lnTo>
                    <a:pt x="6031636" y="6837765"/>
                  </a:lnTo>
                  <a:lnTo>
                    <a:pt x="5948186" y="6888565"/>
                  </a:lnTo>
                  <a:close/>
                </a:path>
                <a:path w="6802755" h="7098030">
                  <a:moveTo>
                    <a:pt x="6485146" y="6926665"/>
                  </a:moveTo>
                  <a:lnTo>
                    <a:pt x="6431087" y="6837765"/>
                  </a:lnTo>
                  <a:lnTo>
                    <a:pt x="6524713" y="6774265"/>
                  </a:lnTo>
                  <a:lnTo>
                    <a:pt x="6578772" y="6875865"/>
                  </a:lnTo>
                  <a:lnTo>
                    <a:pt x="6485146" y="6926665"/>
                  </a:lnTo>
                  <a:close/>
                </a:path>
                <a:path w="6802755" h="7098030">
                  <a:moveTo>
                    <a:pt x="6152002" y="6939365"/>
                  </a:moveTo>
                  <a:lnTo>
                    <a:pt x="6101466" y="6850465"/>
                  </a:lnTo>
                  <a:lnTo>
                    <a:pt x="6188991" y="6799665"/>
                  </a:lnTo>
                  <a:lnTo>
                    <a:pt x="6239527" y="6888565"/>
                  </a:lnTo>
                  <a:lnTo>
                    <a:pt x="6152002" y="6939365"/>
                  </a:lnTo>
                  <a:close/>
                </a:path>
                <a:path w="6802755" h="7098030">
                  <a:moveTo>
                    <a:pt x="5818751" y="6952065"/>
                  </a:moveTo>
                  <a:lnTo>
                    <a:pt x="5771449" y="6875865"/>
                  </a:lnTo>
                  <a:lnTo>
                    <a:pt x="5853371" y="6825065"/>
                  </a:lnTo>
                  <a:lnTo>
                    <a:pt x="5900672" y="6913965"/>
                  </a:lnTo>
                  <a:lnTo>
                    <a:pt x="5818751" y="6952065"/>
                  </a:lnTo>
                  <a:close/>
                </a:path>
                <a:path w="6802755" h="7098030">
                  <a:moveTo>
                    <a:pt x="6688852" y="6990165"/>
                  </a:moveTo>
                  <a:lnTo>
                    <a:pt x="6632150" y="6888565"/>
                  </a:lnTo>
                  <a:lnTo>
                    <a:pt x="6730366" y="6825065"/>
                  </a:lnTo>
                  <a:lnTo>
                    <a:pt x="6787068" y="6926665"/>
                  </a:lnTo>
                  <a:lnTo>
                    <a:pt x="6688852" y="6990165"/>
                  </a:lnTo>
                  <a:close/>
                </a:path>
                <a:path w="6802755" h="7098030">
                  <a:moveTo>
                    <a:pt x="6355706" y="7002865"/>
                  </a:moveTo>
                  <a:lnTo>
                    <a:pt x="6302528" y="6913965"/>
                  </a:lnTo>
                  <a:lnTo>
                    <a:pt x="6394638" y="6850465"/>
                  </a:lnTo>
                  <a:lnTo>
                    <a:pt x="6447815" y="6952065"/>
                  </a:lnTo>
                  <a:lnTo>
                    <a:pt x="6355706" y="7002865"/>
                  </a:lnTo>
                  <a:close/>
                </a:path>
                <a:path w="6802755" h="7098030">
                  <a:moveTo>
                    <a:pt x="6022668" y="7015565"/>
                  </a:moveTo>
                  <a:lnTo>
                    <a:pt x="5973311" y="6926665"/>
                  </a:lnTo>
                  <a:lnTo>
                    <a:pt x="6058799" y="6875865"/>
                  </a:lnTo>
                  <a:lnTo>
                    <a:pt x="6108156" y="6964765"/>
                  </a:lnTo>
                  <a:lnTo>
                    <a:pt x="6022668" y="7015565"/>
                  </a:lnTo>
                  <a:close/>
                </a:path>
                <a:path w="6802755" h="7098030">
                  <a:moveTo>
                    <a:pt x="6559410" y="7053665"/>
                  </a:moveTo>
                  <a:lnTo>
                    <a:pt x="6503591" y="6964765"/>
                  </a:lnTo>
                  <a:lnTo>
                    <a:pt x="6600279" y="6901265"/>
                  </a:lnTo>
                  <a:lnTo>
                    <a:pt x="6656098" y="7002865"/>
                  </a:lnTo>
                  <a:lnTo>
                    <a:pt x="6559410" y="7053665"/>
                  </a:lnTo>
                  <a:close/>
                </a:path>
                <a:path w="6802755" h="7098030">
                  <a:moveTo>
                    <a:pt x="6226385" y="7079065"/>
                  </a:moveTo>
                  <a:lnTo>
                    <a:pt x="6174380" y="6990165"/>
                  </a:lnTo>
                  <a:lnTo>
                    <a:pt x="6264452" y="6926665"/>
                  </a:lnTo>
                  <a:lnTo>
                    <a:pt x="6316450" y="7028265"/>
                  </a:lnTo>
                  <a:lnTo>
                    <a:pt x="6226385" y="7079065"/>
                  </a:lnTo>
                  <a:close/>
                </a:path>
                <a:path w="6802755" h="7098030">
                  <a:moveTo>
                    <a:pt x="5893346" y="7091765"/>
                  </a:moveTo>
                  <a:lnTo>
                    <a:pt x="5845162" y="7002865"/>
                  </a:lnTo>
                  <a:lnTo>
                    <a:pt x="5928612" y="6952065"/>
                  </a:lnTo>
                  <a:lnTo>
                    <a:pt x="5976796" y="7040965"/>
                  </a:lnTo>
                  <a:lnTo>
                    <a:pt x="5893346" y="7091765"/>
                  </a:lnTo>
                  <a:close/>
                </a:path>
                <a:path w="6802755" h="7098030">
                  <a:moveTo>
                    <a:pt x="6490236" y="7091765"/>
                  </a:moveTo>
                  <a:lnTo>
                    <a:pt x="6412755" y="7091765"/>
                  </a:lnTo>
                  <a:lnTo>
                    <a:pt x="6383064" y="7040965"/>
                  </a:lnTo>
                  <a:lnTo>
                    <a:pt x="6468042" y="6990165"/>
                  </a:lnTo>
                  <a:lnTo>
                    <a:pt x="6517108" y="7079065"/>
                  </a:lnTo>
                  <a:lnTo>
                    <a:pt x="6490236" y="7091765"/>
                  </a:lnTo>
                  <a:close/>
                </a:path>
                <a:path w="6802755" h="7098030">
                  <a:moveTo>
                    <a:pt x="6771514" y="7091765"/>
                  </a:moveTo>
                  <a:lnTo>
                    <a:pt x="6735964" y="7028265"/>
                  </a:lnTo>
                  <a:lnTo>
                    <a:pt x="6797534" y="6990165"/>
                  </a:lnTo>
                  <a:lnTo>
                    <a:pt x="6802291" y="7002865"/>
                  </a:lnTo>
                  <a:lnTo>
                    <a:pt x="6802291" y="7066365"/>
                  </a:lnTo>
                  <a:lnTo>
                    <a:pt x="6771514" y="7091765"/>
                  </a:lnTo>
                  <a:close/>
                </a:path>
                <a:path w="6802755" h="7098030">
                  <a:moveTo>
                    <a:pt x="6168849" y="7091765"/>
                  </a:moveTo>
                  <a:lnTo>
                    <a:pt x="6077936" y="7091765"/>
                  </a:lnTo>
                  <a:lnTo>
                    <a:pt x="6061879" y="7066365"/>
                  </a:lnTo>
                  <a:lnTo>
                    <a:pt x="6130065" y="7028265"/>
                  </a:lnTo>
                  <a:lnTo>
                    <a:pt x="6168849" y="7091765"/>
                  </a:lnTo>
                  <a:close/>
                </a:path>
                <a:path w="6802755" h="7098030">
                  <a:moveTo>
                    <a:pt x="6676348" y="7091765"/>
                  </a:moveTo>
                  <a:lnTo>
                    <a:pt x="6633023" y="7091765"/>
                  </a:lnTo>
                  <a:lnTo>
                    <a:pt x="6665515" y="7079065"/>
                  </a:lnTo>
                  <a:lnTo>
                    <a:pt x="6676348" y="7091765"/>
                  </a:lnTo>
                  <a:close/>
                </a:path>
                <a:path w="6802755" h="7098030">
                  <a:moveTo>
                    <a:pt x="3809318" y="3411332"/>
                  </a:moveTo>
                  <a:lnTo>
                    <a:pt x="3798448" y="3392502"/>
                  </a:lnTo>
                  <a:lnTo>
                    <a:pt x="3817278" y="3381634"/>
                  </a:lnTo>
                  <a:lnTo>
                    <a:pt x="3828146" y="3400458"/>
                  </a:lnTo>
                  <a:lnTo>
                    <a:pt x="3809318" y="3411332"/>
                  </a:lnTo>
                  <a:close/>
                </a:path>
                <a:path w="6802755" h="7098030">
                  <a:moveTo>
                    <a:pt x="3734728" y="3280367"/>
                  </a:moveTo>
                  <a:lnTo>
                    <a:pt x="3724736" y="3263066"/>
                  </a:lnTo>
                  <a:lnTo>
                    <a:pt x="3742037" y="3253073"/>
                  </a:lnTo>
                  <a:lnTo>
                    <a:pt x="3752029" y="3270380"/>
                  </a:lnTo>
                  <a:lnTo>
                    <a:pt x="3734728" y="3280367"/>
                  </a:lnTo>
                  <a:close/>
                </a:path>
                <a:path w="6802755" h="7098030">
                  <a:moveTo>
                    <a:pt x="3660240" y="3148994"/>
                  </a:moveTo>
                  <a:lnTo>
                    <a:pt x="3651426" y="3133730"/>
                  </a:lnTo>
                  <a:lnTo>
                    <a:pt x="3666690" y="3124917"/>
                  </a:lnTo>
                  <a:lnTo>
                    <a:pt x="3675503" y="3140180"/>
                  </a:lnTo>
                  <a:lnTo>
                    <a:pt x="3660240" y="3148994"/>
                  </a:lnTo>
                  <a:close/>
                </a:path>
                <a:path w="6802755" h="7098030">
                  <a:moveTo>
                    <a:pt x="3585645" y="3018035"/>
                  </a:moveTo>
                  <a:lnTo>
                    <a:pt x="3577707" y="3004293"/>
                  </a:lnTo>
                  <a:lnTo>
                    <a:pt x="3591449" y="2996362"/>
                  </a:lnTo>
                  <a:lnTo>
                    <a:pt x="3599386" y="3010104"/>
                  </a:lnTo>
                  <a:lnTo>
                    <a:pt x="3585645" y="3018035"/>
                  </a:lnTo>
                  <a:close/>
                </a:path>
                <a:path w="6802755" h="7098030">
                  <a:moveTo>
                    <a:pt x="3511049" y="2887070"/>
                  </a:moveTo>
                  <a:lnTo>
                    <a:pt x="3503995" y="2874857"/>
                  </a:lnTo>
                  <a:lnTo>
                    <a:pt x="3516208" y="2867802"/>
                  </a:lnTo>
                  <a:lnTo>
                    <a:pt x="3523263" y="2880016"/>
                  </a:lnTo>
                  <a:lnTo>
                    <a:pt x="3511049" y="2887070"/>
                  </a:lnTo>
                  <a:close/>
                </a:path>
                <a:path w="6802755" h="7098030">
                  <a:moveTo>
                    <a:pt x="3436567" y="2755703"/>
                  </a:moveTo>
                  <a:lnTo>
                    <a:pt x="3430691" y="2745527"/>
                  </a:lnTo>
                  <a:lnTo>
                    <a:pt x="3440867" y="2739651"/>
                  </a:lnTo>
                  <a:lnTo>
                    <a:pt x="3446743" y="2749827"/>
                  </a:lnTo>
                  <a:lnTo>
                    <a:pt x="3436567" y="2755703"/>
                  </a:lnTo>
                  <a:close/>
                </a:path>
                <a:path w="6802755" h="7098030">
                  <a:moveTo>
                    <a:pt x="3361859" y="2625141"/>
                  </a:moveTo>
                  <a:lnTo>
                    <a:pt x="3356570" y="2615977"/>
                  </a:lnTo>
                  <a:lnTo>
                    <a:pt x="3365727" y="2610694"/>
                  </a:lnTo>
                  <a:lnTo>
                    <a:pt x="3371016" y="2619857"/>
                  </a:lnTo>
                  <a:lnTo>
                    <a:pt x="3361859" y="2625141"/>
                  </a:lnTo>
                  <a:close/>
                </a:path>
                <a:path w="6802755" h="7098030">
                  <a:moveTo>
                    <a:pt x="3287158" y="2494578"/>
                  </a:moveTo>
                  <a:lnTo>
                    <a:pt x="3282461" y="2486440"/>
                  </a:lnTo>
                  <a:lnTo>
                    <a:pt x="3290599" y="2481737"/>
                  </a:lnTo>
                  <a:lnTo>
                    <a:pt x="3295296" y="2489876"/>
                  </a:lnTo>
                  <a:lnTo>
                    <a:pt x="3287158" y="2494578"/>
                  </a:lnTo>
                  <a:close/>
                </a:path>
                <a:path w="6802755" h="7098030">
                  <a:moveTo>
                    <a:pt x="3212456" y="2364016"/>
                  </a:moveTo>
                  <a:lnTo>
                    <a:pt x="3208339" y="2356891"/>
                  </a:lnTo>
                  <a:lnTo>
                    <a:pt x="3215465" y="2352774"/>
                  </a:lnTo>
                  <a:lnTo>
                    <a:pt x="3219582" y="2359900"/>
                  </a:lnTo>
                  <a:lnTo>
                    <a:pt x="3212456" y="2364016"/>
                  </a:lnTo>
                  <a:close/>
                </a:path>
                <a:path w="6802755" h="7098030">
                  <a:moveTo>
                    <a:pt x="3137861" y="2233052"/>
                  </a:moveTo>
                  <a:lnTo>
                    <a:pt x="3134627" y="2227454"/>
                  </a:lnTo>
                  <a:lnTo>
                    <a:pt x="3140224" y="2224220"/>
                  </a:lnTo>
                  <a:lnTo>
                    <a:pt x="3143458" y="2229823"/>
                  </a:lnTo>
                  <a:lnTo>
                    <a:pt x="3137861" y="2233052"/>
                  </a:lnTo>
                  <a:close/>
                </a:path>
                <a:path w="6802755" h="7098030">
                  <a:moveTo>
                    <a:pt x="3063159" y="2102490"/>
                  </a:moveTo>
                  <a:lnTo>
                    <a:pt x="3060518" y="2097911"/>
                  </a:lnTo>
                  <a:lnTo>
                    <a:pt x="3065096" y="2095263"/>
                  </a:lnTo>
                  <a:lnTo>
                    <a:pt x="3067738" y="2099848"/>
                  </a:lnTo>
                  <a:lnTo>
                    <a:pt x="3063159" y="2102490"/>
                  </a:lnTo>
                  <a:close/>
                </a:path>
                <a:path w="6802755" h="7098030">
                  <a:moveTo>
                    <a:pt x="2988457" y="1971928"/>
                  </a:moveTo>
                  <a:lnTo>
                    <a:pt x="2986396" y="1968362"/>
                  </a:lnTo>
                  <a:lnTo>
                    <a:pt x="2989961" y="1966306"/>
                  </a:lnTo>
                  <a:lnTo>
                    <a:pt x="2992023" y="1969872"/>
                  </a:lnTo>
                  <a:lnTo>
                    <a:pt x="2988457" y="1971928"/>
                  </a:lnTo>
                  <a:close/>
                </a:path>
                <a:path w="6802755" h="7098030">
                  <a:moveTo>
                    <a:pt x="2913756" y="1841365"/>
                  </a:moveTo>
                  <a:lnTo>
                    <a:pt x="2912287" y="1838819"/>
                  </a:lnTo>
                  <a:lnTo>
                    <a:pt x="2914833" y="1837350"/>
                  </a:lnTo>
                  <a:lnTo>
                    <a:pt x="2916303" y="1839897"/>
                  </a:lnTo>
                  <a:lnTo>
                    <a:pt x="2913756" y="1841365"/>
                  </a:lnTo>
                  <a:close/>
                </a:path>
                <a:path w="6802755" h="7098030">
                  <a:moveTo>
                    <a:pt x="2839055" y="1710803"/>
                  </a:moveTo>
                  <a:lnTo>
                    <a:pt x="2838171" y="1709269"/>
                  </a:lnTo>
                  <a:lnTo>
                    <a:pt x="2839694" y="1708393"/>
                  </a:lnTo>
                  <a:lnTo>
                    <a:pt x="2840577" y="1709921"/>
                  </a:lnTo>
                  <a:lnTo>
                    <a:pt x="2839055" y="1710803"/>
                  </a:lnTo>
                  <a:close/>
                </a:path>
                <a:path w="6802755" h="7098030">
                  <a:moveTo>
                    <a:pt x="3789894" y="3074482"/>
                  </a:moveTo>
                  <a:lnTo>
                    <a:pt x="3780784" y="3058709"/>
                  </a:lnTo>
                  <a:lnTo>
                    <a:pt x="3796558" y="3049605"/>
                  </a:lnTo>
                  <a:lnTo>
                    <a:pt x="3805667" y="3065378"/>
                  </a:lnTo>
                  <a:lnTo>
                    <a:pt x="3789894" y="3074482"/>
                  </a:lnTo>
                  <a:close/>
                </a:path>
                <a:path w="6802755" h="7098030">
                  <a:moveTo>
                    <a:pt x="3715299" y="2943517"/>
                  </a:moveTo>
                  <a:lnTo>
                    <a:pt x="3707072" y="2929272"/>
                  </a:lnTo>
                  <a:lnTo>
                    <a:pt x="3721317" y="2921045"/>
                  </a:lnTo>
                  <a:lnTo>
                    <a:pt x="3729544" y="2935290"/>
                  </a:lnTo>
                  <a:lnTo>
                    <a:pt x="3715299" y="2943517"/>
                  </a:lnTo>
                  <a:close/>
                </a:path>
                <a:path w="6802755" h="7098030">
                  <a:moveTo>
                    <a:pt x="3640698" y="2812558"/>
                  </a:moveTo>
                  <a:lnTo>
                    <a:pt x="3633353" y="2799835"/>
                  </a:lnTo>
                  <a:lnTo>
                    <a:pt x="3646076" y="2792491"/>
                  </a:lnTo>
                  <a:lnTo>
                    <a:pt x="3653421" y="2805214"/>
                  </a:lnTo>
                  <a:lnTo>
                    <a:pt x="3640698" y="2812558"/>
                  </a:lnTo>
                  <a:close/>
                </a:path>
                <a:path w="6802755" h="7098030">
                  <a:moveTo>
                    <a:pt x="3566215" y="2681191"/>
                  </a:moveTo>
                  <a:lnTo>
                    <a:pt x="3560044" y="2670500"/>
                  </a:lnTo>
                  <a:lnTo>
                    <a:pt x="3570729" y="2664334"/>
                  </a:lnTo>
                  <a:lnTo>
                    <a:pt x="3576901" y="2675019"/>
                  </a:lnTo>
                  <a:lnTo>
                    <a:pt x="3566215" y="2681191"/>
                  </a:lnTo>
                  <a:close/>
                </a:path>
                <a:path w="6802755" h="7098030">
                  <a:moveTo>
                    <a:pt x="3491620" y="2550226"/>
                  </a:moveTo>
                  <a:lnTo>
                    <a:pt x="3486331" y="2541063"/>
                  </a:lnTo>
                  <a:lnTo>
                    <a:pt x="3495488" y="2535773"/>
                  </a:lnTo>
                  <a:lnTo>
                    <a:pt x="3500777" y="2544937"/>
                  </a:lnTo>
                  <a:lnTo>
                    <a:pt x="3491620" y="2550226"/>
                  </a:lnTo>
                  <a:close/>
                </a:path>
                <a:path w="6802755" h="7098030">
                  <a:moveTo>
                    <a:pt x="3416918" y="2419658"/>
                  </a:moveTo>
                  <a:lnTo>
                    <a:pt x="3412215" y="2411520"/>
                  </a:lnTo>
                  <a:lnTo>
                    <a:pt x="3420359" y="2406823"/>
                  </a:lnTo>
                  <a:lnTo>
                    <a:pt x="3425056" y="2414961"/>
                  </a:lnTo>
                  <a:lnTo>
                    <a:pt x="3416918" y="2419658"/>
                  </a:lnTo>
                  <a:close/>
                </a:path>
                <a:path w="6802755" h="7098030">
                  <a:moveTo>
                    <a:pt x="3342217" y="2289096"/>
                  </a:moveTo>
                  <a:lnTo>
                    <a:pt x="3338100" y="2281971"/>
                  </a:lnTo>
                  <a:lnTo>
                    <a:pt x="3345226" y="2277860"/>
                  </a:lnTo>
                  <a:lnTo>
                    <a:pt x="3349342" y="2284985"/>
                  </a:lnTo>
                  <a:lnTo>
                    <a:pt x="3342217" y="2289096"/>
                  </a:lnTo>
                  <a:close/>
                </a:path>
                <a:path w="6802755" h="7098030">
                  <a:moveTo>
                    <a:pt x="3267622" y="2158137"/>
                  </a:moveTo>
                  <a:lnTo>
                    <a:pt x="3264388" y="2152534"/>
                  </a:lnTo>
                  <a:lnTo>
                    <a:pt x="3269985" y="2149306"/>
                  </a:lnTo>
                  <a:lnTo>
                    <a:pt x="3273219" y="2154903"/>
                  </a:lnTo>
                  <a:lnTo>
                    <a:pt x="3267622" y="2158137"/>
                  </a:lnTo>
                  <a:close/>
                </a:path>
                <a:path w="6802755" h="7098030">
                  <a:moveTo>
                    <a:pt x="3192920" y="2027575"/>
                  </a:moveTo>
                  <a:lnTo>
                    <a:pt x="3190272" y="2022990"/>
                  </a:lnTo>
                  <a:lnTo>
                    <a:pt x="3194857" y="2020349"/>
                  </a:lnTo>
                  <a:lnTo>
                    <a:pt x="3197499" y="2024927"/>
                  </a:lnTo>
                  <a:lnTo>
                    <a:pt x="3192920" y="2027575"/>
                  </a:lnTo>
                  <a:close/>
                </a:path>
                <a:path w="6802755" h="7098030">
                  <a:moveTo>
                    <a:pt x="3118218" y="1897013"/>
                  </a:moveTo>
                  <a:lnTo>
                    <a:pt x="3116157" y="1893447"/>
                  </a:lnTo>
                  <a:lnTo>
                    <a:pt x="3119722" y="1891386"/>
                  </a:lnTo>
                  <a:lnTo>
                    <a:pt x="3121784" y="1894952"/>
                  </a:lnTo>
                  <a:lnTo>
                    <a:pt x="3118218" y="1897013"/>
                  </a:lnTo>
                  <a:close/>
                </a:path>
                <a:path w="6802755" h="7098030">
                  <a:moveTo>
                    <a:pt x="3043511" y="1766451"/>
                  </a:moveTo>
                  <a:lnTo>
                    <a:pt x="3042041" y="1763904"/>
                  </a:lnTo>
                  <a:lnTo>
                    <a:pt x="3044588" y="1762435"/>
                  </a:lnTo>
                  <a:lnTo>
                    <a:pt x="3046057" y="1764982"/>
                  </a:lnTo>
                  <a:lnTo>
                    <a:pt x="3043511" y="1766451"/>
                  </a:lnTo>
                  <a:close/>
                </a:path>
                <a:path w="6802755" h="7098030">
                  <a:moveTo>
                    <a:pt x="2968815" y="1635883"/>
                  </a:moveTo>
                  <a:lnTo>
                    <a:pt x="2967932" y="1634355"/>
                  </a:lnTo>
                  <a:lnTo>
                    <a:pt x="2969455" y="1633472"/>
                  </a:lnTo>
                  <a:lnTo>
                    <a:pt x="2970337" y="1635006"/>
                  </a:lnTo>
                  <a:lnTo>
                    <a:pt x="2968815" y="1635883"/>
                  </a:lnTo>
                  <a:close/>
                </a:path>
                <a:path w="6802755" h="7098030">
                  <a:moveTo>
                    <a:pt x="3770457" y="2737638"/>
                  </a:moveTo>
                  <a:lnTo>
                    <a:pt x="3763112" y="2724915"/>
                  </a:lnTo>
                  <a:lnTo>
                    <a:pt x="3775835" y="2717571"/>
                  </a:lnTo>
                  <a:lnTo>
                    <a:pt x="3783180" y="2730293"/>
                  </a:lnTo>
                  <a:lnTo>
                    <a:pt x="3770457" y="2737638"/>
                  </a:lnTo>
                  <a:close/>
                </a:path>
                <a:path w="6802755" h="7098030">
                  <a:moveTo>
                    <a:pt x="3695862" y="2606673"/>
                  </a:moveTo>
                  <a:lnTo>
                    <a:pt x="3689399" y="2595479"/>
                  </a:lnTo>
                  <a:lnTo>
                    <a:pt x="3700594" y="2589017"/>
                  </a:lnTo>
                  <a:lnTo>
                    <a:pt x="3707056" y="2600211"/>
                  </a:lnTo>
                  <a:lnTo>
                    <a:pt x="3695862" y="2606673"/>
                  </a:lnTo>
                  <a:close/>
                </a:path>
                <a:path w="6802755" h="7098030">
                  <a:moveTo>
                    <a:pt x="3621373" y="2475312"/>
                  </a:moveTo>
                  <a:lnTo>
                    <a:pt x="3616084" y="2466149"/>
                  </a:lnTo>
                  <a:lnTo>
                    <a:pt x="3625247" y="2460859"/>
                  </a:lnTo>
                  <a:lnTo>
                    <a:pt x="3630536" y="2470022"/>
                  </a:lnTo>
                  <a:lnTo>
                    <a:pt x="3621373" y="2475312"/>
                  </a:lnTo>
                  <a:close/>
                </a:path>
                <a:path w="6802755" h="7098030">
                  <a:moveTo>
                    <a:pt x="3546671" y="2344744"/>
                  </a:moveTo>
                  <a:lnTo>
                    <a:pt x="3541968" y="2336605"/>
                  </a:lnTo>
                  <a:lnTo>
                    <a:pt x="3550118" y="2331903"/>
                  </a:lnTo>
                  <a:lnTo>
                    <a:pt x="3554815" y="2340041"/>
                  </a:lnTo>
                  <a:lnTo>
                    <a:pt x="3546671" y="2344744"/>
                  </a:lnTo>
                  <a:close/>
                </a:path>
                <a:path w="6802755" h="7098030">
                  <a:moveTo>
                    <a:pt x="3471976" y="2214182"/>
                  </a:moveTo>
                  <a:lnTo>
                    <a:pt x="3467859" y="2207057"/>
                  </a:lnTo>
                  <a:lnTo>
                    <a:pt x="3474985" y="2202940"/>
                  </a:lnTo>
                  <a:lnTo>
                    <a:pt x="3479095" y="2210065"/>
                  </a:lnTo>
                  <a:lnTo>
                    <a:pt x="3471976" y="2214182"/>
                  </a:lnTo>
                  <a:close/>
                </a:path>
                <a:path w="6802755" h="7098030">
                  <a:moveTo>
                    <a:pt x="3397268" y="2083620"/>
                  </a:moveTo>
                  <a:lnTo>
                    <a:pt x="3393744" y="2077513"/>
                  </a:lnTo>
                  <a:lnTo>
                    <a:pt x="3399850" y="2073989"/>
                  </a:lnTo>
                  <a:lnTo>
                    <a:pt x="3403375" y="2080095"/>
                  </a:lnTo>
                  <a:lnTo>
                    <a:pt x="3397268" y="2083620"/>
                  </a:lnTo>
                  <a:close/>
                </a:path>
                <a:path w="6802755" h="7098030">
                  <a:moveTo>
                    <a:pt x="3322679" y="1952655"/>
                  </a:moveTo>
                  <a:lnTo>
                    <a:pt x="3320032" y="1948077"/>
                  </a:lnTo>
                  <a:lnTo>
                    <a:pt x="3324616" y="1945429"/>
                  </a:lnTo>
                  <a:lnTo>
                    <a:pt x="3327258" y="1950013"/>
                  </a:lnTo>
                  <a:lnTo>
                    <a:pt x="3322679" y="1952655"/>
                  </a:lnTo>
                  <a:close/>
                </a:path>
                <a:path w="6802755" h="7098030">
                  <a:moveTo>
                    <a:pt x="3247978" y="1822093"/>
                  </a:moveTo>
                  <a:lnTo>
                    <a:pt x="3245916" y="1818527"/>
                  </a:lnTo>
                  <a:lnTo>
                    <a:pt x="3249476" y="1816472"/>
                  </a:lnTo>
                  <a:lnTo>
                    <a:pt x="3251537" y="1820038"/>
                  </a:lnTo>
                  <a:lnTo>
                    <a:pt x="3247978" y="1822093"/>
                  </a:lnTo>
                  <a:close/>
                </a:path>
                <a:path w="6802755" h="7098030">
                  <a:moveTo>
                    <a:pt x="3173270" y="1691531"/>
                  </a:moveTo>
                  <a:lnTo>
                    <a:pt x="3171801" y="1688990"/>
                  </a:lnTo>
                  <a:lnTo>
                    <a:pt x="3174348" y="1687521"/>
                  </a:lnTo>
                  <a:lnTo>
                    <a:pt x="3175817" y="1690062"/>
                  </a:lnTo>
                  <a:lnTo>
                    <a:pt x="3173270" y="1691531"/>
                  </a:lnTo>
                  <a:close/>
                </a:path>
                <a:path w="6802755" h="7098030">
                  <a:moveTo>
                    <a:pt x="3098569" y="1560969"/>
                  </a:moveTo>
                  <a:lnTo>
                    <a:pt x="3097686" y="1559441"/>
                  </a:lnTo>
                  <a:lnTo>
                    <a:pt x="3099214" y="1558558"/>
                  </a:lnTo>
                  <a:lnTo>
                    <a:pt x="3100097" y="1560086"/>
                  </a:lnTo>
                  <a:lnTo>
                    <a:pt x="3098569" y="1560969"/>
                  </a:lnTo>
                  <a:close/>
                </a:path>
                <a:path w="6802755" h="7098030">
                  <a:moveTo>
                    <a:pt x="3825623" y="2531754"/>
                  </a:moveTo>
                  <a:lnTo>
                    <a:pt x="3819161" y="2520565"/>
                  </a:lnTo>
                  <a:lnTo>
                    <a:pt x="3830355" y="2514103"/>
                  </a:lnTo>
                  <a:lnTo>
                    <a:pt x="3836818" y="2525292"/>
                  </a:lnTo>
                  <a:lnTo>
                    <a:pt x="3825623" y="2531754"/>
                  </a:lnTo>
                  <a:close/>
                </a:path>
                <a:path w="6802755" h="7098030">
                  <a:moveTo>
                    <a:pt x="3751028" y="2400795"/>
                  </a:moveTo>
                  <a:lnTo>
                    <a:pt x="3745442" y="2391129"/>
                  </a:lnTo>
                  <a:lnTo>
                    <a:pt x="3755115" y="2385543"/>
                  </a:lnTo>
                  <a:lnTo>
                    <a:pt x="3760694" y="2395215"/>
                  </a:lnTo>
                  <a:lnTo>
                    <a:pt x="3751028" y="2400795"/>
                  </a:lnTo>
                  <a:close/>
                </a:path>
                <a:path w="6802755" h="7098030">
                  <a:moveTo>
                    <a:pt x="3676326" y="2270233"/>
                  </a:moveTo>
                  <a:lnTo>
                    <a:pt x="3671333" y="2261579"/>
                  </a:lnTo>
                  <a:lnTo>
                    <a:pt x="3679980" y="2256586"/>
                  </a:lnTo>
                  <a:lnTo>
                    <a:pt x="3684973" y="2265240"/>
                  </a:lnTo>
                  <a:lnTo>
                    <a:pt x="3676326" y="2270233"/>
                  </a:lnTo>
                  <a:close/>
                </a:path>
                <a:path w="6802755" h="7098030">
                  <a:moveTo>
                    <a:pt x="3601624" y="2139671"/>
                  </a:moveTo>
                  <a:lnTo>
                    <a:pt x="3597217" y="2132036"/>
                  </a:lnTo>
                  <a:lnTo>
                    <a:pt x="3604852" y="2127629"/>
                  </a:lnTo>
                  <a:lnTo>
                    <a:pt x="3609259" y="2135264"/>
                  </a:lnTo>
                  <a:lnTo>
                    <a:pt x="3601624" y="2139671"/>
                  </a:lnTo>
                  <a:close/>
                </a:path>
                <a:path w="6802755" h="7098030">
                  <a:moveTo>
                    <a:pt x="3527029" y="2008700"/>
                  </a:moveTo>
                  <a:lnTo>
                    <a:pt x="3523505" y="2002599"/>
                  </a:lnTo>
                  <a:lnTo>
                    <a:pt x="3529611" y="1999075"/>
                  </a:lnTo>
                  <a:lnTo>
                    <a:pt x="3533135" y="2005176"/>
                  </a:lnTo>
                  <a:lnTo>
                    <a:pt x="3527029" y="2008700"/>
                  </a:lnTo>
                  <a:close/>
                </a:path>
                <a:path w="6802755" h="7098030">
                  <a:moveTo>
                    <a:pt x="3452327" y="1878138"/>
                  </a:moveTo>
                  <a:lnTo>
                    <a:pt x="3449389" y="1873050"/>
                  </a:lnTo>
                  <a:lnTo>
                    <a:pt x="3454477" y="1870112"/>
                  </a:lnTo>
                  <a:lnTo>
                    <a:pt x="3457415" y="1875200"/>
                  </a:lnTo>
                  <a:lnTo>
                    <a:pt x="3452327" y="1878138"/>
                  </a:lnTo>
                  <a:close/>
                </a:path>
                <a:path w="6802755" h="7098030">
                  <a:moveTo>
                    <a:pt x="3377626" y="1747576"/>
                  </a:moveTo>
                  <a:lnTo>
                    <a:pt x="3375274" y="1743507"/>
                  </a:lnTo>
                  <a:lnTo>
                    <a:pt x="3379349" y="1741155"/>
                  </a:lnTo>
                  <a:lnTo>
                    <a:pt x="3381695" y="1745224"/>
                  </a:lnTo>
                  <a:lnTo>
                    <a:pt x="3377626" y="1747576"/>
                  </a:lnTo>
                  <a:close/>
                </a:path>
                <a:path w="6802755" h="7098030">
                  <a:moveTo>
                    <a:pt x="3302919" y="1617014"/>
                  </a:moveTo>
                  <a:lnTo>
                    <a:pt x="3301159" y="1613963"/>
                  </a:lnTo>
                  <a:lnTo>
                    <a:pt x="3304210" y="1612198"/>
                  </a:lnTo>
                  <a:lnTo>
                    <a:pt x="3305975" y="1615255"/>
                  </a:lnTo>
                  <a:lnTo>
                    <a:pt x="3302919" y="1617014"/>
                  </a:lnTo>
                  <a:close/>
                </a:path>
                <a:path w="6802755" h="7098030">
                  <a:moveTo>
                    <a:pt x="3228216" y="1486452"/>
                  </a:moveTo>
                  <a:lnTo>
                    <a:pt x="3227043" y="1484420"/>
                  </a:lnTo>
                  <a:lnTo>
                    <a:pt x="3229081" y="1483247"/>
                  </a:lnTo>
                  <a:lnTo>
                    <a:pt x="3230254" y="1485273"/>
                  </a:lnTo>
                  <a:lnTo>
                    <a:pt x="3228216" y="1486452"/>
                  </a:lnTo>
                  <a:close/>
                </a:path>
                <a:path w="6802755" h="7098030">
                  <a:moveTo>
                    <a:pt x="3806082" y="2195318"/>
                  </a:moveTo>
                  <a:lnTo>
                    <a:pt x="3801089" y="2186665"/>
                  </a:lnTo>
                  <a:lnTo>
                    <a:pt x="3809743" y="2181666"/>
                  </a:lnTo>
                  <a:lnTo>
                    <a:pt x="3814736" y="2190319"/>
                  </a:lnTo>
                  <a:lnTo>
                    <a:pt x="3806082" y="2195318"/>
                  </a:lnTo>
                  <a:close/>
                </a:path>
                <a:path w="6802755" h="7098030">
                  <a:moveTo>
                    <a:pt x="3731386" y="2064750"/>
                  </a:moveTo>
                  <a:lnTo>
                    <a:pt x="3726979" y="2057122"/>
                  </a:lnTo>
                  <a:lnTo>
                    <a:pt x="3734614" y="2052715"/>
                  </a:lnTo>
                  <a:lnTo>
                    <a:pt x="3739021" y="2060344"/>
                  </a:lnTo>
                  <a:lnTo>
                    <a:pt x="3731386" y="2064750"/>
                  </a:lnTo>
                  <a:close/>
                </a:path>
                <a:path w="6802755" h="7098030">
                  <a:moveTo>
                    <a:pt x="3656785" y="1933786"/>
                  </a:moveTo>
                  <a:lnTo>
                    <a:pt x="3653261" y="1927685"/>
                  </a:lnTo>
                  <a:lnTo>
                    <a:pt x="3659367" y="1924155"/>
                  </a:lnTo>
                  <a:lnTo>
                    <a:pt x="3662891" y="1930262"/>
                  </a:lnTo>
                  <a:lnTo>
                    <a:pt x="3656785" y="1933786"/>
                  </a:lnTo>
                  <a:close/>
                </a:path>
                <a:path w="6802755" h="7098030">
                  <a:moveTo>
                    <a:pt x="3582089" y="1803224"/>
                  </a:moveTo>
                  <a:lnTo>
                    <a:pt x="3579151" y="1798136"/>
                  </a:lnTo>
                  <a:lnTo>
                    <a:pt x="3584239" y="1795198"/>
                  </a:lnTo>
                  <a:lnTo>
                    <a:pt x="3587177" y="1800286"/>
                  </a:lnTo>
                  <a:lnTo>
                    <a:pt x="3582089" y="1803224"/>
                  </a:lnTo>
                  <a:close/>
                </a:path>
                <a:path w="6802755" h="7098030">
                  <a:moveTo>
                    <a:pt x="3507382" y="1672662"/>
                  </a:moveTo>
                  <a:lnTo>
                    <a:pt x="3505036" y="1668592"/>
                  </a:lnTo>
                  <a:lnTo>
                    <a:pt x="3509105" y="1666241"/>
                  </a:lnTo>
                  <a:lnTo>
                    <a:pt x="3511451" y="1670310"/>
                  </a:lnTo>
                  <a:lnTo>
                    <a:pt x="3507382" y="1672662"/>
                  </a:lnTo>
                  <a:close/>
                </a:path>
                <a:path w="6802755" h="7098030">
                  <a:moveTo>
                    <a:pt x="3432680" y="1542099"/>
                  </a:moveTo>
                  <a:lnTo>
                    <a:pt x="3430921" y="1539043"/>
                  </a:lnTo>
                  <a:lnTo>
                    <a:pt x="3433972" y="1537284"/>
                  </a:lnTo>
                  <a:lnTo>
                    <a:pt x="3435731" y="1540334"/>
                  </a:lnTo>
                  <a:lnTo>
                    <a:pt x="3432680" y="1542099"/>
                  </a:lnTo>
                  <a:close/>
                </a:path>
                <a:path w="6802755" h="7098030">
                  <a:moveTo>
                    <a:pt x="3357978" y="1411532"/>
                  </a:moveTo>
                  <a:lnTo>
                    <a:pt x="3356805" y="1409506"/>
                  </a:lnTo>
                  <a:lnTo>
                    <a:pt x="3358843" y="1408327"/>
                  </a:lnTo>
                  <a:lnTo>
                    <a:pt x="3360016" y="1410359"/>
                  </a:lnTo>
                  <a:lnTo>
                    <a:pt x="3357978" y="1411532"/>
                  </a:lnTo>
                  <a:close/>
                </a:path>
                <a:path w="6802755" h="7098030">
                  <a:moveTo>
                    <a:pt x="3786439" y="1859275"/>
                  </a:moveTo>
                  <a:lnTo>
                    <a:pt x="3782619" y="1852653"/>
                  </a:lnTo>
                  <a:lnTo>
                    <a:pt x="3789235" y="1848838"/>
                  </a:lnTo>
                  <a:lnTo>
                    <a:pt x="3793055" y="1855454"/>
                  </a:lnTo>
                  <a:lnTo>
                    <a:pt x="3786439" y="1859275"/>
                  </a:lnTo>
                  <a:close/>
                </a:path>
                <a:path w="6802755" h="7098030">
                  <a:moveTo>
                    <a:pt x="3711844" y="1728310"/>
                  </a:moveTo>
                  <a:lnTo>
                    <a:pt x="3708906" y="1723222"/>
                  </a:lnTo>
                  <a:lnTo>
                    <a:pt x="3713994" y="1720285"/>
                  </a:lnTo>
                  <a:lnTo>
                    <a:pt x="3716932" y="1725372"/>
                  </a:lnTo>
                  <a:lnTo>
                    <a:pt x="3711844" y="1728310"/>
                  </a:lnTo>
                  <a:close/>
                </a:path>
                <a:path w="6802755" h="7098030">
                  <a:moveTo>
                    <a:pt x="3637142" y="1597742"/>
                  </a:moveTo>
                  <a:lnTo>
                    <a:pt x="3634797" y="1593673"/>
                  </a:lnTo>
                  <a:lnTo>
                    <a:pt x="3638866" y="1591328"/>
                  </a:lnTo>
                  <a:lnTo>
                    <a:pt x="3641211" y="1595397"/>
                  </a:lnTo>
                  <a:lnTo>
                    <a:pt x="3637142" y="1597742"/>
                  </a:lnTo>
                  <a:close/>
                </a:path>
                <a:path w="6802755" h="7098030">
                  <a:moveTo>
                    <a:pt x="3562441" y="1467180"/>
                  </a:moveTo>
                  <a:lnTo>
                    <a:pt x="3560675" y="1464130"/>
                  </a:lnTo>
                  <a:lnTo>
                    <a:pt x="3563732" y="1462365"/>
                  </a:lnTo>
                  <a:lnTo>
                    <a:pt x="3565491" y="1465421"/>
                  </a:lnTo>
                  <a:lnTo>
                    <a:pt x="3562441" y="1467180"/>
                  </a:lnTo>
                  <a:close/>
                </a:path>
                <a:path w="6802755" h="7098030">
                  <a:moveTo>
                    <a:pt x="3487739" y="1336618"/>
                  </a:moveTo>
                  <a:lnTo>
                    <a:pt x="3486566" y="1334587"/>
                  </a:lnTo>
                  <a:lnTo>
                    <a:pt x="3488604" y="1333414"/>
                  </a:lnTo>
                  <a:lnTo>
                    <a:pt x="3489777" y="1335439"/>
                  </a:lnTo>
                  <a:lnTo>
                    <a:pt x="3487739" y="1336618"/>
                  </a:lnTo>
                  <a:close/>
                </a:path>
                <a:path w="6802755" h="7098030">
                  <a:moveTo>
                    <a:pt x="3414056" y="1205464"/>
                  </a:moveTo>
                  <a:lnTo>
                    <a:pt x="3412690" y="1205464"/>
                  </a:lnTo>
                  <a:lnTo>
                    <a:pt x="3412445" y="1205037"/>
                  </a:lnTo>
                  <a:lnTo>
                    <a:pt x="3413810" y="1205037"/>
                  </a:lnTo>
                  <a:lnTo>
                    <a:pt x="3414056" y="1205464"/>
                  </a:lnTo>
                  <a:close/>
                </a:path>
                <a:path w="6802755" h="7098030">
                  <a:moveTo>
                    <a:pt x="3766898" y="1522828"/>
                  </a:moveTo>
                  <a:lnTo>
                    <a:pt x="3764552" y="1518759"/>
                  </a:lnTo>
                  <a:lnTo>
                    <a:pt x="3768621" y="1516407"/>
                  </a:lnTo>
                  <a:lnTo>
                    <a:pt x="3770973" y="1520476"/>
                  </a:lnTo>
                  <a:lnTo>
                    <a:pt x="3766898" y="1522828"/>
                  </a:lnTo>
                  <a:close/>
                </a:path>
                <a:path w="6802755" h="7098030">
                  <a:moveTo>
                    <a:pt x="3692201" y="1392266"/>
                  </a:moveTo>
                  <a:lnTo>
                    <a:pt x="3690436" y="1389209"/>
                  </a:lnTo>
                  <a:lnTo>
                    <a:pt x="3693493" y="1387450"/>
                  </a:lnTo>
                  <a:lnTo>
                    <a:pt x="3695252" y="1390500"/>
                  </a:lnTo>
                  <a:lnTo>
                    <a:pt x="3692201" y="1392266"/>
                  </a:lnTo>
                  <a:close/>
                </a:path>
                <a:path w="6802755" h="7098030">
                  <a:moveTo>
                    <a:pt x="3617500" y="1261698"/>
                  </a:moveTo>
                  <a:lnTo>
                    <a:pt x="3616327" y="1259672"/>
                  </a:lnTo>
                  <a:lnTo>
                    <a:pt x="3618359" y="1258494"/>
                  </a:lnTo>
                  <a:lnTo>
                    <a:pt x="3619532" y="1260525"/>
                  </a:lnTo>
                  <a:lnTo>
                    <a:pt x="3617500" y="1261698"/>
                  </a:lnTo>
                  <a:close/>
                </a:path>
                <a:path w="6802755" h="7098030">
                  <a:moveTo>
                    <a:pt x="3543811" y="1130549"/>
                  </a:moveTo>
                  <a:lnTo>
                    <a:pt x="3542453" y="1130549"/>
                  </a:lnTo>
                  <a:lnTo>
                    <a:pt x="3542206" y="1130123"/>
                  </a:lnTo>
                  <a:lnTo>
                    <a:pt x="3543564" y="1130123"/>
                  </a:lnTo>
                  <a:lnTo>
                    <a:pt x="3543811" y="1130549"/>
                  </a:lnTo>
                  <a:close/>
                </a:path>
                <a:path w="6802755" h="7098030">
                  <a:moveTo>
                    <a:pt x="3896658" y="1447914"/>
                  </a:moveTo>
                  <a:lnTo>
                    <a:pt x="3894313" y="1443845"/>
                  </a:lnTo>
                  <a:lnTo>
                    <a:pt x="3898382" y="1441493"/>
                  </a:lnTo>
                  <a:lnTo>
                    <a:pt x="3900733" y="1445562"/>
                  </a:lnTo>
                  <a:lnTo>
                    <a:pt x="3896658" y="1447914"/>
                  </a:lnTo>
                  <a:close/>
                </a:path>
                <a:path w="6802755" h="7098030">
                  <a:moveTo>
                    <a:pt x="3821957" y="1317352"/>
                  </a:moveTo>
                  <a:lnTo>
                    <a:pt x="3820191" y="1314295"/>
                  </a:lnTo>
                  <a:lnTo>
                    <a:pt x="3823248" y="1312530"/>
                  </a:lnTo>
                  <a:lnTo>
                    <a:pt x="3825013" y="1315587"/>
                  </a:lnTo>
                  <a:lnTo>
                    <a:pt x="3821957" y="1317352"/>
                  </a:lnTo>
                  <a:close/>
                </a:path>
                <a:path w="6802755" h="7098030">
                  <a:moveTo>
                    <a:pt x="3747255" y="1186784"/>
                  </a:moveTo>
                  <a:lnTo>
                    <a:pt x="3746082" y="1184752"/>
                  </a:lnTo>
                  <a:lnTo>
                    <a:pt x="3748113" y="1183579"/>
                  </a:lnTo>
                  <a:lnTo>
                    <a:pt x="3749286" y="1185611"/>
                  </a:lnTo>
                  <a:lnTo>
                    <a:pt x="3747255" y="1186784"/>
                  </a:lnTo>
                  <a:close/>
                </a:path>
                <a:path w="6802755" h="7098030">
                  <a:moveTo>
                    <a:pt x="3673572" y="1055635"/>
                  </a:moveTo>
                  <a:lnTo>
                    <a:pt x="3672216" y="1055635"/>
                  </a:lnTo>
                  <a:lnTo>
                    <a:pt x="3671967" y="1055203"/>
                  </a:lnTo>
                  <a:lnTo>
                    <a:pt x="3673323" y="1055203"/>
                  </a:lnTo>
                  <a:lnTo>
                    <a:pt x="3673572" y="1055635"/>
                  </a:lnTo>
                  <a:close/>
                </a:path>
                <a:path w="6802755" h="7098030">
                  <a:moveTo>
                    <a:pt x="4026419" y="1372993"/>
                  </a:moveTo>
                  <a:lnTo>
                    <a:pt x="4024068" y="1368924"/>
                  </a:lnTo>
                  <a:lnTo>
                    <a:pt x="4028143" y="1366572"/>
                  </a:lnTo>
                  <a:lnTo>
                    <a:pt x="4030494" y="1370641"/>
                  </a:lnTo>
                  <a:lnTo>
                    <a:pt x="4026419" y="1372993"/>
                  </a:lnTo>
                  <a:close/>
                </a:path>
                <a:path w="6802755" h="7098030">
                  <a:moveTo>
                    <a:pt x="3951718" y="1242431"/>
                  </a:moveTo>
                  <a:lnTo>
                    <a:pt x="3949952" y="1239381"/>
                  </a:lnTo>
                  <a:lnTo>
                    <a:pt x="3953003" y="1237616"/>
                  </a:lnTo>
                  <a:lnTo>
                    <a:pt x="3954768" y="1240672"/>
                  </a:lnTo>
                  <a:lnTo>
                    <a:pt x="3951718" y="1242431"/>
                  </a:lnTo>
                  <a:close/>
                </a:path>
                <a:path w="6802755" h="7098030">
                  <a:moveTo>
                    <a:pt x="3877010" y="1111869"/>
                  </a:moveTo>
                  <a:lnTo>
                    <a:pt x="3875837" y="1109837"/>
                  </a:lnTo>
                  <a:lnTo>
                    <a:pt x="3877875" y="1108664"/>
                  </a:lnTo>
                  <a:lnTo>
                    <a:pt x="3879048" y="1110690"/>
                  </a:lnTo>
                  <a:lnTo>
                    <a:pt x="3877010" y="1111869"/>
                  </a:lnTo>
                  <a:close/>
                </a:path>
                <a:path w="6802755" h="7098030">
                  <a:moveTo>
                    <a:pt x="3803327" y="980715"/>
                  </a:moveTo>
                  <a:lnTo>
                    <a:pt x="3801974" y="980715"/>
                  </a:lnTo>
                  <a:lnTo>
                    <a:pt x="3801727" y="980288"/>
                  </a:lnTo>
                  <a:lnTo>
                    <a:pt x="3803080" y="980288"/>
                  </a:lnTo>
                  <a:lnTo>
                    <a:pt x="3803327" y="980715"/>
                  </a:lnTo>
                  <a:close/>
                </a:path>
                <a:path w="6802755" h="7098030">
                  <a:moveTo>
                    <a:pt x="4230876" y="1428640"/>
                  </a:moveTo>
                  <a:lnTo>
                    <a:pt x="4227938" y="1423552"/>
                  </a:lnTo>
                  <a:lnTo>
                    <a:pt x="4233026" y="1420615"/>
                  </a:lnTo>
                  <a:lnTo>
                    <a:pt x="4235963" y="1425702"/>
                  </a:lnTo>
                  <a:lnTo>
                    <a:pt x="4230876" y="1428640"/>
                  </a:lnTo>
                  <a:close/>
                </a:path>
                <a:path w="6802755" h="7098030">
                  <a:moveTo>
                    <a:pt x="4156180" y="1298078"/>
                  </a:moveTo>
                  <a:lnTo>
                    <a:pt x="4153828" y="1294009"/>
                  </a:lnTo>
                  <a:lnTo>
                    <a:pt x="4157898" y="1291657"/>
                  </a:lnTo>
                  <a:lnTo>
                    <a:pt x="4160249" y="1295727"/>
                  </a:lnTo>
                  <a:lnTo>
                    <a:pt x="4156180" y="1298078"/>
                  </a:lnTo>
                  <a:close/>
                </a:path>
                <a:path w="6802755" h="7098030">
                  <a:moveTo>
                    <a:pt x="4081473" y="1167516"/>
                  </a:moveTo>
                  <a:lnTo>
                    <a:pt x="4079713" y="1164460"/>
                  </a:lnTo>
                  <a:lnTo>
                    <a:pt x="4082764" y="1162700"/>
                  </a:lnTo>
                  <a:lnTo>
                    <a:pt x="4084529" y="1165751"/>
                  </a:lnTo>
                  <a:lnTo>
                    <a:pt x="4081473" y="1167516"/>
                  </a:lnTo>
                  <a:close/>
                </a:path>
                <a:path w="6802755" h="7098030">
                  <a:moveTo>
                    <a:pt x="4006771" y="1036948"/>
                  </a:moveTo>
                  <a:lnTo>
                    <a:pt x="4005598" y="1034923"/>
                  </a:lnTo>
                  <a:lnTo>
                    <a:pt x="4007635" y="1033744"/>
                  </a:lnTo>
                  <a:lnTo>
                    <a:pt x="4008808" y="1035776"/>
                  </a:lnTo>
                  <a:lnTo>
                    <a:pt x="4006771" y="1036948"/>
                  </a:lnTo>
                  <a:close/>
                </a:path>
                <a:path w="6802755" h="7098030">
                  <a:moveTo>
                    <a:pt x="3933088" y="905800"/>
                  </a:moveTo>
                  <a:lnTo>
                    <a:pt x="3931729" y="905800"/>
                  </a:lnTo>
                  <a:lnTo>
                    <a:pt x="3931482" y="905373"/>
                  </a:lnTo>
                  <a:lnTo>
                    <a:pt x="3932842" y="905373"/>
                  </a:lnTo>
                  <a:lnTo>
                    <a:pt x="3933088" y="905800"/>
                  </a:lnTo>
                  <a:close/>
                </a:path>
                <a:path w="6802755" h="7098030">
                  <a:moveTo>
                    <a:pt x="4360637" y="1353726"/>
                  </a:moveTo>
                  <a:lnTo>
                    <a:pt x="4357699" y="1348638"/>
                  </a:lnTo>
                  <a:lnTo>
                    <a:pt x="4362787" y="1345700"/>
                  </a:lnTo>
                  <a:lnTo>
                    <a:pt x="4365725" y="1350788"/>
                  </a:lnTo>
                  <a:lnTo>
                    <a:pt x="4360637" y="1353726"/>
                  </a:lnTo>
                  <a:close/>
                </a:path>
                <a:path w="6802755" h="7098030">
                  <a:moveTo>
                    <a:pt x="4285935" y="1223164"/>
                  </a:moveTo>
                  <a:lnTo>
                    <a:pt x="4283584" y="1219095"/>
                  </a:lnTo>
                  <a:lnTo>
                    <a:pt x="4287659" y="1216743"/>
                  </a:lnTo>
                  <a:lnTo>
                    <a:pt x="4290004" y="1220812"/>
                  </a:lnTo>
                  <a:lnTo>
                    <a:pt x="4285935" y="1223164"/>
                  </a:lnTo>
                  <a:close/>
                </a:path>
                <a:path w="6802755" h="7098030">
                  <a:moveTo>
                    <a:pt x="4211234" y="1092596"/>
                  </a:moveTo>
                  <a:lnTo>
                    <a:pt x="4209475" y="1089546"/>
                  </a:lnTo>
                  <a:lnTo>
                    <a:pt x="4212525" y="1087781"/>
                  </a:lnTo>
                  <a:lnTo>
                    <a:pt x="4214290" y="1090837"/>
                  </a:lnTo>
                  <a:lnTo>
                    <a:pt x="4211234" y="1092596"/>
                  </a:lnTo>
                  <a:close/>
                </a:path>
                <a:path w="6802755" h="7098030">
                  <a:moveTo>
                    <a:pt x="4136532" y="962034"/>
                  </a:moveTo>
                  <a:lnTo>
                    <a:pt x="4135359" y="960002"/>
                  </a:lnTo>
                  <a:lnTo>
                    <a:pt x="4137397" y="958830"/>
                  </a:lnTo>
                  <a:lnTo>
                    <a:pt x="4138570" y="960855"/>
                  </a:lnTo>
                  <a:lnTo>
                    <a:pt x="4136532" y="962034"/>
                  </a:lnTo>
                  <a:close/>
                </a:path>
                <a:path w="6802755" h="7098030">
                  <a:moveTo>
                    <a:pt x="4062843" y="830885"/>
                  </a:moveTo>
                  <a:lnTo>
                    <a:pt x="4061493" y="830885"/>
                  </a:lnTo>
                  <a:lnTo>
                    <a:pt x="4061244" y="830453"/>
                  </a:lnTo>
                  <a:lnTo>
                    <a:pt x="4062594" y="830453"/>
                  </a:lnTo>
                  <a:lnTo>
                    <a:pt x="4062843" y="830885"/>
                  </a:lnTo>
                  <a:close/>
                </a:path>
                <a:path w="6802755" h="7098030">
                  <a:moveTo>
                    <a:pt x="4564993" y="1409776"/>
                  </a:moveTo>
                  <a:lnTo>
                    <a:pt x="4561173" y="1403154"/>
                  </a:lnTo>
                  <a:lnTo>
                    <a:pt x="4567789" y="1399333"/>
                  </a:lnTo>
                  <a:lnTo>
                    <a:pt x="4571609" y="1405955"/>
                  </a:lnTo>
                  <a:lnTo>
                    <a:pt x="4564993" y="1409776"/>
                  </a:lnTo>
                  <a:close/>
                </a:path>
                <a:path w="6802755" h="7098030">
                  <a:moveTo>
                    <a:pt x="4490398" y="1278805"/>
                  </a:moveTo>
                  <a:lnTo>
                    <a:pt x="4487460" y="1273717"/>
                  </a:lnTo>
                  <a:lnTo>
                    <a:pt x="4492548" y="1270779"/>
                  </a:lnTo>
                  <a:lnTo>
                    <a:pt x="4495486" y="1275867"/>
                  </a:lnTo>
                  <a:lnTo>
                    <a:pt x="4490398" y="1278805"/>
                  </a:lnTo>
                  <a:close/>
                </a:path>
                <a:path w="6802755" h="7098030">
                  <a:moveTo>
                    <a:pt x="4415696" y="1148243"/>
                  </a:moveTo>
                  <a:lnTo>
                    <a:pt x="4413345" y="1144174"/>
                  </a:lnTo>
                  <a:lnTo>
                    <a:pt x="4417420" y="1141822"/>
                  </a:lnTo>
                  <a:lnTo>
                    <a:pt x="4419766" y="1145891"/>
                  </a:lnTo>
                  <a:lnTo>
                    <a:pt x="4415696" y="1148243"/>
                  </a:lnTo>
                  <a:close/>
                </a:path>
                <a:path w="6802755" h="7098030">
                  <a:moveTo>
                    <a:pt x="4340989" y="1017681"/>
                  </a:moveTo>
                  <a:lnTo>
                    <a:pt x="4339230" y="1014631"/>
                  </a:lnTo>
                  <a:lnTo>
                    <a:pt x="4342286" y="1012866"/>
                  </a:lnTo>
                  <a:lnTo>
                    <a:pt x="4344045" y="1015916"/>
                  </a:lnTo>
                  <a:lnTo>
                    <a:pt x="4340989" y="1017681"/>
                  </a:lnTo>
                  <a:close/>
                </a:path>
                <a:path w="6802755" h="7098030">
                  <a:moveTo>
                    <a:pt x="4266293" y="887113"/>
                  </a:moveTo>
                  <a:lnTo>
                    <a:pt x="4265120" y="885087"/>
                  </a:lnTo>
                  <a:lnTo>
                    <a:pt x="4267151" y="883915"/>
                  </a:lnTo>
                  <a:lnTo>
                    <a:pt x="4268324" y="885940"/>
                  </a:lnTo>
                  <a:lnTo>
                    <a:pt x="4266293" y="887113"/>
                  </a:lnTo>
                  <a:close/>
                </a:path>
                <a:path w="6802755" h="7098030">
                  <a:moveTo>
                    <a:pt x="4192604" y="755964"/>
                  </a:moveTo>
                  <a:lnTo>
                    <a:pt x="4191252" y="755964"/>
                  </a:lnTo>
                  <a:lnTo>
                    <a:pt x="4191005" y="755538"/>
                  </a:lnTo>
                  <a:lnTo>
                    <a:pt x="4192357" y="755538"/>
                  </a:lnTo>
                  <a:lnTo>
                    <a:pt x="4192604" y="755964"/>
                  </a:lnTo>
                  <a:close/>
                </a:path>
                <a:path w="6802755" h="7098030">
                  <a:moveTo>
                    <a:pt x="4769455" y="1465418"/>
                  </a:moveTo>
                  <a:lnTo>
                    <a:pt x="4765048" y="1457789"/>
                  </a:lnTo>
                  <a:lnTo>
                    <a:pt x="4772683" y="1453382"/>
                  </a:lnTo>
                  <a:lnTo>
                    <a:pt x="4777090" y="1461011"/>
                  </a:lnTo>
                  <a:lnTo>
                    <a:pt x="4769455" y="1465418"/>
                  </a:lnTo>
                  <a:close/>
                </a:path>
                <a:path w="6802755" h="7098030">
                  <a:moveTo>
                    <a:pt x="4694753" y="1334856"/>
                  </a:moveTo>
                  <a:lnTo>
                    <a:pt x="4690933" y="1328240"/>
                  </a:lnTo>
                  <a:lnTo>
                    <a:pt x="4697549" y="1324419"/>
                  </a:lnTo>
                  <a:lnTo>
                    <a:pt x="4701369" y="1331035"/>
                  </a:lnTo>
                  <a:lnTo>
                    <a:pt x="4694753" y="1334856"/>
                  </a:lnTo>
                  <a:close/>
                </a:path>
                <a:path w="6802755" h="7098030">
                  <a:moveTo>
                    <a:pt x="4620158" y="1203891"/>
                  </a:moveTo>
                  <a:lnTo>
                    <a:pt x="4617220" y="1198803"/>
                  </a:lnTo>
                  <a:lnTo>
                    <a:pt x="4622308" y="1195865"/>
                  </a:lnTo>
                  <a:lnTo>
                    <a:pt x="4625246" y="1200953"/>
                  </a:lnTo>
                  <a:lnTo>
                    <a:pt x="4620158" y="1203891"/>
                  </a:lnTo>
                  <a:close/>
                </a:path>
                <a:path w="6802755" h="7098030">
                  <a:moveTo>
                    <a:pt x="4545451" y="1073329"/>
                  </a:moveTo>
                  <a:lnTo>
                    <a:pt x="4543105" y="1069260"/>
                  </a:lnTo>
                  <a:lnTo>
                    <a:pt x="4547180" y="1066908"/>
                  </a:lnTo>
                  <a:lnTo>
                    <a:pt x="4549526" y="1070977"/>
                  </a:lnTo>
                  <a:lnTo>
                    <a:pt x="4545451" y="1073329"/>
                  </a:lnTo>
                  <a:close/>
                </a:path>
                <a:path w="6802755" h="7098030">
                  <a:moveTo>
                    <a:pt x="4470749" y="942766"/>
                  </a:moveTo>
                  <a:lnTo>
                    <a:pt x="4468990" y="939710"/>
                  </a:lnTo>
                  <a:lnTo>
                    <a:pt x="4472041" y="937951"/>
                  </a:lnTo>
                  <a:lnTo>
                    <a:pt x="4473800" y="941001"/>
                  </a:lnTo>
                  <a:lnTo>
                    <a:pt x="4470749" y="942766"/>
                  </a:lnTo>
                  <a:close/>
                </a:path>
                <a:path w="6802755" h="7098030">
                  <a:moveTo>
                    <a:pt x="4396047" y="812199"/>
                  </a:moveTo>
                  <a:lnTo>
                    <a:pt x="4394874" y="810173"/>
                  </a:lnTo>
                  <a:lnTo>
                    <a:pt x="4396912" y="808994"/>
                  </a:lnTo>
                  <a:lnTo>
                    <a:pt x="4398085" y="811026"/>
                  </a:lnTo>
                  <a:lnTo>
                    <a:pt x="4396047" y="812199"/>
                  </a:lnTo>
                  <a:close/>
                </a:path>
                <a:path w="6802755" h="7098030">
                  <a:moveTo>
                    <a:pt x="4322364" y="681050"/>
                  </a:moveTo>
                  <a:lnTo>
                    <a:pt x="4321014" y="681050"/>
                  </a:lnTo>
                  <a:lnTo>
                    <a:pt x="4320765" y="680618"/>
                  </a:lnTo>
                  <a:lnTo>
                    <a:pt x="4322115" y="680618"/>
                  </a:lnTo>
                  <a:lnTo>
                    <a:pt x="4322364" y="681050"/>
                  </a:lnTo>
                  <a:close/>
                </a:path>
                <a:path w="6802755" h="7098030">
                  <a:moveTo>
                    <a:pt x="4899216" y="1390503"/>
                  </a:moveTo>
                  <a:lnTo>
                    <a:pt x="4894809" y="1382868"/>
                  </a:lnTo>
                  <a:lnTo>
                    <a:pt x="4902438" y="1378461"/>
                  </a:lnTo>
                  <a:lnTo>
                    <a:pt x="4906845" y="1386096"/>
                  </a:lnTo>
                  <a:lnTo>
                    <a:pt x="4899216" y="1390503"/>
                  </a:lnTo>
                  <a:close/>
                </a:path>
                <a:path w="6802755" h="7098030">
                  <a:moveTo>
                    <a:pt x="4824508" y="1259941"/>
                  </a:moveTo>
                  <a:lnTo>
                    <a:pt x="4820688" y="1253319"/>
                  </a:lnTo>
                  <a:lnTo>
                    <a:pt x="4827304" y="1249504"/>
                  </a:lnTo>
                  <a:lnTo>
                    <a:pt x="4831124" y="1256120"/>
                  </a:lnTo>
                  <a:lnTo>
                    <a:pt x="4824508" y="1259941"/>
                  </a:lnTo>
                  <a:close/>
                </a:path>
                <a:path w="6802755" h="7098030">
                  <a:moveTo>
                    <a:pt x="4749919" y="1128970"/>
                  </a:moveTo>
                  <a:lnTo>
                    <a:pt x="4746982" y="1123882"/>
                  </a:lnTo>
                  <a:lnTo>
                    <a:pt x="4752069" y="1120944"/>
                  </a:lnTo>
                  <a:lnTo>
                    <a:pt x="4755007" y="1126032"/>
                  </a:lnTo>
                  <a:lnTo>
                    <a:pt x="4749919" y="1128970"/>
                  </a:lnTo>
                  <a:close/>
                </a:path>
                <a:path w="6802755" h="7098030">
                  <a:moveTo>
                    <a:pt x="4675212" y="998408"/>
                  </a:moveTo>
                  <a:lnTo>
                    <a:pt x="4672866" y="994339"/>
                  </a:lnTo>
                  <a:lnTo>
                    <a:pt x="4676936" y="991993"/>
                  </a:lnTo>
                  <a:lnTo>
                    <a:pt x="4679281" y="996062"/>
                  </a:lnTo>
                  <a:lnTo>
                    <a:pt x="4675212" y="998408"/>
                  </a:lnTo>
                  <a:close/>
                </a:path>
                <a:path w="6802755" h="7098030">
                  <a:moveTo>
                    <a:pt x="4600511" y="867846"/>
                  </a:moveTo>
                  <a:lnTo>
                    <a:pt x="4598751" y="864795"/>
                  </a:lnTo>
                  <a:lnTo>
                    <a:pt x="4601802" y="863030"/>
                  </a:lnTo>
                  <a:lnTo>
                    <a:pt x="4603561" y="866087"/>
                  </a:lnTo>
                  <a:lnTo>
                    <a:pt x="4600511" y="867846"/>
                  </a:lnTo>
                  <a:close/>
                </a:path>
                <a:path w="6802755" h="7098030">
                  <a:moveTo>
                    <a:pt x="4525809" y="737284"/>
                  </a:moveTo>
                  <a:lnTo>
                    <a:pt x="4524636" y="735252"/>
                  </a:lnTo>
                  <a:lnTo>
                    <a:pt x="4526673" y="734079"/>
                  </a:lnTo>
                  <a:lnTo>
                    <a:pt x="4527846" y="736105"/>
                  </a:lnTo>
                  <a:lnTo>
                    <a:pt x="4525809" y="737284"/>
                  </a:lnTo>
                  <a:close/>
                </a:path>
                <a:path w="6802755" h="7098030">
                  <a:moveTo>
                    <a:pt x="4452126" y="606129"/>
                  </a:moveTo>
                  <a:lnTo>
                    <a:pt x="4450760" y="606129"/>
                  </a:lnTo>
                  <a:lnTo>
                    <a:pt x="4450515" y="605703"/>
                  </a:lnTo>
                  <a:lnTo>
                    <a:pt x="4451879" y="605703"/>
                  </a:lnTo>
                  <a:lnTo>
                    <a:pt x="4452126" y="606129"/>
                  </a:lnTo>
                  <a:close/>
                </a:path>
                <a:path w="6802755" h="7098030">
                  <a:moveTo>
                    <a:pt x="5103672" y="1446149"/>
                  </a:moveTo>
                  <a:lnTo>
                    <a:pt x="5098679" y="1437496"/>
                  </a:lnTo>
                  <a:lnTo>
                    <a:pt x="5107327" y="1432497"/>
                  </a:lnTo>
                  <a:lnTo>
                    <a:pt x="5112326" y="1441150"/>
                  </a:lnTo>
                  <a:lnTo>
                    <a:pt x="5103672" y="1446149"/>
                  </a:lnTo>
                  <a:close/>
                </a:path>
                <a:path w="6802755" h="7098030">
                  <a:moveTo>
                    <a:pt x="5028971" y="1315587"/>
                  </a:moveTo>
                  <a:lnTo>
                    <a:pt x="5024564" y="1307952"/>
                  </a:lnTo>
                  <a:lnTo>
                    <a:pt x="5032192" y="1303546"/>
                  </a:lnTo>
                  <a:lnTo>
                    <a:pt x="5036599" y="1311181"/>
                  </a:lnTo>
                  <a:lnTo>
                    <a:pt x="5028971" y="1315587"/>
                  </a:lnTo>
                  <a:close/>
                </a:path>
                <a:path w="6802755" h="7098030">
                  <a:moveTo>
                    <a:pt x="4954376" y="1184617"/>
                  </a:moveTo>
                  <a:lnTo>
                    <a:pt x="4950851" y="1178516"/>
                  </a:lnTo>
                  <a:lnTo>
                    <a:pt x="4956958" y="1174986"/>
                  </a:lnTo>
                  <a:lnTo>
                    <a:pt x="4960482" y="1181093"/>
                  </a:lnTo>
                  <a:lnTo>
                    <a:pt x="4954376" y="1184617"/>
                  </a:lnTo>
                  <a:close/>
                </a:path>
                <a:path w="6802755" h="7098030">
                  <a:moveTo>
                    <a:pt x="4879674" y="1054055"/>
                  </a:moveTo>
                  <a:lnTo>
                    <a:pt x="4876736" y="1048967"/>
                  </a:lnTo>
                  <a:lnTo>
                    <a:pt x="4881824" y="1046029"/>
                  </a:lnTo>
                  <a:lnTo>
                    <a:pt x="4884762" y="1051117"/>
                  </a:lnTo>
                  <a:lnTo>
                    <a:pt x="4879674" y="1054055"/>
                  </a:lnTo>
                  <a:close/>
                </a:path>
                <a:path w="6802755" h="7098030">
                  <a:moveTo>
                    <a:pt x="4804966" y="923493"/>
                  </a:moveTo>
                  <a:lnTo>
                    <a:pt x="4802621" y="919423"/>
                  </a:lnTo>
                  <a:lnTo>
                    <a:pt x="4806690" y="917072"/>
                  </a:lnTo>
                  <a:lnTo>
                    <a:pt x="4809041" y="921141"/>
                  </a:lnTo>
                  <a:lnTo>
                    <a:pt x="4804966" y="923493"/>
                  </a:lnTo>
                  <a:close/>
                </a:path>
                <a:path w="6802755" h="7098030">
                  <a:moveTo>
                    <a:pt x="4730270" y="792930"/>
                  </a:moveTo>
                  <a:lnTo>
                    <a:pt x="4728505" y="789874"/>
                  </a:lnTo>
                  <a:lnTo>
                    <a:pt x="4731561" y="788115"/>
                  </a:lnTo>
                  <a:lnTo>
                    <a:pt x="4733320" y="791165"/>
                  </a:lnTo>
                  <a:lnTo>
                    <a:pt x="4730270" y="792930"/>
                  </a:lnTo>
                  <a:close/>
                </a:path>
                <a:path w="6802755" h="7098030">
                  <a:moveTo>
                    <a:pt x="4655569" y="662363"/>
                  </a:moveTo>
                  <a:lnTo>
                    <a:pt x="4654396" y="660337"/>
                  </a:lnTo>
                  <a:lnTo>
                    <a:pt x="4656427" y="659158"/>
                  </a:lnTo>
                  <a:lnTo>
                    <a:pt x="4657600" y="661190"/>
                  </a:lnTo>
                  <a:lnTo>
                    <a:pt x="4655569" y="662363"/>
                  </a:lnTo>
                  <a:close/>
                </a:path>
                <a:path w="6802755" h="7098030">
                  <a:moveTo>
                    <a:pt x="5233535" y="1370826"/>
                  </a:moveTo>
                  <a:lnTo>
                    <a:pt x="5228838" y="1362687"/>
                  </a:lnTo>
                  <a:lnTo>
                    <a:pt x="5236982" y="1357984"/>
                  </a:lnTo>
                  <a:lnTo>
                    <a:pt x="5241685" y="1366123"/>
                  </a:lnTo>
                  <a:lnTo>
                    <a:pt x="5233535" y="1370826"/>
                  </a:lnTo>
                  <a:close/>
                </a:path>
                <a:path w="6802755" h="7098030">
                  <a:moveTo>
                    <a:pt x="5158839" y="1240264"/>
                  </a:moveTo>
                  <a:lnTo>
                    <a:pt x="5154722" y="1233138"/>
                  </a:lnTo>
                  <a:lnTo>
                    <a:pt x="5161841" y="1229028"/>
                  </a:lnTo>
                  <a:lnTo>
                    <a:pt x="5165958" y="1236153"/>
                  </a:lnTo>
                  <a:lnTo>
                    <a:pt x="5158839" y="1240264"/>
                  </a:lnTo>
                  <a:close/>
                </a:path>
                <a:path w="6802755" h="7098030">
                  <a:moveTo>
                    <a:pt x="5084137" y="1109702"/>
                  </a:moveTo>
                  <a:lnTo>
                    <a:pt x="5080613" y="1103595"/>
                  </a:lnTo>
                  <a:lnTo>
                    <a:pt x="5086714" y="1100070"/>
                  </a:lnTo>
                  <a:lnTo>
                    <a:pt x="5090238" y="1106177"/>
                  </a:lnTo>
                  <a:lnTo>
                    <a:pt x="5084137" y="1109702"/>
                  </a:lnTo>
                  <a:close/>
                </a:path>
                <a:path w="6802755" h="7098030">
                  <a:moveTo>
                    <a:pt x="5009430" y="979139"/>
                  </a:moveTo>
                  <a:lnTo>
                    <a:pt x="5006492" y="974052"/>
                  </a:lnTo>
                  <a:lnTo>
                    <a:pt x="5011580" y="971114"/>
                  </a:lnTo>
                  <a:lnTo>
                    <a:pt x="5014518" y="976202"/>
                  </a:lnTo>
                  <a:lnTo>
                    <a:pt x="5009430" y="979139"/>
                  </a:lnTo>
                  <a:close/>
                </a:path>
                <a:path w="6802755" h="7098030">
                  <a:moveTo>
                    <a:pt x="4934728" y="848577"/>
                  </a:moveTo>
                  <a:lnTo>
                    <a:pt x="4932383" y="844508"/>
                  </a:lnTo>
                  <a:lnTo>
                    <a:pt x="4936452" y="842157"/>
                  </a:lnTo>
                  <a:lnTo>
                    <a:pt x="4938803" y="846226"/>
                  </a:lnTo>
                  <a:lnTo>
                    <a:pt x="4934728" y="848577"/>
                  </a:lnTo>
                  <a:close/>
                </a:path>
                <a:path w="6802755" h="7098030">
                  <a:moveTo>
                    <a:pt x="4860026" y="718015"/>
                  </a:moveTo>
                  <a:lnTo>
                    <a:pt x="4858261" y="714959"/>
                  </a:lnTo>
                  <a:lnTo>
                    <a:pt x="4861317" y="713194"/>
                  </a:lnTo>
                  <a:lnTo>
                    <a:pt x="4863083" y="716250"/>
                  </a:lnTo>
                  <a:lnTo>
                    <a:pt x="4860026" y="718015"/>
                  </a:lnTo>
                  <a:close/>
                </a:path>
                <a:path w="6802755" h="7098030">
                  <a:moveTo>
                    <a:pt x="4785325" y="587447"/>
                  </a:moveTo>
                  <a:lnTo>
                    <a:pt x="4784152" y="585416"/>
                  </a:lnTo>
                  <a:lnTo>
                    <a:pt x="4786183" y="584243"/>
                  </a:lnTo>
                  <a:lnTo>
                    <a:pt x="4787356" y="586275"/>
                  </a:lnTo>
                  <a:lnTo>
                    <a:pt x="4785325" y="587447"/>
                  </a:lnTo>
                  <a:close/>
                </a:path>
                <a:path w="6802755" h="7098030">
                  <a:moveTo>
                    <a:pt x="5437998" y="1426472"/>
                  </a:moveTo>
                  <a:lnTo>
                    <a:pt x="5432709" y="1417309"/>
                  </a:lnTo>
                  <a:lnTo>
                    <a:pt x="5441871" y="1412020"/>
                  </a:lnTo>
                  <a:lnTo>
                    <a:pt x="5447161" y="1421183"/>
                  </a:lnTo>
                  <a:lnTo>
                    <a:pt x="5437998" y="1426472"/>
                  </a:lnTo>
                  <a:close/>
                </a:path>
                <a:path w="6802755" h="7098030">
                  <a:moveTo>
                    <a:pt x="5363297" y="1295910"/>
                  </a:moveTo>
                  <a:lnTo>
                    <a:pt x="5358599" y="1287772"/>
                  </a:lnTo>
                  <a:lnTo>
                    <a:pt x="5366738" y="1283069"/>
                  </a:lnTo>
                  <a:lnTo>
                    <a:pt x="5371441" y="1291207"/>
                  </a:lnTo>
                  <a:lnTo>
                    <a:pt x="5363297" y="1295910"/>
                  </a:lnTo>
                  <a:close/>
                </a:path>
                <a:path w="6802755" h="7098030">
                  <a:moveTo>
                    <a:pt x="5288594" y="1165348"/>
                  </a:moveTo>
                  <a:lnTo>
                    <a:pt x="5284478" y="1158223"/>
                  </a:lnTo>
                  <a:lnTo>
                    <a:pt x="5291603" y="1154106"/>
                  </a:lnTo>
                  <a:lnTo>
                    <a:pt x="5295720" y="1161232"/>
                  </a:lnTo>
                  <a:lnTo>
                    <a:pt x="5288594" y="1165348"/>
                  </a:lnTo>
                  <a:close/>
                </a:path>
                <a:path w="6802755" h="7098030">
                  <a:moveTo>
                    <a:pt x="5213999" y="1034384"/>
                  </a:moveTo>
                  <a:lnTo>
                    <a:pt x="5210765" y="1028786"/>
                  </a:lnTo>
                  <a:lnTo>
                    <a:pt x="5216363" y="1025552"/>
                  </a:lnTo>
                  <a:lnTo>
                    <a:pt x="5219597" y="1031155"/>
                  </a:lnTo>
                  <a:lnTo>
                    <a:pt x="5213999" y="1034384"/>
                  </a:lnTo>
                  <a:close/>
                </a:path>
                <a:path w="6802755" h="7098030">
                  <a:moveTo>
                    <a:pt x="5139297" y="903821"/>
                  </a:moveTo>
                  <a:lnTo>
                    <a:pt x="5136656" y="899243"/>
                  </a:lnTo>
                  <a:lnTo>
                    <a:pt x="5141235" y="896595"/>
                  </a:lnTo>
                  <a:lnTo>
                    <a:pt x="5143876" y="901180"/>
                  </a:lnTo>
                  <a:lnTo>
                    <a:pt x="5139297" y="903821"/>
                  </a:lnTo>
                  <a:close/>
                </a:path>
                <a:path w="6802755" h="7098030">
                  <a:moveTo>
                    <a:pt x="5064602" y="773259"/>
                  </a:moveTo>
                  <a:lnTo>
                    <a:pt x="5062540" y="769694"/>
                  </a:lnTo>
                  <a:lnTo>
                    <a:pt x="5066100" y="767638"/>
                  </a:lnTo>
                  <a:lnTo>
                    <a:pt x="5068161" y="771204"/>
                  </a:lnTo>
                  <a:lnTo>
                    <a:pt x="5064602" y="773259"/>
                  </a:lnTo>
                  <a:close/>
                </a:path>
                <a:path w="6802755" h="7098030">
                  <a:moveTo>
                    <a:pt x="4989894" y="642697"/>
                  </a:moveTo>
                  <a:lnTo>
                    <a:pt x="4988425" y="640151"/>
                  </a:lnTo>
                  <a:lnTo>
                    <a:pt x="4990972" y="638682"/>
                  </a:lnTo>
                  <a:lnTo>
                    <a:pt x="4992441" y="641229"/>
                  </a:lnTo>
                  <a:lnTo>
                    <a:pt x="4989894" y="642697"/>
                  </a:lnTo>
                  <a:close/>
                </a:path>
                <a:path w="6802755" h="7098030">
                  <a:moveTo>
                    <a:pt x="4915192" y="512136"/>
                  </a:moveTo>
                  <a:lnTo>
                    <a:pt x="4914310" y="510601"/>
                  </a:lnTo>
                  <a:lnTo>
                    <a:pt x="4915838" y="509719"/>
                  </a:lnTo>
                  <a:lnTo>
                    <a:pt x="4916721" y="511253"/>
                  </a:lnTo>
                  <a:lnTo>
                    <a:pt x="4915192" y="512136"/>
                  </a:lnTo>
                  <a:close/>
                </a:path>
                <a:path w="6802755" h="7098030">
                  <a:moveTo>
                    <a:pt x="5567759" y="1351557"/>
                  </a:moveTo>
                  <a:lnTo>
                    <a:pt x="5562470" y="1342394"/>
                  </a:lnTo>
                  <a:lnTo>
                    <a:pt x="5571627" y="1337105"/>
                  </a:lnTo>
                  <a:lnTo>
                    <a:pt x="5576916" y="1346268"/>
                  </a:lnTo>
                  <a:lnTo>
                    <a:pt x="5567759" y="1351557"/>
                  </a:lnTo>
                  <a:close/>
                </a:path>
                <a:path w="6802755" h="7098030">
                  <a:moveTo>
                    <a:pt x="5493057" y="1220989"/>
                  </a:moveTo>
                  <a:lnTo>
                    <a:pt x="5488354" y="1212851"/>
                  </a:lnTo>
                  <a:lnTo>
                    <a:pt x="5496498" y="1208154"/>
                  </a:lnTo>
                  <a:lnTo>
                    <a:pt x="5501195" y="1216292"/>
                  </a:lnTo>
                  <a:lnTo>
                    <a:pt x="5493057" y="1220989"/>
                  </a:lnTo>
                  <a:close/>
                </a:path>
                <a:path w="6802755" h="7098030">
                  <a:moveTo>
                    <a:pt x="5418356" y="1090427"/>
                  </a:moveTo>
                  <a:lnTo>
                    <a:pt x="5414239" y="1083302"/>
                  </a:lnTo>
                  <a:lnTo>
                    <a:pt x="5421365" y="1079191"/>
                  </a:lnTo>
                  <a:lnTo>
                    <a:pt x="5425481" y="1086317"/>
                  </a:lnTo>
                  <a:lnTo>
                    <a:pt x="5418356" y="1090427"/>
                  </a:lnTo>
                  <a:close/>
                </a:path>
                <a:path w="6802755" h="7098030">
                  <a:moveTo>
                    <a:pt x="5343760" y="959468"/>
                  </a:moveTo>
                  <a:lnTo>
                    <a:pt x="5340526" y="953865"/>
                  </a:lnTo>
                  <a:lnTo>
                    <a:pt x="5346124" y="950637"/>
                  </a:lnTo>
                  <a:lnTo>
                    <a:pt x="5349358" y="956234"/>
                  </a:lnTo>
                  <a:lnTo>
                    <a:pt x="5343760" y="959468"/>
                  </a:lnTo>
                  <a:close/>
                </a:path>
                <a:path w="6802755" h="7098030">
                  <a:moveTo>
                    <a:pt x="5269059" y="828906"/>
                  </a:moveTo>
                  <a:lnTo>
                    <a:pt x="5266411" y="824322"/>
                  </a:lnTo>
                  <a:lnTo>
                    <a:pt x="5270996" y="821680"/>
                  </a:lnTo>
                  <a:lnTo>
                    <a:pt x="5273637" y="826259"/>
                  </a:lnTo>
                  <a:lnTo>
                    <a:pt x="5269059" y="828906"/>
                  </a:lnTo>
                  <a:close/>
                </a:path>
                <a:path w="6802755" h="7098030">
                  <a:moveTo>
                    <a:pt x="5194357" y="698344"/>
                  </a:moveTo>
                  <a:lnTo>
                    <a:pt x="5192296" y="694779"/>
                  </a:lnTo>
                  <a:lnTo>
                    <a:pt x="5195861" y="692717"/>
                  </a:lnTo>
                  <a:lnTo>
                    <a:pt x="5197922" y="696283"/>
                  </a:lnTo>
                  <a:lnTo>
                    <a:pt x="5194357" y="698344"/>
                  </a:lnTo>
                  <a:close/>
                </a:path>
                <a:path w="6802755" h="7098030">
                  <a:moveTo>
                    <a:pt x="5119655" y="567776"/>
                  </a:moveTo>
                  <a:lnTo>
                    <a:pt x="5118186" y="565235"/>
                  </a:lnTo>
                  <a:lnTo>
                    <a:pt x="5120733" y="563766"/>
                  </a:lnTo>
                  <a:lnTo>
                    <a:pt x="5122202" y="566308"/>
                  </a:lnTo>
                  <a:lnTo>
                    <a:pt x="5119655" y="567776"/>
                  </a:lnTo>
                  <a:close/>
                </a:path>
                <a:path w="6802755" h="7098030">
                  <a:moveTo>
                    <a:pt x="5044954" y="437214"/>
                  </a:moveTo>
                  <a:lnTo>
                    <a:pt x="5044071" y="435686"/>
                  </a:lnTo>
                  <a:lnTo>
                    <a:pt x="5045593" y="434804"/>
                  </a:lnTo>
                  <a:lnTo>
                    <a:pt x="5046476" y="436338"/>
                  </a:lnTo>
                  <a:lnTo>
                    <a:pt x="5044954" y="437214"/>
                  </a:lnTo>
                  <a:close/>
                </a:path>
                <a:path w="6802755" h="7098030">
                  <a:moveTo>
                    <a:pt x="5772216" y="1407204"/>
                  </a:moveTo>
                  <a:lnTo>
                    <a:pt x="5766340" y="1397023"/>
                  </a:lnTo>
                  <a:lnTo>
                    <a:pt x="5776522" y="1391147"/>
                  </a:lnTo>
                  <a:lnTo>
                    <a:pt x="5782398" y="1401329"/>
                  </a:lnTo>
                  <a:lnTo>
                    <a:pt x="5772216" y="1407204"/>
                  </a:lnTo>
                  <a:close/>
                </a:path>
                <a:path w="6802755" h="7098030">
                  <a:moveTo>
                    <a:pt x="5697627" y="1276240"/>
                  </a:moveTo>
                  <a:lnTo>
                    <a:pt x="5692634" y="1267586"/>
                  </a:lnTo>
                  <a:lnTo>
                    <a:pt x="5701288" y="1262593"/>
                  </a:lnTo>
                  <a:lnTo>
                    <a:pt x="5706281" y="1271247"/>
                  </a:lnTo>
                  <a:lnTo>
                    <a:pt x="5697627" y="1276240"/>
                  </a:lnTo>
                  <a:close/>
                </a:path>
                <a:path w="6802755" h="7098030">
                  <a:moveTo>
                    <a:pt x="5622926" y="1145678"/>
                  </a:moveTo>
                  <a:lnTo>
                    <a:pt x="5618519" y="1138043"/>
                  </a:lnTo>
                  <a:lnTo>
                    <a:pt x="5626147" y="1133636"/>
                  </a:lnTo>
                  <a:lnTo>
                    <a:pt x="5630554" y="1141271"/>
                  </a:lnTo>
                  <a:lnTo>
                    <a:pt x="5622926" y="1145678"/>
                  </a:lnTo>
                  <a:close/>
                </a:path>
                <a:path w="6802755" h="7098030">
                  <a:moveTo>
                    <a:pt x="5548118" y="1015513"/>
                  </a:moveTo>
                  <a:lnTo>
                    <a:pt x="5544001" y="1008387"/>
                  </a:lnTo>
                  <a:lnTo>
                    <a:pt x="5551126" y="1004271"/>
                  </a:lnTo>
                  <a:lnTo>
                    <a:pt x="5555237" y="1011396"/>
                  </a:lnTo>
                  <a:lnTo>
                    <a:pt x="5548118" y="1015513"/>
                  </a:lnTo>
                  <a:close/>
                </a:path>
                <a:path w="6802755" h="7098030">
                  <a:moveTo>
                    <a:pt x="5473522" y="884548"/>
                  </a:moveTo>
                  <a:lnTo>
                    <a:pt x="5470288" y="878951"/>
                  </a:lnTo>
                  <a:lnTo>
                    <a:pt x="5475886" y="875717"/>
                  </a:lnTo>
                  <a:lnTo>
                    <a:pt x="5479120" y="881320"/>
                  </a:lnTo>
                  <a:lnTo>
                    <a:pt x="5473522" y="884548"/>
                  </a:lnTo>
                  <a:close/>
                </a:path>
                <a:path w="6802755" h="7098030">
                  <a:moveTo>
                    <a:pt x="5398820" y="753986"/>
                  </a:moveTo>
                  <a:lnTo>
                    <a:pt x="5396173" y="749407"/>
                  </a:lnTo>
                  <a:lnTo>
                    <a:pt x="5400758" y="746760"/>
                  </a:lnTo>
                  <a:lnTo>
                    <a:pt x="5403399" y="751344"/>
                  </a:lnTo>
                  <a:lnTo>
                    <a:pt x="5398820" y="753986"/>
                  </a:lnTo>
                  <a:close/>
                </a:path>
                <a:path w="6802755" h="7098030">
                  <a:moveTo>
                    <a:pt x="5324118" y="623424"/>
                  </a:moveTo>
                  <a:lnTo>
                    <a:pt x="5322057" y="619858"/>
                  </a:lnTo>
                  <a:lnTo>
                    <a:pt x="5325623" y="617803"/>
                  </a:lnTo>
                  <a:lnTo>
                    <a:pt x="5327678" y="621369"/>
                  </a:lnTo>
                  <a:lnTo>
                    <a:pt x="5324118" y="623424"/>
                  </a:lnTo>
                  <a:close/>
                </a:path>
                <a:path w="6802755" h="7098030">
                  <a:moveTo>
                    <a:pt x="5249411" y="492862"/>
                  </a:moveTo>
                  <a:lnTo>
                    <a:pt x="5247942" y="490321"/>
                  </a:lnTo>
                  <a:lnTo>
                    <a:pt x="5250489" y="488852"/>
                  </a:lnTo>
                  <a:lnTo>
                    <a:pt x="5251958" y="491393"/>
                  </a:lnTo>
                  <a:lnTo>
                    <a:pt x="5249411" y="492862"/>
                  </a:lnTo>
                  <a:close/>
                </a:path>
                <a:path w="6802755" h="7098030">
                  <a:moveTo>
                    <a:pt x="5174715" y="362300"/>
                  </a:moveTo>
                  <a:lnTo>
                    <a:pt x="5173833" y="360766"/>
                  </a:lnTo>
                  <a:lnTo>
                    <a:pt x="5175355" y="359889"/>
                  </a:lnTo>
                  <a:lnTo>
                    <a:pt x="5176238" y="361418"/>
                  </a:lnTo>
                  <a:lnTo>
                    <a:pt x="5174715" y="362300"/>
                  </a:lnTo>
                  <a:close/>
                </a:path>
                <a:path w="6802755" h="7098030">
                  <a:moveTo>
                    <a:pt x="5976573" y="1463249"/>
                  </a:moveTo>
                  <a:lnTo>
                    <a:pt x="5969815" y="1451546"/>
                  </a:lnTo>
                  <a:lnTo>
                    <a:pt x="5981524" y="1444787"/>
                  </a:lnTo>
                  <a:lnTo>
                    <a:pt x="5988283" y="1456491"/>
                  </a:lnTo>
                  <a:lnTo>
                    <a:pt x="5976573" y="1463249"/>
                  </a:lnTo>
                  <a:close/>
                </a:path>
                <a:path w="6802755" h="7098030">
                  <a:moveTo>
                    <a:pt x="5901978" y="1332285"/>
                  </a:moveTo>
                  <a:lnTo>
                    <a:pt x="5896102" y="1322109"/>
                  </a:lnTo>
                  <a:lnTo>
                    <a:pt x="5906284" y="1316233"/>
                  </a:lnTo>
                  <a:lnTo>
                    <a:pt x="5912160" y="1326409"/>
                  </a:lnTo>
                  <a:lnTo>
                    <a:pt x="5901978" y="1332285"/>
                  </a:lnTo>
                  <a:close/>
                </a:path>
                <a:path w="6802755" h="7098030">
                  <a:moveTo>
                    <a:pt x="5827389" y="1201326"/>
                  </a:moveTo>
                  <a:lnTo>
                    <a:pt x="5822390" y="1192672"/>
                  </a:lnTo>
                  <a:lnTo>
                    <a:pt x="5831037" y="1187679"/>
                  </a:lnTo>
                  <a:lnTo>
                    <a:pt x="5836036" y="1196333"/>
                  </a:lnTo>
                  <a:lnTo>
                    <a:pt x="5827389" y="1201326"/>
                  </a:lnTo>
                  <a:close/>
                </a:path>
                <a:path w="6802755" h="7098030">
                  <a:moveTo>
                    <a:pt x="5752687" y="1070764"/>
                  </a:moveTo>
                  <a:lnTo>
                    <a:pt x="5748280" y="1063129"/>
                  </a:lnTo>
                  <a:lnTo>
                    <a:pt x="5755909" y="1058722"/>
                  </a:lnTo>
                  <a:lnTo>
                    <a:pt x="5760316" y="1066357"/>
                  </a:lnTo>
                  <a:lnTo>
                    <a:pt x="5752687" y="1070764"/>
                  </a:lnTo>
                  <a:close/>
                </a:path>
                <a:path w="6802755" h="7098030">
                  <a:moveTo>
                    <a:pt x="5677980" y="940196"/>
                  </a:moveTo>
                  <a:lnTo>
                    <a:pt x="5674159" y="933580"/>
                  </a:lnTo>
                  <a:lnTo>
                    <a:pt x="5680781" y="929759"/>
                  </a:lnTo>
                  <a:lnTo>
                    <a:pt x="5684602" y="936375"/>
                  </a:lnTo>
                  <a:lnTo>
                    <a:pt x="5677980" y="940196"/>
                  </a:lnTo>
                  <a:close/>
                </a:path>
                <a:path w="6802755" h="7098030">
                  <a:moveTo>
                    <a:pt x="5603385" y="809231"/>
                  </a:moveTo>
                  <a:lnTo>
                    <a:pt x="5600447" y="804143"/>
                  </a:lnTo>
                  <a:lnTo>
                    <a:pt x="5605535" y="801206"/>
                  </a:lnTo>
                  <a:lnTo>
                    <a:pt x="5608472" y="806293"/>
                  </a:lnTo>
                  <a:lnTo>
                    <a:pt x="5603385" y="809231"/>
                  </a:lnTo>
                  <a:close/>
                </a:path>
                <a:path w="6802755" h="7098030">
                  <a:moveTo>
                    <a:pt x="5528683" y="678669"/>
                  </a:moveTo>
                  <a:lnTo>
                    <a:pt x="5526332" y="674594"/>
                  </a:lnTo>
                  <a:lnTo>
                    <a:pt x="5530407" y="672243"/>
                  </a:lnTo>
                  <a:lnTo>
                    <a:pt x="5532758" y="676318"/>
                  </a:lnTo>
                  <a:lnTo>
                    <a:pt x="5528683" y="678669"/>
                  </a:lnTo>
                  <a:close/>
                </a:path>
                <a:path w="6802755" h="7098030">
                  <a:moveTo>
                    <a:pt x="5453987" y="548101"/>
                  </a:moveTo>
                  <a:lnTo>
                    <a:pt x="5452222" y="545051"/>
                  </a:lnTo>
                  <a:lnTo>
                    <a:pt x="5455272" y="543292"/>
                  </a:lnTo>
                  <a:lnTo>
                    <a:pt x="5457038" y="546342"/>
                  </a:lnTo>
                  <a:lnTo>
                    <a:pt x="5453987" y="548101"/>
                  </a:lnTo>
                  <a:close/>
                </a:path>
                <a:path w="6802755" h="7098030">
                  <a:moveTo>
                    <a:pt x="5379280" y="417539"/>
                  </a:moveTo>
                  <a:lnTo>
                    <a:pt x="5378107" y="415502"/>
                  </a:lnTo>
                  <a:lnTo>
                    <a:pt x="5380144" y="414329"/>
                  </a:lnTo>
                  <a:lnTo>
                    <a:pt x="5381317" y="416367"/>
                  </a:lnTo>
                  <a:lnTo>
                    <a:pt x="5379280" y="417539"/>
                  </a:lnTo>
                  <a:close/>
                </a:path>
                <a:path w="6802755" h="7098030">
                  <a:moveTo>
                    <a:pt x="5305597" y="286391"/>
                  </a:moveTo>
                  <a:lnTo>
                    <a:pt x="5304238" y="286391"/>
                  </a:lnTo>
                  <a:lnTo>
                    <a:pt x="5303991" y="285965"/>
                  </a:lnTo>
                  <a:lnTo>
                    <a:pt x="5305350" y="285965"/>
                  </a:lnTo>
                  <a:lnTo>
                    <a:pt x="5305597" y="286391"/>
                  </a:lnTo>
                  <a:close/>
                </a:path>
                <a:path w="6802755" h="7098030">
                  <a:moveTo>
                    <a:pt x="6106441" y="1387932"/>
                  </a:moveTo>
                  <a:lnTo>
                    <a:pt x="6099979" y="1376738"/>
                  </a:lnTo>
                  <a:lnTo>
                    <a:pt x="6111174" y="1370276"/>
                  </a:lnTo>
                  <a:lnTo>
                    <a:pt x="6117636" y="1381470"/>
                  </a:lnTo>
                  <a:lnTo>
                    <a:pt x="6106441" y="1387932"/>
                  </a:lnTo>
                  <a:close/>
                </a:path>
                <a:path w="6802755" h="7098030">
                  <a:moveTo>
                    <a:pt x="6031846" y="1256968"/>
                  </a:moveTo>
                  <a:lnTo>
                    <a:pt x="6026266" y="1247301"/>
                  </a:lnTo>
                  <a:lnTo>
                    <a:pt x="6035933" y="1241722"/>
                  </a:lnTo>
                  <a:lnTo>
                    <a:pt x="6041512" y="1251382"/>
                  </a:lnTo>
                  <a:lnTo>
                    <a:pt x="6031846" y="1256968"/>
                  </a:lnTo>
                  <a:close/>
                </a:path>
                <a:path w="6802755" h="7098030">
                  <a:moveTo>
                    <a:pt x="5957150" y="1126406"/>
                  </a:moveTo>
                  <a:lnTo>
                    <a:pt x="5952150" y="1117752"/>
                  </a:lnTo>
                  <a:lnTo>
                    <a:pt x="5960798" y="1112759"/>
                  </a:lnTo>
                  <a:lnTo>
                    <a:pt x="5965797" y="1121412"/>
                  </a:lnTo>
                  <a:lnTo>
                    <a:pt x="5957150" y="1126406"/>
                  </a:lnTo>
                  <a:close/>
                </a:path>
                <a:path w="6802755" h="7098030">
                  <a:moveTo>
                    <a:pt x="5882442" y="995843"/>
                  </a:moveTo>
                  <a:lnTo>
                    <a:pt x="5878035" y="988209"/>
                  </a:lnTo>
                  <a:lnTo>
                    <a:pt x="5885670" y="983802"/>
                  </a:lnTo>
                  <a:lnTo>
                    <a:pt x="5890077" y="991437"/>
                  </a:lnTo>
                  <a:lnTo>
                    <a:pt x="5882442" y="995843"/>
                  </a:lnTo>
                  <a:close/>
                </a:path>
                <a:path w="6802755" h="7098030">
                  <a:moveTo>
                    <a:pt x="5807847" y="864879"/>
                  </a:moveTo>
                  <a:lnTo>
                    <a:pt x="5804323" y="858772"/>
                  </a:lnTo>
                  <a:lnTo>
                    <a:pt x="5810429" y="855248"/>
                  </a:lnTo>
                  <a:lnTo>
                    <a:pt x="5813953" y="861354"/>
                  </a:lnTo>
                  <a:lnTo>
                    <a:pt x="5807847" y="864879"/>
                  </a:lnTo>
                  <a:close/>
                </a:path>
                <a:path w="6802755" h="7098030">
                  <a:moveTo>
                    <a:pt x="5733145" y="734317"/>
                  </a:moveTo>
                  <a:lnTo>
                    <a:pt x="5730208" y="729223"/>
                  </a:lnTo>
                  <a:lnTo>
                    <a:pt x="5735295" y="726285"/>
                  </a:lnTo>
                  <a:lnTo>
                    <a:pt x="5738233" y="731379"/>
                  </a:lnTo>
                  <a:lnTo>
                    <a:pt x="5733145" y="734317"/>
                  </a:lnTo>
                  <a:close/>
                </a:path>
                <a:path w="6802755" h="7098030">
                  <a:moveTo>
                    <a:pt x="5658444" y="603749"/>
                  </a:moveTo>
                  <a:lnTo>
                    <a:pt x="5656092" y="599680"/>
                  </a:lnTo>
                  <a:lnTo>
                    <a:pt x="5660167" y="597328"/>
                  </a:lnTo>
                  <a:lnTo>
                    <a:pt x="5662519" y="601397"/>
                  </a:lnTo>
                  <a:lnTo>
                    <a:pt x="5658444" y="603749"/>
                  </a:lnTo>
                  <a:close/>
                </a:path>
                <a:path w="6802755" h="7098030">
                  <a:moveTo>
                    <a:pt x="5583742" y="473187"/>
                  </a:moveTo>
                  <a:lnTo>
                    <a:pt x="5581977" y="470137"/>
                  </a:lnTo>
                  <a:lnTo>
                    <a:pt x="5585033" y="468372"/>
                  </a:lnTo>
                  <a:lnTo>
                    <a:pt x="5586798" y="471422"/>
                  </a:lnTo>
                  <a:lnTo>
                    <a:pt x="5583742" y="473187"/>
                  </a:lnTo>
                  <a:close/>
                </a:path>
                <a:path w="6802755" h="7098030">
                  <a:moveTo>
                    <a:pt x="5509034" y="342625"/>
                  </a:moveTo>
                  <a:lnTo>
                    <a:pt x="5507861" y="340587"/>
                  </a:lnTo>
                  <a:lnTo>
                    <a:pt x="5509899" y="339415"/>
                  </a:lnTo>
                  <a:lnTo>
                    <a:pt x="5511072" y="341452"/>
                  </a:lnTo>
                  <a:lnTo>
                    <a:pt x="5509034" y="342625"/>
                  </a:lnTo>
                  <a:close/>
                </a:path>
                <a:path w="6802755" h="7098030">
                  <a:moveTo>
                    <a:pt x="5435357" y="211477"/>
                  </a:moveTo>
                  <a:lnTo>
                    <a:pt x="5434001" y="211477"/>
                  </a:lnTo>
                  <a:lnTo>
                    <a:pt x="5433752" y="211044"/>
                  </a:lnTo>
                  <a:lnTo>
                    <a:pt x="5435108" y="211044"/>
                  </a:lnTo>
                  <a:lnTo>
                    <a:pt x="5435357" y="211477"/>
                  </a:lnTo>
                  <a:close/>
                </a:path>
                <a:path w="6802755" h="7098030">
                  <a:moveTo>
                    <a:pt x="6310797" y="1443982"/>
                  </a:moveTo>
                  <a:lnTo>
                    <a:pt x="6303452" y="1431259"/>
                  </a:lnTo>
                  <a:lnTo>
                    <a:pt x="6316175" y="1423915"/>
                  </a:lnTo>
                  <a:lnTo>
                    <a:pt x="6323520" y="1436638"/>
                  </a:lnTo>
                  <a:lnTo>
                    <a:pt x="6310797" y="1443982"/>
                  </a:lnTo>
                  <a:close/>
                </a:path>
                <a:path w="6802755" h="7098030">
                  <a:moveTo>
                    <a:pt x="6236309" y="1312609"/>
                  </a:moveTo>
                  <a:lnTo>
                    <a:pt x="6230137" y="1301924"/>
                  </a:lnTo>
                  <a:lnTo>
                    <a:pt x="6240822" y="1295758"/>
                  </a:lnTo>
                  <a:lnTo>
                    <a:pt x="6246994" y="1306443"/>
                  </a:lnTo>
                  <a:lnTo>
                    <a:pt x="6236309" y="1312609"/>
                  </a:lnTo>
                  <a:close/>
                </a:path>
                <a:path w="6802755" h="7098030">
                  <a:moveTo>
                    <a:pt x="6161713" y="1181650"/>
                  </a:moveTo>
                  <a:lnTo>
                    <a:pt x="6156424" y="1172487"/>
                  </a:lnTo>
                  <a:lnTo>
                    <a:pt x="6165581" y="1167203"/>
                  </a:lnTo>
                  <a:lnTo>
                    <a:pt x="6170870" y="1176361"/>
                  </a:lnTo>
                  <a:lnTo>
                    <a:pt x="6161713" y="1181650"/>
                  </a:lnTo>
                  <a:close/>
                </a:path>
                <a:path w="6802755" h="7098030">
                  <a:moveTo>
                    <a:pt x="6087011" y="1051088"/>
                  </a:moveTo>
                  <a:lnTo>
                    <a:pt x="6082308" y="1042944"/>
                  </a:lnTo>
                  <a:lnTo>
                    <a:pt x="6090453" y="1038247"/>
                  </a:lnTo>
                  <a:lnTo>
                    <a:pt x="6095149" y="1046385"/>
                  </a:lnTo>
                  <a:lnTo>
                    <a:pt x="6087011" y="1051088"/>
                  </a:lnTo>
                  <a:close/>
                </a:path>
                <a:path w="6802755" h="7098030">
                  <a:moveTo>
                    <a:pt x="6012310" y="920526"/>
                  </a:moveTo>
                  <a:lnTo>
                    <a:pt x="6008193" y="913400"/>
                  </a:lnTo>
                  <a:lnTo>
                    <a:pt x="6015319" y="909284"/>
                  </a:lnTo>
                  <a:lnTo>
                    <a:pt x="6019436" y="916409"/>
                  </a:lnTo>
                  <a:lnTo>
                    <a:pt x="6012310" y="920526"/>
                  </a:lnTo>
                  <a:close/>
                </a:path>
                <a:path w="6802755" h="7098030">
                  <a:moveTo>
                    <a:pt x="5937715" y="789555"/>
                  </a:moveTo>
                  <a:lnTo>
                    <a:pt x="5934481" y="783958"/>
                  </a:lnTo>
                  <a:lnTo>
                    <a:pt x="5940078" y="780729"/>
                  </a:lnTo>
                  <a:lnTo>
                    <a:pt x="5943312" y="786327"/>
                  </a:lnTo>
                  <a:lnTo>
                    <a:pt x="5937715" y="789555"/>
                  </a:lnTo>
                  <a:close/>
                </a:path>
                <a:path w="6802755" h="7098030">
                  <a:moveTo>
                    <a:pt x="5863007" y="658993"/>
                  </a:moveTo>
                  <a:lnTo>
                    <a:pt x="5860366" y="654421"/>
                  </a:lnTo>
                  <a:lnTo>
                    <a:pt x="5864950" y="651773"/>
                  </a:lnTo>
                  <a:lnTo>
                    <a:pt x="5867592" y="656351"/>
                  </a:lnTo>
                  <a:lnTo>
                    <a:pt x="5863007" y="658993"/>
                  </a:lnTo>
                  <a:close/>
                </a:path>
                <a:path w="6802755" h="7098030">
                  <a:moveTo>
                    <a:pt x="5788306" y="528431"/>
                  </a:moveTo>
                  <a:lnTo>
                    <a:pt x="5786250" y="524871"/>
                  </a:lnTo>
                  <a:lnTo>
                    <a:pt x="5789816" y="522816"/>
                  </a:lnTo>
                  <a:lnTo>
                    <a:pt x="5791871" y="526376"/>
                  </a:lnTo>
                  <a:lnTo>
                    <a:pt x="5788306" y="528431"/>
                  </a:lnTo>
                  <a:close/>
                </a:path>
                <a:path w="6802755" h="7098030">
                  <a:moveTo>
                    <a:pt x="5713610" y="397869"/>
                  </a:moveTo>
                  <a:lnTo>
                    <a:pt x="5712140" y="395322"/>
                  </a:lnTo>
                  <a:lnTo>
                    <a:pt x="5714681" y="393853"/>
                  </a:lnTo>
                  <a:lnTo>
                    <a:pt x="5716151" y="396400"/>
                  </a:lnTo>
                  <a:lnTo>
                    <a:pt x="5713610" y="397869"/>
                  </a:lnTo>
                  <a:close/>
                </a:path>
                <a:path w="6802755" h="7098030">
                  <a:moveTo>
                    <a:pt x="5638908" y="267307"/>
                  </a:moveTo>
                  <a:lnTo>
                    <a:pt x="5638025" y="265779"/>
                  </a:lnTo>
                  <a:lnTo>
                    <a:pt x="5639548" y="264903"/>
                  </a:lnTo>
                  <a:lnTo>
                    <a:pt x="5640430" y="266431"/>
                  </a:lnTo>
                  <a:lnTo>
                    <a:pt x="5638908" y="267307"/>
                  </a:lnTo>
                  <a:close/>
                </a:path>
                <a:path w="6802755" h="7098030">
                  <a:moveTo>
                    <a:pt x="6440665" y="1368658"/>
                  </a:moveTo>
                  <a:lnTo>
                    <a:pt x="6433611" y="1356445"/>
                  </a:lnTo>
                  <a:lnTo>
                    <a:pt x="6445824" y="1349397"/>
                  </a:lnTo>
                  <a:lnTo>
                    <a:pt x="6452878" y="1361610"/>
                  </a:lnTo>
                  <a:lnTo>
                    <a:pt x="6440665" y="1368658"/>
                  </a:lnTo>
                  <a:close/>
                </a:path>
                <a:path w="6802755" h="7098030">
                  <a:moveTo>
                    <a:pt x="6366171" y="1237297"/>
                  </a:moveTo>
                  <a:lnTo>
                    <a:pt x="6360295" y="1227121"/>
                  </a:lnTo>
                  <a:lnTo>
                    <a:pt x="6370477" y="1221245"/>
                  </a:lnTo>
                  <a:lnTo>
                    <a:pt x="6376353" y="1231421"/>
                  </a:lnTo>
                  <a:lnTo>
                    <a:pt x="6366171" y="1237297"/>
                  </a:lnTo>
                  <a:close/>
                </a:path>
                <a:path w="6802755" h="7098030">
                  <a:moveTo>
                    <a:pt x="6291582" y="1106332"/>
                  </a:moveTo>
                  <a:lnTo>
                    <a:pt x="6286589" y="1097679"/>
                  </a:lnTo>
                  <a:lnTo>
                    <a:pt x="6295243" y="1092685"/>
                  </a:lnTo>
                  <a:lnTo>
                    <a:pt x="6300236" y="1101333"/>
                  </a:lnTo>
                  <a:lnTo>
                    <a:pt x="6291582" y="1106332"/>
                  </a:lnTo>
                  <a:close/>
                </a:path>
                <a:path w="6802755" h="7098030">
                  <a:moveTo>
                    <a:pt x="6216773" y="976167"/>
                  </a:moveTo>
                  <a:lnTo>
                    <a:pt x="6212071" y="968029"/>
                  </a:lnTo>
                  <a:lnTo>
                    <a:pt x="6220215" y="963326"/>
                  </a:lnTo>
                  <a:lnTo>
                    <a:pt x="6224912" y="971470"/>
                  </a:lnTo>
                  <a:lnTo>
                    <a:pt x="6216773" y="976167"/>
                  </a:lnTo>
                  <a:close/>
                </a:path>
                <a:path w="6802755" h="7098030">
                  <a:moveTo>
                    <a:pt x="6142073" y="845605"/>
                  </a:moveTo>
                  <a:lnTo>
                    <a:pt x="6137956" y="838480"/>
                  </a:lnTo>
                  <a:lnTo>
                    <a:pt x="6145081" y="834369"/>
                  </a:lnTo>
                  <a:lnTo>
                    <a:pt x="6149192" y="841495"/>
                  </a:lnTo>
                  <a:lnTo>
                    <a:pt x="6142073" y="845605"/>
                  </a:lnTo>
                  <a:close/>
                </a:path>
                <a:path w="6802755" h="7098030">
                  <a:moveTo>
                    <a:pt x="6067477" y="714641"/>
                  </a:moveTo>
                  <a:lnTo>
                    <a:pt x="6064243" y="709043"/>
                  </a:lnTo>
                  <a:lnTo>
                    <a:pt x="6069841" y="705809"/>
                  </a:lnTo>
                  <a:lnTo>
                    <a:pt x="6073069" y="711407"/>
                  </a:lnTo>
                  <a:lnTo>
                    <a:pt x="6067477" y="714641"/>
                  </a:lnTo>
                  <a:close/>
                </a:path>
                <a:path w="6802755" h="7098030">
                  <a:moveTo>
                    <a:pt x="5992770" y="584079"/>
                  </a:moveTo>
                  <a:lnTo>
                    <a:pt x="5990128" y="579500"/>
                  </a:lnTo>
                  <a:lnTo>
                    <a:pt x="5994713" y="576858"/>
                  </a:lnTo>
                  <a:lnTo>
                    <a:pt x="5997354" y="581431"/>
                  </a:lnTo>
                  <a:lnTo>
                    <a:pt x="5992770" y="584079"/>
                  </a:lnTo>
                  <a:close/>
                </a:path>
                <a:path w="6802755" h="7098030">
                  <a:moveTo>
                    <a:pt x="5918068" y="453517"/>
                  </a:moveTo>
                  <a:lnTo>
                    <a:pt x="5916013" y="449957"/>
                  </a:lnTo>
                  <a:lnTo>
                    <a:pt x="5919578" y="447896"/>
                  </a:lnTo>
                  <a:lnTo>
                    <a:pt x="5921633" y="451455"/>
                  </a:lnTo>
                  <a:lnTo>
                    <a:pt x="5918068" y="453517"/>
                  </a:lnTo>
                  <a:close/>
                </a:path>
                <a:path w="6802755" h="7098030">
                  <a:moveTo>
                    <a:pt x="5843366" y="322955"/>
                  </a:moveTo>
                  <a:lnTo>
                    <a:pt x="5841897" y="320408"/>
                  </a:lnTo>
                  <a:lnTo>
                    <a:pt x="5844438" y="318939"/>
                  </a:lnTo>
                  <a:lnTo>
                    <a:pt x="5845907" y="321486"/>
                  </a:lnTo>
                  <a:lnTo>
                    <a:pt x="5843366" y="322955"/>
                  </a:lnTo>
                  <a:close/>
                </a:path>
                <a:path w="6802755" h="7098030">
                  <a:moveTo>
                    <a:pt x="5768670" y="192393"/>
                  </a:moveTo>
                  <a:lnTo>
                    <a:pt x="5767788" y="190865"/>
                  </a:lnTo>
                  <a:lnTo>
                    <a:pt x="5769310" y="189982"/>
                  </a:lnTo>
                  <a:lnTo>
                    <a:pt x="5770193" y="191510"/>
                  </a:lnTo>
                  <a:lnTo>
                    <a:pt x="5768670" y="192393"/>
                  </a:lnTo>
                  <a:close/>
                </a:path>
                <a:path w="6802755" h="7098030">
                  <a:moveTo>
                    <a:pt x="6645128" y="1424306"/>
                  </a:moveTo>
                  <a:lnTo>
                    <a:pt x="6637488" y="1411074"/>
                  </a:lnTo>
                  <a:lnTo>
                    <a:pt x="6650720" y="1403439"/>
                  </a:lnTo>
                  <a:lnTo>
                    <a:pt x="6658354" y="1416665"/>
                  </a:lnTo>
                  <a:lnTo>
                    <a:pt x="6645128" y="1424306"/>
                  </a:lnTo>
                  <a:close/>
                </a:path>
                <a:path w="6802755" h="7098030">
                  <a:moveTo>
                    <a:pt x="6570527" y="1293341"/>
                  </a:moveTo>
                  <a:lnTo>
                    <a:pt x="6563769" y="1281643"/>
                  </a:lnTo>
                  <a:lnTo>
                    <a:pt x="6575479" y="1274885"/>
                  </a:lnTo>
                  <a:lnTo>
                    <a:pt x="6582231" y="1286583"/>
                  </a:lnTo>
                  <a:lnTo>
                    <a:pt x="6570527" y="1293341"/>
                  </a:lnTo>
                  <a:close/>
                </a:path>
                <a:path w="6802755" h="7098030">
                  <a:moveTo>
                    <a:pt x="6496045" y="1161974"/>
                  </a:moveTo>
                  <a:lnTo>
                    <a:pt x="6490460" y="1152307"/>
                  </a:lnTo>
                  <a:lnTo>
                    <a:pt x="6500132" y="1146722"/>
                  </a:lnTo>
                  <a:lnTo>
                    <a:pt x="6505712" y="1156394"/>
                  </a:lnTo>
                  <a:lnTo>
                    <a:pt x="6496045" y="1161974"/>
                  </a:lnTo>
                  <a:close/>
                </a:path>
                <a:path w="6802755" h="7098030">
                  <a:moveTo>
                    <a:pt x="6421338" y="1031412"/>
                  </a:moveTo>
                  <a:lnTo>
                    <a:pt x="6416345" y="1022764"/>
                  </a:lnTo>
                  <a:lnTo>
                    <a:pt x="6424992" y="1017771"/>
                  </a:lnTo>
                  <a:lnTo>
                    <a:pt x="6429985" y="1026418"/>
                  </a:lnTo>
                  <a:lnTo>
                    <a:pt x="6421338" y="1031412"/>
                  </a:lnTo>
                  <a:close/>
                </a:path>
                <a:path w="6802755" h="7098030">
                  <a:moveTo>
                    <a:pt x="6346636" y="900850"/>
                  </a:moveTo>
                  <a:lnTo>
                    <a:pt x="6342229" y="893215"/>
                  </a:lnTo>
                  <a:lnTo>
                    <a:pt x="6349864" y="888808"/>
                  </a:lnTo>
                  <a:lnTo>
                    <a:pt x="6354271" y="896443"/>
                  </a:lnTo>
                  <a:lnTo>
                    <a:pt x="6346636" y="900850"/>
                  </a:lnTo>
                  <a:close/>
                </a:path>
                <a:path w="6802755" h="7098030">
                  <a:moveTo>
                    <a:pt x="6271934" y="770287"/>
                  </a:moveTo>
                  <a:lnTo>
                    <a:pt x="6268114" y="763677"/>
                  </a:lnTo>
                  <a:lnTo>
                    <a:pt x="6274736" y="759857"/>
                  </a:lnTo>
                  <a:lnTo>
                    <a:pt x="6278550" y="766467"/>
                  </a:lnTo>
                  <a:lnTo>
                    <a:pt x="6271934" y="770287"/>
                  </a:lnTo>
                  <a:close/>
                </a:path>
                <a:path w="6802755" h="7098030">
                  <a:moveTo>
                    <a:pt x="6197339" y="639323"/>
                  </a:moveTo>
                  <a:lnTo>
                    <a:pt x="6194401" y="634235"/>
                  </a:lnTo>
                  <a:lnTo>
                    <a:pt x="6199489" y="631297"/>
                  </a:lnTo>
                  <a:lnTo>
                    <a:pt x="6202427" y="636385"/>
                  </a:lnTo>
                  <a:lnTo>
                    <a:pt x="6197339" y="639323"/>
                  </a:lnTo>
                  <a:close/>
                </a:path>
                <a:path w="6802755" h="7098030">
                  <a:moveTo>
                    <a:pt x="6122637" y="508761"/>
                  </a:moveTo>
                  <a:lnTo>
                    <a:pt x="6120286" y="504691"/>
                  </a:lnTo>
                  <a:lnTo>
                    <a:pt x="6124361" y="502340"/>
                  </a:lnTo>
                  <a:lnTo>
                    <a:pt x="6126712" y="506409"/>
                  </a:lnTo>
                  <a:lnTo>
                    <a:pt x="6122637" y="508761"/>
                  </a:lnTo>
                  <a:close/>
                </a:path>
                <a:path w="6802755" h="7098030">
                  <a:moveTo>
                    <a:pt x="6047941" y="378199"/>
                  </a:moveTo>
                  <a:lnTo>
                    <a:pt x="6046176" y="375143"/>
                  </a:lnTo>
                  <a:lnTo>
                    <a:pt x="6049232" y="373383"/>
                  </a:lnTo>
                  <a:lnTo>
                    <a:pt x="6050991" y="376434"/>
                  </a:lnTo>
                  <a:lnTo>
                    <a:pt x="6047941" y="378199"/>
                  </a:lnTo>
                  <a:close/>
                </a:path>
                <a:path w="6802755" h="7098030">
                  <a:moveTo>
                    <a:pt x="5973234" y="247637"/>
                  </a:moveTo>
                  <a:lnTo>
                    <a:pt x="5972061" y="245599"/>
                  </a:lnTo>
                  <a:lnTo>
                    <a:pt x="5974099" y="244421"/>
                  </a:lnTo>
                  <a:lnTo>
                    <a:pt x="5975272" y="246458"/>
                  </a:lnTo>
                  <a:lnTo>
                    <a:pt x="5973234" y="247637"/>
                  </a:lnTo>
                  <a:close/>
                </a:path>
                <a:path w="6802755" h="7098030">
                  <a:moveTo>
                    <a:pt x="5899551" y="116489"/>
                  </a:moveTo>
                  <a:lnTo>
                    <a:pt x="5898195" y="116489"/>
                  </a:lnTo>
                  <a:lnTo>
                    <a:pt x="5897946" y="116056"/>
                  </a:lnTo>
                  <a:lnTo>
                    <a:pt x="5899302" y="116056"/>
                  </a:lnTo>
                  <a:lnTo>
                    <a:pt x="5899551" y="116489"/>
                  </a:lnTo>
                  <a:close/>
                </a:path>
                <a:path w="6802755" h="7098030">
                  <a:moveTo>
                    <a:pt x="6775856" y="1345778"/>
                  </a:moveTo>
                  <a:lnTo>
                    <a:pt x="6770856" y="1337124"/>
                  </a:lnTo>
                  <a:lnTo>
                    <a:pt x="6779504" y="1332131"/>
                  </a:lnTo>
                  <a:lnTo>
                    <a:pt x="6784503" y="1340785"/>
                  </a:lnTo>
                  <a:lnTo>
                    <a:pt x="6775856" y="1345778"/>
                  </a:lnTo>
                  <a:close/>
                </a:path>
                <a:path w="6802755" h="7098030">
                  <a:moveTo>
                    <a:pt x="6700503" y="1217621"/>
                  </a:moveTo>
                  <a:lnTo>
                    <a:pt x="6694331" y="1206935"/>
                  </a:lnTo>
                  <a:lnTo>
                    <a:pt x="6705022" y="1200764"/>
                  </a:lnTo>
                  <a:lnTo>
                    <a:pt x="6711194" y="1211449"/>
                  </a:lnTo>
                  <a:lnTo>
                    <a:pt x="6700503" y="1217621"/>
                  </a:lnTo>
                  <a:close/>
                </a:path>
                <a:path w="6802755" h="7098030">
                  <a:moveTo>
                    <a:pt x="6625908" y="1086662"/>
                  </a:moveTo>
                  <a:lnTo>
                    <a:pt x="6620618" y="1077499"/>
                  </a:lnTo>
                  <a:lnTo>
                    <a:pt x="6629781" y="1072209"/>
                  </a:lnTo>
                  <a:lnTo>
                    <a:pt x="6635070" y="1081372"/>
                  </a:lnTo>
                  <a:lnTo>
                    <a:pt x="6625908" y="1086662"/>
                  </a:lnTo>
                  <a:close/>
                </a:path>
                <a:path w="6802755" h="7098030">
                  <a:moveTo>
                    <a:pt x="6551206" y="956100"/>
                  </a:moveTo>
                  <a:lnTo>
                    <a:pt x="6546503" y="947950"/>
                  </a:lnTo>
                  <a:lnTo>
                    <a:pt x="6554647" y="943247"/>
                  </a:lnTo>
                  <a:lnTo>
                    <a:pt x="6559350" y="951397"/>
                  </a:lnTo>
                  <a:lnTo>
                    <a:pt x="6551206" y="956100"/>
                  </a:lnTo>
                  <a:close/>
                </a:path>
                <a:path w="6802755" h="7098030">
                  <a:moveTo>
                    <a:pt x="6476510" y="825532"/>
                  </a:moveTo>
                  <a:lnTo>
                    <a:pt x="6472393" y="818406"/>
                  </a:lnTo>
                  <a:lnTo>
                    <a:pt x="6479513" y="814296"/>
                  </a:lnTo>
                  <a:lnTo>
                    <a:pt x="6483629" y="821421"/>
                  </a:lnTo>
                  <a:lnTo>
                    <a:pt x="6476510" y="825532"/>
                  </a:lnTo>
                  <a:close/>
                </a:path>
                <a:path w="6802755" h="7098030">
                  <a:moveTo>
                    <a:pt x="6401802" y="694970"/>
                  </a:moveTo>
                  <a:lnTo>
                    <a:pt x="6398278" y="688863"/>
                  </a:lnTo>
                  <a:lnTo>
                    <a:pt x="6404385" y="685339"/>
                  </a:lnTo>
                  <a:lnTo>
                    <a:pt x="6407909" y="691445"/>
                  </a:lnTo>
                  <a:lnTo>
                    <a:pt x="6401802" y="694970"/>
                  </a:lnTo>
                  <a:close/>
                </a:path>
                <a:path w="6802755" h="7098030">
                  <a:moveTo>
                    <a:pt x="6327214" y="564005"/>
                  </a:moveTo>
                  <a:lnTo>
                    <a:pt x="6324566" y="559420"/>
                  </a:lnTo>
                  <a:lnTo>
                    <a:pt x="6329145" y="556779"/>
                  </a:lnTo>
                  <a:lnTo>
                    <a:pt x="6331787" y="561363"/>
                  </a:lnTo>
                  <a:lnTo>
                    <a:pt x="6327214" y="564005"/>
                  </a:lnTo>
                  <a:close/>
                </a:path>
                <a:path w="6802755" h="7098030">
                  <a:moveTo>
                    <a:pt x="6252400" y="433846"/>
                  </a:moveTo>
                  <a:lnTo>
                    <a:pt x="6250048" y="429771"/>
                  </a:lnTo>
                  <a:lnTo>
                    <a:pt x="6254123" y="427419"/>
                  </a:lnTo>
                  <a:lnTo>
                    <a:pt x="6256475" y="431494"/>
                  </a:lnTo>
                  <a:lnTo>
                    <a:pt x="6252400" y="433846"/>
                  </a:lnTo>
                  <a:close/>
                </a:path>
                <a:path w="6802755" h="7098030">
                  <a:moveTo>
                    <a:pt x="6177698" y="303284"/>
                  </a:moveTo>
                  <a:lnTo>
                    <a:pt x="6175933" y="300228"/>
                  </a:lnTo>
                  <a:lnTo>
                    <a:pt x="6178989" y="298463"/>
                  </a:lnTo>
                  <a:lnTo>
                    <a:pt x="6180754" y="301519"/>
                  </a:lnTo>
                  <a:lnTo>
                    <a:pt x="6177698" y="303284"/>
                  </a:lnTo>
                  <a:close/>
                </a:path>
                <a:path w="6802755" h="7098030">
                  <a:moveTo>
                    <a:pt x="6102996" y="172716"/>
                  </a:moveTo>
                  <a:lnTo>
                    <a:pt x="6101823" y="170678"/>
                  </a:lnTo>
                  <a:lnTo>
                    <a:pt x="6103855" y="169506"/>
                  </a:lnTo>
                  <a:lnTo>
                    <a:pt x="6105028" y="171543"/>
                  </a:lnTo>
                  <a:lnTo>
                    <a:pt x="6102996" y="172716"/>
                  </a:lnTo>
                  <a:close/>
                </a:path>
                <a:path w="6802755" h="7098030">
                  <a:moveTo>
                    <a:pt x="6756097" y="1010136"/>
                  </a:moveTo>
                  <a:lnTo>
                    <a:pt x="6751986" y="1003010"/>
                  </a:lnTo>
                  <a:lnTo>
                    <a:pt x="6759112" y="998894"/>
                  </a:lnTo>
                  <a:lnTo>
                    <a:pt x="6763222" y="1006019"/>
                  </a:lnTo>
                  <a:lnTo>
                    <a:pt x="6756097" y="1010136"/>
                  </a:lnTo>
                  <a:close/>
                </a:path>
                <a:path w="6802755" h="7098030">
                  <a:moveTo>
                    <a:pt x="6680969" y="881179"/>
                  </a:moveTo>
                  <a:lnTo>
                    <a:pt x="6676266" y="873035"/>
                  </a:lnTo>
                  <a:lnTo>
                    <a:pt x="6684404" y="868332"/>
                  </a:lnTo>
                  <a:lnTo>
                    <a:pt x="6689107" y="876482"/>
                  </a:lnTo>
                  <a:lnTo>
                    <a:pt x="6680969" y="881179"/>
                  </a:lnTo>
                  <a:close/>
                </a:path>
                <a:path w="6802755" h="7098030">
                  <a:moveTo>
                    <a:pt x="6606267" y="750617"/>
                  </a:moveTo>
                  <a:lnTo>
                    <a:pt x="6602150" y="743491"/>
                  </a:lnTo>
                  <a:lnTo>
                    <a:pt x="6609276" y="739381"/>
                  </a:lnTo>
                  <a:lnTo>
                    <a:pt x="6613393" y="746506"/>
                  </a:lnTo>
                  <a:lnTo>
                    <a:pt x="6606267" y="750617"/>
                  </a:lnTo>
                  <a:close/>
                </a:path>
                <a:path w="6802755" h="7098030">
                  <a:moveTo>
                    <a:pt x="6531672" y="619652"/>
                  </a:moveTo>
                  <a:lnTo>
                    <a:pt x="6528438" y="614055"/>
                  </a:lnTo>
                  <a:lnTo>
                    <a:pt x="6534035" y="610821"/>
                  </a:lnTo>
                  <a:lnTo>
                    <a:pt x="6537269" y="616418"/>
                  </a:lnTo>
                  <a:lnTo>
                    <a:pt x="6531672" y="619652"/>
                  </a:lnTo>
                  <a:close/>
                </a:path>
                <a:path w="6802755" h="7098030">
                  <a:moveTo>
                    <a:pt x="6456970" y="489090"/>
                  </a:moveTo>
                  <a:lnTo>
                    <a:pt x="6454323" y="484506"/>
                  </a:lnTo>
                  <a:lnTo>
                    <a:pt x="6458902" y="481864"/>
                  </a:lnTo>
                  <a:lnTo>
                    <a:pt x="6461549" y="486442"/>
                  </a:lnTo>
                  <a:lnTo>
                    <a:pt x="6456970" y="489090"/>
                  </a:lnTo>
                  <a:close/>
                </a:path>
                <a:path w="6802755" h="7098030">
                  <a:moveTo>
                    <a:pt x="6382269" y="358522"/>
                  </a:moveTo>
                  <a:lnTo>
                    <a:pt x="6380213" y="354962"/>
                  </a:lnTo>
                  <a:lnTo>
                    <a:pt x="6383773" y="352907"/>
                  </a:lnTo>
                  <a:lnTo>
                    <a:pt x="6385828" y="356467"/>
                  </a:lnTo>
                  <a:lnTo>
                    <a:pt x="6382269" y="358522"/>
                  </a:lnTo>
                  <a:close/>
                </a:path>
                <a:path w="6802755" h="7098030">
                  <a:moveTo>
                    <a:pt x="6307567" y="227960"/>
                  </a:moveTo>
                  <a:lnTo>
                    <a:pt x="6306098" y="225413"/>
                  </a:lnTo>
                  <a:lnTo>
                    <a:pt x="6308639" y="223944"/>
                  </a:lnTo>
                  <a:lnTo>
                    <a:pt x="6310108" y="226491"/>
                  </a:lnTo>
                  <a:lnTo>
                    <a:pt x="6307567" y="227960"/>
                  </a:lnTo>
                  <a:close/>
                </a:path>
                <a:path w="6802755" h="7098030">
                  <a:moveTo>
                    <a:pt x="6232865" y="97398"/>
                  </a:moveTo>
                  <a:lnTo>
                    <a:pt x="6231982" y="95876"/>
                  </a:lnTo>
                  <a:lnTo>
                    <a:pt x="6233511" y="94993"/>
                  </a:lnTo>
                  <a:lnTo>
                    <a:pt x="6234393" y="96516"/>
                  </a:lnTo>
                  <a:lnTo>
                    <a:pt x="6232865" y="97398"/>
                  </a:lnTo>
                  <a:close/>
                </a:path>
                <a:path w="6802755" h="7098030">
                  <a:moveTo>
                    <a:pt x="6736242" y="674896"/>
                  </a:moveTo>
                  <a:lnTo>
                    <a:pt x="6732712" y="668790"/>
                  </a:lnTo>
                  <a:lnTo>
                    <a:pt x="6738824" y="665260"/>
                  </a:lnTo>
                  <a:lnTo>
                    <a:pt x="6742349" y="671372"/>
                  </a:lnTo>
                  <a:lnTo>
                    <a:pt x="6736242" y="674896"/>
                  </a:lnTo>
                  <a:close/>
                </a:path>
                <a:path w="6802755" h="7098030">
                  <a:moveTo>
                    <a:pt x="6661540" y="544335"/>
                  </a:moveTo>
                  <a:lnTo>
                    <a:pt x="6658602" y="539247"/>
                  </a:lnTo>
                  <a:lnTo>
                    <a:pt x="6663696" y="536309"/>
                  </a:lnTo>
                  <a:lnTo>
                    <a:pt x="6666634" y="541397"/>
                  </a:lnTo>
                  <a:lnTo>
                    <a:pt x="6661540" y="544335"/>
                  </a:lnTo>
                  <a:close/>
                </a:path>
                <a:path w="6802755" h="7098030">
                  <a:moveTo>
                    <a:pt x="6586839" y="413773"/>
                  </a:moveTo>
                  <a:lnTo>
                    <a:pt x="6584487" y="409698"/>
                  </a:lnTo>
                  <a:lnTo>
                    <a:pt x="6588556" y="407352"/>
                  </a:lnTo>
                  <a:lnTo>
                    <a:pt x="6590908" y="411421"/>
                  </a:lnTo>
                  <a:lnTo>
                    <a:pt x="6586839" y="413773"/>
                  </a:lnTo>
                  <a:close/>
                </a:path>
                <a:path w="6802755" h="7098030">
                  <a:moveTo>
                    <a:pt x="6512137" y="283211"/>
                  </a:moveTo>
                  <a:lnTo>
                    <a:pt x="6510371" y="280148"/>
                  </a:lnTo>
                  <a:lnTo>
                    <a:pt x="6513422" y="278389"/>
                  </a:lnTo>
                  <a:lnTo>
                    <a:pt x="6515187" y="281446"/>
                  </a:lnTo>
                  <a:lnTo>
                    <a:pt x="6512137" y="283211"/>
                  </a:lnTo>
                  <a:close/>
                </a:path>
                <a:path w="6802755" h="7098030">
                  <a:moveTo>
                    <a:pt x="6437436" y="152643"/>
                  </a:moveTo>
                  <a:lnTo>
                    <a:pt x="6436256" y="150611"/>
                  </a:lnTo>
                  <a:lnTo>
                    <a:pt x="6438294" y="149433"/>
                  </a:lnTo>
                  <a:lnTo>
                    <a:pt x="6439467" y="151470"/>
                  </a:lnTo>
                  <a:lnTo>
                    <a:pt x="6437436" y="152643"/>
                  </a:lnTo>
                  <a:close/>
                </a:path>
                <a:path w="6802755" h="7098030">
                  <a:moveTo>
                    <a:pt x="6362621" y="22478"/>
                  </a:moveTo>
                  <a:lnTo>
                    <a:pt x="6361744" y="20955"/>
                  </a:lnTo>
                  <a:lnTo>
                    <a:pt x="6363267" y="20079"/>
                  </a:lnTo>
                  <a:lnTo>
                    <a:pt x="6364149" y="21601"/>
                  </a:lnTo>
                  <a:lnTo>
                    <a:pt x="6362621" y="22478"/>
                  </a:lnTo>
                  <a:close/>
                </a:path>
                <a:path w="6802755" h="7098030">
                  <a:moveTo>
                    <a:pt x="6791836" y="467412"/>
                  </a:moveTo>
                  <a:lnTo>
                    <a:pt x="6790367" y="464865"/>
                  </a:lnTo>
                  <a:lnTo>
                    <a:pt x="6792913" y="463396"/>
                  </a:lnTo>
                  <a:lnTo>
                    <a:pt x="6794383" y="465943"/>
                  </a:lnTo>
                  <a:lnTo>
                    <a:pt x="6791836" y="467412"/>
                  </a:lnTo>
                  <a:close/>
                </a:path>
                <a:path w="6802755" h="7098030">
                  <a:moveTo>
                    <a:pt x="6716814" y="338046"/>
                  </a:moveTo>
                  <a:lnTo>
                    <a:pt x="6715049" y="334996"/>
                  </a:lnTo>
                  <a:lnTo>
                    <a:pt x="6718105" y="333231"/>
                  </a:lnTo>
                  <a:lnTo>
                    <a:pt x="6719864" y="336287"/>
                  </a:lnTo>
                  <a:lnTo>
                    <a:pt x="6716814" y="338046"/>
                  </a:lnTo>
                  <a:close/>
                </a:path>
                <a:path w="6802755" h="7098030">
                  <a:moveTo>
                    <a:pt x="6641899" y="208290"/>
                  </a:moveTo>
                  <a:lnTo>
                    <a:pt x="6640134" y="205234"/>
                  </a:lnTo>
                  <a:lnTo>
                    <a:pt x="6643184" y="203469"/>
                  </a:lnTo>
                  <a:lnTo>
                    <a:pt x="6644950" y="206531"/>
                  </a:lnTo>
                  <a:lnTo>
                    <a:pt x="6641899" y="208290"/>
                  </a:lnTo>
                  <a:close/>
                </a:path>
                <a:path w="6802755" h="7098030">
                  <a:moveTo>
                    <a:pt x="6567192" y="77728"/>
                  </a:moveTo>
                  <a:lnTo>
                    <a:pt x="6566019" y="75690"/>
                  </a:lnTo>
                  <a:lnTo>
                    <a:pt x="6568056" y="74518"/>
                  </a:lnTo>
                  <a:lnTo>
                    <a:pt x="6569229" y="76549"/>
                  </a:lnTo>
                  <a:lnTo>
                    <a:pt x="6567192" y="77728"/>
                  </a:lnTo>
                  <a:close/>
                </a:path>
                <a:path w="6802755" h="7098030">
                  <a:moveTo>
                    <a:pt x="6771976" y="132173"/>
                  </a:moveTo>
                  <a:lnTo>
                    <a:pt x="6771093" y="130639"/>
                  </a:lnTo>
                  <a:lnTo>
                    <a:pt x="6772621" y="129756"/>
                  </a:lnTo>
                  <a:lnTo>
                    <a:pt x="6773504" y="131290"/>
                  </a:lnTo>
                  <a:lnTo>
                    <a:pt x="6771976" y="132173"/>
                  </a:lnTo>
                  <a:close/>
                </a:path>
                <a:path w="6802755" h="7098030">
                  <a:moveTo>
                    <a:pt x="6697061" y="2410"/>
                  </a:moveTo>
                  <a:lnTo>
                    <a:pt x="6696178" y="882"/>
                  </a:lnTo>
                  <a:lnTo>
                    <a:pt x="6697706" y="0"/>
                  </a:lnTo>
                  <a:lnTo>
                    <a:pt x="6698589" y="1528"/>
                  </a:lnTo>
                  <a:lnTo>
                    <a:pt x="6697061" y="2410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3937566"/>
              <a:ext cx="2343149" cy="1904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2913" y="1068073"/>
            <a:ext cx="1785514" cy="74479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637" y="1030896"/>
            <a:ext cx="2060574" cy="7600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5473" rIns="0" bIns="0" rtlCol="0">
            <a:spAutoFit/>
          </a:bodyPr>
          <a:lstStyle/>
          <a:p>
            <a:pPr marL="8637270">
              <a:lnSpc>
                <a:spcPct val="100000"/>
              </a:lnSpc>
              <a:spcBef>
                <a:spcPts val="115"/>
              </a:spcBef>
            </a:pPr>
            <a:r>
              <a:rPr sz="5450" b="1" spc="-20" dirty="0">
                <a:solidFill>
                  <a:srgbClr val="4574A6"/>
                </a:solidFill>
                <a:latin typeface="Tahoma"/>
                <a:cs typeface="Tahoma"/>
              </a:rPr>
              <a:t>ACTIVITY</a:t>
            </a:r>
            <a:r>
              <a:rPr sz="5450" b="1" spc="-3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05" dirty="0">
                <a:solidFill>
                  <a:srgbClr val="4574A6"/>
                </a:solidFill>
                <a:latin typeface="Tahoma"/>
                <a:cs typeface="Tahoma"/>
              </a:rPr>
              <a:t>DIAGRAMS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5924" y="4824436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5924" y="5119711"/>
            <a:ext cx="66675" cy="66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5924" y="5414986"/>
            <a:ext cx="66675" cy="666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88784" y="4654879"/>
            <a:ext cx="450532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b="1" spc="50" dirty="0">
                <a:solidFill>
                  <a:srgbClr val="4574A6"/>
                </a:solidFill>
                <a:latin typeface="Tahoma"/>
                <a:cs typeface="Tahoma"/>
              </a:rPr>
              <a:t>Show</a:t>
            </a:r>
            <a:r>
              <a:rPr sz="17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workflow</a:t>
            </a:r>
            <a:r>
              <a:rPr sz="17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of</a:t>
            </a:r>
            <a:r>
              <a:rPr sz="17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hospital</a:t>
            </a:r>
            <a:r>
              <a:rPr sz="17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4574A6"/>
                </a:solidFill>
                <a:latin typeface="Tahoma"/>
                <a:cs typeface="Tahoma"/>
              </a:rPr>
              <a:t>processes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Include</a:t>
            </a:r>
            <a:r>
              <a:rPr sz="17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45" dirty="0">
                <a:solidFill>
                  <a:srgbClr val="4574A6"/>
                </a:solidFill>
                <a:latin typeface="Tahoma"/>
                <a:cs typeface="Tahoma"/>
              </a:rPr>
              <a:t>decision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points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65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task</a:t>
            </a:r>
            <a:r>
              <a:rPr sz="1700" b="1" spc="9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-20" dirty="0">
                <a:solidFill>
                  <a:srgbClr val="4574A6"/>
                </a:solidFill>
                <a:latin typeface="Tahoma"/>
                <a:cs typeface="Tahoma"/>
              </a:rPr>
              <a:t>flow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Represent</a:t>
            </a:r>
            <a:r>
              <a:rPr sz="1700" b="1" spc="4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574A6"/>
                </a:solidFill>
                <a:latin typeface="Tahoma"/>
                <a:cs typeface="Tahoma"/>
              </a:rPr>
              <a:t>department-level</a:t>
            </a:r>
            <a:r>
              <a:rPr sz="1700" b="1" spc="4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4574A6"/>
                </a:solidFill>
                <a:latin typeface="Tahoma"/>
                <a:cs typeface="Tahoma"/>
              </a:rPr>
              <a:t>operations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961" y="8804942"/>
            <a:ext cx="278257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4574A6"/>
                </a:solidFill>
                <a:latin typeface="Verdana"/>
                <a:cs typeface="Verdana"/>
              </a:rPr>
              <a:t>Doctor</a:t>
            </a:r>
            <a:r>
              <a:rPr sz="1800" spc="-50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574A6"/>
                </a:solidFill>
                <a:latin typeface="Verdana"/>
                <a:cs typeface="Verdana"/>
              </a:rPr>
              <a:t>Activity</a:t>
            </a:r>
            <a:r>
              <a:rPr sz="1800" spc="-50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574A6"/>
                </a:solidFill>
                <a:latin typeface="Verdana"/>
                <a:cs typeface="Verdana"/>
              </a:rPr>
              <a:t>Diagram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1972" y="8804942"/>
            <a:ext cx="277177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60" dirty="0">
                <a:solidFill>
                  <a:srgbClr val="4574A6"/>
                </a:solidFill>
                <a:latin typeface="Verdana"/>
                <a:cs typeface="Verdana"/>
              </a:rPr>
              <a:t>Admin</a:t>
            </a:r>
            <a:r>
              <a:rPr sz="1800" spc="-125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574A6"/>
                </a:solidFill>
                <a:latin typeface="Verdana"/>
                <a:cs typeface="Verdana"/>
              </a:rPr>
              <a:t>Activity</a:t>
            </a:r>
            <a:r>
              <a:rPr sz="1800" spc="-125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574A6"/>
                </a:solidFill>
                <a:latin typeface="Verdana"/>
                <a:cs typeface="Verdana"/>
              </a:rPr>
              <a:t>Diagram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12890" cy="6997065"/>
            <a:chOff x="0" y="0"/>
            <a:chExt cx="661289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8177" y="2562942"/>
            <a:ext cx="8383926" cy="70254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97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15"/>
              </a:spcBef>
            </a:pPr>
            <a:r>
              <a:rPr sz="5450" b="1" spc="265" dirty="0">
                <a:solidFill>
                  <a:srgbClr val="4574A6"/>
                </a:solidFill>
                <a:latin typeface="Tahoma"/>
                <a:cs typeface="Tahoma"/>
              </a:rPr>
              <a:t>SEQUENCE</a:t>
            </a:r>
            <a:r>
              <a:rPr sz="5450" b="1" spc="-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05" dirty="0">
                <a:solidFill>
                  <a:srgbClr val="4574A6"/>
                </a:solidFill>
                <a:latin typeface="Tahoma"/>
                <a:cs typeface="Tahoma"/>
              </a:rPr>
              <a:t>DIAGRAMS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4686498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5315148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5629473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42131" y="4500424"/>
            <a:ext cx="491299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0">
              <a:lnSpc>
                <a:spcPct val="114599"/>
              </a:lnSpc>
              <a:spcBef>
                <a:spcPts val="100"/>
              </a:spcBef>
            </a:pP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Show</a:t>
            </a:r>
            <a:r>
              <a:rPr sz="18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interaction</a:t>
            </a:r>
            <a:r>
              <a:rPr sz="18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order</a:t>
            </a:r>
            <a:r>
              <a:rPr sz="18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60" dirty="0">
                <a:solidFill>
                  <a:srgbClr val="4574A6"/>
                </a:solidFill>
                <a:latin typeface="Tahoma"/>
                <a:cs typeface="Tahoma"/>
              </a:rPr>
              <a:t>between</a:t>
            </a:r>
            <a:r>
              <a:rPr sz="1800" b="1" spc="1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actors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800" b="1" spc="-1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4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Include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user</a:t>
            </a:r>
            <a:r>
              <a:rPr sz="18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pages,</a:t>
            </a:r>
            <a:r>
              <a:rPr sz="18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server,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800" b="1" spc="8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35" dirty="0">
                <a:solidFill>
                  <a:srgbClr val="4574A6"/>
                </a:solidFill>
                <a:latin typeface="Tahoma"/>
                <a:cs typeface="Tahoma"/>
              </a:rPr>
              <a:t>database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Represent</a:t>
            </a:r>
            <a:r>
              <a:rPr sz="18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time-</a:t>
            </a:r>
            <a:r>
              <a:rPr sz="1800" b="1" spc="55" dirty="0">
                <a:solidFill>
                  <a:srgbClr val="4574A6"/>
                </a:solidFill>
                <a:latin typeface="Tahoma"/>
                <a:cs typeface="Tahoma"/>
              </a:rPr>
              <a:t>based</a:t>
            </a:r>
            <a:r>
              <a:rPr sz="18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8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behavior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79514" y="9632643"/>
            <a:ext cx="300545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4574A6"/>
                </a:solidFill>
                <a:latin typeface="Verdana"/>
                <a:cs typeface="Verdana"/>
              </a:rPr>
              <a:t>Triage</a:t>
            </a:r>
            <a:r>
              <a:rPr sz="1800" spc="-75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574A6"/>
                </a:solidFill>
                <a:latin typeface="Verdana"/>
                <a:cs typeface="Verdana"/>
              </a:rPr>
              <a:t>Sequence</a:t>
            </a:r>
            <a:r>
              <a:rPr sz="1800" spc="-75" dirty="0">
                <a:solidFill>
                  <a:srgbClr val="4574A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574A6"/>
                </a:solidFill>
                <a:latin typeface="Verdana"/>
                <a:cs typeface="Verdana"/>
              </a:rPr>
              <a:t>Diagram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107025" cy="10174605"/>
            <a:chOff x="0" y="0"/>
            <a:chExt cx="18107025" cy="101746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3947" y="3963724"/>
              <a:ext cx="13382624" cy="62102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97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15"/>
              </a:spcBef>
            </a:pPr>
            <a:r>
              <a:rPr sz="5450" b="1" spc="204" dirty="0">
                <a:solidFill>
                  <a:srgbClr val="4574A6"/>
                </a:solidFill>
                <a:latin typeface="Tahoma"/>
                <a:cs typeface="Tahoma"/>
              </a:rPr>
              <a:t>CLASS</a:t>
            </a:r>
            <a:r>
              <a:rPr sz="5450" b="1" spc="-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305" dirty="0">
                <a:solidFill>
                  <a:srgbClr val="4574A6"/>
                </a:solidFill>
                <a:latin typeface="Tahoma"/>
                <a:cs typeface="Tahoma"/>
              </a:rPr>
              <a:t>MODEL</a:t>
            </a:r>
            <a:r>
              <a:rPr sz="5450" b="1" spc="-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114" dirty="0">
                <a:solidFill>
                  <a:srgbClr val="4574A6"/>
                </a:solidFill>
                <a:latin typeface="Tahoma"/>
                <a:cs typeface="Tahoma"/>
              </a:rPr>
              <a:t>DIAGRAM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6741" y="4686498"/>
            <a:ext cx="66675" cy="1009650"/>
            <a:chOff x="1656741" y="4686498"/>
            <a:chExt cx="66675" cy="10096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4686498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315148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629472"/>
              <a:ext cx="66675" cy="666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842131" y="4500424"/>
            <a:ext cx="566420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6800">
              <a:lnSpc>
                <a:spcPct val="114599"/>
              </a:lnSpc>
              <a:spcBef>
                <a:spcPts val="100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Shows</a:t>
            </a:r>
            <a:r>
              <a:rPr sz="18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8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entities,</a:t>
            </a:r>
            <a:r>
              <a:rPr sz="18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attributes,</a:t>
            </a:r>
            <a:r>
              <a:rPr sz="1800" b="1" spc="1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4574A6"/>
                </a:solidFill>
                <a:latin typeface="Tahoma"/>
                <a:cs typeface="Tahoma"/>
              </a:rPr>
              <a:t>and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relationships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Includes</a:t>
            </a:r>
            <a:r>
              <a:rPr sz="180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User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roles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(Doctor,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Nurse,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60" dirty="0">
                <a:solidFill>
                  <a:srgbClr val="4574A6"/>
                </a:solidFill>
                <a:latin typeface="Tahoma"/>
                <a:cs typeface="Tahoma"/>
              </a:rPr>
              <a:t>Admin,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etc.)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Represents</a:t>
            </a:r>
            <a:r>
              <a:rPr sz="1800" b="1" spc="1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5" dirty="0">
                <a:solidFill>
                  <a:srgbClr val="4574A6"/>
                </a:solidFill>
                <a:latin typeface="Tahoma"/>
                <a:cs typeface="Tahoma"/>
              </a:rPr>
              <a:t>key</a:t>
            </a:r>
            <a:r>
              <a:rPr sz="1800" b="1" spc="1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modules:</a:t>
            </a:r>
            <a:r>
              <a:rPr sz="1800" b="1" spc="1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Patient,</a:t>
            </a:r>
            <a:r>
              <a:rPr sz="1800" b="1" spc="1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Visit,</a:t>
            </a:r>
            <a:r>
              <a:rPr sz="1800" b="1" spc="1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Billing,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Lab,</a:t>
            </a:r>
            <a:r>
              <a:rPr sz="1800" b="1" spc="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5" dirty="0">
                <a:solidFill>
                  <a:srgbClr val="4574A6"/>
                </a:solidFill>
                <a:latin typeface="Tahoma"/>
                <a:cs typeface="Tahoma"/>
              </a:rPr>
              <a:t>Pharmacy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976850" cy="9389745"/>
            <a:chOff x="0" y="0"/>
            <a:chExt cx="17976850" cy="93897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616" y="5922648"/>
              <a:ext cx="17646833" cy="346657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97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15"/>
              </a:spcBef>
            </a:pP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COMPONENT</a:t>
            </a:r>
            <a:r>
              <a:rPr sz="5450" b="1" spc="-2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MODEL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6741" y="4686498"/>
            <a:ext cx="66675" cy="695325"/>
            <a:chOff x="1656741" y="4686498"/>
            <a:chExt cx="66675" cy="6953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4686498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000823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315148"/>
              <a:ext cx="66675" cy="666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842131" y="4500424"/>
            <a:ext cx="464947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Represents</a:t>
            </a:r>
            <a:r>
              <a:rPr sz="1800" b="1" spc="16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major</a:t>
            </a:r>
            <a:r>
              <a:rPr sz="18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800" b="1" spc="16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60" dirty="0">
                <a:solidFill>
                  <a:srgbClr val="4574A6"/>
                </a:solidFill>
                <a:latin typeface="Tahoma"/>
                <a:cs typeface="Tahoma"/>
              </a:rPr>
              <a:t>components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Shows</a:t>
            </a:r>
            <a:r>
              <a:rPr sz="1800" b="1" spc="6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how</a:t>
            </a:r>
            <a:r>
              <a:rPr sz="1800" b="1" spc="65" dirty="0">
                <a:solidFill>
                  <a:srgbClr val="4574A6"/>
                </a:solidFill>
                <a:latin typeface="Tahoma"/>
                <a:cs typeface="Tahoma"/>
              </a:rPr>
              <a:t> modules</a:t>
            </a:r>
            <a:r>
              <a:rPr sz="1800" b="1" spc="6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interact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Helps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5" dirty="0">
                <a:solidFill>
                  <a:srgbClr val="4574A6"/>
                </a:solidFill>
                <a:latin typeface="Tahoma"/>
                <a:cs typeface="Tahoma"/>
              </a:rPr>
              <a:t>understand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system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structure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012285" cy="10036175"/>
            <a:chOff x="0" y="0"/>
            <a:chExt cx="17012285" cy="100361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6859" y="5854303"/>
              <a:ext cx="15735299" cy="41814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97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15"/>
              </a:spcBef>
            </a:pPr>
            <a:r>
              <a:rPr sz="5450" b="1" spc="250" dirty="0">
                <a:solidFill>
                  <a:srgbClr val="4574A6"/>
                </a:solidFill>
                <a:latin typeface="Tahoma"/>
                <a:cs typeface="Tahoma"/>
              </a:rPr>
              <a:t>DEPLOYMENT</a:t>
            </a:r>
            <a:r>
              <a:rPr sz="5450" b="1" spc="-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MODEL</a:t>
            </a:r>
            <a:endParaRPr sz="54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6741" y="4686498"/>
            <a:ext cx="66675" cy="1009650"/>
            <a:chOff x="1656741" y="4686498"/>
            <a:chExt cx="66675" cy="10096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4686498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000823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6741" y="5629472"/>
              <a:ext cx="66675" cy="666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842131" y="4500424"/>
            <a:ext cx="4549775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Client-server</a:t>
            </a:r>
            <a:r>
              <a:rPr sz="1800" b="1" spc="2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architecture</a:t>
            </a:r>
            <a:endParaRPr sz="1800">
              <a:latin typeface="Tahoma"/>
              <a:cs typeface="Tahoma"/>
            </a:endParaRPr>
          </a:p>
          <a:p>
            <a:pPr marL="12700" marR="244475">
              <a:lnSpc>
                <a:spcPct val="114599"/>
              </a:lnSpc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User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4574A6"/>
                </a:solidFill>
                <a:latin typeface="Tahoma"/>
                <a:cs typeface="Tahoma"/>
              </a:rPr>
              <a:t>devices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connect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to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35" dirty="0">
                <a:solidFill>
                  <a:srgbClr val="4574A6"/>
                </a:solidFill>
                <a:latin typeface="Tahoma"/>
                <a:cs typeface="Tahoma"/>
              </a:rPr>
              <a:t>application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server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Centralized</a:t>
            </a:r>
            <a:r>
              <a:rPr sz="18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4574A6"/>
                </a:solidFill>
                <a:latin typeface="Tahoma"/>
                <a:cs typeface="Tahoma"/>
              </a:rPr>
              <a:t>database</a:t>
            </a:r>
            <a:r>
              <a:rPr sz="1800" b="1" spc="1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for</a:t>
            </a:r>
            <a:r>
              <a:rPr sz="1800" b="1" spc="15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1800" b="1" spc="15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storage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612890" cy="6997065"/>
            <a:chOff x="0" y="0"/>
            <a:chExt cx="6612890" cy="69970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612890" cy="6997065"/>
            </a:xfrm>
            <a:custGeom>
              <a:avLst/>
              <a:gdLst/>
              <a:ahLst/>
              <a:cxnLst/>
              <a:rect l="l" t="t" r="r" b="b"/>
              <a:pathLst>
                <a:path w="6612890" h="6997065">
                  <a:moveTo>
                    <a:pt x="6610827" y="34950"/>
                  </a:moveTo>
                  <a:lnTo>
                    <a:pt x="6612186" y="34950"/>
                  </a:lnTo>
                  <a:lnTo>
                    <a:pt x="6612433" y="35376"/>
                  </a:lnTo>
                  <a:lnTo>
                    <a:pt x="6611073" y="35376"/>
                  </a:lnTo>
                  <a:lnTo>
                    <a:pt x="6610827" y="34950"/>
                  </a:lnTo>
                  <a:close/>
                </a:path>
                <a:path w="6612890" h="6997065">
                  <a:moveTo>
                    <a:pt x="6482303" y="108478"/>
                  </a:moveTo>
                  <a:lnTo>
                    <a:pt x="6483476" y="110510"/>
                  </a:lnTo>
                  <a:lnTo>
                    <a:pt x="6481438" y="111689"/>
                  </a:lnTo>
                  <a:lnTo>
                    <a:pt x="6480266" y="109657"/>
                  </a:lnTo>
                  <a:lnTo>
                    <a:pt x="6482303" y="108478"/>
                  </a:lnTo>
                  <a:close/>
                </a:path>
                <a:path w="6612890" h="6997065">
                  <a:moveTo>
                    <a:pt x="6555986" y="239632"/>
                  </a:moveTo>
                  <a:lnTo>
                    <a:pt x="6557346" y="239632"/>
                  </a:lnTo>
                  <a:lnTo>
                    <a:pt x="6557591" y="240059"/>
                  </a:lnTo>
                  <a:lnTo>
                    <a:pt x="6556233" y="240059"/>
                  </a:lnTo>
                  <a:lnTo>
                    <a:pt x="6555986" y="239632"/>
                  </a:lnTo>
                  <a:close/>
                </a:path>
                <a:path w="6612890" h="6997065">
                  <a:moveTo>
                    <a:pt x="6277839" y="52831"/>
                  </a:moveTo>
                  <a:lnTo>
                    <a:pt x="6279604" y="55882"/>
                  </a:lnTo>
                  <a:lnTo>
                    <a:pt x="6276548" y="57647"/>
                  </a:lnTo>
                  <a:lnTo>
                    <a:pt x="6274783" y="54596"/>
                  </a:lnTo>
                  <a:lnTo>
                    <a:pt x="6277839" y="52831"/>
                  </a:lnTo>
                  <a:close/>
                </a:path>
                <a:path w="6612890" h="6997065">
                  <a:moveTo>
                    <a:pt x="6352647" y="182990"/>
                  </a:moveTo>
                  <a:lnTo>
                    <a:pt x="6354116" y="185537"/>
                  </a:lnTo>
                  <a:lnTo>
                    <a:pt x="6351569" y="187006"/>
                  </a:lnTo>
                  <a:lnTo>
                    <a:pt x="6350100" y="184459"/>
                  </a:lnTo>
                  <a:lnTo>
                    <a:pt x="6352647" y="182990"/>
                  </a:lnTo>
                  <a:close/>
                </a:path>
                <a:path w="6612890" h="6997065">
                  <a:moveTo>
                    <a:pt x="6427455" y="313155"/>
                  </a:moveTo>
                  <a:lnTo>
                    <a:pt x="6428628" y="315187"/>
                  </a:lnTo>
                  <a:lnTo>
                    <a:pt x="6426591" y="316366"/>
                  </a:lnTo>
                  <a:lnTo>
                    <a:pt x="6425418" y="314328"/>
                  </a:lnTo>
                  <a:lnTo>
                    <a:pt x="6427455" y="313155"/>
                  </a:lnTo>
                  <a:close/>
                </a:path>
                <a:path w="6612890" h="6997065">
                  <a:moveTo>
                    <a:pt x="6502270" y="443314"/>
                  </a:moveTo>
                  <a:lnTo>
                    <a:pt x="6503146" y="444837"/>
                  </a:lnTo>
                  <a:lnTo>
                    <a:pt x="6501618" y="445720"/>
                  </a:lnTo>
                  <a:lnTo>
                    <a:pt x="6500741" y="444197"/>
                  </a:lnTo>
                  <a:lnTo>
                    <a:pt x="6502270" y="443314"/>
                  </a:lnTo>
                  <a:close/>
                </a:path>
                <a:path w="6612890" h="6997065">
                  <a:moveTo>
                    <a:pt x="6069234" y="0"/>
                  </a:moveTo>
                  <a:lnTo>
                    <a:pt x="6075342" y="0"/>
                  </a:lnTo>
                  <a:lnTo>
                    <a:pt x="6076129" y="1365"/>
                  </a:lnTo>
                  <a:lnTo>
                    <a:pt x="6071551" y="4007"/>
                  </a:lnTo>
                  <a:lnTo>
                    <a:pt x="6069234" y="0"/>
                  </a:lnTo>
                  <a:close/>
                </a:path>
                <a:path w="6612890" h="6997065">
                  <a:moveTo>
                    <a:pt x="6148290" y="126940"/>
                  </a:moveTo>
                  <a:lnTo>
                    <a:pt x="6150642" y="131015"/>
                  </a:lnTo>
                  <a:lnTo>
                    <a:pt x="6146572" y="133366"/>
                  </a:lnTo>
                  <a:lnTo>
                    <a:pt x="6144221" y="129291"/>
                  </a:lnTo>
                  <a:lnTo>
                    <a:pt x="6148290" y="126940"/>
                  </a:lnTo>
                  <a:close/>
                </a:path>
                <a:path w="6612890" h="6997065">
                  <a:moveTo>
                    <a:pt x="6223098" y="257111"/>
                  </a:moveTo>
                  <a:lnTo>
                    <a:pt x="6225154" y="260670"/>
                  </a:lnTo>
                  <a:lnTo>
                    <a:pt x="6221594" y="262725"/>
                  </a:lnTo>
                  <a:lnTo>
                    <a:pt x="6219539" y="259166"/>
                  </a:lnTo>
                  <a:lnTo>
                    <a:pt x="6223098" y="257111"/>
                  </a:lnTo>
                  <a:close/>
                </a:path>
                <a:path w="6612890" h="6997065">
                  <a:moveTo>
                    <a:pt x="6297911" y="387264"/>
                  </a:moveTo>
                  <a:lnTo>
                    <a:pt x="6299671" y="390320"/>
                  </a:lnTo>
                  <a:lnTo>
                    <a:pt x="6296621" y="392079"/>
                  </a:lnTo>
                  <a:lnTo>
                    <a:pt x="6294862" y="389029"/>
                  </a:lnTo>
                  <a:lnTo>
                    <a:pt x="6297911" y="387264"/>
                  </a:lnTo>
                  <a:close/>
                </a:path>
                <a:path w="6612890" h="6997065">
                  <a:moveTo>
                    <a:pt x="6372614" y="517826"/>
                  </a:moveTo>
                  <a:lnTo>
                    <a:pt x="6373793" y="519864"/>
                  </a:lnTo>
                  <a:lnTo>
                    <a:pt x="6371755" y="521042"/>
                  </a:lnTo>
                  <a:lnTo>
                    <a:pt x="6370577" y="519005"/>
                  </a:lnTo>
                  <a:lnTo>
                    <a:pt x="6372614" y="517826"/>
                  </a:lnTo>
                  <a:close/>
                </a:path>
                <a:path w="6612890" h="6997065">
                  <a:moveTo>
                    <a:pt x="6447422" y="647991"/>
                  </a:moveTo>
                  <a:lnTo>
                    <a:pt x="6448305" y="649519"/>
                  </a:lnTo>
                  <a:lnTo>
                    <a:pt x="6446777" y="650402"/>
                  </a:lnTo>
                  <a:lnTo>
                    <a:pt x="6445894" y="648874"/>
                  </a:lnTo>
                  <a:lnTo>
                    <a:pt x="6447422" y="647991"/>
                  </a:lnTo>
                  <a:close/>
                </a:path>
                <a:path w="6612890" h="6997065">
                  <a:moveTo>
                    <a:pt x="5943939" y="70896"/>
                  </a:moveTo>
                  <a:lnTo>
                    <a:pt x="5947167" y="76493"/>
                  </a:lnTo>
                  <a:lnTo>
                    <a:pt x="5941576" y="79727"/>
                  </a:lnTo>
                  <a:lnTo>
                    <a:pt x="5938342" y="74130"/>
                  </a:lnTo>
                  <a:lnTo>
                    <a:pt x="5943939" y="70896"/>
                  </a:lnTo>
                  <a:close/>
                </a:path>
                <a:path w="6612890" h="6997065">
                  <a:moveTo>
                    <a:pt x="6018747" y="201061"/>
                  </a:moveTo>
                  <a:lnTo>
                    <a:pt x="6021685" y="206149"/>
                  </a:lnTo>
                  <a:lnTo>
                    <a:pt x="6016597" y="209086"/>
                  </a:lnTo>
                  <a:lnTo>
                    <a:pt x="6013659" y="203999"/>
                  </a:lnTo>
                  <a:lnTo>
                    <a:pt x="6018747" y="201061"/>
                  </a:lnTo>
                  <a:close/>
                </a:path>
                <a:path w="6612890" h="6997065">
                  <a:moveTo>
                    <a:pt x="6093449" y="331623"/>
                  </a:moveTo>
                  <a:lnTo>
                    <a:pt x="6095800" y="335692"/>
                  </a:lnTo>
                  <a:lnTo>
                    <a:pt x="6091731" y="338043"/>
                  </a:lnTo>
                  <a:lnTo>
                    <a:pt x="6089379" y="333968"/>
                  </a:lnTo>
                  <a:lnTo>
                    <a:pt x="6093449" y="331623"/>
                  </a:lnTo>
                  <a:close/>
                </a:path>
                <a:path w="6612890" h="6997065">
                  <a:moveTo>
                    <a:pt x="6168263" y="461782"/>
                  </a:moveTo>
                  <a:lnTo>
                    <a:pt x="6170318" y="465341"/>
                  </a:lnTo>
                  <a:lnTo>
                    <a:pt x="6166752" y="467403"/>
                  </a:lnTo>
                  <a:lnTo>
                    <a:pt x="6164697" y="463843"/>
                  </a:lnTo>
                  <a:lnTo>
                    <a:pt x="6168263" y="461782"/>
                  </a:lnTo>
                  <a:close/>
                </a:path>
                <a:path w="6612890" h="6997065">
                  <a:moveTo>
                    <a:pt x="6243071" y="591947"/>
                  </a:moveTo>
                  <a:lnTo>
                    <a:pt x="6244830" y="594997"/>
                  </a:lnTo>
                  <a:lnTo>
                    <a:pt x="6241780" y="596763"/>
                  </a:lnTo>
                  <a:lnTo>
                    <a:pt x="6240015" y="593706"/>
                  </a:lnTo>
                  <a:lnTo>
                    <a:pt x="6243071" y="591947"/>
                  </a:lnTo>
                  <a:close/>
                </a:path>
                <a:path w="6612890" h="6997065">
                  <a:moveTo>
                    <a:pt x="6317873" y="722106"/>
                  </a:moveTo>
                  <a:lnTo>
                    <a:pt x="6319342" y="724653"/>
                  </a:lnTo>
                  <a:lnTo>
                    <a:pt x="6316801" y="726122"/>
                  </a:lnTo>
                  <a:lnTo>
                    <a:pt x="6315332" y="723575"/>
                  </a:lnTo>
                  <a:lnTo>
                    <a:pt x="6317873" y="722106"/>
                  </a:lnTo>
                  <a:close/>
                </a:path>
                <a:path w="6612890" h="6997065">
                  <a:moveTo>
                    <a:pt x="6392581" y="852668"/>
                  </a:moveTo>
                  <a:lnTo>
                    <a:pt x="6393463" y="854196"/>
                  </a:lnTo>
                  <a:lnTo>
                    <a:pt x="6391935" y="855079"/>
                  </a:lnTo>
                  <a:lnTo>
                    <a:pt x="6391052" y="853550"/>
                  </a:lnTo>
                  <a:lnTo>
                    <a:pt x="6392581" y="852668"/>
                  </a:lnTo>
                  <a:close/>
                </a:path>
                <a:path w="6612890" h="6997065">
                  <a:moveTo>
                    <a:pt x="6466370" y="983419"/>
                  </a:moveTo>
                  <a:lnTo>
                    <a:pt x="6467734" y="983419"/>
                  </a:lnTo>
                  <a:lnTo>
                    <a:pt x="6467981" y="983846"/>
                  </a:lnTo>
                  <a:lnTo>
                    <a:pt x="6466615" y="983846"/>
                  </a:lnTo>
                  <a:lnTo>
                    <a:pt x="6466370" y="983419"/>
                  </a:lnTo>
                  <a:close/>
                </a:path>
                <a:path w="6612890" h="6997065">
                  <a:moveTo>
                    <a:pt x="5739694" y="14449"/>
                  </a:moveTo>
                  <a:lnTo>
                    <a:pt x="5744100" y="22083"/>
                  </a:lnTo>
                  <a:lnTo>
                    <a:pt x="5736465" y="26490"/>
                  </a:lnTo>
                  <a:lnTo>
                    <a:pt x="5732059" y="18856"/>
                  </a:lnTo>
                  <a:lnTo>
                    <a:pt x="5739694" y="14449"/>
                  </a:lnTo>
                  <a:close/>
                </a:path>
                <a:path w="6612890" h="6997065">
                  <a:moveTo>
                    <a:pt x="5814389" y="145017"/>
                  </a:moveTo>
                  <a:lnTo>
                    <a:pt x="5818210" y="151627"/>
                  </a:lnTo>
                  <a:lnTo>
                    <a:pt x="5811599" y="155447"/>
                  </a:lnTo>
                  <a:lnTo>
                    <a:pt x="5807779" y="148831"/>
                  </a:lnTo>
                  <a:lnTo>
                    <a:pt x="5814389" y="145017"/>
                  </a:lnTo>
                  <a:close/>
                </a:path>
                <a:path w="6612890" h="6997065">
                  <a:moveTo>
                    <a:pt x="5889203" y="275170"/>
                  </a:moveTo>
                  <a:lnTo>
                    <a:pt x="5892728" y="281277"/>
                  </a:lnTo>
                  <a:lnTo>
                    <a:pt x="5886615" y="284807"/>
                  </a:lnTo>
                  <a:lnTo>
                    <a:pt x="5883091" y="278700"/>
                  </a:lnTo>
                  <a:lnTo>
                    <a:pt x="5889203" y="275170"/>
                  </a:lnTo>
                  <a:close/>
                </a:path>
                <a:path w="6612890" h="6997065">
                  <a:moveTo>
                    <a:pt x="5963905" y="405738"/>
                  </a:moveTo>
                  <a:lnTo>
                    <a:pt x="5966843" y="410826"/>
                  </a:lnTo>
                  <a:lnTo>
                    <a:pt x="5961755" y="413764"/>
                  </a:lnTo>
                  <a:lnTo>
                    <a:pt x="5958817" y="408676"/>
                  </a:lnTo>
                  <a:lnTo>
                    <a:pt x="5963905" y="405738"/>
                  </a:lnTo>
                  <a:close/>
                </a:path>
                <a:path w="6612890" h="6997065">
                  <a:moveTo>
                    <a:pt x="6038713" y="535898"/>
                  </a:moveTo>
                  <a:lnTo>
                    <a:pt x="6041355" y="540476"/>
                  </a:lnTo>
                  <a:lnTo>
                    <a:pt x="6036776" y="543124"/>
                  </a:lnTo>
                  <a:lnTo>
                    <a:pt x="6034129" y="538539"/>
                  </a:lnTo>
                  <a:lnTo>
                    <a:pt x="6038713" y="535898"/>
                  </a:lnTo>
                  <a:close/>
                </a:path>
                <a:path w="6612890" h="6997065">
                  <a:moveTo>
                    <a:pt x="6113415" y="666459"/>
                  </a:moveTo>
                  <a:lnTo>
                    <a:pt x="6115476" y="670025"/>
                  </a:lnTo>
                  <a:lnTo>
                    <a:pt x="6111910" y="672080"/>
                  </a:lnTo>
                  <a:lnTo>
                    <a:pt x="6109849" y="668514"/>
                  </a:lnTo>
                  <a:lnTo>
                    <a:pt x="6113415" y="666459"/>
                  </a:lnTo>
                  <a:close/>
                </a:path>
                <a:path w="6612890" h="6997065">
                  <a:moveTo>
                    <a:pt x="6188223" y="796624"/>
                  </a:moveTo>
                  <a:lnTo>
                    <a:pt x="6189988" y="799675"/>
                  </a:lnTo>
                  <a:lnTo>
                    <a:pt x="6186938" y="801440"/>
                  </a:lnTo>
                  <a:lnTo>
                    <a:pt x="6185173" y="798390"/>
                  </a:lnTo>
                  <a:lnTo>
                    <a:pt x="6188223" y="796624"/>
                  </a:lnTo>
                  <a:close/>
                </a:path>
                <a:path w="6612890" h="6997065">
                  <a:moveTo>
                    <a:pt x="6263037" y="926784"/>
                  </a:moveTo>
                  <a:lnTo>
                    <a:pt x="6264506" y="929324"/>
                  </a:lnTo>
                  <a:lnTo>
                    <a:pt x="6261959" y="930794"/>
                  </a:lnTo>
                  <a:lnTo>
                    <a:pt x="6260490" y="928253"/>
                  </a:lnTo>
                  <a:lnTo>
                    <a:pt x="6263037" y="926784"/>
                  </a:lnTo>
                  <a:close/>
                </a:path>
                <a:path w="6612890" h="6997065">
                  <a:moveTo>
                    <a:pt x="6337733" y="1057345"/>
                  </a:moveTo>
                  <a:lnTo>
                    <a:pt x="6338615" y="1058879"/>
                  </a:lnTo>
                  <a:lnTo>
                    <a:pt x="6337093" y="1059756"/>
                  </a:lnTo>
                  <a:lnTo>
                    <a:pt x="6336211" y="1058228"/>
                  </a:lnTo>
                  <a:lnTo>
                    <a:pt x="6337733" y="1057345"/>
                  </a:lnTo>
                  <a:close/>
                </a:path>
                <a:path w="6612890" h="6997065">
                  <a:moveTo>
                    <a:pt x="6411522" y="1188097"/>
                  </a:moveTo>
                  <a:lnTo>
                    <a:pt x="6412886" y="1188097"/>
                  </a:lnTo>
                  <a:lnTo>
                    <a:pt x="6413133" y="1188529"/>
                  </a:lnTo>
                  <a:lnTo>
                    <a:pt x="6411774" y="1188529"/>
                  </a:lnTo>
                  <a:lnTo>
                    <a:pt x="6411522" y="1188097"/>
                  </a:lnTo>
                  <a:close/>
                </a:path>
                <a:path w="6612890" h="6997065">
                  <a:moveTo>
                    <a:pt x="5610038" y="88967"/>
                  </a:moveTo>
                  <a:lnTo>
                    <a:pt x="5614735" y="97105"/>
                  </a:lnTo>
                  <a:lnTo>
                    <a:pt x="5606597" y="101808"/>
                  </a:lnTo>
                  <a:lnTo>
                    <a:pt x="5601894" y="93664"/>
                  </a:lnTo>
                  <a:lnTo>
                    <a:pt x="5610038" y="88967"/>
                  </a:lnTo>
                  <a:close/>
                </a:path>
                <a:path w="6612890" h="6997065">
                  <a:moveTo>
                    <a:pt x="5684846" y="219126"/>
                  </a:moveTo>
                  <a:lnTo>
                    <a:pt x="5689253" y="226755"/>
                  </a:lnTo>
                  <a:lnTo>
                    <a:pt x="5681618" y="231162"/>
                  </a:lnTo>
                  <a:lnTo>
                    <a:pt x="5677211" y="223533"/>
                  </a:lnTo>
                  <a:lnTo>
                    <a:pt x="5684846" y="219126"/>
                  </a:lnTo>
                  <a:close/>
                </a:path>
                <a:path w="6612890" h="6997065">
                  <a:moveTo>
                    <a:pt x="5759654" y="349291"/>
                  </a:moveTo>
                  <a:lnTo>
                    <a:pt x="5763771" y="356417"/>
                  </a:lnTo>
                  <a:lnTo>
                    <a:pt x="5756645" y="360528"/>
                  </a:lnTo>
                  <a:lnTo>
                    <a:pt x="5752529" y="353402"/>
                  </a:lnTo>
                  <a:lnTo>
                    <a:pt x="5759654" y="349291"/>
                  </a:lnTo>
                  <a:close/>
                </a:path>
                <a:path w="6612890" h="6997065">
                  <a:moveTo>
                    <a:pt x="5834362" y="479853"/>
                  </a:moveTo>
                  <a:lnTo>
                    <a:pt x="5837886" y="485954"/>
                  </a:lnTo>
                  <a:lnTo>
                    <a:pt x="5831779" y="489478"/>
                  </a:lnTo>
                  <a:lnTo>
                    <a:pt x="5828255" y="483377"/>
                  </a:lnTo>
                  <a:lnTo>
                    <a:pt x="5834362" y="479853"/>
                  </a:lnTo>
                  <a:close/>
                </a:path>
                <a:path w="6612890" h="6997065">
                  <a:moveTo>
                    <a:pt x="5909063" y="610415"/>
                  </a:moveTo>
                  <a:lnTo>
                    <a:pt x="5912001" y="615502"/>
                  </a:lnTo>
                  <a:lnTo>
                    <a:pt x="5906913" y="618440"/>
                  </a:lnTo>
                  <a:lnTo>
                    <a:pt x="5903975" y="613353"/>
                  </a:lnTo>
                  <a:lnTo>
                    <a:pt x="5909063" y="610415"/>
                  </a:lnTo>
                  <a:close/>
                </a:path>
                <a:path w="6612890" h="6997065">
                  <a:moveTo>
                    <a:pt x="5983866" y="740574"/>
                  </a:moveTo>
                  <a:lnTo>
                    <a:pt x="5986513" y="745158"/>
                  </a:lnTo>
                  <a:lnTo>
                    <a:pt x="5981935" y="747800"/>
                  </a:lnTo>
                  <a:lnTo>
                    <a:pt x="5979287" y="743221"/>
                  </a:lnTo>
                  <a:lnTo>
                    <a:pt x="5983866" y="740574"/>
                  </a:lnTo>
                  <a:close/>
                </a:path>
                <a:path w="6612890" h="6997065">
                  <a:moveTo>
                    <a:pt x="6058680" y="870733"/>
                  </a:moveTo>
                  <a:lnTo>
                    <a:pt x="6061031" y="874808"/>
                  </a:lnTo>
                  <a:lnTo>
                    <a:pt x="6056956" y="877159"/>
                  </a:lnTo>
                  <a:lnTo>
                    <a:pt x="6054605" y="873084"/>
                  </a:lnTo>
                  <a:lnTo>
                    <a:pt x="6058680" y="870733"/>
                  </a:lnTo>
                  <a:close/>
                </a:path>
                <a:path w="6612890" h="6997065">
                  <a:moveTo>
                    <a:pt x="6133375" y="1001301"/>
                  </a:moveTo>
                  <a:lnTo>
                    <a:pt x="6135140" y="1004358"/>
                  </a:lnTo>
                  <a:lnTo>
                    <a:pt x="6132090" y="1006117"/>
                  </a:lnTo>
                  <a:lnTo>
                    <a:pt x="6130325" y="1003060"/>
                  </a:lnTo>
                  <a:lnTo>
                    <a:pt x="6133375" y="1001301"/>
                  </a:lnTo>
                  <a:close/>
                </a:path>
                <a:path w="6612890" h="6997065">
                  <a:moveTo>
                    <a:pt x="6208195" y="1131460"/>
                  </a:moveTo>
                  <a:lnTo>
                    <a:pt x="6209664" y="1134007"/>
                  </a:lnTo>
                  <a:lnTo>
                    <a:pt x="6207117" y="1135476"/>
                  </a:lnTo>
                  <a:lnTo>
                    <a:pt x="6205649" y="1132930"/>
                  </a:lnTo>
                  <a:lnTo>
                    <a:pt x="6208195" y="1131460"/>
                  </a:lnTo>
                  <a:close/>
                </a:path>
                <a:path w="6612890" h="6997065">
                  <a:moveTo>
                    <a:pt x="6282897" y="1262022"/>
                  </a:moveTo>
                  <a:lnTo>
                    <a:pt x="6283774" y="1263545"/>
                  </a:lnTo>
                  <a:lnTo>
                    <a:pt x="6282245" y="1264427"/>
                  </a:lnTo>
                  <a:lnTo>
                    <a:pt x="6281369" y="1262905"/>
                  </a:lnTo>
                  <a:lnTo>
                    <a:pt x="6282897" y="1262022"/>
                  </a:lnTo>
                  <a:close/>
                </a:path>
                <a:path w="6612890" h="6997065">
                  <a:moveTo>
                    <a:pt x="6356687" y="1392774"/>
                  </a:moveTo>
                  <a:lnTo>
                    <a:pt x="6358040" y="1392774"/>
                  </a:lnTo>
                  <a:lnTo>
                    <a:pt x="6358292" y="1393206"/>
                  </a:lnTo>
                  <a:lnTo>
                    <a:pt x="6356938" y="1393206"/>
                  </a:lnTo>
                  <a:lnTo>
                    <a:pt x="6356687" y="1392774"/>
                  </a:lnTo>
                  <a:close/>
                </a:path>
                <a:path w="6612890" h="6997065">
                  <a:moveTo>
                    <a:pt x="5405793" y="32514"/>
                  </a:moveTo>
                  <a:lnTo>
                    <a:pt x="5411668" y="42696"/>
                  </a:lnTo>
                  <a:lnTo>
                    <a:pt x="5401487" y="48572"/>
                  </a:lnTo>
                  <a:lnTo>
                    <a:pt x="5395611" y="38390"/>
                  </a:lnTo>
                  <a:lnTo>
                    <a:pt x="5405793" y="32514"/>
                  </a:lnTo>
                  <a:close/>
                </a:path>
                <a:path w="6612890" h="6997065">
                  <a:moveTo>
                    <a:pt x="5480494" y="163082"/>
                  </a:moveTo>
                  <a:lnTo>
                    <a:pt x="5485784" y="172239"/>
                  </a:lnTo>
                  <a:lnTo>
                    <a:pt x="5476621" y="177528"/>
                  </a:lnTo>
                  <a:lnTo>
                    <a:pt x="5471331" y="168371"/>
                  </a:lnTo>
                  <a:lnTo>
                    <a:pt x="5480494" y="163082"/>
                  </a:lnTo>
                  <a:close/>
                </a:path>
                <a:path w="6612890" h="6997065">
                  <a:moveTo>
                    <a:pt x="5555297" y="293241"/>
                  </a:moveTo>
                  <a:lnTo>
                    <a:pt x="5560296" y="301895"/>
                  </a:lnTo>
                  <a:lnTo>
                    <a:pt x="5551648" y="306888"/>
                  </a:lnTo>
                  <a:lnTo>
                    <a:pt x="5546649" y="298234"/>
                  </a:lnTo>
                  <a:lnTo>
                    <a:pt x="5555297" y="293241"/>
                  </a:lnTo>
                  <a:close/>
                </a:path>
                <a:path w="6612890" h="6997065">
                  <a:moveTo>
                    <a:pt x="5630004" y="423803"/>
                  </a:moveTo>
                  <a:lnTo>
                    <a:pt x="5634411" y="431438"/>
                  </a:lnTo>
                  <a:lnTo>
                    <a:pt x="5626776" y="435845"/>
                  </a:lnTo>
                  <a:lnTo>
                    <a:pt x="5622369" y="428210"/>
                  </a:lnTo>
                  <a:lnTo>
                    <a:pt x="5630004" y="423803"/>
                  </a:lnTo>
                  <a:close/>
                </a:path>
                <a:path w="6612890" h="6997065">
                  <a:moveTo>
                    <a:pt x="5704812" y="553968"/>
                  </a:moveTo>
                  <a:lnTo>
                    <a:pt x="5708923" y="561087"/>
                  </a:lnTo>
                  <a:lnTo>
                    <a:pt x="5701803" y="565198"/>
                  </a:lnTo>
                  <a:lnTo>
                    <a:pt x="5697693" y="558079"/>
                  </a:lnTo>
                  <a:lnTo>
                    <a:pt x="5704812" y="553968"/>
                  </a:lnTo>
                  <a:close/>
                </a:path>
                <a:path w="6612890" h="6997065">
                  <a:moveTo>
                    <a:pt x="5779514" y="684530"/>
                  </a:moveTo>
                  <a:lnTo>
                    <a:pt x="5783038" y="690636"/>
                  </a:lnTo>
                  <a:lnTo>
                    <a:pt x="5776938" y="694161"/>
                  </a:lnTo>
                  <a:lnTo>
                    <a:pt x="5773413" y="688054"/>
                  </a:lnTo>
                  <a:lnTo>
                    <a:pt x="5779514" y="684530"/>
                  </a:lnTo>
                  <a:close/>
                </a:path>
                <a:path w="6612890" h="6997065">
                  <a:moveTo>
                    <a:pt x="5854216" y="815092"/>
                  </a:moveTo>
                  <a:lnTo>
                    <a:pt x="5857154" y="820179"/>
                  </a:lnTo>
                  <a:lnTo>
                    <a:pt x="5852066" y="823117"/>
                  </a:lnTo>
                  <a:lnTo>
                    <a:pt x="5849128" y="818029"/>
                  </a:lnTo>
                  <a:lnTo>
                    <a:pt x="5854216" y="815092"/>
                  </a:lnTo>
                  <a:close/>
                </a:path>
                <a:path w="6612890" h="6997065">
                  <a:moveTo>
                    <a:pt x="5929024" y="945257"/>
                  </a:moveTo>
                  <a:lnTo>
                    <a:pt x="5931672" y="949835"/>
                  </a:lnTo>
                  <a:lnTo>
                    <a:pt x="5927093" y="952477"/>
                  </a:lnTo>
                  <a:lnTo>
                    <a:pt x="5924451" y="947898"/>
                  </a:lnTo>
                  <a:lnTo>
                    <a:pt x="5929024" y="945257"/>
                  </a:lnTo>
                  <a:close/>
                </a:path>
                <a:path w="6612890" h="6997065">
                  <a:moveTo>
                    <a:pt x="6003838" y="1075410"/>
                  </a:moveTo>
                  <a:lnTo>
                    <a:pt x="6006190" y="1079485"/>
                  </a:lnTo>
                  <a:lnTo>
                    <a:pt x="6002115" y="1081836"/>
                  </a:lnTo>
                  <a:lnTo>
                    <a:pt x="5999763" y="1077761"/>
                  </a:lnTo>
                  <a:lnTo>
                    <a:pt x="6003838" y="1075410"/>
                  </a:lnTo>
                  <a:close/>
                </a:path>
                <a:path w="6612890" h="6997065">
                  <a:moveTo>
                    <a:pt x="6078540" y="1205972"/>
                  </a:moveTo>
                  <a:lnTo>
                    <a:pt x="6080299" y="1209028"/>
                  </a:lnTo>
                  <a:lnTo>
                    <a:pt x="6077242" y="1210794"/>
                  </a:lnTo>
                  <a:lnTo>
                    <a:pt x="6075483" y="1207737"/>
                  </a:lnTo>
                  <a:lnTo>
                    <a:pt x="6078540" y="1205972"/>
                  </a:lnTo>
                  <a:close/>
                </a:path>
                <a:path w="6612890" h="6997065">
                  <a:moveTo>
                    <a:pt x="6153348" y="1336143"/>
                  </a:moveTo>
                  <a:lnTo>
                    <a:pt x="6154817" y="1338684"/>
                  </a:lnTo>
                  <a:lnTo>
                    <a:pt x="6152276" y="1340153"/>
                  </a:lnTo>
                  <a:lnTo>
                    <a:pt x="6150807" y="1337612"/>
                  </a:lnTo>
                  <a:lnTo>
                    <a:pt x="6153348" y="1336143"/>
                  </a:lnTo>
                  <a:close/>
                </a:path>
                <a:path w="6612890" h="6997065">
                  <a:moveTo>
                    <a:pt x="6228049" y="1466704"/>
                  </a:moveTo>
                  <a:lnTo>
                    <a:pt x="6228932" y="1468227"/>
                  </a:lnTo>
                  <a:lnTo>
                    <a:pt x="6227404" y="1469109"/>
                  </a:lnTo>
                  <a:lnTo>
                    <a:pt x="6226521" y="1467587"/>
                  </a:lnTo>
                  <a:lnTo>
                    <a:pt x="6228049" y="1466704"/>
                  </a:lnTo>
                  <a:close/>
                </a:path>
                <a:path w="6612890" h="6997065">
                  <a:moveTo>
                    <a:pt x="6301845" y="1597450"/>
                  </a:moveTo>
                  <a:lnTo>
                    <a:pt x="6303197" y="1597450"/>
                  </a:lnTo>
                  <a:lnTo>
                    <a:pt x="6303444" y="1597876"/>
                  </a:lnTo>
                  <a:lnTo>
                    <a:pt x="6302092" y="1597876"/>
                  </a:lnTo>
                  <a:lnTo>
                    <a:pt x="6301845" y="1597450"/>
                  </a:lnTo>
                  <a:close/>
                </a:path>
                <a:path w="6612890" h="6997065">
                  <a:moveTo>
                    <a:pt x="5276350" y="106225"/>
                  </a:moveTo>
                  <a:lnTo>
                    <a:pt x="5283108" y="117935"/>
                  </a:lnTo>
                  <a:lnTo>
                    <a:pt x="5271405" y="124693"/>
                  </a:lnTo>
                  <a:lnTo>
                    <a:pt x="5264646" y="112984"/>
                  </a:lnTo>
                  <a:lnTo>
                    <a:pt x="5276350" y="106225"/>
                  </a:lnTo>
                  <a:close/>
                </a:path>
                <a:path w="6612890" h="6997065">
                  <a:moveTo>
                    <a:pt x="5350945" y="237196"/>
                  </a:moveTo>
                  <a:lnTo>
                    <a:pt x="5356821" y="247372"/>
                  </a:lnTo>
                  <a:lnTo>
                    <a:pt x="5346645" y="253247"/>
                  </a:lnTo>
                  <a:lnTo>
                    <a:pt x="5340769" y="243072"/>
                  </a:lnTo>
                  <a:lnTo>
                    <a:pt x="5350945" y="237196"/>
                  </a:lnTo>
                  <a:close/>
                </a:path>
                <a:path w="6612890" h="6997065">
                  <a:moveTo>
                    <a:pt x="5425647" y="367758"/>
                  </a:moveTo>
                  <a:lnTo>
                    <a:pt x="5430936" y="376915"/>
                  </a:lnTo>
                  <a:lnTo>
                    <a:pt x="5421773" y="382204"/>
                  </a:lnTo>
                  <a:lnTo>
                    <a:pt x="5416490" y="373047"/>
                  </a:lnTo>
                  <a:lnTo>
                    <a:pt x="5425647" y="367758"/>
                  </a:lnTo>
                  <a:close/>
                </a:path>
                <a:path w="6612890" h="6997065">
                  <a:moveTo>
                    <a:pt x="5500461" y="497917"/>
                  </a:moveTo>
                  <a:lnTo>
                    <a:pt x="5505454" y="506565"/>
                  </a:lnTo>
                  <a:lnTo>
                    <a:pt x="5496801" y="511557"/>
                  </a:lnTo>
                  <a:lnTo>
                    <a:pt x="5491808" y="502910"/>
                  </a:lnTo>
                  <a:lnTo>
                    <a:pt x="5500461" y="497917"/>
                  </a:lnTo>
                  <a:close/>
                </a:path>
                <a:path w="6612890" h="6997065">
                  <a:moveTo>
                    <a:pt x="5575269" y="628077"/>
                  </a:moveTo>
                  <a:lnTo>
                    <a:pt x="5579972" y="636220"/>
                  </a:lnTo>
                  <a:lnTo>
                    <a:pt x="5571828" y="640924"/>
                  </a:lnTo>
                  <a:lnTo>
                    <a:pt x="5567125" y="632774"/>
                  </a:lnTo>
                  <a:lnTo>
                    <a:pt x="5575269" y="628077"/>
                  </a:lnTo>
                  <a:close/>
                </a:path>
                <a:path w="6612890" h="6997065">
                  <a:moveTo>
                    <a:pt x="5649971" y="758639"/>
                  </a:moveTo>
                  <a:lnTo>
                    <a:pt x="5654081" y="765764"/>
                  </a:lnTo>
                  <a:lnTo>
                    <a:pt x="5646962" y="769874"/>
                  </a:lnTo>
                  <a:lnTo>
                    <a:pt x="5642845" y="762755"/>
                  </a:lnTo>
                  <a:lnTo>
                    <a:pt x="5649971" y="758639"/>
                  </a:lnTo>
                  <a:close/>
                </a:path>
                <a:path w="6612890" h="6997065">
                  <a:moveTo>
                    <a:pt x="5724779" y="888803"/>
                  </a:moveTo>
                  <a:lnTo>
                    <a:pt x="5728599" y="895419"/>
                  </a:lnTo>
                  <a:lnTo>
                    <a:pt x="5721977" y="899240"/>
                  </a:lnTo>
                  <a:lnTo>
                    <a:pt x="5718163" y="892624"/>
                  </a:lnTo>
                  <a:lnTo>
                    <a:pt x="5724779" y="888803"/>
                  </a:lnTo>
                  <a:close/>
                </a:path>
                <a:path w="6612890" h="6997065">
                  <a:moveTo>
                    <a:pt x="5799480" y="1019365"/>
                  </a:moveTo>
                  <a:lnTo>
                    <a:pt x="5802715" y="1024962"/>
                  </a:lnTo>
                  <a:lnTo>
                    <a:pt x="5797117" y="1028196"/>
                  </a:lnTo>
                  <a:lnTo>
                    <a:pt x="5793889" y="1022599"/>
                  </a:lnTo>
                  <a:lnTo>
                    <a:pt x="5799480" y="1019365"/>
                  </a:lnTo>
                  <a:close/>
                </a:path>
                <a:path w="6612890" h="6997065">
                  <a:moveTo>
                    <a:pt x="5874188" y="1149927"/>
                  </a:moveTo>
                  <a:lnTo>
                    <a:pt x="5876830" y="1154505"/>
                  </a:lnTo>
                  <a:lnTo>
                    <a:pt x="5872245" y="1157147"/>
                  </a:lnTo>
                  <a:lnTo>
                    <a:pt x="5869603" y="1152575"/>
                  </a:lnTo>
                  <a:lnTo>
                    <a:pt x="5874188" y="1149927"/>
                  </a:lnTo>
                  <a:close/>
                </a:path>
                <a:path w="6612890" h="6997065">
                  <a:moveTo>
                    <a:pt x="5948990" y="1280092"/>
                  </a:moveTo>
                  <a:lnTo>
                    <a:pt x="5951342" y="1284161"/>
                  </a:lnTo>
                  <a:lnTo>
                    <a:pt x="5947273" y="1286512"/>
                  </a:lnTo>
                  <a:lnTo>
                    <a:pt x="5944921" y="1282443"/>
                  </a:lnTo>
                  <a:lnTo>
                    <a:pt x="5948990" y="1280092"/>
                  </a:lnTo>
                  <a:close/>
                </a:path>
                <a:path w="6612890" h="6997065">
                  <a:moveTo>
                    <a:pt x="6023698" y="1410654"/>
                  </a:moveTo>
                  <a:lnTo>
                    <a:pt x="6025457" y="1413704"/>
                  </a:lnTo>
                  <a:lnTo>
                    <a:pt x="6022407" y="1415469"/>
                  </a:lnTo>
                  <a:lnTo>
                    <a:pt x="6020642" y="1412413"/>
                  </a:lnTo>
                  <a:lnTo>
                    <a:pt x="6023698" y="1410654"/>
                  </a:lnTo>
                  <a:close/>
                </a:path>
                <a:path w="6612890" h="6997065">
                  <a:moveTo>
                    <a:pt x="6098500" y="1540813"/>
                  </a:moveTo>
                  <a:lnTo>
                    <a:pt x="6099969" y="1543359"/>
                  </a:lnTo>
                  <a:lnTo>
                    <a:pt x="6097428" y="1544829"/>
                  </a:lnTo>
                  <a:lnTo>
                    <a:pt x="6095959" y="1542282"/>
                  </a:lnTo>
                  <a:lnTo>
                    <a:pt x="6098500" y="1540813"/>
                  </a:lnTo>
                  <a:close/>
                </a:path>
                <a:path w="6612890" h="6997065">
                  <a:moveTo>
                    <a:pt x="6173208" y="1671374"/>
                  </a:moveTo>
                  <a:lnTo>
                    <a:pt x="6174090" y="1672903"/>
                  </a:lnTo>
                  <a:lnTo>
                    <a:pt x="6172562" y="1673785"/>
                  </a:lnTo>
                  <a:lnTo>
                    <a:pt x="6171679" y="1672257"/>
                  </a:lnTo>
                  <a:lnTo>
                    <a:pt x="6173208" y="1671374"/>
                  </a:lnTo>
                  <a:close/>
                </a:path>
                <a:path w="6612890" h="6997065">
                  <a:moveTo>
                    <a:pt x="5072105" y="49778"/>
                  </a:moveTo>
                  <a:lnTo>
                    <a:pt x="5080036" y="63513"/>
                  </a:lnTo>
                  <a:lnTo>
                    <a:pt x="5066295" y="71451"/>
                  </a:lnTo>
                  <a:lnTo>
                    <a:pt x="5058364" y="57715"/>
                  </a:lnTo>
                  <a:lnTo>
                    <a:pt x="5072105" y="49778"/>
                  </a:lnTo>
                  <a:close/>
                </a:path>
                <a:path w="6612890" h="6997065">
                  <a:moveTo>
                    <a:pt x="5146912" y="179937"/>
                  </a:moveTo>
                  <a:lnTo>
                    <a:pt x="5154554" y="193175"/>
                  </a:lnTo>
                  <a:lnTo>
                    <a:pt x="5141322" y="200809"/>
                  </a:lnTo>
                  <a:lnTo>
                    <a:pt x="5133681" y="187577"/>
                  </a:lnTo>
                  <a:lnTo>
                    <a:pt x="5146912" y="179937"/>
                  </a:lnTo>
                  <a:close/>
                </a:path>
                <a:path w="6612890" h="6997065">
                  <a:moveTo>
                    <a:pt x="5221615" y="310505"/>
                  </a:moveTo>
                  <a:lnTo>
                    <a:pt x="5228670" y="322718"/>
                  </a:lnTo>
                  <a:lnTo>
                    <a:pt x="5216456" y="329767"/>
                  </a:lnTo>
                  <a:lnTo>
                    <a:pt x="5209402" y="317554"/>
                  </a:lnTo>
                  <a:lnTo>
                    <a:pt x="5221615" y="310505"/>
                  </a:lnTo>
                  <a:close/>
                </a:path>
                <a:path w="6612890" h="6997065">
                  <a:moveTo>
                    <a:pt x="5296210" y="441470"/>
                  </a:moveTo>
                  <a:lnTo>
                    <a:pt x="5302382" y="452155"/>
                  </a:lnTo>
                  <a:lnTo>
                    <a:pt x="5291697" y="458321"/>
                  </a:lnTo>
                  <a:lnTo>
                    <a:pt x="5285525" y="447636"/>
                  </a:lnTo>
                  <a:lnTo>
                    <a:pt x="5296210" y="441470"/>
                  </a:lnTo>
                  <a:close/>
                </a:path>
                <a:path w="6612890" h="6997065">
                  <a:moveTo>
                    <a:pt x="5370912" y="572032"/>
                  </a:moveTo>
                  <a:lnTo>
                    <a:pt x="5376497" y="581698"/>
                  </a:lnTo>
                  <a:lnTo>
                    <a:pt x="5366825" y="587284"/>
                  </a:lnTo>
                  <a:lnTo>
                    <a:pt x="5361245" y="577611"/>
                  </a:lnTo>
                  <a:lnTo>
                    <a:pt x="5370912" y="572032"/>
                  </a:lnTo>
                  <a:close/>
                </a:path>
                <a:path w="6612890" h="6997065">
                  <a:moveTo>
                    <a:pt x="5445619" y="702593"/>
                  </a:moveTo>
                  <a:lnTo>
                    <a:pt x="5450612" y="711241"/>
                  </a:lnTo>
                  <a:lnTo>
                    <a:pt x="5441959" y="716240"/>
                  </a:lnTo>
                  <a:lnTo>
                    <a:pt x="5436966" y="707593"/>
                  </a:lnTo>
                  <a:lnTo>
                    <a:pt x="5445619" y="702593"/>
                  </a:lnTo>
                  <a:close/>
                </a:path>
                <a:path w="6612890" h="6997065">
                  <a:moveTo>
                    <a:pt x="5520421" y="832753"/>
                  </a:moveTo>
                  <a:lnTo>
                    <a:pt x="5525124" y="840897"/>
                  </a:lnTo>
                  <a:lnTo>
                    <a:pt x="5516980" y="845594"/>
                  </a:lnTo>
                  <a:lnTo>
                    <a:pt x="5512283" y="837455"/>
                  </a:lnTo>
                  <a:lnTo>
                    <a:pt x="5520421" y="832753"/>
                  </a:lnTo>
                  <a:close/>
                </a:path>
                <a:path w="6612890" h="6997065">
                  <a:moveTo>
                    <a:pt x="5595129" y="963314"/>
                  </a:moveTo>
                  <a:lnTo>
                    <a:pt x="5599240" y="970440"/>
                  </a:lnTo>
                  <a:lnTo>
                    <a:pt x="5592114" y="974557"/>
                  </a:lnTo>
                  <a:lnTo>
                    <a:pt x="5588004" y="967431"/>
                  </a:lnTo>
                  <a:lnTo>
                    <a:pt x="5595129" y="963314"/>
                  </a:lnTo>
                  <a:close/>
                </a:path>
                <a:path w="6612890" h="6997065">
                  <a:moveTo>
                    <a:pt x="5669931" y="1093479"/>
                  </a:moveTo>
                  <a:lnTo>
                    <a:pt x="5673752" y="1100095"/>
                  </a:lnTo>
                  <a:lnTo>
                    <a:pt x="5667142" y="1103910"/>
                  </a:lnTo>
                  <a:lnTo>
                    <a:pt x="5663321" y="1097294"/>
                  </a:lnTo>
                  <a:lnTo>
                    <a:pt x="5669931" y="1093479"/>
                  </a:lnTo>
                  <a:close/>
                </a:path>
                <a:path w="6612890" h="6997065">
                  <a:moveTo>
                    <a:pt x="5744639" y="1224041"/>
                  </a:moveTo>
                  <a:lnTo>
                    <a:pt x="5747873" y="1229639"/>
                  </a:lnTo>
                  <a:lnTo>
                    <a:pt x="5742275" y="1232873"/>
                  </a:lnTo>
                  <a:lnTo>
                    <a:pt x="5739041" y="1227269"/>
                  </a:lnTo>
                  <a:lnTo>
                    <a:pt x="5744639" y="1224041"/>
                  </a:lnTo>
                  <a:close/>
                </a:path>
                <a:path w="6612890" h="6997065">
                  <a:moveTo>
                    <a:pt x="5819340" y="1354603"/>
                  </a:moveTo>
                  <a:lnTo>
                    <a:pt x="5821982" y="1359182"/>
                  </a:lnTo>
                  <a:lnTo>
                    <a:pt x="5817404" y="1361829"/>
                  </a:lnTo>
                  <a:lnTo>
                    <a:pt x="5814756" y="1357245"/>
                  </a:lnTo>
                  <a:lnTo>
                    <a:pt x="5819340" y="1354603"/>
                  </a:lnTo>
                  <a:close/>
                </a:path>
                <a:path w="6612890" h="6997065">
                  <a:moveTo>
                    <a:pt x="5894149" y="1484768"/>
                  </a:moveTo>
                  <a:lnTo>
                    <a:pt x="5896500" y="1488837"/>
                  </a:lnTo>
                  <a:lnTo>
                    <a:pt x="5892431" y="1491183"/>
                  </a:lnTo>
                  <a:lnTo>
                    <a:pt x="5890079" y="1487113"/>
                  </a:lnTo>
                  <a:lnTo>
                    <a:pt x="5894149" y="1484768"/>
                  </a:lnTo>
                  <a:close/>
                </a:path>
                <a:path w="6612890" h="6997065">
                  <a:moveTo>
                    <a:pt x="5968850" y="1615330"/>
                  </a:moveTo>
                  <a:lnTo>
                    <a:pt x="5970615" y="1618380"/>
                  </a:lnTo>
                  <a:lnTo>
                    <a:pt x="5967565" y="1620146"/>
                  </a:lnTo>
                  <a:lnTo>
                    <a:pt x="5965800" y="1617095"/>
                  </a:lnTo>
                  <a:lnTo>
                    <a:pt x="5968850" y="1615330"/>
                  </a:lnTo>
                  <a:close/>
                </a:path>
                <a:path w="6612890" h="6997065">
                  <a:moveTo>
                    <a:pt x="6043664" y="1745489"/>
                  </a:moveTo>
                  <a:lnTo>
                    <a:pt x="6045133" y="1748030"/>
                  </a:lnTo>
                  <a:lnTo>
                    <a:pt x="6042587" y="1749499"/>
                  </a:lnTo>
                  <a:lnTo>
                    <a:pt x="6041118" y="1746958"/>
                  </a:lnTo>
                  <a:lnTo>
                    <a:pt x="6043664" y="1745489"/>
                  </a:lnTo>
                  <a:close/>
                </a:path>
                <a:path w="6612890" h="6997065">
                  <a:moveTo>
                    <a:pt x="6118360" y="1876051"/>
                  </a:moveTo>
                  <a:lnTo>
                    <a:pt x="6119243" y="1877585"/>
                  </a:lnTo>
                  <a:lnTo>
                    <a:pt x="6117721" y="1878462"/>
                  </a:lnTo>
                  <a:lnTo>
                    <a:pt x="6116838" y="1876933"/>
                  </a:lnTo>
                  <a:lnTo>
                    <a:pt x="6118360" y="1876051"/>
                  </a:lnTo>
                  <a:close/>
                </a:path>
                <a:path w="6612890" h="6997065">
                  <a:moveTo>
                    <a:pt x="4855717" y="0"/>
                  </a:moveTo>
                  <a:lnTo>
                    <a:pt x="4872049" y="0"/>
                  </a:lnTo>
                  <a:lnTo>
                    <a:pt x="4877367" y="9216"/>
                  </a:lnTo>
                  <a:lnTo>
                    <a:pt x="4861085" y="18616"/>
                  </a:lnTo>
                  <a:lnTo>
                    <a:pt x="4851685" y="2327"/>
                  </a:lnTo>
                  <a:lnTo>
                    <a:pt x="4855717" y="0"/>
                  </a:lnTo>
                  <a:close/>
                </a:path>
                <a:path w="6612890" h="6997065">
                  <a:moveTo>
                    <a:pt x="4942669" y="123489"/>
                  </a:moveTo>
                  <a:lnTo>
                    <a:pt x="4951482" y="138752"/>
                  </a:lnTo>
                  <a:lnTo>
                    <a:pt x="4936219" y="147566"/>
                  </a:lnTo>
                  <a:lnTo>
                    <a:pt x="4927405" y="132302"/>
                  </a:lnTo>
                  <a:lnTo>
                    <a:pt x="4942669" y="123489"/>
                  </a:lnTo>
                  <a:close/>
                </a:path>
                <a:path w="6612890" h="6997065">
                  <a:moveTo>
                    <a:pt x="5017371" y="254051"/>
                  </a:moveTo>
                  <a:lnTo>
                    <a:pt x="5025598" y="268301"/>
                  </a:lnTo>
                  <a:lnTo>
                    <a:pt x="5011347" y="276528"/>
                  </a:lnTo>
                  <a:lnTo>
                    <a:pt x="5003120" y="262278"/>
                  </a:lnTo>
                  <a:lnTo>
                    <a:pt x="5017371" y="254051"/>
                  </a:lnTo>
                  <a:close/>
                </a:path>
                <a:path w="6612890" h="6997065">
                  <a:moveTo>
                    <a:pt x="5092072" y="384619"/>
                  </a:moveTo>
                  <a:lnTo>
                    <a:pt x="5099707" y="397845"/>
                  </a:lnTo>
                  <a:lnTo>
                    <a:pt x="5086481" y="405486"/>
                  </a:lnTo>
                  <a:lnTo>
                    <a:pt x="5078840" y="392254"/>
                  </a:lnTo>
                  <a:lnTo>
                    <a:pt x="5092072" y="384619"/>
                  </a:lnTo>
                  <a:close/>
                </a:path>
                <a:path w="6612890" h="6997065">
                  <a:moveTo>
                    <a:pt x="5166774" y="515181"/>
                  </a:moveTo>
                  <a:lnTo>
                    <a:pt x="5173822" y="527394"/>
                  </a:lnTo>
                  <a:lnTo>
                    <a:pt x="5161609" y="534443"/>
                  </a:lnTo>
                  <a:lnTo>
                    <a:pt x="5154560" y="522229"/>
                  </a:lnTo>
                  <a:lnTo>
                    <a:pt x="5166774" y="515181"/>
                  </a:lnTo>
                  <a:close/>
                </a:path>
                <a:path w="6612890" h="6997065">
                  <a:moveTo>
                    <a:pt x="5241369" y="646146"/>
                  </a:moveTo>
                  <a:lnTo>
                    <a:pt x="5247535" y="656831"/>
                  </a:lnTo>
                  <a:lnTo>
                    <a:pt x="5236850" y="663003"/>
                  </a:lnTo>
                  <a:lnTo>
                    <a:pt x="5230684" y="652317"/>
                  </a:lnTo>
                  <a:lnTo>
                    <a:pt x="5241369" y="646146"/>
                  </a:lnTo>
                  <a:close/>
                </a:path>
                <a:path w="6612890" h="6997065">
                  <a:moveTo>
                    <a:pt x="5316071" y="776708"/>
                  </a:moveTo>
                  <a:lnTo>
                    <a:pt x="5321650" y="786374"/>
                  </a:lnTo>
                  <a:lnTo>
                    <a:pt x="5311984" y="791953"/>
                  </a:lnTo>
                  <a:lnTo>
                    <a:pt x="5306404" y="782293"/>
                  </a:lnTo>
                  <a:lnTo>
                    <a:pt x="5316071" y="776708"/>
                  </a:lnTo>
                  <a:close/>
                </a:path>
                <a:path w="6612890" h="6997065">
                  <a:moveTo>
                    <a:pt x="5390772" y="907269"/>
                  </a:moveTo>
                  <a:lnTo>
                    <a:pt x="5395765" y="915923"/>
                  </a:lnTo>
                  <a:lnTo>
                    <a:pt x="5387118" y="920916"/>
                  </a:lnTo>
                  <a:lnTo>
                    <a:pt x="5382124" y="912262"/>
                  </a:lnTo>
                  <a:lnTo>
                    <a:pt x="5390772" y="907269"/>
                  </a:lnTo>
                  <a:close/>
                </a:path>
                <a:path w="6612890" h="6997065">
                  <a:moveTo>
                    <a:pt x="5465580" y="1037435"/>
                  </a:moveTo>
                  <a:lnTo>
                    <a:pt x="5470277" y="1045573"/>
                  </a:lnTo>
                  <a:lnTo>
                    <a:pt x="5462139" y="1050276"/>
                  </a:lnTo>
                  <a:lnTo>
                    <a:pt x="5457442" y="1042132"/>
                  </a:lnTo>
                  <a:lnTo>
                    <a:pt x="5465580" y="1037435"/>
                  </a:lnTo>
                  <a:close/>
                </a:path>
                <a:path w="6612890" h="6997065">
                  <a:moveTo>
                    <a:pt x="5540282" y="1167996"/>
                  </a:moveTo>
                  <a:lnTo>
                    <a:pt x="5544399" y="1175122"/>
                  </a:lnTo>
                  <a:lnTo>
                    <a:pt x="5537273" y="1179232"/>
                  </a:lnTo>
                  <a:lnTo>
                    <a:pt x="5533157" y="1172107"/>
                  </a:lnTo>
                  <a:lnTo>
                    <a:pt x="5540282" y="1167996"/>
                  </a:lnTo>
                  <a:close/>
                </a:path>
                <a:path w="6612890" h="6997065">
                  <a:moveTo>
                    <a:pt x="5615096" y="1298155"/>
                  </a:moveTo>
                  <a:lnTo>
                    <a:pt x="5618917" y="1304771"/>
                  </a:lnTo>
                  <a:lnTo>
                    <a:pt x="5612301" y="1308592"/>
                  </a:lnTo>
                  <a:lnTo>
                    <a:pt x="5608480" y="1301976"/>
                  </a:lnTo>
                  <a:lnTo>
                    <a:pt x="5615096" y="1298155"/>
                  </a:lnTo>
                  <a:close/>
                </a:path>
                <a:path w="6612890" h="6997065">
                  <a:moveTo>
                    <a:pt x="5689691" y="1429120"/>
                  </a:moveTo>
                  <a:lnTo>
                    <a:pt x="5692629" y="1434208"/>
                  </a:lnTo>
                  <a:lnTo>
                    <a:pt x="5687541" y="1437146"/>
                  </a:lnTo>
                  <a:lnTo>
                    <a:pt x="5684603" y="1432058"/>
                  </a:lnTo>
                  <a:lnTo>
                    <a:pt x="5689691" y="1429120"/>
                  </a:lnTo>
                  <a:close/>
                </a:path>
                <a:path w="6612890" h="6997065">
                  <a:moveTo>
                    <a:pt x="5764493" y="1559279"/>
                  </a:moveTo>
                  <a:lnTo>
                    <a:pt x="5767141" y="1563864"/>
                  </a:lnTo>
                  <a:lnTo>
                    <a:pt x="5762563" y="1566506"/>
                  </a:lnTo>
                  <a:lnTo>
                    <a:pt x="5759915" y="1561927"/>
                  </a:lnTo>
                  <a:lnTo>
                    <a:pt x="5764493" y="1559279"/>
                  </a:lnTo>
                  <a:close/>
                </a:path>
                <a:path w="6612890" h="6997065">
                  <a:moveTo>
                    <a:pt x="5839313" y="1689444"/>
                  </a:moveTo>
                  <a:lnTo>
                    <a:pt x="5841659" y="1693514"/>
                  </a:lnTo>
                  <a:lnTo>
                    <a:pt x="5837584" y="1695865"/>
                  </a:lnTo>
                  <a:lnTo>
                    <a:pt x="5835238" y="1691796"/>
                  </a:lnTo>
                  <a:lnTo>
                    <a:pt x="5839313" y="1689444"/>
                  </a:lnTo>
                  <a:close/>
                </a:path>
                <a:path w="6612890" h="6997065">
                  <a:moveTo>
                    <a:pt x="5914008" y="1820006"/>
                  </a:moveTo>
                  <a:lnTo>
                    <a:pt x="5915768" y="1823062"/>
                  </a:lnTo>
                  <a:lnTo>
                    <a:pt x="5912718" y="1824821"/>
                  </a:lnTo>
                  <a:lnTo>
                    <a:pt x="5910959" y="1821771"/>
                  </a:lnTo>
                  <a:lnTo>
                    <a:pt x="5914008" y="1820006"/>
                  </a:lnTo>
                  <a:close/>
                </a:path>
                <a:path w="6612890" h="6997065">
                  <a:moveTo>
                    <a:pt x="5988710" y="1950568"/>
                  </a:moveTo>
                  <a:lnTo>
                    <a:pt x="5989883" y="1952599"/>
                  </a:lnTo>
                  <a:lnTo>
                    <a:pt x="5987846" y="1953778"/>
                  </a:lnTo>
                  <a:lnTo>
                    <a:pt x="5986673" y="1951740"/>
                  </a:lnTo>
                  <a:lnTo>
                    <a:pt x="5988710" y="1950568"/>
                  </a:lnTo>
                  <a:close/>
                </a:path>
                <a:path w="6612890" h="6997065">
                  <a:moveTo>
                    <a:pt x="6063525" y="2080727"/>
                  </a:moveTo>
                  <a:lnTo>
                    <a:pt x="6064401" y="2082249"/>
                  </a:lnTo>
                  <a:lnTo>
                    <a:pt x="6062873" y="2083132"/>
                  </a:lnTo>
                  <a:lnTo>
                    <a:pt x="6061997" y="2081610"/>
                  </a:lnTo>
                  <a:lnTo>
                    <a:pt x="6063525" y="2080727"/>
                  </a:lnTo>
                  <a:close/>
                </a:path>
                <a:path w="6612890" h="6997065">
                  <a:moveTo>
                    <a:pt x="4738525" y="66639"/>
                  </a:moveTo>
                  <a:lnTo>
                    <a:pt x="4748807" y="84449"/>
                  </a:lnTo>
                  <a:lnTo>
                    <a:pt x="4730997" y="94732"/>
                  </a:lnTo>
                  <a:lnTo>
                    <a:pt x="4720714" y="76921"/>
                  </a:lnTo>
                  <a:lnTo>
                    <a:pt x="4738525" y="66639"/>
                  </a:lnTo>
                  <a:close/>
                </a:path>
                <a:path w="6612890" h="6997065">
                  <a:moveTo>
                    <a:pt x="4813232" y="197200"/>
                  </a:moveTo>
                  <a:lnTo>
                    <a:pt x="4822929" y="213992"/>
                  </a:lnTo>
                  <a:lnTo>
                    <a:pt x="4806131" y="223688"/>
                  </a:lnTo>
                  <a:lnTo>
                    <a:pt x="4796435" y="206897"/>
                  </a:lnTo>
                  <a:lnTo>
                    <a:pt x="4813232" y="197200"/>
                  </a:lnTo>
                  <a:close/>
                </a:path>
                <a:path w="6612890" h="6997065">
                  <a:moveTo>
                    <a:pt x="4887827" y="328165"/>
                  </a:moveTo>
                  <a:lnTo>
                    <a:pt x="4896641" y="343435"/>
                  </a:lnTo>
                  <a:lnTo>
                    <a:pt x="4881371" y="352249"/>
                  </a:lnTo>
                  <a:lnTo>
                    <a:pt x="4872558" y="336979"/>
                  </a:lnTo>
                  <a:lnTo>
                    <a:pt x="4887827" y="328165"/>
                  </a:lnTo>
                  <a:close/>
                </a:path>
                <a:path w="6612890" h="6997065">
                  <a:moveTo>
                    <a:pt x="4962529" y="458734"/>
                  </a:moveTo>
                  <a:lnTo>
                    <a:pt x="4970756" y="472978"/>
                  </a:lnTo>
                  <a:lnTo>
                    <a:pt x="4956505" y="481205"/>
                  </a:lnTo>
                  <a:lnTo>
                    <a:pt x="4948278" y="466960"/>
                  </a:lnTo>
                  <a:lnTo>
                    <a:pt x="4962529" y="458734"/>
                  </a:lnTo>
                  <a:close/>
                </a:path>
                <a:path w="6612890" h="6997065">
                  <a:moveTo>
                    <a:pt x="5037230" y="589295"/>
                  </a:moveTo>
                  <a:lnTo>
                    <a:pt x="5044871" y="602521"/>
                  </a:lnTo>
                  <a:lnTo>
                    <a:pt x="5031633" y="610162"/>
                  </a:lnTo>
                  <a:lnTo>
                    <a:pt x="5023998" y="596936"/>
                  </a:lnTo>
                  <a:lnTo>
                    <a:pt x="5037230" y="589295"/>
                  </a:lnTo>
                  <a:close/>
                </a:path>
                <a:path w="6612890" h="6997065">
                  <a:moveTo>
                    <a:pt x="5111926" y="719857"/>
                  </a:moveTo>
                  <a:lnTo>
                    <a:pt x="5118981" y="732070"/>
                  </a:lnTo>
                  <a:lnTo>
                    <a:pt x="5106773" y="739119"/>
                  </a:lnTo>
                  <a:lnTo>
                    <a:pt x="5099719" y="726906"/>
                  </a:lnTo>
                  <a:lnTo>
                    <a:pt x="5111926" y="719857"/>
                  </a:lnTo>
                  <a:close/>
                </a:path>
                <a:path w="6612890" h="6997065">
                  <a:moveTo>
                    <a:pt x="5186634" y="850419"/>
                  </a:moveTo>
                  <a:lnTo>
                    <a:pt x="5193096" y="861614"/>
                  </a:lnTo>
                  <a:lnTo>
                    <a:pt x="5181901" y="868076"/>
                  </a:lnTo>
                  <a:lnTo>
                    <a:pt x="5175439" y="856881"/>
                  </a:lnTo>
                  <a:lnTo>
                    <a:pt x="5186634" y="850419"/>
                  </a:lnTo>
                  <a:close/>
                </a:path>
                <a:path w="6612890" h="6997065">
                  <a:moveTo>
                    <a:pt x="5261223" y="981384"/>
                  </a:moveTo>
                  <a:lnTo>
                    <a:pt x="5266809" y="991050"/>
                  </a:lnTo>
                  <a:lnTo>
                    <a:pt x="5257142" y="996630"/>
                  </a:lnTo>
                  <a:lnTo>
                    <a:pt x="5251563" y="986963"/>
                  </a:lnTo>
                  <a:lnTo>
                    <a:pt x="5261223" y="981384"/>
                  </a:lnTo>
                  <a:close/>
                </a:path>
                <a:path w="6612890" h="6997065">
                  <a:moveTo>
                    <a:pt x="5335925" y="1111946"/>
                  </a:moveTo>
                  <a:lnTo>
                    <a:pt x="5340924" y="1120599"/>
                  </a:lnTo>
                  <a:lnTo>
                    <a:pt x="5332276" y="1125592"/>
                  </a:lnTo>
                  <a:lnTo>
                    <a:pt x="5327277" y="1116938"/>
                  </a:lnTo>
                  <a:lnTo>
                    <a:pt x="5335925" y="1111946"/>
                  </a:lnTo>
                  <a:close/>
                </a:path>
                <a:path w="6612890" h="6997065">
                  <a:moveTo>
                    <a:pt x="5410745" y="1242111"/>
                  </a:moveTo>
                  <a:lnTo>
                    <a:pt x="5415442" y="1250249"/>
                  </a:lnTo>
                  <a:lnTo>
                    <a:pt x="5407297" y="1254952"/>
                  </a:lnTo>
                  <a:lnTo>
                    <a:pt x="5402595" y="1246814"/>
                  </a:lnTo>
                  <a:lnTo>
                    <a:pt x="5410745" y="1242111"/>
                  </a:lnTo>
                  <a:close/>
                </a:path>
                <a:path w="6612890" h="6997065">
                  <a:moveTo>
                    <a:pt x="5485440" y="1372672"/>
                  </a:moveTo>
                  <a:lnTo>
                    <a:pt x="5489551" y="1379792"/>
                  </a:lnTo>
                  <a:lnTo>
                    <a:pt x="5482431" y="1383902"/>
                  </a:lnTo>
                  <a:lnTo>
                    <a:pt x="5478321" y="1376783"/>
                  </a:lnTo>
                  <a:lnTo>
                    <a:pt x="5485440" y="1372672"/>
                  </a:lnTo>
                  <a:close/>
                </a:path>
                <a:path w="6612890" h="6997065">
                  <a:moveTo>
                    <a:pt x="5560142" y="1503234"/>
                  </a:moveTo>
                  <a:lnTo>
                    <a:pt x="5563666" y="1509341"/>
                  </a:lnTo>
                  <a:lnTo>
                    <a:pt x="5557566" y="1512865"/>
                  </a:lnTo>
                  <a:lnTo>
                    <a:pt x="5554041" y="1506758"/>
                  </a:lnTo>
                  <a:lnTo>
                    <a:pt x="5560142" y="1503234"/>
                  </a:lnTo>
                  <a:close/>
                </a:path>
                <a:path w="6612890" h="6997065">
                  <a:moveTo>
                    <a:pt x="5634844" y="1633796"/>
                  </a:moveTo>
                  <a:lnTo>
                    <a:pt x="5637781" y="1638884"/>
                  </a:lnTo>
                  <a:lnTo>
                    <a:pt x="5632694" y="1641822"/>
                  </a:lnTo>
                  <a:lnTo>
                    <a:pt x="5629756" y="1636734"/>
                  </a:lnTo>
                  <a:lnTo>
                    <a:pt x="5634844" y="1633796"/>
                  </a:lnTo>
                  <a:close/>
                </a:path>
                <a:path w="6612890" h="6997065">
                  <a:moveTo>
                    <a:pt x="5709652" y="1763961"/>
                  </a:moveTo>
                  <a:lnTo>
                    <a:pt x="5712299" y="1768540"/>
                  </a:lnTo>
                  <a:lnTo>
                    <a:pt x="5707721" y="1771181"/>
                  </a:lnTo>
                  <a:lnTo>
                    <a:pt x="5705079" y="1766603"/>
                  </a:lnTo>
                  <a:lnTo>
                    <a:pt x="5709652" y="1763961"/>
                  </a:lnTo>
                  <a:close/>
                </a:path>
                <a:path w="6612890" h="6997065">
                  <a:moveTo>
                    <a:pt x="5784353" y="1894523"/>
                  </a:moveTo>
                  <a:lnTo>
                    <a:pt x="5786409" y="1898082"/>
                  </a:lnTo>
                  <a:lnTo>
                    <a:pt x="5782849" y="1900137"/>
                  </a:lnTo>
                  <a:lnTo>
                    <a:pt x="5780794" y="1896578"/>
                  </a:lnTo>
                  <a:lnTo>
                    <a:pt x="5784353" y="1894523"/>
                  </a:lnTo>
                  <a:close/>
                </a:path>
                <a:path w="6612890" h="6997065">
                  <a:moveTo>
                    <a:pt x="5859168" y="2024676"/>
                  </a:moveTo>
                  <a:lnTo>
                    <a:pt x="5860927" y="2027732"/>
                  </a:lnTo>
                  <a:lnTo>
                    <a:pt x="5857870" y="2029498"/>
                  </a:lnTo>
                  <a:lnTo>
                    <a:pt x="5856111" y="2026441"/>
                  </a:lnTo>
                  <a:lnTo>
                    <a:pt x="5859168" y="2024676"/>
                  </a:lnTo>
                  <a:close/>
                </a:path>
                <a:path w="6612890" h="6997065">
                  <a:moveTo>
                    <a:pt x="5933863" y="2155244"/>
                  </a:moveTo>
                  <a:lnTo>
                    <a:pt x="5935042" y="2157282"/>
                  </a:lnTo>
                  <a:lnTo>
                    <a:pt x="5933010" y="2158455"/>
                  </a:lnTo>
                  <a:lnTo>
                    <a:pt x="5931831" y="2156417"/>
                  </a:lnTo>
                  <a:lnTo>
                    <a:pt x="5933863" y="2155244"/>
                  </a:lnTo>
                  <a:close/>
                </a:path>
                <a:path w="6612890" h="6997065">
                  <a:moveTo>
                    <a:pt x="6008677" y="2285409"/>
                  </a:moveTo>
                  <a:lnTo>
                    <a:pt x="6009560" y="2286932"/>
                  </a:lnTo>
                  <a:lnTo>
                    <a:pt x="6008032" y="2287814"/>
                  </a:lnTo>
                  <a:lnTo>
                    <a:pt x="6007149" y="2286292"/>
                  </a:lnTo>
                  <a:lnTo>
                    <a:pt x="6008677" y="2285409"/>
                  </a:lnTo>
                  <a:close/>
                </a:path>
                <a:path w="6612890" h="6997065">
                  <a:moveTo>
                    <a:pt x="4534387" y="9794"/>
                  </a:moveTo>
                  <a:lnTo>
                    <a:pt x="4546138" y="30146"/>
                  </a:lnTo>
                  <a:lnTo>
                    <a:pt x="4525787" y="41897"/>
                  </a:lnTo>
                  <a:lnTo>
                    <a:pt x="4514035" y="21545"/>
                  </a:lnTo>
                  <a:lnTo>
                    <a:pt x="4534387" y="9794"/>
                  </a:lnTo>
                  <a:close/>
                </a:path>
                <a:path w="6612890" h="6997065">
                  <a:moveTo>
                    <a:pt x="4608988" y="140753"/>
                  </a:moveTo>
                  <a:lnTo>
                    <a:pt x="4619857" y="159582"/>
                  </a:lnTo>
                  <a:lnTo>
                    <a:pt x="4601027" y="170451"/>
                  </a:lnTo>
                  <a:lnTo>
                    <a:pt x="4590153" y="151621"/>
                  </a:lnTo>
                  <a:lnTo>
                    <a:pt x="4608988" y="140753"/>
                  </a:lnTo>
                  <a:close/>
                </a:path>
                <a:path w="6612890" h="6997065">
                  <a:moveTo>
                    <a:pt x="4683683" y="271314"/>
                  </a:moveTo>
                  <a:lnTo>
                    <a:pt x="4693966" y="289125"/>
                  </a:lnTo>
                  <a:lnTo>
                    <a:pt x="4676155" y="299408"/>
                  </a:lnTo>
                  <a:lnTo>
                    <a:pt x="4665873" y="281597"/>
                  </a:lnTo>
                  <a:lnTo>
                    <a:pt x="4683683" y="271314"/>
                  </a:lnTo>
                  <a:close/>
                </a:path>
                <a:path w="6612890" h="6997065">
                  <a:moveTo>
                    <a:pt x="4758385" y="401876"/>
                  </a:moveTo>
                  <a:lnTo>
                    <a:pt x="4768081" y="418674"/>
                  </a:lnTo>
                  <a:lnTo>
                    <a:pt x="4751289" y="428370"/>
                  </a:lnTo>
                  <a:lnTo>
                    <a:pt x="4741593" y="411572"/>
                  </a:lnTo>
                  <a:lnTo>
                    <a:pt x="4758385" y="401876"/>
                  </a:lnTo>
                  <a:close/>
                </a:path>
                <a:path w="6612890" h="6997065">
                  <a:moveTo>
                    <a:pt x="4833087" y="532438"/>
                  </a:moveTo>
                  <a:lnTo>
                    <a:pt x="4842196" y="548217"/>
                  </a:lnTo>
                  <a:lnTo>
                    <a:pt x="4826423" y="557321"/>
                  </a:lnTo>
                  <a:lnTo>
                    <a:pt x="4817314" y="541548"/>
                  </a:lnTo>
                  <a:lnTo>
                    <a:pt x="4833087" y="532438"/>
                  </a:lnTo>
                  <a:close/>
                </a:path>
                <a:path w="6612890" h="6997065">
                  <a:moveTo>
                    <a:pt x="4907682" y="663409"/>
                  </a:moveTo>
                  <a:lnTo>
                    <a:pt x="4915909" y="677654"/>
                  </a:lnTo>
                  <a:lnTo>
                    <a:pt x="4901658" y="685880"/>
                  </a:lnTo>
                  <a:lnTo>
                    <a:pt x="4893437" y="671636"/>
                  </a:lnTo>
                  <a:lnTo>
                    <a:pt x="4907682" y="663409"/>
                  </a:lnTo>
                  <a:close/>
                </a:path>
                <a:path w="6612890" h="6997065">
                  <a:moveTo>
                    <a:pt x="4982389" y="793971"/>
                  </a:moveTo>
                  <a:lnTo>
                    <a:pt x="4990024" y="807197"/>
                  </a:lnTo>
                  <a:lnTo>
                    <a:pt x="4976798" y="814838"/>
                  </a:lnTo>
                  <a:lnTo>
                    <a:pt x="4969157" y="801606"/>
                  </a:lnTo>
                  <a:lnTo>
                    <a:pt x="4982389" y="793971"/>
                  </a:lnTo>
                  <a:close/>
                </a:path>
                <a:path w="6612890" h="6997065">
                  <a:moveTo>
                    <a:pt x="5057091" y="924532"/>
                  </a:moveTo>
                  <a:lnTo>
                    <a:pt x="5064139" y="936740"/>
                  </a:lnTo>
                  <a:lnTo>
                    <a:pt x="5051926" y="943794"/>
                  </a:lnTo>
                  <a:lnTo>
                    <a:pt x="5044878" y="931587"/>
                  </a:lnTo>
                  <a:lnTo>
                    <a:pt x="5057091" y="924532"/>
                  </a:lnTo>
                  <a:close/>
                </a:path>
                <a:path w="6612890" h="6997065">
                  <a:moveTo>
                    <a:pt x="5131786" y="1055100"/>
                  </a:moveTo>
                  <a:lnTo>
                    <a:pt x="5138249" y="1066289"/>
                  </a:lnTo>
                  <a:lnTo>
                    <a:pt x="5127060" y="1072751"/>
                  </a:lnTo>
                  <a:lnTo>
                    <a:pt x="5120598" y="1061563"/>
                  </a:lnTo>
                  <a:lnTo>
                    <a:pt x="5131786" y="1055100"/>
                  </a:lnTo>
                  <a:close/>
                </a:path>
                <a:path w="6612890" h="6997065">
                  <a:moveTo>
                    <a:pt x="5206388" y="1186059"/>
                  </a:moveTo>
                  <a:lnTo>
                    <a:pt x="5211967" y="1195726"/>
                  </a:lnTo>
                  <a:lnTo>
                    <a:pt x="5202301" y="1201311"/>
                  </a:lnTo>
                  <a:lnTo>
                    <a:pt x="5196715" y="1191638"/>
                  </a:lnTo>
                  <a:lnTo>
                    <a:pt x="5206388" y="1186059"/>
                  </a:lnTo>
                  <a:close/>
                </a:path>
                <a:path w="6612890" h="6997065">
                  <a:moveTo>
                    <a:pt x="5281083" y="1316621"/>
                  </a:moveTo>
                  <a:lnTo>
                    <a:pt x="5286082" y="1325275"/>
                  </a:lnTo>
                  <a:lnTo>
                    <a:pt x="5277429" y="1330267"/>
                  </a:lnTo>
                  <a:lnTo>
                    <a:pt x="5272435" y="1321614"/>
                  </a:lnTo>
                  <a:lnTo>
                    <a:pt x="5281083" y="1316621"/>
                  </a:lnTo>
                  <a:close/>
                </a:path>
                <a:path w="6612890" h="6997065">
                  <a:moveTo>
                    <a:pt x="5355897" y="1446781"/>
                  </a:moveTo>
                  <a:lnTo>
                    <a:pt x="5360600" y="1454924"/>
                  </a:lnTo>
                  <a:lnTo>
                    <a:pt x="5352456" y="1459627"/>
                  </a:lnTo>
                  <a:lnTo>
                    <a:pt x="5347753" y="1451477"/>
                  </a:lnTo>
                  <a:lnTo>
                    <a:pt x="5355897" y="1446781"/>
                  </a:lnTo>
                  <a:close/>
                </a:path>
                <a:path w="6612890" h="6997065">
                  <a:moveTo>
                    <a:pt x="5430599" y="1577342"/>
                  </a:moveTo>
                  <a:lnTo>
                    <a:pt x="5434710" y="1584467"/>
                  </a:lnTo>
                  <a:lnTo>
                    <a:pt x="5427590" y="1588578"/>
                  </a:lnTo>
                  <a:lnTo>
                    <a:pt x="5423473" y="1581459"/>
                  </a:lnTo>
                  <a:lnTo>
                    <a:pt x="5430599" y="1577342"/>
                  </a:lnTo>
                  <a:close/>
                </a:path>
                <a:path w="6612890" h="6997065">
                  <a:moveTo>
                    <a:pt x="5505294" y="1707910"/>
                  </a:moveTo>
                  <a:lnTo>
                    <a:pt x="5508825" y="1714016"/>
                  </a:lnTo>
                  <a:lnTo>
                    <a:pt x="5502718" y="1717541"/>
                  </a:lnTo>
                  <a:lnTo>
                    <a:pt x="5499194" y="1711434"/>
                  </a:lnTo>
                  <a:lnTo>
                    <a:pt x="5505294" y="1707910"/>
                  </a:lnTo>
                  <a:close/>
                </a:path>
                <a:path w="6612890" h="6997065">
                  <a:moveTo>
                    <a:pt x="5580002" y="1838472"/>
                  </a:moveTo>
                  <a:lnTo>
                    <a:pt x="5582940" y="1843559"/>
                  </a:lnTo>
                  <a:lnTo>
                    <a:pt x="5577852" y="1846497"/>
                  </a:lnTo>
                  <a:lnTo>
                    <a:pt x="5574914" y="1841410"/>
                  </a:lnTo>
                  <a:lnTo>
                    <a:pt x="5580002" y="1838472"/>
                  </a:lnTo>
                  <a:close/>
                </a:path>
                <a:path w="6612890" h="6997065">
                  <a:moveTo>
                    <a:pt x="5654816" y="1968631"/>
                  </a:moveTo>
                  <a:lnTo>
                    <a:pt x="5657458" y="1973215"/>
                  </a:lnTo>
                  <a:lnTo>
                    <a:pt x="5652879" y="1975857"/>
                  </a:lnTo>
                  <a:lnTo>
                    <a:pt x="5650232" y="1971278"/>
                  </a:lnTo>
                  <a:lnTo>
                    <a:pt x="5654816" y="1968631"/>
                  </a:lnTo>
                  <a:close/>
                </a:path>
                <a:path w="6612890" h="6997065">
                  <a:moveTo>
                    <a:pt x="5729512" y="2099199"/>
                  </a:moveTo>
                  <a:lnTo>
                    <a:pt x="5731567" y="2102759"/>
                  </a:lnTo>
                  <a:lnTo>
                    <a:pt x="5728008" y="2104814"/>
                  </a:lnTo>
                  <a:lnTo>
                    <a:pt x="5725952" y="2101254"/>
                  </a:lnTo>
                  <a:lnTo>
                    <a:pt x="5729512" y="2099199"/>
                  </a:lnTo>
                  <a:close/>
                </a:path>
                <a:path w="6612890" h="6997065">
                  <a:moveTo>
                    <a:pt x="5804214" y="2229761"/>
                  </a:moveTo>
                  <a:lnTo>
                    <a:pt x="5805682" y="2232308"/>
                  </a:lnTo>
                  <a:lnTo>
                    <a:pt x="5803141" y="2233777"/>
                  </a:lnTo>
                  <a:lnTo>
                    <a:pt x="5801673" y="2231230"/>
                  </a:lnTo>
                  <a:lnTo>
                    <a:pt x="5804214" y="2229761"/>
                  </a:lnTo>
                  <a:close/>
                </a:path>
                <a:path w="6612890" h="6997065">
                  <a:moveTo>
                    <a:pt x="5879027" y="2359920"/>
                  </a:moveTo>
                  <a:lnTo>
                    <a:pt x="5880200" y="2361958"/>
                  </a:lnTo>
                  <a:lnTo>
                    <a:pt x="5878169" y="2363131"/>
                  </a:lnTo>
                  <a:lnTo>
                    <a:pt x="5876990" y="2361093"/>
                  </a:lnTo>
                  <a:lnTo>
                    <a:pt x="5879027" y="2359920"/>
                  </a:lnTo>
                  <a:close/>
                </a:path>
                <a:path w="6612890" h="6997065">
                  <a:moveTo>
                    <a:pt x="5952710" y="2491068"/>
                  </a:moveTo>
                  <a:lnTo>
                    <a:pt x="5954061" y="2491068"/>
                  </a:lnTo>
                  <a:lnTo>
                    <a:pt x="5954310" y="2491500"/>
                  </a:lnTo>
                  <a:lnTo>
                    <a:pt x="5952959" y="2491500"/>
                  </a:lnTo>
                  <a:lnTo>
                    <a:pt x="5952710" y="2491068"/>
                  </a:lnTo>
                  <a:close/>
                </a:path>
                <a:path w="6612890" h="6997065">
                  <a:moveTo>
                    <a:pt x="4404949" y="83505"/>
                  </a:moveTo>
                  <a:lnTo>
                    <a:pt x="4417578" y="105379"/>
                  </a:lnTo>
                  <a:lnTo>
                    <a:pt x="4395704" y="118012"/>
                  </a:lnTo>
                  <a:lnTo>
                    <a:pt x="4383070" y="96132"/>
                  </a:lnTo>
                  <a:lnTo>
                    <a:pt x="4404949" y="83505"/>
                  </a:lnTo>
                  <a:close/>
                </a:path>
                <a:path w="6612890" h="6997065">
                  <a:moveTo>
                    <a:pt x="4479652" y="214067"/>
                  </a:moveTo>
                  <a:lnTo>
                    <a:pt x="4491699" y="234928"/>
                  </a:lnTo>
                  <a:lnTo>
                    <a:pt x="4470838" y="246969"/>
                  </a:lnTo>
                  <a:lnTo>
                    <a:pt x="4458791" y="226108"/>
                  </a:lnTo>
                  <a:lnTo>
                    <a:pt x="4479652" y="214067"/>
                  </a:lnTo>
                  <a:close/>
                </a:path>
                <a:path w="6612890" h="6997065">
                  <a:moveTo>
                    <a:pt x="4554247" y="345025"/>
                  </a:moveTo>
                  <a:lnTo>
                    <a:pt x="4565412" y="364364"/>
                  </a:lnTo>
                  <a:lnTo>
                    <a:pt x="4546079" y="375529"/>
                  </a:lnTo>
                  <a:lnTo>
                    <a:pt x="4534914" y="356190"/>
                  </a:lnTo>
                  <a:lnTo>
                    <a:pt x="4554247" y="345025"/>
                  </a:lnTo>
                  <a:close/>
                </a:path>
                <a:path w="6612890" h="6997065">
                  <a:moveTo>
                    <a:pt x="4628949" y="475587"/>
                  </a:moveTo>
                  <a:lnTo>
                    <a:pt x="4639527" y="493913"/>
                  </a:lnTo>
                  <a:lnTo>
                    <a:pt x="4621207" y="504486"/>
                  </a:lnTo>
                  <a:lnTo>
                    <a:pt x="4610629" y="486166"/>
                  </a:lnTo>
                  <a:lnTo>
                    <a:pt x="4628949" y="475587"/>
                  </a:lnTo>
                  <a:close/>
                </a:path>
                <a:path w="6612890" h="6997065">
                  <a:moveTo>
                    <a:pt x="4703650" y="606149"/>
                  </a:moveTo>
                  <a:lnTo>
                    <a:pt x="4713643" y="623456"/>
                  </a:lnTo>
                  <a:lnTo>
                    <a:pt x="4696341" y="633442"/>
                  </a:lnTo>
                  <a:lnTo>
                    <a:pt x="4686349" y="616141"/>
                  </a:lnTo>
                  <a:lnTo>
                    <a:pt x="4703650" y="606149"/>
                  </a:lnTo>
                  <a:close/>
                </a:path>
                <a:path w="6612890" h="6997065">
                  <a:moveTo>
                    <a:pt x="4778245" y="737120"/>
                  </a:moveTo>
                  <a:lnTo>
                    <a:pt x="4787355" y="752893"/>
                  </a:lnTo>
                  <a:lnTo>
                    <a:pt x="4771582" y="761996"/>
                  </a:lnTo>
                  <a:lnTo>
                    <a:pt x="4762472" y="746223"/>
                  </a:lnTo>
                  <a:lnTo>
                    <a:pt x="4778245" y="737120"/>
                  </a:lnTo>
                  <a:close/>
                </a:path>
                <a:path w="6612890" h="6997065">
                  <a:moveTo>
                    <a:pt x="4852947" y="867681"/>
                  </a:moveTo>
                  <a:lnTo>
                    <a:pt x="4861470" y="882436"/>
                  </a:lnTo>
                  <a:lnTo>
                    <a:pt x="4846710" y="890959"/>
                  </a:lnTo>
                  <a:lnTo>
                    <a:pt x="4838193" y="876199"/>
                  </a:lnTo>
                  <a:lnTo>
                    <a:pt x="4852947" y="867681"/>
                  </a:lnTo>
                  <a:close/>
                </a:path>
                <a:path w="6612890" h="6997065">
                  <a:moveTo>
                    <a:pt x="4927654" y="998244"/>
                  </a:moveTo>
                  <a:lnTo>
                    <a:pt x="4935585" y="1011979"/>
                  </a:lnTo>
                  <a:lnTo>
                    <a:pt x="4921844" y="1019916"/>
                  </a:lnTo>
                  <a:lnTo>
                    <a:pt x="4913913" y="1006174"/>
                  </a:lnTo>
                  <a:lnTo>
                    <a:pt x="4927654" y="998244"/>
                  </a:lnTo>
                  <a:close/>
                </a:path>
                <a:path w="6612890" h="6997065">
                  <a:moveTo>
                    <a:pt x="5002244" y="1129208"/>
                  </a:moveTo>
                  <a:lnTo>
                    <a:pt x="5009298" y="1141421"/>
                  </a:lnTo>
                  <a:lnTo>
                    <a:pt x="4997085" y="1148470"/>
                  </a:lnTo>
                  <a:lnTo>
                    <a:pt x="4990030" y="1136257"/>
                  </a:lnTo>
                  <a:lnTo>
                    <a:pt x="5002244" y="1129208"/>
                  </a:lnTo>
                  <a:close/>
                </a:path>
                <a:path w="6612890" h="6997065">
                  <a:moveTo>
                    <a:pt x="5076839" y="1260173"/>
                  </a:moveTo>
                  <a:lnTo>
                    <a:pt x="5083010" y="1270858"/>
                  </a:lnTo>
                  <a:lnTo>
                    <a:pt x="5072325" y="1277024"/>
                  </a:lnTo>
                  <a:lnTo>
                    <a:pt x="5066153" y="1266339"/>
                  </a:lnTo>
                  <a:lnTo>
                    <a:pt x="5076839" y="1260173"/>
                  </a:lnTo>
                  <a:close/>
                </a:path>
                <a:path w="6612890" h="6997065">
                  <a:moveTo>
                    <a:pt x="5151540" y="1390735"/>
                  </a:moveTo>
                  <a:lnTo>
                    <a:pt x="5157126" y="1400401"/>
                  </a:lnTo>
                  <a:lnTo>
                    <a:pt x="5147453" y="1405987"/>
                  </a:lnTo>
                  <a:lnTo>
                    <a:pt x="5141874" y="1396314"/>
                  </a:lnTo>
                  <a:lnTo>
                    <a:pt x="5151540" y="1390735"/>
                  </a:lnTo>
                  <a:close/>
                </a:path>
                <a:path w="6612890" h="6997065">
                  <a:moveTo>
                    <a:pt x="5226248" y="1521297"/>
                  </a:moveTo>
                  <a:lnTo>
                    <a:pt x="5231241" y="1529944"/>
                  </a:lnTo>
                  <a:lnTo>
                    <a:pt x="5222587" y="1534943"/>
                  </a:lnTo>
                  <a:lnTo>
                    <a:pt x="5217594" y="1526296"/>
                  </a:lnTo>
                  <a:lnTo>
                    <a:pt x="5226248" y="1521297"/>
                  </a:lnTo>
                  <a:close/>
                </a:path>
                <a:path w="6612890" h="6997065">
                  <a:moveTo>
                    <a:pt x="5300949" y="1651858"/>
                  </a:moveTo>
                  <a:lnTo>
                    <a:pt x="5305356" y="1659493"/>
                  </a:lnTo>
                  <a:lnTo>
                    <a:pt x="5297715" y="1663900"/>
                  </a:lnTo>
                  <a:lnTo>
                    <a:pt x="5293309" y="1656271"/>
                  </a:lnTo>
                  <a:lnTo>
                    <a:pt x="5300949" y="1651858"/>
                  </a:lnTo>
                  <a:close/>
                </a:path>
                <a:path w="6612890" h="6997065">
                  <a:moveTo>
                    <a:pt x="5375757" y="1782018"/>
                  </a:moveTo>
                  <a:lnTo>
                    <a:pt x="5379868" y="1789143"/>
                  </a:lnTo>
                  <a:lnTo>
                    <a:pt x="5372743" y="1793260"/>
                  </a:lnTo>
                  <a:lnTo>
                    <a:pt x="5368632" y="1786134"/>
                  </a:lnTo>
                  <a:lnTo>
                    <a:pt x="5375757" y="1782018"/>
                  </a:lnTo>
                  <a:close/>
                </a:path>
                <a:path w="6612890" h="6997065">
                  <a:moveTo>
                    <a:pt x="5450459" y="1912586"/>
                  </a:moveTo>
                  <a:lnTo>
                    <a:pt x="5453984" y="1918692"/>
                  </a:lnTo>
                  <a:lnTo>
                    <a:pt x="5447877" y="1922216"/>
                  </a:lnTo>
                  <a:lnTo>
                    <a:pt x="5444347" y="1916110"/>
                  </a:lnTo>
                  <a:lnTo>
                    <a:pt x="5450459" y="1912586"/>
                  </a:lnTo>
                  <a:close/>
                </a:path>
                <a:path w="6612890" h="6997065">
                  <a:moveTo>
                    <a:pt x="5525155" y="2043147"/>
                  </a:moveTo>
                  <a:lnTo>
                    <a:pt x="5528093" y="2048235"/>
                  </a:lnTo>
                  <a:lnTo>
                    <a:pt x="5523005" y="2051173"/>
                  </a:lnTo>
                  <a:lnTo>
                    <a:pt x="5520067" y="2046085"/>
                  </a:lnTo>
                  <a:lnTo>
                    <a:pt x="5525155" y="2043147"/>
                  </a:lnTo>
                  <a:close/>
                </a:path>
                <a:path w="6612890" h="6997065">
                  <a:moveTo>
                    <a:pt x="5599862" y="2173709"/>
                  </a:moveTo>
                  <a:lnTo>
                    <a:pt x="5602214" y="2177784"/>
                  </a:lnTo>
                  <a:lnTo>
                    <a:pt x="5598145" y="2180130"/>
                  </a:lnTo>
                  <a:lnTo>
                    <a:pt x="5595793" y="2176061"/>
                  </a:lnTo>
                  <a:lnTo>
                    <a:pt x="5599862" y="2173709"/>
                  </a:lnTo>
                  <a:close/>
                </a:path>
                <a:path w="6612890" h="6997065">
                  <a:moveTo>
                    <a:pt x="5674670" y="2303868"/>
                  </a:moveTo>
                  <a:lnTo>
                    <a:pt x="5676732" y="2307434"/>
                  </a:lnTo>
                  <a:lnTo>
                    <a:pt x="5673166" y="2309489"/>
                  </a:lnTo>
                  <a:lnTo>
                    <a:pt x="5671105" y="2305924"/>
                  </a:lnTo>
                  <a:lnTo>
                    <a:pt x="5674670" y="2303868"/>
                  </a:lnTo>
                  <a:close/>
                </a:path>
                <a:path w="6612890" h="6997065">
                  <a:moveTo>
                    <a:pt x="5749366" y="2434437"/>
                  </a:moveTo>
                  <a:lnTo>
                    <a:pt x="5750835" y="2436978"/>
                  </a:lnTo>
                  <a:lnTo>
                    <a:pt x="5748294" y="2438447"/>
                  </a:lnTo>
                  <a:lnTo>
                    <a:pt x="5746825" y="2435906"/>
                  </a:lnTo>
                  <a:lnTo>
                    <a:pt x="5749366" y="2434437"/>
                  </a:lnTo>
                  <a:close/>
                </a:path>
                <a:path w="6612890" h="6997065">
                  <a:moveTo>
                    <a:pt x="5824073" y="2564998"/>
                  </a:moveTo>
                  <a:lnTo>
                    <a:pt x="5824956" y="2566527"/>
                  </a:lnTo>
                  <a:lnTo>
                    <a:pt x="5823434" y="2567403"/>
                  </a:lnTo>
                  <a:lnTo>
                    <a:pt x="5822551" y="2565875"/>
                  </a:lnTo>
                  <a:lnTo>
                    <a:pt x="5824073" y="2564998"/>
                  </a:lnTo>
                  <a:close/>
                </a:path>
                <a:path w="6612890" h="6997065">
                  <a:moveTo>
                    <a:pt x="4200812" y="26648"/>
                  </a:moveTo>
                  <a:lnTo>
                    <a:pt x="4214915" y="51075"/>
                  </a:lnTo>
                  <a:lnTo>
                    <a:pt x="4190488" y="65178"/>
                  </a:lnTo>
                  <a:lnTo>
                    <a:pt x="4176385" y="40751"/>
                  </a:lnTo>
                  <a:lnTo>
                    <a:pt x="4200812" y="26648"/>
                  </a:lnTo>
                  <a:close/>
                </a:path>
                <a:path w="6612890" h="6997065">
                  <a:moveTo>
                    <a:pt x="4275407" y="157613"/>
                  </a:moveTo>
                  <a:lnTo>
                    <a:pt x="4288627" y="180512"/>
                  </a:lnTo>
                  <a:lnTo>
                    <a:pt x="4265728" y="193732"/>
                  </a:lnTo>
                  <a:lnTo>
                    <a:pt x="4252508" y="170834"/>
                  </a:lnTo>
                  <a:lnTo>
                    <a:pt x="4275407" y="157613"/>
                  </a:lnTo>
                  <a:close/>
                </a:path>
                <a:path w="6612890" h="6997065">
                  <a:moveTo>
                    <a:pt x="4350109" y="288181"/>
                  </a:moveTo>
                  <a:lnTo>
                    <a:pt x="4362743" y="310055"/>
                  </a:lnTo>
                  <a:lnTo>
                    <a:pt x="4340857" y="322689"/>
                  </a:lnTo>
                  <a:lnTo>
                    <a:pt x="4328229" y="300815"/>
                  </a:lnTo>
                  <a:lnTo>
                    <a:pt x="4350109" y="288181"/>
                  </a:lnTo>
                  <a:close/>
                </a:path>
                <a:path w="6612890" h="6997065">
                  <a:moveTo>
                    <a:pt x="4424804" y="418737"/>
                  </a:moveTo>
                  <a:lnTo>
                    <a:pt x="4436852" y="439604"/>
                  </a:lnTo>
                  <a:lnTo>
                    <a:pt x="4415990" y="451652"/>
                  </a:lnTo>
                  <a:lnTo>
                    <a:pt x="4403943" y="430785"/>
                  </a:lnTo>
                  <a:lnTo>
                    <a:pt x="4424804" y="418737"/>
                  </a:lnTo>
                  <a:close/>
                </a:path>
                <a:path w="6612890" h="6997065">
                  <a:moveTo>
                    <a:pt x="4499405" y="549702"/>
                  </a:moveTo>
                  <a:lnTo>
                    <a:pt x="4510570" y="569041"/>
                  </a:lnTo>
                  <a:lnTo>
                    <a:pt x="4491232" y="580206"/>
                  </a:lnTo>
                  <a:lnTo>
                    <a:pt x="4480066" y="560867"/>
                  </a:lnTo>
                  <a:lnTo>
                    <a:pt x="4499405" y="549702"/>
                  </a:lnTo>
                  <a:close/>
                </a:path>
                <a:path w="6612890" h="6997065">
                  <a:moveTo>
                    <a:pt x="4574107" y="680271"/>
                  </a:moveTo>
                  <a:lnTo>
                    <a:pt x="4584680" y="698584"/>
                  </a:lnTo>
                  <a:lnTo>
                    <a:pt x="4566366" y="709163"/>
                  </a:lnTo>
                  <a:lnTo>
                    <a:pt x="4555787" y="690843"/>
                  </a:lnTo>
                  <a:lnTo>
                    <a:pt x="4574107" y="680271"/>
                  </a:lnTo>
                  <a:close/>
                </a:path>
                <a:path w="6612890" h="6997065">
                  <a:moveTo>
                    <a:pt x="4648809" y="810832"/>
                  </a:moveTo>
                  <a:lnTo>
                    <a:pt x="4658795" y="828133"/>
                  </a:lnTo>
                  <a:lnTo>
                    <a:pt x="4641494" y="838120"/>
                  </a:lnTo>
                  <a:lnTo>
                    <a:pt x="4631507" y="820819"/>
                  </a:lnTo>
                  <a:lnTo>
                    <a:pt x="4648809" y="810832"/>
                  </a:lnTo>
                  <a:close/>
                </a:path>
                <a:path w="6612890" h="6997065">
                  <a:moveTo>
                    <a:pt x="4723404" y="941797"/>
                  </a:moveTo>
                  <a:lnTo>
                    <a:pt x="4732507" y="957570"/>
                  </a:lnTo>
                  <a:lnTo>
                    <a:pt x="4716734" y="966680"/>
                  </a:lnTo>
                  <a:lnTo>
                    <a:pt x="4707631" y="950907"/>
                  </a:lnTo>
                  <a:lnTo>
                    <a:pt x="4723404" y="941797"/>
                  </a:lnTo>
                  <a:close/>
                </a:path>
                <a:path w="6612890" h="6997065">
                  <a:moveTo>
                    <a:pt x="4798105" y="1072359"/>
                  </a:moveTo>
                  <a:lnTo>
                    <a:pt x="4806623" y="1087113"/>
                  </a:lnTo>
                  <a:lnTo>
                    <a:pt x="4791868" y="1095631"/>
                  </a:lnTo>
                  <a:lnTo>
                    <a:pt x="4783351" y="1080882"/>
                  </a:lnTo>
                  <a:lnTo>
                    <a:pt x="4798105" y="1072359"/>
                  </a:lnTo>
                  <a:close/>
                </a:path>
                <a:path w="6612890" h="6997065">
                  <a:moveTo>
                    <a:pt x="4872700" y="1203324"/>
                  </a:moveTo>
                  <a:lnTo>
                    <a:pt x="4880335" y="1216550"/>
                  </a:lnTo>
                  <a:lnTo>
                    <a:pt x="4867109" y="1224191"/>
                  </a:lnTo>
                  <a:lnTo>
                    <a:pt x="4859468" y="1210959"/>
                  </a:lnTo>
                  <a:lnTo>
                    <a:pt x="4872700" y="1203324"/>
                  </a:lnTo>
                  <a:close/>
                </a:path>
                <a:path w="6612890" h="6997065">
                  <a:moveTo>
                    <a:pt x="4947402" y="1333886"/>
                  </a:moveTo>
                  <a:lnTo>
                    <a:pt x="4954450" y="1346099"/>
                  </a:lnTo>
                  <a:lnTo>
                    <a:pt x="4942237" y="1353148"/>
                  </a:lnTo>
                  <a:lnTo>
                    <a:pt x="4935188" y="1340934"/>
                  </a:lnTo>
                  <a:lnTo>
                    <a:pt x="4947402" y="1333886"/>
                  </a:lnTo>
                  <a:close/>
                </a:path>
                <a:path w="6612890" h="6997065">
                  <a:moveTo>
                    <a:pt x="5021997" y="1464851"/>
                  </a:moveTo>
                  <a:lnTo>
                    <a:pt x="5028163" y="1475536"/>
                  </a:lnTo>
                  <a:lnTo>
                    <a:pt x="5017478" y="1481707"/>
                  </a:lnTo>
                  <a:lnTo>
                    <a:pt x="5011312" y="1471022"/>
                  </a:lnTo>
                  <a:lnTo>
                    <a:pt x="5021997" y="1464851"/>
                  </a:lnTo>
                  <a:close/>
                </a:path>
                <a:path w="6612890" h="6997065">
                  <a:moveTo>
                    <a:pt x="5096698" y="1595413"/>
                  </a:moveTo>
                  <a:lnTo>
                    <a:pt x="5102278" y="1605079"/>
                  </a:lnTo>
                  <a:lnTo>
                    <a:pt x="5092612" y="1610658"/>
                  </a:lnTo>
                  <a:lnTo>
                    <a:pt x="5087032" y="1600998"/>
                  </a:lnTo>
                  <a:lnTo>
                    <a:pt x="5096698" y="1595413"/>
                  </a:lnTo>
                  <a:close/>
                </a:path>
                <a:path w="6612890" h="6997065">
                  <a:moveTo>
                    <a:pt x="5171400" y="1725974"/>
                  </a:moveTo>
                  <a:lnTo>
                    <a:pt x="5176393" y="1734628"/>
                  </a:lnTo>
                  <a:lnTo>
                    <a:pt x="5167740" y="1739621"/>
                  </a:lnTo>
                  <a:lnTo>
                    <a:pt x="5162747" y="1730973"/>
                  </a:lnTo>
                  <a:lnTo>
                    <a:pt x="5171400" y="1725974"/>
                  </a:lnTo>
                  <a:close/>
                </a:path>
                <a:path w="6612890" h="6997065">
                  <a:moveTo>
                    <a:pt x="5246108" y="1856536"/>
                  </a:moveTo>
                  <a:lnTo>
                    <a:pt x="5250514" y="1864170"/>
                  </a:lnTo>
                  <a:lnTo>
                    <a:pt x="5242879" y="1868577"/>
                  </a:lnTo>
                  <a:lnTo>
                    <a:pt x="5238473" y="1860943"/>
                  </a:lnTo>
                  <a:lnTo>
                    <a:pt x="5246108" y="1856536"/>
                  </a:lnTo>
                  <a:close/>
                </a:path>
                <a:path w="6612890" h="6997065">
                  <a:moveTo>
                    <a:pt x="5320910" y="1986701"/>
                  </a:moveTo>
                  <a:lnTo>
                    <a:pt x="5325027" y="1993826"/>
                  </a:lnTo>
                  <a:lnTo>
                    <a:pt x="5317901" y="1997937"/>
                  </a:lnTo>
                  <a:lnTo>
                    <a:pt x="5313785" y="1990812"/>
                  </a:lnTo>
                  <a:lnTo>
                    <a:pt x="5320910" y="1986701"/>
                  </a:lnTo>
                  <a:close/>
                </a:path>
                <a:path w="6612890" h="6997065">
                  <a:moveTo>
                    <a:pt x="5395505" y="2117659"/>
                  </a:moveTo>
                  <a:lnTo>
                    <a:pt x="5398739" y="2123263"/>
                  </a:lnTo>
                  <a:lnTo>
                    <a:pt x="5393141" y="2126491"/>
                  </a:lnTo>
                  <a:lnTo>
                    <a:pt x="5389908" y="2120893"/>
                  </a:lnTo>
                  <a:lnTo>
                    <a:pt x="5395505" y="2117659"/>
                  </a:lnTo>
                  <a:close/>
                </a:path>
                <a:path w="6612890" h="6997065">
                  <a:moveTo>
                    <a:pt x="5470207" y="2248221"/>
                  </a:moveTo>
                  <a:lnTo>
                    <a:pt x="5472848" y="2252806"/>
                  </a:lnTo>
                  <a:lnTo>
                    <a:pt x="5468270" y="2255447"/>
                  </a:lnTo>
                  <a:lnTo>
                    <a:pt x="5465628" y="2250869"/>
                  </a:lnTo>
                  <a:lnTo>
                    <a:pt x="5470207" y="2248221"/>
                  </a:lnTo>
                  <a:close/>
                </a:path>
                <a:path w="6612890" h="6997065">
                  <a:moveTo>
                    <a:pt x="5545021" y="2378386"/>
                  </a:moveTo>
                  <a:lnTo>
                    <a:pt x="5547372" y="2382455"/>
                  </a:lnTo>
                  <a:lnTo>
                    <a:pt x="5543297" y="2384807"/>
                  </a:lnTo>
                  <a:lnTo>
                    <a:pt x="5540946" y="2380737"/>
                  </a:lnTo>
                  <a:lnTo>
                    <a:pt x="5545021" y="2378386"/>
                  </a:lnTo>
                  <a:close/>
                </a:path>
                <a:path w="6612890" h="6997065">
                  <a:moveTo>
                    <a:pt x="5619716" y="2508954"/>
                  </a:moveTo>
                  <a:lnTo>
                    <a:pt x="5621481" y="2512005"/>
                  </a:lnTo>
                  <a:lnTo>
                    <a:pt x="5618431" y="2513764"/>
                  </a:lnTo>
                  <a:lnTo>
                    <a:pt x="5616666" y="2510713"/>
                  </a:lnTo>
                  <a:lnTo>
                    <a:pt x="5619716" y="2508954"/>
                  </a:lnTo>
                  <a:close/>
                </a:path>
                <a:path w="6612890" h="6997065">
                  <a:moveTo>
                    <a:pt x="5694423" y="2639516"/>
                  </a:moveTo>
                  <a:lnTo>
                    <a:pt x="5695597" y="2641548"/>
                  </a:lnTo>
                  <a:lnTo>
                    <a:pt x="5693559" y="2642726"/>
                  </a:lnTo>
                  <a:lnTo>
                    <a:pt x="5692386" y="2640689"/>
                  </a:lnTo>
                  <a:lnTo>
                    <a:pt x="5694423" y="2639516"/>
                  </a:lnTo>
                  <a:close/>
                </a:path>
                <a:path w="6612890" h="6997065">
                  <a:moveTo>
                    <a:pt x="5769232" y="2769670"/>
                  </a:moveTo>
                  <a:lnTo>
                    <a:pt x="5770115" y="2771204"/>
                  </a:lnTo>
                  <a:lnTo>
                    <a:pt x="5768586" y="2772086"/>
                  </a:lnTo>
                  <a:lnTo>
                    <a:pt x="5767704" y="2770552"/>
                  </a:lnTo>
                  <a:lnTo>
                    <a:pt x="5769232" y="2769670"/>
                  </a:lnTo>
                  <a:close/>
                </a:path>
                <a:path w="6612890" h="6997065">
                  <a:moveTo>
                    <a:pt x="3978146" y="0"/>
                  </a:moveTo>
                  <a:lnTo>
                    <a:pt x="4006655" y="0"/>
                  </a:lnTo>
                  <a:lnTo>
                    <a:pt x="3985272" y="12344"/>
                  </a:lnTo>
                  <a:lnTo>
                    <a:pt x="3978146" y="0"/>
                  </a:lnTo>
                  <a:close/>
                </a:path>
                <a:path w="6612890" h="6997065">
                  <a:moveTo>
                    <a:pt x="4071482" y="99963"/>
                  </a:moveTo>
                  <a:lnTo>
                    <a:pt x="4086757" y="126422"/>
                  </a:lnTo>
                  <a:lnTo>
                    <a:pt x="4060299" y="141697"/>
                  </a:lnTo>
                  <a:lnTo>
                    <a:pt x="4045024" y="115239"/>
                  </a:lnTo>
                  <a:lnTo>
                    <a:pt x="4071482" y="99963"/>
                  </a:lnTo>
                  <a:close/>
                </a:path>
                <a:path w="6612890" h="6997065">
                  <a:moveTo>
                    <a:pt x="4146071" y="230928"/>
                  </a:moveTo>
                  <a:lnTo>
                    <a:pt x="4160470" y="255858"/>
                  </a:lnTo>
                  <a:lnTo>
                    <a:pt x="4135534" y="270257"/>
                  </a:lnTo>
                  <a:lnTo>
                    <a:pt x="4121141" y="245321"/>
                  </a:lnTo>
                  <a:lnTo>
                    <a:pt x="4146071" y="230928"/>
                  </a:lnTo>
                  <a:close/>
                </a:path>
                <a:path w="6612890" h="6997065">
                  <a:moveTo>
                    <a:pt x="4220672" y="361887"/>
                  </a:moveTo>
                  <a:lnTo>
                    <a:pt x="4234188" y="385295"/>
                  </a:lnTo>
                  <a:lnTo>
                    <a:pt x="4210775" y="398811"/>
                  </a:lnTo>
                  <a:lnTo>
                    <a:pt x="4197264" y="375403"/>
                  </a:lnTo>
                  <a:lnTo>
                    <a:pt x="4220672" y="361887"/>
                  </a:lnTo>
                  <a:close/>
                </a:path>
                <a:path w="6612890" h="6997065">
                  <a:moveTo>
                    <a:pt x="4295267" y="492852"/>
                  </a:moveTo>
                  <a:lnTo>
                    <a:pt x="4307901" y="514732"/>
                  </a:lnTo>
                  <a:lnTo>
                    <a:pt x="4286015" y="527366"/>
                  </a:lnTo>
                  <a:lnTo>
                    <a:pt x="4273381" y="505486"/>
                  </a:lnTo>
                  <a:lnTo>
                    <a:pt x="4295267" y="492852"/>
                  </a:lnTo>
                  <a:close/>
                </a:path>
                <a:path w="6612890" h="6997065">
                  <a:moveTo>
                    <a:pt x="4369969" y="623414"/>
                  </a:moveTo>
                  <a:lnTo>
                    <a:pt x="4382016" y="644281"/>
                  </a:lnTo>
                  <a:lnTo>
                    <a:pt x="4361149" y="656328"/>
                  </a:lnTo>
                  <a:lnTo>
                    <a:pt x="4349102" y="635461"/>
                  </a:lnTo>
                  <a:lnTo>
                    <a:pt x="4369969" y="623414"/>
                  </a:lnTo>
                  <a:close/>
                </a:path>
                <a:path w="6612890" h="6997065">
                  <a:moveTo>
                    <a:pt x="4444564" y="754379"/>
                  </a:moveTo>
                  <a:lnTo>
                    <a:pt x="4455729" y="773718"/>
                  </a:lnTo>
                  <a:lnTo>
                    <a:pt x="4436390" y="784882"/>
                  </a:lnTo>
                  <a:lnTo>
                    <a:pt x="4425225" y="765543"/>
                  </a:lnTo>
                  <a:lnTo>
                    <a:pt x="4444564" y="754379"/>
                  </a:lnTo>
                  <a:close/>
                </a:path>
                <a:path w="6612890" h="6997065">
                  <a:moveTo>
                    <a:pt x="4519265" y="884947"/>
                  </a:moveTo>
                  <a:lnTo>
                    <a:pt x="4529844" y="903261"/>
                  </a:lnTo>
                  <a:lnTo>
                    <a:pt x="4511518" y="913839"/>
                  </a:lnTo>
                  <a:lnTo>
                    <a:pt x="4500945" y="895525"/>
                  </a:lnTo>
                  <a:lnTo>
                    <a:pt x="4519265" y="884947"/>
                  </a:lnTo>
                  <a:close/>
                </a:path>
                <a:path w="6612890" h="6997065">
                  <a:moveTo>
                    <a:pt x="4593967" y="1015508"/>
                  </a:moveTo>
                  <a:lnTo>
                    <a:pt x="4603953" y="1032810"/>
                  </a:lnTo>
                  <a:lnTo>
                    <a:pt x="4586652" y="1042802"/>
                  </a:lnTo>
                  <a:lnTo>
                    <a:pt x="4576660" y="1025501"/>
                  </a:lnTo>
                  <a:lnTo>
                    <a:pt x="4593967" y="1015508"/>
                  </a:lnTo>
                  <a:close/>
                </a:path>
                <a:path w="6612890" h="6997065">
                  <a:moveTo>
                    <a:pt x="4668562" y="1146467"/>
                  </a:moveTo>
                  <a:lnTo>
                    <a:pt x="4677672" y="1162246"/>
                  </a:lnTo>
                  <a:lnTo>
                    <a:pt x="4661893" y="1171355"/>
                  </a:lnTo>
                  <a:lnTo>
                    <a:pt x="4652783" y="1155577"/>
                  </a:lnTo>
                  <a:lnTo>
                    <a:pt x="4668562" y="1146467"/>
                  </a:lnTo>
                  <a:close/>
                </a:path>
                <a:path w="6612890" h="6997065">
                  <a:moveTo>
                    <a:pt x="4743157" y="1277438"/>
                  </a:moveTo>
                  <a:lnTo>
                    <a:pt x="4751384" y="1291683"/>
                  </a:lnTo>
                  <a:lnTo>
                    <a:pt x="4737133" y="1299910"/>
                  </a:lnTo>
                  <a:lnTo>
                    <a:pt x="4728906" y="1285665"/>
                  </a:lnTo>
                  <a:lnTo>
                    <a:pt x="4743157" y="1277438"/>
                  </a:lnTo>
                  <a:close/>
                </a:path>
                <a:path w="6612890" h="6997065">
                  <a:moveTo>
                    <a:pt x="4817858" y="1408000"/>
                  </a:moveTo>
                  <a:lnTo>
                    <a:pt x="4825499" y="1421226"/>
                  </a:lnTo>
                  <a:lnTo>
                    <a:pt x="4812261" y="1428867"/>
                  </a:lnTo>
                  <a:lnTo>
                    <a:pt x="4804626" y="1415641"/>
                  </a:lnTo>
                  <a:lnTo>
                    <a:pt x="4817858" y="1408000"/>
                  </a:lnTo>
                  <a:close/>
                </a:path>
                <a:path w="6612890" h="6997065">
                  <a:moveTo>
                    <a:pt x="4892554" y="1538561"/>
                  </a:moveTo>
                  <a:lnTo>
                    <a:pt x="4899609" y="1550775"/>
                  </a:lnTo>
                  <a:lnTo>
                    <a:pt x="4887401" y="1557823"/>
                  </a:lnTo>
                  <a:lnTo>
                    <a:pt x="4880347" y="1545610"/>
                  </a:lnTo>
                  <a:lnTo>
                    <a:pt x="4892554" y="1538561"/>
                  </a:lnTo>
                  <a:close/>
                </a:path>
                <a:path w="6612890" h="6997065">
                  <a:moveTo>
                    <a:pt x="4967155" y="1669520"/>
                  </a:moveTo>
                  <a:lnTo>
                    <a:pt x="4973327" y="1680211"/>
                  </a:lnTo>
                  <a:lnTo>
                    <a:pt x="4962636" y="1686383"/>
                  </a:lnTo>
                  <a:lnTo>
                    <a:pt x="4956464" y="1675692"/>
                  </a:lnTo>
                  <a:lnTo>
                    <a:pt x="4967155" y="1669520"/>
                  </a:lnTo>
                  <a:close/>
                </a:path>
                <a:path w="6612890" h="6997065">
                  <a:moveTo>
                    <a:pt x="5041750" y="1800491"/>
                  </a:moveTo>
                  <a:lnTo>
                    <a:pt x="5047040" y="1809648"/>
                  </a:lnTo>
                  <a:lnTo>
                    <a:pt x="5037877" y="1814937"/>
                  </a:lnTo>
                  <a:lnTo>
                    <a:pt x="5032587" y="1805780"/>
                  </a:lnTo>
                  <a:lnTo>
                    <a:pt x="5041750" y="1800491"/>
                  </a:lnTo>
                  <a:close/>
                </a:path>
                <a:path w="6612890" h="6997065">
                  <a:moveTo>
                    <a:pt x="5116452" y="1931052"/>
                  </a:moveTo>
                  <a:lnTo>
                    <a:pt x="5121155" y="1939191"/>
                  </a:lnTo>
                  <a:lnTo>
                    <a:pt x="5113005" y="1943894"/>
                  </a:lnTo>
                  <a:lnTo>
                    <a:pt x="5108308" y="1935756"/>
                  </a:lnTo>
                  <a:lnTo>
                    <a:pt x="5116452" y="1931052"/>
                  </a:lnTo>
                  <a:close/>
                </a:path>
                <a:path w="6612890" h="6997065">
                  <a:moveTo>
                    <a:pt x="5191260" y="2061212"/>
                  </a:moveTo>
                  <a:lnTo>
                    <a:pt x="5195667" y="2068846"/>
                  </a:lnTo>
                  <a:lnTo>
                    <a:pt x="5188032" y="2073253"/>
                  </a:lnTo>
                  <a:lnTo>
                    <a:pt x="5183625" y="2065619"/>
                  </a:lnTo>
                  <a:lnTo>
                    <a:pt x="5191260" y="2061212"/>
                  </a:lnTo>
                  <a:close/>
                </a:path>
                <a:path w="6612890" h="6997065">
                  <a:moveTo>
                    <a:pt x="5265962" y="2191773"/>
                  </a:moveTo>
                  <a:lnTo>
                    <a:pt x="5269782" y="2198389"/>
                  </a:lnTo>
                  <a:lnTo>
                    <a:pt x="5263166" y="2202210"/>
                  </a:lnTo>
                  <a:lnTo>
                    <a:pt x="5259346" y="2195594"/>
                  </a:lnTo>
                  <a:lnTo>
                    <a:pt x="5265962" y="2191773"/>
                  </a:lnTo>
                  <a:close/>
                </a:path>
                <a:path w="6612890" h="6997065">
                  <a:moveTo>
                    <a:pt x="5340663" y="2322335"/>
                  </a:moveTo>
                  <a:lnTo>
                    <a:pt x="5343897" y="2327933"/>
                  </a:lnTo>
                  <a:lnTo>
                    <a:pt x="5338294" y="2331167"/>
                  </a:lnTo>
                  <a:lnTo>
                    <a:pt x="5335066" y="2325569"/>
                  </a:lnTo>
                  <a:lnTo>
                    <a:pt x="5340663" y="2322335"/>
                  </a:lnTo>
                  <a:close/>
                </a:path>
                <a:path w="6612890" h="6997065">
                  <a:moveTo>
                    <a:pt x="5415365" y="2452903"/>
                  </a:moveTo>
                  <a:lnTo>
                    <a:pt x="5418007" y="2457482"/>
                  </a:lnTo>
                  <a:lnTo>
                    <a:pt x="5413434" y="2460124"/>
                  </a:lnTo>
                  <a:lnTo>
                    <a:pt x="5410786" y="2455545"/>
                  </a:lnTo>
                  <a:lnTo>
                    <a:pt x="5415365" y="2452903"/>
                  </a:lnTo>
                  <a:close/>
                </a:path>
                <a:path w="6612890" h="6997065">
                  <a:moveTo>
                    <a:pt x="5490067" y="2583465"/>
                  </a:moveTo>
                  <a:lnTo>
                    <a:pt x="5492122" y="2587031"/>
                  </a:lnTo>
                  <a:lnTo>
                    <a:pt x="5488563" y="2589086"/>
                  </a:lnTo>
                  <a:lnTo>
                    <a:pt x="5486507" y="2585520"/>
                  </a:lnTo>
                  <a:lnTo>
                    <a:pt x="5490067" y="2583465"/>
                  </a:lnTo>
                  <a:close/>
                </a:path>
                <a:path w="6612890" h="6997065">
                  <a:moveTo>
                    <a:pt x="5564881" y="2713624"/>
                  </a:moveTo>
                  <a:lnTo>
                    <a:pt x="5566640" y="2716681"/>
                  </a:lnTo>
                  <a:lnTo>
                    <a:pt x="5563584" y="2718446"/>
                  </a:lnTo>
                  <a:lnTo>
                    <a:pt x="5561825" y="2715390"/>
                  </a:lnTo>
                  <a:lnTo>
                    <a:pt x="5564881" y="2713624"/>
                  </a:lnTo>
                  <a:close/>
                </a:path>
                <a:path w="6612890" h="6997065">
                  <a:moveTo>
                    <a:pt x="5639577" y="2844192"/>
                  </a:moveTo>
                  <a:lnTo>
                    <a:pt x="5640749" y="2846224"/>
                  </a:lnTo>
                  <a:lnTo>
                    <a:pt x="5638718" y="2847397"/>
                  </a:lnTo>
                  <a:lnTo>
                    <a:pt x="5637545" y="2845366"/>
                  </a:lnTo>
                  <a:lnTo>
                    <a:pt x="5639577" y="2844192"/>
                  </a:lnTo>
                  <a:close/>
                </a:path>
                <a:path w="6612890" h="6997065">
                  <a:moveTo>
                    <a:pt x="5713265" y="2975341"/>
                  </a:moveTo>
                  <a:lnTo>
                    <a:pt x="5714622" y="2975341"/>
                  </a:lnTo>
                  <a:lnTo>
                    <a:pt x="5714871" y="2975773"/>
                  </a:lnTo>
                  <a:lnTo>
                    <a:pt x="5713514" y="2975773"/>
                  </a:lnTo>
                  <a:lnTo>
                    <a:pt x="5713265" y="2975341"/>
                  </a:lnTo>
                  <a:close/>
                </a:path>
                <a:path w="6612890" h="6997065">
                  <a:moveTo>
                    <a:pt x="3867232" y="43510"/>
                  </a:moveTo>
                  <a:lnTo>
                    <a:pt x="3883686" y="72012"/>
                  </a:lnTo>
                  <a:lnTo>
                    <a:pt x="3855196" y="88460"/>
                  </a:lnTo>
                  <a:lnTo>
                    <a:pt x="3838742" y="59958"/>
                  </a:lnTo>
                  <a:lnTo>
                    <a:pt x="3867232" y="43510"/>
                  </a:lnTo>
                  <a:close/>
                </a:path>
                <a:path w="6612890" h="6997065">
                  <a:moveTo>
                    <a:pt x="3941938" y="174072"/>
                  </a:moveTo>
                  <a:lnTo>
                    <a:pt x="3957801" y="201548"/>
                  </a:lnTo>
                  <a:lnTo>
                    <a:pt x="3930324" y="217416"/>
                  </a:lnTo>
                  <a:lnTo>
                    <a:pt x="3914456" y="189933"/>
                  </a:lnTo>
                  <a:lnTo>
                    <a:pt x="3941938" y="174072"/>
                  </a:lnTo>
                  <a:close/>
                </a:path>
                <a:path w="6612890" h="6997065">
                  <a:moveTo>
                    <a:pt x="4016635" y="304640"/>
                  </a:moveTo>
                  <a:lnTo>
                    <a:pt x="4031916" y="331098"/>
                  </a:lnTo>
                  <a:lnTo>
                    <a:pt x="4005458" y="346374"/>
                  </a:lnTo>
                  <a:lnTo>
                    <a:pt x="3990177" y="319915"/>
                  </a:lnTo>
                  <a:lnTo>
                    <a:pt x="4016635" y="304640"/>
                  </a:lnTo>
                  <a:close/>
                </a:path>
                <a:path w="6612890" h="6997065">
                  <a:moveTo>
                    <a:pt x="4091337" y="435201"/>
                  </a:moveTo>
                  <a:lnTo>
                    <a:pt x="4106026" y="460641"/>
                  </a:lnTo>
                  <a:lnTo>
                    <a:pt x="4080586" y="475330"/>
                  </a:lnTo>
                  <a:lnTo>
                    <a:pt x="4065897" y="449891"/>
                  </a:lnTo>
                  <a:lnTo>
                    <a:pt x="4091337" y="435201"/>
                  </a:lnTo>
                  <a:close/>
                </a:path>
                <a:path w="6612890" h="6997065">
                  <a:moveTo>
                    <a:pt x="4165825" y="566563"/>
                  </a:moveTo>
                  <a:lnTo>
                    <a:pt x="4179341" y="589977"/>
                  </a:lnTo>
                  <a:lnTo>
                    <a:pt x="4155939" y="603487"/>
                  </a:lnTo>
                  <a:lnTo>
                    <a:pt x="4142423" y="580073"/>
                  </a:lnTo>
                  <a:lnTo>
                    <a:pt x="4165825" y="566563"/>
                  </a:lnTo>
                  <a:close/>
                </a:path>
                <a:path w="6612890" h="6997065">
                  <a:moveTo>
                    <a:pt x="4240420" y="697528"/>
                  </a:moveTo>
                  <a:lnTo>
                    <a:pt x="4253054" y="719414"/>
                  </a:lnTo>
                  <a:lnTo>
                    <a:pt x="4231174" y="732048"/>
                  </a:lnTo>
                  <a:lnTo>
                    <a:pt x="4218540" y="710162"/>
                  </a:lnTo>
                  <a:lnTo>
                    <a:pt x="4240420" y="697528"/>
                  </a:lnTo>
                  <a:close/>
                </a:path>
                <a:path w="6612890" h="6997065">
                  <a:moveTo>
                    <a:pt x="4315127" y="828091"/>
                  </a:moveTo>
                  <a:lnTo>
                    <a:pt x="4327169" y="848957"/>
                  </a:lnTo>
                  <a:lnTo>
                    <a:pt x="4306308" y="860999"/>
                  </a:lnTo>
                  <a:lnTo>
                    <a:pt x="4294260" y="840138"/>
                  </a:lnTo>
                  <a:lnTo>
                    <a:pt x="4315127" y="828091"/>
                  </a:lnTo>
                  <a:close/>
                </a:path>
                <a:path w="6612890" h="6997065">
                  <a:moveTo>
                    <a:pt x="4389717" y="959061"/>
                  </a:moveTo>
                  <a:lnTo>
                    <a:pt x="4400881" y="978393"/>
                  </a:lnTo>
                  <a:lnTo>
                    <a:pt x="4381543" y="989558"/>
                  </a:lnTo>
                  <a:lnTo>
                    <a:pt x="4370384" y="970225"/>
                  </a:lnTo>
                  <a:lnTo>
                    <a:pt x="4389717" y="959061"/>
                  </a:lnTo>
                  <a:close/>
                </a:path>
                <a:path w="6612890" h="6997065">
                  <a:moveTo>
                    <a:pt x="4464424" y="1089623"/>
                  </a:moveTo>
                  <a:lnTo>
                    <a:pt x="4474997" y="1107937"/>
                  </a:lnTo>
                  <a:lnTo>
                    <a:pt x="4456683" y="1118515"/>
                  </a:lnTo>
                  <a:lnTo>
                    <a:pt x="4446104" y="1100195"/>
                  </a:lnTo>
                  <a:lnTo>
                    <a:pt x="4464424" y="1089623"/>
                  </a:lnTo>
                  <a:close/>
                </a:path>
                <a:path w="6612890" h="6997065">
                  <a:moveTo>
                    <a:pt x="4539013" y="1220581"/>
                  </a:moveTo>
                  <a:lnTo>
                    <a:pt x="4548709" y="1237379"/>
                  </a:lnTo>
                  <a:lnTo>
                    <a:pt x="4531917" y="1247075"/>
                  </a:lnTo>
                  <a:lnTo>
                    <a:pt x="4522221" y="1230277"/>
                  </a:lnTo>
                  <a:lnTo>
                    <a:pt x="4539013" y="1220581"/>
                  </a:lnTo>
                  <a:close/>
                </a:path>
                <a:path w="6612890" h="6997065">
                  <a:moveTo>
                    <a:pt x="4613608" y="1351552"/>
                  </a:moveTo>
                  <a:lnTo>
                    <a:pt x="4622421" y="1366815"/>
                  </a:lnTo>
                  <a:lnTo>
                    <a:pt x="4607158" y="1375629"/>
                  </a:lnTo>
                  <a:lnTo>
                    <a:pt x="4598344" y="1360365"/>
                  </a:lnTo>
                  <a:lnTo>
                    <a:pt x="4613608" y="1351552"/>
                  </a:lnTo>
                  <a:close/>
                </a:path>
                <a:path w="6612890" h="6997065">
                  <a:moveTo>
                    <a:pt x="4688310" y="1482114"/>
                  </a:moveTo>
                  <a:lnTo>
                    <a:pt x="4696537" y="1496358"/>
                  </a:lnTo>
                  <a:lnTo>
                    <a:pt x="4682286" y="1504585"/>
                  </a:lnTo>
                  <a:lnTo>
                    <a:pt x="4674065" y="1490340"/>
                  </a:lnTo>
                  <a:lnTo>
                    <a:pt x="4688310" y="1482114"/>
                  </a:lnTo>
                  <a:close/>
                </a:path>
                <a:path w="6612890" h="6997065">
                  <a:moveTo>
                    <a:pt x="4763017" y="1612676"/>
                  </a:moveTo>
                  <a:lnTo>
                    <a:pt x="4770652" y="1625902"/>
                  </a:lnTo>
                  <a:lnTo>
                    <a:pt x="4757426" y="1633543"/>
                  </a:lnTo>
                  <a:lnTo>
                    <a:pt x="4749785" y="1620311"/>
                  </a:lnTo>
                  <a:lnTo>
                    <a:pt x="4763017" y="1612676"/>
                  </a:lnTo>
                  <a:close/>
                </a:path>
                <a:path w="6612890" h="6997065">
                  <a:moveTo>
                    <a:pt x="4837606" y="1743634"/>
                  </a:moveTo>
                  <a:lnTo>
                    <a:pt x="4844365" y="1755344"/>
                  </a:lnTo>
                  <a:lnTo>
                    <a:pt x="4832661" y="1762102"/>
                  </a:lnTo>
                  <a:lnTo>
                    <a:pt x="4825902" y="1750392"/>
                  </a:lnTo>
                  <a:lnTo>
                    <a:pt x="4837606" y="1743634"/>
                  </a:lnTo>
                  <a:close/>
                </a:path>
                <a:path w="6612890" h="6997065">
                  <a:moveTo>
                    <a:pt x="4912201" y="1874605"/>
                  </a:moveTo>
                  <a:lnTo>
                    <a:pt x="4918077" y="1884780"/>
                  </a:lnTo>
                  <a:lnTo>
                    <a:pt x="4907901" y="1890656"/>
                  </a:lnTo>
                  <a:lnTo>
                    <a:pt x="4902025" y="1880480"/>
                  </a:lnTo>
                  <a:lnTo>
                    <a:pt x="4912201" y="1874605"/>
                  </a:lnTo>
                  <a:close/>
                </a:path>
                <a:path w="6612890" h="6997065">
                  <a:moveTo>
                    <a:pt x="4986903" y="2005166"/>
                  </a:moveTo>
                  <a:lnTo>
                    <a:pt x="4992192" y="2014323"/>
                  </a:lnTo>
                  <a:lnTo>
                    <a:pt x="4983029" y="2019613"/>
                  </a:lnTo>
                  <a:lnTo>
                    <a:pt x="4977746" y="2010456"/>
                  </a:lnTo>
                  <a:lnTo>
                    <a:pt x="4986903" y="2005166"/>
                  </a:lnTo>
                  <a:close/>
                </a:path>
                <a:path w="6612890" h="6997065">
                  <a:moveTo>
                    <a:pt x="5061610" y="2135728"/>
                  </a:moveTo>
                  <a:lnTo>
                    <a:pt x="5066308" y="2143867"/>
                  </a:lnTo>
                  <a:lnTo>
                    <a:pt x="5058169" y="2148570"/>
                  </a:lnTo>
                  <a:lnTo>
                    <a:pt x="5053466" y="2140431"/>
                  </a:lnTo>
                  <a:lnTo>
                    <a:pt x="5061610" y="2135728"/>
                  </a:lnTo>
                  <a:close/>
                </a:path>
                <a:path w="6612890" h="6997065">
                  <a:moveTo>
                    <a:pt x="5136312" y="2266290"/>
                  </a:moveTo>
                  <a:lnTo>
                    <a:pt x="5140423" y="2273416"/>
                  </a:lnTo>
                  <a:lnTo>
                    <a:pt x="5133303" y="2277532"/>
                  </a:lnTo>
                  <a:lnTo>
                    <a:pt x="5129187" y="2270407"/>
                  </a:lnTo>
                  <a:lnTo>
                    <a:pt x="5136312" y="2266290"/>
                  </a:lnTo>
                  <a:close/>
                </a:path>
                <a:path w="6612890" h="6997065">
                  <a:moveTo>
                    <a:pt x="5211008" y="2396858"/>
                  </a:moveTo>
                  <a:lnTo>
                    <a:pt x="5214532" y="2402959"/>
                  </a:lnTo>
                  <a:lnTo>
                    <a:pt x="5208431" y="2406483"/>
                  </a:lnTo>
                  <a:lnTo>
                    <a:pt x="5204907" y="2400382"/>
                  </a:lnTo>
                  <a:lnTo>
                    <a:pt x="5211008" y="2396858"/>
                  </a:lnTo>
                  <a:close/>
                </a:path>
                <a:path w="6612890" h="6997065">
                  <a:moveTo>
                    <a:pt x="5285715" y="2527420"/>
                  </a:moveTo>
                  <a:lnTo>
                    <a:pt x="5288653" y="2532508"/>
                  </a:lnTo>
                  <a:lnTo>
                    <a:pt x="5283559" y="2535446"/>
                  </a:lnTo>
                  <a:lnTo>
                    <a:pt x="5280621" y="2530358"/>
                  </a:lnTo>
                  <a:lnTo>
                    <a:pt x="5285715" y="2527420"/>
                  </a:lnTo>
                  <a:close/>
                </a:path>
                <a:path w="6612890" h="6997065">
                  <a:moveTo>
                    <a:pt x="5360417" y="2657982"/>
                  </a:moveTo>
                  <a:lnTo>
                    <a:pt x="5362762" y="2662051"/>
                  </a:lnTo>
                  <a:lnTo>
                    <a:pt x="5358693" y="2664402"/>
                  </a:lnTo>
                  <a:lnTo>
                    <a:pt x="5356342" y="2660333"/>
                  </a:lnTo>
                  <a:lnTo>
                    <a:pt x="5360417" y="2657982"/>
                  </a:lnTo>
                  <a:close/>
                </a:path>
                <a:path w="6612890" h="6997065">
                  <a:moveTo>
                    <a:pt x="5435225" y="2788141"/>
                  </a:moveTo>
                  <a:lnTo>
                    <a:pt x="5437280" y="2791701"/>
                  </a:lnTo>
                  <a:lnTo>
                    <a:pt x="5433721" y="2793756"/>
                  </a:lnTo>
                  <a:lnTo>
                    <a:pt x="5431665" y="2790196"/>
                  </a:lnTo>
                  <a:lnTo>
                    <a:pt x="5435225" y="2788141"/>
                  </a:lnTo>
                  <a:close/>
                </a:path>
                <a:path w="6612890" h="6997065">
                  <a:moveTo>
                    <a:pt x="5509927" y="2918703"/>
                  </a:moveTo>
                  <a:lnTo>
                    <a:pt x="5511396" y="2921250"/>
                  </a:lnTo>
                  <a:lnTo>
                    <a:pt x="5508849" y="2922719"/>
                  </a:lnTo>
                  <a:lnTo>
                    <a:pt x="5507380" y="2920172"/>
                  </a:lnTo>
                  <a:lnTo>
                    <a:pt x="5509927" y="2918703"/>
                  </a:lnTo>
                  <a:close/>
                </a:path>
                <a:path w="6612890" h="6997065">
                  <a:moveTo>
                    <a:pt x="5584628" y="3049265"/>
                  </a:moveTo>
                  <a:lnTo>
                    <a:pt x="5585511" y="3050793"/>
                  </a:lnTo>
                  <a:lnTo>
                    <a:pt x="5583983" y="3051675"/>
                  </a:lnTo>
                  <a:lnTo>
                    <a:pt x="5583100" y="3050147"/>
                  </a:lnTo>
                  <a:lnTo>
                    <a:pt x="5584628" y="3049265"/>
                  </a:lnTo>
                  <a:close/>
                </a:path>
                <a:path w="6612890" h="6997065">
                  <a:moveTo>
                    <a:pt x="3638810" y="0"/>
                  </a:moveTo>
                  <a:lnTo>
                    <a:pt x="3671472" y="0"/>
                  </a:lnTo>
                  <a:lnTo>
                    <a:pt x="3681816" y="17915"/>
                  </a:lnTo>
                  <a:lnTo>
                    <a:pt x="3649761" y="36424"/>
                  </a:lnTo>
                  <a:lnTo>
                    <a:pt x="3631251" y="4363"/>
                  </a:lnTo>
                  <a:lnTo>
                    <a:pt x="3638810" y="0"/>
                  </a:lnTo>
                  <a:close/>
                </a:path>
                <a:path w="6612890" h="6997065">
                  <a:moveTo>
                    <a:pt x="3737908" y="116817"/>
                  </a:moveTo>
                  <a:lnTo>
                    <a:pt x="3755535" y="147351"/>
                  </a:lnTo>
                  <a:lnTo>
                    <a:pt x="3724996" y="164983"/>
                  </a:lnTo>
                  <a:lnTo>
                    <a:pt x="3707369" y="134450"/>
                  </a:lnTo>
                  <a:lnTo>
                    <a:pt x="3737908" y="116817"/>
                  </a:lnTo>
                  <a:close/>
                </a:path>
                <a:path w="6612890" h="6997065">
                  <a:moveTo>
                    <a:pt x="3812503" y="247789"/>
                  </a:moveTo>
                  <a:lnTo>
                    <a:pt x="3829247" y="276787"/>
                  </a:lnTo>
                  <a:lnTo>
                    <a:pt x="3800236" y="293538"/>
                  </a:lnTo>
                  <a:lnTo>
                    <a:pt x="3783492" y="264533"/>
                  </a:lnTo>
                  <a:lnTo>
                    <a:pt x="3812503" y="247789"/>
                  </a:lnTo>
                  <a:close/>
                </a:path>
                <a:path w="6612890" h="6997065">
                  <a:moveTo>
                    <a:pt x="3887205" y="378350"/>
                  </a:moveTo>
                  <a:lnTo>
                    <a:pt x="3903363" y="406336"/>
                  </a:lnTo>
                  <a:lnTo>
                    <a:pt x="3875371" y="422495"/>
                  </a:lnTo>
                  <a:lnTo>
                    <a:pt x="3859213" y="394508"/>
                  </a:lnTo>
                  <a:lnTo>
                    <a:pt x="3887205" y="378350"/>
                  </a:lnTo>
                  <a:close/>
                </a:path>
                <a:path w="6612890" h="6997065">
                  <a:moveTo>
                    <a:pt x="3961901" y="508912"/>
                  </a:moveTo>
                  <a:lnTo>
                    <a:pt x="3977472" y="535880"/>
                  </a:lnTo>
                  <a:lnTo>
                    <a:pt x="3950505" y="551451"/>
                  </a:lnTo>
                  <a:lnTo>
                    <a:pt x="3934939" y="524483"/>
                  </a:lnTo>
                  <a:lnTo>
                    <a:pt x="3961901" y="508912"/>
                  </a:lnTo>
                  <a:close/>
                </a:path>
                <a:path w="6612890" h="6997065">
                  <a:moveTo>
                    <a:pt x="4036495" y="639877"/>
                  </a:moveTo>
                  <a:lnTo>
                    <a:pt x="4051184" y="665316"/>
                  </a:lnTo>
                  <a:lnTo>
                    <a:pt x="4025739" y="680005"/>
                  </a:lnTo>
                  <a:lnTo>
                    <a:pt x="4011050" y="654566"/>
                  </a:lnTo>
                  <a:lnTo>
                    <a:pt x="4036495" y="639877"/>
                  </a:lnTo>
                  <a:close/>
                </a:path>
                <a:path w="6612890" h="6997065">
                  <a:moveTo>
                    <a:pt x="4110984" y="771238"/>
                  </a:moveTo>
                  <a:lnTo>
                    <a:pt x="4124500" y="794652"/>
                  </a:lnTo>
                  <a:lnTo>
                    <a:pt x="4101092" y="808163"/>
                  </a:lnTo>
                  <a:lnTo>
                    <a:pt x="4087576" y="784755"/>
                  </a:lnTo>
                  <a:lnTo>
                    <a:pt x="4110984" y="771238"/>
                  </a:lnTo>
                  <a:close/>
                </a:path>
                <a:path w="6612890" h="6997065">
                  <a:moveTo>
                    <a:pt x="4185579" y="902209"/>
                  </a:moveTo>
                  <a:lnTo>
                    <a:pt x="4198213" y="924089"/>
                  </a:lnTo>
                  <a:lnTo>
                    <a:pt x="4176333" y="936723"/>
                  </a:lnTo>
                  <a:lnTo>
                    <a:pt x="4163699" y="914837"/>
                  </a:lnTo>
                  <a:lnTo>
                    <a:pt x="4185579" y="902209"/>
                  </a:lnTo>
                  <a:close/>
                </a:path>
                <a:path w="6612890" h="6997065">
                  <a:moveTo>
                    <a:pt x="4260280" y="1032771"/>
                  </a:moveTo>
                  <a:lnTo>
                    <a:pt x="4272328" y="1053632"/>
                  </a:lnTo>
                  <a:lnTo>
                    <a:pt x="4251467" y="1065673"/>
                  </a:lnTo>
                  <a:lnTo>
                    <a:pt x="4239419" y="1044813"/>
                  </a:lnTo>
                  <a:lnTo>
                    <a:pt x="4260280" y="1032771"/>
                  </a:lnTo>
                  <a:close/>
                </a:path>
                <a:path w="6612890" h="6997065">
                  <a:moveTo>
                    <a:pt x="4334875" y="1163730"/>
                  </a:moveTo>
                  <a:lnTo>
                    <a:pt x="4346040" y="1183069"/>
                  </a:lnTo>
                  <a:lnTo>
                    <a:pt x="4326707" y="1194233"/>
                  </a:lnTo>
                  <a:lnTo>
                    <a:pt x="4315542" y="1174894"/>
                  </a:lnTo>
                  <a:lnTo>
                    <a:pt x="4334875" y="1163730"/>
                  </a:lnTo>
                  <a:close/>
                </a:path>
                <a:path w="6612890" h="6997065">
                  <a:moveTo>
                    <a:pt x="4409577" y="1294291"/>
                  </a:moveTo>
                  <a:lnTo>
                    <a:pt x="4420155" y="1312617"/>
                  </a:lnTo>
                  <a:lnTo>
                    <a:pt x="4401835" y="1323190"/>
                  </a:lnTo>
                  <a:lnTo>
                    <a:pt x="4391257" y="1304870"/>
                  </a:lnTo>
                  <a:lnTo>
                    <a:pt x="4409577" y="1294291"/>
                  </a:lnTo>
                  <a:close/>
                </a:path>
                <a:path w="6612890" h="6997065">
                  <a:moveTo>
                    <a:pt x="4484171" y="1425262"/>
                  </a:moveTo>
                  <a:lnTo>
                    <a:pt x="4493868" y="1442054"/>
                  </a:lnTo>
                  <a:lnTo>
                    <a:pt x="4477076" y="1451750"/>
                  </a:lnTo>
                  <a:lnTo>
                    <a:pt x="4467380" y="1434952"/>
                  </a:lnTo>
                  <a:lnTo>
                    <a:pt x="4484171" y="1425262"/>
                  </a:lnTo>
                  <a:close/>
                </a:path>
                <a:path w="6612890" h="6997065">
                  <a:moveTo>
                    <a:pt x="4558761" y="1556221"/>
                  </a:moveTo>
                  <a:lnTo>
                    <a:pt x="4567581" y="1571490"/>
                  </a:lnTo>
                  <a:lnTo>
                    <a:pt x="4552317" y="1580304"/>
                  </a:lnTo>
                  <a:lnTo>
                    <a:pt x="4543497" y="1565034"/>
                  </a:lnTo>
                  <a:lnTo>
                    <a:pt x="4558761" y="1556221"/>
                  </a:lnTo>
                  <a:close/>
                </a:path>
                <a:path w="6612890" h="6997065">
                  <a:moveTo>
                    <a:pt x="4633468" y="1686782"/>
                  </a:moveTo>
                  <a:lnTo>
                    <a:pt x="4641696" y="1701033"/>
                  </a:lnTo>
                  <a:lnTo>
                    <a:pt x="4627451" y="1709260"/>
                  </a:lnTo>
                  <a:lnTo>
                    <a:pt x="4619224" y="1695009"/>
                  </a:lnTo>
                  <a:lnTo>
                    <a:pt x="4633468" y="1686782"/>
                  </a:lnTo>
                  <a:close/>
                </a:path>
                <a:path w="6612890" h="6997065">
                  <a:moveTo>
                    <a:pt x="4708063" y="1817753"/>
                  </a:moveTo>
                  <a:lnTo>
                    <a:pt x="4715408" y="1830470"/>
                  </a:lnTo>
                  <a:lnTo>
                    <a:pt x="4702685" y="1837815"/>
                  </a:lnTo>
                  <a:lnTo>
                    <a:pt x="4695341" y="1825098"/>
                  </a:lnTo>
                  <a:lnTo>
                    <a:pt x="4708063" y="1817753"/>
                  </a:lnTo>
                  <a:close/>
                </a:path>
                <a:path w="6612890" h="6997065">
                  <a:moveTo>
                    <a:pt x="4782657" y="1948718"/>
                  </a:moveTo>
                  <a:lnTo>
                    <a:pt x="4789121" y="1959907"/>
                  </a:lnTo>
                  <a:lnTo>
                    <a:pt x="4777926" y="1966374"/>
                  </a:lnTo>
                  <a:lnTo>
                    <a:pt x="4771464" y="1955180"/>
                  </a:lnTo>
                  <a:lnTo>
                    <a:pt x="4782657" y="1948718"/>
                  </a:lnTo>
                  <a:close/>
                </a:path>
                <a:path w="6612890" h="6997065">
                  <a:moveTo>
                    <a:pt x="4857253" y="2079677"/>
                  </a:moveTo>
                  <a:lnTo>
                    <a:pt x="4862833" y="2089349"/>
                  </a:lnTo>
                  <a:lnTo>
                    <a:pt x="4853166" y="2094929"/>
                  </a:lnTo>
                  <a:lnTo>
                    <a:pt x="4847581" y="2085262"/>
                  </a:lnTo>
                  <a:lnTo>
                    <a:pt x="4857253" y="2079677"/>
                  </a:lnTo>
                  <a:close/>
                </a:path>
                <a:path w="6612890" h="6997065">
                  <a:moveTo>
                    <a:pt x="4931955" y="2210238"/>
                  </a:moveTo>
                  <a:lnTo>
                    <a:pt x="4936954" y="2218892"/>
                  </a:lnTo>
                  <a:lnTo>
                    <a:pt x="4928301" y="2223892"/>
                  </a:lnTo>
                  <a:lnTo>
                    <a:pt x="4923302" y="2215238"/>
                  </a:lnTo>
                  <a:lnTo>
                    <a:pt x="4931955" y="2210238"/>
                  </a:lnTo>
                  <a:close/>
                </a:path>
                <a:path w="6612890" h="6997065">
                  <a:moveTo>
                    <a:pt x="5006657" y="2340807"/>
                  </a:moveTo>
                  <a:lnTo>
                    <a:pt x="5011063" y="2348435"/>
                  </a:lnTo>
                  <a:lnTo>
                    <a:pt x="5003429" y="2352842"/>
                  </a:lnTo>
                  <a:lnTo>
                    <a:pt x="4999022" y="2345214"/>
                  </a:lnTo>
                  <a:lnTo>
                    <a:pt x="5006657" y="2340807"/>
                  </a:lnTo>
                  <a:close/>
                </a:path>
                <a:path w="6612890" h="6997065">
                  <a:moveTo>
                    <a:pt x="5081464" y="2470966"/>
                  </a:moveTo>
                  <a:lnTo>
                    <a:pt x="5085581" y="2478085"/>
                  </a:lnTo>
                  <a:lnTo>
                    <a:pt x="5078456" y="2482202"/>
                  </a:lnTo>
                  <a:lnTo>
                    <a:pt x="5074340" y="2475076"/>
                  </a:lnTo>
                  <a:lnTo>
                    <a:pt x="5081464" y="2470966"/>
                  </a:lnTo>
                  <a:close/>
                </a:path>
                <a:path w="6612890" h="6997065">
                  <a:moveTo>
                    <a:pt x="5156060" y="2601931"/>
                  </a:moveTo>
                  <a:lnTo>
                    <a:pt x="5159294" y="2607528"/>
                  </a:lnTo>
                  <a:lnTo>
                    <a:pt x="5153696" y="2610756"/>
                  </a:lnTo>
                  <a:lnTo>
                    <a:pt x="5150462" y="2605159"/>
                  </a:lnTo>
                  <a:lnTo>
                    <a:pt x="5156060" y="2601931"/>
                  </a:lnTo>
                  <a:close/>
                </a:path>
                <a:path w="6612890" h="6997065">
                  <a:moveTo>
                    <a:pt x="5230761" y="2732492"/>
                  </a:moveTo>
                  <a:lnTo>
                    <a:pt x="5233409" y="2737071"/>
                  </a:lnTo>
                  <a:lnTo>
                    <a:pt x="5228825" y="2739719"/>
                  </a:lnTo>
                  <a:lnTo>
                    <a:pt x="5226183" y="2735140"/>
                  </a:lnTo>
                  <a:lnTo>
                    <a:pt x="5230761" y="2732492"/>
                  </a:lnTo>
                  <a:close/>
                </a:path>
                <a:path w="6612890" h="6997065">
                  <a:moveTo>
                    <a:pt x="5305570" y="2862652"/>
                  </a:moveTo>
                  <a:lnTo>
                    <a:pt x="5307921" y="2866727"/>
                  </a:lnTo>
                  <a:lnTo>
                    <a:pt x="5303852" y="2869072"/>
                  </a:lnTo>
                  <a:lnTo>
                    <a:pt x="5301500" y="2865003"/>
                  </a:lnTo>
                  <a:lnTo>
                    <a:pt x="5305570" y="2862652"/>
                  </a:lnTo>
                  <a:close/>
                </a:path>
                <a:path w="6612890" h="6997065">
                  <a:moveTo>
                    <a:pt x="5380270" y="2993213"/>
                  </a:moveTo>
                  <a:lnTo>
                    <a:pt x="5382036" y="2996276"/>
                  </a:lnTo>
                  <a:lnTo>
                    <a:pt x="5378986" y="2998035"/>
                  </a:lnTo>
                  <a:lnTo>
                    <a:pt x="5377221" y="2994978"/>
                  </a:lnTo>
                  <a:lnTo>
                    <a:pt x="5380270" y="2993213"/>
                  </a:lnTo>
                  <a:close/>
                </a:path>
                <a:path w="6612890" h="6997065">
                  <a:moveTo>
                    <a:pt x="5454979" y="3123775"/>
                  </a:moveTo>
                  <a:lnTo>
                    <a:pt x="5456151" y="3125813"/>
                  </a:lnTo>
                  <a:lnTo>
                    <a:pt x="5454114" y="3126992"/>
                  </a:lnTo>
                  <a:lnTo>
                    <a:pt x="5452941" y="3124954"/>
                  </a:lnTo>
                  <a:lnTo>
                    <a:pt x="5454979" y="3123775"/>
                  </a:lnTo>
                  <a:close/>
                </a:path>
                <a:path w="6612890" h="6997065">
                  <a:moveTo>
                    <a:pt x="5529787" y="3253946"/>
                  </a:moveTo>
                  <a:lnTo>
                    <a:pt x="5530663" y="3255468"/>
                  </a:lnTo>
                  <a:lnTo>
                    <a:pt x="5529141" y="3256345"/>
                  </a:lnTo>
                  <a:lnTo>
                    <a:pt x="5528265" y="3254823"/>
                  </a:lnTo>
                  <a:lnTo>
                    <a:pt x="5529787" y="3253946"/>
                  </a:lnTo>
                  <a:close/>
                </a:path>
                <a:path w="6612890" h="6997065">
                  <a:moveTo>
                    <a:pt x="3533870" y="59570"/>
                  </a:moveTo>
                  <a:lnTo>
                    <a:pt x="3553262" y="93154"/>
                  </a:lnTo>
                  <a:lnTo>
                    <a:pt x="3519678" y="112546"/>
                  </a:lnTo>
                  <a:lnTo>
                    <a:pt x="3500286" y="78962"/>
                  </a:lnTo>
                  <a:lnTo>
                    <a:pt x="3533870" y="59570"/>
                  </a:lnTo>
                  <a:close/>
                </a:path>
                <a:path w="6612890" h="6997065">
                  <a:moveTo>
                    <a:pt x="3608572" y="190131"/>
                  </a:moveTo>
                  <a:lnTo>
                    <a:pt x="3627377" y="222702"/>
                  </a:lnTo>
                  <a:lnTo>
                    <a:pt x="3594812" y="241502"/>
                  </a:lnTo>
                  <a:lnTo>
                    <a:pt x="3576007" y="208937"/>
                  </a:lnTo>
                  <a:lnTo>
                    <a:pt x="3608572" y="190131"/>
                  </a:lnTo>
                  <a:close/>
                </a:path>
                <a:path w="6612890" h="6997065">
                  <a:moveTo>
                    <a:pt x="3683167" y="321096"/>
                  </a:moveTo>
                  <a:lnTo>
                    <a:pt x="3701090" y="352139"/>
                  </a:lnTo>
                  <a:lnTo>
                    <a:pt x="3670053" y="370062"/>
                  </a:lnTo>
                  <a:lnTo>
                    <a:pt x="3652130" y="339014"/>
                  </a:lnTo>
                  <a:lnTo>
                    <a:pt x="3683167" y="321096"/>
                  </a:lnTo>
                  <a:close/>
                </a:path>
                <a:path w="6612890" h="6997065">
                  <a:moveTo>
                    <a:pt x="3757655" y="452458"/>
                  </a:moveTo>
                  <a:lnTo>
                    <a:pt x="3774399" y="481470"/>
                  </a:lnTo>
                  <a:lnTo>
                    <a:pt x="3745394" y="498214"/>
                  </a:lnTo>
                  <a:lnTo>
                    <a:pt x="3728650" y="469209"/>
                  </a:lnTo>
                  <a:lnTo>
                    <a:pt x="3757655" y="452458"/>
                  </a:lnTo>
                  <a:close/>
                </a:path>
                <a:path w="6612890" h="6997065">
                  <a:moveTo>
                    <a:pt x="3832357" y="583020"/>
                  </a:moveTo>
                  <a:lnTo>
                    <a:pt x="3848515" y="611006"/>
                  </a:lnTo>
                  <a:lnTo>
                    <a:pt x="3820529" y="627165"/>
                  </a:lnTo>
                  <a:lnTo>
                    <a:pt x="3804370" y="599178"/>
                  </a:lnTo>
                  <a:lnTo>
                    <a:pt x="3832357" y="583020"/>
                  </a:lnTo>
                  <a:close/>
                </a:path>
                <a:path w="6612890" h="6997065">
                  <a:moveTo>
                    <a:pt x="3907059" y="713582"/>
                  </a:moveTo>
                  <a:lnTo>
                    <a:pt x="3922630" y="740555"/>
                  </a:lnTo>
                  <a:lnTo>
                    <a:pt x="3895663" y="756127"/>
                  </a:lnTo>
                  <a:lnTo>
                    <a:pt x="3880091" y="729153"/>
                  </a:lnTo>
                  <a:lnTo>
                    <a:pt x="3907059" y="713582"/>
                  </a:lnTo>
                  <a:close/>
                </a:path>
                <a:path w="6612890" h="6997065">
                  <a:moveTo>
                    <a:pt x="3981654" y="844552"/>
                  </a:moveTo>
                  <a:lnTo>
                    <a:pt x="3996343" y="869992"/>
                  </a:lnTo>
                  <a:lnTo>
                    <a:pt x="3970903" y="884681"/>
                  </a:lnTo>
                  <a:lnTo>
                    <a:pt x="3956214" y="859242"/>
                  </a:lnTo>
                  <a:lnTo>
                    <a:pt x="3981654" y="844552"/>
                  </a:lnTo>
                  <a:close/>
                </a:path>
                <a:path w="6612890" h="6997065">
                  <a:moveTo>
                    <a:pt x="4056142" y="975921"/>
                  </a:moveTo>
                  <a:lnTo>
                    <a:pt x="4069652" y="999322"/>
                  </a:lnTo>
                  <a:lnTo>
                    <a:pt x="4046244" y="1012838"/>
                  </a:lnTo>
                  <a:lnTo>
                    <a:pt x="4032734" y="989431"/>
                  </a:lnTo>
                  <a:lnTo>
                    <a:pt x="4056142" y="975921"/>
                  </a:lnTo>
                  <a:close/>
                </a:path>
                <a:path w="6612890" h="6997065">
                  <a:moveTo>
                    <a:pt x="4130737" y="1106885"/>
                  </a:moveTo>
                  <a:lnTo>
                    <a:pt x="4143371" y="1128759"/>
                  </a:lnTo>
                  <a:lnTo>
                    <a:pt x="4121485" y="1141393"/>
                  </a:lnTo>
                  <a:lnTo>
                    <a:pt x="4108857" y="1119519"/>
                  </a:lnTo>
                  <a:lnTo>
                    <a:pt x="4130737" y="1106885"/>
                  </a:lnTo>
                  <a:close/>
                </a:path>
                <a:path w="6612890" h="6997065">
                  <a:moveTo>
                    <a:pt x="4205438" y="1237447"/>
                  </a:moveTo>
                  <a:lnTo>
                    <a:pt x="4217480" y="1258308"/>
                  </a:lnTo>
                  <a:lnTo>
                    <a:pt x="4196619" y="1270355"/>
                  </a:lnTo>
                  <a:lnTo>
                    <a:pt x="4184577" y="1249494"/>
                  </a:lnTo>
                  <a:lnTo>
                    <a:pt x="4205438" y="1237447"/>
                  </a:lnTo>
                  <a:close/>
                </a:path>
                <a:path w="6612890" h="6997065">
                  <a:moveTo>
                    <a:pt x="4280033" y="1368405"/>
                  </a:moveTo>
                  <a:lnTo>
                    <a:pt x="4291198" y="1387744"/>
                  </a:lnTo>
                  <a:lnTo>
                    <a:pt x="4271860" y="1398909"/>
                  </a:lnTo>
                  <a:lnTo>
                    <a:pt x="4260695" y="1379570"/>
                  </a:lnTo>
                  <a:lnTo>
                    <a:pt x="4280033" y="1368405"/>
                  </a:lnTo>
                  <a:close/>
                </a:path>
                <a:path w="6612890" h="6997065">
                  <a:moveTo>
                    <a:pt x="4354628" y="1499376"/>
                  </a:moveTo>
                  <a:lnTo>
                    <a:pt x="4364911" y="1517180"/>
                  </a:lnTo>
                  <a:lnTo>
                    <a:pt x="4347100" y="1527463"/>
                  </a:lnTo>
                  <a:lnTo>
                    <a:pt x="4336818" y="1509659"/>
                  </a:lnTo>
                  <a:lnTo>
                    <a:pt x="4354628" y="1499376"/>
                  </a:lnTo>
                  <a:close/>
                </a:path>
                <a:path w="6612890" h="6997065">
                  <a:moveTo>
                    <a:pt x="4429223" y="1630335"/>
                  </a:moveTo>
                  <a:lnTo>
                    <a:pt x="4438623" y="1646623"/>
                  </a:lnTo>
                  <a:lnTo>
                    <a:pt x="4422335" y="1656023"/>
                  </a:lnTo>
                  <a:lnTo>
                    <a:pt x="4412935" y="1639740"/>
                  </a:lnTo>
                  <a:lnTo>
                    <a:pt x="4429223" y="1630335"/>
                  </a:lnTo>
                  <a:close/>
                </a:path>
                <a:path w="6612890" h="6997065">
                  <a:moveTo>
                    <a:pt x="4503818" y="1761300"/>
                  </a:moveTo>
                  <a:lnTo>
                    <a:pt x="4512336" y="1776060"/>
                  </a:lnTo>
                  <a:lnTo>
                    <a:pt x="4497581" y="1784577"/>
                  </a:lnTo>
                  <a:lnTo>
                    <a:pt x="4489058" y="1769823"/>
                  </a:lnTo>
                  <a:lnTo>
                    <a:pt x="4503818" y="1761300"/>
                  </a:lnTo>
                  <a:close/>
                </a:path>
                <a:path w="6612890" h="6997065">
                  <a:moveTo>
                    <a:pt x="4578520" y="1891868"/>
                  </a:moveTo>
                  <a:lnTo>
                    <a:pt x="4586451" y="1905603"/>
                  </a:lnTo>
                  <a:lnTo>
                    <a:pt x="4572709" y="1913534"/>
                  </a:lnTo>
                  <a:lnTo>
                    <a:pt x="4564778" y="1899798"/>
                  </a:lnTo>
                  <a:lnTo>
                    <a:pt x="4578520" y="1891868"/>
                  </a:lnTo>
                  <a:close/>
                </a:path>
                <a:path w="6612890" h="6997065">
                  <a:moveTo>
                    <a:pt x="4653222" y="2022429"/>
                  </a:moveTo>
                  <a:lnTo>
                    <a:pt x="4660566" y="2035146"/>
                  </a:lnTo>
                  <a:lnTo>
                    <a:pt x="4647843" y="2042491"/>
                  </a:lnTo>
                  <a:lnTo>
                    <a:pt x="4640499" y="2029774"/>
                  </a:lnTo>
                  <a:lnTo>
                    <a:pt x="4653222" y="2022429"/>
                  </a:lnTo>
                  <a:close/>
                </a:path>
                <a:path w="6612890" h="6997065">
                  <a:moveTo>
                    <a:pt x="4727704" y="2153791"/>
                  </a:moveTo>
                  <a:lnTo>
                    <a:pt x="4733876" y="2164476"/>
                  </a:lnTo>
                  <a:lnTo>
                    <a:pt x="4723191" y="2170648"/>
                  </a:lnTo>
                  <a:lnTo>
                    <a:pt x="4717019" y="2159963"/>
                  </a:lnTo>
                  <a:lnTo>
                    <a:pt x="4727704" y="2153791"/>
                  </a:lnTo>
                  <a:close/>
                </a:path>
                <a:path w="6612890" h="6997065">
                  <a:moveTo>
                    <a:pt x="4802412" y="2284353"/>
                  </a:moveTo>
                  <a:lnTo>
                    <a:pt x="4807991" y="2294025"/>
                  </a:lnTo>
                  <a:lnTo>
                    <a:pt x="4798325" y="2299605"/>
                  </a:lnTo>
                  <a:lnTo>
                    <a:pt x="4792739" y="2289938"/>
                  </a:lnTo>
                  <a:lnTo>
                    <a:pt x="4802412" y="2284353"/>
                  </a:lnTo>
                  <a:close/>
                </a:path>
                <a:path w="6612890" h="6997065">
                  <a:moveTo>
                    <a:pt x="4877113" y="2414921"/>
                  </a:moveTo>
                  <a:lnTo>
                    <a:pt x="4882107" y="2423569"/>
                  </a:lnTo>
                  <a:lnTo>
                    <a:pt x="4873453" y="2428562"/>
                  </a:lnTo>
                  <a:lnTo>
                    <a:pt x="4868460" y="2419914"/>
                  </a:lnTo>
                  <a:lnTo>
                    <a:pt x="4877113" y="2414921"/>
                  </a:lnTo>
                  <a:close/>
                </a:path>
                <a:path w="6612890" h="6997065">
                  <a:moveTo>
                    <a:pt x="4951815" y="2545483"/>
                  </a:moveTo>
                  <a:lnTo>
                    <a:pt x="4956222" y="2553112"/>
                  </a:lnTo>
                  <a:lnTo>
                    <a:pt x="4948587" y="2557519"/>
                  </a:lnTo>
                  <a:lnTo>
                    <a:pt x="4944180" y="2549890"/>
                  </a:lnTo>
                  <a:lnTo>
                    <a:pt x="4951815" y="2545483"/>
                  </a:lnTo>
                  <a:close/>
                </a:path>
                <a:path w="6612890" h="6997065">
                  <a:moveTo>
                    <a:pt x="5026511" y="2676045"/>
                  </a:moveTo>
                  <a:lnTo>
                    <a:pt x="5030331" y="2682661"/>
                  </a:lnTo>
                  <a:lnTo>
                    <a:pt x="5023721" y="2686475"/>
                  </a:lnTo>
                  <a:lnTo>
                    <a:pt x="5019900" y="2679865"/>
                  </a:lnTo>
                  <a:lnTo>
                    <a:pt x="5026511" y="2676045"/>
                  </a:lnTo>
                  <a:close/>
                </a:path>
                <a:path w="6612890" h="6997065">
                  <a:moveTo>
                    <a:pt x="5101112" y="2807003"/>
                  </a:moveTo>
                  <a:lnTo>
                    <a:pt x="5104049" y="2812091"/>
                  </a:lnTo>
                  <a:lnTo>
                    <a:pt x="5098962" y="2815029"/>
                  </a:lnTo>
                  <a:lnTo>
                    <a:pt x="5096024" y="2809941"/>
                  </a:lnTo>
                  <a:lnTo>
                    <a:pt x="5101112" y="2807003"/>
                  </a:lnTo>
                  <a:close/>
                </a:path>
                <a:path w="6612890" h="6997065">
                  <a:moveTo>
                    <a:pt x="5175920" y="2937168"/>
                  </a:moveTo>
                  <a:lnTo>
                    <a:pt x="5178561" y="2941753"/>
                  </a:lnTo>
                  <a:lnTo>
                    <a:pt x="5173983" y="2944395"/>
                  </a:lnTo>
                  <a:lnTo>
                    <a:pt x="5171341" y="2939816"/>
                  </a:lnTo>
                  <a:lnTo>
                    <a:pt x="5175920" y="2937168"/>
                  </a:lnTo>
                  <a:close/>
                </a:path>
                <a:path w="6612890" h="6997065">
                  <a:moveTo>
                    <a:pt x="5250621" y="3067730"/>
                  </a:moveTo>
                  <a:lnTo>
                    <a:pt x="5252677" y="3071290"/>
                  </a:lnTo>
                  <a:lnTo>
                    <a:pt x="5249111" y="3073351"/>
                  </a:lnTo>
                  <a:lnTo>
                    <a:pt x="5247056" y="3069792"/>
                  </a:lnTo>
                  <a:lnTo>
                    <a:pt x="5250621" y="3067730"/>
                  </a:lnTo>
                  <a:close/>
                </a:path>
                <a:path w="6612890" h="6997065">
                  <a:moveTo>
                    <a:pt x="5325323" y="3198298"/>
                  </a:moveTo>
                  <a:lnTo>
                    <a:pt x="5326792" y="3200839"/>
                  </a:lnTo>
                  <a:lnTo>
                    <a:pt x="5324251" y="3202308"/>
                  </a:lnTo>
                  <a:lnTo>
                    <a:pt x="5322782" y="3199767"/>
                  </a:lnTo>
                  <a:lnTo>
                    <a:pt x="5325323" y="3198298"/>
                  </a:lnTo>
                  <a:close/>
                </a:path>
                <a:path w="6612890" h="6997065">
                  <a:moveTo>
                    <a:pt x="5400131" y="3328457"/>
                  </a:moveTo>
                  <a:lnTo>
                    <a:pt x="5401310" y="3330495"/>
                  </a:lnTo>
                  <a:lnTo>
                    <a:pt x="5399272" y="3331668"/>
                  </a:lnTo>
                  <a:lnTo>
                    <a:pt x="5398094" y="3329630"/>
                  </a:lnTo>
                  <a:lnTo>
                    <a:pt x="5400131" y="3328457"/>
                  </a:lnTo>
                  <a:close/>
                </a:path>
                <a:path w="6612890" h="6997065">
                  <a:moveTo>
                    <a:pt x="3329951" y="1920"/>
                  </a:moveTo>
                  <a:lnTo>
                    <a:pt x="3351393" y="39058"/>
                  </a:lnTo>
                  <a:lnTo>
                    <a:pt x="3314244" y="60505"/>
                  </a:lnTo>
                  <a:lnTo>
                    <a:pt x="3292802" y="23367"/>
                  </a:lnTo>
                  <a:lnTo>
                    <a:pt x="3329951" y="1920"/>
                  </a:lnTo>
                  <a:close/>
                </a:path>
                <a:path w="6612890" h="6997065">
                  <a:moveTo>
                    <a:pt x="3404540" y="132879"/>
                  </a:moveTo>
                  <a:lnTo>
                    <a:pt x="3425105" y="168500"/>
                  </a:lnTo>
                  <a:lnTo>
                    <a:pt x="3389490" y="189064"/>
                  </a:lnTo>
                  <a:lnTo>
                    <a:pt x="3368925" y="153443"/>
                  </a:lnTo>
                  <a:lnTo>
                    <a:pt x="3404540" y="132879"/>
                  </a:lnTo>
                  <a:close/>
                </a:path>
                <a:path w="6612890" h="6997065">
                  <a:moveTo>
                    <a:pt x="3479136" y="263843"/>
                  </a:moveTo>
                  <a:lnTo>
                    <a:pt x="3498818" y="297936"/>
                  </a:lnTo>
                  <a:lnTo>
                    <a:pt x="3464731" y="317619"/>
                  </a:lnTo>
                  <a:lnTo>
                    <a:pt x="3445049" y="283526"/>
                  </a:lnTo>
                  <a:lnTo>
                    <a:pt x="3479136" y="263843"/>
                  </a:lnTo>
                  <a:close/>
                </a:path>
                <a:path w="6612890" h="6997065">
                  <a:moveTo>
                    <a:pt x="3553731" y="394808"/>
                  </a:moveTo>
                  <a:lnTo>
                    <a:pt x="3572531" y="427374"/>
                  </a:lnTo>
                  <a:lnTo>
                    <a:pt x="3539966" y="446179"/>
                  </a:lnTo>
                  <a:lnTo>
                    <a:pt x="3521160" y="413608"/>
                  </a:lnTo>
                  <a:lnTo>
                    <a:pt x="3553731" y="394808"/>
                  </a:lnTo>
                  <a:close/>
                </a:path>
                <a:path w="6612890" h="6997065">
                  <a:moveTo>
                    <a:pt x="3628326" y="525773"/>
                  </a:moveTo>
                  <a:lnTo>
                    <a:pt x="3646249" y="556810"/>
                  </a:lnTo>
                  <a:lnTo>
                    <a:pt x="3615206" y="574733"/>
                  </a:lnTo>
                  <a:lnTo>
                    <a:pt x="3597283" y="543696"/>
                  </a:lnTo>
                  <a:lnTo>
                    <a:pt x="3628326" y="525773"/>
                  </a:lnTo>
                  <a:close/>
                </a:path>
                <a:path w="6612890" h="6997065">
                  <a:moveTo>
                    <a:pt x="3702814" y="657141"/>
                  </a:moveTo>
                  <a:lnTo>
                    <a:pt x="3719559" y="686146"/>
                  </a:lnTo>
                  <a:lnTo>
                    <a:pt x="3690559" y="702890"/>
                  </a:lnTo>
                  <a:lnTo>
                    <a:pt x="3673809" y="673885"/>
                  </a:lnTo>
                  <a:lnTo>
                    <a:pt x="3702814" y="657141"/>
                  </a:lnTo>
                  <a:close/>
                </a:path>
                <a:path w="6612890" h="6997065">
                  <a:moveTo>
                    <a:pt x="3777516" y="787703"/>
                  </a:moveTo>
                  <a:lnTo>
                    <a:pt x="3793674" y="815689"/>
                  </a:lnTo>
                  <a:lnTo>
                    <a:pt x="3765688" y="831847"/>
                  </a:lnTo>
                  <a:lnTo>
                    <a:pt x="3749530" y="803861"/>
                  </a:lnTo>
                  <a:lnTo>
                    <a:pt x="3777516" y="787703"/>
                  </a:lnTo>
                  <a:close/>
                </a:path>
                <a:path w="6612890" h="6997065">
                  <a:moveTo>
                    <a:pt x="3852111" y="918668"/>
                  </a:moveTo>
                  <a:lnTo>
                    <a:pt x="3867387" y="945126"/>
                  </a:lnTo>
                  <a:lnTo>
                    <a:pt x="3840928" y="960401"/>
                  </a:lnTo>
                  <a:lnTo>
                    <a:pt x="3825652" y="933943"/>
                  </a:lnTo>
                  <a:lnTo>
                    <a:pt x="3852111" y="918668"/>
                  </a:lnTo>
                  <a:close/>
                </a:path>
                <a:path w="6612890" h="6997065">
                  <a:moveTo>
                    <a:pt x="3926700" y="1049633"/>
                  </a:moveTo>
                  <a:lnTo>
                    <a:pt x="3941099" y="1074563"/>
                  </a:lnTo>
                  <a:lnTo>
                    <a:pt x="3916163" y="1088961"/>
                  </a:lnTo>
                  <a:lnTo>
                    <a:pt x="3901770" y="1064025"/>
                  </a:lnTo>
                  <a:lnTo>
                    <a:pt x="3926700" y="1049633"/>
                  </a:lnTo>
                  <a:close/>
                </a:path>
                <a:path w="6612890" h="6997065">
                  <a:moveTo>
                    <a:pt x="4001188" y="1180994"/>
                  </a:moveTo>
                  <a:lnTo>
                    <a:pt x="4014415" y="1203899"/>
                  </a:lnTo>
                  <a:lnTo>
                    <a:pt x="3991516" y="1217119"/>
                  </a:lnTo>
                  <a:lnTo>
                    <a:pt x="3978290" y="1194215"/>
                  </a:lnTo>
                  <a:lnTo>
                    <a:pt x="4001188" y="1180994"/>
                  </a:lnTo>
                  <a:close/>
                </a:path>
                <a:path w="6612890" h="6997065">
                  <a:moveTo>
                    <a:pt x="4075896" y="1311556"/>
                  </a:moveTo>
                  <a:lnTo>
                    <a:pt x="4088530" y="1333436"/>
                  </a:lnTo>
                  <a:lnTo>
                    <a:pt x="4066644" y="1346070"/>
                  </a:lnTo>
                  <a:lnTo>
                    <a:pt x="4054010" y="1324190"/>
                  </a:lnTo>
                  <a:lnTo>
                    <a:pt x="4075896" y="1311556"/>
                  </a:lnTo>
                  <a:close/>
                </a:path>
                <a:path w="6612890" h="6997065">
                  <a:moveTo>
                    <a:pt x="4150491" y="1442521"/>
                  </a:moveTo>
                  <a:lnTo>
                    <a:pt x="4162242" y="1462879"/>
                  </a:lnTo>
                  <a:lnTo>
                    <a:pt x="4141884" y="1474630"/>
                  </a:lnTo>
                  <a:lnTo>
                    <a:pt x="4130133" y="1454272"/>
                  </a:lnTo>
                  <a:lnTo>
                    <a:pt x="4150491" y="1442521"/>
                  </a:lnTo>
                  <a:close/>
                </a:path>
                <a:path w="6612890" h="6997065">
                  <a:moveTo>
                    <a:pt x="4225080" y="1573486"/>
                  </a:moveTo>
                  <a:lnTo>
                    <a:pt x="4235955" y="1592315"/>
                  </a:lnTo>
                  <a:lnTo>
                    <a:pt x="4217125" y="1603184"/>
                  </a:lnTo>
                  <a:lnTo>
                    <a:pt x="4206256" y="1584355"/>
                  </a:lnTo>
                  <a:lnTo>
                    <a:pt x="4225080" y="1573486"/>
                  </a:lnTo>
                  <a:close/>
                </a:path>
                <a:path w="6612890" h="6997065">
                  <a:moveTo>
                    <a:pt x="4299782" y="1704048"/>
                  </a:moveTo>
                  <a:lnTo>
                    <a:pt x="4310070" y="1721864"/>
                  </a:lnTo>
                  <a:lnTo>
                    <a:pt x="4292260" y="1732147"/>
                  </a:lnTo>
                  <a:lnTo>
                    <a:pt x="4281971" y="1714330"/>
                  </a:lnTo>
                  <a:lnTo>
                    <a:pt x="4299782" y="1704048"/>
                  </a:lnTo>
                  <a:close/>
                </a:path>
                <a:path w="6612890" h="6997065">
                  <a:moveTo>
                    <a:pt x="4374276" y="1835415"/>
                  </a:moveTo>
                  <a:lnTo>
                    <a:pt x="4383380" y="1851188"/>
                  </a:lnTo>
                  <a:lnTo>
                    <a:pt x="4367601" y="1860298"/>
                  </a:lnTo>
                  <a:lnTo>
                    <a:pt x="4358497" y="1844525"/>
                  </a:lnTo>
                  <a:lnTo>
                    <a:pt x="4374276" y="1835415"/>
                  </a:lnTo>
                  <a:close/>
                </a:path>
                <a:path w="6612890" h="6997065">
                  <a:moveTo>
                    <a:pt x="4448972" y="1965983"/>
                  </a:moveTo>
                  <a:lnTo>
                    <a:pt x="4457489" y="1980732"/>
                  </a:lnTo>
                  <a:lnTo>
                    <a:pt x="4442734" y="1989255"/>
                  </a:lnTo>
                  <a:lnTo>
                    <a:pt x="4434217" y="1974501"/>
                  </a:lnTo>
                  <a:lnTo>
                    <a:pt x="4448972" y="1965983"/>
                  </a:lnTo>
                  <a:close/>
                </a:path>
                <a:path w="6612890" h="6997065">
                  <a:moveTo>
                    <a:pt x="4523573" y="2096942"/>
                  </a:moveTo>
                  <a:lnTo>
                    <a:pt x="4531208" y="2110168"/>
                  </a:lnTo>
                  <a:lnTo>
                    <a:pt x="4517975" y="2117809"/>
                  </a:lnTo>
                  <a:lnTo>
                    <a:pt x="4510335" y="2104583"/>
                  </a:lnTo>
                  <a:lnTo>
                    <a:pt x="4523573" y="2096942"/>
                  </a:lnTo>
                  <a:close/>
                </a:path>
                <a:path w="6612890" h="6997065">
                  <a:moveTo>
                    <a:pt x="4598268" y="2227504"/>
                  </a:moveTo>
                  <a:lnTo>
                    <a:pt x="4605317" y="2239717"/>
                  </a:lnTo>
                  <a:lnTo>
                    <a:pt x="4593103" y="2246772"/>
                  </a:lnTo>
                  <a:lnTo>
                    <a:pt x="4586055" y="2234558"/>
                  </a:lnTo>
                  <a:lnTo>
                    <a:pt x="4598268" y="2227504"/>
                  </a:lnTo>
                  <a:close/>
                </a:path>
                <a:path w="6612890" h="6997065">
                  <a:moveTo>
                    <a:pt x="4672756" y="2358871"/>
                  </a:moveTo>
                  <a:lnTo>
                    <a:pt x="4678632" y="2369047"/>
                  </a:lnTo>
                  <a:lnTo>
                    <a:pt x="4668456" y="2374923"/>
                  </a:lnTo>
                  <a:lnTo>
                    <a:pt x="4662581" y="2364747"/>
                  </a:lnTo>
                  <a:lnTo>
                    <a:pt x="4672756" y="2358871"/>
                  </a:lnTo>
                  <a:close/>
                </a:path>
                <a:path w="6612890" h="6997065">
                  <a:moveTo>
                    <a:pt x="4747458" y="2489433"/>
                  </a:moveTo>
                  <a:lnTo>
                    <a:pt x="4752748" y="2498590"/>
                  </a:lnTo>
                  <a:lnTo>
                    <a:pt x="4743591" y="2503879"/>
                  </a:lnTo>
                  <a:lnTo>
                    <a:pt x="4738301" y="2494722"/>
                  </a:lnTo>
                  <a:lnTo>
                    <a:pt x="4747458" y="2489433"/>
                  </a:lnTo>
                  <a:close/>
                </a:path>
                <a:path w="6612890" h="6997065">
                  <a:moveTo>
                    <a:pt x="4822160" y="2619995"/>
                  </a:moveTo>
                  <a:lnTo>
                    <a:pt x="4826863" y="2628139"/>
                  </a:lnTo>
                  <a:lnTo>
                    <a:pt x="4818718" y="2632842"/>
                  </a:lnTo>
                  <a:lnTo>
                    <a:pt x="4814016" y="2624698"/>
                  </a:lnTo>
                  <a:lnTo>
                    <a:pt x="4822160" y="2619995"/>
                  </a:lnTo>
                  <a:close/>
                </a:path>
                <a:path w="6612890" h="6997065">
                  <a:moveTo>
                    <a:pt x="4896861" y="2750557"/>
                  </a:moveTo>
                  <a:lnTo>
                    <a:pt x="4900972" y="2757682"/>
                  </a:lnTo>
                  <a:lnTo>
                    <a:pt x="4893847" y="2761799"/>
                  </a:lnTo>
                  <a:lnTo>
                    <a:pt x="4889736" y="2754673"/>
                  </a:lnTo>
                  <a:lnTo>
                    <a:pt x="4896861" y="2750557"/>
                  </a:lnTo>
                  <a:close/>
                </a:path>
                <a:path w="6612890" h="6997065">
                  <a:moveTo>
                    <a:pt x="4971563" y="2881125"/>
                  </a:moveTo>
                  <a:lnTo>
                    <a:pt x="4975093" y="2887231"/>
                  </a:lnTo>
                  <a:lnTo>
                    <a:pt x="4968987" y="2890756"/>
                  </a:lnTo>
                  <a:lnTo>
                    <a:pt x="4965462" y="2884649"/>
                  </a:lnTo>
                  <a:lnTo>
                    <a:pt x="4971563" y="2881125"/>
                  </a:lnTo>
                  <a:close/>
                </a:path>
                <a:path w="6612890" h="6997065">
                  <a:moveTo>
                    <a:pt x="5046265" y="3011687"/>
                  </a:moveTo>
                  <a:lnTo>
                    <a:pt x="5049203" y="3016774"/>
                  </a:lnTo>
                  <a:lnTo>
                    <a:pt x="5044115" y="3019712"/>
                  </a:lnTo>
                  <a:lnTo>
                    <a:pt x="5041177" y="3014624"/>
                  </a:lnTo>
                  <a:lnTo>
                    <a:pt x="5046265" y="3011687"/>
                  </a:lnTo>
                  <a:close/>
                </a:path>
                <a:path w="6612890" h="6997065">
                  <a:moveTo>
                    <a:pt x="5120972" y="3142248"/>
                  </a:moveTo>
                  <a:lnTo>
                    <a:pt x="5123324" y="3146318"/>
                  </a:lnTo>
                  <a:lnTo>
                    <a:pt x="5119249" y="3148669"/>
                  </a:lnTo>
                  <a:lnTo>
                    <a:pt x="5116897" y="3144600"/>
                  </a:lnTo>
                  <a:lnTo>
                    <a:pt x="5120972" y="3142248"/>
                  </a:lnTo>
                  <a:close/>
                </a:path>
                <a:path w="6612890" h="6997065">
                  <a:moveTo>
                    <a:pt x="5195667" y="3272810"/>
                  </a:moveTo>
                  <a:lnTo>
                    <a:pt x="5197433" y="3275867"/>
                  </a:lnTo>
                  <a:lnTo>
                    <a:pt x="5194377" y="3277626"/>
                  </a:lnTo>
                  <a:lnTo>
                    <a:pt x="5192617" y="3274575"/>
                  </a:lnTo>
                  <a:lnTo>
                    <a:pt x="5195667" y="3272810"/>
                  </a:lnTo>
                  <a:close/>
                </a:path>
                <a:path w="6612890" h="6997065">
                  <a:moveTo>
                    <a:pt x="5270370" y="3403372"/>
                  </a:moveTo>
                  <a:lnTo>
                    <a:pt x="5271548" y="3405410"/>
                  </a:lnTo>
                  <a:lnTo>
                    <a:pt x="5269511" y="3406589"/>
                  </a:lnTo>
                  <a:lnTo>
                    <a:pt x="5268338" y="3404551"/>
                  </a:lnTo>
                  <a:lnTo>
                    <a:pt x="5270370" y="3403372"/>
                  </a:lnTo>
                  <a:close/>
                </a:path>
                <a:path w="6612890" h="6997065">
                  <a:moveTo>
                    <a:pt x="5345184" y="3533531"/>
                  </a:moveTo>
                  <a:lnTo>
                    <a:pt x="5346066" y="3535059"/>
                  </a:lnTo>
                  <a:lnTo>
                    <a:pt x="5344538" y="3535942"/>
                  </a:lnTo>
                  <a:lnTo>
                    <a:pt x="5343656" y="3534414"/>
                  </a:lnTo>
                  <a:lnTo>
                    <a:pt x="5345184" y="3533531"/>
                  </a:lnTo>
                  <a:close/>
                </a:path>
                <a:path w="6612890" h="6997065">
                  <a:moveTo>
                    <a:pt x="3105280" y="0"/>
                  </a:moveTo>
                  <a:lnTo>
                    <a:pt x="3121150" y="0"/>
                  </a:lnTo>
                  <a:lnTo>
                    <a:pt x="3109248" y="6871"/>
                  </a:lnTo>
                  <a:lnTo>
                    <a:pt x="3105280" y="0"/>
                  </a:lnTo>
                  <a:close/>
                </a:path>
                <a:path w="6612890" h="6997065">
                  <a:moveTo>
                    <a:pt x="3200510" y="75626"/>
                  </a:moveTo>
                  <a:lnTo>
                    <a:pt x="3222840" y="114298"/>
                  </a:lnTo>
                  <a:lnTo>
                    <a:pt x="3184163" y="136628"/>
                  </a:lnTo>
                  <a:lnTo>
                    <a:pt x="3161838" y="97956"/>
                  </a:lnTo>
                  <a:lnTo>
                    <a:pt x="3200510" y="75626"/>
                  </a:lnTo>
                  <a:close/>
                </a:path>
                <a:path w="6612890" h="6997065">
                  <a:moveTo>
                    <a:pt x="3275105" y="206591"/>
                  </a:moveTo>
                  <a:lnTo>
                    <a:pt x="3296553" y="243740"/>
                  </a:lnTo>
                  <a:lnTo>
                    <a:pt x="3259403" y="265188"/>
                  </a:lnTo>
                  <a:lnTo>
                    <a:pt x="3237956" y="228038"/>
                  </a:lnTo>
                  <a:lnTo>
                    <a:pt x="3275105" y="206591"/>
                  </a:lnTo>
                  <a:close/>
                </a:path>
                <a:path w="6612890" h="6997065">
                  <a:moveTo>
                    <a:pt x="3349807" y="337153"/>
                  </a:moveTo>
                  <a:lnTo>
                    <a:pt x="3370668" y="373284"/>
                  </a:lnTo>
                  <a:lnTo>
                    <a:pt x="3334537" y="394144"/>
                  </a:lnTo>
                  <a:lnTo>
                    <a:pt x="3313676" y="358014"/>
                  </a:lnTo>
                  <a:lnTo>
                    <a:pt x="3349807" y="337153"/>
                  </a:lnTo>
                  <a:close/>
                </a:path>
                <a:path w="6612890" h="6997065">
                  <a:moveTo>
                    <a:pt x="3424295" y="468526"/>
                  </a:moveTo>
                  <a:lnTo>
                    <a:pt x="3443978" y="502613"/>
                  </a:lnTo>
                  <a:lnTo>
                    <a:pt x="3409885" y="522296"/>
                  </a:lnTo>
                  <a:lnTo>
                    <a:pt x="3390202" y="488209"/>
                  </a:lnTo>
                  <a:lnTo>
                    <a:pt x="3424295" y="468526"/>
                  </a:lnTo>
                  <a:close/>
                </a:path>
                <a:path w="6612890" h="6997065">
                  <a:moveTo>
                    <a:pt x="3498890" y="599485"/>
                  </a:moveTo>
                  <a:lnTo>
                    <a:pt x="3517696" y="632050"/>
                  </a:lnTo>
                  <a:lnTo>
                    <a:pt x="3485125" y="650856"/>
                  </a:lnTo>
                  <a:lnTo>
                    <a:pt x="3466325" y="618285"/>
                  </a:lnTo>
                  <a:lnTo>
                    <a:pt x="3498890" y="599485"/>
                  </a:lnTo>
                  <a:close/>
                </a:path>
                <a:path w="6612890" h="6997065">
                  <a:moveTo>
                    <a:pt x="3573486" y="730450"/>
                  </a:moveTo>
                  <a:lnTo>
                    <a:pt x="3591409" y="761487"/>
                  </a:lnTo>
                  <a:lnTo>
                    <a:pt x="3560360" y="779410"/>
                  </a:lnTo>
                  <a:lnTo>
                    <a:pt x="3542443" y="748373"/>
                  </a:lnTo>
                  <a:lnTo>
                    <a:pt x="3573486" y="730450"/>
                  </a:lnTo>
                  <a:close/>
                </a:path>
                <a:path w="6612890" h="6997065">
                  <a:moveTo>
                    <a:pt x="3647968" y="861817"/>
                  </a:moveTo>
                  <a:lnTo>
                    <a:pt x="3664712" y="890822"/>
                  </a:lnTo>
                  <a:lnTo>
                    <a:pt x="3635713" y="907566"/>
                  </a:lnTo>
                  <a:lnTo>
                    <a:pt x="3618969" y="878561"/>
                  </a:lnTo>
                  <a:lnTo>
                    <a:pt x="3647968" y="861817"/>
                  </a:lnTo>
                  <a:close/>
                </a:path>
                <a:path w="6612890" h="6997065">
                  <a:moveTo>
                    <a:pt x="3722676" y="992379"/>
                  </a:moveTo>
                  <a:lnTo>
                    <a:pt x="3738834" y="1020365"/>
                  </a:lnTo>
                  <a:lnTo>
                    <a:pt x="3710847" y="1036524"/>
                  </a:lnTo>
                  <a:lnTo>
                    <a:pt x="3694689" y="1008537"/>
                  </a:lnTo>
                  <a:lnTo>
                    <a:pt x="3722676" y="992379"/>
                  </a:lnTo>
                  <a:close/>
                </a:path>
                <a:path w="6612890" h="6997065">
                  <a:moveTo>
                    <a:pt x="3797265" y="1123344"/>
                  </a:moveTo>
                  <a:lnTo>
                    <a:pt x="3812546" y="1149802"/>
                  </a:lnTo>
                  <a:lnTo>
                    <a:pt x="3786088" y="1165078"/>
                  </a:lnTo>
                  <a:lnTo>
                    <a:pt x="3770806" y="1138620"/>
                  </a:lnTo>
                  <a:lnTo>
                    <a:pt x="3797265" y="1123344"/>
                  </a:lnTo>
                  <a:close/>
                </a:path>
                <a:path w="6612890" h="6997065">
                  <a:moveTo>
                    <a:pt x="3871866" y="1254303"/>
                  </a:moveTo>
                  <a:lnTo>
                    <a:pt x="3886258" y="1279238"/>
                  </a:lnTo>
                  <a:lnTo>
                    <a:pt x="3861328" y="1293637"/>
                  </a:lnTo>
                  <a:lnTo>
                    <a:pt x="3846929" y="1268701"/>
                  </a:lnTo>
                  <a:lnTo>
                    <a:pt x="3871866" y="1254303"/>
                  </a:lnTo>
                  <a:close/>
                </a:path>
                <a:path w="6612890" h="6997065">
                  <a:moveTo>
                    <a:pt x="3946348" y="1385670"/>
                  </a:moveTo>
                  <a:lnTo>
                    <a:pt x="3959568" y="1408569"/>
                  </a:lnTo>
                  <a:lnTo>
                    <a:pt x="3936670" y="1421789"/>
                  </a:lnTo>
                  <a:lnTo>
                    <a:pt x="3923449" y="1398891"/>
                  </a:lnTo>
                  <a:lnTo>
                    <a:pt x="3946348" y="1385670"/>
                  </a:lnTo>
                  <a:close/>
                </a:path>
                <a:path w="6612890" h="6997065">
                  <a:moveTo>
                    <a:pt x="4020943" y="1516641"/>
                  </a:moveTo>
                  <a:lnTo>
                    <a:pt x="4033281" y="1538011"/>
                  </a:lnTo>
                  <a:lnTo>
                    <a:pt x="4011910" y="1550349"/>
                  </a:lnTo>
                  <a:lnTo>
                    <a:pt x="3999573" y="1528979"/>
                  </a:lnTo>
                  <a:lnTo>
                    <a:pt x="4020943" y="1516641"/>
                  </a:lnTo>
                  <a:close/>
                </a:path>
                <a:path w="6612890" h="6997065">
                  <a:moveTo>
                    <a:pt x="4095538" y="1647599"/>
                  </a:moveTo>
                  <a:lnTo>
                    <a:pt x="4106999" y="1667442"/>
                  </a:lnTo>
                  <a:lnTo>
                    <a:pt x="4087151" y="1678903"/>
                  </a:lnTo>
                  <a:lnTo>
                    <a:pt x="4075696" y="1659054"/>
                  </a:lnTo>
                  <a:lnTo>
                    <a:pt x="4095538" y="1647599"/>
                  </a:lnTo>
                  <a:close/>
                </a:path>
                <a:path w="6612890" h="6997065">
                  <a:moveTo>
                    <a:pt x="4170133" y="1778564"/>
                  </a:moveTo>
                  <a:lnTo>
                    <a:pt x="4180711" y="1796884"/>
                  </a:lnTo>
                  <a:lnTo>
                    <a:pt x="4162386" y="1807463"/>
                  </a:lnTo>
                  <a:lnTo>
                    <a:pt x="4151813" y="1789143"/>
                  </a:lnTo>
                  <a:lnTo>
                    <a:pt x="4170133" y="1778564"/>
                  </a:lnTo>
                  <a:close/>
                </a:path>
                <a:path w="6612890" h="6997065">
                  <a:moveTo>
                    <a:pt x="4244840" y="1909126"/>
                  </a:moveTo>
                  <a:lnTo>
                    <a:pt x="4254827" y="1926427"/>
                  </a:lnTo>
                  <a:lnTo>
                    <a:pt x="4237525" y="1936420"/>
                  </a:lnTo>
                  <a:lnTo>
                    <a:pt x="4227533" y="1919118"/>
                  </a:lnTo>
                  <a:lnTo>
                    <a:pt x="4244840" y="1909126"/>
                  </a:lnTo>
                  <a:close/>
                </a:path>
                <a:path w="6612890" h="6997065">
                  <a:moveTo>
                    <a:pt x="4319323" y="2040494"/>
                  </a:moveTo>
                  <a:lnTo>
                    <a:pt x="4328136" y="2055757"/>
                  </a:lnTo>
                  <a:lnTo>
                    <a:pt x="4312867" y="2064571"/>
                  </a:lnTo>
                  <a:lnTo>
                    <a:pt x="4304053" y="2049307"/>
                  </a:lnTo>
                  <a:lnTo>
                    <a:pt x="4319323" y="2040494"/>
                  </a:lnTo>
                  <a:close/>
                </a:path>
                <a:path w="6612890" h="6997065">
                  <a:moveTo>
                    <a:pt x="4394025" y="2171055"/>
                  </a:moveTo>
                  <a:lnTo>
                    <a:pt x="4402252" y="2185306"/>
                  </a:lnTo>
                  <a:lnTo>
                    <a:pt x="4388001" y="2193533"/>
                  </a:lnTo>
                  <a:lnTo>
                    <a:pt x="4379774" y="2179282"/>
                  </a:lnTo>
                  <a:lnTo>
                    <a:pt x="4394025" y="2171055"/>
                  </a:lnTo>
                  <a:close/>
                </a:path>
                <a:path w="6612890" h="6997065">
                  <a:moveTo>
                    <a:pt x="4468619" y="2302020"/>
                  </a:moveTo>
                  <a:lnTo>
                    <a:pt x="4475964" y="2314743"/>
                  </a:lnTo>
                  <a:lnTo>
                    <a:pt x="4463241" y="2322088"/>
                  </a:lnTo>
                  <a:lnTo>
                    <a:pt x="4455897" y="2309365"/>
                  </a:lnTo>
                  <a:lnTo>
                    <a:pt x="4468619" y="2302020"/>
                  </a:lnTo>
                  <a:close/>
                </a:path>
                <a:path w="6612890" h="6997065">
                  <a:moveTo>
                    <a:pt x="4543209" y="2432985"/>
                  </a:moveTo>
                  <a:lnTo>
                    <a:pt x="4549677" y="2444180"/>
                  </a:lnTo>
                  <a:lnTo>
                    <a:pt x="4538482" y="2450642"/>
                  </a:lnTo>
                  <a:lnTo>
                    <a:pt x="4532020" y="2439447"/>
                  </a:lnTo>
                  <a:lnTo>
                    <a:pt x="4543209" y="2432985"/>
                  </a:lnTo>
                  <a:close/>
                </a:path>
                <a:path w="6612890" h="6997065">
                  <a:moveTo>
                    <a:pt x="4617810" y="2563950"/>
                  </a:moveTo>
                  <a:lnTo>
                    <a:pt x="4623395" y="2573617"/>
                  </a:lnTo>
                  <a:lnTo>
                    <a:pt x="4613723" y="2579202"/>
                  </a:lnTo>
                  <a:lnTo>
                    <a:pt x="4608143" y="2569530"/>
                  </a:lnTo>
                  <a:lnTo>
                    <a:pt x="4617810" y="2563950"/>
                  </a:lnTo>
                  <a:close/>
                </a:path>
                <a:path w="6612890" h="6997065">
                  <a:moveTo>
                    <a:pt x="4692511" y="2694512"/>
                  </a:moveTo>
                  <a:lnTo>
                    <a:pt x="4697505" y="2703166"/>
                  </a:lnTo>
                  <a:lnTo>
                    <a:pt x="4688851" y="2708159"/>
                  </a:lnTo>
                  <a:lnTo>
                    <a:pt x="4683858" y="2699505"/>
                  </a:lnTo>
                  <a:lnTo>
                    <a:pt x="4692511" y="2694512"/>
                  </a:lnTo>
                  <a:close/>
                </a:path>
                <a:path w="6612890" h="6997065">
                  <a:moveTo>
                    <a:pt x="4767213" y="2825074"/>
                  </a:moveTo>
                  <a:lnTo>
                    <a:pt x="4771620" y="2832708"/>
                  </a:lnTo>
                  <a:lnTo>
                    <a:pt x="4763985" y="2837115"/>
                  </a:lnTo>
                  <a:lnTo>
                    <a:pt x="4759578" y="2829481"/>
                  </a:lnTo>
                  <a:lnTo>
                    <a:pt x="4767213" y="2825074"/>
                  </a:lnTo>
                  <a:close/>
                </a:path>
                <a:path w="6612890" h="6997065">
                  <a:moveTo>
                    <a:pt x="4841915" y="2955642"/>
                  </a:moveTo>
                  <a:lnTo>
                    <a:pt x="4845735" y="2962252"/>
                  </a:lnTo>
                  <a:lnTo>
                    <a:pt x="4839113" y="2966073"/>
                  </a:lnTo>
                  <a:lnTo>
                    <a:pt x="4835299" y="2959462"/>
                  </a:lnTo>
                  <a:lnTo>
                    <a:pt x="4841915" y="2955642"/>
                  </a:lnTo>
                  <a:close/>
                </a:path>
                <a:path w="6612890" h="6997065">
                  <a:moveTo>
                    <a:pt x="4916616" y="3086204"/>
                  </a:moveTo>
                  <a:lnTo>
                    <a:pt x="4919850" y="3091795"/>
                  </a:lnTo>
                  <a:lnTo>
                    <a:pt x="4914253" y="3095029"/>
                  </a:lnTo>
                  <a:lnTo>
                    <a:pt x="4911025" y="3089432"/>
                  </a:lnTo>
                  <a:lnTo>
                    <a:pt x="4916616" y="3086204"/>
                  </a:lnTo>
                  <a:close/>
                </a:path>
                <a:path w="6612890" h="6997065">
                  <a:moveTo>
                    <a:pt x="4991323" y="3216766"/>
                  </a:moveTo>
                  <a:lnTo>
                    <a:pt x="4993966" y="3221338"/>
                  </a:lnTo>
                  <a:lnTo>
                    <a:pt x="4989381" y="3223985"/>
                  </a:lnTo>
                  <a:lnTo>
                    <a:pt x="4986739" y="3219407"/>
                  </a:lnTo>
                  <a:lnTo>
                    <a:pt x="4991323" y="3216766"/>
                  </a:lnTo>
                  <a:close/>
                </a:path>
                <a:path w="6612890" h="6997065">
                  <a:moveTo>
                    <a:pt x="5066019" y="3347322"/>
                  </a:moveTo>
                  <a:lnTo>
                    <a:pt x="5068075" y="3350887"/>
                  </a:lnTo>
                  <a:lnTo>
                    <a:pt x="5064515" y="3352942"/>
                  </a:lnTo>
                  <a:lnTo>
                    <a:pt x="5062460" y="3349377"/>
                  </a:lnTo>
                  <a:lnTo>
                    <a:pt x="5066019" y="3347322"/>
                  </a:lnTo>
                  <a:close/>
                </a:path>
                <a:path w="6612890" h="6997065">
                  <a:moveTo>
                    <a:pt x="5140721" y="3477890"/>
                  </a:moveTo>
                  <a:lnTo>
                    <a:pt x="5142190" y="3480431"/>
                  </a:lnTo>
                  <a:lnTo>
                    <a:pt x="5139643" y="3481900"/>
                  </a:lnTo>
                  <a:lnTo>
                    <a:pt x="5138174" y="3479359"/>
                  </a:lnTo>
                  <a:lnTo>
                    <a:pt x="5140721" y="3477890"/>
                  </a:lnTo>
                  <a:close/>
                </a:path>
                <a:path w="6612890" h="6997065">
                  <a:moveTo>
                    <a:pt x="5215535" y="3608049"/>
                  </a:moveTo>
                  <a:lnTo>
                    <a:pt x="5216708" y="3610087"/>
                  </a:lnTo>
                  <a:lnTo>
                    <a:pt x="5214676" y="3611260"/>
                  </a:lnTo>
                  <a:lnTo>
                    <a:pt x="5213498" y="3609228"/>
                  </a:lnTo>
                  <a:lnTo>
                    <a:pt x="5215535" y="3608049"/>
                  </a:lnTo>
                  <a:close/>
                </a:path>
                <a:path w="6612890" h="6997065">
                  <a:moveTo>
                    <a:pt x="2996480" y="18374"/>
                  </a:moveTo>
                  <a:lnTo>
                    <a:pt x="3020575" y="60102"/>
                  </a:lnTo>
                  <a:lnTo>
                    <a:pt x="2978847" y="84197"/>
                  </a:lnTo>
                  <a:lnTo>
                    <a:pt x="2954752" y="42469"/>
                  </a:lnTo>
                  <a:lnTo>
                    <a:pt x="2996480" y="18374"/>
                  </a:lnTo>
                  <a:close/>
                </a:path>
                <a:path w="6612890" h="6997065">
                  <a:moveTo>
                    <a:pt x="3071075" y="149339"/>
                  </a:moveTo>
                  <a:lnTo>
                    <a:pt x="3094288" y="189539"/>
                  </a:lnTo>
                  <a:lnTo>
                    <a:pt x="3054088" y="212751"/>
                  </a:lnTo>
                  <a:lnTo>
                    <a:pt x="3030875" y="172551"/>
                  </a:lnTo>
                  <a:lnTo>
                    <a:pt x="3071075" y="149339"/>
                  </a:lnTo>
                  <a:close/>
                </a:path>
                <a:path w="6612890" h="6997065">
                  <a:moveTo>
                    <a:pt x="3145670" y="280309"/>
                  </a:moveTo>
                  <a:lnTo>
                    <a:pt x="3168000" y="318981"/>
                  </a:lnTo>
                  <a:lnTo>
                    <a:pt x="3129329" y="341305"/>
                  </a:lnTo>
                  <a:lnTo>
                    <a:pt x="3106999" y="302634"/>
                  </a:lnTo>
                  <a:lnTo>
                    <a:pt x="3145670" y="280309"/>
                  </a:lnTo>
                  <a:close/>
                </a:path>
                <a:path w="6612890" h="6997065">
                  <a:moveTo>
                    <a:pt x="3220266" y="411268"/>
                  </a:moveTo>
                  <a:lnTo>
                    <a:pt x="3241713" y="448417"/>
                  </a:lnTo>
                  <a:lnTo>
                    <a:pt x="3204564" y="469865"/>
                  </a:lnTo>
                  <a:lnTo>
                    <a:pt x="3183116" y="432715"/>
                  </a:lnTo>
                  <a:lnTo>
                    <a:pt x="3220266" y="411268"/>
                  </a:lnTo>
                  <a:close/>
                </a:path>
                <a:path w="6612890" h="6997065">
                  <a:moveTo>
                    <a:pt x="3294967" y="541830"/>
                  </a:moveTo>
                  <a:lnTo>
                    <a:pt x="3315828" y="577966"/>
                  </a:lnTo>
                  <a:lnTo>
                    <a:pt x="3279697" y="598821"/>
                  </a:lnTo>
                  <a:lnTo>
                    <a:pt x="3258837" y="562691"/>
                  </a:lnTo>
                  <a:lnTo>
                    <a:pt x="3294967" y="541830"/>
                  </a:lnTo>
                  <a:close/>
                </a:path>
                <a:path w="6612890" h="6997065">
                  <a:moveTo>
                    <a:pt x="3369455" y="673197"/>
                  </a:moveTo>
                  <a:lnTo>
                    <a:pt x="3389138" y="707290"/>
                  </a:lnTo>
                  <a:lnTo>
                    <a:pt x="3355045" y="726979"/>
                  </a:lnTo>
                  <a:lnTo>
                    <a:pt x="3335357" y="692879"/>
                  </a:lnTo>
                  <a:lnTo>
                    <a:pt x="3369455" y="673197"/>
                  </a:lnTo>
                  <a:close/>
                </a:path>
                <a:path w="6612890" h="6997065">
                  <a:moveTo>
                    <a:pt x="3444051" y="804162"/>
                  </a:moveTo>
                  <a:lnTo>
                    <a:pt x="3462851" y="836733"/>
                  </a:lnTo>
                  <a:lnTo>
                    <a:pt x="3430285" y="855533"/>
                  </a:lnTo>
                  <a:lnTo>
                    <a:pt x="3411480" y="822968"/>
                  </a:lnTo>
                  <a:lnTo>
                    <a:pt x="3444051" y="804162"/>
                  </a:lnTo>
                  <a:close/>
                </a:path>
                <a:path w="6612890" h="6997065">
                  <a:moveTo>
                    <a:pt x="3518533" y="935530"/>
                  </a:moveTo>
                  <a:lnTo>
                    <a:pt x="3536160" y="966063"/>
                  </a:lnTo>
                  <a:lnTo>
                    <a:pt x="3505627" y="983690"/>
                  </a:lnTo>
                  <a:lnTo>
                    <a:pt x="3488000" y="953157"/>
                  </a:lnTo>
                  <a:lnTo>
                    <a:pt x="3518533" y="935530"/>
                  </a:lnTo>
                  <a:close/>
                </a:path>
                <a:path w="6612890" h="6997065">
                  <a:moveTo>
                    <a:pt x="3593134" y="1066495"/>
                  </a:moveTo>
                  <a:lnTo>
                    <a:pt x="3609878" y="1095494"/>
                  </a:lnTo>
                  <a:lnTo>
                    <a:pt x="3580867" y="1112245"/>
                  </a:lnTo>
                  <a:lnTo>
                    <a:pt x="3564123" y="1083240"/>
                  </a:lnTo>
                  <a:lnTo>
                    <a:pt x="3593134" y="1066495"/>
                  </a:lnTo>
                  <a:close/>
                </a:path>
                <a:path w="6612890" h="6997065">
                  <a:moveTo>
                    <a:pt x="3667723" y="1197454"/>
                  </a:moveTo>
                  <a:lnTo>
                    <a:pt x="3683591" y="1224937"/>
                  </a:lnTo>
                  <a:lnTo>
                    <a:pt x="3656108" y="1240799"/>
                  </a:lnTo>
                  <a:lnTo>
                    <a:pt x="3640246" y="1213322"/>
                  </a:lnTo>
                  <a:lnTo>
                    <a:pt x="3667723" y="1197454"/>
                  </a:lnTo>
                  <a:close/>
                </a:path>
                <a:path w="6612890" h="6997065">
                  <a:moveTo>
                    <a:pt x="3742318" y="1328424"/>
                  </a:moveTo>
                  <a:lnTo>
                    <a:pt x="3757304" y="1354373"/>
                  </a:lnTo>
                  <a:lnTo>
                    <a:pt x="3731355" y="1369352"/>
                  </a:lnTo>
                  <a:lnTo>
                    <a:pt x="3716370" y="1343404"/>
                  </a:lnTo>
                  <a:lnTo>
                    <a:pt x="3742318" y="1328424"/>
                  </a:lnTo>
                  <a:close/>
                </a:path>
                <a:path w="6612890" h="6997065">
                  <a:moveTo>
                    <a:pt x="3816914" y="1459383"/>
                  </a:moveTo>
                  <a:lnTo>
                    <a:pt x="3831016" y="1483810"/>
                  </a:lnTo>
                  <a:lnTo>
                    <a:pt x="3806589" y="1497912"/>
                  </a:lnTo>
                  <a:lnTo>
                    <a:pt x="3792487" y="1473485"/>
                  </a:lnTo>
                  <a:lnTo>
                    <a:pt x="3816914" y="1459383"/>
                  </a:lnTo>
                  <a:close/>
                </a:path>
                <a:path w="6612890" h="6997065">
                  <a:moveTo>
                    <a:pt x="3891402" y="1590750"/>
                  </a:moveTo>
                  <a:lnTo>
                    <a:pt x="3904326" y="1613139"/>
                  </a:lnTo>
                  <a:lnTo>
                    <a:pt x="3881937" y="1626064"/>
                  </a:lnTo>
                  <a:lnTo>
                    <a:pt x="3869013" y="1603680"/>
                  </a:lnTo>
                  <a:lnTo>
                    <a:pt x="3891402" y="1590750"/>
                  </a:lnTo>
                  <a:close/>
                </a:path>
                <a:path w="6612890" h="6997065">
                  <a:moveTo>
                    <a:pt x="3966104" y="1721312"/>
                  </a:moveTo>
                  <a:lnTo>
                    <a:pt x="3978441" y="1742682"/>
                  </a:lnTo>
                  <a:lnTo>
                    <a:pt x="3957071" y="1755026"/>
                  </a:lnTo>
                  <a:lnTo>
                    <a:pt x="3944727" y="1733650"/>
                  </a:lnTo>
                  <a:lnTo>
                    <a:pt x="3966104" y="1721312"/>
                  </a:lnTo>
                  <a:close/>
                </a:path>
                <a:path w="6612890" h="6997065">
                  <a:moveTo>
                    <a:pt x="4040592" y="1852679"/>
                  </a:moveTo>
                  <a:lnTo>
                    <a:pt x="4051751" y="1872012"/>
                  </a:lnTo>
                  <a:lnTo>
                    <a:pt x="4032418" y="1883177"/>
                  </a:lnTo>
                  <a:lnTo>
                    <a:pt x="4021259" y="1863844"/>
                  </a:lnTo>
                  <a:lnTo>
                    <a:pt x="4040592" y="1852679"/>
                  </a:lnTo>
                  <a:close/>
                </a:path>
                <a:path w="6612890" h="6997065">
                  <a:moveTo>
                    <a:pt x="4115181" y="1983644"/>
                  </a:moveTo>
                  <a:lnTo>
                    <a:pt x="4125463" y="2001455"/>
                  </a:lnTo>
                  <a:lnTo>
                    <a:pt x="4107653" y="2011738"/>
                  </a:lnTo>
                  <a:lnTo>
                    <a:pt x="4097370" y="1993927"/>
                  </a:lnTo>
                  <a:lnTo>
                    <a:pt x="4115181" y="1983644"/>
                  </a:lnTo>
                  <a:close/>
                </a:path>
                <a:path w="6612890" h="6997065">
                  <a:moveTo>
                    <a:pt x="4189882" y="2114206"/>
                  </a:moveTo>
                  <a:lnTo>
                    <a:pt x="4199579" y="2130998"/>
                  </a:lnTo>
                  <a:lnTo>
                    <a:pt x="4182793" y="2140694"/>
                  </a:lnTo>
                  <a:lnTo>
                    <a:pt x="4173097" y="2123896"/>
                  </a:lnTo>
                  <a:lnTo>
                    <a:pt x="4189882" y="2114206"/>
                  </a:lnTo>
                  <a:close/>
                </a:path>
                <a:path w="6612890" h="6997065">
                  <a:moveTo>
                    <a:pt x="4264371" y="2245568"/>
                  </a:moveTo>
                  <a:lnTo>
                    <a:pt x="4272894" y="2260328"/>
                  </a:lnTo>
                  <a:lnTo>
                    <a:pt x="4258134" y="2268845"/>
                  </a:lnTo>
                  <a:lnTo>
                    <a:pt x="4249617" y="2254091"/>
                  </a:lnTo>
                  <a:lnTo>
                    <a:pt x="4264371" y="2245568"/>
                  </a:lnTo>
                  <a:close/>
                </a:path>
                <a:path w="6612890" h="6997065">
                  <a:moveTo>
                    <a:pt x="4339078" y="2376130"/>
                  </a:moveTo>
                  <a:lnTo>
                    <a:pt x="4347009" y="2389871"/>
                  </a:lnTo>
                  <a:lnTo>
                    <a:pt x="4333268" y="2397808"/>
                  </a:lnTo>
                  <a:lnTo>
                    <a:pt x="4325337" y="2384067"/>
                  </a:lnTo>
                  <a:lnTo>
                    <a:pt x="4339078" y="2376130"/>
                  </a:lnTo>
                  <a:close/>
                </a:path>
                <a:path w="6612890" h="6997065">
                  <a:moveTo>
                    <a:pt x="4413673" y="2507100"/>
                  </a:moveTo>
                  <a:lnTo>
                    <a:pt x="4420722" y="2519314"/>
                  </a:lnTo>
                  <a:lnTo>
                    <a:pt x="4408508" y="2526363"/>
                  </a:lnTo>
                  <a:lnTo>
                    <a:pt x="4401460" y="2514149"/>
                  </a:lnTo>
                  <a:lnTo>
                    <a:pt x="4413673" y="2507100"/>
                  </a:lnTo>
                  <a:close/>
                </a:path>
                <a:path w="6612890" h="6997065">
                  <a:moveTo>
                    <a:pt x="4488262" y="2638059"/>
                  </a:moveTo>
                  <a:lnTo>
                    <a:pt x="4494434" y="2648750"/>
                  </a:lnTo>
                  <a:lnTo>
                    <a:pt x="4483749" y="2654922"/>
                  </a:lnTo>
                  <a:lnTo>
                    <a:pt x="4477577" y="2644231"/>
                  </a:lnTo>
                  <a:lnTo>
                    <a:pt x="4488262" y="2638059"/>
                  </a:lnTo>
                  <a:close/>
                </a:path>
                <a:path w="6612890" h="6997065">
                  <a:moveTo>
                    <a:pt x="4562857" y="2769030"/>
                  </a:moveTo>
                  <a:lnTo>
                    <a:pt x="4568147" y="2778187"/>
                  </a:lnTo>
                  <a:lnTo>
                    <a:pt x="4558990" y="2783476"/>
                  </a:lnTo>
                  <a:lnTo>
                    <a:pt x="4553700" y="2774313"/>
                  </a:lnTo>
                  <a:lnTo>
                    <a:pt x="4562857" y="2769030"/>
                  </a:lnTo>
                  <a:close/>
                </a:path>
                <a:path w="6612890" h="6997065">
                  <a:moveTo>
                    <a:pt x="4637559" y="2899592"/>
                  </a:moveTo>
                  <a:lnTo>
                    <a:pt x="4642262" y="2907730"/>
                  </a:lnTo>
                  <a:lnTo>
                    <a:pt x="4634118" y="2912433"/>
                  </a:lnTo>
                  <a:lnTo>
                    <a:pt x="4629421" y="2904289"/>
                  </a:lnTo>
                  <a:lnTo>
                    <a:pt x="4637559" y="2899592"/>
                  </a:lnTo>
                  <a:close/>
                </a:path>
                <a:path w="6612890" h="6997065">
                  <a:moveTo>
                    <a:pt x="4712267" y="3030153"/>
                  </a:moveTo>
                  <a:lnTo>
                    <a:pt x="4716377" y="3037279"/>
                  </a:lnTo>
                  <a:lnTo>
                    <a:pt x="4709252" y="3041390"/>
                  </a:lnTo>
                  <a:lnTo>
                    <a:pt x="4705141" y="3034264"/>
                  </a:lnTo>
                  <a:lnTo>
                    <a:pt x="4712267" y="3030153"/>
                  </a:lnTo>
                  <a:close/>
                </a:path>
                <a:path w="6612890" h="6997065">
                  <a:moveTo>
                    <a:pt x="4786968" y="3160715"/>
                  </a:moveTo>
                  <a:lnTo>
                    <a:pt x="4790493" y="3166816"/>
                  </a:lnTo>
                  <a:lnTo>
                    <a:pt x="4784380" y="3170346"/>
                  </a:lnTo>
                  <a:lnTo>
                    <a:pt x="4780856" y="3164239"/>
                  </a:lnTo>
                  <a:lnTo>
                    <a:pt x="4786968" y="3160715"/>
                  </a:lnTo>
                  <a:close/>
                </a:path>
                <a:path w="6612890" h="6997065">
                  <a:moveTo>
                    <a:pt x="4861664" y="3291277"/>
                  </a:moveTo>
                  <a:lnTo>
                    <a:pt x="4864602" y="3296371"/>
                  </a:lnTo>
                  <a:lnTo>
                    <a:pt x="4859514" y="3299308"/>
                  </a:lnTo>
                  <a:lnTo>
                    <a:pt x="4856576" y="3294215"/>
                  </a:lnTo>
                  <a:lnTo>
                    <a:pt x="4861664" y="3291277"/>
                  </a:lnTo>
                  <a:close/>
                </a:path>
                <a:path w="6612890" h="6997065">
                  <a:moveTo>
                    <a:pt x="4936366" y="3421845"/>
                  </a:moveTo>
                  <a:lnTo>
                    <a:pt x="4938717" y="3425914"/>
                  </a:lnTo>
                  <a:lnTo>
                    <a:pt x="4934654" y="3428266"/>
                  </a:lnTo>
                  <a:lnTo>
                    <a:pt x="4932302" y="3424191"/>
                  </a:lnTo>
                  <a:lnTo>
                    <a:pt x="4936366" y="3421845"/>
                  </a:lnTo>
                  <a:close/>
                </a:path>
                <a:path w="6612890" h="6997065">
                  <a:moveTo>
                    <a:pt x="5011073" y="3552407"/>
                  </a:moveTo>
                  <a:lnTo>
                    <a:pt x="5012832" y="3555457"/>
                  </a:lnTo>
                  <a:lnTo>
                    <a:pt x="5009782" y="3557216"/>
                  </a:lnTo>
                  <a:lnTo>
                    <a:pt x="5008017" y="3554166"/>
                  </a:lnTo>
                  <a:lnTo>
                    <a:pt x="5011073" y="3552407"/>
                  </a:lnTo>
                  <a:close/>
                </a:path>
                <a:path w="6612890" h="6997065">
                  <a:moveTo>
                    <a:pt x="5085774" y="3682969"/>
                  </a:moveTo>
                  <a:lnTo>
                    <a:pt x="5086954" y="3685000"/>
                  </a:lnTo>
                  <a:lnTo>
                    <a:pt x="5084916" y="3686179"/>
                  </a:lnTo>
                  <a:lnTo>
                    <a:pt x="5083737" y="3684141"/>
                  </a:lnTo>
                  <a:lnTo>
                    <a:pt x="5085774" y="3682969"/>
                  </a:lnTo>
                  <a:close/>
                </a:path>
                <a:path w="6612890" h="6997065">
                  <a:moveTo>
                    <a:pt x="5160583" y="3813128"/>
                  </a:moveTo>
                  <a:lnTo>
                    <a:pt x="5161465" y="3814656"/>
                  </a:lnTo>
                  <a:lnTo>
                    <a:pt x="5159943" y="3815539"/>
                  </a:lnTo>
                  <a:lnTo>
                    <a:pt x="5159061" y="3814005"/>
                  </a:lnTo>
                  <a:lnTo>
                    <a:pt x="5160583" y="3813128"/>
                  </a:lnTo>
                  <a:close/>
                </a:path>
                <a:path w="6612890" h="6997065">
                  <a:moveTo>
                    <a:pt x="2754847" y="0"/>
                  </a:moveTo>
                  <a:lnTo>
                    <a:pt x="2815231" y="0"/>
                  </a:lnTo>
                  <a:lnTo>
                    <a:pt x="2818706" y="6017"/>
                  </a:lnTo>
                  <a:lnTo>
                    <a:pt x="2773418" y="32161"/>
                  </a:lnTo>
                  <a:lnTo>
                    <a:pt x="2754847" y="0"/>
                  </a:lnTo>
                  <a:close/>
                </a:path>
                <a:path w="6612890" h="6997065">
                  <a:moveTo>
                    <a:pt x="2867151" y="91688"/>
                  </a:moveTo>
                  <a:lnTo>
                    <a:pt x="2892419" y="135453"/>
                  </a:lnTo>
                  <a:lnTo>
                    <a:pt x="2848659" y="160721"/>
                  </a:lnTo>
                  <a:lnTo>
                    <a:pt x="2823391" y="116956"/>
                  </a:lnTo>
                  <a:lnTo>
                    <a:pt x="2867151" y="91688"/>
                  </a:lnTo>
                  <a:close/>
                </a:path>
                <a:path w="6612890" h="6997065">
                  <a:moveTo>
                    <a:pt x="2941752" y="222653"/>
                  </a:moveTo>
                  <a:lnTo>
                    <a:pt x="2966131" y="264884"/>
                  </a:lnTo>
                  <a:lnTo>
                    <a:pt x="2923894" y="289269"/>
                  </a:lnTo>
                  <a:lnTo>
                    <a:pt x="2899515" y="247038"/>
                  </a:lnTo>
                  <a:lnTo>
                    <a:pt x="2941752" y="222653"/>
                  </a:lnTo>
                  <a:close/>
                </a:path>
                <a:path w="6612890" h="6997065">
                  <a:moveTo>
                    <a:pt x="3016234" y="354020"/>
                  </a:moveTo>
                  <a:lnTo>
                    <a:pt x="3039441" y="394220"/>
                  </a:lnTo>
                  <a:lnTo>
                    <a:pt x="2999241" y="417427"/>
                  </a:lnTo>
                  <a:lnTo>
                    <a:pt x="2976034" y="377227"/>
                  </a:lnTo>
                  <a:lnTo>
                    <a:pt x="3016234" y="354020"/>
                  </a:lnTo>
                  <a:close/>
                </a:path>
                <a:path w="6612890" h="6997065">
                  <a:moveTo>
                    <a:pt x="3090823" y="484979"/>
                  </a:moveTo>
                  <a:lnTo>
                    <a:pt x="3113153" y="523656"/>
                  </a:lnTo>
                  <a:lnTo>
                    <a:pt x="3074481" y="545986"/>
                  </a:lnTo>
                  <a:lnTo>
                    <a:pt x="3052151" y="507309"/>
                  </a:lnTo>
                  <a:lnTo>
                    <a:pt x="3090823" y="484979"/>
                  </a:lnTo>
                  <a:close/>
                </a:path>
                <a:path w="6612890" h="6997065">
                  <a:moveTo>
                    <a:pt x="3165424" y="615944"/>
                  </a:moveTo>
                  <a:lnTo>
                    <a:pt x="3186871" y="653093"/>
                  </a:lnTo>
                  <a:lnTo>
                    <a:pt x="3149722" y="674540"/>
                  </a:lnTo>
                  <a:lnTo>
                    <a:pt x="3128275" y="637391"/>
                  </a:lnTo>
                  <a:lnTo>
                    <a:pt x="3165424" y="615944"/>
                  </a:lnTo>
                  <a:close/>
                </a:path>
                <a:path w="6612890" h="6997065">
                  <a:moveTo>
                    <a:pt x="3240019" y="746915"/>
                  </a:moveTo>
                  <a:lnTo>
                    <a:pt x="3260584" y="782530"/>
                  </a:lnTo>
                  <a:lnTo>
                    <a:pt x="3224957" y="803101"/>
                  </a:lnTo>
                  <a:lnTo>
                    <a:pt x="3204392" y="767480"/>
                  </a:lnTo>
                  <a:lnTo>
                    <a:pt x="3240019" y="746915"/>
                  </a:lnTo>
                  <a:close/>
                </a:path>
                <a:path w="6612890" h="6997065">
                  <a:moveTo>
                    <a:pt x="3314502" y="878276"/>
                  </a:moveTo>
                  <a:lnTo>
                    <a:pt x="3333894" y="911860"/>
                  </a:lnTo>
                  <a:lnTo>
                    <a:pt x="3300310" y="931252"/>
                  </a:lnTo>
                  <a:lnTo>
                    <a:pt x="3280918" y="897669"/>
                  </a:lnTo>
                  <a:lnTo>
                    <a:pt x="3314502" y="878276"/>
                  </a:lnTo>
                  <a:close/>
                </a:path>
                <a:path w="6612890" h="6997065">
                  <a:moveTo>
                    <a:pt x="3389097" y="1009241"/>
                  </a:moveTo>
                  <a:lnTo>
                    <a:pt x="3407607" y="1041303"/>
                  </a:lnTo>
                  <a:lnTo>
                    <a:pt x="3375551" y="1059806"/>
                  </a:lnTo>
                  <a:lnTo>
                    <a:pt x="3357041" y="1027745"/>
                  </a:lnTo>
                  <a:lnTo>
                    <a:pt x="3389097" y="1009241"/>
                  </a:lnTo>
                  <a:close/>
                </a:path>
                <a:path w="6612890" h="6997065">
                  <a:moveTo>
                    <a:pt x="3463692" y="1140206"/>
                  </a:moveTo>
                  <a:lnTo>
                    <a:pt x="3481319" y="1170734"/>
                  </a:lnTo>
                  <a:lnTo>
                    <a:pt x="3450792" y="1188361"/>
                  </a:lnTo>
                  <a:lnTo>
                    <a:pt x="3433165" y="1157833"/>
                  </a:lnTo>
                  <a:lnTo>
                    <a:pt x="3463692" y="1140206"/>
                  </a:lnTo>
                  <a:close/>
                </a:path>
                <a:path w="6612890" h="6997065">
                  <a:moveTo>
                    <a:pt x="3538181" y="1271574"/>
                  </a:moveTo>
                  <a:lnTo>
                    <a:pt x="3554629" y="1300063"/>
                  </a:lnTo>
                  <a:lnTo>
                    <a:pt x="3526133" y="1316518"/>
                  </a:lnTo>
                  <a:lnTo>
                    <a:pt x="3509684" y="1288022"/>
                  </a:lnTo>
                  <a:lnTo>
                    <a:pt x="3538181" y="1271574"/>
                  </a:lnTo>
                  <a:close/>
                </a:path>
                <a:path w="6612890" h="6997065">
                  <a:moveTo>
                    <a:pt x="3612882" y="1402136"/>
                  </a:moveTo>
                  <a:lnTo>
                    <a:pt x="3628744" y="1429612"/>
                  </a:lnTo>
                  <a:lnTo>
                    <a:pt x="3601267" y="1445474"/>
                  </a:lnTo>
                  <a:lnTo>
                    <a:pt x="3585405" y="1417998"/>
                  </a:lnTo>
                  <a:lnTo>
                    <a:pt x="3612882" y="1402136"/>
                  </a:lnTo>
                  <a:close/>
                </a:path>
                <a:path w="6612890" h="6997065">
                  <a:moveTo>
                    <a:pt x="3687370" y="1533497"/>
                  </a:moveTo>
                  <a:lnTo>
                    <a:pt x="3702059" y="1558943"/>
                  </a:lnTo>
                  <a:lnTo>
                    <a:pt x="3676614" y="1573632"/>
                  </a:lnTo>
                  <a:lnTo>
                    <a:pt x="3661925" y="1548186"/>
                  </a:lnTo>
                  <a:lnTo>
                    <a:pt x="3687370" y="1533497"/>
                  </a:lnTo>
                  <a:close/>
                </a:path>
                <a:path w="6612890" h="6997065">
                  <a:moveTo>
                    <a:pt x="3761853" y="1664865"/>
                  </a:moveTo>
                  <a:lnTo>
                    <a:pt x="3775369" y="1688272"/>
                  </a:lnTo>
                  <a:lnTo>
                    <a:pt x="3751962" y="1701789"/>
                  </a:lnTo>
                  <a:lnTo>
                    <a:pt x="3738445" y="1678375"/>
                  </a:lnTo>
                  <a:lnTo>
                    <a:pt x="3761853" y="1664865"/>
                  </a:lnTo>
                  <a:close/>
                </a:path>
                <a:path w="6612890" h="6997065">
                  <a:moveTo>
                    <a:pt x="3836448" y="1795830"/>
                  </a:moveTo>
                  <a:lnTo>
                    <a:pt x="3849082" y="1817716"/>
                  </a:lnTo>
                  <a:lnTo>
                    <a:pt x="3827202" y="1830344"/>
                  </a:lnTo>
                  <a:lnTo>
                    <a:pt x="3814568" y="1808464"/>
                  </a:lnTo>
                  <a:lnTo>
                    <a:pt x="3836448" y="1795830"/>
                  </a:lnTo>
                  <a:close/>
                </a:path>
                <a:path w="6612890" h="6997065">
                  <a:moveTo>
                    <a:pt x="3911150" y="1926391"/>
                  </a:moveTo>
                  <a:lnTo>
                    <a:pt x="3923197" y="1947252"/>
                  </a:lnTo>
                  <a:lnTo>
                    <a:pt x="3902336" y="1959300"/>
                  </a:lnTo>
                  <a:lnTo>
                    <a:pt x="3890289" y="1938439"/>
                  </a:lnTo>
                  <a:lnTo>
                    <a:pt x="3911150" y="1926391"/>
                  </a:lnTo>
                  <a:close/>
                </a:path>
                <a:path w="6612890" h="6997065">
                  <a:moveTo>
                    <a:pt x="3985638" y="2057759"/>
                  </a:moveTo>
                  <a:lnTo>
                    <a:pt x="3996513" y="2076588"/>
                  </a:lnTo>
                  <a:lnTo>
                    <a:pt x="3977683" y="2087457"/>
                  </a:lnTo>
                  <a:lnTo>
                    <a:pt x="3966809" y="2068628"/>
                  </a:lnTo>
                  <a:lnTo>
                    <a:pt x="3985638" y="2057759"/>
                  </a:lnTo>
                  <a:close/>
                </a:path>
                <a:path w="6612890" h="6997065">
                  <a:moveTo>
                    <a:pt x="4060346" y="2188321"/>
                  </a:moveTo>
                  <a:lnTo>
                    <a:pt x="4070628" y="2206132"/>
                  </a:lnTo>
                  <a:lnTo>
                    <a:pt x="4052817" y="2216414"/>
                  </a:lnTo>
                  <a:lnTo>
                    <a:pt x="4042535" y="2198603"/>
                  </a:lnTo>
                  <a:lnTo>
                    <a:pt x="4060346" y="2188321"/>
                  </a:lnTo>
                  <a:close/>
                </a:path>
                <a:path w="6612890" h="6997065">
                  <a:moveTo>
                    <a:pt x="4134828" y="2319688"/>
                  </a:moveTo>
                  <a:lnTo>
                    <a:pt x="4143932" y="2335461"/>
                  </a:lnTo>
                  <a:lnTo>
                    <a:pt x="4128159" y="2344565"/>
                  </a:lnTo>
                  <a:lnTo>
                    <a:pt x="4119055" y="2328792"/>
                  </a:lnTo>
                  <a:lnTo>
                    <a:pt x="4134828" y="2319688"/>
                  </a:lnTo>
                  <a:close/>
                </a:path>
                <a:path w="6612890" h="6997065">
                  <a:moveTo>
                    <a:pt x="4209423" y="2450653"/>
                  </a:moveTo>
                  <a:lnTo>
                    <a:pt x="4217644" y="2464898"/>
                  </a:lnTo>
                  <a:lnTo>
                    <a:pt x="4203399" y="2473119"/>
                  </a:lnTo>
                  <a:lnTo>
                    <a:pt x="4195178" y="2458874"/>
                  </a:lnTo>
                  <a:lnTo>
                    <a:pt x="4209423" y="2450653"/>
                  </a:lnTo>
                  <a:close/>
                </a:path>
                <a:path w="6612890" h="6997065">
                  <a:moveTo>
                    <a:pt x="4284125" y="2581216"/>
                  </a:moveTo>
                  <a:lnTo>
                    <a:pt x="4291765" y="2594441"/>
                  </a:lnTo>
                  <a:lnTo>
                    <a:pt x="4278533" y="2602082"/>
                  </a:lnTo>
                  <a:lnTo>
                    <a:pt x="4270898" y="2588850"/>
                  </a:lnTo>
                  <a:lnTo>
                    <a:pt x="4284125" y="2581216"/>
                  </a:lnTo>
                  <a:close/>
                </a:path>
                <a:path w="6612890" h="6997065">
                  <a:moveTo>
                    <a:pt x="4358714" y="2712174"/>
                  </a:moveTo>
                  <a:lnTo>
                    <a:pt x="4365472" y="2723883"/>
                  </a:lnTo>
                  <a:lnTo>
                    <a:pt x="4353774" y="2730636"/>
                  </a:lnTo>
                  <a:lnTo>
                    <a:pt x="4347016" y="2718932"/>
                  </a:lnTo>
                  <a:lnTo>
                    <a:pt x="4358714" y="2712174"/>
                  </a:lnTo>
                  <a:close/>
                </a:path>
                <a:path w="6612890" h="6997065">
                  <a:moveTo>
                    <a:pt x="4433315" y="2843139"/>
                  </a:moveTo>
                  <a:lnTo>
                    <a:pt x="4439190" y="2853321"/>
                  </a:lnTo>
                  <a:lnTo>
                    <a:pt x="4429015" y="2859196"/>
                  </a:lnTo>
                  <a:lnTo>
                    <a:pt x="4423139" y="2849014"/>
                  </a:lnTo>
                  <a:lnTo>
                    <a:pt x="4433315" y="2843139"/>
                  </a:lnTo>
                  <a:close/>
                </a:path>
                <a:path w="6612890" h="6997065">
                  <a:moveTo>
                    <a:pt x="4507910" y="2974104"/>
                  </a:moveTo>
                  <a:lnTo>
                    <a:pt x="4512903" y="2982757"/>
                  </a:lnTo>
                  <a:lnTo>
                    <a:pt x="4504250" y="2987750"/>
                  </a:lnTo>
                  <a:lnTo>
                    <a:pt x="4499256" y="2979096"/>
                  </a:lnTo>
                  <a:lnTo>
                    <a:pt x="4507910" y="2974104"/>
                  </a:lnTo>
                  <a:close/>
                </a:path>
                <a:path w="6612890" h="6997065">
                  <a:moveTo>
                    <a:pt x="4582611" y="3104665"/>
                  </a:moveTo>
                  <a:lnTo>
                    <a:pt x="4587018" y="3112300"/>
                  </a:lnTo>
                  <a:lnTo>
                    <a:pt x="4579383" y="3116707"/>
                  </a:lnTo>
                  <a:lnTo>
                    <a:pt x="4574977" y="3109072"/>
                  </a:lnTo>
                  <a:lnTo>
                    <a:pt x="4582611" y="3104665"/>
                  </a:lnTo>
                  <a:close/>
                </a:path>
                <a:path w="6612890" h="6997065">
                  <a:moveTo>
                    <a:pt x="4657420" y="3234830"/>
                  </a:moveTo>
                  <a:lnTo>
                    <a:pt x="4661536" y="3241956"/>
                  </a:lnTo>
                  <a:lnTo>
                    <a:pt x="4654411" y="3246073"/>
                  </a:lnTo>
                  <a:lnTo>
                    <a:pt x="4650294" y="3238947"/>
                  </a:lnTo>
                  <a:lnTo>
                    <a:pt x="4657420" y="3234830"/>
                  </a:lnTo>
                  <a:close/>
                </a:path>
                <a:path w="6612890" h="6997065">
                  <a:moveTo>
                    <a:pt x="4732014" y="3365795"/>
                  </a:moveTo>
                  <a:lnTo>
                    <a:pt x="4735248" y="3371393"/>
                  </a:lnTo>
                  <a:lnTo>
                    <a:pt x="4729651" y="3374627"/>
                  </a:lnTo>
                  <a:lnTo>
                    <a:pt x="4726417" y="3369023"/>
                  </a:lnTo>
                  <a:lnTo>
                    <a:pt x="4732014" y="3365795"/>
                  </a:lnTo>
                  <a:close/>
                </a:path>
                <a:path w="6612890" h="6997065">
                  <a:moveTo>
                    <a:pt x="4806716" y="3496357"/>
                  </a:moveTo>
                  <a:lnTo>
                    <a:pt x="4809358" y="3500936"/>
                  </a:lnTo>
                  <a:lnTo>
                    <a:pt x="4804779" y="3503583"/>
                  </a:lnTo>
                  <a:lnTo>
                    <a:pt x="4802138" y="3498999"/>
                  </a:lnTo>
                  <a:lnTo>
                    <a:pt x="4806716" y="3496357"/>
                  </a:lnTo>
                  <a:close/>
                </a:path>
                <a:path w="6612890" h="6997065">
                  <a:moveTo>
                    <a:pt x="4881418" y="3626919"/>
                  </a:moveTo>
                  <a:lnTo>
                    <a:pt x="4883479" y="3630484"/>
                  </a:lnTo>
                  <a:lnTo>
                    <a:pt x="4879913" y="3632539"/>
                  </a:lnTo>
                  <a:lnTo>
                    <a:pt x="4877852" y="3628974"/>
                  </a:lnTo>
                  <a:lnTo>
                    <a:pt x="4881418" y="3626919"/>
                  </a:lnTo>
                  <a:close/>
                </a:path>
                <a:path w="6612890" h="6997065">
                  <a:moveTo>
                    <a:pt x="4956120" y="3757481"/>
                  </a:moveTo>
                  <a:lnTo>
                    <a:pt x="4957588" y="3760022"/>
                  </a:lnTo>
                  <a:lnTo>
                    <a:pt x="4955047" y="3761491"/>
                  </a:lnTo>
                  <a:lnTo>
                    <a:pt x="4953579" y="3758950"/>
                  </a:lnTo>
                  <a:lnTo>
                    <a:pt x="4956120" y="3757481"/>
                  </a:lnTo>
                  <a:close/>
                </a:path>
                <a:path w="6612890" h="6997065">
                  <a:moveTo>
                    <a:pt x="5030821" y="3888042"/>
                  </a:moveTo>
                  <a:lnTo>
                    <a:pt x="5031704" y="3889576"/>
                  </a:lnTo>
                  <a:lnTo>
                    <a:pt x="5030182" y="3890453"/>
                  </a:lnTo>
                  <a:lnTo>
                    <a:pt x="5029299" y="3888925"/>
                  </a:lnTo>
                  <a:lnTo>
                    <a:pt x="5030821" y="3888042"/>
                  </a:lnTo>
                  <a:close/>
                </a:path>
                <a:path w="6612890" h="6997065">
                  <a:moveTo>
                    <a:pt x="2663333" y="33630"/>
                  </a:moveTo>
                  <a:lnTo>
                    <a:pt x="2690952" y="81470"/>
                  </a:lnTo>
                  <a:lnTo>
                    <a:pt x="2643118" y="109083"/>
                  </a:lnTo>
                  <a:lnTo>
                    <a:pt x="2615499" y="61249"/>
                  </a:lnTo>
                  <a:lnTo>
                    <a:pt x="2663333" y="33630"/>
                  </a:lnTo>
                  <a:close/>
                </a:path>
                <a:path w="6612890" h="6997065">
                  <a:moveTo>
                    <a:pt x="2737822" y="165003"/>
                  </a:moveTo>
                  <a:lnTo>
                    <a:pt x="2764262" y="210800"/>
                  </a:lnTo>
                  <a:lnTo>
                    <a:pt x="2718465" y="237241"/>
                  </a:lnTo>
                  <a:lnTo>
                    <a:pt x="2692024" y="191443"/>
                  </a:lnTo>
                  <a:lnTo>
                    <a:pt x="2737822" y="165003"/>
                  </a:lnTo>
                  <a:close/>
                </a:path>
                <a:path w="6612890" h="6997065">
                  <a:moveTo>
                    <a:pt x="2812310" y="296365"/>
                  </a:moveTo>
                  <a:lnTo>
                    <a:pt x="2837578" y="340124"/>
                  </a:lnTo>
                  <a:lnTo>
                    <a:pt x="2793812" y="365392"/>
                  </a:lnTo>
                  <a:lnTo>
                    <a:pt x="2768544" y="321633"/>
                  </a:lnTo>
                  <a:lnTo>
                    <a:pt x="2812310" y="296365"/>
                  </a:lnTo>
                  <a:close/>
                </a:path>
                <a:path w="6612890" h="6997065">
                  <a:moveTo>
                    <a:pt x="2886905" y="427323"/>
                  </a:moveTo>
                  <a:lnTo>
                    <a:pt x="2911290" y="469560"/>
                  </a:lnTo>
                  <a:lnTo>
                    <a:pt x="2869053" y="493946"/>
                  </a:lnTo>
                  <a:lnTo>
                    <a:pt x="2844668" y="451709"/>
                  </a:lnTo>
                  <a:lnTo>
                    <a:pt x="2886905" y="427323"/>
                  </a:lnTo>
                  <a:close/>
                </a:path>
                <a:path w="6612890" h="6997065">
                  <a:moveTo>
                    <a:pt x="2961387" y="558697"/>
                  </a:moveTo>
                  <a:lnTo>
                    <a:pt x="2984600" y="598897"/>
                  </a:lnTo>
                  <a:lnTo>
                    <a:pt x="2944400" y="622109"/>
                  </a:lnTo>
                  <a:lnTo>
                    <a:pt x="2921188" y="581909"/>
                  </a:lnTo>
                  <a:lnTo>
                    <a:pt x="2961387" y="558697"/>
                  </a:lnTo>
                  <a:close/>
                </a:path>
                <a:path w="6612890" h="6997065">
                  <a:moveTo>
                    <a:pt x="3035989" y="689655"/>
                  </a:moveTo>
                  <a:lnTo>
                    <a:pt x="3058319" y="728333"/>
                  </a:lnTo>
                  <a:lnTo>
                    <a:pt x="3019641" y="750663"/>
                  </a:lnTo>
                  <a:lnTo>
                    <a:pt x="2997311" y="711985"/>
                  </a:lnTo>
                  <a:lnTo>
                    <a:pt x="3035989" y="689655"/>
                  </a:lnTo>
                  <a:close/>
                </a:path>
                <a:path w="6612890" h="6997065">
                  <a:moveTo>
                    <a:pt x="3110584" y="820626"/>
                  </a:moveTo>
                  <a:lnTo>
                    <a:pt x="3132031" y="857769"/>
                  </a:lnTo>
                  <a:lnTo>
                    <a:pt x="3094882" y="879217"/>
                  </a:lnTo>
                  <a:lnTo>
                    <a:pt x="3073435" y="842073"/>
                  </a:lnTo>
                  <a:lnTo>
                    <a:pt x="3110584" y="820626"/>
                  </a:lnTo>
                  <a:close/>
                </a:path>
                <a:path w="6612890" h="6997065">
                  <a:moveTo>
                    <a:pt x="3185173" y="951585"/>
                  </a:moveTo>
                  <a:lnTo>
                    <a:pt x="3205744" y="987212"/>
                  </a:lnTo>
                  <a:lnTo>
                    <a:pt x="3170123" y="1007777"/>
                  </a:lnTo>
                  <a:lnTo>
                    <a:pt x="3149558" y="972149"/>
                  </a:lnTo>
                  <a:lnTo>
                    <a:pt x="3185173" y="951585"/>
                  </a:lnTo>
                  <a:close/>
                </a:path>
                <a:path w="6612890" h="6997065">
                  <a:moveTo>
                    <a:pt x="3259661" y="1082946"/>
                  </a:moveTo>
                  <a:lnTo>
                    <a:pt x="3279053" y="1116536"/>
                  </a:lnTo>
                  <a:lnTo>
                    <a:pt x="3245463" y="1135928"/>
                  </a:lnTo>
                  <a:lnTo>
                    <a:pt x="3226071" y="1102339"/>
                  </a:lnTo>
                  <a:lnTo>
                    <a:pt x="3259661" y="1082946"/>
                  </a:lnTo>
                  <a:close/>
                </a:path>
                <a:path w="6612890" h="6997065">
                  <a:moveTo>
                    <a:pt x="3334256" y="1213917"/>
                  </a:moveTo>
                  <a:lnTo>
                    <a:pt x="3352766" y="1245973"/>
                  </a:lnTo>
                  <a:lnTo>
                    <a:pt x="3320710" y="1264482"/>
                  </a:lnTo>
                  <a:lnTo>
                    <a:pt x="3302200" y="1232427"/>
                  </a:lnTo>
                  <a:lnTo>
                    <a:pt x="3334256" y="1213917"/>
                  </a:lnTo>
                  <a:close/>
                </a:path>
                <a:path w="6612890" h="6997065">
                  <a:moveTo>
                    <a:pt x="3408737" y="1345285"/>
                  </a:moveTo>
                  <a:lnTo>
                    <a:pt x="3426075" y="1375302"/>
                  </a:lnTo>
                  <a:lnTo>
                    <a:pt x="3396051" y="1392639"/>
                  </a:lnTo>
                  <a:lnTo>
                    <a:pt x="3378720" y="1362615"/>
                  </a:lnTo>
                  <a:lnTo>
                    <a:pt x="3408737" y="1345285"/>
                  </a:lnTo>
                  <a:close/>
                </a:path>
                <a:path w="6612890" h="6997065">
                  <a:moveTo>
                    <a:pt x="3483227" y="1476646"/>
                  </a:moveTo>
                  <a:lnTo>
                    <a:pt x="3499391" y="1504639"/>
                  </a:lnTo>
                  <a:lnTo>
                    <a:pt x="3471404" y="1520797"/>
                  </a:lnTo>
                  <a:lnTo>
                    <a:pt x="3455240" y="1492805"/>
                  </a:lnTo>
                  <a:lnTo>
                    <a:pt x="3483227" y="1476646"/>
                  </a:lnTo>
                  <a:close/>
                </a:path>
                <a:path w="6612890" h="6997065">
                  <a:moveTo>
                    <a:pt x="3557934" y="1607208"/>
                  </a:moveTo>
                  <a:lnTo>
                    <a:pt x="3573506" y="1634182"/>
                  </a:lnTo>
                  <a:lnTo>
                    <a:pt x="3546532" y="1649753"/>
                  </a:lnTo>
                  <a:lnTo>
                    <a:pt x="3530961" y="1622780"/>
                  </a:lnTo>
                  <a:lnTo>
                    <a:pt x="3557934" y="1607208"/>
                  </a:lnTo>
                  <a:close/>
                </a:path>
                <a:path w="6612890" h="6997065">
                  <a:moveTo>
                    <a:pt x="3632417" y="1738581"/>
                  </a:moveTo>
                  <a:lnTo>
                    <a:pt x="3646810" y="1763511"/>
                  </a:lnTo>
                  <a:lnTo>
                    <a:pt x="3621880" y="1777904"/>
                  </a:lnTo>
                  <a:lnTo>
                    <a:pt x="3607487" y="1752974"/>
                  </a:lnTo>
                  <a:lnTo>
                    <a:pt x="3632417" y="1738581"/>
                  </a:lnTo>
                  <a:close/>
                </a:path>
                <a:path w="6612890" h="6997065">
                  <a:moveTo>
                    <a:pt x="3706905" y="1869943"/>
                  </a:moveTo>
                  <a:lnTo>
                    <a:pt x="3720125" y="1892842"/>
                  </a:lnTo>
                  <a:lnTo>
                    <a:pt x="3697227" y="1906062"/>
                  </a:lnTo>
                  <a:lnTo>
                    <a:pt x="3684006" y="1883164"/>
                  </a:lnTo>
                  <a:lnTo>
                    <a:pt x="3706905" y="1869943"/>
                  </a:lnTo>
                  <a:close/>
                </a:path>
                <a:path w="6612890" h="6997065">
                  <a:moveTo>
                    <a:pt x="3781500" y="2000902"/>
                  </a:moveTo>
                  <a:lnTo>
                    <a:pt x="3793838" y="2022278"/>
                  </a:lnTo>
                  <a:lnTo>
                    <a:pt x="3772468" y="2034616"/>
                  </a:lnTo>
                  <a:lnTo>
                    <a:pt x="3760130" y="2013240"/>
                  </a:lnTo>
                  <a:lnTo>
                    <a:pt x="3781500" y="2000902"/>
                  </a:lnTo>
                  <a:close/>
                </a:path>
                <a:path w="6612890" h="6997065">
                  <a:moveTo>
                    <a:pt x="3856095" y="2131872"/>
                  </a:moveTo>
                  <a:lnTo>
                    <a:pt x="3867550" y="2151720"/>
                  </a:lnTo>
                  <a:lnTo>
                    <a:pt x="3847708" y="2163176"/>
                  </a:lnTo>
                  <a:lnTo>
                    <a:pt x="3836247" y="2143328"/>
                  </a:lnTo>
                  <a:lnTo>
                    <a:pt x="3856095" y="2131872"/>
                  </a:lnTo>
                  <a:close/>
                </a:path>
                <a:path w="6612890" h="6997065">
                  <a:moveTo>
                    <a:pt x="3930684" y="2262831"/>
                  </a:moveTo>
                  <a:lnTo>
                    <a:pt x="3941263" y="2281157"/>
                  </a:lnTo>
                  <a:lnTo>
                    <a:pt x="3922949" y="2291730"/>
                  </a:lnTo>
                  <a:lnTo>
                    <a:pt x="3912370" y="2273410"/>
                  </a:lnTo>
                  <a:lnTo>
                    <a:pt x="3930684" y="2262831"/>
                  </a:lnTo>
                  <a:close/>
                </a:path>
                <a:path w="6612890" h="6997065">
                  <a:moveTo>
                    <a:pt x="4005285" y="2393796"/>
                  </a:moveTo>
                  <a:lnTo>
                    <a:pt x="4014981" y="2410594"/>
                  </a:lnTo>
                  <a:lnTo>
                    <a:pt x="3998190" y="2420290"/>
                  </a:lnTo>
                  <a:lnTo>
                    <a:pt x="3988493" y="2403492"/>
                  </a:lnTo>
                  <a:lnTo>
                    <a:pt x="4005285" y="2393796"/>
                  </a:lnTo>
                  <a:close/>
                </a:path>
                <a:path w="6612890" h="6997065">
                  <a:moveTo>
                    <a:pt x="4079880" y="2524767"/>
                  </a:moveTo>
                  <a:lnTo>
                    <a:pt x="4088694" y="2540030"/>
                  </a:lnTo>
                  <a:lnTo>
                    <a:pt x="4073430" y="2548844"/>
                  </a:lnTo>
                  <a:lnTo>
                    <a:pt x="4064617" y="2533580"/>
                  </a:lnTo>
                  <a:lnTo>
                    <a:pt x="4079880" y="2524767"/>
                  </a:lnTo>
                  <a:close/>
                </a:path>
                <a:path w="6612890" h="6997065">
                  <a:moveTo>
                    <a:pt x="4154469" y="2655725"/>
                  </a:moveTo>
                  <a:lnTo>
                    <a:pt x="4162406" y="2669467"/>
                  </a:lnTo>
                  <a:lnTo>
                    <a:pt x="4148671" y="2677398"/>
                  </a:lnTo>
                  <a:lnTo>
                    <a:pt x="4140734" y="2663656"/>
                  </a:lnTo>
                  <a:lnTo>
                    <a:pt x="4154469" y="2655725"/>
                  </a:lnTo>
                  <a:close/>
                </a:path>
                <a:path w="6612890" h="6997065">
                  <a:moveTo>
                    <a:pt x="4229177" y="2786287"/>
                  </a:moveTo>
                  <a:lnTo>
                    <a:pt x="4236521" y="2799010"/>
                  </a:lnTo>
                  <a:lnTo>
                    <a:pt x="4223799" y="2806355"/>
                  </a:lnTo>
                  <a:lnTo>
                    <a:pt x="4216454" y="2793632"/>
                  </a:lnTo>
                  <a:lnTo>
                    <a:pt x="4229177" y="2786287"/>
                  </a:lnTo>
                  <a:close/>
                </a:path>
                <a:path w="6612890" h="6997065">
                  <a:moveTo>
                    <a:pt x="4303659" y="2917655"/>
                  </a:moveTo>
                  <a:lnTo>
                    <a:pt x="4309831" y="2928346"/>
                  </a:lnTo>
                  <a:lnTo>
                    <a:pt x="4299146" y="2934512"/>
                  </a:lnTo>
                  <a:lnTo>
                    <a:pt x="4292974" y="2923826"/>
                  </a:lnTo>
                  <a:lnTo>
                    <a:pt x="4303659" y="2917655"/>
                  </a:lnTo>
                  <a:close/>
                </a:path>
                <a:path w="6612890" h="6997065">
                  <a:moveTo>
                    <a:pt x="4378260" y="3048620"/>
                  </a:moveTo>
                  <a:lnTo>
                    <a:pt x="4383544" y="3057777"/>
                  </a:lnTo>
                  <a:lnTo>
                    <a:pt x="4374381" y="3063066"/>
                  </a:lnTo>
                  <a:lnTo>
                    <a:pt x="4369097" y="3053909"/>
                  </a:lnTo>
                  <a:lnTo>
                    <a:pt x="4378260" y="3048620"/>
                  </a:lnTo>
                  <a:close/>
                </a:path>
                <a:path w="6612890" h="6997065">
                  <a:moveTo>
                    <a:pt x="4452956" y="3179188"/>
                  </a:moveTo>
                  <a:lnTo>
                    <a:pt x="4457659" y="3187326"/>
                  </a:lnTo>
                  <a:lnTo>
                    <a:pt x="4449515" y="3192023"/>
                  </a:lnTo>
                  <a:lnTo>
                    <a:pt x="4444818" y="3183884"/>
                  </a:lnTo>
                  <a:lnTo>
                    <a:pt x="4452956" y="3179188"/>
                  </a:lnTo>
                  <a:close/>
                </a:path>
                <a:path w="6612890" h="6997065">
                  <a:moveTo>
                    <a:pt x="4527658" y="3309749"/>
                  </a:moveTo>
                  <a:lnTo>
                    <a:pt x="4531774" y="3316875"/>
                  </a:lnTo>
                  <a:lnTo>
                    <a:pt x="4524649" y="3320986"/>
                  </a:lnTo>
                  <a:lnTo>
                    <a:pt x="4520532" y="3313860"/>
                  </a:lnTo>
                  <a:lnTo>
                    <a:pt x="4527658" y="3309749"/>
                  </a:lnTo>
                  <a:close/>
                </a:path>
                <a:path w="6612890" h="6997065">
                  <a:moveTo>
                    <a:pt x="4602365" y="3440311"/>
                  </a:moveTo>
                  <a:lnTo>
                    <a:pt x="4605890" y="3446412"/>
                  </a:lnTo>
                  <a:lnTo>
                    <a:pt x="4599783" y="3449936"/>
                  </a:lnTo>
                  <a:lnTo>
                    <a:pt x="4596258" y="3443836"/>
                  </a:lnTo>
                  <a:lnTo>
                    <a:pt x="4602365" y="3440311"/>
                  </a:lnTo>
                  <a:close/>
                </a:path>
                <a:path w="6612890" h="6997065">
                  <a:moveTo>
                    <a:pt x="4677067" y="3570873"/>
                  </a:moveTo>
                  <a:lnTo>
                    <a:pt x="4680005" y="3575961"/>
                  </a:lnTo>
                  <a:lnTo>
                    <a:pt x="4674917" y="3578899"/>
                  </a:lnTo>
                  <a:lnTo>
                    <a:pt x="4671979" y="3573811"/>
                  </a:lnTo>
                  <a:lnTo>
                    <a:pt x="4677067" y="3570873"/>
                  </a:lnTo>
                  <a:close/>
                </a:path>
                <a:path w="6612890" h="6997065">
                  <a:moveTo>
                    <a:pt x="4751769" y="3701435"/>
                  </a:moveTo>
                  <a:lnTo>
                    <a:pt x="4754120" y="3705504"/>
                  </a:lnTo>
                  <a:lnTo>
                    <a:pt x="4750045" y="3707855"/>
                  </a:lnTo>
                  <a:lnTo>
                    <a:pt x="4747700" y="3703786"/>
                  </a:lnTo>
                  <a:lnTo>
                    <a:pt x="4751769" y="3701435"/>
                  </a:lnTo>
                  <a:close/>
                </a:path>
                <a:path w="6612890" h="6997065">
                  <a:moveTo>
                    <a:pt x="4826469" y="3831997"/>
                  </a:moveTo>
                  <a:lnTo>
                    <a:pt x="4828230" y="3835053"/>
                  </a:lnTo>
                  <a:lnTo>
                    <a:pt x="4825179" y="3836812"/>
                  </a:lnTo>
                  <a:lnTo>
                    <a:pt x="4823414" y="3833761"/>
                  </a:lnTo>
                  <a:lnTo>
                    <a:pt x="4826469" y="3831997"/>
                  </a:lnTo>
                  <a:close/>
                </a:path>
                <a:path w="6612890" h="6997065">
                  <a:moveTo>
                    <a:pt x="4901172" y="3962564"/>
                  </a:moveTo>
                  <a:lnTo>
                    <a:pt x="4902345" y="3964590"/>
                  </a:lnTo>
                  <a:lnTo>
                    <a:pt x="4900307" y="3965769"/>
                  </a:lnTo>
                  <a:lnTo>
                    <a:pt x="4899134" y="3963737"/>
                  </a:lnTo>
                  <a:lnTo>
                    <a:pt x="4901172" y="3962564"/>
                  </a:lnTo>
                  <a:close/>
                </a:path>
                <a:path w="6612890" h="6997065">
                  <a:moveTo>
                    <a:pt x="4974861" y="4093713"/>
                  </a:moveTo>
                  <a:lnTo>
                    <a:pt x="4976213" y="4093713"/>
                  </a:lnTo>
                  <a:lnTo>
                    <a:pt x="4976460" y="4094139"/>
                  </a:lnTo>
                  <a:lnTo>
                    <a:pt x="4975108" y="4094139"/>
                  </a:lnTo>
                  <a:lnTo>
                    <a:pt x="4974861" y="4093713"/>
                  </a:lnTo>
                  <a:close/>
                </a:path>
                <a:path w="6612890" h="6997065">
                  <a:moveTo>
                    <a:pt x="2417808" y="0"/>
                  </a:moveTo>
                  <a:lnTo>
                    <a:pt x="2473281" y="0"/>
                  </a:lnTo>
                  <a:lnTo>
                    <a:pt x="2489083" y="27373"/>
                  </a:lnTo>
                  <a:lnTo>
                    <a:pt x="2437689" y="57047"/>
                  </a:lnTo>
                  <a:lnTo>
                    <a:pt x="2408015" y="5653"/>
                  </a:lnTo>
                  <a:lnTo>
                    <a:pt x="2417808" y="0"/>
                  </a:lnTo>
                  <a:close/>
                </a:path>
                <a:path w="6612890" h="6997065">
                  <a:moveTo>
                    <a:pt x="2534004" y="106944"/>
                  </a:moveTo>
                  <a:lnTo>
                    <a:pt x="2562796" y="156810"/>
                  </a:lnTo>
                  <a:lnTo>
                    <a:pt x="2512929" y="185602"/>
                  </a:lnTo>
                  <a:lnTo>
                    <a:pt x="2484137" y="135736"/>
                  </a:lnTo>
                  <a:lnTo>
                    <a:pt x="2534004" y="106944"/>
                  </a:lnTo>
                  <a:close/>
                </a:path>
                <a:path w="6612890" h="6997065">
                  <a:moveTo>
                    <a:pt x="2608492" y="238305"/>
                  </a:moveTo>
                  <a:lnTo>
                    <a:pt x="2636111" y="286140"/>
                  </a:lnTo>
                  <a:lnTo>
                    <a:pt x="2588276" y="313753"/>
                  </a:lnTo>
                  <a:lnTo>
                    <a:pt x="2560663" y="265925"/>
                  </a:lnTo>
                  <a:lnTo>
                    <a:pt x="2608492" y="238305"/>
                  </a:lnTo>
                  <a:close/>
                </a:path>
                <a:path w="6612890" h="6997065">
                  <a:moveTo>
                    <a:pt x="2682974" y="369673"/>
                  </a:moveTo>
                  <a:lnTo>
                    <a:pt x="2709421" y="415476"/>
                  </a:lnTo>
                  <a:lnTo>
                    <a:pt x="2663624" y="441916"/>
                  </a:lnTo>
                  <a:lnTo>
                    <a:pt x="2637183" y="396113"/>
                  </a:lnTo>
                  <a:lnTo>
                    <a:pt x="2682974" y="369673"/>
                  </a:lnTo>
                  <a:close/>
                </a:path>
                <a:path w="6612890" h="6997065">
                  <a:moveTo>
                    <a:pt x="2757468" y="501041"/>
                  </a:moveTo>
                  <a:lnTo>
                    <a:pt x="2782730" y="544800"/>
                  </a:lnTo>
                  <a:lnTo>
                    <a:pt x="2738971" y="570068"/>
                  </a:lnTo>
                  <a:lnTo>
                    <a:pt x="2713703" y="526308"/>
                  </a:lnTo>
                  <a:lnTo>
                    <a:pt x="2757468" y="501041"/>
                  </a:lnTo>
                  <a:close/>
                </a:path>
                <a:path w="6612890" h="6997065">
                  <a:moveTo>
                    <a:pt x="2831951" y="632408"/>
                  </a:moveTo>
                  <a:lnTo>
                    <a:pt x="2856040" y="674130"/>
                  </a:lnTo>
                  <a:lnTo>
                    <a:pt x="2814317" y="698219"/>
                  </a:lnTo>
                  <a:lnTo>
                    <a:pt x="2790228" y="656497"/>
                  </a:lnTo>
                  <a:lnTo>
                    <a:pt x="2831951" y="632408"/>
                  </a:lnTo>
                  <a:close/>
                </a:path>
                <a:path w="6612890" h="6997065">
                  <a:moveTo>
                    <a:pt x="2906546" y="763367"/>
                  </a:moveTo>
                  <a:lnTo>
                    <a:pt x="2929759" y="803567"/>
                  </a:lnTo>
                  <a:lnTo>
                    <a:pt x="2889559" y="826779"/>
                  </a:lnTo>
                  <a:lnTo>
                    <a:pt x="2866346" y="786579"/>
                  </a:lnTo>
                  <a:lnTo>
                    <a:pt x="2906546" y="763367"/>
                  </a:lnTo>
                  <a:close/>
                </a:path>
                <a:path w="6612890" h="6997065">
                  <a:moveTo>
                    <a:pt x="2981141" y="894337"/>
                  </a:moveTo>
                  <a:lnTo>
                    <a:pt x="3003471" y="933003"/>
                  </a:lnTo>
                  <a:lnTo>
                    <a:pt x="2964794" y="955333"/>
                  </a:lnTo>
                  <a:lnTo>
                    <a:pt x="2942470" y="916667"/>
                  </a:lnTo>
                  <a:lnTo>
                    <a:pt x="2981141" y="894337"/>
                  </a:lnTo>
                  <a:close/>
                </a:path>
                <a:path w="6612890" h="6997065">
                  <a:moveTo>
                    <a:pt x="3055630" y="1025699"/>
                  </a:moveTo>
                  <a:lnTo>
                    <a:pt x="3076781" y="1062339"/>
                  </a:lnTo>
                  <a:lnTo>
                    <a:pt x="3040147" y="1083491"/>
                  </a:lnTo>
                  <a:lnTo>
                    <a:pt x="3018990" y="1046850"/>
                  </a:lnTo>
                  <a:lnTo>
                    <a:pt x="3055630" y="1025699"/>
                  </a:lnTo>
                  <a:close/>
                </a:path>
                <a:path w="6612890" h="6997065">
                  <a:moveTo>
                    <a:pt x="3130225" y="1156664"/>
                  </a:moveTo>
                  <a:lnTo>
                    <a:pt x="3150500" y="1191776"/>
                  </a:lnTo>
                  <a:lnTo>
                    <a:pt x="3115388" y="1212051"/>
                  </a:lnTo>
                  <a:lnTo>
                    <a:pt x="3095113" y="1176939"/>
                  </a:lnTo>
                  <a:lnTo>
                    <a:pt x="3130225" y="1156664"/>
                  </a:lnTo>
                  <a:close/>
                </a:path>
                <a:path w="6612890" h="6997065">
                  <a:moveTo>
                    <a:pt x="3204713" y="1288032"/>
                  </a:moveTo>
                  <a:lnTo>
                    <a:pt x="3223809" y="1321106"/>
                  </a:lnTo>
                  <a:lnTo>
                    <a:pt x="3190729" y="1340202"/>
                  </a:lnTo>
                  <a:lnTo>
                    <a:pt x="3171633" y="1307128"/>
                  </a:lnTo>
                  <a:lnTo>
                    <a:pt x="3204713" y="1288032"/>
                  </a:lnTo>
                  <a:close/>
                </a:path>
                <a:path w="6612890" h="6997065">
                  <a:moveTo>
                    <a:pt x="3279302" y="1418997"/>
                  </a:moveTo>
                  <a:lnTo>
                    <a:pt x="3297521" y="1450543"/>
                  </a:lnTo>
                  <a:lnTo>
                    <a:pt x="3265969" y="1468756"/>
                  </a:lnTo>
                  <a:lnTo>
                    <a:pt x="3247756" y="1437210"/>
                  </a:lnTo>
                  <a:lnTo>
                    <a:pt x="3279302" y="1418997"/>
                  </a:lnTo>
                  <a:close/>
                </a:path>
                <a:path w="6612890" h="6997065">
                  <a:moveTo>
                    <a:pt x="3353683" y="1550761"/>
                  </a:moveTo>
                  <a:lnTo>
                    <a:pt x="3370428" y="1579772"/>
                  </a:lnTo>
                  <a:lnTo>
                    <a:pt x="3341429" y="1596516"/>
                  </a:lnTo>
                  <a:lnTo>
                    <a:pt x="3324678" y="1567505"/>
                  </a:lnTo>
                  <a:lnTo>
                    <a:pt x="3353683" y="1550761"/>
                  </a:lnTo>
                  <a:close/>
                </a:path>
                <a:path w="6612890" h="6997065">
                  <a:moveTo>
                    <a:pt x="3428285" y="1681726"/>
                  </a:moveTo>
                  <a:lnTo>
                    <a:pt x="3444147" y="1709203"/>
                  </a:lnTo>
                  <a:lnTo>
                    <a:pt x="3416670" y="1725071"/>
                  </a:lnTo>
                  <a:lnTo>
                    <a:pt x="3400802" y="1697594"/>
                  </a:lnTo>
                  <a:lnTo>
                    <a:pt x="3428285" y="1681726"/>
                  </a:lnTo>
                  <a:close/>
                </a:path>
                <a:path w="6612890" h="6997065">
                  <a:moveTo>
                    <a:pt x="3502981" y="1812294"/>
                  </a:moveTo>
                  <a:lnTo>
                    <a:pt x="3518256" y="1838752"/>
                  </a:lnTo>
                  <a:lnTo>
                    <a:pt x="3491798" y="1854028"/>
                  </a:lnTo>
                  <a:lnTo>
                    <a:pt x="3476522" y="1827570"/>
                  </a:lnTo>
                  <a:lnTo>
                    <a:pt x="3502981" y="1812294"/>
                  </a:lnTo>
                  <a:close/>
                </a:path>
                <a:path w="6612890" h="6997065">
                  <a:moveTo>
                    <a:pt x="3577469" y="1943656"/>
                  </a:moveTo>
                  <a:lnTo>
                    <a:pt x="3591571" y="1968083"/>
                  </a:lnTo>
                  <a:lnTo>
                    <a:pt x="3567144" y="1982185"/>
                  </a:lnTo>
                  <a:lnTo>
                    <a:pt x="3553042" y="1957758"/>
                  </a:lnTo>
                  <a:lnTo>
                    <a:pt x="3577469" y="1943656"/>
                  </a:lnTo>
                  <a:close/>
                </a:path>
                <a:path w="6612890" h="6997065">
                  <a:moveTo>
                    <a:pt x="3651957" y="2075017"/>
                  </a:moveTo>
                  <a:lnTo>
                    <a:pt x="3664887" y="2097407"/>
                  </a:lnTo>
                  <a:lnTo>
                    <a:pt x="3642492" y="2110337"/>
                  </a:lnTo>
                  <a:lnTo>
                    <a:pt x="3629568" y="2087948"/>
                  </a:lnTo>
                  <a:lnTo>
                    <a:pt x="3651957" y="2075017"/>
                  </a:lnTo>
                  <a:close/>
                </a:path>
                <a:path w="6612890" h="6997065">
                  <a:moveTo>
                    <a:pt x="3726552" y="2205988"/>
                  </a:moveTo>
                  <a:lnTo>
                    <a:pt x="3738600" y="2226849"/>
                  </a:lnTo>
                  <a:lnTo>
                    <a:pt x="3717732" y="2238896"/>
                  </a:lnTo>
                  <a:lnTo>
                    <a:pt x="3705685" y="2218036"/>
                  </a:lnTo>
                  <a:lnTo>
                    <a:pt x="3726552" y="2205988"/>
                  </a:lnTo>
                  <a:close/>
                </a:path>
                <a:path w="6612890" h="6997065">
                  <a:moveTo>
                    <a:pt x="3801141" y="2336947"/>
                  </a:moveTo>
                  <a:lnTo>
                    <a:pt x="3812306" y="2356286"/>
                  </a:lnTo>
                  <a:lnTo>
                    <a:pt x="3792973" y="2367451"/>
                  </a:lnTo>
                  <a:lnTo>
                    <a:pt x="3781808" y="2348111"/>
                  </a:lnTo>
                  <a:lnTo>
                    <a:pt x="3801141" y="2336947"/>
                  </a:lnTo>
                  <a:close/>
                </a:path>
                <a:path w="6612890" h="6997065">
                  <a:moveTo>
                    <a:pt x="3875736" y="2467917"/>
                  </a:moveTo>
                  <a:lnTo>
                    <a:pt x="3886018" y="2485722"/>
                  </a:lnTo>
                  <a:lnTo>
                    <a:pt x="3868214" y="2496005"/>
                  </a:lnTo>
                  <a:lnTo>
                    <a:pt x="3857931" y="2478200"/>
                  </a:lnTo>
                  <a:lnTo>
                    <a:pt x="3875736" y="2467917"/>
                  </a:lnTo>
                  <a:close/>
                </a:path>
                <a:path w="6612890" h="6997065">
                  <a:moveTo>
                    <a:pt x="3950331" y="2598876"/>
                  </a:moveTo>
                  <a:lnTo>
                    <a:pt x="3959731" y="2615164"/>
                  </a:lnTo>
                  <a:lnTo>
                    <a:pt x="3943454" y="2624564"/>
                  </a:lnTo>
                  <a:lnTo>
                    <a:pt x="3934049" y="2608276"/>
                  </a:lnTo>
                  <a:lnTo>
                    <a:pt x="3950331" y="2598876"/>
                  </a:lnTo>
                  <a:close/>
                </a:path>
                <a:path w="6612890" h="6997065">
                  <a:moveTo>
                    <a:pt x="4024932" y="2729841"/>
                  </a:moveTo>
                  <a:lnTo>
                    <a:pt x="4033449" y="2744595"/>
                  </a:lnTo>
                  <a:lnTo>
                    <a:pt x="4018695" y="2753119"/>
                  </a:lnTo>
                  <a:lnTo>
                    <a:pt x="4010172" y="2738358"/>
                  </a:lnTo>
                  <a:lnTo>
                    <a:pt x="4024932" y="2729841"/>
                  </a:lnTo>
                  <a:close/>
                </a:path>
                <a:path w="6612890" h="6997065">
                  <a:moveTo>
                    <a:pt x="4099521" y="2860800"/>
                  </a:moveTo>
                  <a:lnTo>
                    <a:pt x="4107162" y="2874037"/>
                  </a:lnTo>
                  <a:lnTo>
                    <a:pt x="4093930" y="2881678"/>
                  </a:lnTo>
                  <a:lnTo>
                    <a:pt x="4086289" y="2868441"/>
                  </a:lnTo>
                  <a:lnTo>
                    <a:pt x="4099521" y="2860800"/>
                  </a:lnTo>
                  <a:close/>
                </a:path>
                <a:path w="6612890" h="6997065">
                  <a:moveTo>
                    <a:pt x="4174116" y="2991770"/>
                  </a:moveTo>
                  <a:lnTo>
                    <a:pt x="4180875" y="3003474"/>
                  </a:lnTo>
                  <a:lnTo>
                    <a:pt x="4169171" y="3010232"/>
                  </a:lnTo>
                  <a:lnTo>
                    <a:pt x="4162412" y="2998529"/>
                  </a:lnTo>
                  <a:lnTo>
                    <a:pt x="4174116" y="2991770"/>
                  </a:lnTo>
                  <a:close/>
                </a:path>
                <a:path w="6612890" h="6997065">
                  <a:moveTo>
                    <a:pt x="4248711" y="3122735"/>
                  </a:moveTo>
                  <a:lnTo>
                    <a:pt x="4254587" y="3132911"/>
                  </a:lnTo>
                  <a:lnTo>
                    <a:pt x="4244411" y="3138787"/>
                  </a:lnTo>
                  <a:lnTo>
                    <a:pt x="4238535" y="3128611"/>
                  </a:lnTo>
                  <a:lnTo>
                    <a:pt x="4248711" y="3122735"/>
                  </a:lnTo>
                  <a:close/>
                </a:path>
                <a:path w="6612890" h="6997065">
                  <a:moveTo>
                    <a:pt x="4323306" y="3253700"/>
                  </a:moveTo>
                  <a:lnTo>
                    <a:pt x="4328299" y="3262354"/>
                  </a:lnTo>
                  <a:lnTo>
                    <a:pt x="4319652" y="3267347"/>
                  </a:lnTo>
                  <a:lnTo>
                    <a:pt x="4314653" y="3258693"/>
                  </a:lnTo>
                  <a:lnTo>
                    <a:pt x="4323306" y="3253700"/>
                  </a:lnTo>
                  <a:close/>
                </a:path>
                <a:path w="6612890" h="6997065">
                  <a:moveTo>
                    <a:pt x="4398008" y="3384262"/>
                  </a:moveTo>
                  <a:lnTo>
                    <a:pt x="4402415" y="3391891"/>
                  </a:lnTo>
                  <a:lnTo>
                    <a:pt x="4394780" y="3396298"/>
                  </a:lnTo>
                  <a:lnTo>
                    <a:pt x="4390373" y="3388669"/>
                  </a:lnTo>
                  <a:lnTo>
                    <a:pt x="4398008" y="3384262"/>
                  </a:lnTo>
                  <a:close/>
                </a:path>
                <a:path w="6612890" h="6997065">
                  <a:moveTo>
                    <a:pt x="4472710" y="3514824"/>
                  </a:moveTo>
                  <a:lnTo>
                    <a:pt x="4476530" y="3521440"/>
                  </a:lnTo>
                  <a:lnTo>
                    <a:pt x="4469914" y="3525260"/>
                  </a:lnTo>
                  <a:lnTo>
                    <a:pt x="4466094" y="3518644"/>
                  </a:lnTo>
                  <a:lnTo>
                    <a:pt x="4472710" y="3514824"/>
                  </a:lnTo>
                  <a:close/>
                </a:path>
                <a:path w="6612890" h="6997065">
                  <a:moveTo>
                    <a:pt x="4547411" y="3645386"/>
                  </a:moveTo>
                  <a:lnTo>
                    <a:pt x="4550645" y="3650983"/>
                  </a:lnTo>
                  <a:lnTo>
                    <a:pt x="4545042" y="3654217"/>
                  </a:lnTo>
                  <a:lnTo>
                    <a:pt x="4541814" y="3648620"/>
                  </a:lnTo>
                  <a:lnTo>
                    <a:pt x="4547411" y="3645386"/>
                  </a:lnTo>
                  <a:close/>
                </a:path>
                <a:path w="6612890" h="6997065">
                  <a:moveTo>
                    <a:pt x="4622113" y="3775954"/>
                  </a:moveTo>
                  <a:lnTo>
                    <a:pt x="4624755" y="3780533"/>
                  </a:lnTo>
                  <a:lnTo>
                    <a:pt x="4620182" y="3783174"/>
                  </a:lnTo>
                  <a:lnTo>
                    <a:pt x="4617534" y="3778595"/>
                  </a:lnTo>
                  <a:lnTo>
                    <a:pt x="4622113" y="3775954"/>
                  </a:lnTo>
                  <a:close/>
                </a:path>
                <a:path w="6612890" h="6997065">
                  <a:moveTo>
                    <a:pt x="4696815" y="3906516"/>
                  </a:moveTo>
                  <a:lnTo>
                    <a:pt x="4698870" y="3910075"/>
                  </a:lnTo>
                  <a:lnTo>
                    <a:pt x="4695310" y="3912130"/>
                  </a:lnTo>
                  <a:lnTo>
                    <a:pt x="4693255" y="3908571"/>
                  </a:lnTo>
                  <a:lnTo>
                    <a:pt x="4696815" y="3906516"/>
                  </a:lnTo>
                  <a:close/>
                </a:path>
                <a:path w="6612890" h="6997065">
                  <a:moveTo>
                    <a:pt x="4771516" y="4037078"/>
                  </a:moveTo>
                  <a:lnTo>
                    <a:pt x="4772985" y="4039619"/>
                  </a:lnTo>
                  <a:lnTo>
                    <a:pt x="4770444" y="4041088"/>
                  </a:lnTo>
                  <a:lnTo>
                    <a:pt x="4768975" y="4038546"/>
                  </a:lnTo>
                  <a:lnTo>
                    <a:pt x="4771516" y="4037078"/>
                  </a:lnTo>
                  <a:close/>
                </a:path>
                <a:path w="6612890" h="6997065">
                  <a:moveTo>
                    <a:pt x="4846224" y="4167640"/>
                  </a:moveTo>
                  <a:lnTo>
                    <a:pt x="4847106" y="4169168"/>
                  </a:lnTo>
                  <a:lnTo>
                    <a:pt x="4845572" y="4170050"/>
                  </a:lnTo>
                  <a:lnTo>
                    <a:pt x="4844690" y="4168522"/>
                  </a:lnTo>
                  <a:lnTo>
                    <a:pt x="4846224" y="4167640"/>
                  </a:lnTo>
                  <a:close/>
                </a:path>
                <a:path w="6612890" h="6997065">
                  <a:moveTo>
                    <a:pt x="2232076" y="0"/>
                  </a:moveTo>
                  <a:lnTo>
                    <a:pt x="2236245" y="0"/>
                  </a:lnTo>
                  <a:lnTo>
                    <a:pt x="2233119" y="1805"/>
                  </a:lnTo>
                  <a:lnTo>
                    <a:pt x="2232076" y="0"/>
                  </a:lnTo>
                  <a:close/>
                </a:path>
                <a:path w="6612890" h="6997065">
                  <a:moveTo>
                    <a:pt x="2330079" y="49296"/>
                  </a:moveTo>
                  <a:lnTo>
                    <a:pt x="2360926" y="102722"/>
                  </a:lnTo>
                  <a:lnTo>
                    <a:pt x="2307495" y="133570"/>
                  </a:lnTo>
                  <a:lnTo>
                    <a:pt x="2276647" y="80144"/>
                  </a:lnTo>
                  <a:lnTo>
                    <a:pt x="2330079" y="49296"/>
                  </a:lnTo>
                  <a:close/>
                </a:path>
                <a:path w="6612890" h="6997065">
                  <a:moveTo>
                    <a:pt x="2404567" y="180658"/>
                  </a:moveTo>
                  <a:lnTo>
                    <a:pt x="2434242" y="232058"/>
                  </a:lnTo>
                  <a:lnTo>
                    <a:pt x="2382848" y="261727"/>
                  </a:lnTo>
                  <a:lnTo>
                    <a:pt x="2353173" y="210327"/>
                  </a:lnTo>
                  <a:lnTo>
                    <a:pt x="2404567" y="180658"/>
                  </a:lnTo>
                  <a:close/>
                </a:path>
                <a:path w="6612890" h="6997065">
                  <a:moveTo>
                    <a:pt x="2479163" y="311623"/>
                  </a:moveTo>
                  <a:lnTo>
                    <a:pt x="2507955" y="361495"/>
                  </a:lnTo>
                  <a:lnTo>
                    <a:pt x="2458083" y="390287"/>
                  </a:lnTo>
                  <a:lnTo>
                    <a:pt x="2429290" y="340415"/>
                  </a:lnTo>
                  <a:lnTo>
                    <a:pt x="2479163" y="311623"/>
                  </a:lnTo>
                  <a:close/>
                </a:path>
                <a:path w="6612890" h="6997065">
                  <a:moveTo>
                    <a:pt x="2553651" y="442991"/>
                  </a:moveTo>
                  <a:lnTo>
                    <a:pt x="2581264" y="490819"/>
                  </a:lnTo>
                  <a:lnTo>
                    <a:pt x="2533436" y="518438"/>
                  </a:lnTo>
                  <a:lnTo>
                    <a:pt x="2505816" y="470604"/>
                  </a:lnTo>
                  <a:lnTo>
                    <a:pt x="2553651" y="442991"/>
                  </a:lnTo>
                  <a:close/>
                </a:path>
                <a:path w="6612890" h="6997065">
                  <a:moveTo>
                    <a:pt x="2628133" y="574352"/>
                  </a:moveTo>
                  <a:lnTo>
                    <a:pt x="2654574" y="620150"/>
                  </a:lnTo>
                  <a:lnTo>
                    <a:pt x="2608776" y="646590"/>
                  </a:lnTo>
                  <a:lnTo>
                    <a:pt x="2582336" y="600793"/>
                  </a:lnTo>
                  <a:lnTo>
                    <a:pt x="2628133" y="574352"/>
                  </a:lnTo>
                  <a:close/>
                </a:path>
                <a:path w="6612890" h="6997065">
                  <a:moveTo>
                    <a:pt x="2702515" y="706122"/>
                  </a:moveTo>
                  <a:lnTo>
                    <a:pt x="2727487" y="749372"/>
                  </a:lnTo>
                  <a:lnTo>
                    <a:pt x="2684237" y="774344"/>
                  </a:lnTo>
                  <a:lnTo>
                    <a:pt x="2659265" y="731094"/>
                  </a:lnTo>
                  <a:lnTo>
                    <a:pt x="2702515" y="706122"/>
                  </a:lnTo>
                  <a:close/>
                </a:path>
                <a:path w="6612890" h="6997065">
                  <a:moveTo>
                    <a:pt x="2777116" y="837087"/>
                  </a:moveTo>
                  <a:lnTo>
                    <a:pt x="2801205" y="878810"/>
                  </a:lnTo>
                  <a:lnTo>
                    <a:pt x="2759477" y="902904"/>
                  </a:lnTo>
                  <a:lnTo>
                    <a:pt x="2735388" y="861176"/>
                  </a:lnTo>
                  <a:lnTo>
                    <a:pt x="2777116" y="837087"/>
                  </a:lnTo>
                  <a:close/>
                </a:path>
                <a:path w="6612890" h="6997065">
                  <a:moveTo>
                    <a:pt x="2851599" y="968455"/>
                  </a:moveTo>
                  <a:lnTo>
                    <a:pt x="2874515" y="1008145"/>
                  </a:lnTo>
                  <a:lnTo>
                    <a:pt x="2834825" y="1031062"/>
                  </a:lnTo>
                  <a:lnTo>
                    <a:pt x="2811908" y="991371"/>
                  </a:lnTo>
                  <a:lnTo>
                    <a:pt x="2851599" y="968455"/>
                  </a:lnTo>
                  <a:close/>
                </a:path>
                <a:path w="6612890" h="6997065">
                  <a:moveTo>
                    <a:pt x="2926188" y="1099413"/>
                  </a:moveTo>
                  <a:lnTo>
                    <a:pt x="2948227" y="1137582"/>
                  </a:lnTo>
                  <a:lnTo>
                    <a:pt x="2910065" y="1159616"/>
                  </a:lnTo>
                  <a:lnTo>
                    <a:pt x="2888025" y="1121447"/>
                  </a:lnTo>
                  <a:lnTo>
                    <a:pt x="2926188" y="1099413"/>
                  </a:lnTo>
                  <a:close/>
                </a:path>
                <a:path w="6612890" h="6997065">
                  <a:moveTo>
                    <a:pt x="3000676" y="1230781"/>
                  </a:moveTo>
                  <a:lnTo>
                    <a:pt x="3021537" y="1266912"/>
                  </a:lnTo>
                  <a:lnTo>
                    <a:pt x="2985412" y="1287767"/>
                  </a:lnTo>
                  <a:lnTo>
                    <a:pt x="2964551" y="1251636"/>
                  </a:lnTo>
                  <a:lnTo>
                    <a:pt x="3000676" y="1230781"/>
                  </a:lnTo>
                  <a:close/>
                </a:path>
                <a:path w="6612890" h="6997065">
                  <a:moveTo>
                    <a:pt x="3075170" y="1362148"/>
                  </a:moveTo>
                  <a:lnTo>
                    <a:pt x="3094852" y="1396236"/>
                  </a:lnTo>
                  <a:lnTo>
                    <a:pt x="3060753" y="1415924"/>
                  </a:lnTo>
                  <a:lnTo>
                    <a:pt x="3041071" y="1381831"/>
                  </a:lnTo>
                  <a:lnTo>
                    <a:pt x="3075170" y="1362148"/>
                  </a:lnTo>
                  <a:close/>
                </a:path>
                <a:path w="6612890" h="6997065">
                  <a:moveTo>
                    <a:pt x="3149759" y="1493107"/>
                  </a:moveTo>
                  <a:lnTo>
                    <a:pt x="3168564" y="1525678"/>
                  </a:lnTo>
                  <a:lnTo>
                    <a:pt x="3135993" y="1544478"/>
                  </a:lnTo>
                  <a:lnTo>
                    <a:pt x="3117193" y="1511913"/>
                  </a:lnTo>
                  <a:lnTo>
                    <a:pt x="3149759" y="1493107"/>
                  </a:lnTo>
                  <a:close/>
                </a:path>
                <a:path w="6612890" h="6997065">
                  <a:moveTo>
                    <a:pt x="3224241" y="1624475"/>
                  </a:moveTo>
                  <a:lnTo>
                    <a:pt x="3241874" y="1655014"/>
                  </a:lnTo>
                  <a:lnTo>
                    <a:pt x="3211341" y="1672641"/>
                  </a:lnTo>
                  <a:lnTo>
                    <a:pt x="3193714" y="1642101"/>
                  </a:lnTo>
                  <a:lnTo>
                    <a:pt x="3224241" y="1624475"/>
                  </a:lnTo>
                  <a:close/>
                </a:path>
                <a:path w="6612890" h="6997065">
                  <a:moveTo>
                    <a:pt x="3298735" y="1755842"/>
                  </a:moveTo>
                  <a:lnTo>
                    <a:pt x="3315183" y="1784338"/>
                  </a:lnTo>
                  <a:lnTo>
                    <a:pt x="3286693" y="1800793"/>
                  </a:lnTo>
                  <a:lnTo>
                    <a:pt x="3270239" y="1772297"/>
                  </a:lnTo>
                  <a:lnTo>
                    <a:pt x="3298735" y="1755842"/>
                  </a:lnTo>
                  <a:close/>
                </a:path>
                <a:path w="6612890" h="6997065">
                  <a:moveTo>
                    <a:pt x="3373437" y="1886404"/>
                  </a:moveTo>
                  <a:lnTo>
                    <a:pt x="3389299" y="1913881"/>
                  </a:lnTo>
                  <a:lnTo>
                    <a:pt x="3361822" y="1929743"/>
                  </a:lnTo>
                  <a:lnTo>
                    <a:pt x="3345960" y="1902272"/>
                  </a:lnTo>
                  <a:lnTo>
                    <a:pt x="3373437" y="1886404"/>
                  </a:lnTo>
                  <a:close/>
                </a:path>
                <a:path w="6612890" h="6997065">
                  <a:moveTo>
                    <a:pt x="3447919" y="2017771"/>
                  </a:moveTo>
                  <a:lnTo>
                    <a:pt x="3462608" y="2043217"/>
                  </a:lnTo>
                  <a:lnTo>
                    <a:pt x="3437169" y="2057906"/>
                  </a:lnTo>
                  <a:lnTo>
                    <a:pt x="3422480" y="2032461"/>
                  </a:lnTo>
                  <a:lnTo>
                    <a:pt x="3447919" y="2017771"/>
                  </a:lnTo>
                  <a:close/>
                </a:path>
                <a:path w="6612890" h="6997065">
                  <a:moveTo>
                    <a:pt x="3522408" y="2149140"/>
                  </a:moveTo>
                  <a:lnTo>
                    <a:pt x="3535924" y="2172541"/>
                  </a:lnTo>
                  <a:lnTo>
                    <a:pt x="3512516" y="2186057"/>
                  </a:lnTo>
                  <a:lnTo>
                    <a:pt x="3499006" y="2162650"/>
                  </a:lnTo>
                  <a:lnTo>
                    <a:pt x="3522408" y="2149140"/>
                  </a:lnTo>
                  <a:close/>
                </a:path>
                <a:path w="6612890" h="6997065">
                  <a:moveTo>
                    <a:pt x="3597003" y="2280098"/>
                  </a:moveTo>
                  <a:lnTo>
                    <a:pt x="3609637" y="2301983"/>
                  </a:lnTo>
                  <a:lnTo>
                    <a:pt x="3587751" y="2314617"/>
                  </a:lnTo>
                  <a:lnTo>
                    <a:pt x="3575117" y="2292731"/>
                  </a:lnTo>
                  <a:lnTo>
                    <a:pt x="3597003" y="2280098"/>
                  </a:lnTo>
                  <a:close/>
                </a:path>
                <a:path w="6612890" h="6997065">
                  <a:moveTo>
                    <a:pt x="3671598" y="2411062"/>
                  </a:moveTo>
                  <a:lnTo>
                    <a:pt x="3683349" y="2431420"/>
                  </a:lnTo>
                  <a:lnTo>
                    <a:pt x="3662992" y="2443171"/>
                  </a:lnTo>
                  <a:lnTo>
                    <a:pt x="3651240" y="2422814"/>
                  </a:lnTo>
                  <a:lnTo>
                    <a:pt x="3671598" y="2411062"/>
                  </a:lnTo>
                  <a:close/>
                </a:path>
                <a:path w="6612890" h="6997065">
                  <a:moveTo>
                    <a:pt x="3746086" y="2542431"/>
                  </a:moveTo>
                  <a:lnTo>
                    <a:pt x="3756659" y="2560744"/>
                  </a:lnTo>
                  <a:lnTo>
                    <a:pt x="3738345" y="2571323"/>
                  </a:lnTo>
                  <a:lnTo>
                    <a:pt x="3727766" y="2553003"/>
                  </a:lnTo>
                  <a:lnTo>
                    <a:pt x="3746086" y="2542431"/>
                  </a:lnTo>
                  <a:close/>
                </a:path>
                <a:path w="6612890" h="6997065">
                  <a:moveTo>
                    <a:pt x="3820682" y="2673395"/>
                  </a:moveTo>
                  <a:lnTo>
                    <a:pt x="3830372" y="2690187"/>
                  </a:lnTo>
                  <a:lnTo>
                    <a:pt x="3813580" y="2699883"/>
                  </a:lnTo>
                  <a:lnTo>
                    <a:pt x="3803884" y="2683091"/>
                  </a:lnTo>
                  <a:lnTo>
                    <a:pt x="3820682" y="2673395"/>
                  </a:lnTo>
                  <a:close/>
                </a:path>
                <a:path w="6612890" h="6997065">
                  <a:moveTo>
                    <a:pt x="3895271" y="2804360"/>
                  </a:moveTo>
                  <a:lnTo>
                    <a:pt x="3904084" y="2819623"/>
                  </a:lnTo>
                  <a:lnTo>
                    <a:pt x="3888820" y="2828437"/>
                  </a:lnTo>
                  <a:lnTo>
                    <a:pt x="3880007" y="2813173"/>
                  </a:lnTo>
                  <a:lnTo>
                    <a:pt x="3895271" y="2804360"/>
                  </a:lnTo>
                  <a:close/>
                </a:path>
                <a:path w="6612890" h="6997065">
                  <a:moveTo>
                    <a:pt x="3969872" y="2935325"/>
                  </a:moveTo>
                  <a:lnTo>
                    <a:pt x="3977803" y="2949061"/>
                  </a:lnTo>
                  <a:lnTo>
                    <a:pt x="3964061" y="2956991"/>
                  </a:lnTo>
                  <a:lnTo>
                    <a:pt x="3956130" y="2943256"/>
                  </a:lnTo>
                  <a:lnTo>
                    <a:pt x="3969872" y="2935325"/>
                  </a:lnTo>
                  <a:close/>
                </a:path>
                <a:path w="6612890" h="6997065">
                  <a:moveTo>
                    <a:pt x="4044573" y="3065887"/>
                  </a:moveTo>
                  <a:lnTo>
                    <a:pt x="4051918" y="3078610"/>
                  </a:lnTo>
                  <a:lnTo>
                    <a:pt x="4039195" y="3085954"/>
                  </a:lnTo>
                  <a:lnTo>
                    <a:pt x="4031851" y="3073231"/>
                  </a:lnTo>
                  <a:lnTo>
                    <a:pt x="4044573" y="3065887"/>
                  </a:lnTo>
                  <a:close/>
                </a:path>
                <a:path w="6612890" h="6997065">
                  <a:moveTo>
                    <a:pt x="4119062" y="3197248"/>
                  </a:moveTo>
                  <a:lnTo>
                    <a:pt x="4125228" y="3207934"/>
                  </a:lnTo>
                  <a:lnTo>
                    <a:pt x="4114542" y="3214105"/>
                  </a:lnTo>
                  <a:lnTo>
                    <a:pt x="4108376" y="3203420"/>
                  </a:lnTo>
                  <a:lnTo>
                    <a:pt x="4119062" y="3197248"/>
                  </a:lnTo>
                  <a:close/>
                </a:path>
                <a:path w="6612890" h="6997065">
                  <a:moveTo>
                    <a:pt x="4193657" y="3328219"/>
                  </a:moveTo>
                  <a:lnTo>
                    <a:pt x="4198940" y="3337376"/>
                  </a:lnTo>
                  <a:lnTo>
                    <a:pt x="4189777" y="3342665"/>
                  </a:lnTo>
                  <a:lnTo>
                    <a:pt x="4184493" y="3333508"/>
                  </a:lnTo>
                  <a:lnTo>
                    <a:pt x="4193657" y="3328219"/>
                  </a:lnTo>
                  <a:close/>
                </a:path>
                <a:path w="6612890" h="6997065">
                  <a:moveTo>
                    <a:pt x="4268358" y="3458781"/>
                  </a:moveTo>
                  <a:lnTo>
                    <a:pt x="4273055" y="3466919"/>
                  </a:lnTo>
                  <a:lnTo>
                    <a:pt x="4264917" y="3471622"/>
                  </a:lnTo>
                  <a:lnTo>
                    <a:pt x="4260214" y="3463478"/>
                  </a:lnTo>
                  <a:lnTo>
                    <a:pt x="4268358" y="3458781"/>
                  </a:lnTo>
                  <a:close/>
                </a:path>
                <a:path w="6612890" h="6997065">
                  <a:moveTo>
                    <a:pt x="4343059" y="3589343"/>
                  </a:moveTo>
                  <a:lnTo>
                    <a:pt x="4347170" y="3596462"/>
                  </a:lnTo>
                  <a:lnTo>
                    <a:pt x="4340045" y="3600579"/>
                  </a:lnTo>
                  <a:lnTo>
                    <a:pt x="4335935" y="3593453"/>
                  </a:lnTo>
                  <a:lnTo>
                    <a:pt x="4343059" y="3589343"/>
                  </a:lnTo>
                  <a:close/>
                </a:path>
                <a:path w="6612890" h="6997065">
                  <a:moveTo>
                    <a:pt x="4417762" y="3719899"/>
                  </a:moveTo>
                  <a:lnTo>
                    <a:pt x="4421286" y="3726011"/>
                  </a:lnTo>
                  <a:lnTo>
                    <a:pt x="4415179" y="3729536"/>
                  </a:lnTo>
                  <a:lnTo>
                    <a:pt x="4411649" y="3723429"/>
                  </a:lnTo>
                  <a:lnTo>
                    <a:pt x="4417762" y="3719899"/>
                  </a:lnTo>
                  <a:close/>
                </a:path>
                <a:path w="6612890" h="6997065">
                  <a:moveTo>
                    <a:pt x="4492357" y="3850869"/>
                  </a:moveTo>
                  <a:lnTo>
                    <a:pt x="4494998" y="3855448"/>
                  </a:lnTo>
                  <a:lnTo>
                    <a:pt x="4490420" y="3858090"/>
                  </a:lnTo>
                  <a:lnTo>
                    <a:pt x="4487772" y="3853511"/>
                  </a:lnTo>
                  <a:lnTo>
                    <a:pt x="4492357" y="3850869"/>
                  </a:lnTo>
                  <a:close/>
                </a:path>
                <a:path w="6612890" h="6997065">
                  <a:moveTo>
                    <a:pt x="4567159" y="3981029"/>
                  </a:moveTo>
                  <a:lnTo>
                    <a:pt x="4569510" y="3985098"/>
                  </a:lnTo>
                  <a:lnTo>
                    <a:pt x="4565441" y="3987449"/>
                  </a:lnTo>
                  <a:lnTo>
                    <a:pt x="4563090" y="3983380"/>
                  </a:lnTo>
                  <a:lnTo>
                    <a:pt x="4567159" y="3981029"/>
                  </a:lnTo>
                  <a:close/>
                </a:path>
                <a:path w="6612890" h="6997065">
                  <a:moveTo>
                    <a:pt x="4641866" y="4111591"/>
                  </a:moveTo>
                  <a:lnTo>
                    <a:pt x="4643631" y="4114647"/>
                  </a:lnTo>
                  <a:lnTo>
                    <a:pt x="4640575" y="4116412"/>
                  </a:lnTo>
                  <a:lnTo>
                    <a:pt x="4638810" y="4113350"/>
                  </a:lnTo>
                  <a:lnTo>
                    <a:pt x="4641866" y="4111591"/>
                  </a:lnTo>
                  <a:close/>
                </a:path>
                <a:path w="6612890" h="6997065">
                  <a:moveTo>
                    <a:pt x="4716567" y="4242153"/>
                  </a:moveTo>
                  <a:lnTo>
                    <a:pt x="4717747" y="4244190"/>
                  </a:lnTo>
                  <a:lnTo>
                    <a:pt x="4715709" y="4245363"/>
                  </a:lnTo>
                  <a:lnTo>
                    <a:pt x="4714531" y="4243331"/>
                  </a:lnTo>
                  <a:lnTo>
                    <a:pt x="4716567" y="4242153"/>
                  </a:lnTo>
                  <a:close/>
                </a:path>
                <a:path w="6612890" h="6997065">
                  <a:moveTo>
                    <a:pt x="4790250" y="4373307"/>
                  </a:moveTo>
                  <a:lnTo>
                    <a:pt x="4791605" y="4373307"/>
                  </a:lnTo>
                  <a:lnTo>
                    <a:pt x="4791856" y="4373739"/>
                  </a:lnTo>
                  <a:lnTo>
                    <a:pt x="4790499" y="4373739"/>
                  </a:lnTo>
                  <a:lnTo>
                    <a:pt x="4790250" y="4373307"/>
                  </a:lnTo>
                  <a:close/>
                </a:path>
                <a:path w="6612890" h="6997065">
                  <a:moveTo>
                    <a:pt x="2111677" y="0"/>
                  </a:moveTo>
                  <a:lnTo>
                    <a:pt x="2130980" y="0"/>
                  </a:lnTo>
                  <a:lnTo>
                    <a:pt x="2159062" y="48633"/>
                  </a:lnTo>
                  <a:lnTo>
                    <a:pt x="2102071" y="81542"/>
                  </a:lnTo>
                  <a:lnTo>
                    <a:pt x="2069163" y="24544"/>
                  </a:lnTo>
                  <a:lnTo>
                    <a:pt x="2111677" y="0"/>
                  </a:lnTo>
                  <a:close/>
                </a:path>
                <a:path w="6612890" h="6997065">
                  <a:moveTo>
                    <a:pt x="2200642" y="123010"/>
                  </a:moveTo>
                  <a:lnTo>
                    <a:pt x="2232372" y="177964"/>
                  </a:lnTo>
                  <a:lnTo>
                    <a:pt x="2177418" y="209694"/>
                  </a:lnTo>
                  <a:lnTo>
                    <a:pt x="2145688" y="154734"/>
                  </a:lnTo>
                  <a:lnTo>
                    <a:pt x="2200642" y="123010"/>
                  </a:lnTo>
                  <a:close/>
                </a:path>
                <a:path w="6612890" h="6997065">
                  <a:moveTo>
                    <a:pt x="2275238" y="253968"/>
                  </a:moveTo>
                  <a:lnTo>
                    <a:pt x="2306085" y="307400"/>
                  </a:lnTo>
                  <a:lnTo>
                    <a:pt x="2252653" y="338247"/>
                  </a:lnTo>
                  <a:lnTo>
                    <a:pt x="2221806" y="284821"/>
                  </a:lnTo>
                  <a:lnTo>
                    <a:pt x="2275238" y="253968"/>
                  </a:lnTo>
                  <a:close/>
                </a:path>
                <a:path w="6612890" h="6997065">
                  <a:moveTo>
                    <a:pt x="2349726" y="385336"/>
                  </a:moveTo>
                  <a:lnTo>
                    <a:pt x="2379400" y="436736"/>
                  </a:lnTo>
                  <a:lnTo>
                    <a:pt x="2328006" y="466405"/>
                  </a:lnTo>
                  <a:lnTo>
                    <a:pt x="2298332" y="415010"/>
                  </a:lnTo>
                  <a:lnTo>
                    <a:pt x="2349726" y="385336"/>
                  </a:lnTo>
                  <a:close/>
                </a:path>
                <a:path w="6612890" h="6997065">
                  <a:moveTo>
                    <a:pt x="2424214" y="516703"/>
                  </a:moveTo>
                  <a:lnTo>
                    <a:pt x="2452710" y="566060"/>
                  </a:lnTo>
                  <a:lnTo>
                    <a:pt x="2403347" y="594562"/>
                  </a:lnTo>
                  <a:lnTo>
                    <a:pt x="2374851" y="545199"/>
                  </a:lnTo>
                  <a:lnTo>
                    <a:pt x="2424214" y="516703"/>
                  </a:lnTo>
                  <a:close/>
                </a:path>
                <a:path w="6612890" h="6997065">
                  <a:moveTo>
                    <a:pt x="2498697" y="648065"/>
                  </a:moveTo>
                  <a:lnTo>
                    <a:pt x="2526020" y="695390"/>
                  </a:lnTo>
                  <a:lnTo>
                    <a:pt x="2478700" y="722713"/>
                  </a:lnTo>
                  <a:lnTo>
                    <a:pt x="2451377" y="675388"/>
                  </a:lnTo>
                  <a:lnTo>
                    <a:pt x="2498697" y="648065"/>
                  </a:lnTo>
                  <a:close/>
                </a:path>
                <a:path w="6612890" h="6997065">
                  <a:moveTo>
                    <a:pt x="2573185" y="779438"/>
                  </a:moveTo>
                  <a:lnTo>
                    <a:pt x="2599335" y="824726"/>
                  </a:lnTo>
                  <a:lnTo>
                    <a:pt x="2554048" y="850870"/>
                  </a:lnTo>
                  <a:lnTo>
                    <a:pt x="2527897" y="805582"/>
                  </a:lnTo>
                  <a:lnTo>
                    <a:pt x="2573185" y="779438"/>
                  </a:lnTo>
                  <a:close/>
                </a:path>
                <a:path w="6612890" h="6997065">
                  <a:moveTo>
                    <a:pt x="2647672" y="910800"/>
                  </a:moveTo>
                  <a:lnTo>
                    <a:pt x="2672645" y="954050"/>
                  </a:lnTo>
                  <a:lnTo>
                    <a:pt x="2629388" y="979027"/>
                  </a:lnTo>
                  <a:lnTo>
                    <a:pt x="2604417" y="935771"/>
                  </a:lnTo>
                  <a:lnTo>
                    <a:pt x="2647672" y="910800"/>
                  </a:lnTo>
                  <a:close/>
                </a:path>
                <a:path w="6612890" h="6997065">
                  <a:moveTo>
                    <a:pt x="2722161" y="1042167"/>
                  </a:moveTo>
                  <a:lnTo>
                    <a:pt x="2745954" y="1083380"/>
                  </a:lnTo>
                  <a:lnTo>
                    <a:pt x="2704736" y="1107179"/>
                  </a:lnTo>
                  <a:lnTo>
                    <a:pt x="2680943" y="1065960"/>
                  </a:lnTo>
                  <a:lnTo>
                    <a:pt x="2722161" y="1042167"/>
                  </a:lnTo>
                  <a:close/>
                </a:path>
                <a:path w="6612890" h="6997065">
                  <a:moveTo>
                    <a:pt x="2796650" y="1173529"/>
                  </a:moveTo>
                  <a:lnTo>
                    <a:pt x="2819270" y="1212716"/>
                  </a:lnTo>
                  <a:lnTo>
                    <a:pt x="2780083" y="1235337"/>
                  </a:lnTo>
                  <a:lnTo>
                    <a:pt x="2757462" y="1196155"/>
                  </a:lnTo>
                  <a:lnTo>
                    <a:pt x="2796650" y="1173529"/>
                  </a:lnTo>
                  <a:close/>
                </a:path>
                <a:path w="6612890" h="6997065">
                  <a:moveTo>
                    <a:pt x="2871245" y="1304494"/>
                  </a:moveTo>
                  <a:lnTo>
                    <a:pt x="2892982" y="1342153"/>
                  </a:lnTo>
                  <a:lnTo>
                    <a:pt x="2855329" y="1363891"/>
                  </a:lnTo>
                  <a:lnTo>
                    <a:pt x="2833586" y="1326238"/>
                  </a:lnTo>
                  <a:lnTo>
                    <a:pt x="2871245" y="1304494"/>
                  </a:lnTo>
                  <a:close/>
                </a:path>
                <a:path w="6612890" h="6997065">
                  <a:moveTo>
                    <a:pt x="2945733" y="1435862"/>
                  </a:moveTo>
                  <a:lnTo>
                    <a:pt x="2966298" y="1471477"/>
                  </a:lnTo>
                  <a:lnTo>
                    <a:pt x="2930670" y="1492048"/>
                  </a:lnTo>
                  <a:lnTo>
                    <a:pt x="2910106" y="1456427"/>
                  </a:lnTo>
                  <a:lnTo>
                    <a:pt x="2945733" y="1435862"/>
                  </a:lnTo>
                  <a:close/>
                </a:path>
                <a:path w="6612890" h="6997065">
                  <a:moveTo>
                    <a:pt x="3020215" y="1567229"/>
                  </a:moveTo>
                  <a:lnTo>
                    <a:pt x="3039602" y="1600807"/>
                  </a:lnTo>
                  <a:lnTo>
                    <a:pt x="3006018" y="1620199"/>
                  </a:lnTo>
                  <a:lnTo>
                    <a:pt x="2986632" y="1586616"/>
                  </a:lnTo>
                  <a:lnTo>
                    <a:pt x="3020215" y="1567229"/>
                  </a:lnTo>
                  <a:close/>
                </a:path>
                <a:path w="6612890" h="6997065">
                  <a:moveTo>
                    <a:pt x="3094811" y="1698194"/>
                  </a:moveTo>
                  <a:lnTo>
                    <a:pt x="3113314" y="1730250"/>
                  </a:lnTo>
                  <a:lnTo>
                    <a:pt x="3081259" y="1748754"/>
                  </a:lnTo>
                  <a:lnTo>
                    <a:pt x="3062755" y="1716698"/>
                  </a:lnTo>
                  <a:lnTo>
                    <a:pt x="3094811" y="1698194"/>
                  </a:lnTo>
                  <a:close/>
                </a:path>
                <a:path w="6612890" h="6997065">
                  <a:moveTo>
                    <a:pt x="3169187" y="1829958"/>
                  </a:moveTo>
                  <a:lnTo>
                    <a:pt x="3186227" y="1859473"/>
                  </a:lnTo>
                  <a:lnTo>
                    <a:pt x="3156718" y="1876508"/>
                  </a:lnTo>
                  <a:lnTo>
                    <a:pt x="3139678" y="1846993"/>
                  </a:lnTo>
                  <a:lnTo>
                    <a:pt x="3169187" y="1829958"/>
                  </a:lnTo>
                  <a:close/>
                </a:path>
                <a:path w="6612890" h="6997065">
                  <a:moveTo>
                    <a:pt x="3243788" y="1960923"/>
                  </a:moveTo>
                  <a:lnTo>
                    <a:pt x="3259946" y="1988910"/>
                  </a:lnTo>
                  <a:lnTo>
                    <a:pt x="3231954" y="2005068"/>
                  </a:lnTo>
                  <a:lnTo>
                    <a:pt x="3215796" y="1977082"/>
                  </a:lnTo>
                  <a:lnTo>
                    <a:pt x="3243788" y="1960923"/>
                  </a:lnTo>
                  <a:close/>
                </a:path>
                <a:path w="6612890" h="6997065">
                  <a:moveTo>
                    <a:pt x="3318377" y="2091882"/>
                  </a:moveTo>
                  <a:lnTo>
                    <a:pt x="3333658" y="2118346"/>
                  </a:lnTo>
                  <a:lnTo>
                    <a:pt x="3307194" y="2133622"/>
                  </a:lnTo>
                  <a:lnTo>
                    <a:pt x="3291913" y="2107163"/>
                  </a:lnTo>
                  <a:lnTo>
                    <a:pt x="3318377" y="2091882"/>
                  </a:lnTo>
                  <a:close/>
                </a:path>
                <a:path w="6612890" h="6997065">
                  <a:moveTo>
                    <a:pt x="3392865" y="2223255"/>
                  </a:moveTo>
                  <a:lnTo>
                    <a:pt x="3406962" y="2247676"/>
                  </a:lnTo>
                  <a:lnTo>
                    <a:pt x="3382541" y="2261773"/>
                  </a:lnTo>
                  <a:lnTo>
                    <a:pt x="3368444" y="2237352"/>
                  </a:lnTo>
                  <a:lnTo>
                    <a:pt x="3392865" y="2223255"/>
                  </a:lnTo>
                  <a:close/>
                </a:path>
                <a:path w="6612890" h="6997065">
                  <a:moveTo>
                    <a:pt x="3467353" y="2354617"/>
                  </a:moveTo>
                  <a:lnTo>
                    <a:pt x="3480277" y="2377006"/>
                  </a:lnTo>
                  <a:lnTo>
                    <a:pt x="3457888" y="2389936"/>
                  </a:lnTo>
                  <a:lnTo>
                    <a:pt x="3444964" y="2367547"/>
                  </a:lnTo>
                  <a:lnTo>
                    <a:pt x="3467353" y="2354617"/>
                  </a:lnTo>
                  <a:close/>
                </a:path>
                <a:path w="6612890" h="6997065">
                  <a:moveTo>
                    <a:pt x="3541942" y="2485582"/>
                  </a:moveTo>
                  <a:lnTo>
                    <a:pt x="3553989" y="2506449"/>
                  </a:lnTo>
                  <a:lnTo>
                    <a:pt x="3533129" y="2518491"/>
                  </a:lnTo>
                  <a:lnTo>
                    <a:pt x="3521081" y="2497624"/>
                  </a:lnTo>
                  <a:lnTo>
                    <a:pt x="3541942" y="2485582"/>
                  </a:lnTo>
                  <a:close/>
                </a:path>
                <a:path w="6612890" h="6997065">
                  <a:moveTo>
                    <a:pt x="3616537" y="2616548"/>
                  </a:moveTo>
                  <a:lnTo>
                    <a:pt x="3627702" y="2635886"/>
                  </a:lnTo>
                  <a:lnTo>
                    <a:pt x="3608369" y="2647045"/>
                  </a:lnTo>
                  <a:lnTo>
                    <a:pt x="3597205" y="2627712"/>
                  </a:lnTo>
                  <a:lnTo>
                    <a:pt x="3616537" y="2616548"/>
                  </a:lnTo>
                  <a:close/>
                </a:path>
                <a:path w="6612890" h="6997065">
                  <a:moveTo>
                    <a:pt x="3691138" y="2747512"/>
                  </a:moveTo>
                  <a:lnTo>
                    <a:pt x="3701421" y="2765323"/>
                  </a:lnTo>
                  <a:lnTo>
                    <a:pt x="3683604" y="2775605"/>
                  </a:lnTo>
                  <a:lnTo>
                    <a:pt x="3673322" y="2757794"/>
                  </a:lnTo>
                  <a:lnTo>
                    <a:pt x="3691138" y="2747512"/>
                  </a:lnTo>
                  <a:close/>
                </a:path>
                <a:path w="6612890" h="6997065">
                  <a:moveTo>
                    <a:pt x="3765734" y="2878470"/>
                  </a:moveTo>
                  <a:lnTo>
                    <a:pt x="3775134" y="2894759"/>
                  </a:lnTo>
                  <a:lnTo>
                    <a:pt x="3758845" y="2904165"/>
                  </a:lnTo>
                  <a:lnTo>
                    <a:pt x="3749445" y="2887876"/>
                  </a:lnTo>
                  <a:lnTo>
                    <a:pt x="3765734" y="2878470"/>
                  </a:lnTo>
                  <a:close/>
                </a:path>
                <a:path w="6612890" h="6997065">
                  <a:moveTo>
                    <a:pt x="3840216" y="3009838"/>
                  </a:moveTo>
                  <a:lnTo>
                    <a:pt x="3848443" y="3024089"/>
                  </a:lnTo>
                  <a:lnTo>
                    <a:pt x="3834198" y="3032316"/>
                  </a:lnTo>
                  <a:lnTo>
                    <a:pt x="3825971" y="3018065"/>
                  </a:lnTo>
                  <a:lnTo>
                    <a:pt x="3840216" y="3009838"/>
                  </a:lnTo>
                  <a:close/>
                </a:path>
                <a:path w="6612890" h="6997065">
                  <a:moveTo>
                    <a:pt x="3914917" y="3140400"/>
                  </a:moveTo>
                  <a:lnTo>
                    <a:pt x="3922558" y="3153638"/>
                  </a:lnTo>
                  <a:lnTo>
                    <a:pt x="3909332" y="3161272"/>
                  </a:lnTo>
                  <a:lnTo>
                    <a:pt x="3901691" y="3148040"/>
                  </a:lnTo>
                  <a:lnTo>
                    <a:pt x="3914917" y="3140400"/>
                  </a:lnTo>
                  <a:close/>
                </a:path>
                <a:path w="6612890" h="6997065">
                  <a:moveTo>
                    <a:pt x="3989513" y="3271370"/>
                  </a:moveTo>
                  <a:lnTo>
                    <a:pt x="3996265" y="3283069"/>
                  </a:lnTo>
                  <a:lnTo>
                    <a:pt x="3984567" y="3289827"/>
                  </a:lnTo>
                  <a:lnTo>
                    <a:pt x="3977815" y="3278123"/>
                  </a:lnTo>
                  <a:lnTo>
                    <a:pt x="3989513" y="3271370"/>
                  </a:lnTo>
                  <a:close/>
                </a:path>
                <a:path w="6612890" h="6997065">
                  <a:moveTo>
                    <a:pt x="4064001" y="3402732"/>
                  </a:moveTo>
                  <a:lnTo>
                    <a:pt x="4069580" y="3412399"/>
                  </a:lnTo>
                  <a:lnTo>
                    <a:pt x="4059914" y="3417984"/>
                  </a:lnTo>
                  <a:lnTo>
                    <a:pt x="4054335" y="3408318"/>
                  </a:lnTo>
                  <a:lnTo>
                    <a:pt x="4064001" y="3402732"/>
                  </a:lnTo>
                  <a:close/>
                </a:path>
                <a:path w="6612890" h="6997065">
                  <a:moveTo>
                    <a:pt x="4138703" y="3533294"/>
                  </a:moveTo>
                  <a:lnTo>
                    <a:pt x="4143696" y="3541941"/>
                  </a:lnTo>
                  <a:lnTo>
                    <a:pt x="4135042" y="3546941"/>
                  </a:lnTo>
                  <a:lnTo>
                    <a:pt x="4130049" y="3538293"/>
                  </a:lnTo>
                  <a:lnTo>
                    <a:pt x="4138703" y="3533294"/>
                  </a:lnTo>
                  <a:close/>
                </a:path>
                <a:path w="6612890" h="6997065">
                  <a:moveTo>
                    <a:pt x="4213410" y="3663856"/>
                  </a:moveTo>
                  <a:lnTo>
                    <a:pt x="4217817" y="3671490"/>
                  </a:lnTo>
                  <a:lnTo>
                    <a:pt x="4210182" y="3675897"/>
                  </a:lnTo>
                  <a:lnTo>
                    <a:pt x="4205775" y="3668263"/>
                  </a:lnTo>
                  <a:lnTo>
                    <a:pt x="4213410" y="3663856"/>
                  </a:lnTo>
                  <a:close/>
                </a:path>
                <a:path w="6612890" h="6997065">
                  <a:moveTo>
                    <a:pt x="4288106" y="3794424"/>
                  </a:moveTo>
                  <a:lnTo>
                    <a:pt x="4291926" y="3801040"/>
                  </a:lnTo>
                  <a:lnTo>
                    <a:pt x="4285316" y="3804855"/>
                  </a:lnTo>
                  <a:lnTo>
                    <a:pt x="4281495" y="3798239"/>
                  </a:lnTo>
                  <a:lnTo>
                    <a:pt x="4288106" y="3794424"/>
                  </a:lnTo>
                  <a:close/>
                </a:path>
                <a:path w="6612890" h="6997065">
                  <a:moveTo>
                    <a:pt x="4362701" y="3925383"/>
                  </a:moveTo>
                  <a:lnTo>
                    <a:pt x="4365638" y="3930470"/>
                  </a:lnTo>
                  <a:lnTo>
                    <a:pt x="4360551" y="3933408"/>
                  </a:lnTo>
                  <a:lnTo>
                    <a:pt x="4357613" y="3928320"/>
                  </a:lnTo>
                  <a:lnTo>
                    <a:pt x="4362701" y="3925383"/>
                  </a:lnTo>
                  <a:close/>
                </a:path>
                <a:path w="6612890" h="6997065">
                  <a:moveTo>
                    <a:pt x="4437402" y="4055945"/>
                  </a:moveTo>
                  <a:lnTo>
                    <a:pt x="4439754" y="4060020"/>
                  </a:lnTo>
                  <a:lnTo>
                    <a:pt x="4435685" y="4062365"/>
                  </a:lnTo>
                  <a:lnTo>
                    <a:pt x="4433333" y="4058296"/>
                  </a:lnTo>
                  <a:lnTo>
                    <a:pt x="4437402" y="4055945"/>
                  </a:lnTo>
                  <a:close/>
                </a:path>
                <a:path w="6612890" h="6997065">
                  <a:moveTo>
                    <a:pt x="4512104" y="4186507"/>
                  </a:moveTo>
                  <a:lnTo>
                    <a:pt x="4513869" y="4189569"/>
                  </a:lnTo>
                  <a:lnTo>
                    <a:pt x="4510819" y="4191328"/>
                  </a:lnTo>
                  <a:lnTo>
                    <a:pt x="4509054" y="4188272"/>
                  </a:lnTo>
                  <a:lnTo>
                    <a:pt x="4512104" y="4186507"/>
                  </a:lnTo>
                  <a:close/>
                </a:path>
                <a:path w="6612890" h="6997065">
                  <a:moveTo>
                    <a:pt x="4586918" y="4316672"/>
                  </a:moveTo>
                  <a:lnTo>
                    <a:pt x="4588387" y="4319218"/>
                  </a:lnTo>
                  <a:lnTo>
                    <a:pt x="4585840" y="4320687"/>
                  </a:lnTo>
                  <a:lnTo>
                    <a:pt x="4584371" y="4318141"/>
                  </a:lnTo>
                  <a:lnTo>
                    <a:pt x="4586918" y="4316672"/>
                  </a:lnTo>
                  <a:close/>
                </a:path>
                <a:path w="6612890" h="6997065">
                  <a:moveTo>
                    <a:pt x="4661614" y="4447240"/>
                  </a:moveTo>
                  <a:lnTo>
                    <a:pt x="4662496" y="4448762"/>
                  </a:lnTo>
                  <a:lnTo>
                    <a:pt x="4660974" y="4449638"/>
                  </a:lnTo>
                  <a:lnTo>
                    <a:pt x="4660092" y="4448116"/>
                  </a:lnTo>
                  <a:lnTo>
                    <a:pt x="4661614" y="4447240"/>
                  </a:lnTo>
                  <a:close/>
                </a:path>
                <a:path w="6612890" h="6997065">
                  <a:moveTo>
                    <a:pt x="1879944" y="0"/>
                  </a:moveTo>
                  <a:lnTo>
                    <a:pt x="1947163" y="0"/>
                  </a:lnTo>
                  <a:lnTo>
                    <a:pt x="1896748" y="29106"/>
                  </a:lnTo>
                  <a:lnTo>
                    <a:pt x="1879944" y="0"/>
                  </a:lnTo>
                  <a:close/>
                </a:path>
                <a:path w="6612890" h="6997065">
                  <a:moveTo>
                    <a:pt x="1996830" y="64952"/>
                  </a:moveTo>
                  <a:lnTo>
                    <a:pt x="2030906" y="123981"/>
                  </a:lnTo>
                  <a:lnTo>
                    <a:pt x="1971876" y="158062"/>
                  </a:lnTo>
                  <a:lnTo>
                    <a:pt x="1937801" y="99033"/>
                  </a:lnTo>
                  <a:lnTo>
                    <a:pt x="1996830" y="64952"/>
                  </a:lnTo>
                  <a:close/>
                </a:path>
                <a:path w="6612890" h="6997065">
                  <a:moveTo>
                    <a:pt x="2071312" y="196320"/>
                  </a:moveTo>
                  <a:lnTo>
                    <a:pt x="2104221" y="253317"/>
                  </a:lnTo>
                  <a:lnTo>
                    <a:pt x="2047223" y="286220"/>
                  </a:lnTo>
                  <a:lnTo>
                    <a:pt x="2014321" y="229228"/>
                  </a:lnTo>
                  <a:lnTo>
                    <a:pt x="2071312" y="196320"/>
                  </a:lnTo>
                  <a:close/>
                </a:path>
                <a:path w="6612890" h="6997065">
                  <a:moveTo>
                    <a:pt x="2145801" y="327681"/>
                  </a:moveTo>
                  <a:lnTo>
                    <a:pt x="2177531" y="382641"/>
                  </a:lnTo>
                  <a:lnTo>
                    <a:pt x="2122577" y="414371"/>
                  </a:lnTo>
                  <a:lnTo>
                    <a:pt x="2090847" y="359411"/>
                  </a:lnTo>
                  <a:lnTo>
                    <a:pt x="2145801" y="327681"/>
                  </a:lnTo>
                  <a:close/>
                </a:path>
                <a:path w="6612890" h="6997065">
                  <a:moveTo>
                    <a:pt x="2220396" y="458652"/>
                  </a:moveTo>
                  <a:lnTo>
                    <a:pt x="2251243" y="512078"/>
                  </a:lnTo>
                  <a:lnTo>
                    <a:pt x="2197817" y="542925"/>
                  </a:lnTo>
                  <a:lnTo>
                    <a:pt x="2166970" y="489499"/>
                  </a:lnTo>
                  <a:lnTo>
                    <a:pt x="2220396" y="458652"/>
                  </a:lnTo>
                  <a:close/>
                </a:path>
                <a:path w="6612890" h="6997065">
                  <a:moveTo>
                    <a:pt x="2294884" y="590014"/>
                  </a:moveTo>
                  <a:lnTo>
                    <a:pt x="2324559" y="641408"/>
                  </a:lnTo>
                  <a:lnTo>
                    <a:pt x="2273158" y="671082"/>
                  </a:lnTo>
                  <a:lnTo>
                    <a:pt x="2243490" y="619688"/>
                  </a:lnTo>
                  <a:lnTo>
                    <a:pt x="2294884" y="590014"/>
                  </a:lnTo>
                  <a:close/>
                </a:path>
                <a:path w="6612890" h="6997065">
                  <a:moveTo>
                    <a:pt x="2369367" y="721381"/>
                  </a:moveTo>
                  <a:lnTo>
                    <a:pt x="2397869" y="770744"/>
                  </a:lnTo>
                  <a:lnTo>
                    <a:pt x="2348506" y="799240"/>
                  </a:lnTo>
                  <a:lnTo>
                    <a:pt x="2320010" y="749877"/>
                  </a:lnTo>
                  <a:lnTo>
                    <a:pt x="2369367" y="721381"/>
                  </a:lnTo>
                  <a:close/>
                </a:path>
                <a:path w="6612890" h="6997065">
                  <a:moveTo>
                    <a:pt x="2443749" y="853151"/>
                  </a:moveTo>
                  <a:lnTo>
                    <a:pt x="2470775" y="899961"/>
                  </a:lnTo>
                  <a:lnTo>
                    <a:pt x="2423960" y="926988"/>
                  </a:lnTo>
                  <a:lnTo>
                    <a:pt x="2396933" y="880178"/>
                  </a:lnTo>
                  <a:lnTo>
                    <a:pt x="2443749" y="853151"/>
                  </a:lnTo>
                  <a:close/>
                </a:path>
                <a:path w="6612890" h="6997065">
                  <a:moveTo>
                    <a:pt x="2518237" y="984513"/>
                  </a:moveTo>
                  <a:lnTo>
                    <a:pt x="2544091" y="1029291"/>
                  </a:lnTo>
                  <a:lnTo>
                    <a:pt x="2499313" y="1055146"/>
                  </a:lnTo>
                  <a:lnTo>
                    <a:pt x="2473459" y="1010367"/>
                  </a:lnTo>
                  <a:lnTo>
                    <a:pt x="2518237" y="984513"/>
                  </a:lnTo>
                  <a:close/>
                </a:path>
                <a:path w="6612890" h="6997065">
                  <a:moveTo>
                    <a:pt x="2592719" y="1115881"/>
                  </a:moveTo>
                  <a:lnTo>
                    <a:pt x="2617401" y="1158621"/>
                  </a:lnTo>
                  <a:lnTo>
                    <a:pt x="2574654" y="1183303"/>
                  </a:lnTo>
                  <a:lnTo>
                    <a:pt x="2549978" y="1140556"/>
                  </a:lnTo>
                  <a:lnTo>
                    <a:pt x="2592719" y="1115881"/>
                  </a:lnTo>
                  <a:close/>
                </a:path>
                <a:path w="6612890" h="6997065">
                  <a:moveTo>
                    <a:pt x="2667101" y="1247645"/>
                  </a:moveTo>
                  <a:lnTo>
                    <a:pt x="2690307" y="1287845"/>
                  </a:lnTo>
                  <a:lnTo>
                    <a:pt x="2650108" y="1311057"/>
                  </a:lnTo>
                  <a:lnTo>
                    <a:pt x="2626901" y="1270858"/>
                  </a:lnTo>
                  <a:lnTo>
                    <a:pt x="2667101" y="1247645"/>
                  </a:lnTo>
                  <a:close/>
                </a:path>
                <a:path w="6612890" h="6997065">
                  <a:moveTo>
                    <a:pt x="2741690" y="1378610"/>
                  </a:moveTo>
                  <a:lnTo>
                    <a:pt x="2764020" y="1417287"/>
                  </a:lnTo>
                  <a:lnTo>
                    <a:pt x="2725348" y="1439612"/>
                  </a:lnTo>
                  <a:lnTo>
                    <a:pt x="2703018" y="1400934"/>
                  </a:lnTo>
                  <a:lnTo>
                    <a:pt x="2741690" y="1378610"/>
                  </a:lnTo>
                  <a:close/>
                </a:path>
                <a:path w="6612890" h="6997065">
                  <a:moveTo>
                    <a:pt x="2816184" y="1509977"/>
                  </a:moveTo>
                  <a:lnTo>
                    <a:pt x="2837335" y="1546611"/>
                  </a:lnTo>
                  <a:lnTo>
                    <a:pt x="2800695" y="1567768"/>
                  </a:lnTo>
                  <a:lnTo>
                    <a:pt x="2779544" y="1531134"/>
                  </a:lnTo>
                  <a:lnTo>
                    <a:pt x="2816184" y="1509977"/>
                  </a:lnTo>
                  <a:close/>
                </a:path>
                <a:path w="6612890" h="6997065">
                  <a:moveTo>
                    <a:pt x="2890773" y="1640942"/>
                  </a:moveTo>
                  <a:lnTo>
                    <a:pt x="2911048" y="1676048"/>
                  </a:lnTo>
                  <a:lnTo>
                    <a:pt x="2875936" y="1696323"/>
                  </a:lnTo>
                  <a:lnTo>
                    <a:pt x="2855661" y="1661211"/>
                  </a:lnTo>
                  <a:lnTo>
                    <a:pt x="2890773" y="1640942"/>
                  </a:lnTo>
                  <a:close/>
                </a:path>
                <a:path w="6612890" h="6997065">
                  <a:moveTo>
                    <a:pt x="2965261" y="1772304"/>
                  </a:moveTo>
                  <a:lnTo>
                    <a:pt x="2984363" y="1805384"/>
                  </a:lnTo>
                  <a:lnTo>
                    <a:pt x="2951289" y="1824480"/>
                  </a:lnTo>
                  <a:lnTo>
                    <a:pt x="2932187" y="1791400"/>
                  </a:lnTo>
                  <a:lnTo>
                    <a:pt x="2965261" y="1772304"/>
                  </a:lnTo>
                  <a:close/>
                </a:path>
                <a:path w="6612890" h="6997065">
                  <a:moveTo>
                    <a:pt x="3039749" y="1903677"/>
                  </a:moveTo>
                  <a:lnTo>
                    <a:pt x="3057672" y="1934714"/>
                  </a:lnTo>
                  <a:lnTo>
                    <a:pt x="3026630" y="1952632"/>
                  </a:lnTo>
                  <a:lnTo>
                    <a:pt x="3008712" y="1921595"/>
                  </a:lnTo>
                  <a:lnTo>
                    <a:pt x="3039749" y="1903677"/>
                  </a:lnTo>
                  <a:close/>
                </a:path>
                <a:path w="6612890" h="6997065">
                  <a:moveTo>
                    <a:pt x="3114238" y="2035040"/>
                  </a:moveTo>
                  <a:lnTo>
                    <a:pt x="3130982" y="2064038"/>
                  </a:lnTo>
                  <a:lnTo>
                    <a:pt x="3101977" y="2080789"/>
                  </a:lnTo>
                  <a:lnTo>
                    <a:pt x="3085233" y="2051784"/>
                  </a:lnTo>
                  <a:lnTo>
                    <a:pt x="3114238" y="2035040"/>
                  </a:lnTo>
                  <a:close/>
                </a:path>
                <a:path w="6612890" h="6997065">
                  <a:moveTo>
                    <a:pt x="3188833" y="2165998"/>
                  </a:moveTo>
                  <a:lnTo>
                    <a:pt x="3204695" y="2193481"/>
                  </a:lnTo>
                  <a:lnTo>
                    <a:pt x="3177218" y="2209343"/>
                  </a:lnTo>
                  <a:lnTo>
                    <a:pt x="3161350" y="2181866"/>
                  </a:lnTo>
                  <a:lnTo>
                    <a:pt x="3188833" y="2165998"/>
                  </a:lnTo>
                  <a:close/>
                </a:path>
                <a:path w="6612890" h="6997065">
                  <a:moveTo>
                    <a:pt x="3263321" y="2297365"/>
                  </a:moveTo>
                  <a:lnTo>
                    <a:pt x="3278010" y="2322811"/>
                  </a:lnTo>
                  <a:lnTo>
                    <a:pt x="3252571" y="2337500"/>
                  </a:lnTo>
                  <a:lnTo>
                    <a:pt x="3237876" y="2312054"/>
                  </a:lnTo>
                  <a:lnTo>
                    <a:pt x="3263321" y="2297365"/>
                  </a:lnTo>
                  <a:close/>
                </a:path>
                <a:path w="6612890" h="6997065">
                  <a:moveTo>
                    <a:pt x="3337804" y="2428733"/>
                  </a:moveTo>
                  <a:lnTo>
                    <a:pt x="3351320" y="2452140"/>
                  </a:lnTo>
                  <a:lnTo>
                    <a:pt x="3327913" y="2465657"/>
                  </a:lnTo>
                  <a:lnTo>
                    <a:pt x="3314402" y="2442249"/>
                  </a:lnTo>
                  <a:lnTo>
                    <a:pt x="3337804" y="2428733"/>
                  </a:lnTo>
                  <a:close/>
                </a:path>
                <a:path w="6612890" h="6997065">
                  <a:moveTo>
                    <a:pt x="3412405" y="2559691"/>
                  </a:moveTo>
                  <a:lnTo>
                    <a:pt x="3425039" y="2581577"/>
                  </a:lnTo>
                  <a:lnTo>
                    <a:pt x="3403153" y="2594211"/>
                  </a:lnTo>
                  <a:lnTo>
                    <a:pt x="3390519" y="2572325"/>
                  </a:lnTo>
                  <a:lnTo>
                    <a:pt x="3412405" y="2559691"/>
                  </a:lnTo>
                  <a:close/>
                </a:path>
                <a:path w="6612890" h="6997065">
                  <a:moveTo>
                    <a:pt x="3486887" y="2691059"/>
                  </a:moveTo>
                  <a:lnTo>
                    <a:pt x="3498342" y="2710907"/>
                  </a:lnTo>
                  <a:lnTo>
                    <a:pt x="3478500" y="2722362"/>
                  </a:lnTo>
                  <a:lnTo>
                    <a:pt x="3467039" y="2702520"/>
                  </a:lnTo>
                  <a:lnTo>
                    <a:pt x="3486887" y="2691059"/>
                  </a:lnTo>
                  <a:close/>
                </a:path>
                <a:path w="6612890" h="6997065">
                  <a:moveTo>
                    <a:pt x="3561482" y="2822030"/>
                  </a:moveTo>
                  <a:lnTo>
                    <a:pt x="3572055" y="2840344"/>
                  </a:lnTo>
                  <a:lnTo>
                    <a:pt x="3553741" y="2850922"/>
                  </a:lnTo>
                  <a:lnTo>
                    <a:pt x="3543162" y="2832603"/>
                  </a:lnTo>
                  <a:lnTo>
                    <a:pt x="3561482" y="2822030"/>
                  </a:lnTo>
                  <a:close/>
                </a:path>
                <a:path w="6612890" h="6997065">
                  <a:moveTo>
                    <a:pt x="3636078" y="2952988"/>
                  </a:moveTo>
                  <a:lnTo>
                    <a:pt x="3645774" y="2969780"/>
                  </a:lnTo>
                  <a:lnTo>
                    <a:pt x="3628982" y="2979476"/>
                  </a:lnTo>
                  <a:lnTo>
                    <a:pt x="3619286" y="2962684"/>
                  </a:lnTo>
                  <a:lnTo>
                    <a:pt x="3636078" y="2952988"/>
                  </a:lnTo>
                  <a:close/>
                </a:path>
                <a:path w="6612890" h="6997065">
                  <a:moveTo>
                    <a:pt x="3710673" y="3083953"/>
                  </a:moveTo>
                  <a:lnTo>
                    <a:pt x="3719486" y="3099217"/>
                  </a:lnTo>
                  <a:lnTo>
                    <a:pt x="3704223" y="3108030"/>
                  </a:lnTo>
                  <a:lnTo>
                    <a:pt x="3695409" y="3092767"/>
                  </a:lnTo>
                  <a:lnTo>
                    <a:pt x="3710673" y="3083953"/>
                  </a:lnTo>
                  <a:close/>
                </a:path>
                <a:path w="6612890" h="6997065">
                  <a:moveTo>
                    <a:pt x="3785268" y="3214918"/>
                  </a:moveTo>
                  <a:lnTo>
                    <a:pt x="3793199" y="3228660"/>
                  </a:lnTo>
                  <a:lnTo>
                    <a:pt x="3779463" y="3236590"/>
                  </a:lnTo>
                  <a:lnTo>
                    <a:pt x="3771532" y="3222849"/>
                  </a:lnTo>
                  <a:lnTo>
                    <a:pt x="3785268" y="3214918"/>
                  </a:lnTo>
                  <a:close/>
                </a:path>
                <a:path w="6612890" h="6997065">
                  <a:moveTo>
                    <a:pt x="3859857" y="3345883"/>
                  </a:moveTo>
                  <a:lnTo>
                    <a:pt x="3866912" y="3358096"/>
                  </a:lnTo>
                  <a:lnTo>
                    <a:pt x="3854698" y="3365145"/>
                  </a:lnTo>
                  <a:lnTo>
                    <a:pt x="3847644" y="3352932"/>
                  </a:lnTo>
                  <a:lnTo>
                    <a:pt x="3859857" y="3345883"/>
                  </a:lnTo>
                  <a:close/>
                </a:path>
                <a:path w="6612890" h="6997065">
                  <a:moveTo>
                    <a:pt x="3934345" y="3477245"/>
                  </a:moveTo>
                  <a:lnTo>
                    <a:pt x="3940221" y="3487420"/>
                  </a:lnTo>
                  <a:lnTo>
                    <a:pt x="3930045" y="3493296"/>
                  </a:lnTo>
                  <a:lnTo>
                    <a:pt x="3924170" y="3483120"/>
                  </a:lnTo>
                  <a:lnTo>
                    <a:pt x="3934345" y="3477245"/>
                  </a:lnTo>
                  <a:close/>
                </a:path>
                <a:path w="6612890" h="6997065">
                  <a:moveTo>
                    <a:pt x="4009053" y="3607807"/>
                  </a:moveTo>
                  <a:lnTo>
                    <a:pt x="4014342" y="3616969"/>
                  </a:lnTo>
                  <a:lnTo>
                    <a:pt x="4005179" y="3622258"/>
                  </a:lnTo>
                  <a:lnTo>
                    <a:pt x="3999890" y="3613096"/>
                  </a:lnTo>
                  <a:lnTo>
                    <a:pt x="4009053" y="3607807"/>
                  </a:lnTo>
                  <a:close/>
                </a:path>
                <a:path w="6612890" h="6997065">
                  <a:moveTo>
                    <a:pt x="4083749" y="3738375"/>
                  </a:moveTo>
                  <a:lnTo>
                    <a:pt x="4088451" y="3746519"/>
                  </a:lnTo>
                  <a:lnTo>
                    <a:pt x="4080313" y="3751222"/>
                  </a:lnTo>
                  <a:lnTo>
                    <a:pt x="4075610" y="3743072"/>
                  </a:lnTo>
                  <a:lnTo>
                    <a:pt x="4083749" y="3738375"/>
                  </a:lnTo>
                  <a:close/>
                </a:path>
                <a:path w="6612890" h="6997065">
                  <a:moveTo>
                    <a:pt x="4158450" y="3868936"/>
                  </a:moveTo>
                  <a:lnTo>
                    <a:pt x="4162567" y="3876062"/>
                  </a:lnTo>
                  <a:lnTo>
                    <a:pt x="4155442" y="3880173"/>
                  </a:lnTo>
                  <a:lnTo>
                    <a:pt x="4151325" y="3873047"/>
                  </a:lnTo>
                  <a:lnTo>
                    <a:pt x="4158450" y="3868936"/>
                  </a:lnTo>
                  <a:close/>
                </a:path>
                <a:path w="6612890" h="6997065">
                  <a:moveTo>
                    <a:pt x="4233045" y="3999901"/>
                  </a:moveTo>
                  <a:lnTo>
                    <a:pt x="4236279" y="4005499"/>
                  </a:lnTo>
                  <a:lnTo>
                    <a:pt x="4230682" y="4008733"/>
                  </a:lnTo>
                  <a:lnTo>
                    <a:pt x="4227448" y="4003135"/>
                  </a:lnTo>
                  <a:lnTo>
                    <a:pt x="4233045" y="3999901"/>
                  </a:lnTo>
                  <a:close/>
                </a:path>
                <a:path w="6612890" h="6997065">
                  <a:moveTo>
                    <a:pt x="4307753" y="4130463"/>
                  </a:moveTo>
                  <a:lnTo>
                    <a:pt x="4310394" y="4135048"/>
                  </a:lnTo>
                  <a:lnTo>
                    <a:pt x="4305816" y="4137689"/>
                  </a:lnTo>
                  <a:lnTo>
                    <a:pt x="4303168" y="4133111"/>
                  </a:lnTo>
                  <a:lnTo>
                    <a:pt x="4307753" y="4130463"/>
                  </a:lnTo>
                  <a:close/>
                </a:path>
                <a:path w="6612890" h="6997065">
                  <a:moveTo>
                    <a:pt x="4382454" y="4261025"/>
                  </a:moveTo>
                  <a:lnTo>
                    <a:pt x="4384510" y="4264591"/>
                  </a:lnTo>
                  <a:lnTo>
                    <a:pt x="4380950" y="4266646"/>
                  </a:lnTo>
                  <a:lnTo>
                    <a:pt x="4378895" y="4263081"/>
                  </a:lnTo>
                  <a:lnTo>
                    <a:pt x="4382454" y="4261025"/>
                  </a:lnTo>
                  <a:close/>
                </a:path>
                <a:path w="6612890" h="6997065">
                  <a:moveTo>
                    <a:pt x="4457156" y="4391593"/>
                  </a:moveTo>
                  <a:lnTo>
                    <a:pt x="4458625" y="4394134"/>
                  </a:lnTo>
                  <a:lnTo>
                    <a:pt x="4456084" y="4395603"/>
                  </a:lnTo>
                  <a:lnTo>
                    <a:pt x="4454615" y="4393062"/>
                  </a:lnTo>
                  <a:lnTo>
                    <a:pt x="4457156" y="4391593"/>
                  </a:lnTo>
                  <a:close/>
                </a:path>
                <a:path w="6612890" h="6997065">
                  <a:moveTo>
                    <a:pt x="4531858" y="4522155"/>
                  </a:moveTo>
                  <a:lnTo>
                    <a:pt x="4532740" y="4523677"/>
                  </a:lnTo>
                  <a:lnTo>
                    <a:pt x="4531212" y="4524560"/>
                  </a:lnTo>
                  <a:lnTo>
                    <a:pt x="4530329" y="4523038"/>
                  </a:lnTo>
                  <a:lnTo>
                    <a:pt x="4531858" y="4522155"/>
                  </a:lnTo>
                  <a:close/>
                </a:path>
                <a:path w="6612890" h="6997065">
                  <a:moveTo>
                    <a:pt x="1793012" y="6901"/>
                  </a:moveTo>
                  <a:lnTo>
                    <a:pt x="1829438" y="70000"/>
                  </a:lnTo>
                  <a:lnTo>
                    <a:pt x="1766340" y="106432"/>
                  </a:lnTo>
                  <a:lnTo>
                    <a:pt x="1729907" y="43334"/>
                  </a:lnTo>
                  <a:lnTo>
                    <a:pt x="1793012" y="6901"/>
                  </a:lnTo>
                  <a:close/>
                </a:path>
                <a:path w="6612890" h="6997065">
                  <a:moveTo>
                    <a:pt x="1867495" y="138263"/>
                  </a:moveTo>
                  <a:lnTo>
                    <a:pt x="1902754" y="199330"/>
                  </a:lnTo>
                  <a:lnTo>
                    <a:pt x="1841688" y="234583"/>
                  </a:lnTo>
                  <a:lnTo>
                    <a:pt x="1806434" y="173517"/>
                  </a:lnTo>
                  <a:lnTo>
                    <a:pt x="1867495" y="138263"/>
                  </a:lnTo>
                  <a:close/>
                </a:path>
                <a:path w="6612890" h="6997065">
                  <a:moveTo>
                    <a:pt x="1941876" y="270033"/>
                  </a:moveTo>
                  <a:lnTo>
                    <a:pt x="1975661" y="328553"/>
                  </a:lnTo>
                  <a:lnTo>
                    <a:pt x="1917141" y="362338"/>
                  </a:lnTo>
                  <a:lnTo>
                    <a:pt x="1883356" y="303818"/>
                  </a:lnTo>
                  <a:lnTo>
                    <a:pt x="1941876" y="270033"/>
                  </a:lnTo>
                  <a:close/>
                </a:path>
                <a:path w="6612890" h="6997065">
                  <a:moveTo>
                    <a:pt x="2016364" y="401395"/>
                  </a:moveTo>
                  <a:lnTo>
                    <a:pt x="2048976" y="457883"/>
                  </a:lnTo>
                  <a:lnTo>
                    <a:pt x="1992488" y="490495"/>
                  </a:lnTo>
                  <a:lnTo>
                    <a:pt x="1959876" y="434007"/>
                  </a:lnTo>
                  <a:lnTo>
                    <a:pt x="2016364" y="401395"/>
                  </a:lnTo>
                  <a:close/>
                </a:path>
                <a:path w="6612890" h="6997065">
                  <a:moveTo>
                    <a:pt x="2090959" y="532366"/>
                  </a:moveTo>
                  <a:lnTo>
                    <a:pt x="2122689" y="587320"/>
                  </a:lnTo>
                  <a:lnTo>
                    <a:pt x="2067729" y="619050"/>
                  </a:lnTo>
                  <a:lnTo>
                    <a:pt x="2035999" y="564096"/>
                  </a:lnTo>
                  <a:lnTo>
                    <a:pt x="2090959" y="532366"/>
                  </a:lnTo>
                  <a:close/>
                </a:path>
                <a:path w="6612890" h="6997065">
                  <a:moveTo>
                    <a:pt x="2165448" y="663727"/>
                  </a:moveTo>
                  <a:lnTo>
                    <a:pt x="2195999" y="716650"/>
                  </a:lnTo>
                  <a:lnTo>
                    <a:pt x="2143076" y="747207"/>
                  </a:lnTo>
                  <a:lnTo>
                    <a:pt x="2112520" y="694284"/>
                  </a:lnTo>
                  <a:lnTo>
                    <a:pt x="2165448" y="663727"/>
                  </a:lnTo>
                  <a:close/>
                </a:path>
                <a:path w="6612890" h="6997065">
                  <a:moveTo>
                    <a:pt x="2239930" y="795095"/>
                  </a:moveTo>
                  <a:lnTo>
                    <a:pt x="2269308" y="845980"/>
                  </a:lnTo>
                  <a:lnTo>
                    <a:pt x="2218423" y="875358"/>
                  </a:lnTo>
                  <a:lnTo>
                    <a:pt x="2189045" y="824473"/>
                  </a:lnTo>
                  <a:lnTo>
                    <a:pt x="2239930" y="795095"/>
                  </a:lnTo>
                  <a:close/>
                </a:path>
                <a:path w="6612890" h="6997065">
                  <a:moveTo>
                    <a:pt x="2314312" y="926865"/>
                  </a:moveTo>
                  <a:lnTo>
                    <a:pt x="2342221" y="975203"/>
                  </a:lnTo>
                  <a:lnTo>
                    <a:pt x="2293877" y="1003113"/>
                  </a:lnTo>
                  <a:lnTo>
                    <a:pt x="2265968" y="954775"/>
                  </a:lnTo>
                  <a:lnTo>
                    <a:pt x="2314312" y="926865"/>
                  </a:lnTo>
                  <a:close/>
                </a:path>
                <a:path w="6612890" h="6997065">
                  <a:moveTo>
                    <a:pt x="2388800" y="1058227"/>
                  </a:moveTo>
                  <a:lnTo>
                    <a:pt x="2415537" y="1104533"/>
                  </a:lnTo>
                  <a:lnTo>
                    <a:pt x="2369224" y="1131270"/>
                  </a:lnTo>
                  <a:lnTo>
                    <a:pt x="2342487" y="1084963"/>
                  </a:lnTo>
                  <a:lnTo>
                    <a:pt x="2388800" y="1058227"/>
                  </a:lnTo>
                  <a:close/>
                </a:path>
                <a:path w="6612890" h="6997065">
                  <a:moveTo>
                    <a:pt x="2463176" y="1189991"/>
                  </a:moveTo>
                  <a:lnTo>
                    <a:pt x="2488444" y="1233756"/>
                  </a:lnTo>
                  <a:lnTo>
                    <a:pt x="2444679" y="1259024"/>
                  </a:lnTo>
                  <a:lnTo>
                    <a:pt x="2419417" y="1215259"/>
                  </a:lnTo>
                  <a:lnTo>
                    <a:pt x="2463176" y="1189991"/>
                  </a:lnTo>
                  <a:close/>
                </a:path>
                <a:path w="6612890" h="6997065">
                  <a:moveTo>
                    <a:pt x="2537664" y="1321359"/>
                  </a:moveTo>
                  <a:lnTo>
                    <a:pt x="2561753" y="1363087"/>
                  </a:lnTo>
                  <a:lnTo>
                    <a:pt x="2520031" y="1387176"/>
                  </a:lnTo>
                  <a:lnTo>
                    <a:pt x="2495936" y="1345448"/>
                  </a:lnTo>
                  <a:lnTo>
                    <a:pt x="2537664" y="1321359"/>
                  </a:lnTo>
                  <a:close/>
                </a:path>
                <a:path w="6612890" h="6997065">
                  <a:moveTo>
                    <a:pt x="2612153" y="1452726"/>
                  </a:moveTo>
                  <a:lnTo>
                    <a:pt x="2635069" y="1492416"/>
                  </a:lnTo>
                  <a:lnTo>
                    <a:pt x="2595373" y="1515333"/>
                  </a:lnTo>
                  <a:lnTo>
                    <a:pt x="2572457" y="1475643"/>
                  </a:lnTo>
                  <a:lnTo>
                    <a:pt x="2612153" y="1452726"/>
                  </a:lnTo>
                  <a:close/>
                </a:path>
                <a:path w="6612890" h="6997065">
                  <a:moveTo>
                    <a:pt x="2686641" y="1584088"/>
                  </a:moveTo>
                  <a:lnTo>
                    <a:pt x="2708379" y="1621741"/>
                  </a:lnTo>
                  <a:lnTo>
                    <a:pt x="2670720" y="1643484"/>
                  </a:lnTo>
                  <a:lnTo>
                    <a:pt x="2648976" y="1605831"/>
                  </a:lnTo>
                  <a:lnTo>
                    <a:pt x="2686641" y="1584088"/>
                  </a:lnTo>
                  <a:close/>
                </a:path>
                <a:path w="6612890" h="6997065">
                  <a:moveTo>
                    <a:pt x="2761236" y="1715053"/>
                  </a:moveTo>
                  <a:lnTo>
                    <a:pt x="2782091" y="1751184"/>
                  </a:lnTo>
                  <a:lnTo>
                    <a:pt x="2745961" y="1772044"/>
                  </a:lnTo>
                  <a:lnTo>
                    <a:pt x="2725100" y="1735914"/>
                  </a:lnTo>
                  <a:lnTo>
                    <a:pt x="2761236" y="1715053"/>
                  </a:lnTo>
                  <a:close/>
                </a:path>
                <a:path w="6612890" h="6997065">
                  <a:moveTo>
                    <a:pt x="2835612" y="1846823"/>
                  </a:moveTo>
                  <a:lnTo>
                    <a:pt x="2855004" y="1880407"/>
                  </a:lnTo>
                  <a:lnTo>
                    <a:pt x="2821415" y="1899799"/>
                  </a:lnTo>
                  <a:lnTo>
                    <a:pt x="2802028" y="1866215"/>
                  </a:lnTo>
                  <a:lnTo>
                    <a:pt x="2835612" y="1846823"/>
                  </a:lnTo>
                  <a:close/>
                </a:path>
                <a:path w="6612890" h="6997065">
                  <a:moveTo>
                    <a:pt x="2910207" y="1977782"/>
                  </a:moveTo>
                  <a:lnTo>
                    <a:pt x="2928717" y="2009843"/>
                  </a:lnTo>
                  <a:lnTo>
                    <a:pt x="2896656" y="2028353"/>
                  </a:lnTo>
                  <a:lnTo>
                    <a:pt x="2878146" y="1996291"/>
                  </a:lnTo>
                  <a:lnTo>
                    <a:pt x="2910207" y="1977782"/>
                  </a:lnTo>
                  <a:close/>
                </a:path>
                <a:path w="6612890" h="6997065">
                  <a:moveTo>
                    <a:pt x="2984690" y="2109149"/>
                  </a:moveTo>
                  <a:lnTo>
                    <a:pt x="3002021" y="2139173"/>
                  </a:lnTo>
                  <a:lnTo>
                    <a:pt x="2972008" y="2156504"/>
                  </a:lnTo>
                  <a:lnTo>
                    <a:pt x="2954672" y="2126480"/>
                  </a:lnTo>
                  <a:lnTo>
                    <a:pt x="2984690" y="2109149"/>
                  </a:lnTo>
                  <a:close/>
                </a:path>
                <a:path w="6612890" h="6997065">
                  <a:moveTo>
                    <a:pt x="3059184" y="2240517"/>
                  </a:moveTo>
                  <a:lnTo>
                    <a:pt x="3075342" y="2268503"/>
                  </a:lnTo>
                  <a:lnTo>
                    <a:pt x="3047350" y="2284661"/>
                  </a:lnTo>
                  <a:lnTo>
                    <a:pt x="3031192" y="2256675"/>
                  </a:lnTo>
                  <a:lnTo>
                    <a:pt x="3059184" y="2240517"/>
                  </a:lnTo>
                  <a:close/>
                </a:path>
                <a:path w="6612890" h="6997065">
                  <a:moveTo>
                    <a:pt x="3133773" y="2371482"/>
                  </a:moveTo>
                  <a:lnTo>
                    <a:pt x="3149048" y="2397946"/>
                  </a:lnTo>
                  <a:lnTo>
                    <a:pt x="3122596" y="2413221"/>
                  </a:lnTo>
                  <a:lnTo>
                    <a:pt x="3107315" y="2386757"/>
                  </a:lnTo>
                  <a:lnTo>
                    <a:pt x="3133773" y="2371482"/>
                  </a:lnTo>
                  <a:close/>
                </a:path>
                <a:path w="6612890" h="6997065">
                  <a:moveTo>
                    <a:pt x="3208261" y="2502843"/>
                  </a:moveTo>
                  <a:lnTo>
                    <a:pt x="3222364" y="2527270"/>
                  </a:lnTo>
                  <a:lnTo>
                    <a:pt x="3197937" y="2541373"/>
                  </a:lnTo>
                  <a:lnTo>
                    <a:pt x="3183834" y="2516946"/>
                  </a:lnTo>
                  <a:lnTo>
                    <a:pt x="3208261" y="2502843"/>
                  </a:lnTo>
                  <a:close/>
                </a:path>
                <a:path w="6612890" h="6997065">
                  <a:moveTo>
                    <a:pt x="3282749" y="2634217"/>
                  </a:moveTo>
                  <a:lnTo>
                    <a:pt x="3295674" y="2656606"/>
                  </a:lnTo>
                  <a:lnTo>
                    <a:pt x="3273290" y="2669530"/>
                  </a:lnTo>
                  <a:lnTo>
                    <a:pt x="3260360" y="2647141"/>
                  </a:lnTo>
                  <a:lnTo>
                    <a:pt x="3282749" y="2634217"/>
                  </a:lnTo>
                  <a:close/>
                </a:path>
                <a:path w="6612890" h="6997065">
                  <a:moveTo>
                    <a:pt x="3357345" y="2765175"/>
                  </a:moveTo>
                  <a:lnTo>
                    <a:pt x="3369386" y="2786036"/>
                  </a:lnTo>
                  <a:lnTo>
                    <a:pt x="3348525" y="2798083"/>
                  </a:lnTo>
                  <a:lnTo>
                    <a:pt x="3336478" y="2777223"/>
                  </a:lnTo>
                  <a:lnTo>
                    <a:pt x="3357345" y="2765175"/>
                  </a:lnTo>
                  <a:close/>
                </a:path>
                <a:path w="6612890" h="6997065">
                  <a:moveTo>
                    <a:pt x="3431827" y="2896543"/>
                  </a:moveTo>
                  <a:lnTo>
                    <a:pt x="3442702" y="2915372"/>
                  </a:lnTo>
                  <a:lnTo>
                    <a:pt x="3423872" y="2926241"/>
                  </a:lnTo>
                  <a:lnTo>
                    <a:pt x="3413004" y="2907411"/>
                  </a:lnTo>
                  <a:lnTo>
                    <a:pt x="3431827" y="2896543"/>
                  </a:lnTo>
                  <a:close/>
                </a:path>
                <a:path w="6612890" h="6997065">
                  <a:moveTo>
                    <a:pt x="3506529" y="3027105"/>
                  </a:moveTo>
                  <a:lnTo>
                    <a:pt x="3516811" y="3044915"/>
                  </a:lnTo>
                  <a:lnTo>
                    <a:pt x="3499007" y="3055198"/>
                  </a:lnTo>
                  <a:lnTo>
                    <a:pt x="3488724" y="3037387"/>
                  </a:lnTo>
                  <a:lnTo>
                    <a:pt x="3506529" y="3027105"/>
                  </a:lnTo>
                  <a:close/>
                </a:path>
                <a:path w="6612890" h="6997065">
                  <a:moveTo>
                    <a:pt x="3581017" y="3158466"/>
                  </a:moveTo>
                  <a:lnTo>
                    <a:pt x="3590126" y="3174245"/>
                  </a:lnTo>
                  <a:lnTo>
                    <a:pt x="3574353" y="3183355"/>
                  </a:lnTo>
                  <a:lnTo>
                    <a:pt x="3565244" y="3167576"/>
                  </a:lnTo>
                  <a:lnTo>
                    <a:pt x="3581017" y="3158466"/>
                  </a:lnTo>
                  <a:close/>
                </a:path>
                <a:path w="6612890" h="6997065">
                  <a:moveTo>
                    <a:pt x="3655612" y="3289437"/>
                  </a:moveTo>
                  <a:lnTo>
                    <a:pt x="3663839" y="3303682"/>
                  </a:lnTo>
                  <a:lnTo>
                    <a:pt x="3649594" y="3311909"/>
                  </a:lnTo>
                  <a:lnTo>
                    <a:pt x="3641367" y="3297664"/>
                  </a:lnTo>
                  <a:lnTo>
                    <a:pt x="3655612" y="3289437"/>
                  </a:lnTo>
                  <a:close/>
                </a:path>
                <a:path w="6612890" h="6997065">
                  <a:moveTo>
                    <a:pt x="3730207" y="3420402"/>
                  </a:moveTo>
                  <a:lnTo>
                    <a:pt x="3737552" y="3433125"/>
                  </a:lnTo>
                  <a:lnTo>
                    <a:pt x="3724835" y="3440470"/>
                  </a:lnTo>
                  <a:lnTo>
                    <a:pt x="3717491" y="3427747"/>
                  </a:lnTo>
                  <a:lnTo>
                    <a:pt x="3730207" y="3420402"/>
                  </a:lnTo>
                  <a:close/>
                </a:path>
                <a:path w="6612890" h="6997065">
                  <a:moveTo>
                    <a:pt x="3804803" y="3551360"/>
                  </a:moveTo>
                  <a:lnTo>
                    <a:pt x="3811265" y="3562561"/>
                  </a:lnTo>
                  <a:lnTo>
                    <a:pt x="3800076" y="3569023"/>
                  </a:lnTo>
                  <a:lnTo>
                    <a:pt x="3793608" y="3557823"/>
                  </a:lnTo>
                  <a:lnTo>
                    <a:pt x="3804803" y="3551360"/>
                  </a:lnTo>
                  <a:close/>
                </a:path>
                <a:path w="6612890" h="6997065">
                  <a:moveTo>
                    <a:pt x="3879291" y="3682728"/>
                  </a:moveTo>
                  <a:lnTo>
                    <a:pt x="3884580" y="3691891"/>
                  </a:lnTo>
                  <a:lnTo>
                    <a:pt x="3875417" y="3697180"/>
                  </a:lnTo>
                  <a:lnTo>
                    <a:pt x="3870128" y="3688017"/>
                  </a:lnTo>
                  <a:lnTo>
                    <a:pt x="3879291" y="3682728"/>
                  </a:lnTo>
                  <a:close/>
                </a:path>
                <a:path w="6612890" h="6997065">
                  <a:moveTo>
                    <a:pt x="3953993" y="3813290"/>
                  </a:moveTo>
                  <a:lnTo>
                    <a:pt x="3958695" y="3821434"/>
                  </a:lnTo>
                  <a:lnTo>
                    <a:pt x="3950551" y="3826137"/>
                  </a:lnTo>
                  <a:lnTo>
                    <a:pt x="3945848" y="3817993"/>
                  </a:lnTo>
                  <a:lnTo>
                    <a:pt x="3953993" y="3813290"/>
                  </a:lnTo>
                  <a:close/>
                </a:path>
                <a:path w="6612890" h="6997065">
                  <a:moveTo>
                    <a:pt x="4028694" y="3943852"/>
                  </a:moveTo>
                  <a:lnTo>
                    <a:pt x="4032805" y="3950977"/>
                  </a:lnTo>
                  <a:lnTo>
                    <a:pt x="4025685" y="3955088"/>
                  </a:lnTo>
                  <a:lnTo>
                    <a:pt x="4021569" y="3947962"/>
                  </a:lnTo>
                  <a:lnTo>
                    <a:pt x="4028694" y="3943852"/>
                  </a:lnTo>
                  <a:close/>
                </a:path>
                <a:path w="6612890" h="6997065">
                  <a:moveTo>
                    <a:pt x="4103396" y="4074420"/>
                  </a:moveTo>
                  <a:lnTo>
                    <a:pt x="4106920" y="4080526"/>
                  </a:lnTo>
                  <a:lnTo>
                    <a:pt x="4100820" y="4084051"/>
                  </a:lnTo>
                  <a:lnTo>
                    <a:pt x="4097289" y="4077944"/>
                  </a:lnTo>
                  <a:lnTo>
                    <a:pt x="4103396" y="4074420"/>
                  </a:lnTo>
                  <a:close/>
                </a:path>
                <a:path w="6612890" h="6997065">
                  <a:moveTo>
                    <a:pt x="4178098" y="4204982"/>
                  </a:moveTo>
                  <a:lnTo>
                    <a:pt x="4181035" y="4210070"/>
                  </a:lnTo>
                  <a:lnTo>
                    <a:pt x="4175948" y="4213007"/>
                  </a:lnTo>
                  <a:lnTo>
                    <a:pt x="4173010" y="4207920"/>
                  </a:lnTo>
                  <a:lnTo>
                    <a:pt x="4178098" y="4204982"/>
                  </a:lnTo>
                  <a:close/>
                </a:path>
                <a:path w="6612890" h="6997065">
                  <a:moveTo>
                    <a:pt x="4252799" y="4335544"/>
                  </a:moveTo>
                  <a:lnTo>
                    <a:pt x="4255151" y="4339613"/>
                  </a:lnTo>
                  <a:lnTo>
                    <a:pt x="4251082" y="4341965"/>
                  </a:lnTo>
                  <a:lnTo>
                    <a:pt x="4248730" y="4337895"/>
                  </a:lnTo>
                  <a:lnTo>
                    <a:pt x="4252799" y="4335544"/>
                  </a:lnTo>
                  <a:close/>
                </a:path>
                <a:path w="6612890" h="6997065">
                  <a:moveTo>
                    <a:pt x="4327507" y="4466106"/>
                  </a:moveTo>
                  <a:lnTo>
                    <a:pt x="4329266" y="4469156"/>
                  </a:lnTo>
                  <a:lnTo>
                    <a:pt x="4326210" y="4470921"/>
                  </a:lnTo>
                  <a:lnTo>
                    <a:pt x="4324444" y="4467871"/>
                  </a:lnTo>
                  <a:lnTo>
                    <a:pt x="4327507" y="4466106"/>
                  </a:lnTo>
                  <a:close/>
                </a:path>
                <a:path w="6612890" h="6997065">
                  <a:moveTo>
                    <a:pt x="4402202" y="4596668"/>
                  </a:moveTo>
                  <a:lnTo>
                    <a:pt x="4403375" y="4598706"/>
                  </a:lnTo>
                  <a:lnTo>
                    <a:pt x="4401349" y="4599878"/>
                  </a:lnTo>
                  <a:lnTo>
                    <a:pt x="4400171" y="4597841"/>
                  </a:lnTo>
                  <a:lnTo>
                    <a:pt x="4402202" y="4596668"/>
                  </a:lnTo>
                  <a:close/>
                </a:path>
                <a:path w="6612890" h="6997065">
                  <a:moveTo>
                    <a:pt x="4475891" y="4727817"/>
                  </a:moveTo>
                  <a:lnTo>
                    <a:pt x="4477242" y="4727817"/>
                  </a:lnTo>
                  <a:lnTo>
                    <a:pt x="4477491" y="4728249"/>
                  </a:lnTo>
                  <a:lnTo>
                    <a:pt x="4476140" y="4728249"/>
                  </a:lnTo>
                  <a:lnTo>
                    <a:pt x="4475891" y="4727817"/>
                  </a:lnTo>
                  <a:close/>
                </a:path>
                <a:path w="6612890" h="6997065">
                  <a:moveTo>
                    <a:pt x="1528822" y="0"/>
                  </a:moveTo>
                  <a:lnTo>
                    <a:pt x="1619065" y="0"/>
                  </a:lnTo>
                  <a:lnTo>
                    <a:pt x="1628375" y="16124"/>
                  </a:lnTo>
                  <a:lnTo>
                    <a:pt x="1560692" y="55199"/>
                  </a:lnTo>
                  <a:lnTo>
                    <a:pt x="1528822" y="0"/>
                  </a:lnTo>
                  <a:close/>
                </a:path>
                <a:path w="6612890" h="6997065">
                  <a:moveTo>
                    <a:pt x="1663682" y="80218"/>
                  </a:moveTo>
                  <a:lnTo>
                    <a:pt x="1701288" y="145348"/>
                  </a:lnTo>
                  <a:lnTo>
                    <a:pt x="1636152" y="182953"/>
                  </a:lnTo>
                  <a:lnTo>
                    <a:pt x="1598547" y="117823"/>
                  </a:lnTo>
                  <a:lnTo>
                    <a:pt x="1663682" y="80218"/>
                  </a:lnTo>
                  <a:close/>
                </a:path>
                <a:path w="6612890" h="6997065">
                  <a:moveTo>
                    <a:pt x="1738171" y="211579"/>
                  </a:moveTo>
                  <a:lnTo>
                    <a:pt x="1774597" y="274678"/>
                  </a:lnTo>
                  <a:lnTo>
                    <a:pt x="1711499" y="311105"/>
                  </a:lnTo>
                  <a:lnTo>
                    <a:pt x="1675072" y="248006"/>
                  </a:lnTo>
                  <a:lnTo>
                    <a:pt x="1738171" y="211579"/>
                  </a:lnTo>
                  <a:close/>
                </a:path>
                <a:path w="6612890" h="6997065">
                  <a:moveTo>
                    <a:pt x="1812547" y="343350"/>
                  </a:moveTo>
                  <a:lnTo>
                    <a:pt x="1847511" y="403901"/>
                  </a:lnTo>
                  <a:lnTo>
                    <a:pt x="1786953" y="438865"/>
                  </a:lnTo>
                  <a:lnTo>
                    <a:pt x="1751996" y="378308"/>
                  </a:lnTo>
                  <a:lnTo>
                    <a:pt x="1812547" y="343350"/>
                  </a:lnTo>
                  <a:close/>
                </a:path>
                <a:path w="6612890" h="6997065">
                  <a:moveTo>
                    <a:pt x="1887029" y="474711"/>
                  </a:moveTo>
                  <a:lnTo>
                    <a:pt x="1920814" y="533231"/>
                  </a:lnTo>
                  <a:lnTo>
                    <a:pt x="1862300" y="567016"/>
                  </a:lnTo>
                  <a:lnTo>
                    <a:pt x="1828515" y="508496"/>
                  </a:lnTo>
                  <a:lnTo>
                    <a:pt x="1887029" y="474711"/>
                  </a:lnTo>
                  <a:close/>
                </a:path>
                <a:path w="6612890" h="6997065">
                  <a:moveTo>
                    <a:pt x="1961517" y="606079"/>
                  </a:moveTo>
                  <a:lnTo>
                    <a:pt x="1994130" y="662561"/>
                  </a:lnTo>
                  <a:lnTo>
                    <a:pt x="1937647" y="695173"/>
                  </a:lnTo>
                  <a:lnTo>
                    <a:pt x="1905035" y="638691"/>
                  </a:lnTo>
                  <a:lnTo>
                    <a:pt x="1961517" y="606079"/>
                  </a:lnTo>
                  <a:close/>
                </a:path>
                <a:path w="6612890" h="6997065">
                  <a:moveTo>
                    <a:pt x="2036011" y="737441"/>
                  </a:moveTo>
                  <a:lnTo>
                    <a:pt x="2067445" y="791891"/>
                  </a:lnTo>
                  <a:lnTo>
                    <a:pt x="2012995" y="823325"/>
                  </a:lnTo>
                  <a:lnTo>
                    <a:pt x="1981561" y="768880"/>
                  </a:lnTo>
                  <a:lnTo>
                    <a:pt x="2036011" y="737441"/>
                  </a:lnTo>
                  <a:close/>
                </a:path>
                <a:path w="6612890" h="6997065">
                  <a:moveTo>
                    <a:pt x="2110494" y="868808"/>
                  </a:moveTo>
                  <a:lnTo>
                    <a:pt x="2140755" y="921221"/>
                  </a:lnTo>
                  <a:lnTo>
                    <a:pt x="2088341" y="951482"/>
                  </a:lnTo>
                  <a:lnTo>
                    <a:pt x="2058081" y="899069"/>
                  </a:lnTo>
                  <a:lnTo>
                    <a:pt x="2110494" y="868808"/>
                  </a:lnTo>
                  <a:close/>
                </a:path>
                <a:path w="6612890" h="6997065">
                  <a:moveTo>
                    <a:pt x="2184870" y="1000572"/>
                  </a:moveTo>
                  <a:lnTo>
                    <a:pt x="2213662" y="1050445"/>
                  </a:lnTo>
                  <a:lnTo>
                    <a:pt x="2163796" y="1079237"/>
                  </a:lnTo>
                  <a:lnTo>
                    <a:pt x="2135003" y="1029365"/>
                  </a:lnTo>
                  <a:lnTo>
                    <a:pt x="2184870" y="1000572"/>
                  </a:lnTo>
                  <a:close/>
                </a:path>
                <a:path w="6612890" h="6997065">
                  <a:moveTo>
                    <a:pt x="2259358" y="1131940"/>
                  </a:moveTo>
                  <a:lnTo>
                    <a:pt x="2286977" y="1179769"/>
                  </a:lnTo>
                  <a:lnTo>
                    <a:pt x="2239143" y="1207388"/>
                  </a:lnTo>
                  <a:lnTo>
                    <a:pt x="2211529" y="1159553"/>
                  </a:lnTo>
                  <a:lnTo>
                    <a:pt x="2259358" y="1131940"/>
                  </a:lnTo>
                  <a:close/>
                </a:path>
                <a:path w="6612890" h="6997065">
                  <a:moveTo>
                    <a:pt x="2333739" y="1263704"/>
                  </a:moveTo>
                  <a:lnTo>
                    <a:pt x="2359891" y="1308998"/>
                  </a:lnTo>
                  <a:lnTo>
                    <a:pt x="2314603" y="1335142"/>
                  </a:lnTo>
                  <a:lnTo>
                    <a:pt x="2288452" y="1289854"/>
                  </a:lnTo>
                  <a:lnTo>
                    <a:pt x="2333739" y="1263704"/>
                  </a:lnTo>
                  <a:close/>
                </a:path>
                <a:path w="6612890" h="6997065">
                  <a:moveTo>
                    <a:pt x="2408122" y="1395474"/>
                  </a:moveTo>
                  <a:lnTo>
                    <a:pt x="2432797" y="1438221"/>
                  </a:lnTo>
                  <a:lnTo>
                    <a:pt x="2390056" y="1462897"/>
                  </a:lnTo>
                  <a:lnTo>
                    <a:pt x="2365375" y="1420156"/>
                  </a:lnTo>
                  <a:lnTo>
                    <a:pt x="2408122" y="1395474"/>
                  </a:lnTo>
                  <a:close/>
                </a:path>
                <a:path w="6612890" h="6997065">
                  <a:moveTo>
                    <a:pt x="2482604" y="1526842"/>
                  </a:moveTo>
                  <a:lnTo>
                    <a:pt x="2506107" y="1567551"/>
                  </a:lnTo>
                  <a:lnTo>
                    <a:pt x="2465397" y="1591054"/>
                  </a:lnTo>
                  <a:lnTo>
                    <a:pt x="2441895" y="1550344"/>
                  </a:lnTo>
                  <a:lnTo>
                    <a:pt x="2482604" y="1526842"/>
                  </a:lnTo>
                  <a:close/>
                </a:path>
                <a:path w="6612890" h="6997065">
                  <a:moveTo>
                    <a:pt x="2557092" y="1658204"/>
                  </a:moveTo>
                  <a:lnTo>
                    <a:pt x="2579422" y="1696881"/>
                  </a:lnTo>
                  <a:lnTo>
                    <a:pt x="2540751" y="1719211"/>
                  </a:lnTo>
                  <a:lnTo>
                    <a:pt x="2518421" y="1680534"/>
                  </a:lnTo>
                  <a:lnTo>
                    <a:pt x="2557092" y="1658204"/>
                  </a:lnTo>
                  <a:close/>
                </a:path>
                <a:path w="6612890" h="6997065">
                  <a:moveTo>
                    <a:pt x="2631688" y="1789174"/>
                  </a:moveTo>
                  <a:lnTo>
                    <a:pt x="2653135" y="1826318"/>
                  </a:lnTo>
                  <a:lnTo>
                    <a:pt x="2615986" y="1847765"/>
                  </a:lnTo>
                  <a:lnTo>
                    <a:pt x="2594538" y="1810622"/>
                  </a:lnTo>
                  <a:lnTo>
                    <a:pt x="2631688" y="1789174"/>
                  </a:lnTo>
                  <a:close/>
                </a:path>
                <a:path w="6612890" h="6997065">
                  <a:moveTo>
                    <a:pt x="2706176" y="1920536"/>
                  </a:moveTo>
                  <a:lnTo>
                    <a:pt x="2726451" y="1955648"/>
                  </a:lnTo>
                  <a:lnTo>
                    <a:pt x="2691339" y="1975917"/>
                  </a:lnTo>
                  <a:lnTo>
                    <a:pt x="2671064" y="1940805"/>
                  </a:lnTo>
                  <a:lnTo>
                    <a:pt x="2706176" y="1920536"/>
                  </a:lnTo>
                  <a:close/>
                </a:path>
                <a:path w="6612890" h="6997065">
                  <a:moveTo>
                    <a:pt x="2780658" y="2051904"/>
                  </a:moveTo>
                  <a:lnTo>
                    <a:pt x="2799755" y="2084978"/>
                  </a:lnTo>
                  <a:lnTo>
                    <a:pt x="2766680" y="2104074"/>
                  </a:lnTo>
                  <a:lnTo>
                    <a:pt x="2747584" y="2071000"/>
                  </a:lnTo>
                  <a:lnTo>
                    <a:pt x="2780658" y="2051904"/>
                  </a:lnTo>
                  <a:close/>
                </a:path>
                <a:path w="6612890" h="6997065">
                  <a:moveTo>
                    <a:pt x="2855147" y="2183265"/>
                  </a:moveTo>
                  <a:lnTo>
                    <a:pt x="2873070" y="2214308"/>
                  </a:lnTo>
                  <a:lnTo>
                    <a:pt x="2842033" y="2232231"/>
                  </a:lnTo>
                  <a:lnTo>
                    <a:pt x="2824110" y="2201188"/>
                  </a:lnTo>
                  <a:lnTo>
                    <a:pt x="2855147" y="2183265"/>
                  </a:lnTo>
                  <a:close/>
                </a:path>
                <a:path w="6612890" h="6997065">
                  <a:moveTo>
                    <a:pt x="2929528" y="2315035"/>
                  </a:moveTo>
                  <a:lnTo>
                    <a:pt x="2945977" y="2343525"/>
                  </a:lnTo>
                  <a:lnTo>
                    <a:pt x="2917487" y="2359980"/>
                  </a:lnTo>
                  <a:lnTo>
                    <a:pt x="2901032" y="2331484"/>
                  </a:lnTo>
                  <a:lnTo>
                    <a:pt x="2929528" y="2315035"/>
                  </a:lnTo>
                  <a:close/>
                </a:path>
                <a:path w="6612890" h="6997065">
                  <a:moveTo>
                    <a:pt x="3004229" y="2445597"/>
                  </a:moveTo>
                  <a:lnTo>
                    <a:pt x="3020098" y="2473074"/>
                  </a:lnTo>
                  <a:lnTo>
                    <a:pt x="2992615" y="2488942"/>
                  </a:lnTo>
                  <a:lnTo>
                    <a:pt x="2976753" y="2461459"/>
                  </a:lnTo>
                  <a:lnTo>
                    <a:pt x="3004229" y="2445597"/>
                  </a:lnTo>
                  <a:close/>
                </a:path>
                <a:path w="6612890" h="6997065">
                  <a:moveTo>
                    <a:pt x="3078713" y="2576965"/>
                  </a:moveTo>
                  <a:lnTo>
                    <a:pt x="3093402" y="2602404"/>
                  </a:lnTo>
                  <a:lnTo>
                    <a:pt x="3067962" y="2617094"/>
                  </a:lnTo>
                  <a:lnTo>
                    <a:pt x="3053273" y="2591654"/>
                  </a:lnTo>
                  <a:lnTo>
                    <a:pt x="3078713" y="2576965"/>
                  </a:lnTo>
                  <a:close/>
                </a:path>
                <a:path w="6612890" h="6997065">
                  <a:moveTo>
                    <a:pt x="3153094" y="2708729"/>
                  </a:moveTo>
                  <a:lnTo>
                    <a:pt x="3166315" y="2731628"/>
                  </a:lnTo>
                  <a:lnTo>
                    <a:pt x="3143416" y="2744848"/>
                  </a:lnTo>
                  <a:lnTo>
                    <a:pt x="3130196" y="2721950"/>
                  </a:lnTo>
                  <a:lnTo>
                    <a:pt x="3153094" y="2708729"/>
                  </a:lnTo>
                  <a:close/>
                </a:path>
                <a:path w="6612890" h="6997065">
                  <a:moveTo>
                    <a:pt x="3227690" y="2839700"/>
                  </a:moveTo>
                  <a:lnTo>
                    <a:pt x="3240027" y="2861064"/>
                  </a:lnTo>
                  <a:lnTo>
                    <a:pt x="3218657" y="2873402"/>
                  </a:lnTo>
                  <a:lnTo>
                    <a:pt x="3206319" y="2852038"/>
                  </a:lnTo>
                  <a:lnTo>
                    <a:pt x="3227690" y="2839700"/>
                  </a:lnTo>
                  <a:close/>
                </a:path>
                <a:path w="6612890" h="6997065">
                  <a:moveTo>
                    <a:pt x="3302285" y="2970658"/>
                  </a:moveTo>
                  <a:lnTo>
                    <a:pt x="3313746" y="2990501"/>
                  </a:lnTo>
                  <a:lnTo>
                    <a:pt x="3293898" y="3001962"/>
                  </a:lnTo>
                  <a:lnTo>
                    <a:pt x="3282443" y="2982114"/>
                  </a:lnTo>
                  <a:lnTo>
                    <a:pt x="3302285" y="2970658"/>
                  </a:lnTo>
                  <a:close/>
                </a:path>
                <a:path w="6612890" h="6997065">
                  <a:moveTo>
                    <a:pt x="3376881" y="3101623"/>
                  </a:moveTo>
                  <a:lnTo>
                    <a:pt x="3387459" y="3119943"/>
                  </a:lnTo>
                  <a:lnTo>
                    <a:pt x="3369139" y="3130516"/>
                  </a:lnTo>
                  <a:lnTo>
                    <a:pt x="3358567" y="3112196"/>
                  </a:lnTo>
                  <a:lnTo>
                    <a:pt x="3376881" y="3101623"/>
                  </a:lnTo>
                  <a:close/>
                </a:path>
                <a:path w="6612890" h="6997065">
                  <a:moveTo>
                    <a:pt x="3451368" y="3232991"/>
                  </a:moveTo>
                  <a:lnTo>
                    <a:pt x="3460768" y="3249274"/>
                  </a:lnTo>
                  <a:lnTo>
                    <a:pt x="3444486" y="3258674"/>
                  </a:lnTo>
                  <a:lnTo>
                    <a:pt x="3435086" y="3242391"/>
                  </a:lnTo>
                  <a:lnTo>
                    <a:pt x="3451368" y="3232991"/>
                  </a:lnTo>
                  <a:close/>
                </a:path>
                <a:path w="6612890" h="6997065">
                  <a:moveTo>
                    <a:pt x="3525964" y="3363949"/>
                  </a:moveTo>
                  <a:lnTo>
                    <a:pt x="3534481" y="3378704"/>
                  </a:lnTo>
                  <a:lnTo>
                    <a:pt x="3519727" y="3387227"/>
                  </a:lnTo>
                  <a:lnTo>
                    <a:pt x="3511203" y="3372467"/>
                  </a:lnTo>
                  <a:lnTo>
                    <a:pt x="3525964" y="3363949"/>
                  </a:lnTo>
                  <a:close/>
                </a:path>
                <a:path w="6612890" h="6997065">
                  <a:moveTo>
                    <a:pt x="3600557" y="3494914"/>
                  </a:moveTo>
                  <a:lnTo>
                    <a:pt x="3608193" y="3508146"/>
                  </a:lnTo>
                  <a:lnTo>
                    <a:pt x="3594967" y="3515781"/>
                  </a:lnTo>
                  <a:lnTo>
                    <a:pt x="3587326" y="3502555"/>
                  </a:lnTo>
                  <a:lnTo>
                    <a:pt x="3600557" y="3494914"/>
                  </a:lnTo>
                  <a:close/>
                </a:path>
                <a:path w="6612890" h="6997065">
                  <a:moveTo>
                    <a:pt x="3675154" y="3625885"/>
                  </a:moveTo>
                  <a:lnTo>
                    <a:pt x="3681907" y="3637583"/>
                  </a:lnTo>
                  <a:lnTo>
                    <a:pt x="3670203" y="3644342"/>
                  </a:lnTo>
                  <a:lnTo>
                    <a:pt x="3663450" y="3632643"/>
                  </a:lnTo>
                  <a:lnTo>
                    <a:pt x="3675154" y="3625885"/>
                  </a:lnTo>
                  <a:close/>
                </a:path>
                <a:path w="6612890" h="6997065">
                  <a:moveTo>
                    <a:pt x="3749642" y="3757247"/>
                  </a:moveTo>
                  <a:lnTo>
                    <a:pt x="3755222" y="3766914"/>
                  </a:lnTo>
                  <a:lnTo>
                    <a:pt x="3745555" y="3772499"/>
                  </a:lnTo>
                  <a:lnTo>
                    <a:pt x="3739970" y="3762826"/>
                  </a:lnTo>
                  <a:lnTo>
                    <a:pt x="3749642" y="3757247"/>
                  </a:lnTo>
                  <a:close/>
                </a:path>
                <a:path w="6612890" h="6997065">
                  <a:moveTo>
                    <a:pt x="3824338" y="3887809"/>
                  </a:moveTo>
                  <a:lnTo>
                    <a:pt x="3829331" y="3896462"/>
                  </a:lnTo>
                  <a:lnTo>
                    <a:pt x="3820684" y="3901455"/>
                  </a:lnTo>
                  <a:lnTo>
                    <a:pt x="3815691" y="3892802"/>
                  </a:lnTo>
                  <a:lnTo>
                    <a:pt x="3824338" y="3887809"/>
                  </a:lnTo>
                  <a:close/>
                </a:path>
                <a:path w="6612890" h="6997065">
                  <a:moveTo>
                    <a:pt x="3899040" y="4018377"/>
                  </a:moveTo>
                  <a:lnTo>
                    <a:pt x="3903447" y="4026005"/>
                  </a:lnTo>
                  <a:lnTo>
                    <a:pt x="3895818" y="4030412"/>
                  </a:lnTo>
                  <a:lnTo>
                    <a:pt x="3891411" y="4022783"/>
                  </a:lnTo>
                  <a:lnTo>
                    <a:pt x="3899040" y="4018377"/>
                  </a:lnTo>
                  <a:close/>
                </a:path>
                <a:path w="6612890" h="6997065">
                  <a:moveTo>
                    <a:pt x="3973747" y="4148939"/>
                  </a:moveTo>
                  <a:lnTo>
                    <a:pt x="3977562" y="4155549"/>
                  </a:lnTo>
                  <a:lnTo>
                    <a:pt x="3970946" y="4159369"/>
                  </a:lnTo>
                  <a:lnTo>
                    <a:pt x="3967131" y="4152759"/>
                  </a:lnTo>
                  <a:lnTo>
                    <a:pt x="3973747" y="4148939"/>
                  </a:lnTo>
                  <a:close/>
                </a:path>
                <a:path w="6612890" h="6997065">
                  <a:moveTo>
                    <a:pt x="4048337" y="4279898"/>
                  </a:moveTo>
                  <a:lnTo>
                    <a:pt x="4051274" y="4284985"/>
                  </a:lnTo>
                  <a:lnTo>
                    <a:pt x="4046187" y="4287923"/>
                  </a:lnTo>
                  <a:lnTo>
                    <a:pt x="4043249" y="4282835"/>
                  </a:lnTo>
                  <a:lnTo>
                    <a:pt x="4048337" y="4279898"/>
                  </a:lnTo>
                  <a:close/>
                </a:path>
                <a:path w="6612890" h="6997065">
                  <a:moveTo>
                    <a:pt x="4123038" y="4410460"/>
                  </a:moveTo>
                  <a:lnTo>
                    <a:pt x="4125390" y="4414535"/>
                  </a:lnTo>
                  <a:lnTo>
                    <a:pt x="4121321" y="4416886"/>
                  </a:lnTo>
                  <a:lnTo>
                    <a:pt x="4118969" y="4412811"/>
                  </a:lnTo>
                  <a:lnTo>
                    <a:pt x="4123038" y="4410460"/>
                  </a:lnTo>
                  <a:close/>
                </a:path>
                <a:path w="6612890" h="6997065">
                  <a:moveTo>
                    <a:pt x="4197746" y="4541022"/>
                  </a:moveTo>
                  <a:lnTo>
                    <a:pt x="4199505" y="4544078"/>
                  </a:lnTo>
                  <a:lnTo>
                    <a:pt x="4196455" y="4545837"/>
                  </a:lnTo>
                  <a:lnTo>
                    <a:pt x="4194690" y="4542787"/>
                  </a:lnTo>
                  <a:lnTo>
                    <a:pt x="4197746" y="4541022"/>
                  </a:lnTo>
                  <a:close/>
                </a:path>
                <a:path w="6612890" h="6997065">
                  <a:moveTo>
                    <a:pt x="4272447" y="4671584"/>
                  </a:moveTo>
                  <a:lnTo>
                    <a:pt x="4273620" y="4673621"/>
                  </a:lnTo>
                  <a:lnTo>
                    <a:pt x="4271588" y="4674800"/>
                  </a:lnTo>
                  <a:lnTo>
                    <a:pt x="4270410" y="4672763"/>
                  </a:lnTo>
                  <a:lnTo>
                    <a:pt x="4272447" y="4671584"/>
                  </a:lnTo>
                  <a:close/>
                </a:path>
                <a:path w="6612890" h="6997065">
                  <a:moveTo>
                    <a:pt x="4347255" y="4801749"/>
                  </a:moveTo>
                  <a:lnTo>
                    <a:pt x="4348138" y="4803277"/>
                  </a:lnTo>
                  <a:lnTo>
                    <a:pt x="4346610" y="4804160"/>
                  </a:lnTo>
                  <a:lnTo>
                    <a:pt x="4345727" y="4802631"/>
                  </a:lnTo>
                  <a:lnTo>
                    <a:pt x="4347255" y="4801749"/>
                  </a:lnTo>
                  <a:close/>
                </a:path>
                <a:path w="6612890" h="6997065">
                  <a:moveTo>
                    <a:pt x="1459759" y="22563"/>
                  </a:moveTo>
                  <a:lnTo>
                    <a:pt x="1499420" y="91259"/>
                  </a:lnTo>
                  <a:lnTo>
                    <a:pt x="1430718" y="130920"/>
                  </a:lnTo>
                  <a:lnTo>
                    <a:pt x="1391058" y="62224"/>
                  </a:lnTo>
                  <a:lnTo>
                    <a:pt x="1459759" y="22563"/>
                  </a:lnTo>
                  <a:close/>
                </a:path>
                <a:path w="6612890" h="6997065">
                  <a:moveTo>
                    <a:pt x="1534455" y="153125"/>
                  </a:moveTo>
                  <a:lnTo>
                    <a:pt x="1573529" y="220808"/>
                  </a:lnTo>
                  <a:lnTo>
                    <a:pt x="1505853" y="259882"/>
                  </a:lnTo>
                  <a:lnTo>
                    <a:pt x="1466778" y="192199"/>
                  </a:lnTo>
                  <a:lnTo>
                    <a:pt x="1534455" y="153125"/>
                  </a:lnTo>
                  <a:close/>
                </a:path>
                <a:path w="6612890" h="6997065">
                  <a:moveTo>
                    <a:pt x="1608837" y="284895"/>
                  </a:moveTo>
                  <a:lnTo>
                    <a:pt x="1646443" y="350025"/>
                  </a:lnTo>
                  <a:lnTo>
                    <a:pt x="1581307" y="387631"/>
                  </a:lnTo>
                  <a:lnTo>
                    <a:pt x="1543701" y="322501"/>
                  </a:lnTo>
                  <a:lnTo>
                    <a:pt x="1608837" y="284895"/>
                  </a:lnTo>
                  <a:close/>
                </a:path>
                <a:path w="6612890" h="6997065">
                  <a:moveTo>
                    <a:pt x="1683213" y="416660"/>
                  </a:moveTo>
                  <a:lnTo>
                    <a:pt x="1719349" y="479248"/>
                  </a:lnTo>
                  <a:lnTo>
                    <a:pt x="1656760" y="515385"/>
                  </a:lnTo>
                  <a:lnTo>
                    <a:pt x="1620624" y="452796"/>
                  </a:lnTo>
                  <a:lnTo>
                    <a:pt x="1683213" y="416660"/>
                  </a:lnTo>
                  <a:close/>
                </a:path>
                <a:path w="6612890" h="6997065">
                  <a:moveTo>
                    <a:pt x="1757595" y="548424"/>
                  </a:moveTo>
                  <a:lnTo>
                    <a:pt x="1792263" y="608472"/>
                  </a:lnTo>
                  <a:lnTo>
                    <a:pt x="1732215" y="643140"/>
                  </a:lnTo>
                  <a:lnTo>
                    <a:pt x="1697547" y="583092"/>
                  </a:lnTo>
                  <a:lnTo>
                    <a:pt x="1757595" y="548424"/>
                  </a:lnTo>
                  <a:close/>
                </a:path>
                <a:path w="6612890" h="6997065">
                  <a:moveTo>
                    <a:pt x="1832083" y="679791"/>
                  </a:moveTo>
                  <a:lnTo>
                    <a:pt x="1865578" y="737802"/>
                  </a:lnTo>
                  <a:lnTo>
                    <a:pt x="1807567" y="771291"/>
                  </a:lnTo>
                  <a:lnTo>
                    <a:pt x="1774072" y="713280"/>
                  </a:lnTo>
                  <a:lnTo>
                    <a:pt x="1832083" y="679791"/>
                  </a:lnTo>
                  <a:close/>
                </a:path>
                <a:path w="6612890" h="6997065">
                  <a:moveTo>
                    <a:pt x="1906570" y="811153"/>
                  </a:moveTo>
                  <a:lnTo>
                    <a:pt x="1938894" y="867132"/>
                  </a:lnTo>
                  <a:lnTo>
                    <a:pt x="1882915" y="899448"/>
                  </a:lnTo>
                  <a:lnTo>
                    <a:pt x="1850593" y="843475"/>
                  </a:lnTo>
                  <a:lnTo>
                    <a:pt x="1906570" y="811153"/>
                  </a:lnTo>
                  <a:close/>
                </a:path>
                <a:path w="6612890" h="6997065">
                  <a:moveTo>
                    <a:pt x="1980953" y="942923"/>
                  </a:moveTo>
                  <a:lnTo>
                    <a:pt x="2011800" y="996349"/>
                  </a:lnTo>
                  <a:lnTo>
                    <a:pt x="1958368" y="1027202"/>
                  </a:lnTo>
                  <a:lnTo>
                    <a:pt x="1927521" y="973771"/>
                  </a:lnTo>
                  <a:lnTo>
                    <a:pt x="1980953" y="942923"/>
                  </a:lnTo>
                  <a:close/>
                </a:path>
                <a:path w="6612890" h="6997065">
                  <a:moveTo>
                    <a:pt x="2055435" y="1074285"/>
                  </a:moveTo>
                  <a:lnTo>
                    <a:pt x="2085110" y="1125685"/>
                  </a:lnTo>
                  <a:lnTo>
                    <a:pt x="2033716" y="1155360"/>
                  </a:lnTo>
                  <a:lnTo>
                    <a:pt x="2004041" y="1103959"/>
                  </a:lnTo>
                  <a:lnTo>
                    <a:pt x="2055435" y="1074285"/>
                  </a:lnTo>
                  <a:close/>
                </a:path>
                <a:path w="6612890" h="6997065">
                  <a:moveTo>
                    <a:pt x="2129930" y="1205658"/>
                  </a:moveTo>
                  <a:lnTo>
                    <a:pt x="2158426" y="1255015"/>
                  </a:lnTo>
                  <a:lnTo>
                    <a:pt x="2109063" y="1283511"/>
                  </a:lnTo>
                  <a:lnTo>
                    <a:pt x="2080567" y="1234154"/>
                  </a:lnTo>
                  <a:lnTo>
                    <a:pt x="2129930" y="1205658"/>
                  </a:lnTo>
                  <a:close/>
                </a:path>
                <a:path w="6612890" h="6997065">
                  <a:moveTo>
                    <a:pt x="2204306" y="1337417"/>
                  </a:moveTo>
                  <a:lnTo>
                    <a:pt x="2231332" y="1384239"/>
                  </a:lnTo>
                  <a:lnTo>
                    <a:pt x="2184517" y="1411265"/>
                  </a:lnTo>
                  <a:lnTo>
                    <a:pt x="2157490" y="1364449"/>
                  </a:lnTo>
                  <a:lnTo>
                    <a:pt x="2204306" y="1337417"/>
                  </a:lnTo>
                  <a:close/>
                </a:path>
                <a:path w="6612890" h="6997065">
                  <a:moveTo>
                    <a:pt x="2278687" y="1469187"/>
                  </a:moveTo>
                  <a:lnTo>
                    <a:pt x="2304246" y="1513462"/>
                  </a:lnTo>
                  <a:lnTo>
                    <a:pt x="2259971" y="1539020"/>
                  </a:lnTo>
                  <a:lnTo>
                    <a:pt x="2234412" y="1494751"/>
                  </a:lnTo>
                  <a:lnTo>
                    <a:pt x="2278687" y="1469187"/>
                  </a:lnTo>
                  <a:close/>
                </a:path>
                <a:path w="6612890" h="6997065">
                  <a:moveTo>
                    <a:pt x="2353170" y="1600554"/>
                  </a:moveTo>
                  <a:lnTo>
                    <a:pt x="2377555" y="1642792"/>
                  </a:lnTo>
                  <a:lnTo>
                    <a:pt x="2335324" y="1667171"/>
                  </a:lnTo>
                  <a:lnTo>
                    <a:pt x="2310939" y="1624934"/>
                  </a:lnTo>
                  <a:lnTo>
                    <a:pt x="2353170" y="1600554"/>
                  </a:lnTo>
                  <a:close/>
                </a:path>
                <a:path w="6612890" h="6997065">
                  <a:moveTo>
                    <a:pt x="2427545" y="1732319"/>
                  </a:moveTo>
                  <a:lnTo>
                    <a:pt x="2450462" y="1772015"/>
                  </a:lnTo>
                  <a:lnTo>
                    <a:pt x="2410778" y="1794925"/>
                  </a:lnTo>
                  <a:lnTo>
                    <a:pt x="2387861" y="1755235"/>
                  </a:lnTo>
                  <a:lnTo>
                    <a:pt x="2427545" y="1732319"/>
                  </a:lnTo>
                  <a:close/>
                </a:path>
                <a:path w="6612890" h="6997065">
                  <a:moveTo>
                    <a:pt x="2502147" y="1863284"/>
                  </a:moveTo>
                  <a:lnTo>
                    <a:pt x="2524181" y="1901452"/>
                  </a:lnTo>
                  <a:lnTo>
                    <a:pt x="2486012" y="1923486"/>
                  </a:lnTo>
                  <a:lnTo>
                    <a:pt x="2463978" y="1885324"/>
                  </a:lnTo>
                  <a:lnTo>
                    <a:pt x="2502147" y="1863284"/>
                  </a:lnTo>
                  <a:close/>
                </a:path>
                <a:path w="6612890" h="6997065">
                  <a:moveTo>
                    <a:pt x="2576629" y="1994651"/>
                  </a:moveTo>
                  <a:lnTo>
                    <a:pt x="2597490" y="2030782"/>
                  </a:lnTo>
                  <a:lnTo>
                    <a:pt x="2561365" y="2051637"/>
                  </a:lnTo>
                  <a:lnTo>
                    <a:pt x="2540504" y="2015512"/>
                  </a:lnTo>
                  <a:lnTo>
                    <a:pt x="2576629" y="1994651"/>
                  </a:lnTo>
                  <a:close/>
                </a:path>
                <a:path w="6612890" h="6997065">
                  <a:moveTo>
                    <a:pt x="2651011" y="2126421"/>
                  </a:moveTo>
                  <a:lnTo>
                    <a:pt x="2670403" y="2160005"/>
                  </a:lnTo>
                  <a:lnTo>
                    <a:pt x="2636819" y="2179392"/>
                  </a:lnTo>
                  <a:lnTo>
                    <a:pt x="2617427" y="2145808"/>
                  </a:lnTo>
                  <a:lnTo>
                    <a:pt x="2651011" y="2126421"/>
                  </a:lnTo>
                  <a:close/>
                </a:path>
                <a:path w="6612890" h="6997065">
                  <a:moveTo>
                    <a:pt x="2725606" y="2257380"/>
                  </a:moveTo>
                  <a:lnTo>
                    <a:pt x="2744116" y="2289441"/>
                  </a:lnTo>
                  <a:lnTo>
                    <a:pt x="2712060" y="2307945"/>
                  </a:lnTo>
                  <a:lnTo>
                    <a:pt x="2693551" y="2275890"/>
                  </a:lnTo>
                  <a:lnTo>
                    <a:pt x="2725606" y="2257380"/>
                  </a:lnTo>
                  <a:close/>
                </a:path>
                <a:path w="6612890" h="6997065">
                  <a:moveTo>
                    <a:pt x="2799982" y="2389150"/>
                  </a:moveTo>
                  <a:lnTo>
                    <a:pt x="2817023" y="2418665"/>
                  </a:lnTo>
                  <a:lnTo>
                    <a:pt x="2787514" y="2435705"/>
                  </a:lnTo>
                  <a:lnTo>
                    <a:pt x="2770474" y="2406185"/>
                  </a:lnTo>
                  <a:lnTo>
                    <a:pt x="2799982" y="2389150"/>
                  </a:lnTo>
                  <a:close/>
                </a:path>
                <a:path w="6612890" h="6997065">
                  <a:moveTo>
                    <a:pt x="2874583" y="2520109"/>
                  </a:moveTo>
                  <a:lnTo>
                    <a:pt x="2890742" y="2548101"/>
                  </a:lnTo>
                  <a:lnTo>
                    <a:pt x="2862749" y="2564259"/>
                  </a:lnTo>
                  <a:lnTo>
                    <a:pt x="2846591" y="2536267"/>
                  </a:lnTo>
                  <a:lnTo>
                    <a:pt x="2874583" y="2520109"/>
                  </a:lnTo>
                  <a:close/>
                </a:path>
                <a:path w="6612890" h="6997065">
                  <a:moveTo>
                    <a:pt x="2949066" y="2651482"/>
                  </a:moveTo>
                  <a:lnTo>
                    <a:pt x="2964051" y="2677431"/>
                  </a:lnTo>
                  <a:lnTo>
                    <a:pt x="2938102" y="2692410"/>
                  </a:lnTo>
                  <a:lnTo>
                    <a:pt x="2923117" y="2666461"/>
                  </a:lnTo>
                  <a:lnTo>
                    <a:pt x="2949066" y="2651482"/>
                  </a:lnTo>
                  <a:close/>
                </a:path>
                <a:path w="6612890" h="6997065">
                  <a:moveTo>
                    <a:pt x="3023554" y="2782844"/>
                  </a:moveTo>
                  <a:lnTo>
                    <a:pt x="3037361" y="2806755"/>
                  </a:lnTo>
                  <a:lnTo>
                    <a:pt x="3013443" y="2820568"/>
                  </a:lnTo>
                  <a:lnTo>
                    <a:pt x="2999637" y="2796651"/>
                  </a:lnTo>
                  <a:lnTo>
                    <a:pt x="3023554" y="2782844"/>
                  </a:lnTo>
                  <a:close/>
                </a:path>
                <a:path w="6612890" h="6997065">
                  <a:moveTo>
                    <a:pt x="3098042" y="2914211"/>
                  </a:moveTo>
                  <a:lnTo>
                    <a:pt x="3110676" y="2936091"/>
                  </a:lnTo>
                  <a:lnTo>
                    <a:pt x="3088796" y="2948725"/>
                  </a:lnTo>
                  <a:lnTo>
                    <a:pt x="3076162" y="2926839"/>
                  </a:lnTo>
                  <a:lnTo>
                    <a:pt x="3098042" y="2914211"/>
                  </a:lnTo>
                  <a:close/>
                </a:path>
                <a:path w="6612890" h="6997065">
                  <a:moveTo>
                    <a:pt x="3172638" y="3045176"/>
                  </a:moveTo>
                  <a:lnTo>
                    <a:pt x="3184389" y="3065528"/>
                  </a:lnTo>
                  <a:lnTo>
                    <a:pt x="3164031" y="3077285"/>
                  </a:lnTo>
                  <a:lnTo>
                    <a:pt x="3152280" y="3056927"/>
                  </a:lnTo>
                  <a:lnTo>
                    <a:pt x="3172638" y="3045176"/>
                  </a:lnTo>
                  <a:close/>
                </a:path>
                <a:path w="6612890" h="6997065">
                  <a:moveTo>
                    <a:pt x="3247233" y="3176135"/>
                  </a:moveTo>
                  <a:lnTo>
                    <a:pt x="3258101" y="3194964"/>
                  </a:lnTo>
                  <a:lnTo>
                    <a:pt x="3239272" y="3205839"/>
                  </a:lnTo>
                  <a:lnTo>
                    <a:pt x="3228403" y="3187010"/>
                  </a:lnTo>
                  <a:lnTo>
                    <a:pt x="3247233" y="3176135"/>
                  </a:lnTo>
                  <a:close/>
                </a:path>
                <a:path w="6612890" h="6997065">
                  <a:moveTo>
                    <a:pt x="3321828" y="3307105"/>
                  </a:moveTo>
                  <a:lnTo>
                    <a:pt x="3331815" y="3324407"/>
                  </a:lnTo>
                  <a:lnTo>
                    <a:pt x="3314513" y="3334393"/>
                  </a:lnTo>
                  <a:lnTo>
                    <a:pt x="3304527" y="3317092"/>
                  </a:lnTo>
                  <a:lnTo>
                    <a:pt x="3321828" y="3307105"/>
                  </a:lnTo>
                  <a:close/>
                </a:path>
                <a:path w="6612890" h="6997065">
                  <a:moveTo>
                    <a:pt x="3396315" y="3438467"/>
                  </a:moveTo>
                  <a:lnTo>
                    <a:pt x="3405130" y="3453731"/>
                  </a:lnTo>
                  <a:lnTo>
                    <a:pt x="3389860" y="3462550"/>
                  </a:lnTo>
                  <a:lnTo>
                    <a:pt x="3381047" y="3447280"/>
                  </a:lnTo>
                  <a:lnTo>
                    <a:pt x="3396315" y="3438467"/>
                  </a:lnTo>
                  <a:close/>
                </a:path>
                <a:path w="6612890" h="6997065">
                  <a:moveTo>
                    <a:pt x="3470905" y="3569426"/>
                  </a:moveTo>
                  <a:lnTo>
                    <a:pt x="3478842" y="3583167"/>
                  </a:lnTo>
                  <a:lnTo>
                    <a:pt x="3465101" y="3591105"/>
                  </a:lnTo>
                  <a:lnTo>
                    <a:pt x="3457164" y="3577363"/>
                  </a:lnTo>
                  <a:lnTo>
                    <a:pt x="3470905" y="3569426"/>
                  </a:lnTo>
                  <a:close/>
                </a:path>
                <a:path w="6612890" h="6997065">
                  <a:moveTo>
                    <a:pt x="3545500" y="3700397"/>
                  </a:moveTo>
                  <a:lnTo>
                    <a:pt x="3552555" y="3712610"/>
                  </a:lnTo>
                  <a:lnTo>
                    <a:pt x="3540342" y="3719659"/>
                  </a:lnTo>
                  <a:lnTo>
                    <a:pt x="3533287" y="3707445"/>
                  </a:lnTo>
                  <a:lnTo>
                    <a:pt x="3545500" y="3700397"/>
                  </a:lnTo>
                  <a:close/>
                </a:path>
                <a:path w="6612890" h="6997065">
                  <a:moveTo>
                    <a:pt x="3619983" y="3831764"/>
                  </a:moveTo>
                  <a:lnTo>
                    <a:pt x="3625859" y="3841940"/>
                  </a:lnTo>
                  <a:lnTo>
                    <a:pt x="3615683" y="3847815"/>
                  </a:lnTo>
                  <a:lnTo>
                    <a:pt x="3609807" y="3837640"/>
                  </a:lnTo>
                  <a:lnTo>
                    <a:pt x="3619983" y="3831764"/>
                  </a:lnTo>
                  <a:close/>
                </a:path>
                <a:path w="6612890" h="6997065">
                  <a:moveTo>
                    <a:pt x="3694690" y="3962326"/>
                  </a:moveTo>
                  <a:lnTo>
                    <a:pt x="3699979" y="3971483"/>
                  </a:lnTo>
                  <a:lnTo>
                    <a:pt x="3690822" y="3976773"/>
                  </a:lnTo>
                  <a:lnTo>
                    <a:pt x="3685533" y="3967609"/>
                  </a:lnTo>
                  <a:lnTo>
                    <a:pt x="3694690" y="3962326"/>
                  </a:lnTo>
                  <a:close/>
                </a:path>
                <a:path w="6612890" h="6997065">
                  <a:moveTo>
                    <a:pt x="3769392" y="4092888"/>
                  </a:moveTo>
                  <a:lnTo>
                    <a:pt x="3774089" y="4101027"/>
                  </a:lnTo>
                  <a:lnTo>
                    <a:pt x="3765950" y="4105730"/>
                  </a:lnTo>
                  <a:lnTo>
                    <a:pt x="3761254" y="4097585"/>
                  </a:lnTo>
                  <a:lnTo>
                    <a:pt x="3769392" y="4092888"/>
                  </a:lnTo>
                  <a:close/>
                </a:path>
                <a:path w="6612890" h="6997065">
                  <a:moveTo>
                    <a:pt x="3844093" y="4223450"/>
                  </a:moveTo>
                  <a:lnTo>
                    <a:pt x="3848210" y="4230576"/>
                  </a:lnTo>
                  <a:lnTo>
                    <a:pt x="3841085" y="4234686"/>
                  </a:lnTo>
                  <a:lnTo>
                    <a:pt x="3836968" y="4227561"/>
                  </a:lnTo>
                  <a:lnTo>
                    <a:pt x="3844093" y="4223450"/>
                  </a:lnTo>
                  <a:close/>
                </a:path>
                <a:path w="6612890" h="6997065">
                  <a:moveTo>
                    <a:pt x="3918689" y="4354415"/>
                  </a:moveTo>
                  <a:lnTo>
                    <a:pt x="3921923" y="4360012"/>
                  </a:lnTo>
                  <a:lnTo>
                    <a:pt x="3916325" y="4363246"/>
                  </a:lnTo>
                  <a:lnTo>
                    <a:pt x="3913091" y="4357649"/>
                  </a:lnTo>
                  <a:lnTo>
                    <a:pt x="3918689" y="4354415"/>
                  </a:lnTo>
                  <a:close/>
                </a:path>
                <a:path w="6612890" h="6997065">
                  <a:moveTo>
                    <a:pt x="3993390" y="4484977"/>
                  </a:moveTo>
                  <a:lnTo>
                    <a:pt x="3996032" y="4489556"/>
                  </a:lnTo>
                  <a:lnTo>
                    <a:pt x="3991454" y="4492197"/>
                  </a:lnTo>
                  <a:lnTo>
                    <a:pt x="3988812" y="4487624"/>
                  </a:lnTo>
                  <a:lnTo>
                    <a:pt x="3993390" y="4484977"/>
                  </a:lnTo>
                  <a:close/>
                </a:path>
                <a:path w="6612890" h="6997065">
                  <a:moveTo>
                    <a:pt x="4068098" y="4615539"/>
                  </a:moveTo>
                  <a:lnTo>
                    <a:pt x="4070153" y="4619099"/>
                  </a:lnTo>
                  <a:lnTo>
                    <a:pt x="4066588" y="4621160"/>
                  </a:lnTo>
                  <a:lnTo>
                    <a:pt x="4064532" y="4617600"/>
                  </a:lnTo>
                  <a:lnTo>
                    <a:pt x="4068098" y="4615539"/>
                  </a:lnTo>
                  <a:close/>
                </a:path>
                <a:path w="6612890" h="6997065">
                  <a:moveTo>
                    <a:pt x="4142793" y="4746107"/>
                  </a:moveTo>
                  <a:lnTo>
                    <a:pt x="4144262" y="4748648"/>
                  </a:lnTo>
                  <a:lnTo>
                    <a:pt x="4141721" y="4750117"/>
                  </a:lnTo>
                  <a:lnTo>
                    <a:pt x="4140252" y="4747576"/>
                  </a:lnTo>
                  <a:lnTo>
                    <a:pt x="4142793" y="4746107"/>
                  </a:lnTo>
                  <a:close/>
                </a:path>
                <a:path w="6612890" h="6997065">
                  <a:moveTo>
                    <a:pt x="4217495" y="4876663"/>
                  </a:moveTo>
                  <a:lnTo>
                    <a:pt x="4218378" y="4878191"/>
                  </a:lnTo>
                  <a:lnTo>
                    <a:pt x="4216856" y="4879074"/>
                  </a:lnTo>
                  <a:lnTo>
                    <a:pt x="4215973" y="4877546"/>
                  </a:lnTo>
                  <a:lnTo>
                    <a:pt x="4217495" y="4876663"/>
                  </a:lnTo>
                  <a:close/>
                </a:path>
                <a:path w="6612890" h="6997065">
                  <a:moveTo>
                    <a:pt x="1194465" y="0"/>
                  </a:moveTo>
                  <a:lnTo>
                    <a:pt x="1276434" y="0"/>
                  </a:lnTo>
                  <a:lnTo>
                    <a:pt x="1297954" y="37276"/>
                  </a:lnTo>
                  <a:lnTo>
                    <a:pt x="1225189" y="79288"/>
                  </a:lnTo>
                  <a:lnTo>
                    <a:pt x="1183177" y="6517"/>
                  </a:lnTo>
                  <a:lnTo>
                    <a:pt x="1194465" y="0"/>
                  </a:lnTo>
                  <a:close/>
                </a:path>
                <a:path w="6612890" h="6997065">
                  <a:moveTo>
                    <a:pt x="1330424" y="95872"/>
                  </a:moveTo>
                  <a:lnTo>
                    <a:pt x="1371264" y="166605"/>
                  </a:lnTo>
                  <a:lnTo>
                    <a:pt x="1300537" y="207445"/>
                  </a:lnTo>
                  <a:lnTo>
                    <a:pt x="1259697" y="136706"/>
                  </a:lnTo>
                  <a:lnTo>
                    <a:pt x="1330424" y="95872"/>
                  </a:lnTo>
                  <a:close/>
                </a:path>
                <a:path w="6612890" h="6997065">
                  <a:moveTo>
                    <a:pt x="1404918" y="227240"/>
                  </a:moveTo>
                  <a:lnTo>
                    <a:pt x="1444579" y="295936"/>
                  </a:lnTo>
                  <a:lnTo>
                    <a:pt x="1375883" y="335596"/>
                  </a:lnTo>
                  <a:lnTo>
                    <a:pt x="1336222" y="266900"/>
                  </a:lnTo>
                  <a:lnTo>
                    <a:pt x="1404918" y="227240"/>
                  </a:lnTo>
                  <a:close/>
                </a:path>
                <a:path w="6612890" h="6997065">
                  <a:moveTo>
                    <a:pt x="1479407" y="358601"/>
                  </a:moveTo>
                  <a:lnTo>
                    <a:pt x="1517888" y="425260"/>
                  </a:lnTo>
                  <a:lnTo>
                    <a:pt x="1451225" y="463748"/>
                  </a:lnTo>
                  <a:lnTo>
                    <a:pt x="1412743" y="397090"/>
                  </a:lnTo>
                  <a:lnTo>
                    <a:pt x="1479407" y="358601"/>
                  </a:lnTo>
                  <a:close/>
                </a:path>
                <a:path w="6612890" h="6997065">
                  <a:moveTo>
                    <a:pt x="1553889" y="489969"/>
                  </a:moveTo>
                  <a:lnTo>
                    <a:pt x="1591198" y="554596"/>
                  </a:lnTo>
                  <a:lnTo>
                    <a:pt x="1526572" y="591911"/>
                  </a:lnTo>
                  <a:lnTo>
                    <a:pt x="1489262" y="527284"/>
                  </a:lnTo>
                  <a:lnTo>
                    <a:pt x="1553889" y="489969"/>
                  </a:lnTo>
                  <a:close/>
                </a:path>
                <a:path w="6612890" h="6997065">
                  <a:moveTo>
                    <a:pt x="1628271" y="621739"/>
                  </a:moveTo>
                  <a:lnTo>
                    <a:pt x="1664111" y="683818"/>
                  </a:lnTo>
                  <a:lnTo>
                    <a:pt x="1602025" y="719659"/>
                  </a:lnTo>
                  <a:lnTo>
                    <a:pt x="1566185" y="657579"/>
                  </a:lnTo>
                  <a:lnTo>
                    <a:pt x="1628271" y="621739"/>
                  </a:lnTo>
                  <a:close/>
                </a:path>
                <a:path w="6612890" h="6997065">
                  <a:moveTo>
                    <a:pt x="1702647" y="753503"/>
                  </a:moveTo>
                  <a:lnTo>
                    <a:pt x="1737018" y="813042"/>
                  </a:lnTo>
                  <a:lnTo>
                    <a:pt x="1677480" y="847413"/>
                  </a:lnTo>
                  <a:lnTo>
                    <a:pt x="1643109" y="787875"/>
                  </a:lnTo>
                  <a:lnTo>
                    <a:pt x="1702647" y="753503"/>
                  </a:lnTo>
                  <a:close/>
                </a:path>
                <a:path w="6612890" h="6997065">
                  <a:moveTo>
                    <a:pt x="1777029" y="885268"/>
                  </a:moveTo>
                  <a:lnTo>
                    <a:pt x="1809931" y="942266"/>
                  </a:lnTo>
                  <a:lnTo>
                    <a:pt x="1752940" y="975168"/>
                  </a:lnTo>
                  <a:lnTo>
                    <a:pt x="1720031" y="918177"/>
                  </a:lnTo>
                  <a:lnTo>
                    <a:pt x="1777029" y="885268"/>
                  </a:lnTo>
                  <a:close/>
                </a:path>
                <a:path w="6612890" h="6997065">
                  <a:moveTo>
                    <a:pt x="1851517" y="1016635"/>
                  </a:moveTo>
                  <a:lnTo>
                    <a:pt x="1883247" y="1071590"/>
                  </a:lnTo>
                  <a:lnTo>
                    <a:pt x="1828287" y="1103320"/>
                  </a:lnTo>
                  <a:lnTo>
                    <a:pt x="1796557" y="1048365"/>
                  </a:lnTo>
                  <a:lnTo>
                    <a:pt x="1851517" y="1016635"/>
                  </a:lnTo>
                  <a:close/>
                </a:path>
                <a:path w="6612890" h="6997065">
                  <a:moveTo>
                    <a:pt x="1925999" y="1148003"/>
                  </a:moveTo>
                  <a:lnTo>
                    <a:pt x="1956556" y="1200925"/>
                  </a:lnTo>
                  <a:lnTo>
                    <a:pt x="1903634" y="1231482"/>
                  </a:lnTo>
                  <a:lnTo>
                    <a:pt x="1873083" y="1178560"/>
                  </a:lnTo>
                  <a:lnTo>
                    <a:pt x="1925999" y="1148003"/>
                  </a:lnTo>
                  <a:close/>
                </a:path>
                <a:path w="6612890" h="6997065">
                  <a:moveTo>
                    <a:pt x="2000381" y="1279767"/>
                  </a:moveTo>
                  <a:lnTo>
                    <a:pt x="2029463" y="1330143"/>
                  </a:lnTo>
                  <a:lnTo>
                    <a:pt x="1979088" y="1359231"/>
                  </a:lnTo>
                  <a:lnTo>
                    <a:pt x="1949999" y="1308855"/>
                  </a:lnTo>
                  <a:lnTo>
                    <a:pt x="2000381" y="1279767"/>
                  </a:lnTo>
                  <a:close/>
                </a:path>
                <a:path w="6612890" h="6997065">
                  <a:moveTo>
                    <a:pt x="2074869" y="1411129"/>
                  </a:moveTo>
                  <a:lnTo>
                    <a:pt x="2102779" y="1459479"/>
                  </a:lnTo>
                  <a:lnTo>
                    <a:pt x="2054441" y="1487388"/>
                  </a:lnTo>
                  <a:lnTo>
                    <a:pt x="2026525" y="1439038"/>
                  </a:lnTo>
                  <a:lnTo>
                    <a:pt x="2074869" y="1411129"/>
                  </a:lnTo>
                  <a:close/>
                </a:path>
                <a:path w="6612890" h="6997065">
                  <a:moveTo>
                    <a:pt x="2149138" y="1543302"/>
                  </a:moveTo>
                  <a:lnTo>
                    <a:pt x="2175283" y="1588590"/>
                  </a:lnTo>
                  <a:lnTo>
                    <a:pt x="2129995" y="1614740"/>
                  </a:lnTo>
                  <a:lnTo>
                    <a:pt x="2103851" y="1569453"/>
                  </a:lnTo>
                  <a:lnTo>
                    <a:pt x="2149138" y="1543302"/>
                  </a:lnTo>
                  <a:close/>
                </a:path>
                <a:path w="6612890" h="6997065">
                  <a:moveTo>
                    <a:pt x="2223627" y="1674670"/>
                  </a:moveTo>
                  <a:lnTo>
                    <a:pt x="2248598" y="1717919"/>
                  </a:lnTo>
                  <a:lnTo>
                    <a:pt x="2205348" y="1742891"/>
                  </a:lnTo>
                  <a:lnTo>
                    <a:pt x="2180377" y="1699641"/>
                  </a:lnTo>
                  <a:lnTo>
                    <a:pt x="2223627" y="1674670"/>
                  </a:lnTo>
                  <a:close/>
                </a:path>
                <a:path w="6612890" h="6997065">
                  <a:moveTo>
                    <a:pt x="2298008" y="1806434"/>
                  </a:moveTo>
                  <a:lnTo>
                    <a:pt x="2321511" y="1847143"/>
                  </a:lnTo>
                  <a:lnTo>
                    <a:pt x="2280801" y="1870646"/>
                  </a:lnTo>
                  <a:lnTo>
                    <a:pt x="2257299" y="1829936"/>
                  </a:lnTo>
                  <a:lnTo>
                    <a:pt x="2298008" y="1806434"/>
                  </a:lnTo>
                  <a:close/>
                </a:path>
                <a:path w="6612890" h="6997065">
                  <a:moveTo>
                    <a:pt x="2372491" y="1937801"/>
                  </a:moveTo>
                  <a:lnTo>
                    <a:pt x="2394815" y="1976473"/>
                  </a:lnTo>
                  <a:lnTo>
                    <a:pt x="2356143" y="1998797"/>
                  </a:lnTo>
                  <a:lnTo>
                    <a:pt x="2333819" y="1960132"/>
                  </a:lnTo>
                  <a:lnTo>
                    <a:pt x="2372491" y="1937801"/>
                  </a:lnTo>
                  <a:close/>
                </a:path>
                <a:path w="6612890" h="6997065">
                  <a:moveTo>
                    <a:pt x="2447092" y="2068766"/>
                  </a:moveTo>
                  <a:lnTo>
                    <a:pt x="2468533" y="2105910"/>
                  </a:lnTo>
                  <a:lnTo>
                    <a:pt x="2431384" y="2127357"/>
                  </a:lnTo>
                  <a:lnTo>
                    <a:pt x="2409943" y="2090214"/>
                  </a:lnTo>
                  <a:lnTo>
                    <a:pt x="2447092" y="2068766"/>
                  </a:lnTo>
                  <a:close/>
                </a:path>
                <a:path w="6612890" h="6997065">
                  <a:moveTo>
                    <a:pt x="2521468" y="2200531"/>
                  </a:moveTo>
                  <a:lnTo>
                    <a:pt x="2541447" y="2235133"/>
                  </a:lnTo>
                  <a:lnTo>
                    <a:pt x="2506844" y="2255112"/>
                  </a:lnTo>
                  <a:lnTo>
                    <a:pt x="2486865" y="2220510"/>
                  </a:lnTo>
                  <a:lnTo>
                    <a:pt x="2521468" y="2200531"/>
                  </a:lnTo>
                  <a:close/>
                </a:path>
                <a:path w="6612890" h="6997065">
                  <a:moveTo>
                    <a:pt x="2595950" y="2331893"/>
                  </a:moveTo>
                  <a:lnTo>
                    <a:pt x="2614756" y="2364464"/>
                  </a:lnTo>
                  <a:lnTo>
                    <a:pt x="2582185" y="2383263"/>
                  </a:lnTo>
                  <a:lnTo>
                    <a:pt x="2563385" y="2350698"/>
                  </a:lnTo>
                  <a:lnTo>
                    <a:pt x="2595950" y="2331893"/>
                  </a:lnTo>
                  <a:close/>
                </a:path>
                <a:path w="6612890" h="6997065">
                  <a:moveTo>
                    <a:pt x="2670444" y="2463266"/>
                  </a:moveTo>
                  <a:lnTo>
                    <a:pt x="2688071" y="2493793"/>
                  </a:lnTo>
                  <a:lnTo>
                    <a:pt x="2657538" y="2511420"/>
                  </a:lnTo>
                  <a:lnTo>
                    <a:pt x="2639911" y="2480893"/>
                  </a:lnTo>
                  <a:lnTo>
                    <a:pt x="2670444" y="2463266"/>
                  </a:lnTo>
                  <a:close/>
                </a:path>
                <a:path w="6612890" h="6997065">
                  <a:moveTo>
                    <a:pt x="2744927" y="2594628"/>
                  </a:moveTo>
                  <a:lnTo>
                    <a:pt x="2761375" y="2623124"/>
                  </a:lnTo>
                  <a:lnTo>
                    <a:pt x="2732885" y="2639578"/>
                  </a:lnTo>
                  <a:lnTo>
                    <a:pt x="2716431" y="2611082"/>
                  </a:lnTo>
                  <a:lnTo>
                    <a:pt x="2744927" y="2594628"/>
                  </a:lnTo>
                  <a:close/>
                </a:path>
                <a:path w="6612890" h="6997065">
                  <a:moveTo>
                    <a:pt x="2819522" y="2725586"/>
                  </a:moveTo>
                  <a:lnTo>
                    <a:pt x="2835094" y="2752560"/>
                  </a:lnTo>
                  <a:lnTo>
                    <a:pt x="2808126" y="2768132"/>
                  </a:lnTo>
                  <a:lnTo>
                    <a:pt x="2792554" y="2741158"/>
                  </a:lnTo>
                  <a:lnTo>
                    <a:pt x="2819522" y="2725586"/>
                  </a:lnTo>
                  <a:close/>
                </a:path>
                <a:path w="6612890" h="6997065">
                  <a:moveTo>
                    <a:pt x="2894010" y="2856959"/>
                  </a:moveTo>
                  <a:lnTo>
                    <a:pt x="2908403" y="2881895"/>
                  </a:lnTo>
                  <a:lnTo>
                    <a:pt x="2883473" y="2896288"/>
                  </a:lnTo>
                  <a:lnTo>
                    <a:pt x="2869074" y="2871358"/>
                  </a:lnTo>
                  <a:lnTo>
                    <a:pt x="2894010" y="2856959"/>
                  </a:lnTo>
                  <a:close/>
                </a:path>
                <a:path w="6612890" h="6997065">
                  <a:moveTo>
                    <a:pt x="2968386" y="2988724"/>
                  </a:moveTo>
                  <a:lnTo>
                    <a:pt x="2981311" y="3011113"/>
                  </a:lnTo>
                  <a:lnTo>
                    <a:pt x="2958922" y="3024043"/>
                  </a:lnTo>
                  <a:lnTo>
                    <a:pt x="2945997" y="3001648"/>
                  </a:lnTo>
                  <a:lnTo>
                    <a:pt x="2968386" y="2988724"/>
                  </a:lnTo>
                  <a:close/>
                </a:path>
                <a:path w="6612890" h="6997065">
                  <a:moveTo>
                    <a:pt x="3042982" y="3119689"/>
                  </a:moveTo>
                  <a:lnTo>
                    <a:pt x="3055023" y="3140550"/>
                  </a:lnTo>
                  <a:lnTo>
                    <a:pt x="3034162" y="3152597"/>
                  </a:lnTo>
                  <a:lnTo>
                    <a:pt x="3022121" y="3131736"/>
                  </a:lnTo>
                  <a:lnTo>
                    <a:pt x="3042982" y="3119689"/>
                  </a:lnTo>
                  <a:close/>
                </a:path>
                <a:path w="6612890" h="6997065">
                  <a:moveTo>
                    <a:pt x="3117577" y="3250647"/>
                  </a:moveTo>
                  <a:lnTo>
                    <a:pt x="3128742" y="3269986"/>
                  </a:lnTo>
                  <a:lnTo>
                    <a:pt x="3109403" y="3281151"/>
                  </a:lnTo>
                  <a:lnTo>
                    <a:pt x="3098238" y="3261812"/>
                  </a:lnTo>
                  <a:lnTo>
                    <a:pt x="3117577" y="3250647"/>
                  </a:lnTo>
                  <a:close/>
                </a:path>
                <a:path w="6612890" h="6997065">
                  <a:moveTo>
                    <a:pt x="3192172" y="3381618"/>
                  </a:moveTo>
                  <a:lnTo>
                    <a:pt x="3202455" y="3399429"/>
                  </a:lnTo>
                  <a:lnTo>
                    <a:pt x="3184644" y="3409711"/>
                  </a:lnTo>
                  <a:lnTo>
                    <a:pt x="3174361" y="3391901"/>
                  </a:lnTo>
                  <a:lnTo>
                    <a:pt x="3192172" y="3381618"/>
                  </a:lnTo>
                  <a:close/>
                </a:path>
                <a:path w="6612890" h="6997065">
                  <a:moveTo>
                    <a:pt x="3266655" y="3512986"/>
                  </a:moveTo>
                  <a:lnTo>
                    <a:pt x="3275764" y="3528759"/>
                  </a:lnTo>
                  <a:lnTo>
                    <a:pt x="3259991" y="3537868"/>
                  </a:lnTo>
                  <a:lnTo>
                    <a:pt x="3250882" y="3522089"/>
                  </a:lnTo>
                  <a:lnTo>
                    <a:pt x="3266655" y="3512986"/>
                  </a:lnTo>
                  <a:close/>
                </a:path>
                <a:path w="6612890" h="6997065">
                  <a:moveTo>
                    <a:pt x="3341256" y="3643944"/>
                  </a:moveTo>
                  <a:lnTo>
                    <a:pt x="3349483" y="3658189"/>
                  </a:lnTo>
                  <a:lnTo>
                    <a:pt x="3335232" y="3666416"/>
                  </a:lnTo>
                  <a:lnTo>
                    <a:pt x="3327005" y="3652171"/>
                  </a:lnTo>
                  <a:lnTo>
                    <a:pt x="3341256" y="3643944"/>
                  </a:lnTo>
                  <a:close/>
                </a:path>
                <a:path w="6612890" h="6997065">
                  <a:moveTo>
                    <a:pt x="3415851" y="3774909"/>
                  </a:moveTo>
                  <a:lnTo>
                    <a:pt x="3423196" y="3787632"/>
                  </a:lnTo>
                  <a:lnTo>
                    <a:pt x="3410473" y="3794977"/>
                  </a:lnTo>
                  <a:lnTo>
                    <a:pt x="3403128" y="3782254"/>
                  </a:lnTo>
                  <a:lnTo>
                    <a:pt x="3415851" y="3774909"/>
                  </a:lnTo>
                  <a:close/>
                </a:path>
                <a:path w="6612890" h="6997065">
                  <a:moveTo>
                    <a:pt x="3490446" y="3905875"/>
                  </a:moveTo>
                  <a:lnTo>
                    <a:pt x="3496908" y="3917069"/>
                  </a:lnTo>
                  <a:lnTo>
                    <a:pt x="3485708" y="3923531"/>
                  </a:lnTo>
                  <a:lnTo>
                    <a:pt x="3479246" y="3912343"/>
                  </a:lnTo>
                  <a:lnTo>
                    <a:pt x="3490446" y="3905875"/>
                  </a:lnTo>
                  <a:close/>
                </a:path>
                <a:path w="6612890" h="6997065">
                  <a:moveTo>
                    <a:pt x="3564934" y="4037242"/>
                  </a:moveTo>
                  <a:lnTo>
                    <a:pt x="3570223" y="4046399"/>
                  </a:lnTo>
                  <a:lnTo>
                    <a:pt x="3561061" y="4051688"/>
                  </a:lnTo>
                  <a:lnTo>
                    <a:pt x="3555772" y="4042531"/>
                  </a:lnTo>
                  <a:lnTo>
                    <a:pt x="3564934" y="4037242"/>
                  </a:lnTo>
                  <a:close/>
                </a:path>
                <a:path w="6612890" h="6997065">
                  <a:moveTo>
                    <a:pt x="3639631" y="4167804"/>
                  </a:moveTo>
                  <a:lnTo>
                    <a:pt x="3644333" y="4175948"/>
                  </a:lnTo>
                  <a:lnTo>
                    <a:pt x="3636189" y="4180645"/>
                  </a:lnTo>
                  <a:lnTo>
                    <a:pt x="3631492" y="4172506"/>
                  </a:lnTo>
                  <a:lnTo>
                    <a:pt x="3639631" y="4167804"/>
                  </a:lnTo>
                  <a:close/>
                </a:path>
                <a:path w="6612890" h="6997065">
                  <a:moveTo>
                    <a:pt x="3714332" y="4298366"/>
                  </a:moveTo>
                  <a:lnTo>
                    <a:pt x="3718449" y="4305491"/>
                  </a:lnTo>
                  <a:lnTo>
                    <a:pt x="3711323" y="4309608"/>
                  </a:lnTo>
                  <a:lnTo>
                    <a:pt x="3707206" y="4302482"/>
                  </a:lnTo>
                  <a:lnTo>
                    <a:pt x="3714332" y="4298366"/>
                  </a:lnTo>
                  <a:close/>
                </a:path>
                <a:path w="6612890" h="6997065">
                  <a:moveTo>
                    <a:pt x="3789039" y="4428928"/>
                  </a:moveTo>
                  <a:lnTo>
                    <a:pt x="3792564" y="4435034"/>
                  </a:lnTo>
                  <a:lnTo>
                    <a:pt x="3786451" y="4438559"/>
                  </a:lnTo>
                  <a:lnTo>
                    <a:pt x="3782927" y="4432458"/>
                  </a:lnTo>
                  <a:lnTo>
                    <a:pt x="3789039" y="4428928"/>
                  </a:lnTo>
                  <a:close/>
                </a:path>
                <a:path w="6612890" h="6997065">
                  <a:moveTo>
                    <a:pt x="3863634" y="4559899"/>
                  </a:moveTo>
                  <a:lnTo>
                    <a:pt x="3866276" y="4564471"/>
                  </a:lnTo>
                  <a:lnTo>
                    <a:pt x="3861691" y="4567119"/>
                  </a:lnTo>
                  <a:lnTo>
                    <a:pt x="3859050" y="4562540"/>
                  </a:lnTo>
                  <a:lnTo>
                    <a:pt x="3863634" y="4559899"/>
                  </a:lnTo>
                  <a:close/>
                </a:path>
                <a:path w="6612890" h="6997065">
                  <a:moveTo>
                    <a:pt x="3938336" y="4690461"/>
                  </a:moveTo>
                  <a:lnTo>
                    <a:pt x="3940391" y="4694020"/>
                  </a:lnTo>
                  <a:lnTo>
                    <a:pt x="3936826" y="4696076"/>
                  </a:lnTo>
                  <a:lnTo>
                    <a:pt x="3934770" y="4692516"/>
                  </a:lnTo>
                  <a:lnTo>
                    <a:pt x="3938336" y="4690461"/>
                  </a:lnTo>
                  <a:close/>
                </a:path>
                <a:path w="6612890" h="6997065">
                  <a:moveTo>
                    <a:pt x="4013038" y="4821023"/>
                  </a:moveTo>
                  <a:lnTo>
                    <a:pt x="4014507" y="4823564"/>
                  </a:lnTo>
                  <a:lnTo>
                    <a:pt x="4011966" y="4825033"/>
                  </a:lnTo>
                  <a:lnTo>
                    <a:pt x="4010497" y="4822492"/>
                  </a:lnTo>
                  <a:lnTo>
                    <a:pt x="4013038" y="4821023"/>
                  </a:lnTo>
                  <a:close/>
                </a:path>
                <a:path w="6612890" h="6997065">
                  <a:moveTo>
                    <a:pt x="4087739" y="4951579"/>
                  </a:moveTo>
                  <a:lnTo>
                    <a:pt x="4088622" y="4953107"/>
                  </a:lnTo>
                  <a:lnTo>
                    <a:pt x="4087094" y="4953989"/>
                  </a:lnTo>
                  <a:lnTo>
                    <a:pt x="4086211" y="4952461"/>
                  </a:lnTo>
                  <a:lnTo>
                    <a:pt x="4087739" y="4951579"/>
                  </a:lnTo>
                  <a:close/>
                </a:path>
                <a:path w="6612890" h="6997065">
                  <a:moveTo>
                    <a:pt x="1005722" y="0"/>
                  </a:moveTo>
                  <a:lnTo>
                    <a:pt x="1064027" y="0"/>
                  </a:lnTo>
                  <a:lnTo>
                    <a:pt x="1020300" y="25247"/>
                  </a:lnTo>
                  <a:lnTo>
                    <a:pt x="1005722" y="0"/>
                  </a:lnTo>
                  <a:close/>
                </a:path>
                <a:path w="6612890" h="6997065">
                  <a:moveTo>
                    <a:pt x="1126720" y="37419"/>
                  </a:moveTo>
                  <a:lnTo>
                    <a:pt x="1170201" y="112731"/>
                  </a:lnTo>
                  <a:lnTo>
                    <a:pt x="1094889" y="156212"/>
                  </a:lnTo>
                  <a:lnTo>
                    <a:pt x="1051408" y="80900"/>
                  </a:lnTo>
                  <a:lnTo>
                    <a:pt x="1126720" y="37419"/>
                  </a:lnTo>
                  <a:close/>
                </a:path>
                <a:path w="6612890" h="6997065">
                  <a:moveTo>
                    <a:pt x="1201101" y="169183"/>
                  </a:moveTo>
                  <a:lnTo>
                    <a:pt x="1243114" y="241954"/>
                  </a:lnTo>
                  <a:lnTo>
                    <a:pt x="1170343" y="283966"/>
                  </a:lnTo>
                  <a:lnTo>
                    <a:pt x="1128331" y="211195"/>
                  </a:lnTo>
                  <a:lnTo>
                    <a:pt x="1201101" y="169183"/>
                  </a:lnTo>
                  <a:close/>
                </a:path>
                <a:path w="6612890" h="6997065">
                  <a:moveTo>
                    <a:pt x="1275477" y="300953"/>
                  </a:moveTo>
                  <a:lnTo>
                    <a:pt x="1316021" y="371177"/>
                  </a:lnTo>
                  <a:lnTo>
                    <a:pt x="1245803" y="411720"/>
                  </a:lnTo>
                  <a:lnTo>
                    <a:pt x="1205260" y="341497"/>
                  </a:lnTo>
                  <a:lnTo>
                    <a:pt x="1275477" y="300953"/>
                  </a:lnTo>
                  <a:close/>
                </a:path>
                <a:path w="6612890" h="6997065">
                  <a:moveTo>
                    <a:pt x="1349966" y="432315"/>
                  </a:moveTo>
                  <a:lnTo>
                    <a:pt x="1389336" y="500507"/>
                  </a:lnTo>
                  <a:lnTo>
                    <a:pt x="1321144" y="539878"/>
                  </a:lnTo>
                  <a:lnTo>
                    <a:pt x="1281779" y="471686"/>
                  </a:lnTo>
                  <a:lnTo>
                    <a:pt x="1349966" y="432315"/>
                  </a:lnTo>
                  <a:close/>
                </a:path>
                <a:path w="6612890" h="6997065">
                  <a:moveTo>
                    <a:pt x="1424454" y="563683"/>
                  </a:moveTo>
                  <a:lnTo>
                    <a:pt x="1462646" y="629838"/>
                  </a:lnTo>
                  <a:lnTo>
                    <a:pt x="1396491" y="668030"/>
                  </a:lnTo>
                  <a:lnTo>
                    <a:pt x="1358299" y="601875"/>
                  </a:lnTo>
                  <a:lnTo>
                    <a:pt x="1424454" y="563683"/>
                  </a:lnTo>
                  <a:close/>
                </a:path>
                <a:path w="6612890" h="6997065">
                  <a:moveTo>
                    <a:pt x="1498830" y="695453"/>
                  </a:moveTo>
                  <a:lnTo>
                    <a:pt x="1535553" y="759060"/>
                  </a:lnTo>
                  <a:lnTo>
                    <a:pt x="1471951" y="795783"/>
                  </a:lnTo>
                  <a:lnTo>
                    <a:pt x="1435228" y="732176"/>
                  </a:lnTo>
                  <a:lnTo>
                    <a:pt x="1498830" y="695453"/>
                  </a:lnTo>
                  <a:close/>
                </a:path>
                <a:path w="6612890" h="6997065">
                  <a:moveTo>
                    <a:pt x="1573212" y="827217"/>
                  </a:moveTo>
                  <a:lnTo>
                    <a:pt x="1608466" y="888284"/>
                  </a:lnTo>
                  <a:lnTo>
                    <a:pt x="1547405" y="923537"/>
                  </a:lnTo>
                  <a:lnTo>
                    <a:pt x="1512151" y="862471"/>
                  </a:lnTo>
                  <a:lnTo>
                    <a:pt x="1573212" y="827217"/>
                  </a:lnTo>
                  <a:close/>
                </a:path>
                <a:path w="6612890" h="6997065">
                  <a:moveTo>
                    <a:pt x="1647588" y="958981"/>
                  </a:moveTo>
                  <a:lnTo>
                    <a:pt x="1681379" y="1017507"/>
                  </a:lnTo>
                  <a:lnTo>
                    <a:pt x="1622859" y="1051292"/>
                  </a:lnTo>
                  <a:lnTo>
                    <a:pt x="1589074" y="992767"/>
                  </a:lnTo>
                  <a:lnTo>
                    <a:pt x="1647588" y="958981"/>
                  </a:lnTo>
                  <a:close/>
                </a:path>
                <a:path w="6612890" h="6997065">
                  <a:moveTo>
                    <a:pt x="1721970" y="1090752"/>
                  </a:moveTo>
                  <a:lnTo>
                    <a:pt x="1754286" y="1146724"/>
                  </a:lnTo>
                  <a:lnTo>
                    <a:pt x="1698313" y="1179040"/>
                  </a:lnTo>
                  <a:lnTo>
                    <a:pt x="1665997" y="1123067"/>
                  </a:lnTo>
                  <a:lnTo>
                    <a:pt x="1721970" y="1090752"/>
                  </a:lnTo>
                  <a:close/>
                </a:path>
                <a:path w="6612890" h="6997065">
                  <a:moveTo>
                    <a:pt x="1796458" y="1222113"/>
                  </a:moveTo>
                  <a:lnTo>
                    <a:pt x="1827601" y="1276055"/>
                  </a:lnTo>
                  <a:lnTo>
                    <a:pt x="1773660" y="1307198"/>
                  </a:lnTo>
                  <a:lnTo>
                    <a:pt x="1742516" y="1253257"/>
                  </a:lnTo>
                  <a:lnTo>
                    <a:pt x="1796458" y="1222113"/>
                  </a:lnTo>
                  <a:close/>
                </a:path>
                <a:path w="6612890" h="6997065">
                  <a:moveTo>
                    <a:pt x="1870840" y="1353883"/>
                  </a:moveTo>
                  <a:lnTo>
                    <a:pt x="1900514" y="1405278"/>
                  </a:lnTo>
                  <a:lnTo>
                    <a:pt x="1849114" y="1434952"/>
                  </a:lnTo>
                  <a:lnTo>
                    <a:pt x="1819439" y="1383558"/>
                  </a:lnTo>
                  <a:lnTo>
                    <a:pt x="1870840" y="1353883"/>
                  </a:lnTo>
                  <a:close/>
                </a:path>
                <a:path w="6612890" h="6997065">
                  <a:moveTo>
                    <a:pt x="1945322" y="1485251"/>
                  </a:moveTo>
                  <a:lnTo>
                    <a:pt x="1973818" y="1534608"/>
                  </a:lnTo>
                  <a:lnTo>
                    <a:pt x="1924467" y="1563104"/>
                  </a:lnTo>
                  <a:lnTo>
                    <a:pt x="1895965" y="1513747"/>
                  </a:lnTo>
                  <a:lnTo>
                    <a:pt x="1945322" y="1485251"/>
                  </a:lnTo>
                  <a:close/>
                </a:path>
                <a:path w="6612890" h="6997065">
                  <a:moveTo>
                    <a:pt x="2019704" y="1617015"/>
                  </a:moveTo>
                  <a:lnTo>
                    <a:pt x="2046731" y="1663831"/>
                  </a:lnTo>
                  <a:lnTo>
                    <a:pt x="1999921" y="1690858"/>
                  </a:lnTo>
                  <a:lnTo>
                    <a:pt x="1972888" y="1644042"/>
                  </a:lnTo>
                  <a:lnTo>
                    <a:pt x="2019704" y="1617015"/>
                  </a:lnTo>
                  <a:close/>
                </a:path>
                <a:path w="6612890" h="6997065">
                  <a:moveTo>
                    <a:pt x="2094080" y="1748785"/>
                  </a:moveTo>
                  <a:lnTo>
                    <a:pt x="2119638" y="1793054"/>
                  </a:lnTo>
                  <a:lnTo>
                    <a:pt x="2075375" y="1818613"/>
                  </a:lnTo>
                  <a:lnTo>
                    <a:pt x="2049817" y="1774344"/>
                  </a:lnTo>
                  <a:lnTo>
                    <a:pt x="2094080" y="1748785"/>
                  </a:lnTo>
                  <a:close/>
                </a:path>
                <a:path w="6612890" h="6997065">
                  <a:moveTo>
                    <a:pt x="2168462" y="1880550"/>
                  </a:moveTo>
                  <a:lnTo>
                    <a:pt x="2192551" y="1922278"/>
                  </a:lnTo>
                  <a:lnTo>
                    <a:pt x="2150829" y="1946367"/>
                  </a:lnTo>
                  <a:lnTo>
                    <a:pt x="2126740" y="1904639"/>
                  </a:lnTo>
                  <a:lnTo>
                    <a:pt x="2168462" y="1880550"/>
                  </a:lnTo>
                  <a:close/>
                </a:path>
                <a:path w="6612890" h="6997065">
                  <a:moveTo>
                    <a:pt x="2242950" y="2011917"/>
                  </a:moveTo>
                  <a:lnTo>
                    <a:pt x="2265867" y="2051607"/>
                  </a:lnTo>
                  <a:lnTo>
                    <a:pt x="2226176" y="2074524"/>
                  </a:lnTo>
                  <a:lnTo>
                    <a:pt x="2203260" y="2034834"/>
                  </a:lnTo>
                  <a:lnTo>
                    <a:pt x="2242950" y="2011917"/>
                  </a:lnTo>
                  <a:close/>
                </a:path>
                <a:path w="6612890" h="6997065">
                  <a:moveTo>
                    <a:pt x="2317432" y="2143285"/>
                  </a:moveTo>
                  <a:lnTo>
                    <a:pt x="2339176" y="2180938"/>
                  </a:lnTo>
                  <a:lnTo>
                    <a:pt x="2301517" y="2202681"/>
                  </a:lnTo>
                  <a:lnTo>
                    <a:pt x="2279779" y="2165022"/>
                  </a:lnTo>
                  <a:lnTo>
                    <a:pt x="2317432" y="2143285"/>
                  </a:lnTo>
                  <a:close/>
                </a:path>
                <a:path w="6612890" h="6997065">
                  <a:moveTo>
                    <a:pt x="2391921" y="2274647"/>
                  </a:moveTo>
                  <a:lnTo>
                    <a:pt x="2412485" y="2310268"/>
                  </a:lnTo>
                  <a:lnTo>
                    <a:pt x="2376870" y="2330832"/>
                  </a:lnTo>
                  <a:lnTo>
                    <a:pt x="2356305" y="2295211"/>
                  </a:lnTo>
                  <a:lnTo>
                    <a:pt x="2391921" y="2274647"/>
                  </a:lnTo>
                  <a:close/>
                </a:path>
                <a:path w="6612890" h="6997065">
                  <a:moveTo>
                    <a:pt x="2466409" y="2406008"/>
                  </a:moveTo>
                  <a:lnTo>
                    <a:pt x="2485801" y="2439598"/>
                  </a:lnTo>
                  <a:lnTo>
                    <a:pt x="2452217" y="2458990"/>
                  </a:lnTo>
                  <a:lnTo>
                    <a:pt x="2432825" y="2425400"/>
                  </a:lnTo>
                  <a:lnTo>
                    <a:pt x="2466409" y="2406008"/>
                  </a:lnTo>
                  <a:close/>
                </a:path>
                <a:path w="6612890" h="6997065">
                  <a:moveTo>
                    <a:pt x="2540897" y="2537376"/>
                  </a:moveTo>
                  <a:lnTo>
                    <a:pt x="2559111" y="2568928"/>
                  </a:lnTo>
                  <a:lnTo>
                    <a:pt x="2527565" y="2587141"/>
                  </a:lnTo>
                  <a:lnTo>
                    <a:pt x="2509345" y="2555589"/>
                  </a:lnTo>
                  <a:lnTo>
                    <a:pt x="2540897" y="2537376"/>
                  </a:lnTo>
                  <a:close/>
                </a:path>
                <a:path w="6612890" h="6997065">
                  <a:moveTo>
                    <a:pt x="2615274" y="2669146"/>
                  </a:moveTo>
                  <a:lnTo>
                    <a:pt x="2632024" y="2698151"/>
                  </a:lnTo>
                  <a:lnTo>
                    <a:pt x="2603019" y="2714895"/>
                  </a:lnTo>
                  <a:lnTo>
                    <a:pt x="2586275" y="2685890"/>
                  </a:lnTo>
                  <a:lnTo>
                    <a:pt x="2615274" y="2669146"/>
                  </a:lnTo>
                  <a:close/>
                </a:path>
                <a:path w="6612890" h="6997065">
                  <a:moveTo>
                    <a:pt x="2689868" y="2800111"/>
                  </a:moveTo>
                  <a:lnTo>
                    <a:pt x="2705736" y="2827588"/>
                  </a:lnTo>
                  <a:lnTo>
                    <a:pt x="2678253" y="2843456"/>
                  </a:lnTo>
                  <a:lnTo>
                    <a:pt x="2662391" y="2815979"/>
                  </a:lnTo>
                  <a:lnTo>
                    <a:pt x="2689868" y="2800111"/>
                  </a:lnTo>
                  <a:close/>
                </a:path>
                <a:path w="6612890" h="6997065">
                  <a:moveTo>
                    <a:pt x="2764357" y="2931473"/>
                  </a:moveTo>
                  <a:lnTo>
                    <a:pt x="2779046" y="2956918"/>
                  </a:lnTo>
                  <a:lnTo>
                    <a:pt x="2753606" y="2971607"/>
                  </a:lnTo>
                  <a:lnTo>
                    <a:pt x="2738917" y="2946162"/>
                  </a:lnTo>
                  <a:lnTo>
                    <a:pt x="2764357" y="2931473"/>
                  </a:lnTo>
                  <a:close/>
                </a:path>
                <a:path w="6612890" h="6997065">
                  <a:moveTo>
                    <a:pt x="2838845" y="3062840"/>
                  </a:moveTo>
                  <a:lnTo>
                    <a:pt x="2852362" y="3086242"/>
                  </a:lnTo>
                  <a:lnTo>
                    <a:pt x="2828948" y="3099759"/>
                  </a:lnTo>
                  <a:lnTo>
                    <a:pt x="2815437" y="3076357"/>
                  </a:lnTo>
                  <a:lnTo>
                    <a:pt x="2838845" y="3062840"/>
                  </a:lnTo>
                  <a:close/>
                </a:path>
                <a:path w="6612890" h="6997065">
                  <a:moveTo>
                    <a:pt x="2913327" y="3194208"/>
                  </a:moveTo>
                  <a:lnTo>
                    <a:pt x="2925671" y="3215578"/>
                  </a:lnTo>
                  <a:lnTo>
                    <a:pt x="2904301" y="3227916"/>
                  </a:lnTo>
                  <a:lnTo>
                    <a:pt x="2891963" y="3206545"/>
                  </a:lnTo>
                  <a:lnTo>
                    <a:pt x="2913327" y="3194208"/>
                  </a:lnTo>
                  <a:close/>
                </a:path>
                <a:path w="6612890" h="6997065">
                  <a:moveTo>
                    <a:pt x="2987923" y="3325173"/>
                  </a:moveTo>
                  <a:lnTo>
                    <a:pt x="2999384" y="3345021"/>
                  </a:lnTo>
                  <a:lnTo>
                    <a:pt x="2979535" y="3356476"/>
                  </a:lnTo>
                  <a:lnTo>
                    <a:pt x="2968080" y="3336628"/>
                  </a:lnTo>
                  <a:lnTo>
                    <a:pt x="2987923" y="3325173"/>
                  </a:lnTo>
                  <a:close/>
                </a:path>
                <a:path w="6612890" h="6997065">
                  <a:moveTo>
                    <a:pt x="3062524" y="3456131"/>
                  </a:moveTo>
                  <a:lnTo>
                    <a:pt x="3073102" y="3474451"/>
                  </a:lnTo>
                  <a:lnTo>
                    <a:pt x="3054776" y="3485030"/>
                  </a:lnTo>
                  <a:lnTo>
                    <a:pt x="3044197" y="3466710"/>
                  </a:lnTo>
                  <a:lnTo>
                    <a:pt x="3062524" y="3456131"/>
                  </a:lnTo>
                  <a:close/>
                </a:path>
                <a:path w="6612890" h="6997065">
                  <a:moveTo>
                    <a:pt x="3137006" y="3587504"/>
                  </a:moveTo>
                  <a:lnTo>
                    <a:pt x="3146406" y="3603781"/>
                  </a:lnTo>
                  <a:lnTo>
                    <a:pt x="3130129" y="3613181"/>
                  </a:lnTo>
                  <a:lnTo>
                    <a:pt x="3120729" y="3596904"/>
                  </a:lnTo>
                  <a:lnTo>
                    <a:pt x="3137006" y="3587504"/>
                  </a:lnTo>
                  <a:close/>
                </a:path>
                <a:path w="6612890" h="6997065">
                  <a:moveTo>
                    <a:pt x="3211601" y="3718463"/>
                  </a:moveTo>
                  <a:lnTo>
                    <a:pt x="3220119" y="3733223"/>
                  </a:lnTo>
                  <a:lnTo>
                    <a:pt x="3205364" y="3741741"/>
                  </a:lnTo>
                  <a:lnTo>
                    <a:pt x="3196841" y="3726986"/>
                  </a:lnTo>
                  <a:lnTo>
                    <a:pt x="3211601" y="3718463"/>
                  </a:lnTo>
                  <a:close/>
                </a:path>
                <a:path w="6612890" h="6997065">
                  <a:moveTo>
                    <a:pt x="3286202" y="3849428"/>
                  </a:moveTo>
                  <a:lnTo>
                    <a:pt x="3293837" y="3862654"/>
                  </a:lnTo>
                  <a:lnTo>
                    <a:pt x="3280605" y="3870295"/>
                  </a:lnTo>
                  <a:lnTo>
                    <a:pt x="3272964" y="3857069"/>
                  </a:lnTo>
                  <a:lnTo>
                    <a:pt x="3286202" y="3849428"/>
                  </a:lnTo>
                  <a:close/>
                </a:path>
                <a:path w="6612890" h="6997065">
                  <a:moveTo>
                    <a:pt x="3360791" y="3980393"/>
                  </a:moveTo>
                  <a:lnTo>
                    <a:pt x="3367550" y="3992096"/>
                  </a:lnTo>
                  <a:lnTo>
                    <a:pt x="3355846" y="3998855"/>
                  </a:lnTo>
                  <a:lnTo>
                    <a:pt x="3349087" y="3987151"/>
                  </a:lnTo>
                  <a:lnTo>
                    <a:pt x="3360791" y="3980393"/>
                  </a:lnTo>
                  <a:close/>
                </a:path>
                <a:path w="6612890" h="6997065">
                  <a:moveTo>
                    <a:pt x="3435280" y="4111760"/>
                  </a:moveTo>
                  <a:lnTo>
                    <a:pt x="3440859" y="4121427"/>
                  </a:lnTo>
                  <a:lnTo>
                    <a:pt x="3431192" y="4127006"/>
                  </a:lnTo>
                  <a:lnTo>
                    <a:pt x="3425613" y="4117340"/>
                  </a:lnTo>
                  <a:lnTo>
                    <a:pt x="3435280" y="4111760"/>
                  </a:lnTo>
                  <a:close/>
                </a:path>
                <a:path w="6612890" h="6997065">
                  <a:moveTo>
                    <a:pt x="3509981" y="4242316"/>
                  </a:moveTo>
                  <a:lnTo>
                    <a:pt x="3514974" y="4250970"/>
                  </a:lnTo>
                  <a:lnTo>
                    <a:pt x="3506327" y="4255963"/>
                  </a:lnTo>
                  <a:lnTo>
                    <a:pt x="3501327" y="4247309"/>
                  </a:lnTo>
                  <a:lnTo>
                    <a:pt x="3509981" y="4242316"/>
                  </a:lnTo>
                  <a:close/>
                </a:path>
                <a:path w="6612890" h="6997065">
                  <a:moveTo>
                    <a:pt x="3584683" y="4372878"/>
                  </a:moveTo>
                  <a:lnTo>
                    <a:pt x="3589090" y="4380513"/>
                  </a:lnTo>
                  <a:lnTo>
                    <a:pt x="3581455" y="4384920"/>
                  </a:lnTo>
                  <a:lnTo>
                    <a:pt x="3577048" y="4377285"/>
                  </a:lnTo>
                  <a:lnTo>
                    <a:pt x="3584683" y="4372878"/>
                  </a:lnTo>
                  <a:close/>
                </a:path>
                <a:path w="6612890" h="6997065">
                  <a:moveTo>
                    <a:pt x="3659278" y="4503849"/>
                  </a:moveTo>
                  <a:lnTo>
                    <a:pt x="3662802" y="4509950"/>
                  </a:lnTo>
                  <a:lnTo>
                    <a:pt x="3656696" y="4513474"/>
                  </a:lnTo>
                  <a:lnTo>
                    <a:pt x="3653172" y="4507373"/>
                  </a:lnTo>
                  <a:lnTo>
                    <a:pt x="3659278" y="4503849"/>
                  </a:lnTo>
                  <a:close/>
                </a:path>
                <a:path w="6612890" h="6997065">
                  <a:moveTo>
                    <a:pt x="3733980" y="4634411"/>
                  </a:moveTo>
                  <a:lnTo>
                    <a:pt x="3736918" y="4639499"/>
                  </a:lnTo>
                  <a:lnTo>
                    <a:pt x="3731830" y="4642437"/>
                  </a:lnTo>
                  <a:lnTo>
                    <a:pt x="3728892" y="4637349"/>
                  </a:lnTo>
                  <a:lnTo>
                    <a:pt x="3733980" y="4634411"/>
                  </a:lnTo>
                  <a:close/>
                </a:path>
                <a:path w="6612890" h="6997065">
                  <a:moveTo>
                    <a:pt x="3808681" y="4764973"/>
                  </a:moveTo>
                  <a:lnTo>
                    <a:pt x="3811033" y="4769048"/>
                  </a:lnTo>
                  <a:lnTo>
                    <a:pt x="3806964" y="4771400"/>
                  </a:lnTo>
                  <a:lnTo>
                    <a:pt x="3804612" y="4767325"/>
                  </a:lnTo>
                  <a:lnTo>
                    <a:pt x="3808681" y="4764973"/>
                  </a:lnTo>
                  <a:close/>
                </a:path>
                <a:path w="6612890" h="6997065">
                  <a:moveTo>
                    <a:pt x="3883389" y="4895535"/>
                  </a:moveTo>
                  <a:lnTo>
                    <a:pt x="3885148" y="4898586"/>
                  </a:lnTo>
                  <a:lnTo>
                    <a:pt x="3882092" y="4900351"/>
                  </a:lnTo>
                  <a:lnTo>
                    <a:pt x="3880327" y="4897300"/>
                  </a:lnTo>
                  <a:lnTo>
                    <a:pt x="3883389" y="4895535"/>
                  </a:lnTo>
                  <a:close/>
                </a:path>
                <a:path w="6612890" h="6997065">
                  <a:moveTo>
                    <a:pt x="3958085" y="5026103"/>
                  </a:moveTo>
                  <a:lnTo>
                    <a:pt x="3959257" y="5028141"/>
                  </a:lnTo>
                  <a:lnTo>
                    <a:pt x="3957232" y="5029313"/>
                  </a:lnTo>
                  <a:lnTo>
                    <a:pt x="3956053" y="5027276"/>
                  </a:lnTo>
                  <a:lnTo>
                    <a:pt x="3958085" y="5026103"/>
                  </a:lnTo>
                  <a:close/>
                </a:path>
                <a:path w="6612890" h="6997065">
                  <a:moveTo>
                    <a:pt x="4031773" y="5157252"/>
                  </a:moveTo>
                  <a:lnTo>
                    <a:pt x="4033126" y="5157252"/>
                  </a:lnTo>
                  <a:lnTo>
                    <a:pt x="4033373" y="5157678"/>
                  </a:lnTo>
                  <a:lnTo>
                    <a:pt x="4032020" y="5157678"/>
                  </a:lnTo>
                  <a:lnTo>
                    <a:pt x="4031773" y="5157252"/>
                  </a:lnTo>
                  <a:close/>
                </a:path>
                <a:path w="6612890" h="6997065">
                  <a:moveTo>
                    <a:pt x="886578" y="0"/>
                  </a:moveTo>
                  <a:lnTo>
                    <a:pt x="935159" y="0"/>
                  </a:lnTo>
                  <a:lnTo>
                    <a:pt x="969138" y="58855"/>
                  </a:lnTo>
                  <a:lnTo>
                    <a:pt x="889248" y="104983"/>
                  </a:lnTo>
                  <a:lnTo>
                    <a:pt x="843119" y="25088"/>
                  </a:lnTo>
                  <a:lnTo>
                    <a:pt x="886578" y="0"/>
                  </a:lnTo>
                  <a:close/>
                </a:path>
                <a:path w="6612890" h="6997065">
                  <a:moveTo>
                    <a:pt x="997392" y="110729"/>
                  </a:moveTo>
                  <a:lnTo>
                    <a:pt x="1042051" y="188078"/>
                  </a:lnTo>
                  <a:lnTo>
                    <a:pt x="964702" y="232738"/>
                  </a:lnTo>
                  <a:lnTo>
                    <a:pt x="920048" y="155389"/>
                  </a:lnTo>
                  <a:lnTo>
                    <a:pt x="997392" y="110729"/>
                  </a:lnTo>
                  <a:close/>
                </a:path>
                <a:path w="6612890" h="6997065">
                  <a:moveTo>
                    <a:pt x="1071773" y="242499"/>
                  </a:moveTo>
                  <a:lnTo>
                    <a:pt x="1114958" y="317296"/>
                  </a:lnTo>
                  <a:lnTo>
                    <a:pt x="1040156" y="360486"/>
                  </a:lnTo>
                  <a:lnTo>
                    <a:pt x="996971" y="285690"/>
                  </a:lnTo>
                  <a:lnTo>
                    <a:pt x="1071773" y="242499"/>
                  </a:lnTo>
                  <a:close/>
                </a:path>
                <a:path w="6612890" h="6997065">
                  <a:moveTo>
                    <a:pt x="1146042" y="374666"/>
                  </a:moveTo>
                  <a:lnTo>
                    <a:pt x="1187468" y="446418"/>
                  </a:lnTo>
                  <a:lnTo>
                    <a:pt x="1115716" y="487844"/>
                  </a:lnTo>
                  <a:lnTo>
                    <a:pt x="1074290" y="416092"/>
                  </a:lnTo>
                  <a:lnTo>
                    <a:pt x="1146042" y="374666"/>
                  </a:lnTo>
                  <a:close/>
                </a:path>
                <a:path w="6612890" h="6997065">
                  <a:moveTo>
                    <a:pt x="1220530" y="506028"/>
                  </a:moveTo>
                  <a:lnTo>
                    <a:pt x="1260783" y="575748"/>
                  </a:lnTo>
                  <a:lnTo>
                    <a:pt x="1191069" y="615995"/>
                  </a:lnTo>
                  <a:lnTo>
                    <a:pt x="1150816" y="546281"/>
                  </a:lnTo>
                  <a:lnTo>
                    <a:pt x="1220530" y="506028"/>
                  </a:lnTo>
                  <a:close/>
                </a:path>
                <a:path w="6612890" h="6997065">
                  <a:moveTo>
                    <a:pt x="1295013" y="637395"/>
                  </a:moveTo>
                  <a:lnTo>
                    <a:pt x="1334087" y="705078"/>
                  </a:lnTo>
                  <a:lnTo>
                    <a:pt x="1266410" y="744152"/>
                  </a:lnTo>
                  <a:lnTo>
                    <a:pt x="1227336" y="676470"/>
                  </a:lnTo>
                  <a:lnTo>
                    <a:pt x="1295013" y="637395"/>
                  </a:lnTo>
                  <a:close/>
                </a:path>
                <a:path w="6612890" h="6997065">
                  <a:moveTo>
                    <a:pt x="1369394" y="769165"/>
                  </a:moveTo>
                  <a:lnTo>
                    <a:pt x="1407000" y="834301"/>
                  </a:lnTo>
                  <a:lnTo>
                    <a:pt x="1341864" y="871907"/>
                  </a:lnTo>
                  <a:lnTo>
                    <a:pt x="1304259" y="806771"/>
                  </a:lnTo>
                  <a:lnTo>
                    <a:pt x="1369394" y="769165"/>
                  </a:lnTo>
                  <a:close/>
                </a:path>
                <a:path w="6612890" h="6997065">
                  <a:moveTo>
                    <a:pt x="1443776" y="900930"/>
                  </a:moveTo>
                  <a:lnTo>
                    <a:pt x="1479913" y="963524"/>
                  </a:lnTo>
                  <a:lnTo>
                    <a:pt x="1417324" y="999661"/>
                  </a:lnTo>
                  <a:lnTo>
                    <a:pt x="1381187" y="937066"/>
                  </a:lnTo>
                  <a:lnTo>
                    <a:pt x="1443776" y="900930"/>
                  </a:lnTo>
                  <a:close/>
                </a:path>
                <a:path w="6612890" h="6997065">
                  <a:moveTo>
                    <a:pt x="1518152" y="1032700"/>
                  </a:moveTo>
                  <a:lnTo>
                    <a:pt x="1552820" y="1092748"/>
                  </a:lnTo>
                  <a:lnTo>
                    <a:pt x="1492778" y="1127415"/>
                  </a:lnTo>
                  <a:lnTo>
                    <a:pt x="1458110" y="1067368"/>
                  </a:lnTo>
                  <a:lnTo>
                    <a:pt x="1518152" y="1032700"/>
                  </a:lnTo>
                  <a:close/>
                </a:path>
                <a:path w="6612890" h="6997065">
                  <a:moveTo>
                    <a:pt x="1592534" y="1164464"/>
                  </a:moveTo>
                  <a:lnTo>
                    <a:pt x="1625733" y="1221965"/>
                  </a:lnTo>
                  <a:lnTo>
                    <a:pt x="1568232" y="1255164"/>
                  </a:lnTo>
                  <a:lnTo>
                    <a:pt x="1535033" y="1197663"/>
                  </a:lnTo>
                  <a:lnTo>
                    <a:pt x="1592534" y="1164464"/>
                  </a:lnTo>
                  <a:close/>
                </a:path>
                <a:path w="6612890" h="6997065">
                  <a:moveTo>
                    <a:pt x="1666910" y="1296228"/>
                  </a:moveTo>
                  <a:lnTo>
                    <a:pt x="1698640" y="1351189"/>
                  </a:lnTo>
                  <a:lnTo>
                    <a:pt x="1643686" y="1382919"/>
                  </a:lnTo>
                  <a:lnTo>
                    <a:pt x="1611956" y="1327958"/>
                  </a:lnTo>
                  <a:lnTo>
                    <a:pt x="1666910" y="1296228"/>
                  </a:lnTo>
                  <a:close/>
                </a:path>
                <a:path w="6612890" h="6997065">
                  <a:moveTo>
                    <a:pt x="1741398" y="1427596"/>
                  </a:moveTo>
                  <a:lnTo>
                    <a:pt x="1771955" y="1480518"/>
                  </a:lnTo>
                  <a:lnTo>
                    <a:pt x="1719033" y="1511069"/>
                  </a:lnTo>
                  <a:lnTo>
                    <a:pt x="1688482" y="1458147"/>
                  </a:lnTo>
                  <a:lnTo>
                    <a:pt x="1741398" y="1427596"/>
                  </a:lnTo>
                  <a:close/>
                </a:path>
                <a:path w="6612890" h="6997065">
                  <a:moveTo>
                    <a:pt x="1815780" y="1559360"/>
                  </a:moveTo>
                  <a:lnTo>
                    <a:pt x="1844868" y="1609742"/>
                  </a:lnTo>
                  <a:lnTo>
                    <a:pt x="1794487" y="1638824"/>
                  </a:lnTo>
                  <a:lnTo>
                    <a:pt x="1765405" y="1588448"/>
                  </a:lnTo>
                  <a:lnTo>
                    <a:pt x="1815780" y="1559360"/>
                  </a:lnTo>
                  <a:close/>
                </a:path>
                <a:path w="6612890" h="6997065">
                  <a:moveTo>
                    <a:pt x="1890162" y="1691130"/>
                  </a:moveTo>
                  <a:lnTo>
                    <a:pt x="1917775" y="1738965"/>
                  </a:lnTo>
                  <a:lnTo>
                    <a:pt x="1869947" y="1766578"/>
                  </a:lnTo>
                  <a:lnTo>
                    <a:pt x="1842327" y="1718744"/>
                  </a:lnTo>
                  <a:lnTo>
                    <a:pt x="1890162" y="1691130"/>
                  </a:lnTo>
                  <a:close/>
                </a:path>
                <a:path w="6612890" h="6997065">
                  <a:moveTo>
                    <a:pt x="1964544" y="1822900"/>
                  </a:moveTo>
                  <a:lnTo>
                    <a:pt x="1990688" y="1868188"/>
                  </a:lnTo>
                  <a:lnTo>
                    <a:pt x="1945400" y="1894332"/>
                  </a:lnTo>
                  <a:lnTo>
                    <a:pt x="1919256" y="1849045"/>
                  </a:lnTo>
                  <a:lnTo>
                    <a:pt x="1964544" y="1822900"/>
                  </a:lnTo>
                  <a:close/>
                </a:path>
                <a:path w="6612890" h="6997065">
                  <a:moveTo>
                    <a:pt x="2038920" y="1954659"/>
                  </a:moveTo>
                  <a:lnTo>
                    <a:pt x="2063595" y="1997406"/>
                  </a:lnTo>
                  <a:lnTo>
                    <a:pt x="2020854" y="2022081"/>
                  </a:lnTo>
                  <a:lnTo>
                    <a:pt x="1996173" y="1979340"/>
                  </a:lnTo>
                  <a:lnTo>
                    <a:pt x="2038920" y="1954659"/>
                  </a:lnTo>
                  <a:close/>
                </a:path>
                <a:path w="6612890" h="6997065">
                  <a:moveTo>
                    <a:pt x="2113302" y="2086430"/>
                  </a:moveTo>
                  <a:lnTo>
                    <a:pt x="2136508" y="2126629"/>
                  </a:lnTo>
                  <a:lnTo>
                    <a:pt x="2096308" y="2149842"/>
                  </a:lnTo>
                  <a:lnTo>
                    <a:pt x="2073102" y="2109636"/>
                  </a:lnTo>
                  <a:lnTo>
                    <a:pt x="2113302" y="2086430"/>
                  </a:lnTo>
                  <a:close/>
                </a:path>
                <a:path w="6612890" h="6997065">
                  <a:moveTo>
                    <a:pt x="2187784" y="2217797"/>
                  </a:moveTo>
                  <a:lnTo>
                    <a:pt x="2209818" y="2255965"/>
                  </a:lnTo>
                  <a:lnTo>
                    <a:pt x="2171656" y="2277999"/>
                  </a:lnTo>
                  <a:lnTo>
                    <a:pt x="2149622" y="2239831"/>
                  </a:lnTo>
                  <a:lnTo>
                    <a:pt x="2187784" y="2217797"/>
                  </a:lnTo>
                  <a:close/>
                </a:path>
                <a:path w="6612890" h="6997065">
                  <a:moveTo>
                    <a:pt x="2262379" y="2348762"/>
                  </a:moveTo>
                  <a:lnTo>
                    <a:pt x="2283531" y="2385402"/>
                  </a:lnTo>
                  <a:lnTo>
                    <a:pt x="2246897" y="2406553"/>
                  </a:lnTo>
                  <a:lnTo>
                    <a:pt x="2225745" y="2369913"/>
                  </a:lnTo>
                  <a:lnTo>
                    <a:pt x="2262379" y="2348762"/>
                  </a:lnTo>
                  <a:close/>
                </a:path>
                <a:path w="6612890" h="6997065">
                  <a:moveTo>
                    <a:pt x="2336755" y="2480532"/>
                  </a:moveTo>
                  <a:lnTo>
                    <a:pt x="2356438" y="2514619"/>
                  </a:lnTo>
                  <a:lnTo>
                    <a:pt x="2322351" y="2534301"/>
                  </a:lnTo>
                  <a:lnTo>
                    <a:pt x="2302668" y="2500214"/>
                  </a:lnTo>
                  <a:lnTo>
                    <a:pt x="2336755" y="2480532"/>
                  </a:lnTo>
                  <a:close/>
                </a:path>
                <a:path w="6612890" h="6997065">
                  <a:moveTo>
                    <a:pt x="2411244" y="2611894"/>
                  </a:moveTo>
                  <a:lnTo>
                    <a:pt x="2429753" y="2643955"/>
                  </a:lnTo>
                  <a:lnTo>
                    <a:pt x="2397697" y="2662464"/>
                  </a:lnTo>
                  <a:lnTo>
                    <a:pt x="2379188" y="2630403"/>
                  </a:lnTo>
                  <a:lnTo>
                    <a:pt x="2411244" y="2611894"/>
                  </a:lnTo>
                  <a:close/>
                </a:path>
                <a:path w="6612890" h="6997065">
                  <a:moveTo>
                    <a:pt x="2485625" y="2743664"/>
                  </a:moveTo>
                  <a:lnTo>
                    <a:pt x="2502666" y="2773172"/>
                  </a:lnTo>
                  <a:lnTo>
                    <a:pt x="2473151" y="2790213"/>
                  </a:lnTo>
                  <a:lnTo>
                    <a:pt x="2456111" y="2760704"/>
                  </a:lnTo>
                  <a:lnTo>
                    <a:pt x="2485625" y="2743664"/>
                  </a:lnTo>
                  <a:close/>
                </a:path>
                <a:path w="6612890" h="6997065">
                  <a:moveTo>
                    <a:pt x="2560221" y="2874622"/>
                  </a:moveTo>
                  <a:lnTo>
                    <a:pt x="2576379" y="2902609"/>
                  </a:lnTo>
                  <a:lnTo>
                    <a:pt x="2548392" y="2918767"/>
                  </a:lnTo>
                  <a:lnTo>
                    <a:pt x="2532234" y="2890780"/>
                  </a:lnTo>
                  <a:lnTo>
                    <a:pt x="2560221" y="2874622"/>
                  </a:lnTo>
                  <a:close/>
                </a:path>
                <a:path w="6612890" h="6997065">
                  <a:moveTo>
                    <a:pt x="2634709" y="3005990"/>
                  </a:moveTo>
                  <a:lnTo>
                    <a:pt x="2649694" y="3031945"/>
                  </a:lnTo>
                  <a:lnTo>
                    <a:pt x="2623739" y="3046930"/>
                  </a:lnTo>
                  <a:lnTo>
                    <a:pt x="2608754" y="3020975"/>
                  </a:lnTo>
                  <a:lnTo>
                    <a:pt x="2634709" y="3005990"/>
                  </a:lnTo>
                  <a:close/>
                </a:path>
                <a:path w="6612890" h="6997065">
                  <a:moveTo>
                    <a:pt x="2709191" y="3137357"/>
                  </a:moveTo>
                  <a:lnTo>
                    <a:pt x="2722998" y="3161275"/>
                  </a:lnTo>
                  <a:lnTo>
                    <a:pt x="2699086" y="3175081"/>
                  </a:lnTo>
                  <a:lnTo>
                    <a:pt x="2685280" y="3151164"/>
                  </a:lnTo>
                  <a:lnTo>
                    <a:pt x="2709191" y="3137357"/>
                  </a:lnTo>
                  <a:close/>
                </a:path>
                <a:path w="6612890" h="6997065">
                  <a:moveTo>
                    <a:pt x="2783680" y="3268725"/>
                  </a:moveTo>
                  <a:lnTo>
                    <a:pt x="2796313" y="3290598"/>
                  </a:lnTo>
                  <a:lnTo>
                    <a:pt x="2774428" y="3303232"/>
                  </a:lnTo>
                  <a:lnTo>
                    <a:pt x="2761799" y="3281359"/>
                  </a:lnTo>
                  <a:lnTo>
                    <a:pt x="2783680" y="3268725"/>
                  </a:lnTo>
                  <a:close/>
                </a:path>
                <a:path w="6612890" h="6997065">
                  <a:moveTo>
                    <a:pt x="2858275" y="3399683"/>
                  </a:moveTo>
                  <a:lnTo>
                    <a:pt x="2870026" y="3420035"/>
                  </a:lnTo>
                  <a:lnTo>
                    <a:pt x="2849668" y="3431786"/>
                  </a:lnTo>
                  <a:lnTo>
                    <a:pt x="2837917" y="3411435"/>
                  </a:lnTo>
                  <a:lnTo>
                    <a:pt x="2858275" y="3399683"/>
                  </a:lnTo>
                  <a:close/>
                </a:path>
                <a:path w="6612890" h="6997065">
                  <a:moveTo>
                    <a:pt x="2932763" y="3531045"/>
                  </a:moveTo>
                  <a:lnTo>
                    <a:pt x="2943342" y="3549371"/>
                  </a:lnTo>
                  <a:lnTo>
                    <a:pt x="2925022" y="3559944"/>
                  </a:lnTo>
                  <a:lnTo>
                    <a:pt x="2914443" y="3541624"/>
                  </a:lnTo>
                  <a:lnTo>
                    <a:pt x="2932763" y="3531045"/>
                  </a:lnTo>
                  <a:close/>
                </a:path>
                <a:path w="6612890" h="6997065">
                  <a:moveTo>
                    <a:pt x="3007358" y="3662016"/>
                  </a:moveTo>
                  <a:lnTo>
                    <a:pt x="3017054" y="3678807"/>
                  </a:lnTo>
                  <a:lnTo>
                    <a:pt x="3000256" y="3688504"/>
                  </a:lnTo>
                  <a:lnTo>
                    <a:pt x="2990560" y="3671712"/>
                  </a:lnTo>
                  <a:lnTo>
                    <a:pt x="3007358" y="3662016"/>
                  </a:lnTo>
                  <a:close/>
                </a:path>
                <a:path w="6612890" h="6997065">
                  <a:moveTo>
                    <a:pt x="3081954" y="3792981"/>
                  </a:moveTo>
                  <a:lnTo>
                    <a:pt x="3090767" y="3808244"/>
                  </a:lnTo>
                  <a:lnTo>
                    <a:pt x="3075497" y="3817058"/>
                  </a:lnTo>
                  <a:lnTo>
                    <a:pt x="3066684" y="3801794"/>
                  </a:lnTo>
                  <a:lnTo>
                    <a:pt x="3081954" y="3792981"/>
                  </a:lnTo>
                  <a:close/>
                </a:path>
                <a:path w="6612890" h="6997065">
                  <a:moveTo>
                    <a:pt x="3156542" y="3923946"/>
                  </a:moveTo>
                  <a:lnTo>
                    <a:pt x="3164480" y="3937687"/>
                  </a:lnTo>
                  <a:lnTo>
                    <a:pt x="3150744" y="3945618"/>
                  </a:lnTo>
                  <a:lnTo>
                    <a:pt x="3142807" y="3931877"/>
                  </a:lnTo>
                  <a:lnTo>
                    <a:pt x="3156542" y="3923946"/>
                  </a:lnTo>
                  <a:close/>
                </a:path>
                <a:path w="6612890" h="6997065">
                  <a:moveTo>
                    <a:pt x="3231031" y="4055307"/>
                  </a:moveTo>
                  <a:lnTo>
                    <a:pt x="3237789" y="4067011"/>
                  </a:lnTo>
                  <a:lnTo>
                    <a:pt x="3226085" y="4073769"/>
                  </a:lnTo>
                  <a:lnTo>
                    <a:pt x="3219327" y="4062066"/>
                  </a:lnTo>
                  <a:lnTo>
                    <a:pt x="3231031" y="4055307"/>
                  </a:lnTo>
                  <a:close/>
                </a:path>
                <a:path w="6612890" h="6997065">
                  <a:moveTo>
                    <a:pt x="3305626" y="4186272"/>
                  </a:moveTo>
                  <a:lnTo>
                    <a:pt x="3311502" y="4196454"/>
                  </a:lnTo>
                  <a:lnTo>
                    <a:pt x="3301326" y="4202329"/>
                  </a:lnTo>
                  <a:lnTo>
                    <a:pt x="3295450" y="4192147"/>
                  </a:lnTo>
                  <a:lnTo>
                    <a:pt x="3305626" y="4186272"/>
                  </a:lnTo>
                  <a:close/>
                </a:path>
                <a:path w="6612890" h="6997065">
                  <a:moveTo>
                    <a:pt x="3380221" y="4317236"/>
                  </a:moveTo>
                  <a:lnTo>
                    <a:pt x="3385214" y="4325890"/>
                  </a:lnTo>
                  <a:lnTo>
                    <a:pt x="3376567" y="4330883"/>
                  </a:lnTo>
                  <a:lnTo>
                    <a:pt x="3371574" y="4322230"/>
                  </a:lnTo>
                  <a:lnTo>
                    <a:pt x="3380221" y="4317236"/>
                  </a:lnTo>
                  <a:close/>
                </a:path>
                <a:path w="6612890" h="6997065">
                  <a:moveTo>
                    <a:pt x="3454923" y="4447799"/>
                  </a:moveTo>
                  <a:lnTo>
                    <a:pt x="3459330" y="4455433"/>
                  </a:lnTo>
                  <a:lnTo>
                    <a:pt x="3451695" y="4459840"/>
                  </a:lnTo>
                  <a:lnTo>
                    <a:pt x="3447288" y="4452205"/>
                  </a:lnTo>
                  <a:lnTo>
                    <a:pt x="3454923" y="4447799"/>
                  </a:lnTo>
                  <a:close/>
                </a:path>
                <a:path w="6612890" h="6997065">
                  <a:moveTo>
                    <a:pt x="3529624" y="4578361"/>
                  </a:moveTo>
                  <a:lnTo>
                    <a:pt x="3533445" y="4584977"/>
                  </a:lnTo>
                  <a:lnTo>
                    <a:pt x="3526829" y="4588797"/>
                  </a:lnTo>
                  <a:lnTo>
                    <a:pt x="3523008" y="4582181"/>
                  </a:lnTo>
                  <a:lnTo>
                    <a:pt x="3529624" y="4578361"/>
                  </a:lnTo>
                  <a:close/>
                </a:path>
                <a:path w="6612890" h="6997065">
                  <a:moveTo>
                    <a:pt x="3604220" y="4709325"/>
                  </a:moveTo>
                  <a:lnTo>
                    <a:pt x="3607158" y="4714419"/>
                  </a:lnTo>
                  <a:lnTo>
                    <a:pt x="3602070" y="4717357"/>
                  </a:lnTo>
                  <a:lnTo>
                    <a:pt x="3599132" y="4712263"/>
                  </a:lnTo>
                  <a:lnTo>
                    <a:pt x="3604220" y="4709325"/>
                  </a:lnTo>
                  <a:close/>
                </a:path>
                <a:path w="6612890" h="6997065">
                  <a:moveTo>
                    <a:pt x="3678921" y="4839893"/>
                  </a:moveTo>
                  <a:lnTo>
                    <a:pt x="3681273" y="4843962"/>
                  </a:lnTo>
                  <a:lnTo>
                    <a:pt x="3677204" y="4846314"/>
                  </a:lnTo>
                  <a:lnTo>
                    <a:pt x="3674852" y="4842245"/>
                  </a:lnTo>
                  <a:lnTo>
                    <a:pt x="3678921" y="4839893"/>
                  </a:lnTo>
                  <a:close/>
                </a:path>
                <a:path w="6612890" h="6997065">
                  <a:moveTo>
                    <a:pt x="3753628" y="4970455"/>
                  </a:moveTo>
                  <a:lnTo>
                    <a:pt x="3755388" y="4973506"/>
                  </a:lnTo>
                  <a:lnTo>
                    <a:pt x="3752337" y="4975265"/>
                  </a:lnTo>
                  <a:lnTo>
                    <a:pt x="3750572" y="4972215"/>
                  </a:lnTo>
                  <a:lnTo>
                    <a:pt x="3753628" y="4970455"/>
                  </a:lnTo>
                  <a:close/>
                </a:path>
                <a:path w="6612890" h="6997065">
                  <a:moveTo>
                    <a:pt x="3828331" y="5101017"/>
                  </a:moveTo>
                  <a:lnTo>
                    <a:pt x="3829504" y="5103055"/>
                  </a:lnTo>
                  <a:lnTo>
                    <a:pt x="3827472" y="5104228"/>
                  </a:lnTo>
                  <a:lnTo>
                    <a:pt x="3826293" y="5102190"/>
                  </a:lnTo>
                  <a:lnTo>
                    <a:pt x="3828331" y="5101017"/>
                  </a:lnTo>
                  <a:close/>
                </a:path>
                <a:path w="6612890" h="6997065">
                  <a:moveTo>
                    <a:pt x="3902013" y="5232166"/>
                  </a:moveTo>
                  <a:lnTo>
                    <a:pt x="3903364" y="5232166"/>
                  </a:lnTo>
                  <a:lnTo>
                    <a:pt x="3903613" y="5232598"/>
                  </a:lnTo>
                  <a:lnTo>
                    <a:pt x="3902262" y="5232598"/>
                  </a:lnTo>
                  <a:lnTo>
                    <a:pt x="3902013" y="5232166"/>
                  </a:lnTo>
                  <a:close/>
                </a:path>
                <a:path w="6612890" h="6997065">
                  <a:moveTo>
                    <a:pt x="2170584" y="5538531"/>
                  </a:moveTo>
                  <a:lnTo>
                    <a:pt x="2177200" y="5538531"/>
                  </a:lnTo>
                  <a:lnTo>
                    <a:pt x="2181020" y="5551231"/>
                  </a:lnTo>
                  <a:lnTo>
                    <a:pt x="2174404" y="5551231"/>
                  </a:lnTo>
                  <a:lnTo>
                    <a:pt x="2170584" y="5538531"/>
                  </a:lnTo>
                  <a:close/>
                </a:path>
                <a:path w="6612890" h="6997065">
                  <a:moveTo>
                    <a:pt x="970078" y="5538531"/>
                  </a:moveTo>
                  <a:lnTo>
                    <a:pt x="976250" y="5551231"/>
                  </a:lnTo>
                  <a:lnTo>
                    <a:pt x="959393" y="5551231"/>
                  </a:lnTo>
                  <a:lnTo>
                    <a:pt x="970078" y="5538531"/>
                  </a:lnTo>
                  <a:close/>
                </a:path>
                <a:path w="6612890" h="6997065">
                  <a:moveTo>
                    <a:pt x="83430" y="5525831"/>
                  </a:moveTo>
                  <a:lnTo>
                    <a:pt x="97178" y="5525831"/>
                  </a:lnTo>
                  <a:lnTo>
                    <a:pt x="105109" y="5538531"/>
                  </a:lnTo>
                  <a:lnTo>
                    <a:pt x="91367" y="5551231"/>
                  </a:lnTo>
                  <a:lnTo>
                    <a:pt x="83430" y="5525831"/>
                  </a:lnTo>
                  <a:close/>
                </a:path>
                <a:path w="6612890" h="6997065">
                  <a:moveTo>
                    <a:pt x="1294624" y="5525831"/>
                  </a:moveTo>
                  <a:lnTo>
                    <a:pt x="1309876" y="5525831"/>
                  </a:lnTo>
                  <a:lnTo>
                    <a:pt x="1300209" y="5538531"/>
                  </a:lnTo>
                  <a:lnTo>
                    <a:pt x="1294624" y="5525831"/>
                  </a:lnTo>
                  <a:close/>
                </a:path>
                <a:path w="6612890" h="6997065">
                  <a:moveTo>
                    <a:pt x="431503" y="5500431"/>
                  </a:moveTo>
                  <a:lnTo>
                    <a:pt x="439144" y="5513131"/>
                  </a:lnTo>
                  <a:lnTo>
                    <a:pt x="425912" y="5525831"/>
                  </a:lnTo>
                  <a:lnTo>
                    <a:pt x="418271" y="5513131"/>
                  </a:lnTo>
                  <a:lnTo>
                    <a:pt x="431503" y="5500431"/>
                  </a:lnTo>
                  <a:close/>
                </a:path>
                <a:path w="6612890" h="6997065">
                  <a:moveTo>
                    <a:pt x="1638520" y="5500431"/>
                  </a:moveTo>
                  <a:lnTo>
                    <a:pt x="1643513" y="5513131"/>
                  </a:lnTo>
                  <a:lnTo>
                    <a:pt x="1629867" y="5513131"/>
                  </a:lnTo>
                  <a:lnTo>
                    <a:pt x="1638520" y="5500431"/>
                  </a:lnTo>
                  <a:close/>
                </a:path>
                <a:path w="6612890" h="6997065">
                  <a:moveTo>
                    <a:pt x="1965102" y="5487731"/>
                  </a:moveTo>
                  <a:lnTo>
                    <a:pt x="1977144" y="5487731"/>
                  </a:lnTo>
                  <a:lnTo>
                    <a:pt x="1969510" y="5500431"/>
                  </a:lnTo>
                  <a:lnTo>
                    <a:pt x="1965102" y="5487731"/>
                  </a:lnTo>
                  <a:close/>
                </a:path>
                <a:path w="6612890" h="6997065">
                  <a:moveTo>
                    <a:pt x="753509" y="5487731"/>
                  </a:moveTo>
                  <a:lnTo>
                    <a:pt x="765722" y="5487731"/>
                  </a:lnTo>
                  <a:lnTo>
                    <a:pt x="772776" y="5500431"/>
                  </a:lnTo>
                  <a:lnTo>
                    <a:pt x="760563" y="5500431"/>
                  </a:lnTo>
                  <a:lnTo>
                    <a:pt x="753509" y="5487731"/>
                  </a:lnTo>
                  <a:close/>
                </a:path>
                <a:path w="6612890" h="6997065">
                  <a:moveTo>
                    <a:pt x="1099946" y="5462331"/>
                  </a:moveTo>
                  <a:lnTo>
                    <a:pt x="1106408" y="5475031"/>
                  </a:lnTo>
                  <a:lnTo>
                    <a:pt x="1095213" y="5487731"/>
                  </a:lnTo>
                  <a:lnTo>
                    <a:pt x="1088751" y="5475031"/>
                  </a:lnTo>
                  <a:lnTo>
                    <a:pt x="1099946" y="5462331"/>
                  </a:lnTo>
                  <a:close/>
                </a:path>
                <a:path w="6612890" h="6997065">
                  <a:moveTo>
                    <a:pt x="2300345" y="5462331"/>
                  </a:moveTo>
                  <a:lnTo>
                    <a:pt x="2306955" y="5462331"/>
                  </a:lnTo>
                  <a:lnTo>
                    <a:pt x="2310776" y="5475031"/>
                  </a:lnTo>
                  <a:lnTo>
                    <a:pt x="2304166" y="5475031"/>
                  </a:lnTo>
                  <a:lnTo>
                    <a:pt x="2300345" y="5462331"/>
                  </a:lnTo>
                  <a:close/>
                </a:path>
                <a:path w="6612890" h="6997065">
                  <a:moveTo>
                    <a:pt x="227040" y="5449631"/>
                  </a:moveTo>
                  <a:lnTo>
                    <a:pt x="235267" y="5462331"/>
                  </a:lnTo>
                  <a:lnTo>
                    <a:pt x="221016" y="5475031"/>
                  </a:lnTo>
                  <a:lnTo>
                    <a:pt x="212789" y="5462331"/>
                  </a:lnTo>
                  <a:lnTo>
                    <a:pt x="227040" y="5449631"/>
                  </a:lnTo>
                  <a:close/>
                </a:path>
                <a:path w="6612890" h="6997065">
                  <a:moveTo>
                    <a:pt x="1424386" y="5449631"/>
                  </a:moveTo>
                  <a:lnTo>
                    <a:pt x="1434058" y="5449631"/>
                  </a:lnTo>
                  <a:lnTo>
                    <a:pt x="1439638" y="5462331"/>
                  </a:lnTo>
                  <a:lnTo>
                    <a:pt x="1429971" y="5462331"/>
                  </a:lnTo>
                  <a:lnTo>
                    <a:pt x="1424386" y="5449631"/>
                  </a:lnTo>
                  <a:close/>
                </a:path>
                <a:path w="6612890" h="6997065">
                  <a:moveTo>
                    <a:pt x="561264" y="5424231"/>
                  </a:moveTo>
                  <a:lnTo>
                    <a:pt x="568905" y="5436931"/>
                  </a:lnTo>
                  <a:lnTo>
                    <a:pt x="555667" y="5449631"/>
                  </a:lnTo>
                  <a:lnTo>
                    <a:pt x="548032" y="5436931"/>
                  </a:lnTo>
                  <a:lnTo>
                    <a:pt x="561264" y="5424231"/>
                  </a:lnTo>
                  <a:close/>
                </a:path>
                <a:path w="6612890" h="6997065">
                  <a:moveTo>
                    <a:pt x="1768275" y="5424231"/>
                  </a:moveTo>
                  <a:lnTo>
                    <a:pt x="1773268" y="5436931"/>
                  </a:lnTo>
                  <a:lnTo>
                    <a:pt x="1759628" y="5436931"/>
                  </a:lnTo>
                  <a:lnTo>
                    <a:pt x="1768275" y="5424231"/>
                  </a:lnTo>
                  <a:close/>
                </a:path>
                <a:path w="6612890" h="6997065">
                  <a:moveTo>
                    <a:pt x="2094864" y="5411531"/>
                  </a:moveTo>
                  <a:lnTo>
                    <a:pt x="2106905" y="5411531"/>
                  </a:lnTo>
                  <a:lnTo>
                    <a:pt x="2099271" y="5424231"/>
                  </a:lnTo>
                  <a:lnTo>
                    <a:pt x="2094864" y="5411531"/>
                  </a:lnTo>
                  <a:close/>
                </a:path>
                <a:path w="6612890" h="6997065">
                  <a:moveTo>
                    <a:pt x="882867" y="5411531"/>
                  </a:moveTo>
                  <a:lnTo>
                    <a:pt x="895590" y="5411531"/>
                  </a:lnTo>
                  <a:lnTo>
                    <a:pt x="902934" y="5424231"/>
                  </a:lnTo>
                  <a:lnTo>
                    <a:pt x="890211" y="5424231"/>
                  </a:lnTo>
                  <a:lnTo>
                    <a:pt x="882867" y="5411531"/>
                  </a:lnTo>
                  <a:close/>
                </a:path>
                <a:path w="6612890" h="6997065">
                  <a:moveTo>
                    <a:pt x="1229701" y="5386131"/>
                  </a:moveTo>
                  <a:lnTo>
                    <a:pt x="1236163" y="5398831"/>
                  </a:lnTo>
                  <a:lnTo>
                    <a:pt x="1224975" y="5411531"/>
                  </a:lnTo>
                  <a:lnTo>
                    <a:pt x="1218513" y="5398831"/>
                  </a:lnTo>
                  <a:lnTo>
                    <a:pt x="1229701" y="5386131"/>
                  </a:lnTo>
                  <a:close/>
                </a:path>
                <a:path w="6612890" h="6997065">
                  <a:moveTo>
                    <a:pt x="7319" y="5398831"/>
                  </a:moveTo>
                  <a:lnTo>
                    <a:pt x="22583" y="5398831"/>
                  </a:lnTo>
                  <a:lnTo>
                    <a:pt x="31396" y="5411531"/>
                  </a:lnTo>
                  <a:lnTo>
                    <a:pt x="16133" y="5411531"/>
                  </a:lnTo>
                  <a:lnTo>
                    <a:pt x="7319" y="5398831"/>
                  </a:lnTo>
                  <a:close/>
                </a:path>
                <a:path w="6612890" h="6997065">
                  <a:moveTo>
                    <a:pt x="2436716" y="5386131"/>
                  </a:moveTo>
                  <a:lnTo>
                    <a:pt x="2440537" y="5398831"/>
                  </a:lnTo>
                  <a:lnTo>
                    <a:pt x="2430100" y="5398831"/>
                  </a:lnTo>
                  <a:lnTo>
                    <a:pt x="2436716" y="5386131"/>
                  </a:lnTo>
                  <a:close/>
                </a:path>
                <a:path w="6612890" h="6997065">
                  <a:moveTo>
                    <a:pt x="356908" y="5373431"/>
                  </a:moveTo>
                  <a:lnTo>
                    <a:pt x="365431" y="5386131"/>
                  </a:lnTo>
                  <a:lnTo>
                    <a:pt x="350671" y="5398831"/>
                  </a:lnTo>
                  <a:lnTo>
                    <a:pt x="342153" y="5386131"/>
                  </a:lnTo>
                  <a:lnTo>
                    <a:pt x="356908" y="5373431"/>
                  </a:lnTo>
                  <a:close/>
                </a:path>
                <a:path w="6612890" h="6997065">
                  <a:moveTo>
                    <a:pt x="1553743" y="5373431"/>
                  </a:moveTo>
                  <a:lnTo>
                    <a:pt x="1563925" y="5373431"/>
                  </a:lnTo>
                  <a:lnTo>
                    <a:pt x="1569801" y="5386131"/>
                  </a:lnTo>
                  <a:lnTo>
                    <a:pt x="1559619" y="5386131"/>
                  </a:lnTo>
                  <a:lnTo>
                    <a:pt x="1553743" y="5373431"/>
                  </a:lnTo>
                  <a:close/>
                </a:path>
                <a:path w="6612890" h="6997065">
                  <a:moveTo>
                    <a:pt x="691133" y="5348031"/>
                  </a:moveTo>
                  <a:lnTo>
                    <a:pt x="699064" y="5373431"/>
                  </a:lnTo>
                  <a:lnTo>
                    <a:pt x="685322" y="5373431"/>
                  </a:lnTo>
                  <a:lnTo>
                    <a:pt x="677385" y="5360731"/>
                  </a:lnTo>
                  <a:lnTo>
                    <a:pt x="691133" y="5348031"/>
                  </a:lnTo>
                  <a:close/>
                </a:path>
                <a:path w="6612890" h="6997065">
                  <a:moveTo>
                    <a:pt x="1898035" y="5348031"/>
                  </a:moveTo>
                  <a:lnTo>
                    <a:pt x="1903028" y="5360731"/>
                  </a:lnTo>
                  <a:lnTo>
                    <a:pt x="1889388" y="5360731"/>
                  </a:lnTo>
                  <a:lnTo>
                    <a:pt x="1898035" y="5348031"/>
                  </a:lnTo>
                  <a:close/>
                </a:path>
                <a:path w="6612890" h="6997065">
                  <a:moveTo>
                    <a:pt x="1025351" y="5335331"/>
                  </a:moveTo>
                  <a:lnTo>
                    <a:pt x="1032696" y="5348031"/>
                  </a:lnTo>
                  <a:lnTo>
                    <a:pt x="1019973" y="5360731"/>
                  </a:lnTo>
                  <a:lnTo>
                    <a:pt x="1012628" y="5348031"/>
                  </a:lnTo>
                  <a:lnTo>
                    <a:pt x="1025351" y="5335331"/>
                  </a:lnTo>
                  <a:close/>
                </a:path>
                <a:path w="6612890" h="6997065">
                  <a:moveTo>
                    <a:pt x="2224619" y="5335331"/>
                  </a:moveTo>
                  <a:lnTo>
                    <a:pt x="2236667" y="5335331"/>
                  </a:lnTo>
                  <a:lnTo>
                    <a:pt x="2229026" y="5348031"/>
                  </a:lnTo>
                  <a:lnTo>
                    <a:pt x="2224619" y="5335331"/>
                  </a:lnTo>
                  <a:close/>
                </a:path>
                <a:path w="6612890" h="6997065">
                  <a:moveTo>
                    <a:pt x="136672" y="5322631"/>
                  </a:moveTo>
                  <a:lnTo>
                    <a:pt x="152445" y="5322631"/>
                  </a:lnTo>
                  <a:lnTo>
                    <a:pt x="161554" y="5335331"/>
                  </a:lnTo>
                  <a:lnTo>
                    <a:pt x="145781" y="5348031"/>
                  </a:lnTo>
                  <a:lnTo>
                    <a:pt x="136672" y="5322631"/>
                  </a:lnTo>
                  <a:close/>
                </a:path>
                <a:path w="6612890" h="6997065">
                  <a:moveTo>
                    <a:pt x="1359576" y="5309931"/>
                  </a:moveTo>
                  <a:lnTo>
                    <a:pt x="1366334" y="5322631"/>
                  </a:lnTo>
                  <a:lnTo>
                    <a:pt x="1354624" y="5335331"/>
                  </a:lnTo>
                  <a:lnTo>
                    <a:pt x="1347866" y="5322631"/>
                  </a:lnTo>
                  <a:lnTo>
                    <a:pt x="1359576" y="5309931"/>
                  </a:lnTo>
                  <a:close/>
                </a:path>
                <a:path w="6612890" h="6997065">
                  <a:moveTo>
                    <a:pt x="2566477" y="5309931"/>
                  </a:moveTo>
                  <a:lnTo>
                    <a:pt x="2570297" y="5322631"/>
                  </a:lnTo>
                  <a:lnTo>
                    <a:pt x="2559861" y="5322631"/>
                  </a:lnTo>
                  <a:lnTo>
                    <a:pt x="2566477" y="5309931"/>
                  </a:lnTo>
                  <a:close/>
                </a:path>
                <a:path w="6612890" h="6997065">
                  <a:moveTo>
                    <a:pt x="486663" y="5297231"/>
                  </a:moveTo>
                  <a:lnTo>
                    <a:pt x="495186" y="5309931"/>
                  </a:lnTo>
                  <a:lnTo>
                    <a:pt x="480426" y="5322631"/>
                  </a:lnTo>
                  <a:lnTo>
                    <a:pt x="471908" y="5309931"/>
                  </a:lnTo>
                  <a:lnTo>
                    <a:pt x="486663" y="5297231"/>
                  </a:lnTo>
                  <a:close/>
                </a:path>
                <a:path w="6612890" h="6997065">
                  <a:moveTo>
                    <a:pt x="1683504" y="5297231"/>
                  </a:moveTo>
                  <a:lnTo>
                    <a:pt x="1693680" y="5297231"/>
                  </a:lnTo>
                  <a:lnTo>
                    <a:pt x="1699556" y="5309931"/>
                  </a:lnTo>
                  <a:lnTo>
                    <a:pt x="1689380" y="5309931"/>
                  </a:lnTo>
                  <a:lnTo>
                    <a:pt x="1683504" y="5297231"/>
                  </a:lnTo>
                  <a:close/>
                </a:path>
                <a:path w="6612890" h="6997065">
                  <a:moveTo>
                    <a:pt x="2027797" y="5271831"/>
                  </a:moveTo>
                  <a:lnTo>
                    <a:pt x="2032790" y="5284531"/>
                  </a:lnTo>
                  <a:lnTo>
                    <a:pt x="2024142" y="5297231"/>
                  </a:lnTo>
                  <a:lnTo>
                    <a:pt x="2019143" y="5284531"/>
                  </a:lnTo>
                  <a:lnTo>
                    <a:pt x="2027797" y="5271831"/>
                  </a:lnTo>
                  <a:close/>
                </a:path>
                <a:path w="6612890" h="6997065">
                  <a:moveTo>
                    <a:pt x="806750" y="5284531"/>
                  </a:moveTo>
                  <a:lnTo>
                    <a:pt x="820994" y="5284531"/>
                  </a:lnTo>
                  <a:lnTo>
                    <a:pt x="829221" y="5297231"/>
                  </a:lnTo>
                  <a:lnTo>
                    <a:pt x="814976" y="5297231"/>
                  </a:lnTo>
                  <a:lnTo>
                    <a:pt x="806750" y="5284531"/>
                  </a:lnTo>
                  <a:close/>
                </a:path>
                <a:path w="6612890" h="6997065">
                  <a:moveTo>
                    <a:pt x="1155219" y="5259131"/>
                  </a:moveTo>
                  <a:lnTo>
                    <a:pt x="1162860" y="5271831"/>
                  </a:lnTo>
                  <a:lnTo>
                    <a:pt x="1149622" y="5284531"/>
                  </a:lnTo>
                  <a:lnTo>
                    <a:pt x="1141987" y="5271831"/>
                  </a:lnTo>
                  <a:lnTo>
                    <a:pt x="1155219" y="5259131"/>
                  </a:lnTo>
                  <a:close/>
                </a:path>
                <a:path w="6612890" h="6997065">
                  <a:moveTo>
                    <a:pt x="2354380" y="5259131"/>
                  </a:moveTo>
                  <a:lnTo>
                    <a:pt x="2362014" y="5259131"/>
                  </a:lnTo>
                  <a:lnTo>
                    <a:pt x="2366422" y="5271831"/>
                  </a:lnTo>
                  <a:lnTo>
                    <a:pt x="2358787" y="5271831"/>
                  </a:lnTo>
                  <a:lnTo>
                    <a:pt x="2354380" y="5259131"/>
                  </a:lnTo>
                  <a:close/>
                </a:path>
                <a:path w="6612890" h="6997065">
                  <a:moveTo>
                    <a:pt x="266030" y="5246431"/>
                  </a:moveTo>
                  <a:lnTo>
                    <a:pt x="282313" y="5246431"/>
                  </a:lnTo>
                  <a:lnTo>
                    <a:pt x="291713" y="5259131"/>
                  </a:lnTo>
                  <a:lnTo>
                    <a:pt x="275430" y="5271831"/>
                  </a:lnTo>
                  <a:lnTo>
                    <a:pt x="266030" y="5246431"/>
                  </a:lnTo>
                  <a:close/>
                </a:path>
                <a:path w="6612890" h="6997065">
                  <a:moveTo>
                    <a:pt x="1477626" y="5246431"/>
                  </a:moveTo>
                  <a:lnTo>
                    <a:pt x="1496088" y="5246431"/>
                  </a:lnTo>
                  <a:lnTo>
                    <a:pt x="1484384" y="5259131"/>
                  </a:lnTo>
                  <a:lnTo>
                    <a:pt x="1477626" y="5246431"/>
                  </a:lnTo>
                  <a:close/>
                </a:path>
                <a:path w="6612890" h="6997065">
                  <a:moveTo>
                    <a:pt x="2696237" y="5233731"/>
                  </a:moveTo>
                  <a:lnTo>
                    <a:pt x="2700058" y="5246431"/>
                  </a:lnTo>
                  <a:lnTo>
                    <a:pt x="2689616" y="5246431"/>
                  </a:lnTo>
                  <a:lnTo>
                    <a:pt x="2696237" y="5233731"/>
                  </a:lnTo>
                  <a:close/>
                </a:path>
                <a:path w="6612890" h="6997065">
                  <a:moveTo>
                    <a:pt x="616538" y="5221031"/>
                  </a:moveTo>
                  <a:lnTo>
                    <a:pt x="625351" y="5233731"/>
                  </a:lnTo>
                  <a:lnTo>
                    <a:pt x="610088" y="5246431"/>
                  </a:lnTo>
                  <a:lnTo>
                    <a:pt x="601274" y="5233731"/>
                  </a:lnTo>
                  <a:lnTo>
                    <a:pt x="616538" y="5221031"/>
                  </a:lnTo>
                  <a:close/>
                </a:path>
                <a:path w="6612890" h="6997065">
                  <a:moveTo>
                    <a:pt x="1813265" y="5221031"/>
                  </a:moveTo>
                  <a:lnTo>
                    <a:pt x="1823440" y="5221031"/>
                  </a:lnTo>
                  <a:lnTo>
                    <a:pt x="1829316" y="5233731"/>
                  </a:lnTo>
                  <a:lnTo>
                    <a:pt x="1819140" y="5233731"/>
                  </a:lnTo>
                  <a:lnTo>
                    <a:pt x="1813265" y="5221031"/>
                  </a:lnTo>
                  <a:close/>
                </a:path>
                <a:path w="6612890" h="6997065">
                  <a:moveTo>
                    <a:pt x="2148898" y="5208331"/>
                  </a:moveTo>
                  <a:lnTo>
                    <a:pt x="2162551" y="5208331"/>
                  </a:lnTo>
                  <a:lnTo>
                    <a:pt x="2153898" y="5221031"/>
                  </a:lnTo>
                  <a:lnTo>
                    <a:pt x="2148898" y="5208331"/>
                  </a:lnTo>
                  <a:close/>
                </a:path>
                <a:path w="6612890" h="6997065">
                  <a:moveTo>
                    <a:pt x="936505" y="5208331"/>
                  </a:moveTo>
                  <a:lnTo>
                    <a:pt x="950756" y="5208331"/>
                  </a:lnTo>
                  <a:lnTo>
                    <a:pt x="958983" y="5221031"/>
                  </a:lnTo>
                  <a:lnTo>
                    <a:pt x="944732" y="5221031"/>
                  </a:lnTo>
                  <a:lnTo>
                    <a:pt x="936505" y="5208331"/>
                  </a:lnTo>
                  <a:close/>
                </a:path>
                <a:path w="6612890" h="6997065">
                  <a:moveTo>
                    <a:pt x="1284975" y="5182931"/>
                  </a:moveTo>
                  <a:lnTo>
                    <a:pt x="1292616" y="5195631"/>
                  </a:lnTo>
                  <a:lnTo>
                    <a:pt x="1279384" y="5208331"/>
                  </a:lnTo>
                  <a:lnTo>
                    <a:pt x="1271749" y="5195631"/>
                  </a:lnTo>
                  <a:lnTo>
                    <a:pt x="1284975" y="5182931"/>
                  </a:lnTo>
                  <a:close/>
                </a:path>
                <a:path w="6612890" h="6997065">
                  <a:moveTo>
                    <a:pt x="77957" y="5182931"/>
                  </a:moveTo>
                  <a:lnTo>
                    <a:pt x="88239" y="5208331"/>
                  </a:lnTo>
                  <a:lnTo>
                    <a:pt x="70428" y="5208331"/>
                  </a:lnTo>
                  <a:lnTo>
                    <a:pt x="60146" y="5195631"/>
                  </a:lnTo>
                  <a:lnTo>
                    <a:pt x="77957" y="5182931"/>
                  </a:lnTo>
                  <a:close/>
                </a:path>
                <a:path w="6612890" h="6997065">
                  <a:moveTo>
                    <a:pt x="2484141" y="5182931"/>
                  </a:moveTo>
                  <a:lnTo>
                    <a:pt x="2491769" y="5182931"/>
                  </a:lnTo>
                  <a:lnTo>
                    <a:pt x="2496176" y="5195631"/>
                  </a:lnTo>
                  <a:lnTo>
                    <a:pt x="2488548" y="5195631"/>
                  </a:lnTo>
                  <a:lnTo>
                    <a:pt x="2484141" y="5182931"/>
                  </a:lnTo>
                  <a:close/>
                </a:path>
                <a:path w="6612890" h="6997065">
                  <a:moveTo>
                    <a:pt x="395389" y="5170231"/>
                  </a:moveTo>
                  <a:lnTo>
                    <a:pt x="412180" y="5170231"/>
                  </a:lnTo>
                  <a:lnTo>
                    <a:pt x="421876" y="5182931"/>
                  </a:lnTo>
                  <a:lnTo>
                    <a:pt x="405085" y="5195631"/>
                  </a:lnTo>
                  <a:lnTo>
                    <a:pt x="395389" y="5170231"/>
                  </a:lnTo>
                  <a:close/>
                </a:path>
                <a:path w="6612890" h="6997065">
                  <a:moveTo>
                    <a:pt x="1606984" y="5170231"/>
                  </a:moveTo>
                  <a:lnTo>
                    <a:pt x="1619198" y="5170231"/>
                  </a:lnTo>
                  <a:lnTo>
                    <a:pt x="1626246" y="5182931"/>
                  </a:lnTo>
                  <a:lnTo>
                    <a:pt x="1614033" y="5182931"/>
                  </a:lnTo>
                  <a:lnTo>
                    <a:pt x="1606984" y="5170231"/>
                  </a:lnTo>
                  <a:close/>
                </a:path>
                <a:path w="6612890" h="6997065">
                  <a:moveTo>
                    <a:pt x="746399" y="5144831"/>
                  </a:moveTo>
                  <a:lnTo>
                    <a:pt x="755509" y="5157531"/>
                  </a:lnTo>
                  <a:lnTo>
                    <a:pt x="739736" y="5170231"/>
                  </a:lnTo>
                  <a:lnTo>
                    <a:pt x="730626" y="5157531"/>
                  </a:lnTo>
                  <a:lnTo>
                    <a:pt x="746399" y="5144831"/>
                  </a:lnTo>
                  <a:close/>
                </a:path>
                <a:path w="6612890" h="6997065">
                  <a:moveTo>
                    <a:pt x="1953201" y="5144831"/>
                  </a:moveTo>
                  <a:lnTo>
                    <a:pt x="1959077" y="5157531"/>
                  </a:lnTo>
                  <a:lnTo>
                    <a:pt x="1943026" y="5157531"/>
                  </a:lnTo>
                  <a:lnTo>
                    <a:pt x="1953201" y="5144831"/>
                  </a:lnTo>
                  <a:close/>
                </a:path>
                <a:path w="6612890" h="6997065">
                  <a:moveTo>
                    <a:pt x="1065863" y="5132131"/>
                  </a:moveTo>
                  <a:lnTo>
                    <a:pt x="1080618" y="5132131"/>
                  </a:lnTo>
                  <a:lnTo>
                    <a:pt x="1089141" y="5144831"/>
                  </a:lnTo>
                  <a:lnTo>
                    <a:pt x="1074380" y="5157531"/>
                  </a:lnTo>
                  <a:lnTo>
                    <a:pt x="1065863" y="5132131"/>
                  </a:lnTo>
                  <a:close/>
                </a:path>
                <a:path w="6612890" h="6997065">
                  <a:moveTo>
                    <a:pt x="2278659" y="5132131"/>
                  </a:moveTo>
                  <a:lnTo>
                    <a:pt x="2292312" y="5132131"/>
                  </a:lnTo>
                  <a:lnTo>
                    <a:pt x="2283658" y="5144831"/>
                  </a:lnTo>
                  <a:lnTo>
                    <a:pt x="2278659" y="5132131"/>
                  </a:lnTo>
                  <a:close/>
                </a:path>
                <a:path w="6612890" h="6997065">
                  <a:moveTo>
                    <a:pt x="207717" y="5106731"/>
                  </a:moveTo>
                  <a:lnTo>
                    <a:pt x="218000" y="5132131"/>
                  </a:lnTo>
                  <a:lnTo>
                    <a:pt x="200189" y="5144831"/>
                  </a:lnTo>
                  <a:lnTo>
                    <a:pt x="189906" y="5119431"/>
                  </a:lnTo>
                  <a:lnTo>
                    <a:pt x="207717" y="5106731"/>
                  </a:lnTo>
                  <a:close/>
                </a:path>
                <a:path w="6612890" h="6997065">
                  <a:moveTo>
                    <a:pt x="1414842" y="5106731"/>
                  </a:moveTo>
                  <a:lnTo>
                    <a:pt x="1422772" y="5119431"/>
                  </a:lnTo>
                  <a:lnTo>
                    <a:pt x="1409031" y="5132131"/>
                  </a:lnTo>
                  <a:lnTo>
                    <a:pt x="1401100" y="5119431"/>
                  </a:lnTo>
                  <a:lnTo>
                    <a:pt x="1414842" y="5106731"/>
                  </a:lnTo>
                  <a:close/>
                </a:path>
                <a:path w="6612890" h="6997065">
                  <a:moveTo>
                    <a:pt x="2613901" y="5106731"/>
                  </a:moveTo>
                  <a:lnTo>
                    <a:pt x="2621530" y="5106731"/>
                  </a:lnTo>
                  <a:lnTo>
                    <a:pt x="2625937" y="5119431"/>
                  </a:lnTo>
                  <a:lnTo>
                    <a:pt x="2618308" y="5119431"/>
                  </a:lnTo>
                  <a:lnTo>
                    <a:pt x="2613901" y="5106731"/>
                  </a:lnTo>
                  <a:close/>
                </a:path>
                <a:path w="6612890" h="6997065">
                  <a:moveTo>
                    <a:pt x="542050" y="5094031"/>
                  </a:moveTo>
                  <a:lnTo>
                    <a:pt x="552036" y="5106731"/>
                  </a:lnTo>
                  <a:lnTo>
                    <a:pt x="534735" y="5119431"/>
                  </a:lnTo>
                  <a:lnTo>
                    <a:pt x="524743" y="5106731"/>
                  </a:lnTo>
                  <a:lnTo>
                    <a:pt x="542050" y="5094031"/>
                  </a:lnTo>
                  <a:close/>
                </a:path>
                <a:path w="6612890" h="6997065">
                  <a:moveTo>
                    <a:pt x="1736744" y="5094031"/>
                  </a:moveTo>
                  <a:lnTo>
                    <a:pt x="1748952" y="5094031"/>
                  </a:lnTo>
                  <a:lnTo>
                    <a:pt x="1756001" y="5106731"/>
                  </a:lnTo>
                  <a:lnTo>
                    <a:pt x="1743793" y="5106731"/>
                  </a:lnTo>
                  <a:lnTo>
                    <a:pt x="1736744" y="5094031"/>
                  </a:lnTo>
                  <a:close/>
                </a:path>
                <a:path w="6612890" h="6997065">
                  <a:moveTo>
                    <a:pt x="876267" y="5068631"/>
                  </a:moveTo>
                  <a:lnTo>
                    <a:pt x="885667" y="5094031"/>
                  </a:lnTo>
                  <a:lnTo>
                    <a:pt x="869385" y="5094031"/>
                  </a:lnTo>
                  <a:lnTo>
                    <a:pt x="859985" y="5081331"/>
                  </a:lnTo>
                  <a:lnTo>
                    <a:pt x="876267" y="5068631"/>
                  </a:lnTo>
                  <a:close/>
                </a:path>
                <a:path w="6612890" h="6997065">
                  <a:moveTo>
                    <a:pt x="2082963" y="5068631"/>
                  </a:moveTo>
                  <a:lnTo>
                    <a:pt x="2088839" y="5081331"/>
                  </a:lnTo>
                  <a:lnTo>
                    <a:pt x="2072781" y="5081331"/>
                  </a:lnTo>
                  <a:lnTo>
                    <a:pt x="2082963" y="5068631"/>
                  </a:lnTo>
                  <a:close/>
                </a:path>
                <a:path w="6612890" h="6997065">
                  <a:moveTo>
                    <a:pt x="1195625" y="5055931"/>
                  </a:moveTo>
                  <a:lnTo>
                    <a:pt x="1210379" y="5055931"/>
                  </a:lnTo>
                  <a:lnTo>
                    <a:pt x="1218902" y="5068631"/>
                  </a:lnTo>
                  <a:lnTo>
                    <a:pt x="1204142" y="5081331"/>
                  </a:lnTo>
                  <a:lnTo>
                    <a:pt x="1195625" y="5055931"/>
                  </a:lnTo>
                  <a:close/>
                </a:path>
                <a:path w="6612890" h="6997065">
                  <a:moveTo>
                    <a:pt x="0" y="5055931"/>
                  </a:moveTo>
                  <a:lnTo>
                    <a:pt x="3261" y="5055931"/>
                  </a:lnTo>
                  <a:lnTo>
                    <a:pt x="14129" y="5068631"/>
                  </a:lnTo>
                  <a:lnTo>
                    <a:pt x="0" y="5081331"/>
                  </a:lnTo>
                  <a:lnTo>
                    <a:pt x="0" y="5055931"/>
                  </a:lnTo>
                  <a:close/>
                </a:path>
                <a:path w="6612890" h="6997065">
                  <a:moveTo>
                    <a:pt x="2408420" y="5055931"/>
                  </a:moveTo>
                  <a:lnTo>
                    <a:pt x="2422067" y="5055931"/>
                  </a:lnTo>
                  <a:lnTo>
                    <a:pt x="2413420" y="5068631"/>
                  </a:lnTo>
                  <a:lnTo>
                    <a:pt x="2408420" y="5055931"/>
                  </a:lnTo>
                  <a:close/>
                </a:path>
                <a:path w="6612890" h="6997065">
                  <a:moveTo>
                    <a:pt x="337585" y="5030531"/>
                  </a:moveTo>
                  <a:lnTo>
                    <a:pt x="348164" y="5055931"/>
                  </a:lnTo>
                  <a:lnTo>
                    <a:pt x="329844" y="5068631"/>
                  </a:lnTo>
                  <a:lnTo>
                    <a:pt x="319265" y="5043231"/>
                  </a:lnTo>
                  <a:lnTo>
                    <a:pt x="337585" y="5030531"/>
                  </a:lnTo>
                  <a:close/>
                </a:path>
                <a:path w="6612890" h="6997065">
                  <a:moveTo>
                    <a:pt x="1544597" y="5030531"/>
                  </a:moveTo>
                  <a:lnTo>
                    <a:pt x="1552527" y="5043231"/>
                  </a:lnTo>
                  <a:lnTo>
                    <a:pt x="1538792" y="5055931"/>
                  </a:lnTo>
                  <a:lnTo>
                    <a:pt x="1530861" y="5043231"/>
                  </a:lnTo>
                  <a:lnTo>
                    <a:pt x="1544597" y="5030531"/>
                  </a:lnTo>
                  <a:close/>
                </a:path>
                <a:path w="6612890" h="6997065">
                  <a:moveTo>
                    <a:pt x="2751291" y="5030531"/>
                  </a:moveTo>
                  <a:lnTo>
                    <a:pt x="2755698" y="5043231"/>
                  </a:lnTo>
                  <a:lnTo>
                    <a:pt x="2743657" y="5043231"/>
                  </a:lnTo>
                  <a:lnTo>
                    <a:pt x="2751291" y="5030531"/>
                  </a:lnTo>
                  <a:close/>
                </a:path>
                <a:path w="6612890" h="6997065">
                  <a:moveTo>
                    <a:pt x="671911" y="5017831"/>
                  </a:moveTo>
                  <a:lnTo>
                    <a:pt x="682194" y="5030531"/>
                  </a:lnTo>
                  <a:lnTo>
                    <a:pt x="664383" y="5043231"/>
                  </a:lnTo>
                  <a:lnTo>
                    <a:pt x="654100" y="5030531"/>
                  </a:lnTo>
                  <a:lnTo>
                    <a:pt x="671911" y="5017831"/>
                  </a:lnTo>
                  <a:close/>
                </a:path>
                <a:path w="6612890" h="6997065">
                  <a:moveTo>
                    <a:pt x="1866500" y="5017831"/>
                  </a:moveTo>
                  <a:lnTo>
                    <a:pt x="1878713" y="5017831"/>
                  </a:lnTo>
                  <a:lnTo>
                    <a:pt x="1885762" y="5030531"/>
                  </a:lnTo>
                  <a:lnTo>
                    <a:pt x="1873548" y="5030531"/>
                  </a:lnTo>
                  <a:lnTo>
                    <a:pt x="1866500" y="5017831"/>
                  </a:lnTo>
                  <a:close/>
                </a:path>
                <a:path w="6612890" h="6997065">
                  <a:moveTo>
                    <a:pt x="2212718" y="4992431"/>
                  </a:moveTo>
                  <a:lnTo>
                    <a:pt x="2218593" y="5005131"/>
                  </a:lnTo>
                  <a:lnTo>
                    <a:pt x="2208418" y="5017831"/>
                  </a:lnTo>
                  <a:lnTo>
                    <a:pt x="2202542" y="5005131"/>
                  </a:lnTo>
                  <a:lnTo>
                    <a:pt x="2212718" y="4992431"/>
                  </a:lnTo>
                  <a:close/>
                </a:path>
                <a:path w="6612890" h="6997065">
                  <a:moveTo>
                    <a:pt x="1006022" y="4992431"/>
                  </a:moveTo>
                  <a:lnTo>
                    <a:pt x="1015428" y="5017831"/>
                  </a:lnTo>
                  <a:lnTo>
                    <a:pt x="999145" y="5017831"/>
                  </a:lnTo>
                  <a:lnTo>
                    <a:pt x="989745" y="5005131"/>
                  </a:lnTo>
                  <a:lnTo>
                    <a:pt x="1006022" y="4992431"/>
                  </a:lnTo>
                  <a:close/>
                </a:path>
                <a:path w="6612890" h="6997065">
                  <a:moveTo>
                    <a:pt x="1340140" y="4979731"/>
                  </a:moveTo>
                  <a:lnTo>
                    <a:pt x="1348663" y="4992431"/>
                  </a:lnTo>
                  <a:lnTo>
                    <a:pt x="1333903" y="5005131"/>
                  </a:lnTo>
                  <a:lnTo>
                    <a:pt x="1325386" y="4992431"/>
                  </a:lnTo>
                  <a:lnTo>
                    <a:pt x="1340140" y="4979731"/>
                  </a:lnTo>
                  <a:close/>
                </a:path>
                <a:path w="6612890" h="6997065">
                  <a:moveTo>
                    <a:pt x="133235" y="4979731"/>
                  </a:moveTo>
                  <a:lnTo>
                    <a:pt x="144690" y="5005131"/>
                  </a:lnTo>
                  <a:lnTo>
                    <a:pt x="124848" y="5005131"/>
                  </a:lnTo>
                  <a:lnTo>
                    <a:pt x="113387" y="4992431"/>
                  </a:lnTo>
                  <a:lnTo>
                    <a:pt x="133235" y="4979731"/>
                  </a:lnTo>
                  <a:close/>
                </a:path>
                <a:path w="6612890" h="6997065">
                  <a:moveTo>
                    <a:pt x="2538181" y="4979731"/>
                  </a:moveTo>
                  <a:lnTo>
                    <a:pt x="2546828" y="4979731"/>
                  </a:lnTo>
                  <a:lnTo>
                    <a:pt x="2551828" y="4992431"/>
                  </a:lnTo>
                  <a:lnTo>
                    <a:pt x="2543174" y="4992431"/>
                  </a:lnTo>
                  <a:lnTo>
                    <a:pt x="2538181" y="4979731"/>
                  </a:lnTo>
                  <a:close/>
                </a:path>
                <a:path w="6612890" h="6997065">
                  <a:moveTo>
                    <a:pt x="467454" y="4954331"/>
                  </a:moveTo>
                  <a:lnTo>
                    <a:pt x="478323" y="4979731"/>
                  </a:lnTo>
                  <a:lnTo>
                    <a:pt x="459494" y="4992431"/>
                  </a:lnTo>
                  <a:lnTo>
                    <a:pt x="448625" y="4967031"/>
                  </a:lnTo>
                  <a:lnTo>
                    <a:pt x="467454" y="4954331"/>
                  </a:lnTo>
                  <a:close/>
                </a:path>
                <a:path w="6612890" h="6997065">
                  <a:moveTo>
                    <a:pt x="1674357" y="4954331"/>
                  </a:moveTo>
                  <a:lnTo>
                    <a:pt x="1682287" y="4967031"/>
                  </a:lnTo>
                  <a:lnTo>
                    <a:pt x="1668552" y="4979731"/>
                  </a:lnTo>
                  <a:lnTo>
                    <a:pt x="1660621" y="4967031"/>
                  </a:lnTo>
                  <a:lnTo>
                    <a:pt x="1674357" y="4954331"/>
                  </a:lnTo>
                  <a:close/>
                </a:path>
                <a:path w="6612890" h="6997065">
                  <a:moveTo>
                    <a:pt x="801672" y="4941631"/>
                  </a:moveTo>
                  <a:lnTo>
                    <a:pt x="811955" y="4954331"/>
                  </a:lnTo>
                  <a:lnTo>
                    <a:pt x="794144" y="4967031"/>
                  </a:lnTo>
                  <a:lnTo>
                    <a:pt x="783861" y="4954331"/>
                  </a:lnTo>
                  <a:lnTo>
                    <a:pt x="801672" y="4941631"/>
                  </a:lnTo>
                  <a:close/>
                </a:path>
                <a:path w="6612890" h="6997065">
                  <a:moveTo>
                    <a:pt x="1996262" y="4941631"/>
                  </a:moveTo>
                  <a:lnTo>
                    <a:pt x="2008475" y="4941631"/>
                  </a:lnTo>
                  <a:lnTo>
                    <a:pt x="2015524" y="4954331"/>
                  </a:lnTo>
                  <a:lnTo>
                    <a:pt x="2003310" y="4954331"/>
                  </a:lnTo>
                  <a:lnTo>
                    <a:pt x="1996262" y="4941631"/>
                  </a:lnTo>
                  <a:close/>
                </a:path>
                <a:path w="6612890" h="6997065">
                  <a:moveTo>
                    <a:pt x="1135896" y="4916231"/>
                  </a:moveTo>
                  <a:lnTo>
                    <a:pt x="1145593" y="4941631"/>
                  </a:lnTo>
                  <a:lnTo>
                    <a:pt x="1128795" y="4954331"/>
                  </a:lnTo>
                  <a:lnTo>
                    <a:pt x="1119105" y="4928931"/>
                  </a:lnTo>
                  <a:lnTo>
                    <a:pt x="1135896" y="4916231"/>
                  </a:lnTo>
                  <a:close/>
                </a:path>
                <a:path w="6612890" h="6997065">
                  <a:moveTo>
                    <a:pt x="2342479" y="4916231"/>
                  </a:moveTo>
                  <a:lnTo>
                    <a:pt x="2348354" y="4928931"/>
                  </a:lnTo>
                  <a:lnTo>
                    <a:pt x="2338179" y="4941631"/>
                  </a:lnTo>
                  <a:lnTo>
                    <a:pt x="2332303" y="4928931"/>
                  </a:lnTo>
                  <a:lnTo>
                    <a:pt x="2342479" y="4916231"/>
                  </a:lnTo>
                  <a:close/>
                </a:path>
                <a:path w="6612890" h="6997065">
                  <a:moveTo>
                    <a:pt x="263097" y="4903531"/>
                  </a:moveTo>
                  <a:lnTo>
                    <a:pt x="274848" y="4928931"/>
                  </a:lnTo>
                  <a:lnTo>
                    <a:pt x="254496" y="4941631"/>
                  </a:lnTo>
                  <a:lnTo>
                    <a:pt x="242745" y="4916231"/>
                  </a:lnTo>
                  <a:lnTo>
                    <a:pt x="263097" y="4903531"/>
                  </a:lnTo>
                  <a:close/>
                </a:path>
                <a:path w="6612890" h="6997065">
                  <a:moveTo>
                    <a:pt x="1470001" y="4903531"/>
                  </a:moveTo>
                  <a:lnTo>
                    <a:pt x="1478815" y="4916231"/>
                  </a:lnTo>
                  <a:lnTo>
                    <a:pt x="1463551" y="4928931"/>
                  </a:lnTo>
                  <a:lnTo>
                    <a:pt x="1454738" y="4916231"/>
                  </a:lnTo>
                  <a:lnTo>
                    <a:pt x="1470001" y="4903531"/>
                  </a:lnTo>
                  <a:close/>
                </a:path>
                <a:path w="6612890" h="6997065">
                  <a:moveTo>
                    <a:pt x="2667936" y="4903531"/>
                  </a:moveTo>
                  <a:lnTo>
                    <a:pt x="2676590" y="4903531"/>
                  </a:lnTo>
                  <a:lnTo>
                    <a:pt x="2681583" y="4916231"/>
                  </a:lnTo>
                  <a:lnTo>
                    <a:pt x="2672929" y="4916231"/>
                  </a:lnTo>
                  <a:lnTo>
                    <a:pt x="2667936" y="4903531"/>
                  </a:lnTo>
                  <a:close/>
                </a:path>
                <a:path w="6612890" h="6997065">
                  <a:moveTo>
                    <a:pt x="577983" y="4890831"/>
                  </a:moveTo>
                  <a:lnTo>
                    <a:pt x="597316" y="4890831"/>
                  </a:lnTo>
                  <a:lnTo>
                    <a:pt x="608480" y="4903531"/>
                  </a:lnTo>
                  <a:lnTo>
                    <a:pt x="589148" y="4916231"/>
                  </a:lnTo>
                  <a:lnTo>
                    <a:pt x="577983" y="4890831"/>
                  </a:lnTo>
                  <a:close/>
                </a:path>
                <a:path w="6612890" h="6997065">
                  <a:moveTo>
                    <a:pt x="1804118" y="4878131"/>
                  </a:moveTo>
                  <a:lnTo>
                    <a:pt x="1812049" y="4903531"/>
                  </a:lnTo>
                  <a:lnTo>
                    <a:pt x="1798313" y="4903531"/>
                  </a:lnTo>
                  <a:lnTo>
                    <a:pt x="1790382" y="4890831"/>
                  </a:lnTo>
                  <a:lnTo>
                    <a:pt x="1804118" y="4878131"/>
                  </a:lnTo>
                  <a:close/>
                </a:path>
                <a:path w="6612890" h="6997065">
                  <a:moveTo>
                    <a:pt x="2138235" y="4865431"/>
                  </a:moveTo>
                  <a:lnTo>
                    <a:pt x="2145284" y="4878131"/>
                  </a:lnTo>
                  <a:lnTo>
                    <a:pt x="2133070" y="4890831"/>
                  </a:lnTo>
                  <a:lnTo>
                    <a:pt x="2126022" y="4878131"/>
                  </a:lnTo>
                  <a:lnTo>
                    <a:pt x="2138235" y="4865431"/>
                  </a:lnTo>
                  <a:close/>
                </a:path>
                <a:path w="6612890" h="6997065">
                  <a:moveTo>
                    <a:pt x="931540" y="4865431"/>
                  </a:moveTo>
                  <a:lnTo>
                    <a:pt x="942119" y="4878131"/>
                  </a:lnTo>
                  <a:lnTo>
                    <a:pt x="923799" y="4890831"/>
                  </a:lnTo>
                  <a:lnTo>
                    <a:pt x="913220" y="4878131"/>
                  </a:lnTo>
                  <a:lnTo>
                    <a:pt x="931540" y="4865431"/>
                  </a:lnTo>
                  <a:close/>
                </a:path>
                <a:path w="6612890" h="6997065">
                  <a:moveTo>
                    <a:pt x="1248866" y="4852731"/>
                  </a:moveTo>
                  <a:lnTo>
                    <a:pt x="1265652" y="4852731"/>
                  </a:lnTo>
                  <a:lnTo>
                    <a:pt x="1275348" y="4865431"/>
                  </a:lnTo>
                  <a:lnTo>
                    <a:pt x="1258556" y="4878131"/>
                  </a:lnTo>
                  <a:lnTo>
                    <a:pt x="1248866" y="4852731"/>
                  </a:lnTo>
                  <a:close/>
                </a:path>
                <a:path w="6612890" h="6997065">
                  <a:moveTo>
                    <a:pt x="58634" y="4852731"/>
                  </a:moveTo>
                  <a:lnTo>
                    <a:pt x="70977" y="4865431"/>
                  </a:lnTo>
                  <a:lnTo>
                    <a:pt x="49607" y="4878131"/>
                  </a:lnTo>
                  <a:lnTo>
                    <a:pt x="37263" y="4865431"/>
                  </a:lnTo>
                  <a:lnTo>
                    <a:pt x="58634" y="4852731"/>
                  </a:lnTo>
                  <a:close/>
                </a:path>
                <a:path w="6612890" h="6997065">
                  <a:moveTo>
                    <a:pt x="2462057" y="4852731"/>
                  </a:moveTo>
                  <a:lnTo>
                    <a:pt x="2478115" y="4852731"/>
                  </a:lnTo>
                  <a:lnTo>
                    <a:pt x="2467933" y="4865431"/>
                  </a:lnTo>
                  <a:lnTo>
                    <a:pt x="2462057" y="4852731"/>
                  </a:lnTo>
                  <a:close/>
                </a:path>
                <a:path w="6612890" h="6997065">
                  <a:moveTo>
                    <a:pt x="392966" y="4827331"/>
                  </a:moveTo>
                  <a:lnTo>
                    <a:pt x="405014" y="4852731"/>
                  </a:lnTo>
                  <a:lnTo>
                    <a:pt x="384146" y="4865431"/>
                  </a:lnTo>
                  <a:lnTo>
                    <a:pt x="372105" y="4840031"/>
                  </a:lnTo>
                  <a:lnTo>
                    <a:pt x="392966" y="4827331"/>
                  </a:lnTo>
                  <a:close/>
                </a:path>
                <a:path w="6612890" h="6997065">
                  <a:moveTo>
                    <a:pt x="1599761" y="4827331"/>
                  </a:moveTo>
                  <a:lnTo>
                    <a:pt x="1608575" y="4840031"/>
                  </a:lnTo>
                  <a:lnTo>
                    <a:pt x="1593311" y="4852731"/>
                  </a:lnTo>
                  <a:lnTo>
                    <a:pt x="1584498" y="4840031"/>
                  </a:lnTo>
                  <a:lnTo>
                    <a:pt x="1599761" y="4827331"/>
                  </a:lnTo>
                  <a:close/>
                </a:path>
                <a:path w="6612890" h="6997065">
                  <a:moveTo>
                    <a:pt x="727077" y="4814631"/>
                  </a:moveTo>
                  <a:lnTo>
                    <a:pt x="738242" y="4827331"/>
                  </a:lnTo>
                  <a:lnTo>
                    <a:pt x="718903" y="4840031"/>
                  </a:lnTo>
                  <a:lnTo>
                    <a:pt x="707738" y="4827331"/>
                  </a:lnTo>
                  <a:lnTo>
                    <a:pt x="727077" y="4814631"/>
                  </a:lnTo>
                  <a:close/>
                </a:path>
                <a:path w="6612890" h="6997065">
                  <a:moveTo>
                    <a:pt x="1920138" y="4814631"/>
                  </a:moveTo>
                  <a:lnTo>
                    <a:pt x="1933880" y="4814631"/>
                  </a:lnTo>
                  <a:lnTo>
                    <a:pt x="1941811" y="4827331"/>
                  </a:lnTo>
                  <a:lnTo>
                    <a:pt x="1928069" y="4827331"/>
                  </a:lnTo>
                  <a:lnTo>
                    <a:pt x="1920138" y="4814631"/>
                  </a:lnTo>
                  <a:close/>
                </a:path>
                <a:path w="6612890" h="6997065">
                  <a:moveTo>
                    <a:pt x="2267991" y="4789231"/>
                  </a:moveTo>
                  <a:lnTo>
                    <a:pt x="2275039" y="4801931"/>
                  </a:lnTo>
                  <a:lnTo>
                    <a:pt x="2262832" y="4814631"/>
                  </a:lnTo>
                  <a:lnTo>
                    <a:pt x="2255783" y="4801931"/>
                  </a:lnTo>
                  <a:lnTo>
                    <a:pt x="2267991" y="4789231"/>
                  </a:lnTo>
                  <a:close/>
                </a:path>
                <a:path w="6612890" h="6997065">
                  <a:moveTo>
                    <a:pt x="1061296" y="4789231"/>
                  </a:moveTo>
                  <a:lnTo>
                    <a:pt x="1071875" y="4814631"/>
                  </a:lnTo>
                  <a:lnTo>
                    <a:pt x="1053561" y="4814631"/>
                  </a:lnTo>
                  <a:lnTo>
                    <a:pt x="1042982" y="4801931"/>
                  </a:lnTo>
                  <a:lnTo>
                    <a:pt x="1061296" y="4789231"/>
                  </a:lnTo>
                  <a:close/>
                </a:path>
                <a:path w="6612890" h="6997065">
                  <a:moveTo>
                    <a:pt x="1378218" y="4776531"/>
                  </a:moveTo>
                  <a:lnTo>
                    <a:pt x="1395519" y="4776531"/>
                  </a:lnTo>
                  <a:lnTo>
                    <a:pt x="1405511" y="4789231"/>
                  </a:lnTo>
                  <a:lnTo>
                    <a:pt x="1388210" y="4801931"/>
                  </a:lnTo>
                  <a:lnTo>
                    <a:pt x="1378218" y="4776531"/>
                  </a:lnTo>
                  <a:close/>
                </a:path>
                <a:path w="6612890" h="6997065">
                  <a:moveTo>
                    <a:pt x="188508" y="4776531"/>
                  </a:moveTo>
                  <a:lnTo>
                    <a:pt x="201136" y="4789231"/>
                  </a:lnTo>
                  <a:lnTo>
                    <a:pt x="179256" y="4801931"/>
                  </a:lnTo>
                  <a:lnTo>
                    <a:pt x="166622" y="4789231"/>
                  </a:lnTo>
                  <a:lnTo>
                    <a:pt x="188508" y="4776531"/>
                  </a:lnTo>
                  <a:close/>
                </a:path>
                <a:path w="6612890" h="6997065">
                  <a:moveTo>
                    <a:pt x="2591819" y="4776531"/>
                  </a:moveTo>
                  <a:lnTo>
                    <a:pt x="2607870" y="4776531"/>
                  </a:lnTo>
                  <a:lnTo>
                    <a:pt x="2597694" y="4789231"/>
                  </a:lnTo>
                  <a:lnTo>
                    <a:pt x="2591819" y="4776531"/>
                  </a:lnTo>
                  <a:close/>
                </a:path>
                <a:path w="6612890" h="6997065">
                  <a:moveTo>
                    <a:pt x="522833" y="4751131"/>
                  </a:moveTo>
                  <a:lnTo>
                    <a:pt x="535177" y="4776531"/>
                  </a:lnTo>
                  <a:lnTo>
                    <a:pt x="513801" y="4789231"/>
                  </a:lnTo>
                  <a:lnTo>
                    <a:pt x="501457" y="4763831"/>
                  </a:lnTo>
                  <a:lnTo>
                    <a:pt x="522833" y="4751131"/>
                  </a:lnTo>
                  <a:close/>
                </a:path>
                <a:path w="6612890" h="6997065">
                  <a:moveTo>
                    <a:pt x="1729523" y="4751131"/>
                  </a:moveTo>
                  <a:lnTo>
                    <a:pt x="1738336" y="4763831"/>
                  </a:lnTo>
                  <a:lnTo>
                    <a:pt x="1723073" y="4776531"/>
                  </a:lnTo>
                  <a:lnTo>
                    <a:pt x="1714259" y="4763831"/>
                  </a:lnTo>
                  <a:lnTo>
                    <a:pt x="1729523" y="4751131"/>
                  </a:lnTo>
                  <a:close/>
                </a:path>
                <a:path w="6612890" h="6997065">
                  <a:moveTo>
                    <a:pt x="856945" y="4738431"/>
                  </a:moveTo>
                  <a:lnTo>
                    <a:pt x="868400" y="4751131"/>
                  </a:lnTo>
                  <a:lnTo>
                    <a:pt x="848557" y="4763831"/>
                  </a:lnTo>
                  <a:lnTo>
                    <a:pt x="837097" y="4751131"/>
                  </a:lnTo>
                  <a:lnTo>
                    <a:pt x="856945" y="4738431"/>
                  </a:lnTo>
                  <a:close/>
                </a:path>
                <a:path w="6612890" h="6997065">
                  <a:moveTo>
                    <a:pt x="2049898" y="4738431"/>
                  </a:moveTo>
                  <a:lnTo>
                    <a:pt x="2063640" y="4738431"/>
                  </a:lnTo>
                  <a:lnTo>
                    <a:pt x="2071571" y="4751131"/>
                  </a:lnTo>
                  <a:lnTo>
                    <a:pt x="2057829" y="4751131"/>
                  </a:lnTo>
                  <a:lnTo>
                    <a:pt x="2049898" y="4738431"/>
                  </a:lnTo>
                  <a:close/>
                </a:path>
                <a:path w="6612890" h="6997065">
                  <a:moveTo>
                    <a:pt x="1191057" y="4713031"/>
                  </a:moveTo>
                  <a:lnTo>
                    <a:pt x="1201635" y="4738431"/>
                  </a:lnTo>
                  <a:lnTo>
                    <a:pt x="1183321" y="4751131"/>
                  </a:lnTo>
                  <a:lnTo>
                    <a:pt x="1172743" y="4725731"/>
                  </a:lnTo>
                  <a:lnTo>
                    <a:pt x="1191057" y="4713031"/>
                  </a:lnTo>
                  <a:close/>
                </a:path>
                <a:path w="6612890" h="6997065">
                  <a:moveTo>
                    <a:pt x="2397751" y="4713031"/>
                  </a:moveTo>
                  <a:lnTo>
                    <a:pt x="2404800" y="4725731"/>
                  </a:lnTo>
                  <a:lnTo>
                    <a:pt x="2392587" y="4738431"/>
                  </a:lnTo>
                  <a:lnTo>
                    <a:pt x="2385538" y="4725731"/>
                  </a:lnTo>
                  <a:lnTo>
                    <a:pt x="2397751" y="4713031"/>
                  </a:lnTo>
                  <a:close/>
                </a:path>
                <a:path w="6612890" h="6997065">
                  <a:moveTo>
                    <a:pt x="318371" y="4700331"/>
                  </a:moveTo>
                  <a:lnTo>
                    <a:pt x="331301" y="4725731"/>
                  </a:lnTo>
                  <a:lnTo>
                    <a:pt x="308906" y="4738431"/>
                  </a:lnTo>
                  <a:lnTo>
                    <a:pt x="295982" y="4713031"/>
                  </a:lnTo>
                  <a:lnTo>
                    <a:pt x="318371" y="4700331"/>
                  </a:lnTo>
                  <a:close/>
                </a:path>
                <a:path w="6612890" h="6997065">
                  <a:moveTo>
                    <a:pt x="1525273" y="4700331"/>
                  </a:moveTo>
                  <a:lnTo>
                    <a:pt x="1535265" y="4713031"/>
                  </a:lnTo>
                  <a:lnTo>
                    <a:pt x="1517964" y="4725731"/>
                  </a:lnTo>
                  <a:lnTo>
                    <a:pt x="1507978" y="4713031"/>
                  </a:lnTo>
                  <a:lnTo>
                    <a:pt x="1525273" y="4700331"/>
                  </a:lnTo>
                  <a:close/>
                </a:path>
                <a:path w="6612890" h="6997065">
                  <a:moveTo>
                    <a:pt x="2721976" y="4700331"/>
                  </a:moveTo>
                  <a:lnTo>
                    <a:pt x="2731643" y="4700331"/>
                  </a:lnTo>
                  <a:lnTo>
                    <a:pt x="2737228" y="4713031"/>
                  </a:lnTo>
                  <a:lnTo>
                    <a:pt x="2727556" y="4713031"/>
                  </a:lnTo>
                  <a:lnTo>
                    <a:pt x="2721976" y="4700331"/>
                  </a:lnTo>
                  <a:close/>
                </a:path>
                <a:path w="6612890" h="6997065">
                  <a:moveTo>
                    <a:pt x="652589" y="4674931"/>
                  </a:moveTo>
                  <a:lnTo>
                    <a:pt x="664932" y="4700331"/>
                  </a:lnTo>
                  <a:lnTo>
                    <a:pt x="643562" y="4713031"/>
                  </a:lnTo>
                  <a:lnTo>
                    <a:pt x="631218" y="4687631"/>
                  </a:lnTo>
                  <a:lnTo>
                    <a:pt x="652589" y="4674931"/>
                  </a:lnTo>
                  <a:close/>
                </a:path>
                <a:path w="6612890" h="6997065">
                  <a:moveTo>
                    <a:pt x="1859284" y="4674931"/>
                  </a:moveTo>
                  <a:lnTo>
                    <a:pt x="1868098" y="4687631"/>
                  </a:lnTo>
                  <a:lnTo>
                    <a:pt x="1852828" y="4700331"/>
                  </a:lnTo>
                  <a:lnTo>
                    <a:pt x="1844015" y="4687631"/>
                  </a:lnTo>
                  <a:lnTo>
                    <a:pt x="1859284" y="4674931"/>
                  </a:lnTo>
                  <a:close/>
                </a:path>
                <a:path w="6612890" h="6997065">
                  <a:moveTo>
                    <a:pt x="986813" y="4662231"/>
                  </a:moveTo>
                  <a:lnTo>
                    <a:pt x="998565" y="4674931"/>
                  </a:lnTo>
                  <a:lnTo>
                    <a:pt x="978213" y="4687631"/>
                  </a:lnTo>
                  <a:lnTo>
                    <a:pt x="966462" y="4674931"/>
                  </a:lnTo>
                  <a:lnTo>
                    <a:pt x="986813" y="4662231"/>
                  </a:lnTo>
                  <a:close/>
                </a:path>
                <a:path w="6612890" h="6997065">
                  <a:moveTo>
                    <a:pt x="2179659" y="4662231"/>
                  </a:moveTo>
                  <a:lnTo>
                    <a:pt x="2193395" y="4662231"/>
                  </a:lnTo>
                  <a:lnTo>
                    <a:pt x="2201326" y="4674931"/>
                  </a:lnTo>
                  <a:lnTo>
                    <a:pt x="2187590" y="4674931"/>
                  </a:lnTo>
                  <a:lnTo>
                    <a:pt x="2179659" y="4662231"/>
                  </a:lnTo>
                  <a:close/>
                </a:path>
                <a:path w="6612890" h="6997065">
                  <a:moveTo>
                    <a:pt x="1320924" y="4636831"/>
                  </a:moveTo>
                  <a:lnTo>
                    <a:pt x="1331792" y="4662231"/>
                  </a:lnTo>
                  <a:lnTo>
                    <a:pt x="1312969" y="4674931"/>
                  </a:lnTo>
                  <a:lnTo>
                    <a:pt x="1302100" y="4649531"/>
                  </a:lnTo>
                  <a:lnTo>
                    <a:pt x="1320924" y="4636831"/>
                  </a:lnTo>
                  <a:close/>
                </a:path>
                <a:path w="6612890" h="6997065">
                  <a:moveTo>
                    <a:pt x="114020" y="4636831"/>
                  </a:moveTo>
                  <a:lnTo>
                    <a:pt x="127826" y="4662231"/>
                  </a:lnTo>
                  <a:lnTo>
                    <a:pt x="103909" y="4674931"/>
                  </a:lnTo>
                  <a:lnTo>
                    <a:pt x="90102" y="4649531"/>
                  </a:lnTo>
                  <a:lnTo>
                    <a:pt x="114020" y="4636831"/>
                  </a:lnTo>
                  <a:close/>
                </a:path>
                <a:path w="6612890" h="6997065">
                  <a:moveTo>
                    <a:pt x="2527399" y="4636831"/>
                  </a:moveTo>
                  <a:lnTo>
                    <a:pt x="2534157" y="4649531"/>
                  </a:lnTo>
                  <a:lnTo>
                    <a:pt x="2522454" y="4662231"/>
                  </a:lnTo>
                  <a:lnTo>
                    <a:pt x="2515695" y="4649531"/>
                  </a:lnTo>
                  <a:lnTo>
                    <a:pt x="2527399" y="4636831"/>
                  </a:lnTo>
                  <a:close/>
                </a:path>
                <a:path w="6612890" h="6997065">
                  <a:moveTo>
                    <a:pt x="448238" y="4624131"/>
                  </a:moveTo>
                  <a:lnTo>
                    <a:pt x="461458" y="4649531"/>
                  </a:lnTo>
                  <a:lnTo>
                    <a:pt x="438560" y="4662231"/>
                  </a:lnTo>
                  <a:lnTo>
                    <a:pt x="425339" y="4636831"/>
                  </a:lnTo>
                  <a:lnTo>
                    <a:pt x="448238" y="4624131"/>
                  </a:lnTo>
                  <a:close/>
                </a:path>
                <a:path w="6612890" h="6997065">
                  <a:moveTo>
                    <a:pt x="1655034" y="4624131"/>
                  </a:moveTo>
                  <a:lnTo>
                    <a:pt x="1665027" y="4636831"/>
                  </a:lnTo>
                  <a:lnTo>
                    <a:pt x="1647720" y="4649531"/>
                  </a:lnTo>
                  <a:lnTo>
                    <a:pt x="1637733" y="4636831"/>
                  </a:lnTo>
                  <a:lnTo>
                    <a:pt x="1655034" y="4624131"/>
                  </a:lnTo>
                  <a:close/>
                </a:path>
                <a:path w="6612890" h="6997065">
                  <a:moveTo>
                    <a:pt x="782456" y="4598731"/>
                  </a:moveTo>
                  <a:lnTo>
                    <a:pt x="795090" y="4624131"/>
                  </a:lnTo>
                  <a:lnTo>
                    <a:pt x="773210" y="4636831"/>
                  </a:lnTo>
                  <a:lnTo>
                    <a:pt x="760576" y="4611431"/>
                  </a:lnTo>
                  <a:lnTo>
                    <a:pt x="782456" y="4598731"/>
                  </a:lnTo>
                  <a:close/>
                </a:path>
                <a:path w="6612890" h="6997065">
                  <a:moveTo>
                    <a:pt x="1989039" y="4598731"/>
                  </a:moveTo>
                  <a:lnTo>
                    <a:pt x="1997852" y="4624131"/>
                  </a:lnTo>
                  <a:lnTo>
                    <a:pt x="1982589" y="4624131"/>
                  </a:lnTo>
                  <a:lnTo>
                    <a:pt x="1973775" y="4611431"/>
                  </a:lnTo>
                  <a:lnTo>
                    <a:pt x="1989039" y="4598731"/>
                  </a:lnTo>
                  <a:close/>
                </a:path>
                <a:path w="6612890" h="6997065">
                  <a:moveTo>
                    <a:pt x="2323156" y="4586031"/>
                  </a:moveTo>
                  <a:lnTo>
                    <a:pt x="2331087" y="4598731"/>
                  </a:lnTo>
                  <a:lnTo>
                    <a:pt x="2317345" y="4611431"/>
                  </a:lnTo>
                  <a:lnTo>
                    <a:pt x="2309414" y="4598731"/>
                  </a:lnTo>
                  <a:lnTo>
                    <a:pt x="2323156" y="4586031"/>
                  </a:lnTo>
                  <a:close/>
                </a:path>
                <a:path w="6612890" h="6997065">
                  <a:moveTo>
                    <a:pt x="1116574" y="4586031"/>
                  </a:moveTo>
                  <a:lnTo>
                    <a:pt x="1128325" y="4598731"/>
                  </a:lnTo>
                  <a:lnTo>
                    <a:pt x="1107968" y="4611431"/>
                  </a:lnTo>
                  <a:lnTo>
                    <a:pt x="1096216" y="4598731"/>
                  </a:lnTo>
                  <a:lnTo>
                    <a:pt x="1116574" y="4586031"/>
                  </a:lnTo>
                  <a:close/>
                </a:path>
                <a:path w="6612890" h="6997065">
                  <a:moveTo>
                    <a:pt x="243888" y="4560631"/>
                  </a:moveTo>
                  <a:lnTo>
                    <a:pt x="257991" y="4586031"/>
                  </a:lnTo>
                  <a:lnTo>
                    <a:pt x="233564" y="4611431"/>
                  </a:lnTo>
                  <a:lnTo>
                    <a:pt x="219462" y="4586031"/>
                  </a:lnTo>
                  <a:lnTo>
                    <a:pt x="243888" y="4560631"/>
                  </a:lnTo>
                  <a:close/>
                </a:path>
                <a:path w="6612890" h="6997065">
                  <a:moveTo>
                    <a:pt x="1450684" y="4560631"/>
                  </a:moveTo>
                  <a:lnTo>
                    <a:pt x="1461553" y="4586031"/>
                  </a:lnTo>
                  <a:lnTo>
                    <a:pt x="1442723" y="4598731"/>
                  </a:lnTo>
                  <a:lnTo>
                    <a:pt x="1431855" y="4573331"/>
                  </a:lnTo>
                  <a:lnTo>
                    <a:pt x="1450684" y="4560631"/>
                  </a:lnTo>
                  <a:close/>
                </a:path>
                <a:path w="6612890" h="6997065">
                  <a:moveTo>
                    <a:pt x="2657155" y="4560631"/>
                  </a:moveTo>
                  <a:lnTo>
                    <a:pt x="2663913" y="4573331"/>
                  </a:lnTo>
                  <a:lnTo>
                    <a:pt x="2652215" y="4586031"/>
                  </a:lnTo>
                  <a:lnTo>
                    <a:pt x="2645457" y="4573331"/>
                  </a:lnTo>
                  <a:lnTo>
                    <a:pt x="2657155" y="4560631"/>
                  </a:lnTo>
                  <a:close/>
                </a:path>
                <a:path w="6612890" h="6997065">
                  <a:moveTo>
                    <a:pt x="578000" y="4547931"/>
                  </a:moveTo>
                  <a:lnTo>
                    <a:pt x="591220" y="4573331"/>
                  </a:lnTo>
                  <a:lnTo>
                    <a:pt x="568322" y="4586031"/>
                  </a:lnTo>
                  <a:lnTo>
                    <a:pt x="555101" y="4560631"/>
                  </a:lnTo>
                  <a:lnTo>
                    <a:pt x="578000" y="4547931"/>
                  </a:lnTo>
                  <a:close/>
                </a:path>
                <a:path w="6612890" h="6997065">
                  <a:moveTo>
                    <a:pt x="1784796" y="4547931"/>
                  </a:moveTo>
                  <a:lnTo>
                    <a:pt x="1794783" y="4560631"/>
                  </a:lnTo>
                  <a:lnTo>
                    <a:pt x="1777482" y="4573331"/>
                  </a:lnTo>
                  <a:lnTo>
                    <a:pt x="1767495" y="4560631"/>
                  </a:lnTo>
                  <a:lnTo>
                    <a:pt x="1784796" y="4547931"/>
                  </a:lnTo>
                  <a:close/>
                </a:path>
                <a:path w="6612890" h="6997065">
                  <a:moveTo>
                    <a:pt x="912218" y="4522531"/>
                  </a:moveTo>
                  <a:lnTo>
                    <a:pt x="924852" y="4547931"/>
                  </a:lnTo>
                  <a:lnTo>
                    <a:pt x="902972" y="4560631"/>
                  </a:lnTo>
                  <a:lnTo>
                    <a:pt x="890338" y="4535231"/>
                  </a:lnTo>
                  <a:lnTo>
                    <a:pt x="912218" y="4522531"/>
                  </a:lnTo>
                  <a:close/>
                </a:path>
                <a:path w="6612890" h="6997065">
                  <a:moveTo>
                    <a:pt x="2118800" y="4522531"/>
                  </a:moveTo>
                  <a:lnTo>
                    <a:pt x="2127614" y="4547931"/>
                  </a:lnTo>
                  <a:lnTo>
                    <a:pt x="2112344" y="4547931"/>
                  </a:lnTo>
                  <a:lnTo>
                    <a:pt x="2103530" y="4535231"/>
                  </a:lnTo>
                  <a:lnTo>
                    <a:pt x="2118800" y="4522531"/>
                  </a:lnTo>
                  <a:close/>
                </a:path>
                <a:path w="6612890" h="6997065">
                  <a:moveTo>
                    <a:pt x="1246435" y="4509831"/>
                  </a:moveTo>
                  <a:lnTo>
                    <a:pt x="1258483" y="4535231"/>
                  </a:lnTo>
                  <a:lnTo>
                    <a:pt x="1237622" y="4547931"/>
                  </a:lnTo>
                  <a:lnTo>
                    <a:pt x="1225575" y="4522531"/>
                  </a:lnTo>
                  <a:lnTo>
                    <a:pt x="1246435" y="4509831"/>
                  </a:lnTo>
                  <a:close/>
                </a:path>
                <a:path w="6612890" h="6997065">
                  <a:moveTo>
                    <a:pt x="39531" y="4509831"/>
                  </a:moveTo>
                  <a:lnTo>
                    <a:pt x="54517" y="4535231"/>
                  </a:lnTo>
                  <a:lnTo>
                    <a:pt x="28562" y="4547931"/>
                  </a:lnTo>
                  <a:lnTo>
                    <a:pt x="13576" y="4522531"/>
                  </a:lnTo>
                  <a:lnTo>
                    <a:pt x="39531" y="4509831"/>
                  </a:lnTo>
                  <a:close/>
                </a:path>
                <a:path w="6612890" h="6997065">
                  <a:moveTo>
                    <a:pt x="2452911" y="4509831"/>
                  </a:moveTo>
                  <a:lnTo>
                    <a:pt x="2460842" y="4522531"/>
                  </a:lnTo>
                  <a:lnTo>
                    <a:pt x="2447100" y="4535231"/>
                  </a:lnTo>
                  <a:lnTo>
                    <a:pt x="2439169" y="4522531"/>
                  </a:lnTo>
                  <a:lnTo>
                    <a:pt x="2452911" y="4509831"/>
                  </a:lnTo>
                  <a:close/>
                </a:path>
                <a:path w="6612890" h="6997065">
                  <a:moveTo>
                    <a:pt x="373750" y="4497131"/>
                  </a:moveTo>
                  <a:lnTo>
                    <a:pt x="388148" y="4522531"/>
                  </a:lnTo>
                  <a:lnTo>
                    <a:pt x="363213" y="4535231"/>
                  </a:lnTo>
                  <a:lnTo>
                    <a:pt x="348814" y="4509831"/>
                  </a:lnTo>
                  <a:lnTo>
                    <a:pt x="373750" y="4497131"/>
                  </a:lnTo>
                  <a:close/>
                </a:path>
                <a:path w="6612890" h="6997065">
                  <a:moveTo>
                    <a:pt x="1561610" y="4497131"/>
                  </a:moveTo>
                  <a:lnTo>
                    <a:pt x="1580446" y="4497131"/>
                  </a:lnTo>
                  <a:lnTo>
                    <a:pt x="1591314" y="4509831"/>
                  </a:lnTo>
                  <a:lnTo>
                    <a:pt x="1572479" y="4522531"/>
                  </a:lnTo>
                  <a:lnTo>
                    <a:pt x="1561610" y="4497131"/>
                  </a:lnTo>
                  <a:close/>
                </a:path>
                <a:path w="6612890" h="6997065">
                  <a:moveTo>
                    <a:pt x="707867" y="4471731"/>
                  </a:moveTo>
                  <a:lnTo>
                    <a:pt x="721378" y="4497131"/>
                  </a:lnTo>
                  <a:lnTo>
                    <a:pt x="697970" y="4509831"/>
                  </a:lnTo>
                  <a:lnTo>
                    <a:pt x="684453" y="4484431"/>
                  </a:lnTo>
                  <a:lnTo>
                    <a:pt x="707867" y="4471731"/>
                  </a:lnTo>
                  <a:close/>
                </a:path>
                <a:path w="6612890" h="6997065">
                  <a:moveTo>
                    <a:pt x="1914556" y="4471731"/>
                  </a:moveTo>
                  <a:lnTo>
                    <a:pt x="1924543" y="4484431"/>
                  </a:lnTo>
                  <a:lnTo>
                    <a:pt x="1907242" y="4497131"/>
                  </a:lnTo>
                  <a:lnTo>
                    <a:pt x="1897255" y="4484431"/>
                  </a:lnTo>
                  <a:lnTo>
                    <a:pt x="1914556" y="4471731"/>
                  </a:lnTo>
                  <a:close/>
                </a:path>
                <a:path w="6612890" h="6997065">
                  <a:moveTo>
                    <a:pt x="1041973" y="4459031"/>
                  </a:moveTo>
                  <a:lnTo>
                    <a:pt x="1054607" y="4471731"/>
                  </a:lnTo>
                  <a:lnTo>
                    <a:pt x="1032733" y="4484431"/>
                  </a:lnTo>
                  <a:lnTo>
                    <a:pt x="1020099" y="4471731"/>
                  </a:lnTo>
                  <a:lnTo>
                    <a:pt x="1041973" y="4459031"/>
                  </a:lnTo>
                  <a:close/>
                </a:path>
                <a:path w="6612890" h="6997065">
                  <a:moveTo>
                    <a:pt x="2233291" y="4459031"/>
                  </a:moveTo>
                  <a:lnTo>
                    <a:pt x="2248561" y="4459031"/>
                  </a:lnTo>
                  <a:lnTo>
                    <a:pt x="2257374" y="4471731"/>
                  </a:lnTo>
                  <a:lnTo>
                    <a:pt x="2242104" y="4471731"/>
                  </a:lnTo>
                  <a:lnTo>
                    <a:pt x="2233291" y="4459031"/>
                  </a:lnTo>
                  <a:close/>
                </a:path>
                <a:path w="6612890" h="6997065">
                  <a:moveTo>
                    <a:pt x="1376196" y="4433631"/>
                  </a:moveTo>
                  <a:lnTo>
                    <a:pt x="1388243" y="4459031"/>
                  </a:lnTo>
                  <a:lnTo>
                    <a:pt x="1367376" y="4471731"/>
                  </a:lnTo>
                  <a:lnTo>
                    <a:pt x="1355329" y="4446331"/>
                  </a:lnTo>
                  <a:lnTo>
                    <a:pt x="1376196" y="4433631"/>
                  </a:lnTo>
                  <a:close/>
                </a:path>
                <a:path w="6612890" h="6997065">
                  <a:moveTo>
                    <a:pt x="169400" y="4433631"/>
                  </a:moveTo>
                  <a:lnTo>
                    <a:pt x="184676" y="4459031"/>
                  </a:lnTo>
                  <a:lnTo>
                    <a:pt x="158212" y="4471731"/>
                  </a:lnTo>
                  <a:lnTo>
                    <a:pt x="142936" y="4446331"/>
                  </a:lnTo>
                  <a:lnTo>
                    <a:pt x="169400" y="4433631"/>
                  </a:lnTo>
                  <a:close/>
                </a:path>
                <a:path w="6612890" h="6997065">
                  <a:moveTo>
                    <a:pt x="2582565" y="4433631"/>
                  </a:moveTo>
                  <a:lnTo>
                    <a:pt x="2590200" y="4446331"/>
                  </a:lnTo>
                  <a:lnTo>
                    <a:pt x="2576974" y="4459031"/>
                  </a:lnTo>
                  <a:lnTo>
                    <a:pt x="2569333" y="4446331"/>
                  </a:lnTo>
                  <a:lnTo>
                    <a:pt x="2582565" y="4433631"/>
                  </a:lnTo>
                  <a:close/>
                </a:path>
                <a:path w="6612890" h="6997065">
                  <a:moveTo>
                    <a:pt x="503618" y="4420931"/>
                  </a:moveTo>
                  <a:lnTo>
                    <a:pt x="518307" y="4446331"/>
                  </a:lnTo>
                  <a:lnTo>
                    <a:pt x="492867" y="4459031"/>
                  </a:lnTo>
                  <a:lnTo>
                    <a:pt x="478178" y="4433631"/>
                  </a:lnTo>
                  <a:lnTo>
                    <a:pt x="503618" y="4420931"/>
                  </a:lnTo>
                  <a:close/>
                </a:path>
                <a:path w="6612890" h="6997065">
                  <a:moveTo>
                    <a:pt x="1691372" y="4420931"/>
                  </a:moveTo>
                  <a:lnTo>
                    <a:pt x="1710201" y="4420931"/>
                  </a:lnTo>
                  <a:lnTo>
                    <a:pt x="1721070" y="4433631"/>
                  </a:lnTo>
                  <a:lnTo>
                    <a:pt x="1702240" y="4446331"/>
                  </a:lnTo>
                  <a:lnTo>
                    <a:pt x="1691372" y="4420931"/>
                  </a:lnTo>
                  <a:close/>
                </a:path>
                <a:path w="6612890" h="6997065">
                  <a:moveTo>
                    <a:pt x="837731" y="4395531"/>
                  </a:moveTo>
                  <a:lnTo>
                    <a:pt x="851543" y="4420931"/>
                  </a:lnTo>
                  <a:lnTo>
                    <a:pt x="827620" y="4433631"/>
                  </a:lnTo>
                  <a:lnTo>
                    <a:pt x="813813" y="4408231"/>
                  </a:lnTo>
                  <a:lnTo>
                    <a:pt x="837731" y="4395531"/>
                  </a:lnTo>
                  <a:close/>
                </a:path>
                <a:path w="6612890" h="6997065">
                  <a:moveTo>
                    <a:pt x="2044318" y="4395531"/>
                  </a:moveTo>
                  <a:lnTo>
                    <a:pt x="2054304" y="4408231"/>
                  </a:lnTo>
                  <a:lnTo>
                    <a:pt x="2037003" y="4420931"/>
                  </a:lnTo>
                  <a:lnTo>
                    <a:pt x="2027011" y="4408231"/>
                  </a:lnTo>
                  <a:lnTo>
                    <a:pt x="2044318" y="4395531"/>
                  </a:lnTo>
                  <a:close/>
                </a:path>
                <a:path w="6612890" h="6997065">
                  <a:moveTo>
                    <a:pt x="2363052" y="4382831"/>
                  </a:moveTo>
                  <a:lnTo>
                    <a:pt x="2378316" y="4382831"/>
                  </a:lnTo>
                  <a:lnTo>
                    <a:pt x="2387129" y="4395531"/>
                  </a:lnTo>
                  <a:lnTo>
                    <a:pt x="2371866" y="4408231"/>
                  </a:lnTo>
                  <a:lnTo>
                    <a:pt x="2363052" y="4382831"/>
                  </a:lnTo>
                  <a:close/>
                </a:path>
                <a:path w="6612890" h="6997065">
                  <a:moveTo>
                    <a:pt x="1171847" y="4382831"/>
                  </a:moveTo>
                  <a:lnTo>
                    <a:pt x="1184771" y="4395531"/>
                  </a:lnTo>
                  <a:lnTo>
                    <a:pt x="1162382" y="4408231"/>
                  </a:lnTo>
                  <a:lnTo>
                    <a:pt x="1149458" y="4395531"/>
                  </a:lnTo>
                  <a:lnTo>
                    <a:pt x="1171847" y="4382831"/>
                  </a:lnTo>
                  <a:close/>
                </a:path>
                <a:path w="6612890" h="6997065">
                  <a:moveTo>
                    <a:pt x="299262" y="4357431"/>
                  </a:moveTo>
                  <a:lnTo>
                    <a:pt x="314833" y="4382831"/>
                  </a:lnTo>
                  <a:lnTo>
                    <a:pt x="287865" y="4408231"/>
                  </a:lnTo>
                  <a:lnTo>
                    <a:pt x="272294" y="4370131"/>
                  </a:lnTo>
                  <a:lnTo>
                    <a:pt x="299262" y="4357431"/>
                  </a:lnTo>
                  <a:close/>
                </a:path>
                <a:path w="6612890" h="6997065">
                  <a:moveTo>
                    <a:pt x="1505952" y="4357431"/>
                  </a:moveTo>
                  <a:lnTo>
                    <a:pt x="1517999" y="4382831"/>
                  </a:lnTo>
                  <a:lnTo>
                    <a:pt x="1497138" y="4395531"/>
                  </a:lnTo>
                  <a:lnTo>
                    <a:pt x="1485091" y="4370131"/>
                  </a:lnTo>
                  <a:lnTo>
                    <a:pt x="1505952" y="4357431"/>
                  </a:lnTo>
                  <a:close/>
                </a:path>
                <a:path w="6612890" h="6997065">
                  <a:moveTo>
                    <a:pt x="2712326" y="4357431"/>
                  </a:moveTo>
                  <a:lnTo>
                    <a:pt x="2719962" y="4370131"/>
                  </a:lnTo>
                  <a:lnTo>
                    <a:pt x="2706730" y="4382831"/>
                  </a:lnTo>
                  <a:lnTo>
                    <a:pt x="2699089" y="4370131"/>
                  </a:lnTo>
                  <a:lnTo>
                    <a:pt x="2712326" y="4357431"/>
                  </a:lnTo>
                  <a:close/>
                </a:path>
                <a:path w="6612890" h="6997065">
                  <a:moveTo>
                    <a:pt x="633486" y="4344731"/>
                  </a:moveTo>
                  <a:lnTo>
                    <a:pt x="648471" y="4370131"/>
                  </a:lnTo>
                  <a:lnTo>
                    <a:pt x="622516" y="4382831"/>
                  </a:lnTo>
                  <a:lnTo>
                    <a:pt x="607531" y="4357431"/>
                  </a:lnTo>
                  <a:lnTo>
                    <a:pt x="633486" y="4344731"/>
                  </a:lnTo>
                  <a:close/>
                </a:path>
                <a:path w="6612890" h="6997065">
                  <a:moveTo>
                    <a:pt x="1839961" y="4344731"/>
                  </a:moveTo>
                  <a:lnTo>
                    <a:pt x="1850830" y="4357431"/>
                  </a:lnTo>
                  <a:lnTo>
                    <a:pt x="1832000" y="4370131"/>
                  </a:lnTo>
                  <a:lnTo>
                    <a:pt x="1821132" y="4357431"/>
                  </a:lnTo>
                  <a:lnTo>
                    <a:pt x="1839961" y="4344731"/>
                  </a:lnTo>
                  <a:close/>
                </a:path>
                <a:path w="6612890" h="6997065">
                  <a:moveTo>
                    <a:pt x="967597" y="4319331"/>
                  </a:moveTo>
                  <a:lnTo>
                    <a:pt x="981694" y="4344731"/>
                  </a:lnTo>
                  <a:lnTo>
                    <a:pt x="957273" y="4357431"/>
                  </a:lnTo>
                  <a:lnTo>
                    <a:pt x="943176" y="4332031"/>
                  </a:lnTo>
                  <a:lnTo>
                    <a:pt x="967597" y="4319331"/>
                  </a:lnTo>
                  <a:close/>
                </a:path>
                <a:path w="6612890" h="6997065">
                  <a:moveTo>
                    <a:pt x="2174073" y="4319331"/>
                  </a:moveTo>
                  <a:lnTo>
                    <a:pt x="2184059" y="4344731"/>
                  </a:lnTo>
                  <a:lnTo>
                    <a:pt x="2166758" y="4344731"/>
                  </a:lnTo>
                  <a:lnTo>
                    <a:pt x="2156765" y="4332031"/>
                  </a:lnTo>
                  <a:lnTo>
                    <a:pt x="2174073" y="4319331"/>
                  </a:lnTo>
                  <a:close/>
                </a:path>
                <a:path w="6612890" h="6997065">
                  <a:moveTo>
                    <a:pt x="1301601" y="4306631"/>
                  </a:moveTo>
                  <a:lnTo>
                    <a:pt x="1314525" y="4332031"/>
                  </a:lnTo>
                  <a:lnTo>
                    <a:pt x="1292142" y="4344731"/>
                  </a:lnTo>
                  <a:lnTo>
                    <a:pt x="1279212" y="4319331"/>
                  </a:lnTo>
                  <a:lnTo>
                    <a:pt x="1301601" y="4306631"/>
                  </a:lnTo>
                  <a:close/>
                </a:path>
                <a:path w="6612890" h="6997065">
                  <a:moveTo>
                    <a:pt x="94805" y="4306631"/>
                  </a:moveTo>
                  <a:lnTo>
                    <a:pt x="110963" y="4332031"/>
                  </a:lnTo>
                  <a:lnTo>
                    <a:pt x="82977" y="4344731"/>
                  </a:lnTo>
                  <a:lnTo>
                    <a:pt x="66819" y="4319331"/>
                  </a:lnTo>
                  <a:lnTo>
                    <a:pt x="94805" y="4306631"/>
                  </a:lnTo>
                  <a:close/>
                </a:path>
                <a:path w="6612890" h="6997065">
                  <a:moveTo>
                    <a:pt x="2493210" y="4306631"/>
                  </a:moveTo>
                  <a:lnTo>
                    <a:pt x="2507970" y="4306631"/>
                  </a:lnTo>
                  <a:lnTo>
                    <a:pt x="2516488" y="4319331"/>
                  </a:lnTo>
                  <a:lnTo>
                    <a:pt x="2501733" y="4332031"/>
                  </a:lnTo>
                  <a:lnTo>
                    <a:pt x="2493210" y="4306631"/>
                  </a:lnTo>
                  <a:close/>
                </a:path>
                <a:path w="6612890" h="6997065">
                  <a:moveTo>
                    <a:pt x="429136" y="4281231"/>
                  </a:moveTo>
                  <a:lnTo>
                    <a:pt x="444998" y="4306631"/>
                  </a:lnTo>
                  <a:lnTo>
                    <a:pt x="417521" y="4332031"/>
                  </a:lnTo>
                  <a:lnTo>
                    <a:pt x="401659" y="4306631"/>
                  </a:lnTo>
                  <a:lnTo>
                    <a:pt x="429136" y="4281231"/>
                  </a:lnTo>
                  <a:close/>
                </a:path>
                <a:path w="6612890" h="6997065">
                  <a:moveTo>
                    <a:pt x="1635713" y="4281231"/>
                  </a:moveTo>
                  <a:lnTo>
                    <a:pt x="1647760" y="4306631"/>
                  </a:lnTo>
                  <a:lnTo>
                    <a:pt x="1626899" y="4319331"/>
                  </a:lnTo>
                  <a:lnTo>
                    <a:pt x="1614852" y="4293931"/>
                  </a:lnTo>
                  <a:lnTo>
                    <a:pt x="1635713" y="4281231"/>
                  </a:lnTo>
                  <a:close/>
                </a:path>
                <a:path w="6612890" h="6997065">
                  <a:moveTo>
                    <a:pt x="763354" y="4268531"/>
                  </a:moveTo>
                  <a:lnTo>
                    <a:pt x="778630" y="4293931"/>
                  </a:lnTo>
                  <a:lnTo>
                    <a:pt x="752165" y="4306631"/>
                  </a:lnTo>
                  <a:lnTo>
                    <a:pt x="736890" y="4281231"/>
                  </a:lnTo>
                  <a:lnTo>
                    <a:pt x="763354" y="4268531"/>
                  </a:lnTo>
                  <a:close/>
                </a:path>
                <a:path w="6612890" h="6997065">
                  <a:moveTo>
                    <a:pt x="1969717" y="4268531"/>
                  </a:moveTo>
                  <a:lnTo>
                    <a:pt x="1980585" y="4281231"/>
                  </a:lnTo>
                  <a:lnTo>
                    <a:pt x="1961762" y="4293931"/>
                  </a:lnTo>
                  <a:lnTo>
                    <a:pt x="1950893" y="4281231"/>
                  </a:lnTo>
                  <a:lnTo>
                    <a:pt x="1969717" y="4268531"/>
                  </a:lnTo>
                  <a:close/>
                </a:path>
                <a:path w="6612890" h="6997065">
                  <a:moveTo>
                    <a:pt x="1097358" y="4243131"/>
                  </a:moveTo>
                  <a:lnTo>
                    <a:pt x="1111455" y="4268531"/>
                  </a:lnTo>
                  <a:lnTo>
                    <a:pt x="1087028" y="4281231"/>
                  </a:lnTo>
                  <a:lnTo>
                    <a:pt x="1072931" y="4255831"/>
                  </a:lnTo>
                  <a:lnTo>
                    <a:pt x="1097358" y="4243131"/>
                  </a:lnTo>
                  <a:close/>
                </a:path>
                <a:path w="6612890" h="6997065">
                  <a:moveTo>
                    <a:pt x="2303720" y="4243131"/>
                  </a:moveTo>
                  <a:lnTo>
                    <a:pt x="2313416" y="4268531"/>
                  </a:lnTo>
                  <a:lnTo>
                    <a:pt x="2296625" y="4268531"/>
                  </a:lnTo>
                  <a:lnTo>
                    <a:pt x="2286934" y="4255831"/>
                  </a:lnTo>
                  <a:lnTo>
                    <a:pt x="2303720" y="4243131"/>
                  </a:lnTo>
                  <a:close/>
                </a:path>
                <a:path w="6612890" h="6997065">
                  <a:moveTo>
                    <a:pt x="1431363" y="4230431"/>
                  </a:moveTo>
                  <a:lnTo>
                    <a:pt x="1444287" y="4255831"/>
                  </a:lnTo>
                  <a:lnTo>
                    <a:pt x="1421898" y="4268531"/>
                  </a:lnTo>
                  <a:lnTo>
                    <a:pt x="1408968" y="4243131"/>
                  </a:lnTo>
                  <a:lnTo>
                    <a:pt x="1431363" y="4230431"/>
                  </a:lnTo>
                  <a:close/>
                </a:path>
                <a:path w="6612890" h="6997065">
                  <a:moveTo>
                    <a:pt x="224673" y="4230431"/>
                  </a:moveTo>
                  <a:lnTo>
                    <a:pt x="241121" y="4255831"/>
                  </a:lnTo>
                  <a:lnTo>
                    <a:pt x="212625" y="4268531"/>
                  </a:lnTo>
                  <a:lnTo>
                    <a:pt x="196177" y="4243131"/>
                  </a:lnTo>
                  <a:lnTo>
                    <a:pt x="224673" y="4230431"/>
                  </a:lnTo>
                  <a:close/>
                </a:path>
                <a:path w="6612890" h="6997065">
                  <a:moveTo>
                    <a:pt x="2637732" y="4230431"/>
                  </a:moveTo>
                  <a:lnTo>
                    <a:pt x="2646249" y="4243131"/>
                  </a:lnTo>
                  <a:lnTo>
                    <a:pt x="2631495" y="4255831"/>
                  </a:lnTo>
                  <a:lnTo>
                    <a:pt x="2622971" y="4243131"/>
                  </a:lnTo>
                  <a:lnTo>
                    <a:pt x="2637732" y="4230431"/>
                  </a:lnTo>
                  <a:close/>
                </a:path>
                <a:path w="6612890" h="6997065">
                  <a:moveTo>
                    <a:pt x="558890" y="4205031"/>
                  </a:moveTo>
                  <a:lnTo>
                    <a:pt x="574753" y="4243131"/>
                  </a:lnTo>
                  <a:lnTo>
                    <a:pt x="547276" y="4255831"/>
                  </a:lnTo>
                  <a:lnTo>
                    <a:pt x="531414" y="4230431"/>
                  </a:lnTo>
                  <a:lnTo>
                    <a:pt x="558890" y="4205031"/>
                  </a:lnTo>
                  <a:close/>
                </a:path>
                <a:path w="6612890" h="6997065">
                  <a:moveTo>
                    <a:pt x="1765473" y="4205031"/>
                  </a:moveTo>
                  <a:lnTo>
                    <a:pt x="1777520" y="4230431"/>
                  </a:lnTo>
                  <a:lnTo>
                    <a:pt x="1756659" y="4243131"/>
                  </a:lnTo>
                  <a:lnTo>
                    <a:pt x="1744612" y="4217731"/>
                  </a:lnTo>
                  <a:lnTo>
                    <a:pt x="1765473" y="4205031"/>
                  </a:lnTo>
                  <a:close/>
                </a:path>
                <a:path w="6612890" h="6997065">
                  <a:moveTo>
                    <a:pt x="893115" y="4192331"/>
                  </a:moveTo>
                  <a:lnTo>
                    <a:pt x="908390" y="4217731"/>
                  </a:lnTo>
                  <a:lnTo>
                    <a:pt x="881926" y="4230431"/>
                  </a:lnTo>
                  <a:lnTo>
                    <a:pt x="866651" y="4205031"/>
                  </a:lnTo>
                  <a:lnTo>
                    <a:pt x="893115" y="4192331"/>
                  </a:lnTo>
                  <a:close/>
                </a:path>
                <a:path w="6612890" h="6997065">
                  <a:moveTo>
                    <a:pt x="2099477" y="4192331"/>
                  </a:moveTo>
                  <a:lnTo>
                    <a:pt x="2110346" y="4205031"/>
                  </a:lnTo>
                  <a:lnTo>
                    <a:pt x="2091522" y="4217731"/>
                  </a:lnTo>
                  <a:lnTo>
                    <a:pt x="2080654" y="4205031"/>
                  </a:lnTo>
                  <a:lnTo>
                    <a:pt x="2099477" y="4192331"/>
                  </a:lnTo>
                  <a:close/>
                </a:path>
                <a:path w="6612890" h="6997065">
                  <a:moveTo>
                    <a:pt x="20423" y="4166931"/>
                  </a:moveTo>
                  <a:lnTo>
                    <a:pt x="38056" y="4205031"/>
                  </a:lnTo>
                  <a:lnTo>
                    <a:pt x="7523" y="4217731"/>
                  </a:lnTo>
                  <a:lnTo>
                    <a:pt x="0" y="4205031"/>
                  </a:lnTo>
                  <a:lnTo>
                    <a:pt x="0" y="4179631"/>
                  </a:lnTo>
                  <a:lnTo>
                    <a:pt x="20423" y="4166931"/>
                  </a:lnTo>
                  <a:close/>
                </a:path>
                <a:path w="6612890" h="6997065">
                  <a:moveTo>
                    <a:pt x="2433482" y="4166931"/>
                  </a:moveTo>
                  <a:lnTo>
                    <a:pt x="2443172" y="4192331"/>
                  </a:lnTo>
                  <a:lnTo>
                    <a:pt x="2426381" y="4205031"/>
                  </a:lnTo>
                  <a:lnTo>
                    <a:pt x="2416691" y="4179631"/>
                  </a:lnTo>
                  <a:lnTo>
                    <a:pt x="2433482" y="4166931"/>
                  </a:lnTo>
                  <a:close/>
                </a:path>
                <a:path w="6612890" h="6997065">
                  <a:moveTo>
                    <a:pt x="1227219" y="4166931"/>
                  </a:moveTo>
                  <a:lnTo>
                    <a:pt x="1241618" y="4192331"/>
                  </a:lnTo>
                  <a:lnTo>
                    <a:pt x="1216688" y="4205031"/>
                  </a:lnTo>
                  <a:lnTo>
                    <a:pt x="1202289" y="4192331"/>
                  </a:lnTo>
                  <a:lnTo>
                    <a:pt x="1227219" y="4166931"/>
                  </a:lnTo>
                  <a:close/>
                </a:path>
                <a:path w="6612890" h="6997065">
                  <a:moveTo>
                    <a:pt x="354534" y="4154231"/>
                  </a:moveTo>
                  <a:lnTo>
                    <a:pt x="371285" y="4179631"/>
                  </a:lnTo>
                  <a:lnTo>
                    <a:pt x="342280" y="4205031"/>
                  </a:lnTo>
                  <a:lnTo>
                    <a:pt x="325529" y="4166931"/>
                  </a:lnTo>
                  <a:lnTo>
                    <a:pt x="354534" y="4154231"/>
                  </a:lnTo>
                  <a:close/>
                </a:path>
                <a:path w="6612890" h="6997065">
                  <a:moveTo>
                    <a:pt x="1561118" y="4154231"/>
                  </a:moveTo>
                  <a:lnTo>
                    <a:pt x="1574048" y="4179631"/>
                  </a:lnTo>
                  <a:lnTo>
                    <a:pt x="1551659" y="4192331"/>
                  </a:lnTo>
                  <a:lnTo>
                    <a:pt x="1538728" y="4166931"/>
                  </a:lnTo>
                  <a:lnTo>
                    <a:pt x="1561118" y="4154231"/>
                  </a:lnTo>
                  <a:close/>
                </a:path>
                <a:path w="6612890" h="6997065">
                  <a:moveTo>
                    <a:pt x="2767380" y="4154231"/>
                  </a:moveTo>
                  <a:lnTo>
                    <a:pt x="2775607" y="4166931"/>
                  </a:lnTo>
                  <a:lnTo>
                    <a:pt x="2761356" y="4179631"/>
                  </a:lnTo>
                  <a:lnTo>
                    <a:pt x="2753135" y="4166931"/>
                  </a:lnTo>
                  <a:lnTo>
                    <a:pt x="2767380" y="4154231"/>
                  </a:lnTo>
                  <a:close/>
                </a:path>
                <a:path w="6612890" h="6997065">
                  <a:moveTo>
                    <a:pt x="688759" y="4128831"/>
                  </a:moveTo>
                  <a:lnTo>
                    <a:pt x="704917" y="4166931"/>
                  </a:lnTo>
                  <a:lnTo>
                    <a:pt x="676931" y="4179631"/>
                  </a:lnTo>
                  <a:lnTo>
                    <a:pt x="660772" y="4154231"/>
                  </a:lnTo>
                  <a:lnTo>
                    <a:pt x="688759" y="4128831"/>
                  </a:lnTo>
                  <a:close/>
                </a:path>
                <a:path w="6612890" h="6997065">
                  <a:moveTo>
                    <a:pt x="1895234" y="4128831"/>
                  </a:moveTo>
                  <a:lnTo>
                    <a:pt x="1907282" y="4154231"/>
                  </a:lnTo>
                  <a:lnTo>
                    <a:pt x="1886414" y="4166931"/>
                  </a:lnTo>
                  <a:lnTo>
                    <a:pt x="1874367" y="4141531"/>
                  </a:lnTo>
                  <a:lnTo>
                    <a:pt x="1895234" y="4128831"/>
                  </a:lnTo>
                  <a:close/>
                </a:path>
                <a:path w="6612890" h="6997065">
                  <a:moveTo>
                    <a:pt x="1022976" y="4116131"/>
                  </a:moveTo>
                  <a:lnTo>
                    <a:pt x="1038548" y="4141531"/>
                  </a:lnTo>
                  <a:lnTo>
                    <a:pt x="1011575" y="4154231"/>
                  </a:lnTo>
                  <a:lnTo>
                    <a:pt x="996003" y="4128831"/>
                  </a:lnTo>
                  <a:lnTo>
                    <a:pt x="1022976" y="4116131"/>
                  </a:lnTo>
                  <a:close/>
                </a:path>
                <a:path w="6612890" h="6997065">
                  <a:moveTo>
                    <a:pt x="2229238" y="4116131"/>
                  </a:moveTo>
                  <a:lnTo>
                    <a:pt x="2240106" y="4128831"/>
                  </a:lnTo>
                  <a:lnTo>
                    <a:pt x="2221277" y="4141531"/>
                  </a:lnTo>
                  <a:lnTo>
                    <a:pt x="2210408" y="4128831"/>
                  </a:lnTo>
                  <a:lnTo>
                    <a:pt x="2229238" y="4116131"/>
                  </a:lnTo>
                  <a:close/>
                </a:path>
                <a:path w="6612890" h="6997065">
                  <a:moveTo>
                    <a:pt x="1356981" y="4090731"/>
                  </a:moveTo>
                  <a:lnTo>
                    <a:pt x="1371374" y="4116131"/>
                  </a:lnTo>
                  <a:lnTo>
                    <a:pt x="1346444" y="4141531"/>
                  </a:lnTo>
                  <a:lnTo>
                    <a:pt x="1332045" y="4116131"/>
                  </a:lnTo>
                  <a:lnTo>
                    <a:pt x="1356981" y="4090731"/>
                  </a:lnTo>
                  <a:close/>
                </a:path>
                <a:path w="6612890" h="6997065">
                  <a:moveTo>
                    <a:pt x="150291" y="4103431"/>
                  </a:moveTo>
                  <a:lnTo>
                    <a:pt x="168208" y="4128831"/>
                  </a:lnTo>
                  <a:lnTo>
                    <a:pt x="137171" y="4141531"/>
                  </a:lnTo>
                  <a:lnTo>
                    <a:pt x="119254" y="4116131"/>
                  </a:lnTo>
                  <a:lnTo>
                    <a:pt x="150291" y="4103431"/>
                  </a:lnTo>
                  <a:close/>
                </a:path>
                <a:path w="6612890" h="6997065">
                  <a:moveTo>
                    <a:pt x="2546848" y="4103431"/>
                  </a:moveTo>
                  <a:lnTo>
                    <a:pt x="2563131" y="4103431"/>
                  </a:lnTo>
                  <a:lnTo>
                    <a:pt x="2572536" y="4116131"/>
                  </a:lnTo>
                  <a:lnTo>
                    <a:pt x="2556254" y="4128831"/>
                  </a:lnTo>
                  <a:lnTo>
                    <a:pt x="2546848" y="4103431"/>
                  </a:lnTo>
                  <a:close/>
                </a:path>
                <a:path w="6612890" h="6997065">
                  <a:moveTo>
                    <a:pt x="484402" y="4078031"/>
                  </a:moveTo>
                  <a:lnTo>
                    <a:pt x="501443" y="4103431"/>
                  </a:lnTo>
                  <a:lnTo>
                    <a:pt x="471928" y="4128831"/>
                  </a:lnTo>
                  <a:lnTo>
                    <a:pt x="454888" y="4090731"/>
                  </a:lnTo>
                  <a:lnTo>
                    <a:pt x="484402" y="4078031"/>
                  </a:lnTo>
                  <a:close/>
                </a:path>
                <a:path w="6612890" h="6997065">
                  <a:moveTo>
                    <a:pt x="1690878" y="4078031"/>
                  </a:moveTo>
                  <a:lnTo>
                    <a:pt x="1703808" y="4103431"/>
                  </a:lnTo>
                  <a:lnTo>
                    <a:pt x="1681419" y="4116131"/>
                  </a:lnTo>
                  <a:lnTo>
                    <a:pt x="1668489" y="4090731"/>
                  </a:lnTo>
                  <a:lnTo>
                    <a:pt x="1690878" y="4078031"/>
                  </a:lnTo>
                  <a:close/>
                </a:path>
                <a:path w="6612890" h="6997065">
                  <a:moveTo>
                    <a:pt x="818519" y="4065331"/>
                  </a:moveTo>
                  <a:lnTo>
                    <a:pt x="834678" y="4090731"/>
                  </a:lnTo>
                  <a:lnTo>
                    <a:pt x="806685" y="4103431"/>
                  </a:lnTo>
                  <a:lnTo>
                    <a:pt x="790527" y="4078031"/>
                  </a:lnTo>
                  <a:lnTo>
                    <a:pt x="818519" y="4065331"/>
                  </a:lnTo>
                  <a:close/>
                </a:path>
                <a:path w="6612890" h="6997065">
                  <a:moveTo>
                    <a:pt x="2024989" y="4065331"/>
                  </a:moveTo>
                  <a:lnTo>
                    <a:pt x="2037036" y="4078031"/>
                  </a:lnTo>
                  <a:lnTo>
                    <a:pt x="2016169" y="4090731"/>
                  </a:lnTo>
                  <a:lnTo>
                    <a:pt x="2004122" y="4078031"/>
                  </a:lnTo>
                  <a:lnTo>
                    <a:pt x="2024989" y="4065331"/>
                  </a:lnTo>
                  <a:close/>
                </a:path>
                <a:path w="6612890" h="6997065">
                  <a:moveTo>
                    <a:pt x="1152737" y="4039931"/>
                  </a:moveTo>
                  <a:lnTo>
                    <a:pt x="1168308" y="4065331"/>
                  </a:lnTo>
                  <a:lnTo>
                    <a:pt x="1141335" y="4078031"/>
                  </a:lnTo>
                  <a:lnTo>
                    <a:pt x="1125763" y="4052631"/>
                  </a:lnTo>
                  <a:lnTo>
                    <a:pt x="1152737" y="4039931"/>
                  </a:lnTo>
                  <a:close/>
                </a:path>
                <a:path w="6612890" h="6997065">
                  <a:moveTo>
                    <a:pt x="280153" y="4027231"/>
                  </a:moveTo>
                  <a:lnTo>
                    <a:pt x="298372" y="4052631"/>
                  </a:lnTo>
                  <a:lnTo>
                    <a:pt x="266826" y="4078031"/>
                  </a:lnTo>
                  <a:lnTo>
                    <a:pt x="248607" y="4039931"/>
                  </a:lnTo>
                  <a:lnTo>
                    <a:pt x="280153" y="4027231"/>
                  </a:lnTo>
                  <a:close/>
                </a:path>
                <a:path w="6612890" h="6997065">
                  <a:moveTo>
                    <a:pt x="2358887" y="4039931"/>
                  </a:moveTo>
                  <a:lnTo>
                    <a:pt x="2369466" y="4065331"/>
                  </a:lnTo>
                  <a:lnTo>
                    <a:pt x="2351146" y="4065331"/>
                  </a:lnTo>
                  <a:lnTo>
                    <a:pt x="2340567" y="4052631"/>
                  </a:lnTo>
                  <a:lnTo>
                    <a:pt x="2358887" y="4039931"/>
                  </a:lnTo>
                  <a:close/>
                </a:path>
                <a:path w="6612890" h="6997065">
                  <a:moveTo>
                    <a:pt x="1486741" y="4027231"/>
                  </a:moveTo>
                  <a:lnTo>
                    <a:pt x="1501134" y="4052631"/>
                  </a:lnTo>
                  <a:lnTo>
                    <a:pt x="1476199" y="4065331"/>
                  </a:lnTo>
                  <a:lnTo>
                    <a:pt x="1461806" y="4039931"/>
                  </a:lnTo>
                  <a:lnTo>
                    <a:pt x="1486741" y="4027231"/>
                  </a:lnTo>
                  <a:close/>
                </a:path>
                <a:path w="6612890" h="6997065">
                  <a:moveTo>
                    <a:pt x="2676609" y="4027231"/>
                  </a:moveTo>
                  <a:lnTo>
                    <a:pt x="2692892" y="4027231"/>
                  </a:lnTo>
                  <a:lnTo>
                    <a:pt x="2702292" y="4039931"/>
                  </a:lnTo>
                  <a:lnTo>
                    <a:pt x="2686015" y="4052631"/>
                  </a:lnTo>
                  <a:lnTo>
                    <a:pt x="2676609" y="4027231"/>
                  </a:lnTo>
                  <a:close/>
                </a:path>
                <a:path w="6612890" h="6997065">
                  <a:moveTo>
                    <a:pt x="614271" y="4001831"/>
                  </a:moveTo>
                  <a:lnTo>
                    <a:pt x="631601" y="4027231"/>
                  </a:lnTo>
                  <a:lnTo>
                    <a:pt x="601583" y="4052631"/>
                  </a:lnTo>
                  <a:lnTo>
                    <a:pt x="584247" y="4014531"/>
                  </a:lnTo>
                  <a:lnTo>
                    <a:pt x="614271" y="4001831"/>
                  </a:lnTo>
                  <a:close/>
                </a:path>
                <a:path w="6612890" h="6997065">
                  <a:moveTo>
                    <a:pt x="1820639" y="4001831"/>
                  </a:moveTo>
                  <a:lnTo>
                    <a:pt x="1833569" y="4027231"/>
                  </a:lnTo>
                  <a:lnTo>
                    <a:pt x="1811174" y="4039931"/>
                  </a:lnTo>
                  <a:lnTo>
                    <a:pt x="1798250" y="4014531"/>
                  </a:lnTo>
                  <a:lnTo>
                    <a:pt x="1820639" y="4001831"/>
                  </a:lnTo>
                  <a:close/>
                </a:path>
                <a:path w="6612890" h="6997065">
                  <a:moveTo>
                    <a:pt x="948381" y="3989131"/>
                  </a:moveTo>
                  <a:lnTo>
                    <a:pt x="964836" y="4014531"/>
                  </a:lnTo>
                  <a:lnTo>
                    <a:pt x="936340" y="4027231"/>
                  </a:lnTo>
                  <a:lnTo>
                    <a:pt x="919885" y="4001831"/>
                  </a:lnTo>
                  <a:lnTo>
                    <a:pt x="948381" y="3989131"/>
                  </a:lnTo>
                  <a:close/>
                </a:path>
                <a:path w="6612890" h="6997065">
                  <a:moveTo>
                    <a:pt x="2154643" y="3989131"/>
                  </a:moveTo>
                  <a:lnTo>
                    <a:pt x="2166394" y="4001831"/>
                  </a:lnTo>
                  <a:lnTo>
                    <a:pt x="2146042" y="4014531"/>
                  </a:lnTo>
                  <a:lnTo>
                    <a:pt x="2134291" y="4001831"/>
                  </a:lnTo>
                  <a:lnTo>
                    <a:pt x="2154643" y="3989131"/>
                  </a:lnTo>
                  <a:close/>
                </a:path>
                <a:path w="6612890" h="6997065">
                  <a:moveTo>
                    <a:pt x="75803" y="3963731"/>
                  </a:moveTo>
                  <a:lnTo>
                    <a:pt x="94899" y="4001831"/>
                  </a:lnTo>
                  <a:lnTo>
                    <a:pt x="61824" y="4014531"/>
                  </a:lnTo>
                  <a:lnTo>
                    <a:pt x="42728" y="3989131"/>
                  </a:lnTo>
                  <a:lnTo>
                    <a:pt x="75803" y="3963731"/>
                  </a:lnTo>
                  <a:close/>
                </a:path>
                <a:path w="6612890" h="6997065">
                  <a:moveTo>
                    <a:pt x="2488648" y="3963731"/>
                  </a:moveTo>
                  <a:lnTo>
                    <a:pt x="2499227" y="3989131"/>
                  </a:lnTo>
                  <a:lnTo>
                    <a:pt x="2480901" y="4001831"/>
                  </a:lnTo>
                  <a:lnTo>
                    <a:pt x="2470322" y="3976431"/>
                  </a:lnTo>
                  <a:lnTo>
                    <a:pt x="2488648" y="3963731"/>
                  </a:lnTo>
                  <a:close/>
                </a:path>
                <a:path w="6612890" h="6997065">
                  <a:moveTo>
                    <a:pt x="1282498" y="3963731"/>
                  </a:moveTo>
                  <a:lnTo>
                    <a:pt x="1298070" y="3989131"/>
                  </a:lnTo>
                  <a:lnTo>
                    <a:pt x="1271097" y="4001831"/>
                  </a:lnTo>
                  <a:lnTo>
                    <a:pt x="1255525" y="3976431"/>
                  </a:lnTo>
                  <a:lnTo>
                    <a:pt x="1282498" y="3963731"/>
                  </a:lnTo>
                  <a:close/>
                </a:path>
                <a:path w="6612890" h="6997065">
                  <a:moveTo>
                    <a:pt x="410026" y="3951031"/>
                  </a:moveTo>
                  <a:lnTo>
                    <a:pt x="428530" y="3976431"/>
                  </a:lnTo>
                  <a:lnTo>
                    <a:pt x="396474" y="4001831"/>
                  </a:lnTo>
                  <a:lnTo>
                    <a:pt x="377965" y="3963731"/>
                  </a:lnTo>
                  <a:lnTo>
                    <a:pt x="410026" y="3951031"/>
                  </a:lnTo>
                  <a:close/>
                </a:path>
                <a:path w="6612890" h="6997065">
                  <a:moveTo>
                    <a:pt x="1616502" y="3951031"/>
                  </a:moveTo>
                  <a:lnTo>
                    <a:pt x="1630895" y="3976431"/>
                  </a:lnTo>
                  <a:lnTo>
                    <a:pt x="1605959" y="3989131"/>
                  </a:lnTo>
                  <a:lnTo>
                    <a:pt x="1591566" y="3963731"/>
                  </a:lnTo>
                  <a:lnTo>
                    <a:pt x="1616502" y="3951031"/>
                  </a:lnTo>
                  <a:close/>
                </a:path>
                <a:path w="6612890" h="6997065">
                  <a:moveTo>
                    <a:pt x="744138" y="3925631"/>
                  </a:moveTo>
                  <a:lnTo>
                    <a:pt x="761764" y="3963731"/>
                  </a:lnTo>
                  <a:lnTo>
                    <a:pt x="731231" y="3976431"/>
                  </a:lnTo>
                  <a:lnTo>
                    <a:pt x="713604" y="3951031"/>
                  </a:lnTo>
                  <a:lnTo>
                    <a:pt x="744138" y="3925631"/>
                  </a:lnTo>
                  <a:close/>
                </a:path>
                <a:path w="6612890" h="6997065">
                  <a:moveTo>
                    <a:pt x="1950394" y="3925631"/>
                  </a:moveTo>
                  <a:lnTo>
                    <a:pt x="1963324" y="3951031"/>
                  </a:lnTo>
                  <a:lnTo>
                    <a:pt x="1940929" y="3963731"/>
                  </a:lnTo>
                  <a:lnTo>
                    <a:pt x="1928005" y="3938331"/>
                  </a:lnTo>
                  <a:lnTo>
                    <a:pt x="1950394" y="3925631"/>
                  </a:lnTo>
                  <a:close/>
                </a:path>
                <a:path w="6612890" h="6997065">
                  <a:moveTo>
                    <a:pt x="1078141" y="3912931"/>
                  </a:moveTo>
                  <a:lnTo>
                    <a:pt x="1094596" y="3938331"/>
                  </a:lnTo>
                  <a:lnTo>
                    <a:pt x="1066094" y="3951031"/>
                  </a:lnTo>
                  <a:lnTo>
                    <a:pt x="1049639" y="3925631"/>
                  </a:lnTo>
                  <a:lnTo>
                    <a:pt x="1078141" y="3912931"/>
                  </a:lnTo>
                  <a:close/>
                </a:path>
                <a:path w="6612890" h="6997065">
                  <a:moveTo>
                    <a:pt x="2284399" y="3912931"/>
                  </a:moveTo>
                  <a:lnTo>
                    <a:pt x="2296150" y="3925631"/>
                  </a:lnTo>
                  <a:lnTo>
                    <a:pt x="2275798" y="3938331"/>
                  </a:lnTo>
                  <a:lnTo>
                    <a:pt x="2264047" y="3925631"/>
                  </a:lnTo>
                  <a:lnTo>
                    <a:pt x="2284399" y="3912931"/>
                  </a:lnTo>
                  <a:close/>
                </a:path>
                <a:path w="6612890" h="6997065">
                  <a:moveTo>
                    <a:pt x="1412253" y="3887531"/>
                  </a:moveTo>
                  <a:lnTo>
                    <a:pt x="1427825" y="3912931"/>
                  </a:lnTo>
                  <a:lnTo>
                    <a:pt x="1400857" y="3938331"/>
                  </a:lnTo>
                  <a:lnTo>
                    <a:pt x="1385285" y="3900231"/>
                  </a:lnTo>
                  <a:lnTo>
                    <a:pt x="1412253" y="3887531"/>
                  </a:lnTo>
                  <a:close/>
                </a:path>
                <a:path w="6612890" h="6997065">
                  <a:moveTo>
                    <a:pt x="205670" y="3887531"/>
                  </a:moveTo>
                  <a:lnTo>
                    <a:pt x="225062" y="3925631"/>
                  </a:lnTo>
                  <a:lnTo>
                    <a:pt x="191473" y="3938331"/>
                  </a:lnTo>
                  <a:lnTo>
                    <a:pt x="172081" y="3912931"/>
                  </a:lnTo>
                  <a:lnTo>
                    <a:pt x="205670" y="3887531"/>
                  </a:lnTo>
                  <a:close/>
                </a:path>
                <a:path w="6612890" h="6997065">
                  <a:moveTo>
                    <a:pt x="2618297" y="3887531"/>
                  </a:moveTo>
                  <a:lnTo>
                    <a:pt x="2628579" y="3912931"/>
                  </a:lnTo>
                  <a:lnTo>
                    <a:pt x="2610775" y="3925631"/>
                  </a:lnTo>
                  <a:lnTo>
                    <a:pt x="2600492" y="3900231"/>
                  </a:lnTo>
                  <a:lnTo>
                    <a:pt x="2618297" y="3887531"/>
                  </a:lnTo>
                  <a:close/>
                </a:path>
                <a:path w="6612890" h="6997065">
                  <a:moveTo>
                    <a:pt x="539788" y="3874831"/>
                  </a:moveTo>
                  <a:lnTo>
                    <a:pt x="558292" y="3900231"/>
                  </a:lnTo>
                  <a:lnTo>
                    <a:pt x="526236" y="3925631"/>
                  </a:lnTo>
                  <a:lnTo>
                    <a:pt x="507727" y="3887531"/>
                  </a:lnTo>
                  <a:lnTo>
                    <a:pt x="539788" y="3874831"/>
                  </a:lnTo>
                  <a:close/>
                </a:path>
                <a:path w="6612890" h="6997065">
                  <a:moveTo>
                    <a:pt x="1746257" y="3874831"/>
                  </a:moveTo>
                  <a:lnTo>
                    <a:pt x="1760656" y="3900231"/>
                  </a:lnTo>
                  <a:lnTo>
                    <a:pt x="1735720" y="3912931"/>
                  </a:lnTo>
                  <a:lnTo>
                    <a:pt x="1721327" y="3887531"/>
                  </a:lnTo>
                  <a:lnTo>
                    <a:pt x="1746257" y="3874831"/>
                  </a:lnTo>
                  <a:close/>
                </a:path>
                <a:path w="6612890" h="6997065">
                  <a:moveTo>
                    <a:pt x="873893" y="3849431"/>
                  </a:moveTo>
                  <a:lnTo>
                    <a:pt x="891520" y="3887531"/>
                  </a:lnTo>
                  <a:lnTo>
                    <a:pt x="860987" y="3900231"/>
                  </a:lnTo>
                  <a:lnTo>
                    <a:pt x="843360" y="3874831"/>
                  </a:lnTo>
                  <a:lnTo>
                    <a:pt x="873893" y="3849431"/>
                  </a:lnTo>
                  <a:close/>
                </a:path>
                <a:path w="6612890" h="6997065">
                  <a:moveTo>
                    <a:pt x="2080154" y="3849431"/>
                  </a:moveTo>
                  <a:lnTo>
                    <a:pt x="2093079" y="3874831"/>
                  </a:lnTo>
                  <a:lnTo>
                    <a:pt x="2070690" y="3887531"/>
                  </a:lnTo>
                  <a:lnTo>
                    <a:pt x="2057765" y="3862131"/>
                  </a:lnTo>
                  <a:lnTo>
                    <a:pt x="2080154" y="3849431"/>
                  </a:lnTo>
                  <a:close/>
                </a:path>
                <a:path w="6612890" h="6997065">
                  <a:moveTo>
                    <a:pt x="0" y="3836731"/>
                  </a:moveTo>
                  <a:lnTo>
                    <a:pt x="1427" y="3836731"/>
                  </a:lnTo>
                  <a:lnTo>
                    <a:pt x="21991" y="3874831"/>
                  </a:lnTo>
                  <a:lnTo>
                    <a:pt x="0" y="3887531"/>
                  </a:lnTo>
                  <a:lnTo>
                    <a:pt x="0" y="3836731"/>
                  </a:lnTo>
                  <a:close/>
                </a:path>
                <a:path w="6612890" h="6997065">
                  <a:moveTo>
                    <a:pt x="1207897" y="3836731"/>
                  </a:moveTo>
                  <a:lnTo>
                    <a:pt x="1224352" y="3862131"/>
                  </a:lnTo>
                  <a:lnTo>
                    <a:pt x="1195856" y="3874831"/>
                  </a:lnTo>
                  <a:lnTo>
                    <a:pt x="1179401" y="3849431"/>
                  </a:lnTo>
                  <a:lnTo>
                    <a:pt x="1207897" y="3836731"/>
                  </a:lnTo>
                  <a:close/>
                </a:path>
                <a:path w="6612890" h="6997065">
                  <a:moveTo>
                    <a:pt x="335532" y="3811331"/>
                  </a:moveTo>
                  <a:lnTo>
                    <a:pt x="355220" y="3849431"/>
                  </a:lnTo>
                  <a:lnTo>
                    <a:pt x="321128" y="3874831"/>
                  </a:lnTo>
                  <a:lnTo>
                    <a:pt x="301445" y="3836731"/>
                  </a:lnTo>
                  <a:lnTo>
                    <a:pt x="335532" y="3811331"/>
                  </a:lnTo>
                  <a:close/>
                </a:path>
                <a:path w="6612890" h="6997065">
                  <a:moveTo>
                    <a:pt x="2414053" y="3836731"/>
                  </a:moveTo>
                  <a:lnTo>
                    <a:pt x="2425514" y="3849431"/>
                  </a:lnTo>
                  <a:lnTo>
                    <a:pt x="2405666" y="3862131"/>
                  </a:lnTo>
                  <a:lnTo>
                    <a:pt x="2394211" y="3849431"/>
                  </a:lnTo>
                  <a:lnTo>
                    <a:pt x="2414053" y="3836731"/>
                  </a:lnTo>
                  <a:close/>
                </a:path>
                <a:path w="6612890" h="6997065">
                  <a:moveTo>
                    <a:pt x="1542013" y="3811331"/>
                  </a:moveTo>
                  <a:lnTo>
                    <a:pt x="1557585" y="3836731"/>
                  </a:lnTo>
                  <a:lnTo>
                    <a:pt x="1530611" y="3862131"/>
                  </a:lnTo>
                  <a:lnTo>
                    <a:pt x="1515040" y="3836731"/>
                  </a:lnTo>
                  <a:lnTo>
                    <a:pt x="1542013" y="3811331"/>
                  </a:lnTo>
                  <a:close/>
                </a:path>
                <a:path w="6612890" h="6997065">
                  <a:moveTo>
                    <a:pt x="2748056" y="3811331"/>
                  </a:moveTo>
                  <a:lnTo>
                    <a:pt x="2758338" y="3836731"/>
                  </a:lnTo>
                  <a:lnTo>
                    <a:pt x="2740527" y="3849431"/>
                  </a:lnTo>
                  <a:lnTo>
                    <a:pt x="2730245" y="3824031"/>
                  </a:lnTo>
                  <a:lnTo>
                    <a:pt x="2748056" y="3811331"/>
                  </a:lnTo>
                  <a:close/>
                </a:path>
                <a:path w="6612890" h="6997065">
                  <a:moveTo>
                    <a:pt x="669649" y="3798631"/>
                  </a:moveTo>
                  <a:lnTo>
                    <a:pt x="688455" y="3824031"/>
                  </a:lnTo>
                  <a:lnTo>
                    <a:pt x="655884" y="3849431"/>
                  </a:lnTo>
                  <a:lnTo>
                    <a:pt x="637084" y="3811331"/>
                  </a:lnTo>
                  <a:lnTo>
                    <a:pt x="669649" y="3798631"/>
                  </a:lnTo>
                  <a:close/>
                </a:path>
                <a:path w="6612890" h="6997065">
                  <a:moveTo>
                    <a:pt x="1875911" y="3798631"/>
                  </a:moveTo>
                  <a:lnTo>
                    <a:pt x="1890008" y="3824031"/>
                  </a:lnTo>
                  <a:lnTo>
                    <a:pt x="1865581" y="3836731"/>
                  </a:lnTo>
                  <a:lnTo>
                    <a:pt x="1851484" y="3811331"/>
                  </a:lnTo>
                  <a:lnTo>
                    <a:pt x="1875911" y="3798631"/>
                  </a:lnTo>
                  <a:close/>
                </a:path>
                <a:path w="6612890" h="6997065">
                  <a:moveTo>
                    <a:pt x="1003765" y="3773231"/>
                  </a:moveTo>
                  <a:lnTo>
                    <a:pt x="1021683" y="3811331"/>
                  </a:lnTo>
                  <a:lnTo>
                    <a:pt x="990640" y="3824031"/>
                  </a:lnTo>
                  <a:lnTo>
                    <a:pt x="972722" y="3798631"/>
                  </a:lnTo>
                  <a:lnTo>
                    <a:pt x="1003765" y="3773231"/>
                  </a:lnTo>
                  <a:close/>
                </a:path>
                <a:path w="6612890" h="6997065">
                  <a:moveTo>
                    <a:pt x="2209803" y="3773231"/>
                  </a:moveTo>
                  <a:lnTo>
                    <a:pt x="2222437" y="3798631"/>
                  </a:lnTo>
                  <a:lnTo>
                    <a:pt x="2200557" y="3811331"/>
                  </a:lnTo>
                  <a:lnTo>
                    <a:pt x="2187923" y="3785931"/>
                  </a:lnTo>
                  <a:lnTo>
                    <a:pt x="2209803" y="3773231"/>
                  </a:lnTo>
                  <a:close/>
                </a:path>
                <a:path w="6612890" h="6997065">
                  <a:moveTo>
                    <a:pt x="131288" y="3760531"/>
                  </a:moveTo>
                  <a:lnTo>
                    <a:pt x="152149" y="3798631"/>
                  </a:lnTo>
                  <a:lnTo>
                    <a:pt x="116019" y="3811331"/>
                  </a:lnTo>
                  <a:lnTo>
                    <a:pt x="95158" y="3785931"/>
                  </a:lnTo>
                  <a:lnTo>
                    <a:pt x="131288" y="3760531"/>
                  </a:lnTo>
                  <a:close/>
                </a:path>
                <a:path w="6612890" h="6997065">
                  <a:moveTo>
                    <a:pt x="1337658" y="3760531"/>
                  </a:moveTo>
                  <a:lnTo>
                    <a:pt x="1354112" y="3785931"/>
                  </a:lnTo>
                  <a:lnTo>
                    <a:pt x="1325616" y="3798631"/>
                  </a:lnTo>
                  <a:lnTo>
                    <a:pt x="1309162" y="3773231"/>
                  </a:lnTo>
                  <a:lnTo>
                    <a:pt x="1337658" y="3760531"/>
                  </a:lnTo>
                  <a:close/>
                </a:path>
                <a:path w="6612890" h="6997065">
                  <a:moveTo>
                    <a:pt x="465406" y="3735131"/>
                  </a:moveTo>
                  <a:lnTo>
                    <a:pt x="485385" y="3773231"/>
                  </a:lnTo>
                  <a:lnTo>
                    <a:pt x="450782" y="3798631"/>
                  </a:lnTo>
                  <a:lnTo>
                    <a:pt x="430804" y="3760531"/>
                  </a:lnTo>
                  <a:lnTo>
                    <a:pt x="465406" y="3735131"/>
                  </a:lnTo>
                  <a:close/>
                </a:path>
                <a:path w="6612890" h="6997065">
                  <a:moveTo>
                    <a:pt x="2543808" y="3760531"/>
                  </a:moveTo>
                  <a:lnTo>
                    <a:pt x="2555269" y="3785931"/>
                  </a:lnTo>
                  <a:lnTo>
                    <a:pt x="2535421" y="3785931"/>
                  </a:lnTo>
                  <a:lnTo>
                    <a:pt x="2523966" y="3773231"/>
                  </a:lnTo>
                  <a:lnTo>
                    <a:pt x="2543808" y="3760531"/>
                  </a:lnTo>
                  <a:close/>
                </a:path>
                <a:path w="6612890" h="6997065">
                  <a:moveTo>
                    <a:pt x="1671769" y="3735131"/>
                  </a:moveTo>
                  <a:lnTo>
                    <a:pt x="1687341" y="3773231"/>
                  </a:lnTo>
                  <a:lnTo>
                    <a:pt x="1660373" y="3785931"/>
                  </a:lnTo>
                  <a:lnTo>
                    <a:pt x="1644801" y="3760531"/>
                  </a:lnTo>
                  <a:lnTo>
                    <a:pt x="1671769" y="3735131"/>
                  </a:lnTo>
                  <a:close/>
                </a:path>
                <a:path w="6612890" h="6997065">
                  <a:moveTo>
                    <a:pt x="799411" y="3722431"/>
                  </a:moveTo>
                  <a:lnTo>
                    <a:pt x="818210" y="3747831"/>
                  </a:lnTo>
                  <a:lnTo>
                    <a:pt x="785645" y="3773231"/>
                  </a:lnTo>
                  <a:lnTo>
                    <a:pt x="766840" y="3735131"/>
                  </a:lnTo>
                  <a:lnTo>
                    <a:pt x="799411" y="3722431"/>
                  </a:lnTo>
                  <a:close/>
                </a:path>
                <a:path w="6612890" h="6997065">
                  <a:moveTo>
                    <a:pt x="2005666" y="3722431"/>
                  </a:moveTo>
                  <a:lnTo>
                    <a:pt x="2019763" y="3747831"/>
                  </a:lnTo>
                  <a:lnTo>
                    <a:pt x="1995342" y="3760531"/>
                  </a:lnTo>
                  <a:lnTo>
                    <a:pt x="1981245" y="3735131"/>
                  </a:lnTo>
                  <a:lnTo>
                    <a:pt x="2005666" y="3722431"/>
                  </a:lnTo>
                  <a:close/>
                </a:path>
                <a:path w="6612890" h="6997065">
                  <a:moveTo>
                    <a:pt x="1133521" y="3697031"/>
                  </a:moveTo>
                  <a:lnTo>
                    <a:pt x="1151439" y="3735131"/>
                  </a:lnTo>
                  <a:lnTo>
                    <a:pt x="1120402" y="3747831"/>
                  </a:lnTo>
                  <a:lnTo>
                    <a:pt x="1102478" y="3722431"/>
                  </a:lnTo>
                  <a:lnTo>
                    <a:pt x="1133521" y="3697031"/>
                  </a:lnTo>
                  <a:close/>
                </a:path>
                <a:path w="6612890" h="6997065">
                  <a:moveTo>
                    <a:pt x="2339565" y="3709731"/>
                  </a:moveTo>
                  <a:lnTo>
                    <a:pt x="2352199" y="3722431"/>
                  </a:lnTo>
                  <a:lnTo>
                    <a:pt x="2330313" y="3735131"/>
                  </a:lnTo>
                  <a:lnTo>
                    <a:pt x="2317679" y="3722431"/>
                  </a:lnTo>
                  <a:lnTo>
                    <a:pt x="2339565" y="3709731"/>
                  </a:lnTo>
                  <a:close/>
                </a:path>
                <a:path w="6612890" h="6997065">
                  <a:moveTo>
                    <a:pt x="1467418" y="3684331"/>
                  </a:moveTo>
                  <a:lnTo>
                    <a:pt x="1483873" y="3709731"/>
                  </a:lnTo>
                  <a:lnTo>
                    <a:pt x="1455376" y="3735131"/>
                  </a:lnTo>
                  <a:lnTo>
                    <a:pt x="1438922" y="3697031"/>
                  </a:lnTo>
                  <a:lnTo>
                    <a:pt x="1467418" y="3684331"/>
                  </a:lnTo>
                  <a:close/>
                </a:path>
                <a:path w="6612890" h="6997065">
                  <a:moveTo>
                    <a:pt x="261156" y="3684331"/>
                  </a:moveTo>
                  <a:lnTo>
                    <a:pt x="282307" y="3722431"/>
                  </a:lnTo>
                  <a:lnTo>
                    <a:pt x="245673" y="3735131"/>
                  </a:lnTo>
                  <a:lnTo>
                    <a:pt x="224522" y="3709731"/>
                  </a:lnTo>
                  <a:lnTo>
                    <a:pt x="261156" y="3684331"/>
                  </a:lnTo>
                  <a:close/>
                </a:path>
                <a:path w="6612890" h="6997065">
                  <a:moveTo>
                    <a:pt x="2673455" y="3684331"/>
                  </a:moveTo>
                  <a:lnTo>
                    <a:pt x="2684619" y="3709731"/>
                  </a:lnTo>
                  <a:lnTo>
                    <a:pt x="2665287" y="3722431"/>
                  </a:lnTo>
                  <a:lnTo>
                    <a:pt x="2654122" y="3697031"/>
                  </a:lnTo>
                  <a:lnTo>
                    <a:pt x="2673455" y="3684331"/>
                  </a:lnTo>
                  <a:close/>
                </a:path>
                <a:path w="6612890" h="6997065">
                  <a:moveTo>
                    <a:pt x="595267" y="3658931"/>
                  </a:moveTo>
                  <a:lnTo>
                    <a:pt x="615542" y="3697031"/>
                  </a:lnTo>
                  <a:lnTo>
                    <a:pt x="580430" y="3722431"/>
                  </a:lnTo>
                  <a:lnTo>
                    <a:pt x="560155" y="3684331"/>
                  </a:lnTo>
                  <a:lnTo>
                    <a:pt x="595267" y="3658931"/>
                  </a:lnTo>
                  <a:close/>
                </a:path>
                <a:path w="6612890" h="6997065">
                  <a:moveTo>
                    <a:pt x="1801530" y="3671631"/>
                  </a:moveTo>
                  <a:lnTo>
                    <a:pt x="1817101" y="3697031"/>
                  </a:lnTo>
                  <a:lnTo>
                    <a:pt x="1790133" y="3709731"/>
                  </a:lnTo>
                  <a:lnTo>
                    <a:pt x="1774562" y="3684331"/>
                  </a:lnTo>
                  <a:lnTo>
                    <a:pt x="1801530" y="3671631"/>
                  </a:lnTo>
                  <a:close/>
                </a:path>
                <a:path w="6612890" h="6997065">
                  <a:moveTo>
                    <a:pt x="929271" y="3646231"/>
                  </a:moveTo>
                  <a:lnTo>
                    <a:pt x="948373" y="3684331"/>
                  </a:lnTo>
                  <a:lnTo>
                    <a:pt x="915299" y="3697031"/>
                  </a:lnTo>
                  <a:lnTo>
                    <a:pt x="896197" y="3671631"/>
                  </a:lnTo>
                  <a:lnTo>
                    <a:pt x="929271" y="3646231"/>
                  </a:lnTo>
                  <a:close/>
                </a:path>
                <a:path w="6612890" h="6997065">
                  <a:moveTo>
                    <a:pt x="2135321" y="3646231"/>
                  </a:moveTo>
                  <a:lnTo>
                    <a:pt x="2149127" y="3671631"/>
                  </a:lnTo>
                  <a:lnTo>
                    <a:pt x="2125210" y="3684331"/>
                  </a:lnTo>
                  <a:lnTo>
                    <a:pt x="2111404" y="3658931"/>
                  </a:lnTo>
                  <a:lnTo>
                    <a:pt x="2135321" y="3646231"/>
                  </a:lnTo>
                  <a:close/>
                </a:path>
                <a:path w="6612890" h="6997065">
                  <a:moveTo>
                    <a:pt x="56800" y="3633531"/>
                  </a:moveTo>
                  <a:lnTo>
                    <a:pt x="78834" y="3671631"/>
                  </a:lnTo>
                  <a:lnTo>
                    <a:pt x="40672" y="3684331"/>
                  </a:lnTo>
                  <a:lnTo>
                    <a:pt x="18638" y="3646231"/>
                  </a:lnTo>
                  <a:lnTo>
                    <a:pt x="56800" y="3633531"/>
                  </a:lnTo>
                  <a:close/>
                </a:path>
                <a:path w="6612890" h="6997065">
                  <a:moveTo>
                    <a:pt x="1263282" y="3633531"/>
                  </a:moveTo>
                  <a:lnTo>
                    <a:pt x="1281199" y="3658931"/>
                  </a:lnTo>
                  <a:lnTo>
                    <a:pt x="1250162" y="3671631"/>
                  </a:lnTo>
                  <a:lnTo>
                    <a:pt x="1232239" y="3646231"/>
                  </a:lnTo>
                  <a:lnTo>
                    <a:pt x="1263282" y="3633531"/>
                  </a:lnTo>
                  <a:close/>
                </a:path>
                <a:path w="6612890" h="6997065">
                  <a:moveTo>
                    <a:pt x="390918" y="3608131"/>
                  </a:moveTo>
                  <a:lnTo>
                    <a:pt x="412069" y="3646231"/>
                  </a:lnTo>
                  <a:lnTo>
                    <a:pt x="375429" y="3671631"/>
                  </a:lnTo>
                  <a:lnTo>
                    <a:pt x="354278" y="3633531"/>
                  </a:lnTo>
                  <a:lnTo>
                    <a:pt x="390918" y="3608131"/>
                  </a:lnTo>
                  <a:close/>
                </a:path>
                <a:path w="6612890" h="6997065">
                  <a:moveTo>
                    <a:pt x="2469213" y="3633531"/>
                  </a:moveTo>
                  <a:lnTo>
                    <a:pt x="2481557" y="3646231"/>
                  </a:lnTo>
                  <a:lnTo>
                    <a:pt x="2460186" y="3658931"/>
                  </a:lnTo>
                  <a:lnTo>
                    <a:pt x="2447849" y="3646231"/>
                  </a:lnTo>
                  <a:lnTo>
                    <a:pt x="2469213" y="3633531"/>
                  </a:lnTo>
                  <a:close/>
                </a:path>
                <a:path w="6612890" h="6997065">
                  <a:moveTo>
                    <a:pt x="1597174" y="3608131"/>
                  </a:moveTo>
                  <a:lnTo>
                    <a:pt x="1613628" y="3633531"/>
                  </a:lnTo>
                  <a:lnTo>
                    <a:pt x="1585132" y="3658931"/>
                  </a:lnTo>
                  <a:lnTo>
                    <a:pt x="1568678" y="3620831"/>
                  </a:lnTo>
                  <a:lnTo>
                    <a:pt x="1597174" y="3608131"/>
                  </a:lnTo>
                  <a:close/>
                </a:path>
                <a:path w="6612890" h="6997065">
                  <a:moveTo>
                    <a:pt x="725029" y="3595431"/>
                  </a:moveTo>
                  <a:lnTo>
                    <a:pt x="745304" y="3620831"/>
                  </a:lnTo>
                  <a:lnTo>
                    <a:pt x="710192" y="3646231"/>
                  </a:lnTo>
                  <a:lnTo>
                    <a:pt x="689917" y="3608131"/>
                  </a:lnTo>
                  <a:lnTo>
                    <a:pt x="725029" y="3595431"/>
                  </a:lnTo>
                  <a:close/>
                </a:path>
                <a:path w="6612890" h="6997065">
                  <a:moveTo>
                    <a:pt x="1931184" y="3595431"/>
                  </a:moveTo>
                  <a:lnTo>
                    <a:pt x="1946459" y="3620831"/>
                  </a:lnTo>
                  <a:lnTo>
                    <a:pt x="1919995" y="3633531"/>
                  </a:lnTo>
                  <a:lnTo>
                    <a:pt x="1904720" y="3608131"/>
                  </a:lnTo>
                  <a:lnTo>
                    <a:pt x="1931184" y="3595431"/>
                  </a:lnTo>
                  <a:close/>
                </a:path>
                <a:path w="6612890" h="6997065">
                  <a:moveTo>
                    <a:pt x="1059033" y="3570031"/>
                  </a:moveTo>
                  <a:lnTo>
                    <a:pt x="1078135" y="3608131"/>
                  </a:lnTo>
                  <a:lnTo>
                    <a:pt x="1045055" y="3620831"/>
                  </a:lnTo>
                  <a:lnTo>
                    <a:pt x="1025959" y="3595431"/>
                  </a:lnTo>
                  <a:lnTo>
                    <a:pt x="1059033" y="3570031"/>
                  </a:lnTo>
                  <a:close/>
                </a:path>
                <a:path w="6612890" h="6997065">
                  <a:moveTo>
                    <a:pt x="2264969" y="3570031"/>
                  </a:moveTo>
                  <a:lnTo>
                    <a:pt x="2278486" y="3595431"/>
                  </a:lnTo>
                  <a:lnTo>
                    <a:pt x="2255072" y="3608131"/>
                  </a:lnTo>
                  <a:lnTo>
                    <a:pt x="2241562" y="3582731"/>
                  </a:lnTo>
                  <a:lnTo>
                    <a:pt x="2264969" y="3570031"/>
                  </a:lnTo>
                  <a:close/>
                </a:path>
                <a:path w="6612890" h="6997065">
                  <a:moveTo>
                    <a:pt x="186674" y="3557331"/>
                  </a:moveTo>
                  <a:lnTo>
                    <a:pt x="209004" y="3595431"/>
                  </a:lnTo>
                  <a:lnTo>
                    <a:pt x="170326" y="3608131"/>
                  </a:lnTo>
                  <a:lnTo>
                    <a:pt x="147996" y="3570031"/>
                  </a:lnTo>
                  <a:lnTo>
                    <a:pt x="186674" y="3557331"/>
                  </a:lnTo>
                  <a:close/>
                </a:path>
                <a:path w="6612890" h="6997065">
                  <a:moveTo>
                    <a:pt x="1393036" y="3557331"/>
                  </a:moveTo>
                  <a:lnTo>
                    <a:pt x="1410959" y="3582731"/>
                  </a:lnTo>
                  <a:lnTo>
                    <a:pt x="1379922" y="3595431"/>
                  </a:lnTo>
                  <a:lnTo>
                    <a:pt x="1361999" y="3570031"/>
                  </a:lnTo>
                  <a:lnTo>
                    <a:pt x="1393036" y="3557331"/>
                  </a:lnTo>
                  <a:close/>
                </a:path>
                <a:path w="6612890" h="6997065">
                  <a:moveTo>
                    <a:pt x="520779" y="3531931"/>
                  </a:moveTo>
                  <a:lnTo>
                    <a:pt x="542227" y="3570031"/>
                  </a:lnTo>
                  <a:lnTo>
                    <a:pt x="505083" y="3595431"/>
                  </a:lnTo>
                  <a:lnTo>
                    <a:pt x="483636" y="3557331"/>
                  </a:lnTo>
                  <a:lnTo>
                    <a:pt x="520779" y="3531931"/>
                  </a:lnTo>
                  <a:close/>
                </a:path>
                <a:path w="6612890" h="6997065">
                  <a:moveTo>
                    <a:pt x="2598972" y="3557331"/>
                  </a:moveTo>
                  <a:lnTo>
                    <a:pt x="2611316" y="3582731"/>
                  </a:lnTo>
                  <a:lnTo>
                    <a:pt x="2589939" y="3582731"/>
                  </a:lnTo>
                  <a:lnTo>
                    <a:pt x="2577602" y="3570031"/>
                  </a:lnTo>
                  <a:lnTo>
                    <a:pt x="2598972" y="3557331"/>
                  </a:lnTo>
                  <a:close/>
                </a:path>
                <a:path w="6612890" h="6997065">
                  <a:moveTo>
                    <a:pt x="1726928" y="3531931"/>
                  </a:moveTo>
                  <a:lnTo>
                    <a:pt x="1743383" y="3557331"/>
                  </a:lnTo>
                  <a:lnTo>
                    <a:pt x="1714893" y="3582731"/>
                  </a:lnTo>
                  <a:lnTo>
                    <a:pt x="1698439" y="3557331"/>
                  </a:lnTo>
                  <a:lnTo>
                    <a:pt x="1726928" y="3531931"/>
                  </a:lnTo>
                  <a:close/>
                </a:path>
                <a:path w="6612890" h="6997065">
                  <a:moveTo>
                    <a:pt x="854895" y="3519231"/>
                  </a:moveTo>
                  <a:lnTo>
                    <a:pt x="875460" y="3544631"/>
                  </a:lnTo>
                  <a:lnTo>
                    <a:pt x="839839" y="3570031"/>
                  </a:lnTo>
                  <a:lnTo>
                    <a:pt x="819274" y="3531931"/>
                  </a:lnTo>
                  <a:lnTo>
                    <a:pt x="854895" y="3519231"/>
                  </a:lnTo>
                  <a:close/>
                </a:path>
                <a:path w="6612890" h="6997065">
                  <a:moveTo>
                    <a:pt x="2060945" y="3519231"/>
                  </a:moveTo>
                  <a:lnTo>
                    <a:pt x="2076221" y="3544631"/>
                  </a:lnTo>
                  <a:lnTo>
                    <a:pt x="2049757" y="3557331"/>
                  </a:lnTo>
                  <a:lnTo>
                    <a:pt x="2034481" y="3531931"/>
                  </a:lnTo>
                  <a:lnTo>
                    <a:pt x="2060945" y="3519231"/>
                  </a:lnTo>
                  <a:close/>
                </a:path>
                <a:path w="6612890" h="6997065">
                  <a:moveTo>
                    <a:pt x="1188794" y="3493831"/>
                  </a:moveTo>
                  <a:lnTo>
                    <a:pt x="1207890" y="3531931"/>
                  </a:lnTo>
                  <a:lnTo>
                    <a:pt x="1174810" y="3544631"/>
                  </a:lnTo>
                  <a:lnTo>
                    <a:pt x="1155714" y="3519231"/>
                  </a:lnTo>
                  <a:lnTo>
                    <a:pt x="1188794" y="3493831"/>
                  </a:lnTo>
                  <a:close/>
                </a:path>
                <a:path w="6612890" h="6997065">
                  <a:moveTo>
                    <a:pt x="0" y="3531931"/>
                  </a:moveTo>
                  <a:lnTo>
                    <a:pt x="5530" y="3531931"/>
                  </a:lnTo>
                  <a:lnTo>
                    <a:pt x="0" y="3544631"/>
                  </a:lnTo>
                  <a:lnTo>
                    <a:pt x="0" y="3531931"/>
                  </a:lnTo>
                  <a:close/>
                </a:path>
                <a:path w="6612890" h="6997065">
                  <a:moveTo>
                    <a:pt x="2394624" y="3493831"/>
                  </a:moveTo>
                  <a:lnTo>
                    <a:pt x="2407845" y="3519231"/>
                  </a:lnTo>
                  <a:lnTo>
                    <a:pt x="2384946" y="3531931"/>
                  </a:lnTo>
                  <a:lnTo>
                    <a:pt x="2371726" y="3506531"/>
                  </a:lnTo>
                  <a:lnTo>
                    <a:pt x="2394624" y="3493831"/>
                  </a:lnTo>
                  <a:close/>
                </a:path>
                <a:path w="6612890" h="6997065">
                  <a:moveTo>
                    <a:pt x="1522798" y="3481131"/>
                  </a:moveTo>
                  <a:lnTo>
                    <a:pt x="1540721" y="3506531"/>
                  </a:lnTo>
                  <a:lnTo>
                    <a:pt x="1509678" y="3531931"/>
                  </a:lnTo>
                  <a:lnTo>
                    <a:pt x="1491755" y="3493831"/>
                  </a:lnTo>
                  <a:lnTo>
                    <a:pt x="1522798" y="3481131"/>
                  </a:lnTo>
                  <a:close/>
                </a:path>
                <a:path w="6612890" h="6997065">
                  <a:moveTo>
                    <a:pt x="316430" y="3481131"/>
                  </a:moveTo>
                  <a:lnTo>
                    <a:pt x="338754" y="3519231"/>
                  </a:lnTo>
                  <a:lnTo>
                    <a:pt x="300088" y="3531931"/>
                  </a:lnTo>
                  <a:lnTo>
                    <a:pt x="277758" y="3493831"/>
                  </a:lnTo>
                  <a:lnTo>
                    <a:pt x="316430" y="3481131"/>
                  </a:lnTo>
                  <a:close/>
                </a:path>
                <a:path w="6612890" h="6997065">
                  <a:moveTo>
                    <a:pt x="2728627" y="3481131"/>
                  </a:moveTo>
                  <a:lnTo>
                    <a:pt x="2740669" y="3506531"/>
                  </a:lnTo>
                  <a:lnTo>
                    <a:pt x="2719808" y="3519231"/>
                  </a:lnTo>
                  <a:lnTo>
                    <a:pt x="2707766" y="3493831"/>
                  </a:lnTo>
                  <a:lnTo>
                    <a:pt x="2728627" y="3481131"/>
                  </a:lnTo>
                  <a:close/>
                </a:path>
                <a:path w="6612890" h="6997065">
                  <a:moveTo>
                    <a:pt x="650540" y="3455731"/>
                  </a:moveTo>
                  <a:lnTo>
                    <a:pt x="671988" y="3493831"/>
                  </a:lnTo>
                  <a:lnTo>
                    <a:pt x="634839" y="3519231"/>
                  </a:lnTo>
                  <a:lnTo>
                    <a:pt x="613391" y="3481131"/>
                  </a:lnTo>
                  <a:lnTo>
                    <a:pt x="650540" y="3455731"/>
                  </a:lnTo>
                  <a:close/>
                </a:path>
                <a:path w="6612890" h="6997065">
                  <a:moveTo>
                    <a:pt x="1856588" y="3455731"/>
                  </a:moveTo>
                  <a:lnTo>
                    <a:pt x="1872747" y="3493831"/>
                  </a:lnTo>
                  <a:lnTo>
                    <a:pt x="1844755" y="3506531"/>
                  </a:lnTo>
                  <a:lnTo>
                    <a:pt x="1828596" y="3481131"/>
                  </a:lnTo>
                  <a:lnTo>
                    <a:pt x="1856588" y="3455731"/>
                  </a:lnTo>
                  <a:close/>
                </a:path>
                <a:path w="6612890" h="6997065">
                  <a:moveTo>
                    <a:pt x="984657" y="3443031"/>
                  </a:moveTo>
                  <a:lnTo>
                    <a:pt x="1005222" y="3481131"/>
                  </a:lnTo>
                  <a:lnTo>
                    <a:pt x="969601" y="3493831"/>
                  </a:lnTo>
                  <a:lnTo>
                    <a:pt x="949036" y="3455731"/>
                  </a:lnTo>
                  <a:lnTo>
                    <a:pt x="984657" y="3443031"/>
                  </a:lnTo>
                  <a:close/>
                </a:path>
                <a:path w="6612890" h="6997065">
                  <a:moveTo>
                    <a:pt x="2190593" y="3443031"/>
                  </a:moveTo>
                  <a:lnTo>
                    <a:pt x="2205573" y="3468431"/>
                  </a:lnTo>
                  <a:lnTo>
                    <a:pt x="2179618" y="3481131"/>
                  </a:lnTo>
                  <a:lnTo>
                    <a:pt x="2164638" y="3455731"/>
                  </a:lnTo>
                  <a:lnTo>
                    <a:pt x="2190593" y="3443031"/>
                  </a:lnTo>
                  <a:close/>
                </a:path>
                <a:path w="6612890" h="6997065">
                  <a:moveTo>
                    <a:pt x="112180" y="3417631"/>
                  </a:moveTo>
                  <a:lnTo>
                    <a:pt x="135689" y="3455731"/>
                  </a:lnTo>
                  <a:lnTo>
                    <a:pt x="94979" y="3481131"/>
                  </a:lnTo>
                  <a:lnTo>
                    <a:pt x="71477" y="3443031"/>
                  </a:lnTo>
                  <a:lnTo>
                    <a:pt x="112180" y="3417631"/>
                  </a:lnTo>
                  <a:close/>
                </a:path>
                <a:path w="6612890" h="6997065">
                  <a:moveTo>
                    <a:pt x="1318548" y="3417631"/>
                  </a:moveTo>
                  <a:lnTo>
                    <a:pt x="1337644" y="3455731"/>
                  </a:lnTo>
                  <a:lnTo>
                    <a:pt x="1304570" y="3468431"/>
                  </a:lnTo>
                  <a:lnTo>
                    <a:pt x="1285474" y="3443031"/>
                  </a:lnTo>
                  <a:lnTo>
                    <a:pt x="1318548" y="3417631"/>
                  </a:lnTo>
                  <a:close/>
                </a:path>
                <a:path w="6612890" h="6997065">
                  <a:moveTo>
                    <a:pt x="446297" y="3404931"/>
                  </a:moveTo>
                  <a:lnTo>
                    <a:pt x="468923" y="3443031"/>
                  </a:lnTo>
                  <a:lnTo>
                    <a:pt x="429736" y="3468431"/>
                  </a:lnTo>
                  <a:lnTo>
                    <a:pt x="407116" y="3430331"/>
                  </a:lnTo>
                  <a:lnTo>
                    <a:pt x="446297" y="3404931"/>
                  </a:lnTo>
                  <a:close/>
                </a:path>
                <a:path w="6612890" h="6997065">
                  <a:moveTo>
                    <a:pt x="2524383" y="3430331"/>
                  </a:moveTo>
                  <a:lnTo>
                    <a:pt x="2537604" y="3443031"/>
                  </a:lnTo>
                  <a:lnTo>
                    <a:pt x="2514705" y="3455731"/>
                  </a:lnTo>
                  <a:lnTo>
                    <a:pt x="2501485" y="3443031"/>
                  </a:lnTo>
                  <a:lnTo>
                    <a:pt x="2524383" y="3430331"/>
                  </a:lnTo>
                  <a:close/>
                </a:path>
                <a:path w="6612890" h="6997065">
                  <a:moveTo>
                    <a:pt x="1652446" y="3404931"/>
                  </a:moveTo>
                  <a:lnTo>
                    <a:pt x="1670073" y="3430331"/>
                  </a:lnTo>
                  <a:lnTo>
                    <a:pt x="1639545" y="3455731"/>
                  </a:lnTo>
                  <a:lnTo>
                    <a:pt x="1621919" y="3417631"/>
                  </a:lnTo>
                  <a:lnTo>
                    <a:pt x="1652446" y="3404931"/>
                  </a:lnTo>
                  <a:close/>
                </a:path>
                <a:path w="6612890" h="6997065">
                  <a:moveTo>
                    <a:pt x="780401" y="3379531"/>
                  </a:moveTo>
                  <a:lnTo>
                    <a:pt x="802145" y="3417631"/>
                  </a:lnTo>
                  <a:lnTo>
                    <a:pt x="764486" y="3443031"/>
                  </a:lnTo>
                  <a:lnTo>
                    <a:pt x="742748" y="3404931"/>
                  </a:lnTo>
                  <a:lnTo>
                    <a:pt x="780401" y="3379531"/>
                  </a:lnTo>
                  <a:close/>
                </a:path>
                <a:path w="6612890" h="6997065">
                  <a:moveTo>
                    <a:pt x="1986344" y="3379531"/>
                  </a:moveTo>
                  <a:lnTo>
                    <a:pt x="2002502" y="3417631"/>
                  </a:lnTo>
                  <a:lnTo>
                    <a:pt x="1974516" y="3430331"/>
                  </a:lnTo>
                  <a:lnTo>
                    <a:pt x="1958357" y="3404931"/>
                  </a:lnTo>
                  <a:lnTo>
                    <a:pt x="1986344" y="3379531"/>
                  </a:lnTo>
                  <a:close/>
                </a:path>
                <a:path w="6612890" h="6997065">
                  <a:moveTo>
                    <a:pt x="1114418" y="3366831"/>
                  </a:moveTo>
                  <a:lnTo>
                    <a:pt x="1134982" y="3404931"/>
                  </a:lnTo>
                  <a:lnTo>
                    <a:pt x="1099355" y="3417631"/>
                  </a:lnTo>
                  <a:lnTo>
                    <a:pt x="1078790" y="3379531"/>
                  </a:lnTo>
                  <a:lnTo>
                    <a:pt x="1114418" y="3366831"/>
                  </a:lnTo>
                  <a:close/>
                </a:path>
                <a:path w="6612890" h="6997065">
                  <a:moveTo>
                    <a:pt x="2320242" y="3366831"/>
                  </a:moveTo>
                  <a:lnTo>
                    <a:pt x="2334932" y="3392231"/>
                  </a:lnTo>
                  <a:lnTo>
                    <a:pt x="2309492" y="3404931"/>
                  </a:lnTo>
                  <a:lnTo>
                    <a:pt x="2294803" y="3379531"/>
                  </a:lnTo>
                  <a:lnTo>
                    <a:pt x="2320242" y="3366831"/>
                  </a:lnTo>
                  <a:close/>
                </a:path>
                <a:path w="6612890" h="6997065">
                  <a:moveTo>
                    <a:pt x="1448309" y="3341431"/>
                  </a:moveTo>
                  <a:lnTo>
                    <a:pt x="1467405" y="3379531"/>
                  </a:lnTo>
                  <a:lnTo>
                    <a:pt x="1434331" y="3404931"/>
                  </a:lnTo>
                  <a:lnTo>
                    <a:pt x="1415235" y="3366831"/>
                  </a:lnTo>
                  <a:lnTo>
                    <a:pt x="1448309" y="3341431"/>
                  </a:lnTo>
                  <a:close/>
                </a:path>
                <a:path w="6612890" h="6997065">
                  <a:moveTo>
                    <a:pt x="242048" y="3341431"/>
                  </a:moveTo>
                  <a:lnTo>
                    <a:pt x="265847" y="3392231"/>
                  </a:lnTo>
                  <a:lnTo>
                    <a:pt x="224628" y="3404931"/>
                  </a:lnTo>
                  <a:lnTo>
                    <a:pt x="200835" y="3366831"/>
                  </a:lnTo>
                  <a:lnTo>
                    <a:pt x="242048" y="3341431"/>
                  </a:lnTo>
                  <a:close/>
                </a:path>
                <a:path w="6612890" h="6997065">
                  <a:moveTo>
                    <a:pt x="576058" y="3328731"/>
                  </a:moveTo>
                  <a:lnTo>
                    <a:pt x="598678" y="3366831"/>
                  </a:lnTo>
                  <a:lnTo>
                    <a:pt x="559497" y="3392231"/>
                  </a:lnTo>
                  <a:lnTo>
                    <a:pt x="536871" y="3354131"/>
                  </a:lnTo>
                  <a:lnTo>
                    <a:pt x="576058" y="3328731"/>
                  </a:lnTo>
                  <a:close/>
                </a:path>
                <a:path w="6612890" h="6997065">
                  <a:moveTo>
                    <a:pt x="2654032" y="3354131"/>
                  </a:moveTo>
                  <a:lnTo>
                    <a:pt x="2666956" y="3366831"/>
                  </a:lnTo>
                  <a:lnTo>
                    <a:pt x="2644567" y="3379531"/>
                  </a:lnTo>
                  <a:lnTo>
                    <a:pt x="2631643" y="3366831"/>
                  </a:lnTo>
                  <a:lnTo>
                    <a:pt x="2654032" y="3354131"/>
                  </a:lnTo>
                  <a:close/>
                </a:path>
                <a:path w="6612890" h="6997065">
                  <a:moveTo>
                    <a:pt x="1782207" y="3328731"/>
                  </a:moveTo>
                  <a:lnTo>
                    <a:pt x="1799834" y="3354131"/>
                  </a:lnTo>
                  <a:lnTo>
                    <a:pt x="1769300" y="3379531"/>
                  </a:lnTo>
                  <a:lnTo>
                    <a:pt x="1751673" y="3341431"/>
                  </a:lnTo>
                  <a:lnTo>
                    <a:pt x="1782207" y="3328731"/>
                  </a:lnTo>
                  <a:close/>
                </a:path>
                <a:path w="6612890" h="6997065">
                  <a:moveTo>
                    <a:pt x="910163" y="3303331"/>
                  </a:moveTo>
                  <a:lnTo>
                    <a:pt x="931907" y="3341431"/>
                  </a:lnTo>
                  <a:lnTo>
                    <a:pt x="894248" y="3366831"/>
                  </a:lnTo>
                  <a:lnTo>
                    <a:pt x="872510" y="3328731"/>
                  </a:lnTo>
                  <a:lnTo>
                    <a:pt x="910163" y="3303331"/>
                  </a:lnTo>
                  <a:close/>
                </a:path>
                <a:path w="6612890" h="6997065">
                  <a:moveTo>
                    <a:pt x="2116105" y="3316031"/>
                  </a:moveTo>
                  <a:lnTo>
                    <a:pt x="2132263" y="3341431"/>
                  </a:lnTo>
                  <a:lnTo>
                    <a:pt x="2104277" y="3354131"/>
                  </a:lnTo>
                  <a:lnTo>
                    <a:pt x="2088119" y="3328731"/>
                  </a:lnTo>
                  <a:lnTo>
                    <a:pt x="2116105" y="3316031"/>
                  </a:lnTo>
                  <a:close/>
                </a:path>
                <a:path w="6612890" h="6997065">
                  <a:moveTo>
                    <a:pt x="37691" y="3290631"/>
                  </a:moveTo>
                  <a:lnTo>
                    <a:pt x="62373" y="3328731"/>
                  </a:lnTo>
                  <a:lnTo>
                    <a:pt x="19626" y="3354131"/>
                  </a:lnTo>
                  <a:lnTo>
                    <a:pt x="0" y="3328731"/>
                  </a:lnTo>
                  <a:lnTo>
                    <a:pt x="0" y="3316031"/>
                  </a:lnTo>
                  <a:lnTo>
                    <a:pt x="37691" y="3290631"/>
                  </a:lnTo>
                  <a:close/>
                </a:path>
                <a:path w="6612890" h="6997065">
                  <a:moveTo>
                    <a:pt x="1244172" y="3290631"/>
                  </a:moveTo>
                  <a:lnTo>
                    <a:pt x="1264737" y="3328731"/>
                  </a:lnTo>
                  <a:lnTo>
                    <a:pt x="1229116" y="3341431"/>
                  </a:lnTo>
                  <a:lnTo>
                    <a:pt x="1208551" y="3316031"/>
                  </a:lnTo>
                  <a:lnTo>
                    <a:pt x="1244172" y="3290631"/>
                  </a:lnTo>
                  <a:close/>
                </a:path>
                <a:path w="6612890" h="6997065">
                  <a:moveTo>
                    <a:pt x="371809" y="3265231"/>
                  </a:moveTo>
                  <a:lnTo>
                    <a:pt x="395607" y="3316031"/>
                  </a:lnTo>
                  <a:lnTo>
                    <a:pt x="354389" y="3341431"/>
                  </a:lnTo>
                  <a:lnTo>
                    <a:pt x="330596" y="3290631"/>
                  </a:lnTo>
                  <a:lnTo>
                    <a:pt x="371809" y="3265231"/>
                  </a:lnTo>
                  <a:close/>
                </a:path>
                <a:path w="6612890" h="6997065">
                  <a:moveTo>
                    <a:pt x="2450001" y="3290631"/>
                  </a:moveTo>
                  <a:lnTo>
                    <a:pt x="2464690" y="3316031"/>
                  </a:lnTo>
                  <a:lnTo>
                    <a:pt x="2439251" y="3328731"/>
                  </a:lnTo>
                  <a:lnTo>
                    <a:pt x="2424562" y="3303331"/>
                  </a:lnTo>
                  <a:lnTo>
                    <a:pt x="2450001" y="3290631"/>
                  </a:lnTo>
                  <a:close/>
                </a:path>
                <a:path w="6612890" h="6997065">
                  <a:moveTo>
                    <a:pt x="1578070" y="3277931"/>
                  </a:moveTo>
                  <a:lnTo>
                    <a:pt x="1597166" y="3303331"/>
                  </a:lnTo>
                  <a:lnTo>
                    <a:pt x="1564092" y="3328731"/>
                  </a:lnTo>
                  <a:lnTo>
                    <a:pt x="1544990" y="3290631"/>
                  </a:lnTo>
                  <a:lnTo>
                    <a:pt x="1578070" y="3277931"/>
                  </a:lnTo>
                  <a:close/>
                </a:path>
                <a:path w="6612890" h="6997065">
                  <a:moveTo>
                    <a:pt x="705919" y="3252531"/>
                  </a:moveTo>
                  <a:lnTo>
                    <a:pt x="728835" y="3290631"/>
                  </a:lnTo>
                  <a:lnTo>
                    <a:pt x="689145" y="3316031"/>
                  </a:lnTo>
                  <a:lnTo>
                    <a:pt x="666228" y="3277931"/>
                  </a:lnTo>
                  <a:lnTo>
                    <a:pt x="705919" y="3252531"/>
                  </a:lnTo>
                  <a:close/>
                </a:path>
                <a:path w="6612890" h="6997065">
                  <a:moveTo>
                    <a:pt x="1911861" y="3252531"/>
                  </a:moveTo>
                  <a:lnTo>
                    <a:pt x="1929192" y="3277931"/>
                  </a:lnTo>
                  <a:lnTo>
                    <a:pt x="1899168" y="3303331"/>
                  </a:lnTo>
                  <a:lnTo>
                    <a:pt x="1881837" y="3265231"/>
                  </a:lnTo>
                  <a:lnTo>
                    <a:pt x="1911861" y="3252531"/>
                  </a:lnTo>
                  <a:close/>
                </a:path>
                <a:path w="6612890" h="6997065">
                  <a:moveTo>
                    <a:pt x="1039924" y="3227131"/>
                  </a:moveTo>
                  <a:lnTo>
                    <a:pt x="1061667" y="3265231"/>
                  </a:lnTo>
                  <a:lnTo>
                    <a:pt x="1024008" y="3290631"/>
                  </a:lnTo>
                  <a:lnTo>
                    <a:pt x="1002271" y="3252531"/>
                  </a:lnTo>
                  <a:lnTo>
                    <a:pt x="1039924" y="3227131"/>
                  </a:lnTo>
                  <a:close/>
                </a:path>
                <a:path w="6612890" h="6997065">
                  <a:moveTo>
                    <a:pt x="2245754" y="3239831"/>
                  </a:moveTo>
                  <a:lnTo>
                    <a:pt x="2261622" y="3265231"/>
                  </a:lnTo>
                  <a:lnTo>
                    <a:pt x="2234139" y="3277931"/>
                  </a:lnTo>
                  <a:lnTo>
                    <a:pt x="2218277" y="3252531"/>
                  </a:lnTo>
                  <a:lnTo>
                    <a:pt x="2245754" y="3239831"/>
                  </a:lnTo>
                  <a:close/>
                </a:path>
                <a:path w="6612890" h="6997065">
                  <a:moveTo>
                    <a:pt x="167565" y="3214431"/>
                  </a:moveTo>
                  <a:lnTo>
                    <a:pt x="192537" y="3252531"/>
                  </a:lnTo>
                  <a:lnTo>
                    <a:pt x="149287" y="3277931"/>
                  </a:lnTo>
                  <a:lnTo>
                    <a:pt x="124316" y="3239831"/>
                  </a:lnTo>
                  <a:lnTo>
                    <a:pt x="167565" y="3214431"/>
                  </a:lnTo>
                  <a:close/>
                </a:path>
                <a:path w="6612890" h="6997065">
                  <a:moveTo>
                    <a:pt x="1373927" y="3214431"/>
                  </a:moveTo>
                  <a:lnTo>
                    <a:pt x="1394492" y="3252531"/>
                  </a:lnTo>
                  <a:lnTo>
                    <a:pt x="1358877" y="3265231"/>
                  </a:lnTo>
                  <a:lnTo>
                    <a:pt x="1338312" y="3239831"/>
                  </a:lnTo>
                  <a:lnTo>
                    <a:pt x="1373927" y="3214431"/>
                  </a:lnTo>
                  <a:close/>
                </a:path>
                <a:path w="6612890" h="6997065">
                  <a:moveTo>
                    <a:pt x="501676" y="3189031"/>
                  </a:moveTo>
                  <a:lnTo>
                    <a:pt x="525771" y="3239831"/>
                  </a:lnTo>
                  <a:lnTo>
                    <a:pt x="484043" y="3265231"/>
                  </a:lnTo>
                  <a:lnTo>
                    <a:pt x="459948" y="3214431"/>
                  </a:lnTo>
                  <a:lnTo>
                    <a:pt x="501676" y="3189031"/>
                  </a:lnTo>
                  <a:close/>
                </a:path>
                <a:path w="6612890" h="6997065">
                  <a:moveTo>
                    <a:pt x="2579543" y="3214431"/>
                  </a:moveTo>
                  <a:lnTo>
                    <a:pt x="2593646" y="3239831"/>
                  </a:lnTo>
                  <a:lnTo>
                    <a:pt x="2569225" y="3252531"/>
                  </a:lnTo>
                  <a:lnTo>
                    <a:pt x="2555122" y="3227131"/>
                  </a:lnTo>
                  <a:lnTo>
                    <a:pt x="2579543" y="3214431"/>
                  </a:lnTo>
                  <a:close/>
                </a:path>
                <a:path w="6612890" h="6997065">
                  <a:moveTo>
                    <a:pt x="1707718" y="3201731"/>
                  </a:moveTo>
                  <a:lnTo>
                    <a:pt x="1726524" y="3227131"/>
                  </a:lnTo>
                  <a:lnTo>
                    <a:pt x="1693953" y="3252531"/>
                  </a:lnTo>
                  <a:lnTo>
                    <a:pt x="1675153" y="3214431"/>
                  </a:lnTo>
                  <a:lnTo>
                    <a:pt x="1707718" y="3201731"/>
                  </a:lnTo>
                  <a:close/>
                </a:path>
                <a:path w="6612890" h="6997065">
                  <a:moveTo>
                    <a:pt x="835681" y="3176331"/>
                  </a:moveTo>
                  <a:lnTo>
                    <a:pt x="858597" y="3214431"/>
                  </a:lnTo>
                  <a:lnTo>
                    <a:pt x="818907" y="3239831"/>
                  </a:lnTo>
                  <a:lnTo>
                    <a:pt x="795990" y="3201731"/>
                  </a:lnTo>
                  <a:lnTo>
                    <a:pt x="835681" y="3176331"/>
                  </a:lnTo>
                  <a:close/>
                </a:path>
                <a:path w="6612890" h="6997065">
                  <a:moveTo>
                    <a:pt x="2041510" y="3176331"/>
                  </a:moveTo>
                  <a:lnTo>
                    <a:pt x="2058550" y="3214431"/>
                  </a:lnTo>
                  <a:lnTo>
                    <a:pt x="2029036" y="3227131"/>
                  </a:lnTo>
                  <a:lnTo>
                    <a:pt x="2011995" y="3201731"/>
                  </a:lnTo>
                  <a:lnTo>
                    <a:pt x="2041510" y="3176331"/>
                  </a:lnTo>
                  <a:close/>
                </a:path>
                <a:path w="6612890" h="6997065">
                  <a:moveTo>
                    <a:pt x="1169684" y="3163631"/>
                  </a:moveTo>
                  <a:lnTo>
                    <a:pt x="1191422" y="3201731"/>
                  </a:lnTo>
                  <a:lnTo>
                    <a:pt x="1153768" y="3214431"/>
                  </a:lnTo>
                  <a:lnTo>
                    <a:pt x="1132025" y="3176331"/>
                  </a:lnTo>
                  <a:lnTo>
                    <a:pt x="1169684" y="3163631"/>
                  </a:lnTo>
                  <a:close/>
                </a:path>
                <a:path w="6612890" h="6997065">
                  <a:moveTo>
                    <a:pt x="2375406" y="3163631"/>
                  </a:moveTo>
                  <a:lnTo>
                    <a:pt x="2390978" y="3189031"/>
                  </a:lnTo>
                  <a:lnTo>
                    <a:pt x="2364010" y="3201731"/>
                  </a:lnTo>
                  <a:lnTo>
                    <a:pt x="2348438" y="3176331"/>
                  </a:lnTo>
                  <a:lnTo>
                    <a:pt x="2375406" y="3163631"/>
                  </a:lnTo>
                  <a:close/>
                </a:path>
                <a:path w="6612890" h="6997065">
                  <a:moveTo>
                    <a:pt x="1503582" y="3138231"/>
                  </a:moveTo>
                  <a:lnTo>
                    <a:pt x="1523850" y="3176331"/>
                  </a:lnTo>
                  <a:lnTo>
                    <a:pt x="1488738" y="3201731"/>
                  </a:lnTo>
                  <a:lnTo>
                    <a:pt x="1468470" y="3163631"/>
                  </a:lnTo>
                  <a:lnTo>
                    <a:pt x="1503582" y="3138231"/>
                  </a:lnTo>
                  <a:close/>
                </a:path>
                <a:path w="6612890" h="6997065">
                  <a:moveTo>
                    <a:pt x="297427" y="3138231"/>
                  </a:moveTo>
                  <a:lnTo>
                    <a:pt x="322695" y="3176331"/>
                  </a:lnTo>
                  <a:lnTo>
                    <a:pt x="278935" y="3201731"/>
                  </a:lnTo>
                  <a:lnTo>
                    <a:pt x="253667" y="3163631"/>
                  </a:lnTo>
                  <a:lnTo>
                    <a:pt x="297427" y="3138231"/>
                  </a:lnTo>
                  <a:close/>
                </a:path>
                <a:path w="6612890" h="6997065">
                  <a:moveTo>
                    <a:pt x="631543" y="3125531"/>
                  </a:moveTo>
                  <a:lnTo>
                    <a:pt x="655928" y="3163631"/>
                  </a:lnTo>
                  <a:lnTo>
                    <a:pt x="613691" y="3189031"/>
                  </a:lnTo>
                  <a:lnTo>
                    <a:pt x="589306" y="3138231"/>
                  </a:lnTo>
                  <a:lnTo>
                    <a:pt x="631543" y="3125531"/>
                  </a:lnTo>
                  <a:close/>
                </a:path>
                <a:path w="6612890" h="6997065">
                  <a:moveTo>
                    <a:pt x="1837480" y="3125531"/>
                  </a:moveTo>
                  <a:lnTo>
                    <a:pt x="1856280" y="3150931"/>
                  </a:lnTo>
                  <a:lnTo>
                    <a:pt x="1823714" y="3176331"/>
                  </a:lnTo>
                  <a:lnTo>
                    <a:pt x="1804914" y="3138231"/>
                  </a:lnTo>
                  <a:lnTo>
                    <a:pt x="1837480" y="3125531"/>
                  </a:lnTo>
                  <a:close/>
                </a:path>
                <a:path w="6612890" h="6997065">
                  <a:moveTo>
                    <a:pt x="965435" y="3100131"/>
                  </a:moveTo>
                  <a:lnTo>
                    <a:pt x="988352" y="3138231"/>
                  </a:lnTo>
                  <a:lnTo>
                    <a:pt x="948668" y="3163631"/>
                  </a:lnTo>
                  <a:lnTo>
                    <a:pt x="925751" y="3125531"/>
                  </a:lnTo>
                  <a:lnTo>
                    <a:pt x="965435" y="3100131"/>
                  </a:lnTo>
                  <a:close/>
                </a:path>
                <a:path w="6612890" h="6997065">
                  <a:moveTo>
                    <a:pt x="2171160" y="3100131"/>
                  </a:moveTo>
                  <a:lnTo>
                    <a:pt x="2187910" y="3138231"/>
                  </a:lnTo>
                  <a:lnTo>
                    <a:pt x="2158905" y="3150931"/>
                  </a:lnTo>
                  <a:lnTo>
                    <a:pt x="2142160" y="3125531"/>
                  </a:lnTo>
                  <a:lnTo>
                    <a:pt x="2171160" y="3100131"/>
                  </a:lnTo>
                  <a:close/>
                </a:path>
                <a:path w="6612890" h="6997065">
                  <a:moveTo>
                    <a:pt x="93290" y="3087431"/>
                  </a:moveTo>
                  <a:lnTo>
                    <a:pt x="120027" y="3125531"/>
                  </a:lnTo>
                  <a:lnTo>
                    <a:pt x="73720" y="3150931"/>
                  </a:lnTo>
                  <a:lnTo>
                    <a:pt x="46984" y="3112831"/>
                  </a:lnTo>
                  <a:lnTo>
                    <a:pt x="93290" y="3087431"/>
                  </a:lnTo>
                  <a:close/>
                </a:path>
                <a:path w="6612890" h="6997065">
                  <a:moveTo>
                    <a:pt x="1299445" y="3087431"/>
                  </a:moveTo>
                  <a:lnTo>
                    <a:pt x="1321183" y="3125531"/>
                  </a:lnTo>
                  <a:lnTo>
                    <a:pt x="1283530" y="3138231"/>
                  </a:lnTo>
                  <a:lnTo>
                    <a:pt x="1261786" y="3100131"/>
                  </a:lnTo>
                  <a:lnTo>
                    <a:pt x="1299445" y="3087431"/>
                  </a:lnTo>
                  <a:close/>
                </a:path>
                <a:path w="6612890" h="6997065">
                  <a:moveTo>
                    <a:pt x="427300" y="3062031"/>
                  </a:moveTo>
                  <a:lnTo>
                    <a:pt x="452858" y="3112831"/>
                  </a:lnTo>
                  <a:lnTo>
                    <a:pt x="408584" y="3138231"/>
                  </a:lnTo>
                  <a:lnTo>
                    <a:pt x="383025" y="3087431"/>
                  </a:lnTo>
                  <a:lnTo>
                    <a:pt x="427300" y="3062031"/>
                  </a:lnTo>
                  <a:close/>
                </a:path>
                <a:path w="6612890" h="6997065">
                  <a:moveTo>
                    <a:pt x="2505162" y="3087431"/>
                  </a:moveTo>
                  <a:lnTo>
                    <a:pt x="2520733" y="3112831"/>
                  </a:lnTo>
                  <a:lnTo>
                    <a:pt x="2493765" y="3125531"/>
                  </a:lnTo>
                  <a:lnTo>
                    <a:pt x="2478194" y="3100131"/>
                  </a:lnTo>
                  <a:lnTo>
                    <a:pt x="2505162" y="3087431"/>
                  </a:lnTo>
                  <a:close/>
                </a:path>
                <a:path w="6612890" h="6997065">
                  <a:moveTo>
                    <a:pt x="1633337" y="3062031"/>
                  </a:moveTo>
                  <a:lnTo>
                    <a:pt x="1653612" y="3100131"/>
                  </a:lnTo>
                  <a:lnTo>
                    <a:pt x="1618499" y="3125531"/>
                  </a:lnTo>
                  <a:lnTo>
                    <a:pt x="1598225" y="3087431"/>
                  </a:lnTo>
                  <a:lnTo>
                    <a:pt x="1633337" y="3062031"/>
                  </a:lnTo>
                  <a:close/>
                </a:path>
                <a:path w="6612890" h="6997065">
                  <a:moveTo>
                    <a:pt x="761305" y="3049331"/>
                  </a:moveTo>
                  <a:lnTo>
                    <a:pt x="785684" y="3087431"/>
                  </a:lnTo>
                  <a:lnTo>
                    <a:pt x="743453" y="3112831"/>
                  </a:lnTo>
                  <a:lnTo>
                    <a:pt x="719067" y="3074731"/>
                  </a:lnTo>
                  <a:lnTo>
                    <a:pt x="761305" y="3049331"/>
                  </a:lnTo>
                  <a:close/>
                </a:path>
                <a:path w="6612890" h="6997065">
                  <a:moveTo>
                    <a:pt x="1967128" y="3049331"/>
                  </a:moveTo>
                  <a:lnTo>
                    <a:pt x="1985638" y="3074731"/>
                  </a:lnTo>
                  <a:lnTo>
                    <a:pt x="1953576" y="3100131"/>
                  </a:lnTo>
                  <a:lnTo>
                    <a:pt x="1935072" y="3062031"/>
                  </a:lnTo>
                  <a:lnTo>
                    <a:pt x="1967128" y="3049331"/>
                  </a:lnTo>
                  <a:close/>
                </a:path>
                <a:path w="6612890" h="6997065">
                  <a:moveTo>
                    <a:pt x="1095196" y="3023931"/>
                  </a:moveTo>
                  <a:lnTo>
                    <a:pt x="1118112" y="3062031"/>
                  </a:lnTo>
                  <a:lnTo>
                    <a:pt x="1078422" y="3087431"/>
                  </a:lnTo>
                  <a:lnTo>
                    <a:pt x="1055505" y="3049331"/>
                  </a:lnTo>
                  <a:lnTo>
                    <a:pt x="1095196" y="3023931"/>
                  </a:lnTo>
                  <a:close/>
                </a:path>
                <a:path w="6612890" h="6997065">
                  <a:moveTo>
                    <a:pt x="2300811" y="3036631"/>
                  </a:moveTo>
                  <a:lnTo>
                    <a:pt x="2317259" y="3062031"/>
                  </a:lnTo>
                  <a:lnTo>
                    <a:pt x="2288769" y="3074731"/>
                  </a:lnTo>
                  <a:lnTo>
                    <a:pt x="2272315" y="3049331"/>
                  </a:lnTo>
                  <a:lnTo>
                    <a:pt x="2300811" y="3036631"/>
                  </a:lnTo>
                  <a:close/>
                </a:path>
                <a:path w="6612890" h="6997065">
                  <a:moveTo>
                    <a:pt x="223158" y="3011231"/>
                  </a:moveTo>
                  <a:lnTo>
                    <a:pt x="250185" y="3049331"/>
                  </a:lnTo>
                  <a:lnTo>
                    <a:pt x="203369" y="3074731"/>
                  </a:lnTo>
                  <a:lnTo>
                    <a:pt x="176342" y="3036631"/>
                  </a:lnTo>
                  <a:lnTo>
                    <a:pt x="223158" y="3011231"/>
                  </a:lnTo>
                  <a:close/>
                </a:path>
                <a:path w="6612890" h="6997065">
                  <a:moveTo>
                    <a:pt x="1429200" y="3011231"/>
                  </a:moveTo>
                  <a:lnTo>
                    <a:pt x="1450938" y="3049331"/>
                  </a:lnTo>
                  <a:lnTo>
                    <a:pt x="1413285" y="3062031"/>
                  </a:lnTo>
                  <a:lnTo>
                    <a:pt x="1391541" y="3023931"/>
                  </a:lnTo>
                  <a:lnTo>
                    <a:pt x="1429200" y="3011231"/>
                  </a:lnTo>
                  <a:close/>
                </a:path>
                <a:path w="6612890" h="6997065">
                  <a:moveTo>
                    <a:pt x="557161" y="2985831"/>
                  </a:moveTo>
                  <a:lnTo>
                    <a:pt x="583015" y="3036631"/>
                  </a:lnTo>
                  <a:lnTo>
                    <a:pt x="538237" y="3062031"/>
                  </a:lnTo>
                  <a:lnTo>
                    <a:pt x="512383" y="3011231"/>
                  </a:lnTo>
                  <a:lnTo>
                    <a:pt x="557161" y="2985831"/>
                  </a:lnTo>
                  <a:close/>
                </a:path>
                <a:path w="6612890" h="6997065">
                  <a:moveTo>
                    <a:pt x="1762991" y="2985831"/>
                  </a:moveTo>
                  <a:lnTo>
                    <a:pt x="1782970" y="3023931"/>
                  </a:lnTo>
                  <a:lnTo>
                    <a:pt x="1748368" y="3049331"/>
                  </a:lnTo>
                  <a:lnTo>
                    <a:pt x="1728389" y="3011231"/>
                  </a:lnTo>
                  <a:lnTo>
                    <a:pt x="1762991" y="2985831"/>
                  </a:lnTo>
                  <a:close/>
                </a:path>
                <a:path w="6612890" h="6997065">
                  <a:moveTo>
                    <a:pt x="891059" y="2973131"/>
                  </a:moveTo>
                  <a:lnTo>
                    <a:pt x="915439" y="3011231"/>
                  </a:lnTo>
                  <a:lnTo>
                    <a:pt x="873208" y="3036631"/>
                  </a:lnTo>
                  <a:lnTo>
                    <a:pt x="848828" y="2998531"/>
                  </a:lnTo>
                  <a:lnTo>
                    <a:pt x="891059" y="2973131"/>
                  </a:lnTo>
                  <a:close/>
                </a:path>
                <a:path w="6612890" h="6997065">
                  <a:moveTo>
                    <a:pt x="2096783" y="2973131"/>
                  </a:moveTo>
                  <a:lnTo>
                    <a:pt x="2114996" y="2998531"/>
                  </a:lnTo>
                  <a:lnTo>
                    <a:pt x="2083450" y="3023931"/>
                  </a:lnTo>
                  <a:lnTo>
                    <a:pt x="2065231" y="2985831"/>
                  </a:lnTo>
                  <a:lnTo>
                    <a:pt x="2096783" y="2973131"/>
                  </a:lnTo>
                  <a:close/>
                </a:path>
                <a:path w="6612890" h="6997065">
                  <a:moveTo>
                    <a:pt x="18908" y="2947731"/>
                  </a:moveTo>
                  <a:lnTo>
                    <a:pt x="47114" y="2998531"/>
                  </a:lnTo>
                  <a:lnTo>
                    <a:pt x="0" y="3023931"/>
                  </a:lnTo>
                  <a:lnTo>
                    <a:pt x="0" y="2960431"/>
                  </a:lnTo>
                  <a:lnTo>
                    <a:pt x="18908" y="2947731"/>
                  </a:lnTo>
                  <a:close/>
                </a:path>
                <a:path w="6612890" h="6997065">
                  <a:moveTo>
                    <a:pt x="1224957" y="2947731"/>
                  </a:moveTo>
                  <a:lnTo>
                    <a:pt x="1247873" y="2985831"/>
                  </a:lnTo>
                  <a:lnTo>
                    <a:pt x="1208177" y="3011231"/>
                  </a:lnTo>
                  <a:lnTo>
                    <a:pt x="1185261" y="2973131"/>
                  </a:lnTo>
                  <a:lnTo>
                    <a:pt x="1224957" y="2947731"/>
                  </a:lnTo>
                  <a:close/>
                </a:path>
                <a:path w="6612890" h="6997065">
                  <a:moveTo>
                    <a:pt x="353025" y="2935031"/>
                  </a:moveTo>
                  <a:lnTo>
                    <a:pt x="380348" y="2973131"/>
                  </a:lnTo>
                  <a:lnTo>
                    <a:pt x="333022" y="3011231"/>
                  </a:lnTo>
                  <a:lnTo>
                    <a:pt x="305699" y="2960431"/>
                  </a:lnTo>
                  <a:lnTo>
                    <a:pt x="353025" y="2935031"/>
                  </a:lnTo>
                  <a:close/>
                </a:path>
                <a:path w="6612890" h="6997065">
                  <a:moveTo>
                    <a:pt x="2430573" y="2960431"/>
                  </a:moveTo>
                  <a:lnTo>
                    <a:pt x="2447021" y="2985831"/>
                  </a:lnTo>
                  <a:lnTo>
                    <a:pt x="2418525" y="2998531"/>
                  </a:lnTo>
                  <a:lnTo>
                    <a:pt x="2402077" y="2973131"/>
                  </a:lnTo>
                  <a:lnTo>
                    <a:pt x="2430573" y="2960431"/>
                  </a:lnTo>
                  <a:close/>
                </a:path>
                <a:path w="6612890" h="6997065">
                  <a:moveTo>
                    <a:pt x="1558848" y="2935031"/>
                  </a:moveTo>
                  <a:lnTo>
                    <a:pt x="1580296" y="2973131"/>
                  </a:lnTo>
                  <a:lnTo>
                    <a:pt x="1543152" y="2998531"/>
                  </a:lnTo>
                  <a:lnTo>
                    <a:pt x="1521705" y="2960431"/>
                  </a:lnTo>
                  <a:lnTo>
                    <a:pt x="1558848" y="2935031"/>
                  </a:lnTo>
                  <a:close/>
                </a:path>
                <a:path w="6612890" h="6997065">
                  <a:moveTo>
                    <a:pt x="686923" y="2909631"/>
                  </a:moveTo>
                  <a:lnTo>
                    <a:pt x="712777" y="2960431"/>
                  </a:lnTo>
                  <a:lnTo>
                    <a:pt x="667999" y="2985831"/>
                  </a:lnTo>
                  <a:lnTo>
                    <a:pt x="642145" y="2935031"/>
                  </a:lnTo>
                  <a:lnTo>
                    <a:pt x="686923" y="2909631"/>
                  </a:lnTo>
                  <a:close/>
                </a:path>
                <a:path w="6612890" h="6997065">
                  <a:moveTo>
                    <a:pt x="1892640" y="2922331"/>
                  </a:moveTo>
                  <a:lnTo>
                    <a:pt x="1912323" y="2947731"/>
                  </a:lnTo>
                  <a:lnTo>
                    <a:pt x="1878235" y="2973131"/>
                  </a:lnTo>
                  <a:lnTo>
                    <a:pt x="1858547" y="2935031"/>
                  </a:lnTo>
                  <a:lnTo>
                    <a:pt x="1892640" y="2922331"/>
                  </a:lnTo>
                  <a:close/>
                </a:path>
                <a:path w="6612890" h="6997065">
                  <a:moveTo>
                    <a:pt x="1020820" y="2896931"/>
                  </a:moveTo>
                  <a:lnTo>
                    <a:pt x="1045199" y="2935031"/>
                  </a:lnTo>
                  <a:lnTo>
                    <a:pt x="1002962" y="2960431"/>
                  </a:lnTo>
                  <a:lnTo>
                    <a:pt x="978582" y="2922331"/>
                  </a:lnTo>
                  <a:lnTo>
                    <a:pt x="1020820" y="2896931"/>
                  </a:lnTo>
                  <a:close/>
                </a:path>
                <a:path w="6612890" h="6997065">
                  <a:moveTo>
                    <a:pt x="2226429" y="2896931"/>
                  </a:moveTo>
                  <a:lnTo>
                    <a:pt x="2244352" y="2935031"/>
                  </a:lnTo>
                  <a:lnTo>
                    <a:pt x="2213309" y="2947731"/>
                  </a:lnTo>
                  <a:lnTo>
                    <a:pt x="2195392" y="2922331"/>
                  </a:lnTo>
                  <a:lnTo>
                    <a:pt x="2226429" y="2896931"/>
                  </a:lnTo>
                  <a:close/>
                </a:path>
                <a:path w="6612890" h="6997065">
                  <a:moveTo>
                    <a:pt x="148782" y="2871531"/>
                  </a:moveTo>
                  <a:lnTo>
                    <a:pt x="177278" y="2922331"/>
                  </a:lnTo>
                  <a:lnTo>
                    <a:pt x="127915" y="2947731"/>
                  </a:lnTo>
                  <a:lnTo>
                    <a:pt x="99419" y="2909631"/>
                  </a:lnTo>
                  <a:lnTo>
                    <a:pt x="148782" y="2871531"/>
                  </a:lnTo>
                  <a:close/>
                </a:path>
                <a:path w="6612890" h="6997065">
                  <a:moveTo>
                    <a:pt x="1354717" y="2871531"/>
                  </a:moveTo>
                  <a:lnTo>
                    <a:pt x="1377634" y="2922331"/>
                  </a:lnTo>
                  <a:lnTo>
                    <a:pt x="1337938" y="2935031"/>
                  </a:lnTo>
                  <a:lnTo>
                    <a:pt x="1315021" y="2896931"/>
                  </a:lnTo>
                  <a:lnTo>
                    <a:pt x="1354717" y="2871531"/>
                  </a:lnTo>
                  <a:close/>
                </a:path>
                <a:path w="6612890" h="6997065">
                  <a:moveTo>
                    <a:pt x="482785" y="2858831"/>
                  </a:moveTo>
                  <a:lnTo>
                    <a:pt x="510108" y="2909631"/>
                  </a:lnTo>
                  <a:lnTo>
                    <a:pt x="462782" y="2935031"/>
                  </a:lnTo>
                  <a:lnTo>
                    <a:pt x="435459" y="2884231"/>
                  </a:lnTo>
                  <a:lnTo>
                    <a:pt x="482785" y="2858831"/>
                  </a:lnTo>
                  <a:close/>
                </a:path>
                <a:path w="6612890" h="6997065">
                  <a:moveTo>
                    <a:pt x="1688610" y="2858831"/>
                  </a:moveTo>
                  <a:lnTo>
                    <a:pt x="1710057" y="2896931"/>
                  </a:lnTo>
                  <a:lnTo>
                    <a:pt x="1672908" y="2922331"/>
                  </a:lnTo>
                  <a:lnTo>
                    <a:pt x="1651460" y="2884231"/>
                  </a:lnTo>
                  <a:lnTo>
                    <a:pt x="1688610" y="2858831"/>
                  </a:lnTo>
                  <a:close/>
                </a:path>
                <a:path w="6612890" h="6997065">
                  <a:moveTo>
                    <a:pt x="816678" y="2833431"/>
                  </a:moveTo>
                  <a:lnTo>
                    <a:pt x="842532" y="2884231"/>
                  </a:lnTo>
                  <a:lnTo>
                    <a:pt x="797760" y="2909631"/>
                  </a:lnTo>
                  <a:lnTo>
                    <a:pt x="771905" y="2858831"/>
                  </a:lnTo>
                  <a:lnTo>
                    <a:pt x="816678" y="2833431"/>
                  </a:lnTo>
                  <a:close/>
                </a:path>
                <a:path w="6612890" h="6997065">
                  <a:moveTo>
                    <a:pt x="2022295" y="2846131"/>
                  </a:moveTo>
                  <a:lnTo>
                    <a:pt x="2041687" y="2871531"/>
                  </a:lnTo>
                  <a:lnTo>
                    <a:pt x="2008097" y="2896931"/>
                  </a:lnTo>
                  <a:lnTo>
                    <a:pt x="1988711" y="2858831"/>
                  </a:lnTo>
                  <a:lnTo>
                    <a:pt x="2022295" y="2846131"/>
                  </a:lnTo>
                  <a:close/>
                </a:path>
                <a:path w="6612890" h="6997065">
                  <a:moveTo>
                    <a:pt x="1150581" y="2820731"/>
                  </a:moveTo>
                  <a:lnTo>
                    <a:pt x="1174960" y="2858831"/>
                  </a:lnTo>
                  <a:lnTo>
                    <a:pt x="1132723" y="2884231"/>
                  </a:lnTo>
                  <a:lnTo>
                    <a:pt x="1108344" y="2846131"/>
                  </a:lnTo>
                  <a:lnTo>
                    <a:pt x="1150581" y="2820731"/>
                  </a:lnTo>
                  <a:close/>
                </a:path>
                <a:path w="6612890" h="6997065">
                  <a:moveTo>
                    <a:pt x="278643" y="2795331"/>
                  </a:moveTo>
                  <a:lnTo>
                    <a:pt x="307435" y="2846131"/>
                  </a:lnTo>
                  <a:lnTo>
                    <a:pt x="257569" y="2884231"/>
                  </a:lnTo>
                  <a:lnTo>
                    <a:pt x="228777" y="2833431"/>
                  </a:lnTo>
                  <a:lnTo>
                    <a:pt x="278643" y="2795331"/>
                  </a:lnTo>
                  <a:close/>
                </a:path>
                <a:path w="6612890" h="6997065">
                  <a:moveTo>
                    <a:pt x="2356079" y="2820731"/>
                  </a:moveTo>
                  <a:lnTo>
                    <a:pt x="2373711" y="2858831"/>
                  </a:lnTo>
                  <a:lnTo>
                    <a:pt x="2343178" y="2871531"/>
                  </a:lnTo>
                  <a:lnTo>
                    <a:pt x="2325551" y="2846131"/>
                  </a:lnTo>
                  <a:lnTo>
                    <a:pt x="2356079" y="2820731"/>
                  </a:lnTo>
                  <a:close/>
                </a:path>
                <a:path w="6612890" h="6997065">
                  <a:moveTo>
                    <a:pt x="1484366" y="2808031"/>
                  </a:moveTo>
                  <a:lnTo>
                    <a:pt x="1506992" y="2846131"/>
                  </a:lnTo>
                  <a:lnTo>
                    <a:pt x="1467805" y="2858831"/>
                  </a:lnTo>
                  <a:lnTo>
                    <a:pt x="1445185" y="2820731"/>
                  </a:lnTo>
                  <a:lnTo>
                    <a:pt x="1484366" y="2808031"/>
                  </a:lnTo>
                  <a:close/>
                </a:path>
                <a:path w="6612890" h="6997065">
                  <a:moveTo>
                    <a:pt x="612647" y="2782631"/>
                  </a:moveTo>
                  <a:lnTo>
                    <a:pt x="640261" y="2833431"/>
                  </a:lnTo>
                  <a:lnTo>
                    <a:pt x="592432" y="2858831"/>
                  </a:lnTo>
                  <a:lnTo>
                    <a:pt x="564813" y="2808031"/>
                  </a:lnTo>
                  <a:lnTo>
                    <a:pt x="612647" y="2782631"/>
                  </a:lnTo>
                  <a:close/>
                </a:path>
                <a:path w="6612890" h="6997065">
                  <a:moveTo>
                    <a:pt x="1818264" y="2782631"/>
                  </a:moveTo>
                  <a:lnTo>
                    <a:pt x="1839415" y="2820731"/>
                  </a:lnTo>
                  <a:lnTo>
                    <a:pt x="1802781" y="2846131"/>
                  </a:lnTo>
                  <a:lnTo>
                    <a:pt x="1781630" y="2808031"/>
                  </a:lnTo>
                  <a:lnTo>
                    <a:pt x="1818264" y="2782631"/>
                  </a:lnTo>
                  <a:close/>
                </a:path>
                <a:path w="6612890" h="6997065">
                  <a:moveTo>
                    <a:pt x="946438" y="2757231"/>
                  </a:moveTo>
                  <a:lnTo>
                    <a:pt x="972292" y="2808031"/>
                  </a:lnTo>
                  <a:lnTo>
                    <a:pt x="927514" y="2833431"/>
                  </a:lnTo>
                  <a:lnTo>
                    <a:pt x="901660" y="2795331"/>
                  </a:lnTo>
                  <a:lnTo>
                    <a:pt x="946438" y="2757231"/>
                  </a:lnTo>
                  <a:close/>
                </a:path>
                <a:path w="6612890" h="6997065">
                  <a:moveTo>
                    <a:pt x="2151947" y="2769931"/>
                  </a:moveTo>
                  <a:lnTo>
                    <a:pt x="2171043" y="2795331"/>
                  </a:lnTo>
                  <a:lnTo>
                    <a:pt x="2137968" y="2820731"/>
                  </a:lnTo>
                  <a:lnTo>
                    <a:pt x="2118872" y="2782631"/>
                  </a:lnTo>
                  <a:lnTo>
                    <a:pt x="2151947" y="2769931"/>
                  </a:lnTo>
                  <a:close/>
                </a:path>
                <a:path w="6612890" h="6997065">
                  <a:moveTo>
                    <a:pt x="74400" y="2744531"/>
                  </a:moveTo>
                  <a:lnTo>
                    <a:pt x="104370" y="2795331"/>
                  </a:lnTo>
                  <a:lnTo>
                    <a:pt x="52461" y="2820731"/>
                  </a:lnTo>
                  <a:lnTo>
                    <a:pt x="22496" y="2769931"/>
                  </a:lnTo>
                  <a:lnTo>
                    <a:pt x="74400" y="2744531"/>
                  </a:lnTo>
                  <a:close/>
                </a:path>
                <a:path w="6612890" h="6997065">
                  <a:moveTo>
                    <a:pt x="1280229" y="2744531"/>
                  </a:moveTo>
                  <a:lnTo>
                    <a:pt x="1304318" y="2782631"/>
                  </a:lnTo>
                  <a:lnTo>
                    <a:pt x="1262590" y="2808031"/>
                  </a:lnTo>
                  <a:lnTo>
                    <a:pt x="1238495" y="2769931"/>
                  </a:lnTo>
                  <a:lnTo>
                    <a:pt x="1280229" y="2744531"/>
                  </a:lnTo>
                  <a:close/>
                </a:path>
                <a:path w="6612890" h="6997065">
                  <a:moveTo>
                    <a:pt x="408516" y="2719131"/>
                  </a:moveTo>
                  <a:lnTo>
                    <a:pt x="437598" y="2769931"/>
                  </a:lnTo>
                  <a:lnTo>
                    <a:pt x="387217" y="2808031"/>
                  </a:lnTo>
                  <a:lnTo>
                    <a:pt x="358135" y="2757231"/>
                  </a:lnTo>
                  <a:lnTo>
                    <a:pt x="408516" y="2719131"/>
                  </a:lnTo>
                  <a:close/>
                </a:path>
                <a:path w="6612890" h="6997065">
                  <a:moveTo>
                    <a:pt x="1614021" y="2731831"/>
                  </a:moveTo>
                  <a:lnTo>
                    <a:pt x="1636345" y="2769931"/>
                  </a:lnTo>
                  <a:lnTo>
                    <a:pt x="1597673" y="2795331"/>
                  </a:lnTo>
                  <a:lnTo>
                    <a:pt x="1575349" y="2744531"/>
                  </a:lnTo>
                  <a:lnTo>
                    <a:pt x="1614021" y="2731831"/>
                  </a:lnTo>
                  <a:close/>
                </a:path>
                <a:path w="6612890" h="6997065">
                  <a:moveTo>
                    <a:pt x="742409" y="2706431"/>
                  </a:moveTo>
                  <a:lnTo>
                    <a:pt x="770022" y="2757231"/>
                  </a:lnTo>
                  <a:lnTo>
                    <a:pt x="722193" y="2782631"/>
                  </a:lnTo>
                  <a:lnTo>
                    <a:pt x="694574" y="2731831"/>
                  </a:lnTo>
                  <a:lnTo>
                    <a:pt x="742409" y="2706431"/>
                  </a:lnTo>
                  <a:close/>
                </a:path>
                <a:path w="6612890" h="6997065">
                  <a:moveTo>
                    <a:pt x="1947919" y="2706431"/>
                  </a:moveTo>
                  <a:lnTo>
                    <a:pt x="1968779" y="2744531"/>
                  </a:lnTo>
                  <a:lnTo>
                    <a:pt x="1932643" y="2769931"/>
                  </a:lnTo>
                  <a:lnTo>
                    <a:pt x="1911782" y="2731831"/>
                  </a:lnTo>
                  <a:lnTo>
                    <a:pt x="1947919" y="2706431"/>
                  </a:lnTo>
                  <a:close/>
                </a:path>
                <a:path w="6612890" h="6997065">
                  <a:moveTo>
                    <a:pt x="1076199" y="2693731"/>
                  </a:moveTo>
                  <a:lnTo>
                    <a:pt x="1102053" y="2731831"/>
                  </a:lnTo>
                  <a:lnTo>
                    <a:pt x="1057269" y="2757231"/>
                  </a:lnTo>
                  <a:lnTo>
                    <a:pt x="1031415" y="2719131"/>
                  </a:lnTo>
                  <a:lnTo>
                    <a:pt x="1076199" y="2693731"/>
                  </a:lnTo>
                  <a:close/>
                </a:path>
                <a:path w="6612890" h="6997065">
                  <a:moveTo>
                    <a:pt x="2281596" y="2693731"/>
                  </a:moveTo>
                  <a:lnTo>
                    <a:pt x="2300396" y="2719131"/>
                  </a:lnTo>
                  <a:lnTo>
                    <a:pt x="2267831" y="2744531"/>
                  </a:lnTo>
                  <a:lnTo>
                    <a:pt x="2249031" y="2706431"/>
                  </a:lnTo>
                  <a:lnTo>
                    <a:pt x="2281596" y="2693731"/>
                  </a:lnTo>
                  <a:close/>
                </a:path>
                <a:path w="6612890" h="6997065">
                  <a:moveTo>
                    <a:pt x="204261" y="2668331"/>
                  </a:moveTo>
                  <a:lnTo>
                    <a:pt x="234522" y="2719131"/>
                  </a:lnTo>
                  <a:lnTo>
                    <a:pt x="182109" y="2744531"/>
                  </a:lnTo>
                  <a:lnTo>
                    <a:pt x="151848" y="2693731"/>
                  </a:lnTo>
                  <a:lnTo>
                    <a:pt x="204261" y="2668331"/>
                  </a:lnTo>
                  <a:close/>
                </a:path>
                <a:path w="6612890" h="6997065">
                  <a:moveTo>
                    <a:pt x="1409984" y="2668331"/>
                  </a:moveTo>
                  <a:lnTo>
                    <a:pt x="1434079" y="2706431"/>
                  </a:lnTo>
                  <a:lnTo>
                    <a:pt x="1392351" y="2731831"/>
                  </a:lnTo>
                  <a:lnTo>
                    <a:pt x="1368256" y="2693731"/>
                  </a:lnTo>
                  <a:lnTo>
                    <a:pt x="1409984" y="2668331"/>
                  </a:lnTo>
                  <a:close/>
                </a:path>
                <a:path w="6612890" h="6997065">
                  <a:moveTo>
                    <a:pt x="538271" y="2655631"/>
                  </a:moveTo>
                  <a:lnTo>
                    <a:pt x="567353" y="2693731"/>
                  </a:lnTo>
                  <a:lnTo>
                    <a:pt x="516978" y="2731831"/>
                  </a:lnTo>
                  <a:lnTo>
                    <a:pt x="487889" y="2681031"/>
                  </a:lnTo>
                  <a:lnTo>
                    <a:pt x="538271" y="2655631"/>
                  </a:lnTo>
                  <a:close/>
                </a:path>
                <a:path w="6612890" h="6997065">
                  <a:moveTo>
                    <a:pt x="1743781" y="2655631"/>
                  </a:moveTo>
                  <a:lnTo>
                    <a:pt x="1766106" y="2693731"/>
                  </a:lnTo>
                  <a:lnTo>
                    <a:pt x="1727428" y="2719131"/>
                  </a:lnTo>
                  <a:lnTo>
                    <a:pt x="1705104" y="2681031"/>
                  </a:lnTo>
                  <a:lnTo>
                    <a:pt x="1743781" y="2655631"/>
                  </a:lnTo>
                  <a:close/>
                </a:path>
                <a:path w="6612890" h="6997065">
                  <a:moveTo>
                    <a:pt x="872169" y="2630231"/>
                  </a:moveTo>
                  <a:lnTo>
                    <a:pt x="899782" y="2681031"/>
                  </a:lnTo>
                  <a:lnTo>
                    <a:pt x="851948" y="2706431"/>
                  </a:lnTo>
                  <a:lnTo>
                    <a:pt x="824334" y="2655631"/>
                  </a:lnTo>
                  <a:lnTo>
                    <a:pt x="872169" y="2630231"/>
                  </a:lnTo>
                  <a:close/>
                </a:path>
                <a:path w="6612890" h="6997065">
                  <a:moveTo>
                    <a:pt x="2077565" y="2630231"/>
                  </a:moveTo>
                  <a:lnTo>
                    <a:pt x="2098129" y="2668331"/>
                  </a:lnTo>
                  <a:lnTo>
                    <a:pt x="2062508" y="2693731"/>
                  </a:lnTo>
                  <a:lnTo>
                    <a:pt x="2041944" y="2655631"/>
                  </a:lnTo>
                  <a:lnTo>
                    <a:pt x="2077565" y="2630231"/>
                  </a:lnTo>
                  <a:close/>
                </a:path>
                <a:path w="6612890" h="6997065">
                  <a:moveTo>
                    <a:pt x="1205847" y="2617531"/>
                  </a:moveTo>
                  <a:lnTo>
                    <a:pt x="1231406" y="2655631"/>
                  </a:lnTo>
                  <a:lnTo>
                    <a:pt x="1187137" y="2681031"/>
                  </a:lnTo>
                  <a:lnTo>
                    <a:pt x="1161573" y="2642931"/>
                  </a:lnTo>
                  <a:lnTo>
                    <a:pt x="1205847" y="2617531"/>
                  </a:lnTo>
                  <a:close/>
                </a:path>
                <a:path w="6612890" h="6997065">
                  <a:moveTo>
                    <a:pt x="334022" y="2592131"/>
                  </a:moveTo>
                  <a:lnTo>
                    <a:pt x="364283" y="2642931"/>
                  </a:lnTo>
                  <a:lnTo>
                    <a:pt x="311869" y="2681031"/>
                  </a:lnTo>
                  <a:lnTo>
                    <a:pt x="281609" y="2617531"/>
                  </a:lnTo>
                  <a:lnTo>
                    <a:pt x="334022" y="2592131"/>
                  </a:lnTo>
                  <a:close/>
                </a:path>
                <a:path w="6612890" h="6997065">
                  <a:moveTo>
                    <a:pt x="0" y="2617531"/>
                  </a:moveTo>
                  <a:lnTo>
                    <a:pt x="31458" y="2668331"/>
                  </a:lnTo>
                  <a:lnTo>
                    <a:pt x="0" y="2681031"/>
                  </a:lnTo>
                  <a:lnTo>
                    <a:pt x="0" y="2617531"/>
                  </a:lnTo>
                  <a:close/>
                </a:path>
                <a:path w="6612890" h="6997065">
                  <a:moveTo>
                    <a:pt x="1539639" y="2592131"/>
                  </a:moveTo>
                  <a:lnTo>
                    <a:pt x="1563432" y="2642931"/>
                  </a:lnTo>
                  <a:lnTo>
                    <a:pt x="1522219" y="2655631"/>
                  </a:lnTo>
                  <a:lnTo>
                    <a:pt x="1498420" y="2617531"/>
                  </a:lnTo>
                  <a:lnTo>
                    <a:pt x="1539639" y="2592131"/>
                  </a:lnTo>
                  <a:close/>
                </a:path>
                <a:path w="6612890" h="6997065">
                  <a:moveTo>
                    <a:pt x="668027" y="2579431"/>
                  </a:moveTo>
                  <a:lnTo>
                    <a:pt x="697115" y="2630231"/>
                  </a:lnTo>
                  <a:lnTo>
                    <a:pt x="646740" y="2655631"/>
                  </a:lnTo>
                  <a:lnTo>
                    <a:pt x="617651" y="2604831"/>
                  </a:lnTo>
                  <a:lnTo>
                    <a:pt x="668027" y="2579431"/>
                  </a:lnTo>
                  <a:close/>
                </a:path>
                <a:path w="6612890" h="6997065">
                  <a:moveTo>
                    <a:pt x="1873430" y="2579431"/>
                  </a:moveTo>
                  <a:lnTo>
                    <a:pt x="1895464" y="2617531"/>
                  </a:lnTo>
                  <a:lnTo>
                    <a:pt x="1857296" y="2642931"/>
                  </a:lnTo>
                  <a:lnTo>
                    <a:pt x="1835262" y="2604831"/>
                  </a:lnTo>
                  <a:lnTo>
                    <a:pt x="1873430" y="2579431"/>
                  </a:lnTo>
                  <a:close/>
                </a:path>
                <a:path w="6612890" h="6997065">
                  <a:moveTo>
                    <a:pt x="1001817" y="2554031"/>
                  </a:moveTo>
                  <a:lnTo>
                    <a:pt x="1029140" y="2604831"/>
                  </a:lnTo>
                  <a:lnTo>
                    <a:pt x="981815" y="2630231"/>
                  </a:lnTo>
                  <a:lnTo>
                    <a:pt x="954492" y="2579431"/>
                  </a:lnTo>
                  <a:lnTo>
                    <a:pt x="1001817" y="2554031"/>
                  </a:lnTo>
                  <a:close/>
                </a:path>
                <a:path w="6612890" h="6997065">
                  <a:moveTo>
                    <a:pt x="2207108" y="2566731"/>
                  </a:moveTo>
                  <a:lnTo>
                    <a:pt x="2227087" y="2592131"/>
                  </a:lnTo>
                  <a:lnTo>
                    <a:pt x="2192490" y="2617531"/>
                  </a:lnTo>
                  <a:lnTo>
                    <a:pt x="2172511" y="2579431"/>
                  </a:lnTo>
                  <a:lnTo>
                    <a:pt x="2207108" y="2566731"/>
                  </a:lnTo>
                  <a:close/>
                </a:path>
                <a:path w="6612890" h="6997065">
                  <a:moveTo>
                    <a:pt x="129885" y="2541331"/>
                  </a:moveTo>
                  <a:lnTo>
                    <a:pt x="161615" y="2592131"/>
                  </a:lnTo>
                  <a:lnTo>
                    <a:pt x="106655" y="2617531"/>
                  </a:lnTo>
                  <a:lnTo>
                    <a:pt x="74925" y="2566731"/>
                  </a:lnTo>
                  <a:lnTo>
                    <a:pt x="129885" y="2541331"/>
                  </a:lnTo>
                  <a:close/>
                </a:path>
                <a:path w="6612890" h="6997065">
                  <a:moveTo>
                    <a:pt x="1335496" y="2541331"/>
                  </a:moveTo>
                  <a:lnTo>
                    <a:pt x="1360764" y="2579431"/>
                  </a:lnTo>
                  <a:lnTo>
                    <a:pt x="1317004" y="2604831"/>
                  </a:lnTo>
                  <a:lnTo>
                    <a:pt x="1291736" y="2566731"/>
                  </a:lnTo>
                  <a:lnTo>
                    <a:pt x="1335496" y="2541331"/>
                  </a:lnTo>
                  <a:close/>
                </a:path>
                <a:path w="6612890" h="6997065">
                  <a:moveTo>
                    <a:pt x="463890" y="2515931"/>
                  </a:moveTo>
                  <a:lnTo>
                    <a:pt x="494441" y="2566731"/>
                  </a:lnTo>
                  <a:lnTo>
                    <a:pt x="441524" y="2604831"/>
                  </a:lnTo>
                  <a:lnTo>
                    <a:pt x="410967" y="2554031"/>
                  </a:lnTo>
                  <a:lnTo>
                    <a:pt x="463890" y="2515931"/>
                  </a:lnTo>
                  <a:close/>
                </a:path>
                <a:path w="6612890" h="6997065">
                  <a:moveTo>
                    <a:pt x="1669287" y="2515931"/>
                  </a:moveTo>
                  <a:lnTo>
                    <a:pt x="1692796" y="2566731"/>
                  </a:lnTo>
                  <a:lnTo>
                    <a:pt x="1652087" y="2592131"/>
                  </a:lnTo>
                  <a:lnTo>
                    <a:pt x="1628578" y="2541331"/>
                  </a:lnTo>
                  <a:lnTo>
                    <a:pt x="1669287" y="2515931"/>
                  </a:lnTo>
                  <a:close/>
                </a:path>
                <a:path w="6612890" h="6997065">
                  <a:moveTo>
                    <a:pt x="797787" y="2503231"/>
                  </a:moveTo>
                  <a:lnTo>
                    <a:pt x="826875" y="2554031"/>
                  </a:lnTo>
                  <a:lnTo>
                    <a:pt x="776500" y="2579431"/>
                  </a:lnTo>
                  <a:lnTo>
                    <a:pt x="747411" y="2528631"/>
                  </a:lnTo>
                  <a:lnTo>
                    <a:pt x="797787" y="2503231"/>
                  </a:lnTo>
                  <a:close/>
                </a:path>
                <a:path w="6612890" h="6997065">
                  <a:moveTo>
                    <a:pt x="2003077" y="2503231"/>
                  </a:moveTo>
                  <a:lnTo>
                    <a:pt x="2024820" y="2541331"/>
                  </a:lnTo>
                  <a:lnTo>
                    <a:pt x="1987161" y="2566731"/>
                  </a:lnTo>
                  <a:lnTo>
                    <a:pt x="1965423" y="2528631"/>
                  </a:lnTo>
                  <a:lnTo>
                    <a:pt x="2003077" y="2503231"/>
                  </a:lnTo>
                  <a:close/>
                </a:path>
                <a:path w="6612890" h="6997065">
                  <a:moveTo>
                    <a:pt x="1131578" y="2477831"/>
                  </a:moveTo>
                  <a:lnTo>
                    <a:pt x="1158901" y="2528631"/>
                  </a:lnTo>
                  <a:lnTo>
                    <a:pt x="1111576" y="2554031"/>
                  </a:lnTo>
                  <a:lnTo>
                    <a:pt x="1084253" y="2503231"/>
                  </a:lnTo>
                  <a:lnTo>
                    <a:pt x="1131578" y="2477831"/>
                  </a:lnTo>
                  <a:close/>
                </a:path>
                <a:path w="6612890" h="6997065">
                  <a:moveTo>
                    <a:pt x="259646" y="2465131"/>
                  </a:moveTo>
                  <a:lnTo>
                    <a:pt x="291376" y="2515931"/>
                  </a:lnTo>
                  <a:lnTo>
                    <a:pt x="236416" y="2554031"/>
                  </a:lnTo>
                  <a:lnTo>
                    <a:pt x="204686" y="2490531"/>
                  </a:lnTo>
                  <a:lnTo>
                    <a:pt x="259646" y="2465131"/>
                  </a:lnTo>
                  <a:close/>
                </a:path>
                <a:path w="6612890" h="6997065">
                  <a:moveTo>
                    <a:pt x="1465257" y="2465131"/>
                  </a:moveTo>
                  <a:lnTo>
                    <a:pt x="1490525" y="2503231"/>
                  </a:lnTo>
                  <a:lnTo>
                    <a:pt x="1446766" y="2528631"/>
                  </a:lnTo>
                  <a:lnTo>
                    <a:pt x="1421498" y="2490531"/>
                  </a:lnTo>
                  <a:lnTo>
                    <a:pt x="1465257" y="2465131"/>
                  </a:lnTo>
                  <a:close/>
                </a:path>
                <a:path w="6612890" h="6997065">
                  <a:moveTo>
                    <a:pt x="593651" y="2439731"/>
                  </a:moveTo>
                  <a:lnTo>
                    <a:pt x="624202" y="2490531"/>
                  </a:lnTo>
                  <a:lnTo>
                    <a:pt x="571280" y="2528631"/>
                  </a:lnTo>
                  <a:lnTo>
                    <a:pt x="540728" y="2477831"/>
                  </a:lnTo>
                  <a:lnTo>
                    <a:pt x="593651" y="2439731"/>
                  </a:lnTo>
                  <a:close/>
                </a:path>
                <a:path w="6612890" h="6997065">
                  <a:moveTo>
                    <a:pt x="1798942" y="2452431"/>
                  </a:moveTo>
                  <a:lnTo>
                    <a:pt x="1822149" y="2490531"/>
                  </a:lnTo>
                  <a:lnTo>
                    <a:pt x="1781949" y="2515931"/>
                  </a:lnTo>
                  <a:lnTo>
                    <a:pt x="1758742" y="2465131"/>
                  </a:lnTo>
                  <a:lnTo>
                    <a:pt x="1798942" y="2452431"/>
                  </a:lnTo>
                  <a:close/>
                </a:path>
                <a:path w="6612890" h="6997065">
                  <a:moveTo>
                    <a:pt x="927549" y="2427031"/>
                  </a:moveTo>
                  <a:lnTo>
                    <a:pt x="956636" y="2477831"/>
                  </a:lnTo>
                  <a:lnTo>
                    <a:pt x="906255" y="2503231"/>
                  </a:lnTo>
                  <a:lnTo>
                    <a:pt x="877173" y="2452431"/>
                  </a:lnTo>
                  <a:lnTo>
                    <a:pt x="927549" y="2427031"/>
                  </a:lnTo>
                  <a:close/>
                </a:path>
                <a:path w="6612890" h="6997065">
                  <a:moveTo>
                    <a:pt x="2132726" y="2427031"/>
                  </a:moveTo>
                  <a:lnTo>
                    <a:pt x="2154174" y="2465131"/>
                  </a:lnTo>
                  <a:lnTo>
                    <a:pt x="2117024" y="2490531"/>
                  </a:lnTo>
                  <a:lnTo>
                    <a:pt x="2095577" y="2452431"/>
                  </a:lnTo>
                  <a:lnTo>
                    <a:pt x="2132726" y="2427031"/>
                  </a:lnTo>
                  <a:close/>
                </a:path>
                <a:path w="6612890" h="6997065">
                  <a:moveTo>
                    <a:pt x="55503" y="2401631"/>
                  </a:moveTo>
                  <a:lnTo>
                    <a:pt x="88702" y="2465131"/>
                  </a:lnTo>
                  <a:lnTo>
                    <a:pt x="31201" y="2490531"/>
                  </a:lnTo>
                  <a:lnTo>
                    <a:pt x="0" y="2439731"/>
                  </a:lnTo>
                  <a:lnTo>
                    <a:pt x="55503" y="2401631"/>
                  </a:lnTo>
                  <a:close/>
                </a:path>
                <a:path w="6612890" h="6997065">
                  <a:moveTo>
                    <a:pt x="1261227" y="2401631"/>
                  </a:moveTo>
                  <a:lnTo>
                    <a:pt x="1288254" y="2452431"/>
                  </a:lnTo>
                  <a:lnTo>
                    <a:pt x="1241438" y="2477831"/>
                  </a:lnTo>
                  <a:lnTo>
                    <a:pt x="1214411" y="2439731"/>
                  </a:lnTo>
                  <a:lnTo>
                    <a:pt x="1261227" y="2401631"/>
                  </a:lnTo>
                  <a:close/>
                </a:path>
                <a:path w="6612890" h="6997065">
                  <a:moveTo>
                    <a:pt x="389508" y="2388931"/>
                  </a:moveTo>
                  <a:lnTo>
                    <a:pt x="421534" y="2439731"/>
                  </a:lnTo>
                  <a:lnTo>
                    <a:pt x="366064" y="2477831"/>
                  </a:lnTo>
                  <a:lnTo>
                    <a:pt x="334044" y="2414331"/>
                  </a:lnTo>
                  <a:lnTo>
                    <a:pt x="389508" y="2388931"/>
                  </a:lnTo>
                  <a:close/>
                </a:path>
                <a:path w="6612890" h="6997065">
                  <a:moveTo>
                    <a:pt x="1594911" y="2388931"/>
                  </a:moveTo>
                  <a:lnTo>
                    <a:pt x="1619883" y="2427031"/>
                  </a:lnTo>
                  <a:lnTo>
                    <a:pt x="1576627" y="2452431"/>
                  </a:lnTo>
                  <a:lnTo>
                    <a:pt x="1551655" y="2414331"/>
                  </a:lnTo>
                  <a:lnTo>
                    <a:pt x="1594911" y="2388931"/>
                  </a:lnTo>
                  <a:close/>
                </a:path>
                <a:path w="6612890" h="6997065">
                  <a:moveTo>
                    <a:pt x="723411" y="2363531"/>
                  </a:moveTo>
                  <a:lnTo>
                    <a:pt x="753962" y="2414331"/>
                  </a:lnTo>
                  <a:lnTo>
                    <a:pt x="701040" y="2452431"/>
                  </a:lnTo>
                  <a:lnTo>
                    <a:pt x="670489" y="2401631"/>
                  </a:lnTo>
                  <a:lnTo>
                    <a:pt x="723411" y="2363531"/>
                  </a:lnTo>
                  <a:close/>
                </a:path>
                <a:path w="6612890" h="6997065">
                  <a:moveTo>
                    <a:pt x="1928594" y="2376231"/>
                  </a:moveTo>
                  <a:lnTo>
                    <a:pt x="1951504" y="2414331"/>
                  </a:lnTo>
                  <a:lnTo>
                    <a:pt x="1911814" y="2439731"/>
                  </a:lnTo>
                  <a:lnTo>
                    <a:pt x="1888904" y="2401631"/>
                  </a:lnTo>
                  <a:lnTo>
                    <a:pt x="1928594" y="2376231"/>
                  </a:lnTo>
                  <a:close/>
                </a:path>
                <a:path w="6612890" h="6997065">
                  <a:moveTo>
                    <a:pt x="1057197" y="2350831"/>
                  </a:moveTo>
                  <a:lnTo>
                    <a:pt x="1085989" y="2401631"/>
                  </a:lnTo>
                  <a:lnTo>
                    <a:pt x="1036122" y="2427031"/>
                  </a:lnTo>
                  <a:lnTo>
                    <a:pt x="1007330" y="2376231"/>
                  </a:lnTo>
                  <a:lnTo>
                    <a:pt x="1057197" y="2350831"/>
                  </a:lnTo>
                  <a:close/>
                </a:path>
                <a:path w="6612890" h="6997065">
                  <a:moveTo>
                    <a:pt x="185264" y="2325431"/>
                  </a:moveTo>
                  <a:lnTo>
                    <a:pt x="218463" y="2388931"/>
                  </a:lnTo>
                  <a:lnTo>
                    <a:pt x="160962" y="2414331"/>
                  </a:lnTo>
                  <a:lnTo>
                    <a:pt x="127763" y="2363531"/>
                  </a:lnTo>
                  <a:lnTo>
                    <a:pt x="185264" y="2325431"/>
                  </a:lnTo>
                  <a:close/>
                </a:path>
                <a:path w="6612890" h="6997065">
                  <a:moveTo>
                    <a:pt x="1390881" y="2338131"/>
                  </a:moveTo>
                  <a:lnTo>
                    <a:pt x="1417618" y="2376231"/>
                  </a:lnTo>
                  <a:lnTo>
                    <a:pt x="1371311" y="2401631"/>
                  </a:lnTo>
                  <a:lnTo>
                    <a:pt x="1344575" y="2363531"/>
                  </a:lnTo>
                  <a:lnTo>
                    <a:pt x="1390881" y="2338131"/>
                  </a:lnTo>
                  <a:close/>
                </a:path>
                <a:path w="6612890" h="6997065">
                  <a:moveTo>
                    <a:pt x="519269" y="2312731"/>
                  </a:moveTo>
                  <a:lnTo>
                    <a:pt x="551295" y="2363531"/>
                  </a:lnTo>
                  <a:lnTo>
                    <a:pt x="495825" y="2401631"/>
                  </a:lnTo>
                  <a:lnTo>
                    <a:pt x="463806" y="2338131"/>
                  </a:lnTo>
                  <a:lnTo>
                    <a:pt x="519269" y="2312731"/>
                  </a:lnTo>
                  <a:close/>
                </a:path>
                <a:path w="6612890" h="6997065">
                  <a:moveTo>
                    <a:pt x="1724560" y="2312731"/>
                  </a:moveTo>
                  <a:lnTo>
                    <a:pt x="1749236" y="2363531"/>
                  </a:lnTo>
                  <a:lnTo>
                    <a:pt x="1706495" y="2388931"/>
                  </a:lnTo>
                  <a:lnTo>
                    <a:pt x="1681814" y="2338131"/>
                  </a:lnTo>
                  <a:lnTo>
                    <a:pt x="1724560" y="2312731"/>
                  </a:lnTo>
                  <a:close/>
                </a:path>
                <a:path w="6612890" h="6997065">
                  <a:moveTo>
                    <a:pt x="853166" y="2287331"/>
                  </a:moveTo>
                  <a:lnTo>
                    <a:pt x="883723" y="2350831"/>
                  </a:lnTo>
                  <a:lnTo>
                    <a:pt x="830795" y="2376231"/>
                  </a:lnTo>
                  <a:lnTo>
                    <a:pt x="800243" y="2325431"/>
                  </a:lnTo>
                  <a:lnTo>
                    <a:pt x="853166" y="2287331"/>
                  </a:lnTo>
                  <a:close/>
                </a:path>
                <a:path w="6612890" h="6997065">
                  <a:moveTo>
                    <a:pt x="2058244" y="2300031"/>
                  </a:moveTo>
                  <a:lnTo>
                    <a:pt x="2080870" y="2338131"/>
                  </a:lnTo>
                  <a:lnTo>
                    <a:pt x="2041683" y="2363531"/>
                  </a:lnTo>
                  <a:lnTo>
                    <a:pt x="2019057" y="2325431"/>
                  </a:lnTo>
                  <a:lnTo>
                    <a:pt x="2058244" y="2300031"/>
                  </a:lnTo>
                  <a:close/>
                </a:path>
                <a:path w="6612890" h="6997065">
                  <a:moveTo>
                    <a:pt x="1186851" y="2274631"/>
                  </a:moveTo>
                  <a:lnTo>
                    <a:pt x="1215347" y="2325431"/>
                  </a:lnTo>
                  <a:lnTo>
                    <a:pt x="1165984" y="2350831"/>
                  </a:lnTo>
                  <a:lnTo>
                    <a:pt x="1137488" y="2300031"/>
                  </a:lnTo>
                  <a:lnTo>
                    <a:pt x="1186851" y="2274631"/>
                  </a:lnTo>
                  <a:close/>
                </a:path>
                <a:path w="6612890" h="6997065">
                  <a:moveTo>
                    <a:pt x="315125" y="2249231"/>
                  </a:moveTo>
                  <a:lnTo>
                    <a:pt x="348621" y="2312731"/>
                  </a:lnTo>
                  <a:lnTo>
                    <a:pt x="290610" y="2350831"/>
                  </a:lnTo>
                  <a:lnTo>
                    <a:pt x="257121" y="2287331"/>
                  </a:lnTo>
                  <a:lnTo>
                    <a:pt x="315125" y="2249231"/>
                  </a:lnTo>
                  <a:close/>
                </a:path>
                <a:path w="6612890" h="6997065">
                  <a:moveTo>
                    <a:pt x="0" y="2300031"/>
                  </a:moveTo>
                  <a:lnTo>
                    <a:pt x="15795" y="2338131"/>
                  </a:lnTo>
                  <a:lnTo>
                    <a:pt x="0" y="2338131"/>
                  </a:lnTo>
                  <a:lnTo>
                    <a:pt x="0" y="2300031"/>
                  </a:lnTo>
                  <a:close/>
                </a:path>
                <a:path w="6612890" h="6997065">
                  <a:moveTo>
                    <a:pt x="1520530" y="2261931"/>
                  </a:moveTo>
                  <a:lnTo>
                    <a:pt x="1546970" y="2300031"/>
                  </a:lnTo>
                  <a:lnTo>
                    <a:pt x="1501173" y="2325431"/>
                  </a:lnTo>
                  <a:lnTo>
                    <a:pt x="1474732" y="2287331"/>
                  </a:lnTo>
                  <a:lnTo>
                    <a:pt x="1520530" y="2261931"/>
                  </a:lnTo>
                  <a:close/>
                </a:path>
                <a:path w="6612890" h="6997065">
                  <a:moveTo>
                    <a:pt x="649029" y="2236531"/>
                  </a:moveTo>
                  <a:lnTo>
                    <a:pt x="681049" y="2287331"/>
                  </a:lnTo>
                  <a:lnTo>
                    <a:pt x="625586" y="2325431"/>
                  </a:lnTo>
                  <a:lnTo>
                    <a:pt x="593566" y="2261931"/>
                  </a:lnTo>
                  <a:lnTo>
                    <a:pt x="649029" y="2236531"/>
                  </a:lnTo>
                  <a:close/>
                </a:path>
                <a:path w="6612890" h="6997065">
                  <a:moveTo>
                    <a:pt x="1854100" y="2236531"/>
                  </a:moveTo>
                  <a:lnTo>
                    <a:pt x="1878195" y="2287331"/>
                  </a:lnTo>
                  <a:lnTo>
                    <a:pt x="1836467" y="2312731"/>
                  </a:lnTo>
                  <a:lnTo>
                    <a:pt x="1812372" y="2261931"/>
                  </a:lnTo>
                  <a:lnTo>
                    <a:pt x="1854100" y="2236531"/>
                  </a:lnTo>
                  <a:close/>
                </a:path>
                <a:path w="6612890" h="6997065">
                  <a:moveTo>
                    <a:pt x="982815" y="2223831"/>
                  </a:moveTo>
                  <a:lnTo>
                    <a:pt x="1013076" y="2274631"/>
                  </a:lnTo>
                  <a:lnTo>
                    <a:pt x="960662" y="2300031"/>
                  </a:lnTo>
                  <a:lnTo>
                    <a:pt x="930401" y="2249231"/>
                  </a:lnTo>
                  <a:lnTo>
                    <a:pt x="982815" y="2223831"/>
                  </a:lnTo>
                  <a:close/>
                </a:path>
                <a:path w="6612890" h="6997065">
                  <a:moveTo>
                    <a:pt x="110996" y="2198431"/>
                  </a:moveTo>
                  <a:lnTo>
                    <a:pt x="145959" y="2261931"/>
                  </a:lnTo>
                  <a:lnTo>
                    <a:pt x="85396" y="2287331"/>
                  </a:lnTo>
                  <a:lnTo>
                    <a:pt x="50438" y="2236531"/>
                  </a:lnTo>
                  <a:lnTo>
                    <a:pt x="110996" y="2198431"/>
                  </a:lnTo>
                  <a:close/>
                </a:path>
                <a:path w="6612890" h="6997065">
                  <a:moveTo>
                    <a:pt x="1316499" y="2198431"/>
                  </a:moveTo>
                  <a:lnTo>
                    <a:pt x="1344705" y="2249231"/>
                  </a:lnTo>
                  <a:lnTo>
                    <a:pt x="1295858" y="2274631"/>
                  </a:lnTo>
                  <a:lnTo>
                    <a:pt x="1267652" y="2223831"/>
                  </a:lnTo>
                  <a:lnTo>
                    <a:pt x="1316499" y="2198431"/>
                  </a:lnTo>
                  <a:close/>
                </a:path>
                <a:path w="6612890" h="6997065">
                  <a:moveTo>
                    <a:pt x="444887" y="2173031"/>
                  </a:moveTo>
                  <a:lnTo>
                    <a:pt x="478382" y="2236531"/>
                  </a:lnTo>
                  <a:lnTo>
                    <a:pt x="420371" y="2274631"/>
                  </a:lnTo>
                  <a:lnTo>
                    <a:pt x="386876" y="2211131"/>
                  </a:lnTo>
                  <a:lnTo>
                    <a:pt x="444887" y="2173031"/>
                  </a:lnTo>
                  <a:close/>
                </a:path>
                <a:path w="6612890" h="6997065">
                  <a:moveTo>
                    <a:pt x="1650179" y="2185731"/>
                  </a:moveTo>
                  <a:lnTo>
                    <a:pt x="1676329" y="2223831"/>
                  </a:lnTo>
                  <a:lnTo>
                    <a:pt x="1631036" y="2249231"/>
                  </a:lnTo>
                  <a:lnTo>
                    <a:pt x="1604892" y="2211131"/>
                  </a:lnTo>
                  <a:lnTo>
                    <a:pt x="1650179" y="2185731"/>
                  </a:lnTo>
                  <a:close/>
                </a:path>
                <a:path w="6612890" h="6997065">
                  <a:moveTo>
                    <a:pt x="778790" y="2160331"/>
                  </a:moveTo>
                  <a:lnTo>
                    <a:pt x="810810" y="2211131"/>
                  </a:lnTo>
                  <a:lnTo>
                    <a:pt x="755340" y="2249231"/>
                  </a:lnTo>
                  <a:lnTo>
                    <a:pt x="723321" y="2198431"/>
                  </a:lnTo>
                  <a:lnTo>
                    <a:pt x="778790" y="2160331"/>
                  </a:lnTo>
                  <a:close/>
                </a:path>
                <a:path w="6612890" h="6997065">
                  <a:moveTo>
                    <a:pt x="1983755" y="2173031"/>
                  </a:moveTo>
                  <a:lnTo>
                    <a:pt x="2007548" y="2211131"/>
                  </a:lnTo>
                  <a:lnTo>
                    <a:pt x="1966336" y="2236531"/>
                  </a:lnTo>
                  <a:lnTo>
                    <a:pt x="1942537" y="2185731"/>
                  </a:lnTo>
                  <a:lnTo>
                    <a:pt x="1983755" y="2173031"/>
                  </a:lnTo>
                  <a:close/>
                </a:path>
                <a:path w="6612890" h="6997065">
                  <a:moveTo>
                    <a:pt x="1112469" y="2147631"/>
                  </a:moveTo>
                  <a:lnTo>
                    <a:pt x="1142439" y="2198431"/>
                  </a:lnTo>
                  <a:lnTo>
                    <a:pt x="1090530" y="2223831"/>
                  </a:lnTo>
                  <a:lnTo>
                    <a:pt x="1060565" y="2173031"/>
                  </a:lnTo>
                  <a:lnTo>
                    <a:pt x="1112469" y="2147631"/>
                  </a:lnTo>
                  <a:close/>
                </a:path>
                <a:path w="6612890" h="6997065">
                  <a:moveTo>
                    <a:pt x="240750" y="2122231"/>
                  </a:moveTo>
                  <a:lnTo>
                    <a:pt x="275714" y="2185731"/>
                  </a:lnTo>
                  <a:lnTo>
                    <a:pt x="215156" y="2223831"/>
                  </a:lnTo>
                  <a:lnTo>
                    <a:pt x="180199" y="2160331"/>
                  </a:lnTo>
                  <a:lnTo>
                    <a:pt x="240750" y="2122231"/>
                  </a:lnTo>
                  <a:close/>
                </a:path>
                <a:path w="6612890" h="6997065">
                  <a:moveTo>
                    <a:pt x="1446148" y="2122231"/>
                  </a:moveTo>
                  <a:lnTo>
                    <a:pt x="1474057" y="2173031"/>
                  </a:lnTo>
                  <a:lnTo>
                    <a:pt x="1425719" y="2198431"/>
                  </a:lnTo>
                  <a:lnTo>
                    <a:pt x="1397809" y="2160331"/>
                  </a:lnTo>
                  <a:lnTo>
                    <a:pt x="1446148" y="2122231"/>
                  </a:lnTo>
                  <a:close/>
                </a:path>
                <a:path w="6612890" h="6997065">
                  <a:moveTo>
                    <a:pt x="574647" y="2109531"/>
                  </a:moveTo>
                  <a:lnTo>
                    <a:pt x="608142" y="2160331"/>
                  </a:lnTo>
                  <a:lnTo>
                    <a:pt x="550131" y="2198431"/>
                  </a:lnTo>
                  <a:lnTo>
                    <a:pt x="516637" y="2134931"/>
                  </a:lnTo>
                  <a:lnTo>
                    <a:pt x="574647" y="2109531"/>
                  </a:lnTo>
                  <a:close/>
                </a:path>
                <a:path w="6612890" h="6997065">
                  <a:moveTo>
                    <a:pt x="1779724" y="2109531"/>
                  </a:moveTo>
                  <a:lnTo>
                    <a:pt x="1805282" y="2147631"/>
                  </a:lnTo>
                  <a:lnTo>
                    <a:pt x="1761013" y="2185731"/>
                  </a:lnTo>
                  <a:lnTo>
                    <a:pt x="1735455" y="2134931"/>
                  </a:lnTo>
                  <a:lnTo>
                    <a:pt x="1779724" y="2109531"/>
                  </a:lnTo>
                  <a:close/>
                </a:path>
                <a:path w="6612890" h="6997065">
                  <a:moveTo>
                    <a:pt x="908439" y="2084131"/>
                  </a:moveTo>
                  <a:lnTo>
                    <a:pt x="940169" y="2147631"/>
                  </a:lnTo>
                  <a:lnTo>
                    <a:pt x="885214" y="2173031"/>
                  </a:lnTo>
                  <a:lnTo>
                    <a:pt x="853484" y="2122231"/>
                  </a:lnTo>
                  <a:lnTo>
                    <a:pt x="908439" y="2084131"/>
                  </a:lnTo>
                  <a:close/>
                </a:path>
                <a:path w="6612890" h="6997065">
                  <a:moveTo>
                    <a:pt x="36720" y="2058731"/>
                  </a:moveTo>
                  <a:lnTo>
                    <a:pt x="73443" y="2134931"/>
                  </a:lnTo>
                  <a:lnTo>
                    <a:pt x="9841" y="2160331"/>
                  </a:lnTo>
                  <a:lnTo>
                    <a:pt x="0" y="2147631"/>
                  </a:lnTo>
                  <a:lnTo>
                    <a:pt x="0" y="2084131"/>
                  </a:lnTo>
                  <a:lnTo>
                    <a:pt x="36720" y="2058731"/>
                  </a:lnTo>
                  <a:close/>
                </a:path>
                <a:path w="6612890" h="6997065">
                  <a:moveTo>
                    <a:pt x="1242123" y="2071431"/>
                  </a:moveTo>
                  <a:lnTo>
                    <a:pt x="1271792" y="2122231"/>
                  </a:lnTo>
                  <a:lnTo>
                    <a:pt x="1220398" y="2147631"/>
                  </a:lnTo>
                  <a:lnTo>
                    <a:pt x="1190729" y="2096831"/>
                  </a:lnTo>
                  <a:lnTo>
                    <a:pt x="1242123" y="2071431"/>
                  </a:lnTo>
                  <a:close/>
                </a:path>
                <a:path w="6612890" h="6997065">
                  <a:moveTo>
                    <a:pt x="370618" y="2046031"/>
                  </a:moveTo>
                  <a:lnTo>
                    <a:pt x="405872" y="2109531"/>
                  </a:lnTo>
                  <a:lnTo>
                    <a:pt x="344805" y="2147631"/>
                  </a:lnTo>
                  <a:lnTo>
                    <a:pt x="309552" y="2084131"/>
                  </a:lnTo>
                  <a:lnTo>
                    <a:pt x="370618" y="2046031"/>
                  </a:lnTo>
                  <a:close/>
                </a:path>
                <a:path w="6612890" h="6997065">
                  <a:moveTo>
                    <a:pt x="1575803" y="2046031"/>
                  </a:moveTo>
                  <a:lnTo>
                    <a:pt x="1603416" y="2096831"/>
                  </a:lnTo>
                  <a:lnTo>
                    <a:pt x="1555587" y="2122231"/>
                  </a:lnTo>
                  <a:lnTo>
                    <a:pt x="1527968" y="2084131"/>
                  </a:lnTo>
                  <a:lnTo>
                    <a:pt x="1575803" y="2046031"/>
                  </a:lnTo>
                  <a:close/>
                </a:path>
                <a:path w="6612890" h="6997065">
                  <a:moveTo>
                    <a:pt x="704409" y="2033331"/>
                  </a:moveTo>
                  <a:lnTo>
                    <a:pt x="737897" y="2084131"/>
                  </a:lnTo>
                  <a:lnTo>
                    <a:pt x="679887" y="2122231"/>
                  </a:lnTo>
                  <a:lnTo>
                    <a:pt x="646392" y="2058731"/>
                  </a:lnTo>
                  <a:lnTo>
                    <a:pt x="704409" y="2033331"/>
                  </a:lnTo>
                  <a:close/>
                </a:path>
                <a:path w="6612890" h="6997065">
                  <a:moveTo>
                    <a:pt x="1909374" y="2033331"/>
                  </a:moveTo>
                  <a:lnTo>
                    <a:pt x="1934642" y="2084131"/>
                  </a:lnTo>
                  <a:lnTo>
                    <a:pt x="1890882" y="2109531"/>
                  </a:lnTo>
                  <a:lnTo>
                    <a:pt x="1865614" y="2058731"/>
                  </a:lnTo>
                  <a:lnTo>
                    <a:pt x="1909374" y="2033331"/>
                  </a:lnTo>
                  <a:close/>
                </a:path>
                <a:path w="6612890" h="6997065">
                  <a:moveTo>
                    <a:pt x="1038087" y="2007931"/>
                  </a:moveTo>
                  <a:lnTo>
                    <a:pt x="1069527" y="2071431"/>
                  </a:lnTo>
                  <a:lnTo>
                    <a:pt x="1015076" y="2096831"/>
                  </a:lnTo>
                  <a:lnTo>
                    <a:pt x="983637" y="2046031"/>
                  </a:lnTo>
                  <a:lnTo>
                    <a:pt x="1038087" y="2007931"/>
                  </a:lnTo>
                  <a:close/>
                </a:path>
                <a:path w="6612890" h="6997065">
                  <a:moveTo>
                    <a:pt x="166481" y="1995231"/>
                  </a:moveTo>
                  <a:lnTo>
                    <a:pt x="203204" y="2058731"/>
                  </a:lnTo>
                  <a:lnTo>
                    <a:pt x="139602" y="2084131"/>
                  </a:lnTo>
                  <a:lnTo>
                    <a:pt x="102873" y="2020631"/>
                  </a:lnTo>
                  <a:lnTo>
                    <a:pt x="166481" y="1995231"/>
                  </a:lnTo>
                  <a:close/>
                </a:path>
                <a:path w="6612890" h="6997065">
                  <a:moveTo>
                    <a:pt x="1371772" y="1995231"/>
                  </a:moveTo>
                  <a:lnTo>
                    <a:pt x="1401150" y="2046031"/>
                  </a:lnTo>
                  <a:lnTo>
                    <a:pt x="1350265" y="2071431"/>
                  </a:lnTo>
                  <a:lnTo>
                    <a:pt x="1320887" y="2020631"/>
                  </a:lnTo>
                  <a:lnTo>
                    <a:pt x="1371772" y="1995231"/>
                  </a:lnTo>
                  <a:close/>
                </a:path>
                <a:path w="6612890" h="6997065">
                  <a:moveTo>
                    <a:pt x="500372" y="1969831"/>
                  </a:moveTo>
                  <a:lnTo>
                    <a:pt x="535626" y="2033331"/>
                  </a:lnTo>
                  <a:lnTo>
                    <a:pt x="474565" y="2071431"/>
                  </a:lnTo>
                  <a:lnTo>
                    <a:pt x="439311" y="2007931"/>
                  </a:lnTo>
                  <a:lnTo>
                    <a:pt x="500372" y="1969831"/>
                  </a:lnTo>
                  <a:close/>
                </a:path>
                <a:path w="6612890" h="6997065">
                  <a:moveTo>
                    <a:pt x="1705455" y="1982531"/>
                  </a:moveTo>
                  <a:lnTo>
                    <a:pt x="1732778" y="2020631"/>
                  </a:lnTo>
                  <a:lnTo>
                    <a:pt x="1685453" y="2046031"/>
                  </a:lnTo>
                  <a:lnTo>
                    <a:pt x="1658130" y="2007931"/>
                  </a:lnTo>
                  <a:lnTo>
                    <a:pt x="1705455" y="1982531"/>
                  </a:lnTo>
                  <a:close/>
                </a:path>
                <a:path w="6612890" h="6997065">
                  <a:moveTo>
                    <a:pt x="834063" y="1957131"/>
                  </a:moveTo>
                  <a:lnTo>
                    <a:pt x="867261" y="2007931"/>
                  </a:lnTo>
                  <a:lnTo>
                    <a:pt x="809754" y="2046031"/>
                  </a:lnTo>
                  <a:lnTo>
                    <a:pt x="776556" y="1982531"/>
                  </a:lnTo>
                  <a:lnTo>
                    <a:pt x="834063" y="1957131"/>
                  </a:lnTo>
                  <a:close/>
                </a:path>
                <a:path w="6612890" h="6997065">
                  <a:moveTo>
                    <a:pt x="1167741" y="1931731"/>
                  </a:moveTo>
                  <a:lnTo>
                    <a:pt x="1198879" y="1995231"/>
                  </a:lnTo>
                  <a:lnTo>
                    <a:pt x="1144944" y="2020631"/>
                  </a:lnTo>
                  <a:lnTo>
                    <a:pt x="1113806" y="1969831"/>
                  </a:lnTo>
                  <a:lnTo>
                    <a:pt x="1167741" y="1931731"/>
                  </a:lnTo>
                  <a:close/>
                </a:path>
                <a:path w="6612890" h="6997065">
                  <a:moveTo>
                    <a:pt x="296349" y="1919031"/>
                  </a:moveTo>
                  <a:lnTo>
                    <a:pt x="333362" y="1982531"/>
                  </a:lnTo>
                  <a:lnTo>
                    <a:pt x="269251" y="2020631"/>
                  </a:lnTo>
                  <a:lnTo>
                    <a:pt x="232232" y="1957131"/>
                  </a:lnTo>
                  <a:lnTo>
                    <a:pt x="296349" y="1919031"/>
                  </a:lnTo>
                  <a:close/>
                </a:path>
                <a:path w="6612890" h="6997065">
                  <a:moveTo>
                    <a:pt x="1501421" y="1919031"/>
                  </a:moveTo>
                  <a:lnTo>
                    <a:pt x="1530509" y="1969831"/>
                  </a:lnTo>
                  <a:lnTo>
                    <a:pt x="1480128" y="1995231"/>
                  </a:lnTo>
                  <a:lnTo>
                    <a:pt x="1451046" y="1944431"/>
                  </a:lnTo>
                  <a:lnTo>
                    <a:pt x="1501421" y="1919031"/>
                  </a:lnTo>
                  <a:close/>
                </a:path>
                <a:path w="6612890" h="6997065">
                  <a:moveTo>
                    <a:pt x="630032" y="1893631"/>
                  </a:moveTo>
                  <a:lnTo>
                    <a:pt x="664990" y="1957131"/>
                  </a:lnTo>
                  <a:lnTo>
                    <a:pt x="604433" y="1995231"/>
                  </a:lnTo>
                  <a:lnTo>
                    <a:pt x="569469" y="1931731"/>
                  </a:lnTo>
                  <a:lnTo>
                    <a:pt x="630032" y="1893631"/>
                  </a:lnTo>
                  <a:close/>
                </a:path>
                <a:path w="6612890" h="6997065">
                  <a:moveTo>
                    <a:pt x="1834998" y="1906331"/>
                  </a:moveTo>
                  <a:lnTo>
                    <a:pt x="1861734" y="1944431"/>
                  </a:lnTo>
                  <a:lnTo>
                    <a:pt x="1815428" y="1982531"/>
                  </a:lnTo>
                  <a:lnTo>
                    <a:pt x="1788691" y="1931731"/>
                  </a:lnTo>
                  <a:lnTo>
                    <a:pt x="1834998" y="1906331"/>
                  </a:lnTo>
                  <a:close/>
                </a:path>
                <a:path w="6612890" h="6997065">
                  <a:moveTo>
                    <a:pt x="963712" y="1880931"/>
                  </a:moveTo>
                  <a:lnTo>
                    <a:pt x="996614" y="1931731"/>
                  </a:lnTo>
                  <a:lnTo>
                    <a:pt x="939622" y="1969831"/>
                  </a:lnTo>
                  <a:lnTo>
                    <a:pt x="906714" y="1919031"/>
                  </a:lnTo>
                  <a:lnTo>
                    <a:pt x="963712" y="1880931"/>
                  </a:lnTo>
                  <a:close/>
                </a:path>
                <a:path w="6612890" h="6997065">
                  <a:moveTo>
                    <a:pt x="92211" y="1855531"/>
                  </a:moveTo>
                  <a:lnTo>
                    <a:pt x="130694" y="1919031"/>
                  </a:lnTo>
                  <a:lnTo>
                    <a:pt x="64036" y="1957131"/>
                  </a:lnTo>
                  <a:lnTo>
                    <a:pt x="25547" y="1893631"/>
                  </a:lnTo>
                  <a:lnTo>
                    <a:pt x="92211" y="1855531"/>
                  </a:lnTo>
                  <a:close/>
                </a:path>
                <a:path w="6612890" h="6997065">
                  <a:moveTo>
                    <a:pt x="1297390" y="1868231"/>
                  </a:moveTo>
                  <a:lnTo>
                    <a:pt x="1328237" y="1919031"/>
                  </a:lnTo>
                  <a:lnTo>
                    <a:pt x="1274811" y="1944431"/>
                  </a:lnTo>
                  <a:lnTo>
                    <a:pt x="1243958" y="1893631"/>
                  </a:lnTo>
                  <a:lnTo>
                    <a:pt x="1297390" y="1868231"/>
                  </a:lnTo>
                  <a:close/>
                </a:path>
                <a:path w="6612890" h="6997065">
                  <a:moveTo>
                    <a:pt x="426103" y="1842831"/>
                  </a:moveTo>
                  <a:lnTo>
                    <a:pt x="463122" y="1906331"/>
                  </a:lnTo>
                  <a:lnTo>
                    <a:pt x="399005" y="1944431"/>
                  </a:lnTo>
                  <a:lnTo>
                    <a:pt x="361986" y="1880931"/>
                  </a:lnTo>
                  <a:lnTo>
                    <a:pt x="426103" y="1842831"/>
                  </a:lnTo>
                  <a:close/>
                </a:path>
                <a:path w="6612890" h="6997065">
                  <a:moveTo>
                    <a:pt x="1631073" y="1842831"/>
                  </a:moveTo>
                  <a:lnTo>
                    <a:pt x="1659865" y="1893631"/>
                  </a:lnTo>
                  <a:lnTo>
                    <a:pt x="1609999" y="1919031"/>
                  </a:lnTo>
                  <a:lnTo>
                    <a:pt x="1581207" y="1868231"/>
                  </a:lnTo>
                  <a:lnTo>
                    <a:pt x="1631073" y="1842831"/>
                  </a:lnTo>
                  <a:close/>
                </a:path>
                <a:path w="6612890" h="6997065">
                  <a:moveTo>
                    <a:pt x="759787" y="1817431"/>
                  </a:moveTo>
                  <a:lnTo>
                    <a:pt x="794745" y="1880931"/>
                  </a:lnTo>
                  <a:lnTo>
                    <a:pt x="734193" y="1919031"/>
                  </a:lnTo>
                  <a:lnTo>
                    <a:pt x="699229" y="1855531"/>
                  </a:lnTo>
                  <a:lnTo>
                    <a:pt x="759787" y="1817431"/>
                  </a:lnTo>
                  <a:close/>
                </a:path>
                <a:path w="6612890" h="6997065">
                  <a:moveTo>
                    <a:pt x="1093360" y="1804731"/>
                  </a:moveTo>
                  <a:lnTo>
                    <a:pt x="1125972" y="1868231"/>
                  </a:lnTo>
                  <a:lnTo>
                    <a:pt x="1069489" y="1893631"/>
                  </a:lnTo>
                  <a:lnTo>
                    <a:pt x="1036877" y="1842831"/>
                  </a:lnTo>
                  <a:lnTo>
                    <a:pt x="1093360" y="1804731"/>
                  </a:lnTo>
                  <a:close/>
                </a:path>
                <a:path w="6612890" h="6997065">
                  <a:moveTo>
                    <a:pt x="222074" y="1779331"/>
                  </a:moveTo>
                  <a:lnTo>
                    <a:pt x="260858" y="1855531"/>
                  </a:lnTo>
                  <a:lnTo>
                    <a:pt x="193685" y="1893631"/>
                  </a:lnTo>
                  <a:lnTo>
                    <a:pt x="154907" y="1817431"/>
                  </a:lnTo>
                  <a:lnTo>
                    <a:pt x="222074" y="1779331"/>
                  </a:lnTo>
                  <a:close/>
                </a:path>
                <a:path w="6612890" h="6997065">
                  <a:moveTo>
                    <a:pt x="1427039" y="1792031"/>
                  </a:moveTo>
                  <a:lnTo>
                    <a:pt x="1457596" y="1842831"/>
                  </a:lnTo>
                  <a:lnTo>
                    <a:pt x="1404674" y="1868231"/>
                  </a:lnTo>
                  <a:lnTo>
                    <a:pt x="1374122" y="1817431"/>
                  </a:lnTo>
                  <a:lnTo>
                    <a:pt x="1427039" y="1792031"/>
                  </a:lnTo>
                  <a:close/>
                </a:path>
                <a:path w="6612890" h="6997065">
                  <a:moveTo>
                    <a:pt x="555751" y="1766631"/>
                  </a:moveTo>
                  <a:lnTo>
                    <a:pt x="592480" y="1830131"/>
                  </a:lnTo>
                  <a:lnTo>
                    <a:pt x="528873" y="1868231"/>
                  </a:lnTo>
                  <a:lnTo>
                    <a:pt x="492150" y="1804731"/>
                  </a:lnTo>
                  <a:lnTo>
                    <a:pt x="555751" y="1766631"/>
                  </a:lnTo>
                  <a:close/>
                </a:path>
                <a:path w="6612890" h="6997065">
                  <a:moveTo>
                    <a:pt x="1760616" y="1766631"/>
                  </a:moveTo>
                  <a:lnTo>
                    <a:pt x="1788822" y="1817431"/>
                  </a:lnTo>
                  <a:lnTo>
                    <a:pt x="1739974" y="1842831"/>
                  </a:lnTo>
                  <a:lnTo>
                    <a:pt x="1711769" y="1804731"/>
                  </a:lnTo>
                  <a:lnTo>
                    <a:pt x="1760616" y="1766631"/>
                  </a:lnTo>
                  <a:close/>
                </a:path>
                <a:path w="6612890" h="6997065">
                  <a:moveTo>
                    <a:pt x="889442" y="1753931"/>
                  </a:moveTo>
                  <a:lnTo>
                    <a:pt x="924110" y="1804731"/>
                  </a:lnTo>
                  <a:lnTo>
                    <a:pt x="864062" y="1842831"/>
                  </a:lnTo>
                  <a:lnTo>
                    <a:pt x="829394" y="1779331"/>
                  </a:lnTo>
                  <a:lnTo>
                    <a:pt x="889442" y="1753931"/>
                  </a:lnTo>
                  <a:close/>
                </a:path>
                <a:path w="6612890" h="6997065">
                  <a:moveTo>
                    <a:pt x="17830" y="1728531"/>
                  </a:moveTo>
                  <a:lnTo>
                    <a:pt x="57787" y="1792031"/>
                  </a:lnTo>
                  <a:lnTo>
                    <a:pt x="0" y="1830131"/>
                  </a:lnTo>
                  <a:lnTo>
                    <a:pt x="0" y="1741231"/>
                  </a:lnTo>
                  <a:lnTo>
                    <a:pt x="17830" y="1728531"/>
                  </a:lnTo>
                  <a:close/>
                </a:path>
                <a:path w="6612890" h="6997065">
                  <a:moveTo>
                    <a:pt x="1223014" y="1728531"/>
                  </a:moveTo>
                  <a:lnTo>
                    <a:pt x="1255330" y="1792031"/>
                  </a:lnTo>
                  <a:lnTo>
                    <a:pt x="1199357" y="1817431"/>
                  </a:lnTo>
                  <a:lnTo>
                    <a:pt x="1167041" y="1766631"/>
                  </a:lnTo>
                  <a:lnTo>
                    <a:pt x="1223014" y="1728531"/>
                  </a:lnTo>
                  <a:close/>
                </a:path>
                <a:path w="6612890" h="6997065">
                  <a:moveTo>
                    <a:pt x="351834" y="1703131"/>
                  </a:moveTo>
                  <a:lnTo>
                    <a:pt x="390618" y="1779331"/>
                  </a:lnTo>
                  <a:lnTo>
                    <a:pt x="323445" y="1817431"/>
                  </a:lnTo>
                  <a:lnTo>
                    <a:pt x="284660" y="1741231"/>
                  </a:lnTo>
                  <a:lnTo>
                    <a:pt x="351834" y="1703131"/>
                  </a:lnTo>
                  <a:close/>
                </a:path>
                <a:path w="6612890" h="6997065">
                  <a:moveTo>
                    <a:pt x="1556585" y="1715831"/>
                  </a:moveTo>
                  <a:lnTo>
                    <a:pt x="1586555" y="1766631"/>
                  </a:lnTo>
                  <a:lnTo>
                    <a:pt x="1534646" y="1792031"/>
                  </a:lnTo>
                  <a:lnTo>
                    <a:pt x="1504681" y="1741231"/>
                  </a:lnTo>
                  <a:lnTo>
                    <a:pt x="1556585" y="1715831"/>
                  </a:lnTo>
                  <a:close/>
                </a:path>
                <a:path w="6612890" h="6997065">
                  <a:moveTo>
                    <a:pt x="685512" y="1690431"/>
                  </a:moveTo>
                  <a:lnTo>
                    <a:pt x="722241" y="1753931"/>
                  </a:lnTo>
                  <a:lnTo>
                    <a:pt x="658633" y="1792031"/>
                  </a:lnTo>
                  <a:lnTo>
                    <a:pt x="621910" y="1728531"/>
                  </a:lnTo>
                  <a:lnTo>
                    <a:pt x="685512" y="1690431"/>
                  </a:lnTo>
                  <a:close/>
                </a:path>
                <a:path w="6612890" h="6997065">
                  <a:moveTo>
                    <a:pt x="1018978" y="1677731"/>
                  </a:moveTo>
                  <a:lnTo>
                    <a:pt x="1053059" y="1728531"/>
                  </a:lnTo>
                  <a:lnTo>
                    <a:pt x="994036" y="1766631"/>
                  </a:lnTo>
                  <a:lnTo>
                    <a:pt x="959954" y="1703131"/>
                  </a:lnTo>
                  <a:lnTo>
                    <a:pt x="1018978" y="1677731"/>
                  </a:lnTo>
                  <a:close/>
                </a:path>
                <a:path w="6612890" h="6997065">
                  <a:moveTo>
                    <a:pt x="147586" y="1652331"/>
                  </a:moveTo>
                  <a:lnTo>
                    <a:pt x="187542" y="1715831"/>
                  </a:lnTo>
                  <a:lnTo>
                    <a:pt x="118343" y="1766631"/>
                  </a:lnTo>
                  <a:lnTo>
                    <a:pt x="78386" y="1690431"/>
                  </a:lnTo>
                  <a:lnTo>
                    <a:pt x="147586" y="1652331"/>
                  </a:lnTo>
                  <a:close/>
                </a:path>
                <a:path w="6612890" h="6997065">
                  <a:moveTo>
                    <a:pt x="1352663" y="1652331"/>
                  </a:moveTo>
                  <a:lnTo>
                    <a:pt x="1384683" y="1715831"/>
                  </a:lnTo>
                  <a:lnTo>
                    <a:pt x="1329219" y="1741231"/>
                  </a:lnTo>
                  <a:lnTo>
                    <a:pt x="1297193" y="1690431"/>
                  </a:lnTo>
                  <a:lnTo>
                    <a:pt x="1352663" y="1652331"/>
                  </a:lnTo>
                  <a:close/>
                </a:path>
                <a:path w="6612890" h="6997065">
                  <a:moveTo>
                    <a:pt x="481488" y="1626931"/>
                  </a:moveTo>
                  <a:lnTo>
                    <a:pt x="519970" y="1703131"/>
                  </a:lnTo>
                  <a:lnTo>
                    <a:pt x="453306" y="1741231"/>
                  </a:lnTo>
                  <a:lnTo>
                    <a:pt x="414824" y="1677731"/>
                  </a:lnTo>
                  <a:lnTo>
                    <a:pt x="481488" y="1626931"/>
                  </a:lnTo>
                  <a:close/>
                </a:path>
                <a:path w="6612890" h="6997065">
                  <a:moveTo>
                    <a:pt x="1686240" y="1639631"/>
                  </a:moveTo>
                  <a:lnTo>
                    <a:pt x="1715908" y="1690431"/>
                  </a:lnTo>
                  <a:lnTo>
                    <a:pt x="1664514" y="1715831"/>
                  </a:lnTo>
                  <a:lnTo>
                    <a:pt x="1634846" y="1665031"/>
                  </a:lnTo>
                  <a:lnTo>
                    <a:pt x="1686240" y="1639631"/>
                  </a:lnTo>
                  <a:close/>
                </a:path>
                <a:path w="6612890" h="6997065">
                  <a:moveTo>
                    <a:pt x="815167" y="1614231"/>
                  </a:moveTo>
                  <a:lnTo>
                    <a:pt x="851594" y="1677731"/>
                  </a:lnTo>
                  <a:lnTo>
                    <a:pt x="788495" y="1715831"/>
                  </a:lnTo>
                  <a:lnTo>
                    <a:pt x="752068" y="1652331"/>
                  </a:lnTo>
                  <a:lnTo>
                    <a:pt x="815167" y="1614231"/>
                  </a:lnTo>
                  <a:close/>
                </a:path>
                <a:path w="6612890" h="6997065">
                  <a:moveTo>
                    <a:pt x="1148632" y="1601531"/>
                  </a:moveTo>
                  <a:lnTo>
                    <a:pt x="1182417" y="1652331"/>
                  </a:lnTo>
                  <a:lnTo>
                    <a:pt x="1123897" y="1690431"/>
                  </a:lnTo>
                  <a:lnTo>
                    <a:pt x="1090112" y="1626931"/>
                  </a:lnTo>
                  <a:lnTo>
                    <a:pt x="1148632" y="1601531"/>
                  </a:lnTo>
                  <a:close/>
                </a:path>
                <a:path w="6612890" h="6997065">
                  <a:moveTo>
                    <a:pt x="277346" y="1576131"/>
                  </a:moveTo>
                  <a:lnTo>
                    <a:pt x="317303" y="1639631"/>
                  </a:lnTo>
                  <a:lnTo>
                    <a:pt x="248098" y="1690431"/>
                  </a:lnTo>
                  <a:lnTo>
                    <a:pt x="208141" y="1614231"/>
                  </a:lnTo>
                  <a:lnTo>
                    <a:pt x="277346" y="1576131"/>
                  </a:lnTo>
                  <a:close/>
                </a:path>
                <a:path w="6612890" h="6997065">
                  <a:moveTo>
                    <a:pt x="1482209" y="1588831"/>
                  </a:moveTo>
                  <a:lnTo>
                    <a:pt x="1513643" y="1639631"/>
                  </a:lnTo>
                  <a:lnTo>
                    <a:pt x="1459192" y="1665031"/>
                  </a:lnTo>
                  <a:lnTo>
                    <a:pt x="1427758" y="1614231"/>
                  </a:lnTo>
                  <a:lnTo>
                    <a:pt x="1482209" y="1588831"/>
                  </a:lnTo>
                  <a:close/>
                </a:path>
                <a:path w="6612890" h="6997065">
                  <a:moveTo>
                    <a:pt x="611244" y="1563431"/>
                  </a:moveTo>
                  <a:lnTo>
                    <a:pt x="649731" y="1626931"/>
                  </a:lnTo>
                  <a:lnTo>
                    <a:pt x="583067" y="1665031"/>
                  </a:lnTo>
                  <a:lnTo>
                    <a:pt x="544585" y="1601531"/>
                  </a:lnTo>
                  <a:lnTo>
                    <a:pt x="611244" y="1563431"/>
                  </a:lnTo>
                  <a:close/>
                </a:path>
                <a:path w="6612890" h="6997065">
                  <a:moveTo>
                    <a:pt x="944708" y="1538031"/>
                  </a:moveTo>
                  <a:lnTo>
                    <a:pt x="980555" y="1601531"/>
                  </a:lnTo>
                  <a:lnTo>
                    <a:pt x="918469" y="1639631"/>
                  </a:lnTo>
                  <a:lnTo>
                    <a:pt x="882629" y="1576131"/>
                  </a:lnTo>
                  <a:lnTo>
                    <a:pt x="944708" y="1538031"/>
                  </a:lnTo>
                  <a:close/>
                </a:path>
                <a:path w="6612890" h="6997065">
                  <a:moveTo>
                    <a:pt x="73317" y="1525331"/>
                  </a:moveTo>
                  <a:lnTo>
                    <a:pt x="115032" y="1588831"/>
                  </a:lnTo>
                  <a:lnTo>
                    <a:pt x="42777" y="1626931"/>
                  </a:lnTo>
                  <a:lnTo>
                    <a:pt x="1061" y="1563431"/>
                  </a:lnTo>
                  <a:lnTo>
                    <a:pt x="73317" y="1525331"/>
                  </a:lnTo>
                  <a:close/>
                </a:path>
                <a:path w="6612890" h="6997065">
                  <a:moveTo>
                    <a:pt x="1278281" y="1525331"/>
                  </a:moveTo>
                  <a:lnTo>
                    <a:pt x="1311776" y="1588831"/>
                  </a:lnTo>
                  <a:lnTo>
                    <a:pt x="1253765" y="1614231"/>
                  </a:lnTo>
                  <a:lnTo>
                    <a:pt x="1220276" y="1563431"/>
                  </a:lnTo>
                  <a:lnTo>
                    <a:pt x="1278281" y="1525331"/>
                  </a:lnTo>
                  <a:close/>
                </a:path>
                <a:path w="6612890" h="6997065">
                  <a:moveTo>
                    <a:pt x="407106" y="1499931"/>
                  </a:moveTo>
                  <a:lnTo>
                    <a:pt x="447063" y="1576131"/>
                  </a:lnTo>
                  <a:lnTo>
                    <a:pt x="377852" y="1614231"/>
                  </a:lnTo>
                  <a:lnTo>
                    <a:pt x="337896" y="1538031"/>
                  </a:lnTo>
                  <a:lnTo>
                    <a:pt x="407106" y="1499931"/>
                  </a:lnTo>
                  <a:close/>
                </a:path>
                <a:path w="6612890" h="6997065">
                  <a:moveTo>
                    <a:pt x="1611752" y="1512631"/>
                  </a:moveTo>
                  <a:lnTo>
                    <a:pt x="1642599" y="1563431"/>
                  </a:lnTo>
                  <a:lnTo>
                    <a:pt x="1589167" y="1588831"/>
                  </a:lnTo>
                  <a:lnTo>
                    <a:pt x="1558320" y="1538031"/>
                  </a:lnTo>
                  <a:lnTo>
                    <a:pt x="1611752" y="1512631"/>
                  </a:lnTo>
                  <a:close/>
                </a:path>
                <a:path w="6612890" h="6997065">
                  <a:moveTo>
                    <a:pt x="740891" y="1487231"/>
                  </a:moveTo>
                  <a:lnTo>
                    <a:pt x="779089" y="1550731"/>
                  </a:lnTo>
                  <a:lnTo>
                    <a:pt x="712934" y="1588831"/>
                  </a:lnTo>
                  <a:lnTo>
                    <a:pt x="674737" y="1525331"/>
                  </a:lnTo>
                  <a:lnTo>
                    <a:pt x="740891" y="1487231"/>
                  </a:lnTo>
                  <a:close/>
                </a:path>
                <a:path w="6612890" h="6997065">
                  <a:moveTo>
                    <a:pt x="1074363" y="1461831"/>
                  </a:moveTo>
                  <a:lnTo>
                    <a:pt x="1109913" y="1525331"/>
                  </a:lnTo>
                  <a:lnTo>
                    <a:pt x="1048337" y="1563431"/>
                  </a:lnTo>
                  <a:lnTo>
                    <a:pt x="1012787" y="1499931"/>
                  </a:lnTo>
                  <a:lnTo>
                    <a:pt x="1074363" y="1461831"/>
                  </a:lnTo>
                  <a:close/>
                </a:path>
                <a:path w="6612890" h="6997065">
                  <a:moveTo>
                    <a:pt x="203077" y="1449131"/>
                  </a:moveTo>
                  <a:lnTo>
                    <a:pt x="244792" y="1512631"/>
                  </a:lnTo>
                  <a:lnTo>
                    <a:pt x="172531" y="1563431"/>
                  </a:lnTo>
                  <a:lnTo>
                    <a:pt x="130815" y="1487231"/>
                  </a:lnTo>
                  <a:lnTo>
                    <a:pt x="203077" y="1449131"/>
                  </a:lnTo>
                  <a:close/>
                </a:path>
                <a:path w="6612890" h="6997065">
                  <a:moveTo>
                    <a:pt x="1407827" y="1449131"/>
                  </a:moveTo>
                  <a:lnTo>
                    <a:pt x="1440730" y="1512631"/>
                  </a:lnTo>
                  <a:lnTo>
                    <a:pt x="1383738" y="1538031"/>
                  </a:lnTo>
                  <a:lnTo>
                    <a:pt x="1350836" y="1487231"/>
                  </a:lnTo>
                  <a:lnTo>
                    <a:pt x="1407827" y="1449131"/>
                  </a:lnTo>
                  <a:close/>
                </a:path>
                <a:path w="6612890" h="6997065">
                  <a:moveTo>
                    <a:pt x="536755" y="1423731"/>
                  </a:moveTo>
                  <a:lnTo>
                    <a:pt x="576415" y="1499931"/>
                  </a:lnTo>
                  <a:lnTo>
                    <a:pt x="507726" y="1538031"/>
                  </a:lnTo>
                  <a:lnTo>
                    <a:pt x="468065" y="1461831"/>
                  </a:lnTo>
                  <a:lnTo>
                    <a:pt x="536755" y="1423731"/>
                  </a:lnTo>
                  <a:close/>
                </a:path>
                <a:path w="6612890" h="6997065">
                  <a:moveTo>
                    <a:pt x="870440" y="1411031"/>
                  </a:moveTo>
                  <a:lnTo>
                    <a:pt x="908045" y="1474531"/>
                  </a:lnTo>
                  <a:lnTo>
                    <a:pt x="842910" y="1512631"/>
                  </a:lnTo>
                  <a:lnTo>
                    <a:pt x="805304" y="1449131"/>
                  </a:lnTo>
                  <a:lnTo>
                    <a:pt x="870440" y="1411031"/>
                  </a:lnTo>
                  <a:close/>
                </a:path>
                <a:path w="6612890" h="6997065">
                  <a:moveTo>
                    <a:pt x="1203905" y="1398331"/>
                  </a:moveTo>
                  <a:lnTo>
                    <a:pt x="1238863" y="1449131"/>
                  </a:lnTo>
                  <a:lnTo>
                    <a:pt x="1178311" y="1487231"/>
                  </a:lnTo>
                  <a:lnTo>
                    <a:pt x="1143347" y="1423731"/>
                  </a:lnTo>
                  <a:lnTo>
                    <a:pt x="1203905" y="1398331"/>
                  </a:lnTo>
                  <a:close/>
                </a:path>
                <a:path w="6612890" h="6997065">
                  <a:moveTo>
                    <a:pt x="332724" y="1372931"/>
                  </a:moveTo>
                  <a:lnTo>
                    <a:pt x="374151" y="1436431"/>
                  </a:lnTo>
                  <a:lnTo>
                    <a:pt x="302399" y="1487231"/>
                  </a:lnTo>
                  <a:lnTo>
                    <a:pt x="260973" y="1411031"/>
                  </a:lnTo>
                  <a:lnTo>
                    <a:pt x="332724" y="1372931"/>
                  </a:lnTo>
                  <a:close/>
                </a:path>
                <a:path w="6612890" h="6997065">
                  <a:moveTo>
                    <a:pt x="0" y="1385631"/>
                  </a:moveTo>
                  <a:lnTo>
                    <a:pt x="42926" y="1461831"/>
                  </a:lnTo>
                  <a:lnTo>
                    <a:pt x="0" y="1487231"/>
                  </a:lnTo>
                  <a:lnTo>
                    <a:pt x="0" y="1385631"/>
                  </a:lnTo>
                  <a:close/>
                </a:path>
                <a:path w="6612890" h="6997065">
                  <a:moveTo>
                    <a:pt x="1537376" y="1372931"/>
                  </a:moveTo>
                  <a:lnTo>
                    <a:pt x="1569691" y="1436431"/>
                  </a:lnTo>
                  <a:lnTo>
                    <a:pt x="1513713" y="1461831"/>
                  </a:lnTo>
                  <a:lnTo>
                    <a:pt x="1481397" y="1411031"/>
                  </a:lnTo>
                  <a:lnTo>
                    <a:pt x="1537376" y="1372931"/>
                  </a:lnTo>
                  <a:close/>
                </a:path>
                <a:path w="6612890" h="6997065">
                  <a:moveTo>
                    <a:pt x="666403" y="1347531"/>
                  </a:moveTo>
                  <a:lnTo>
                    <a:pt x="705774" y="1423731"/>
                  </a:lnTo>
                  <a:lnTo>
                    <a:pt x="637587" y="1461831"/>
                  </a:lnTo>
                  <a:lnTo>
                    <a:pt x="598217" y="1385631"/>
                  </a:lnTo>
                  <a:lnTo>
                    <a:pt x="666403" y="1347531"/>
                  </a:lnTo>
                  <a:close/>
                </a:path>
                <a:path w="6612890" h="6997065">
                  <a:moveTo>
                    <a:pt x="1000094" y="1334831"/>
                  </a:moveTo>
                  <a:lnTo>
                    <a:pt x="1037403" y="1398331"/>
                  </a:lnTo>
                  <a:lnTo>
                    <a:pt x="972777" y="1436431"/>
                  </a:lnTo>
                  <a:lnTo>
                    <a:pt x="935467" y="1372931"/>
                  </a:lnTo>
                  <a:lnTo>
                    <a:pt x="1000094" y="1334831"/>
                  </a:lnTo>
                  <a:close/>
                </a:path>
                <a:path w="6612890" h="6997065">
                  <a:moveTo>
                    <a:pt x="128914" y="1309431"/>
                  </a:moveTo>
                  <a:lnTo>
                    <a:pt x="172686" y="1385631"/>
                  </a:lnTo>
                  <a:lnTo>
                    <a:pt x="96865" y="1436431"/>
                  </a:lnTo>
                  <a:lnTo>
                    <a:pt x="53093" y="1360231"/>
                  </a:lnTo>
                  <a:lnTo>
                    <a:pt x="128914" y="1309431"/>
                  </a:lnTo>
                  <a:close/>
                </a:path>
                <a:path w="6612890" h="6997065">
                  <a:moveTo>
                    <a:pt x="1333445" y="1322131"/>
                  </a:moveTo>
                  <a:lnTo>
                    <a:pt x="1367823" y="1372931"/>
                  </a:lnTo>
                  <a:lnTo>
                    <a:pt x="1308284" y="1411031"/>
                  </a:lnTo>
                  <a:lnTo>
                    <a:pt x="1273907" y="1347531"/>
                  </a:lnTo>
                  <a:lnTo>
                    <a:pt x="1333445" y="1322131"/>
                  </a:lnTo>
                  <a:close/>
                </a:path>
                <a:path w="6612890" h="6997065">
                  <a:moveTo>
                    <a:pt x="462379" y="1296731"/>
                  </a:moveTo>
                  <a:lnTo>
                    <a:pt x="503509" y="1360231"/>
                  </a:lnTo>
                  <a:lnTo>
                    <a:pt x="432266" y="1411031"/>
                  </a:lnTo>
                  <a:lnTo>
                    <a:pt x="391136" y="1334831"/>
                  </a:lnTo>
                  <a:lnTo>
                    <a:pt x="462379" y="1296731"/>
                  </a:lnTo>
                  <a:close/>
                </a:path>
                <a:path w="6612890" h="6997065">
                  <a:moveTo>
                    <a:pt x="796164" y="1271331"/>
                  </a:moveTo>
                  <a:lnTo>
                    <a:pt x="835535" y="1347531"/>
                  </a:lnTo>
                  <a:lnTo>
                    <a:pt x="767349" y="1385631"/>
                  </a:lnTo>
                  <a:lnTo>
                    <a:pt x="727978" y="1322131"/>
                  </a:lnTo>
                  <a:lnTo>
                    <a:pt x="796164" y="1271331"/>
                  </a:lnTo>
                  <a:close/>
                </a:path>
                <a:path w="6612890" h="6997065">
                  <a:moveTo>
                    <a:pt x="1129630" y="1258631"/>
                  </a:moveTo>
                  <a:lnTo>
                    <a:pt x="1166358" y="1322131"/>
                  </a:lnTo>
                  <a:lnTo>
                    <a:pt x="1102751" y="1360231"/>
                  </a:lnTo>
                  <a:lnTo>
                    <a:pt x="1066028" y="1296731"/>
                  </a:lnTo>
                  <a:lnTo>
                    <a:pt x="1129630" y="1258631"/>
                  </a:lnTo>
                  <a:close/>
                </a:path>
                <a:path w="6612890" h="6997065">
                  <a:moveTo>
                    <a:pt x="258562" y="1233231"/>
                  </a:moveTo>
                  <a:lnTo>
                    <a:pt x="302043" y="1309431"/>
                  </a:lnTo>
                  <a:lnTo>
                    <a:pt x="226731" y="1360231"/>
                  </a:lnTo>
                  <a:lnTo>
                    <a:pt x="183250" y="1284031"/>
                  </a:lnTo>
                  <a:lnTo>
                    <a:pt x="258562" y="1233231"/>
                  </a:lnTo>
                  <a:close/>
                </a:path>
                <a:path w="6612890" h="6997065">
                  <a:moveTo>
                    <a:pt x="1462994" y="1245931"/>
                  </a:moveTo>
                  <a:lnTo>
                    <a:pt x="1496779" y="1309431"/>
                  </a:lnTo>
                  <a:lnTo>
                    <a:pt x="1438259" y="1334831"/>
                  </a:lnTo>
                  <a:lnTo>
                    <a:pt x="1404468" y="1284031"/>
                  </a:lnTo>
                  <a:lnTo>
                    <a:pt x="1462994" y="1245931"/>
                  </a:lnTo>
                  <a:close/>
                </a:path>
                <a:path w="6612890" h="6997065">
                  <a:moveTo>
                    <a:pt x="592027" y="1220531"/>
                  </a:moveTo>
                  <a:lnTo>
                    <a:pt x="632867" y="1296731"/>
                  </a:lnTo>
                  <a:lnTo>
                    <a:pt x="562134" y="1334831"/>
                  </a:lnTo>
                  <a:lnTo>
                    <a:pt x="521294" y="1258631"/>
                  </a:lnTo>
                  <a:lnTo>
                    <a:pt x="592027" y="1220531"/>
                  </a:lnTo>
                  <a:close/>
                </a:path>
                <a:path w="6612890" h="6997065">
                  <a:moveTo>
                    <a:pt x="925712" y="1207831"/>
                  </a:moveTo>
                  <a:lnTo>
                    <a:pt x="964490" y="1271331"/>
                  </a:lnTo>
                  <a:lnTo>
                    <a:pt x="897323" y="1309431"/>
                  </a:lnTo>
                  <a:lnTo>
                    <a:pt x="858538" y="1245931"/>
                  </a:lnTo>
                  <a:lnTo>
                    <a:pt x="925712" y="1207831"/>
                  </a:lnTo>
                  <a:close/>
                </a:path>
                <a:path w="6612890" h="6997065">
                  <a:moveTo>
                    <a:pt x="54639" y="1182431"/>
                  </a:moveTo>
                  <a:lnTo>
                    <a:pt x="100181" y="1258631"/>
                  </a:lnTo>
                  <a:lnTo>
                    <a:pt x="21303" y="1309431"/>
                  </a:lnTo>
                  <a:lnTo>
                    <a:pt x="0" y="1271331"/>
                  </a:lnTo>
                  <a:lnTo>
                    <a:pt x="0" y="1207831"/>
                  </a:lnTo>
                  <a:lnTo>
                    <a:pt x="54639" y="1182431"/>
                  </a:lnTo>
                  <a:close/>
                </a:path>
                <a:path w="6612890" h="6997065">
                  <a:moveTo>
                    <a:pt x="1259070" y="1182431"/>
                  </a:moveTo>
                  <a:lnTo>
                    <a:pt x="1294910" y="1245931"/>
                  </a:lnTo>
                  <a:lnTo>
                    <a:pt x="1232830" y="1284031"/>
                  </a:lnTo>
                  <a:lnTo>
                    <a:pt x="1196984" y="1220531"/>
                  </a:lnTo>
                  <a:lnTo>
                    <a:pt x="1259070" y="1182431"/>
                  </a:lnTo>
                  <a:close/>
                </a:path>
                <a:path w="6612890" h="6997065">
                  <a:moveTo>
                    <a:pt x="388210" y="1157031"/>
                  </a:moveTo>
                  <a:lnTo>
                    <a:pt x="431401" y="1233231"/>
                  </a:lnTo>
                  <a:lnTo>
                    <a:pt x="356593" y="1284031"/>
                  </a:lnTo>
                  <a:lnTo>
                    <a:pt x="313408" y="1207831"/>
                  </a:lnTo>
                  <a:lnTo>
                    <a:pt x="388210" y="1157031"/>
                  </a:lnTo>
                  <a:close/>
                </a:path>
                <a:path w="6612890" h="6997065">
                  <a:moveTo>
                    <a:pt x="721676" y="1144331"/>
                  </a:moveTo>
                  <a:lnTo>
                    <a:pt x="762220" y="1220531"/>
                  </a:lnTo>
                  <a:lnTo>
                    <a:pt x="691996" y="1258631"/>
                  </a:lnTo>
                  <a:lnTo>
                    <a:pt x="651453" y="1182431"/>
                  </a:lnTo>
                  <a:lnTo>
                    <a:pt x="721676" y="1144331"/>
                  </a:lnTo>
                  <a:close/>
                </a:path>
                <a:path w="6612890" h="6997065">
                  <a:moveTo>
                    <a:pt x="1055254" y="1131631"/>
                  </a:moveTo>
                  <a:lnTo>
                    <a:pt x="1093446" y="1195131"/>
                  </a:lnTo>
                  <a:lnTo>
                    <a:pt x="1027297" y="1233231"/>
                  </a:lnTo>
                  <a:lnTo>
                    <a:pt x="989105" y="1169731"/>
                  </a:lnTo>
                  <a:lnTo>
                    <a:pt x="1055254" y="1131631"/>
                  </a:lnTo>
                  <a:close/>
                </a:path>
                <a:path w="6612890" h="6997065">
                  <a:moveTo>
                    <a:pt x="184293" y="1106231"/>
                  </a:moveTo>
                  <a:lnTo>
                    <a:pt x="229533" y="1182431"/>
                  </a:lnTo>
                  <a:lnTo>
                    <a:pt x="151165" y="1233231"/>
                  </a:lnTo>
                  <a:lnTo>
                    <a:pt x="105925" y="1144331"/>
                  </a:lnTo>
                  <a:lnTo>
                    <a:pt x="184293" y="1106231"/>
                  </a:lnTo>
                  <a:close/>
                </a:path>
                <a:path w="6612890" h="6997065">
                  <a:moveTo>
                    <a:pt x="1388612" y="1118931"/>
                  </a:moveTo>
                  <a:lnTo>
                    <a:pt x="1423872" y="1169731"/>
                  </a:lnTo>
                  <a:lnTo>
                    <a:pt x="1362806" y="1207831"/>
                  </a:lnTo>
                  <a:lnTo>
                    <a:pt x="1327545" y="1144331"/>
                  </a:lnTo>
                  <a:lnTo>
                    <a:pt x="1388612" y="1118931"/>
                  </a:lnTo>
                  <a:close/>
                </a:path>
                <a:path w="6612890" h="6997065">
                  <a:moveTo>
                    <a:pt x="517859" y="1093531"/>
                  </a:moveTo>
                  <a:lnTo>
                    <a:pt x="560754" y="1157031"/>
                  </a:lnTo>
                  <a:lnTo>
                    <a:pt x="486467" y="1207831"/>
                  </a:lnTo>
                  <a:lnTo>
                    <a:pt x="443572" y="1131631"/>
                  </a:lnTo>
                  <a:lnTo>
                    <a:pt x="517859" y="1093531"/>
                  </a:lnTo>
                  <a:close/>
                </a:path>
                <a:path w="6612890" h="6997065">
                  <a:moveTo>
                    <a:pt x="851224" y="1068131"/>
                  </a:moveTo>
                  <a:lnTo>
                    <a:pt x="891181" y="1144331"/>
                  </a:lnTo>
                  <a:lnTo>
                    <a:pt x="821970" y="1182431"/>
                  </a:lnTo>
                  <a:lnTo>
                    <a:pt x="782013" y="1106231"/>
                  </a:lnTo>
                  <a:lnTo>
                    <a:pt x="851224" y="1068131"/>
                  </a:lnTo>
                  <a:close/>
                </a:path>
                <a:path w="6612890" h="6997065">
                  <a:moveTo>
                    <a:pt x="1184800" y="1055431"/>
                  </a:moveTo>
                  <a:lnTo>
                    <a:pt x="1222406" y="1118931"/>
                  </a:lnTo>
                  <a:lnTo>
                    <a:pt x="1157270" y="1157031"/>
                  </a:lnTo>
                  <a:lnTo>
                    <a:pt x="1119665" y="1093531"/>
                  </a:lnTo>
                  <a:lnTo>
                    <a:pt x="1184800" y="1055431"/>
                  </a:lnTo>
                  <a:close/>
                </a:path>
                <a:path w="6612890" h="6997065">
                  <a:moveTo>
                    <a:pt x="313941" y="1030031"/>
                  </a:moveTo>
                  <a:lnTo>
                    <a:pt x="358891" y="1106231"/>
                  </a:lnTo>
                  <a:lnTo>
                    <a:pt x="281038" y="1157031"/>
                  </a:lnTo>
                  <a:lnTo>
                    <a:pt x="236082" y="1080831"/>
                  </a:lnTo>
                  <a:lnTo>
                    <a:pt x="313941" y="1030031"/>
                  </a:lnTo>
                  <a:close/>
                </a:path>
                <a:path w="6612890" h="6997065">
                  <a:moveTo>
                    <a:pt x="0" y="1080831"/>
                  </a:moveTo>
                  <a:lnTo>
                    <a:pt x="27665" y="1131631"/>
                  </a:lnTo>
                  <a:lnTo>
                    <a:pt x="0" y="1144331"/>
                  </a:lnTo>
                  <a:lnTo>
                    <a:pt x="0" y="1080831"/>
                  </a:lnTo>
                  <a:close/>
                </a:path>
                <a:path w="6612890" h="6997065">
                  <a:moveTo>
                    <a:pt x="647407" y="1017331"/>
                  </a:moveTo>
                  <a:lnTo>
                    <a:pt x="689715" y="1093531"/>
                  </a:lnTo>
                  <a:lnTo>
                    <a:pt x="616441" y="1131631"/>
                  </a:lnTo>
                  <a:lnTo>
                    <a:pt x="574133" y="1055431"/>
                  </a:lnTo>
                  <a:lnTo>
                    <a:pt x="647407" y="1017331"/>
                  </a:lnTo>
                  <a:close/>
                </a:path>
                <a:path w="6612890" h="6997065">
                  <a:moveTo>
                    <a:pt x="980872" y="991931"/>
                  </a:moveTo>
                  <a:lnTo>
                    <a:pt x="1020533" y="1068131"/>
                  </a:lnTo>
                  <a:lnTo>
                    <a:pt x="951843" y="1106231"/>
                  </a:lnTo>
                  <a:lnTo>
                    <a:pt x="912182" y="1042731"/>
                  </a:lnTo>
                  <a:lnTo>
                    <a:pt x="980872" y="991931"/>
                  </a:lnTo>
                  <a:close/>
                </a:path>
                <a:path w="6612890" h="6997065">
                  <a:moveTo>
                    <a:pt x="110018" y="966531"/>
                  </a:moveTo>
                  <a:lnTo>
                    <a:pt x="157023" y="1055431"/>
                  </a:lnTo>
                  <a:lnTo>
                    <a:pt x="75605" y="1106231"/>
                  </a:lnTo>
                  <a:lnTo>
                    <a:pt x="28599" y="1017331"/>
                  </a:lnTo>
                  <a:lnTo>
                    <a:pt x="110018" y="966531"/>
                  </a:lnTo>
                  <a:close/>
                </a:path>
                <a:path w="6612890" h="6997065">
                  <a:moveTo>
                    <a:pt x="1314337" y="979231"/>
                  </a:moveTo>
                  <a:lnTo>
                    <a:pt x="1351356" y="1042731"/>
                  </a:lnTo>
                  <a:lnTo>
                    <a:pt x="1287244" y="1080831"/>
                  </a:lnTo>
                  <a:lnTo>
                    <a:pt x="1250225" y="1017331"/>
                  </a:lnTo>
                  <a:lnTo>
                    <a:pt x="1314337" y="979231"/>
                  </a:lnTo>
                  <a:close/>
                </a:path>
                <a:path w="6612890" h="6997065">
                  <a:moveTo>
                    <a:pt x="443590" y="953831"/>
                  </a:moveTo>
                  <a:lnTo>
                    <a:pt x="488250" y="1030031"/>
                  </a:lnTo>
                  <a:lnTo>
                    <a:pt x="410901" y="1080831"/>
                  </a:lnTo>
                  <a:lnTo>
                    <a:pt x="366241" y="1004631"/>
                  </a:lnTo>
                  <a:lnTo>
                    <a:pt x="443590" y="953831"/>
                  </a:lnTo>
                  <a:close/>
                </a:path>
                <a:path w="6612890" h="6997065">
                  <a:moveTo>
                    <a:pt x="776954" y="941131"/>
                  </a:moveTo>
                  <a:lnTo>
                    <a:pt x="818671" y="1017331"/>
                  </a:lnTo>
                  <a:lnTo>
                    <a:pt x="746415" y="1055431"/>
                  </a:lnTo>
                  <a:lnTo>
                    <a:pt x="704693" y="979231"/>
                  </a:lnTo>
                  <a:lnTo>
                    <a:pt x="776954" y="941131"/>
                  </a:lnTo>
                  <a:close/>
                </a:path>
                <a:path w="6612890" h="6997065">
                  <a:moveTo>
                    <a:pt x="1110419" y="928431"/>
                  </a:moveTo>
                  <a:lnTo>
                    <a:pt x="1149493" y="991931"/>
                  </a:lnTo>
                  <a:lnTo>
                    <a:pt x="1081816" y="1030031"/>
                  </a:lnTo>
                  <a:lnTo>
                    <a:pt x="1042742" y="966531"/>
                  </a:lnTo>
                  <a:lnTo>
                    <a:pt x="1110419" y="928431"/>
                  </a:lnTo>
                  <a:close/>
                </a:path>
                <a:path w="6612890" h="6997065">
                  <a:moveTo>
                    <a:pt x="239666" y="903031"/>
                  </a:moveTo>
                  <a:lnTo>
                    <a:pt x="286375" y="979231"/>
                  </a:lnTo>
                  <a:lnTo>
                    <a:pt x="205472" y="1030031"/>
                  </a:lnTo>
                  <a:lnTo>
                    <a:pt x="158757" y="941131"/>
                  </a:lnTo>
                  <a:lnTo>
                    <a:pt x="239666" y="903031"/>
                  </a:lnTo>
                  <a:close/>
                </a:path>
                <a:path w="6612890" h="6997065">
                  <a:moveTo>
                    <a:pt x="573138" y="877631"/>
                  </a:moveTo>
                  <a:lnTo>
                    <a:pt x="617206" y="953831"/>
                  </a:lnTo>
                  <a:lnTo>
                    <a:pt x="540875" y="1004631"/>
                  </a:lnTo>
                  <a:lnTo>
                    <a:pt x="496808" y="928431"/>
                  </a:lnTo>
                  <a:lnTo>
                    <a:pt x="573138" y="877631"/>
                  </a:lnTo>
                  <a:close/>
                </a:path>
                <a:path w="6612890" h="6997065">
                  <a:moveTo>
                    <a:pt x="906496" y="864931"/>
                  </a:moveTo>
                  <a:lnTo>
                    <a:pt x="947626" y="941131"/>
                  </a:lnTo>
                  <a:lnTo>
                    <a:pt x="876383" y="979231"/>
                  </a:lnTo>
                  <a:lnTo>
                    <a:pt x="835253" y="903031"/>
                  </a:lnTo>
                  <a:lnTo>
                    <a:pt x="906496" y="864931"/>
                  </a:lnTo>
                  <a:close/>
                </a:path>
                <a:path w="6612890" h="6997065">
                  <a:moveTo>
                    <a:pt x="35636" y="839531"/>
                  </a:moveTo>
                  <a:lnTo>
                    <a:pt x="84110" y="928431"/>
                  </a:lnTo>
                  <a:lnTo>
                    <a:pt x="151" y="979231"/>
                  </a:lnTo>
                  <a:lnTo>
                    <a:pt x="0" y="979231"/>
                  </a:lnTo>
                  <a:lnTo>
                    <a:pt x="0" y="864931"/>
                  </a:lnTo>
                  <a:lnTo>
                    <a:pt x="35636" y="839531"/>
                  </a:lnTo>
                  <a:close/>
                </a:path>
                <a:path w="6612890" h="6997065">
                  <a:moveTo>
                    <a:pt x="1239961" y="852231"/>
                  </a:moveTo>
                  <a:lnTo>
                    <a:pt x="1278449" y="915731"/>
                  </a:lnTo>
                  <a:lnTo>
                    <a:pt x="1211791" y="953831"/>
                  </a:lnTo>
                  <a:lnTo>
                    <a:pt x="1173302" y="890331"/>
                  </a:lnTo>
                  <a:lnTo>
                    <a:pt x="1239961" y="852231"/>
                  </a:lnTo>
                  <a:close/>
                </a:path>
                <a:path w="6612890" h="6997065">
                  <a:moveTo>
                    <a:pt x="369321" y="826831"/>
                  </a:moveTo>
                  <a:lnTo>
                    <a:pt x="415740" y="903031"/>
                  </a:lnTo>
                  <a:lnTo>
                    <a:pt x="335340" y="953831"/>
                  </a:lnTo>
                  <a:lnTo>
                    <a:pt x="288921" y="864931"/>
                  </a:lnTo>
                  <a:lnTo>
                    <a:pt x="369321" y="826831"/>
                  </a:lnTo>
                  <a:close/>
                </a:path>
                <a:path w="6612890" h="6997065">
                  <a:moveTo>
                    <a:pt x="702680" y="801431"/>
                  </a:moveTo>
                  <a:lnTo>
                    <a:pt x="746161" y="877631"/>
                  </a:lnTo>
                  <a:lnTo>
                    <a:pt x="670849" y="928431"/>
                  </a:lnTo>
                  <a:lnTo>
                    <a:pt x="627368" y="852231"/>
                  </a:lnTo>
                  <a:lnTo>
                    <a:pt x="702680" y="801431"/>
                  </a:lnTo>
                  <a:close/>
                </a:path>
                <a:path w="6612890" h="6997065">
                  <a:moveTo>
                    <a:pt x="1035930" y="788731"/>
                  </a:moveTo>
                  <a:lnTo>
                    <a:pt x="1076178" y="864931"/>
                  </a:lnTo>
                  <a:lnTo>
                    <a:pt x="1006463" y="903031"/>
                  </a:lnTo>
                  <a:lnTo>
                    <a:pt x="966216" y="826831"/>
                  </a:lnTo>
                  <a:lnTo>
                    <a:pt x="1035930" y="788731"/>
                  </a:lnTo>
                  <a:close/>
                </a:path>
                <a:path w="6612890" h="6997065">
                  <a:moveTo>
                    <a:pt x="165284" y="763331"/>
                  </a:moveTo>
                  <a:lnTo>
                    <a:pt x="213468" y="852231"/>
                  </a:lnTo>
                  <a:lnTo>
                    <a:pt x="130018" y="903031"/>
                  </a:lnTo>
                  <a:lnTo>
                    <a:pt x="81834" y="814131"/>
                  </a:lnTo>
                  <a:lnTo>
                    <a:pt x="165284" y="763331"/>
                  </a:lnTo>
                  <a:close/>
                </a:path>
                <a:path w="6612890" h="6997065">
                  <a:moveTo>
                    <a:pt x="498863" y="750631"/>
                  </a:moveTo>
                  <a:lnTo>
                    <a:pt x="544695" y="826831"/>
                  </a:lnTo>
                  <a:lnTo>
                    <a:pt x="465315" y="877631"/>
                  </a:lnTo>
                  <a:lnTo>
                    <a:pt x="419482" y="801431"/>
                  </a:lnTo>
                  <a:lnTo>
                    <a:pt x="498863" y="750631"/>
                  </a:lnTo>
                  <a:close/>
                </a:path>
                <a:path w="6612890" h="6997065">
                  <a:moveTo>
                    <a:pt x="832227" y="737931"/>
                  </a:moveTo>
                  <a:lnTo>
                    <a:pt x="875116" y="814131"/>
                  </a:lnTo>
                  <a:lnTo>
                    <a:pt x="800823" y="852231"/>
                  </a:lnTo>
                  <a:lnTo>
                    <a:pt x="757928" y="776031"/>
                  </a:lnTo>
                  <a:lnTo>
                    <a:pt x="832227" y="737931"/>
                  </a:lnTo>
                  <a:close/>
                </a:path>
                <a:path w="6612890" h="6997065">
                  <a:moveTo>
                    <a:pt x="1165478" y="712531"/>
                  </a:moveTo>
                  <a:lnTo>
                    <a:pt x="1205139" y="788731"/>
                  </a:lnTo>
                  <a:lnTo>
                    <a:pt x="1136437" y="826831"/>
                  </a:lnTo>
                  <a:lnTo>
                    <a:pt x="1096776" y="763331"/>
                  </a:lnTo>
                  <a:lnTo>
                    <a:pt x="1165478" y="712531"/>
                  </a:lnTo>
                  <a:close/>
                </a:path>
                <a:path w="6612890" h="6997065">
                  <a:moveTo>
                    <a:pt x="294945" y="687131"/>
                  </a:moveTo>
                  <a:lnTo>
                    <a:pt x="342832" y="776031"/>
                  </a:lnTo>
                  <a:lnTo>
                    <a:pt x="259886" y="826831"/>
                  </a:lnTo>
                  <a:lnTo>
                    <a:pt x="211998" y="737931"/>
                  </a:lnTo>
                  <a:lnTo>
                    <a:pt x="294945" y="687131"/>
                  </a:lnTo>
                  <a:close/>
                </a:path>
                <a:path w="6612890" h="6997065">
                  <a:moveTo>
                    <a:pt x="628411" y="674431"/>
                  </a:moveTo>
                  <a:lnTo>
                    <a:pt x="673651" y="750631"/>
                  </a:lnTo>
                  <a:lnTo>
                    <a:pt x="595283" y="801431"/>
                  </a:lnTo>
                  <a:lnTo>
                    <a:pt x="550043" y="725231"/>
                  </a:lnTo>
                  <a:lnTo>
                    <a:pt x="628411" y="674431"/>
                  </a:lnTo>
                  <a:close/>
                </a:path>
                <a:path w="6612890" h="6997065">
                  <a:moveTo>
                    <a:pt x="0" y="776031"/>
                  </a:moveTo>
                  <a:lnTo>
                    <a:pt x="12008" y="801431"/>
                  </a:lnTo>
                  <a:lnTo>
                    <a:pt x="0" y="801431"/>
                  </a:lnTo>
                  <a:lnTo>
                    <a:pt x="0" y="776031"/>
                  </a:lnTo>
                  <a:close/>
                </a:path>
                <a:path w="6612890" h="6997065">
                  <a:moveTo>
                    <a:pt x="961661" y="661731"/>
                  </a:moveTo>
                  <a:lnTo>
                    <a:pt x="1003673" y="737931"/>
                  </a:lnTo>
                  <a:lnTo>
                    <a:pt x="930909" y="776031"/>
                  </a:lnTo>
                  <a:lnTo>
                    <a:pt x="888890" y="699831"/>
                  </a:lnTo>
                  <a:lnTo>
                    <a:pt x="961661" y="661731"/>
                  </a:lnTo>
                  <a:close/>
                </a:path>
                <a:path w="6612890" h="6997065">
                  <a:moveTo>
                    <a:pt x="91015" y="636331"/>
                  </a:moveTo>
                  <a:lnTo>
                    <a:pt x="140958" y="725231"/>
                  </a:lnTo>
                  <a:lnTo>
                    <a:pt x="54458" y="776031"/>
                  </a:lnTo>
                  <a:lnTo>
                    <a:pt x="4515" y="687131"/>
                  </a:lnTo>
                  <a:lnTo>
                    <a:pt x="91015" y="636331"/>
                  </a:lnTo>
                  <a:close/>
                </a:path>
                <a:path w="6612890" h="6997065">
                  <a:moveTo>
                    <a:pt x="424594" y="623631"/>
                  </a:moveTo>
                  <a:lnTo>
                    <a:pt x="472185" y="699831"/>
                  </a:lnTo>
                  <a:lnTo>
                    <a:pt x="389748" y="750631"/>
                  </a:lnTo>
                  <a:lnTo>
                    <a:pt x="342157" y="661731"/>
                  </a:lnTo>
                  <a:lnTo>
                    <a:pt x="424594" y="623631"/>
                  </a:lnTo>
                  <a:close/>
                </a:path>
                <a:path w="6612890" h="6997065">
                  <a:moveTo>
                    <a:pt x="757845" y="598231"/>
                  </a:moveTo>
                  <a:lnTo>
                    <a:pt x="802209" y="674431"/>
                  </a:lnTo>
                  <a:lnTo>
                    <a:pt x="725369" y="725231"/>
                  </a:lnTo>
                  <a:lnTo>
                    <a:pt x="681005" y="649031"/>
                  </a:lnTo>
                  <a:lnTo>
                    <a:pt x="757845" y="598231"/>
                  </a:lnTo>
                  <a:close/>
                </a:path>
                <a:path w="6612890" h="6997065">
                  <a:moveTo>
                    <a:pt x="1091096" y="585531"/>
                  </a:moveTo>
                  <a:lnTo>
                    <a:pt x="1132226" y="661731"/>
                  </a:lnTo>
                  <a:lnTo>
                    <a:pt x="1060984" y="699831"/>
                  </a:lnTo>
                  <a:lnTo>
                    <a:pt x="1019854" y="623631"/>
                  </a:lnTo>
                  <a:lnTo>
                    <a:pt x="1091096" y="585531"/>
                  </a:lnTo>
                  <a:close/>
                </a:path>
                <a:path w="6612890" h="6997065">
                  <a:moveTo>
                    <a:pt x="220669" y="560131"/>
                  </a:moveTo>
                  <a:lnTo>
                    <a:pt x="270317" y="649031"/>
                  </a:lnTo>
                  <a:lnTo>
                    <a:pt x="184319" y="699831"/>
                  </a:lnTo>
                  <a:lnTo>
                    <a:pt x="134672" y="610931"/>
                  </a:lnTo>
                  <a:lnTo>
                    <a:pt x="220669" y="560131"/>
                  </a:lnTo>
                  <a:close/>
                </a:path>
                <a:path w="6612890" h="6997065">
                  <a:moveTo>
                    <a:pt x="554029" y="547431"/>
                  </a:moveTo>
                  <a:lnTo>
                    <a:pt x="600744" y="623631"/>
                  </a:lnTo>
                  <a:lnTo>
                    <a:pt x="519829" y="674431"/>
                  </a:lnTo>
                  <a:lnTo>
                    <a:pt x="473114" y="585531"/>
                  </a:lnTo>
                  <a:lnTo>
                    <a:pt x="554029" y="547431"/>
                  </a:lnTo>
                  <a:close/>
                </a:path>
                <a:path w="6612890" h="6997065">
                  <a:moveTo>
                    <a:pt x="887386" y="522031"/>
                  </a:moveTo>
                  <a:lnTo>
                    <a:pt x="931158" y="598231"/>
                  </a:lnTo>
                  <a:lnTo>
                    <a:pt x="855342" y="649031"/>
                  </a:lnTo>
                  <a:lnTo>
                    <a:pt x="811565" y="572831"/>
                  </a:lnTo>
                  <a:lnTo>
                    <a:pt x="887386" y="522031"/>
                  </a:lnTo>
                  <a:close/>
                </a:path>
                <a:path w="6612890" h="6997065">
                  <a:moveTo>
                    <a:pt x="16853" y="496631"/>
                  </a:moveTo>
                  <a:lnTo>
                    <a:pt x="68851" y="585531"/>
                  </a:lnTo>
                  <a:lnTo>
                    <a:pt x="0" y="636331"/>
                  </a:lnTo>
                  <a:lnTo>
                    <a:pt x="0" y="509331"/>
                  </a:lnTo>
                  <a:lnTo>
                    <a:pt x="16853" y="496631"/>
                  </a:lnTo>
                  <a:close/>
                </a:path>
                <a:path w="6612890" h="6997065">
                  <a:moveTo>
                    <a:pt x="350106" y="483931"/>
                  </a:moveTo>
                  <a:lnTo>
                    <a:pt x="398876" y="572831"/>
                  </a:lnTo>
                  <a:lnTo>
                    <a:pt x="314401" y="623631"/>
                  </a:lnTo>
                  <a:lnTo>
                    <a:pt x="265631" y="534731"/>
                  </a:lnTo>
                  <a:lnTo>
                    <a:pt x="350106" y="483931"/>
                  </a:lnTo>
                  <a:close/>
                </a:path>
                <a:path w="6612890" h="6997065">
                  <a:moveTo>
                    <a:pt x="683570" y="471231"/>
                  </a:moveTo>
                  <a:lnTo>
                    <a:pt x="729693" y="547431"/>
                  </a:lnTo>
                  <a:lnTo>
                    <a:pt x="649802" y="598231"/>
                  </a:lnTo>
                  <a:lnTo>
                    <a:pt x="603680" y="522031"/>
                  </a:lnTo>
                  <a:lnTo>
                    <a:pt x="683570" y="471231"/>
                  </a:lnTo>
                  <a:close/>
                </a:path>
                <a:path w="6612890" h="6997065">
                  <a:moveTo>
                    <a:pt x="1016720" y="458531"/>
                  </a:moveTo>
                  <a:lnTo>
                    <a:pt x="1059319" y="522031"/>
                  </a:lnTo>
                  <a:lnTo>
                    <a:pt x="985529" y="572831"/>
                  </a:lnTo>
                  <a:lnTo>
                    <a:pt x="942931" y="496631"/>
                  </a:lnTo>
                  <a:lnTo>
                    <a:pt x="1016720" y="458531"/>
                  </a:lnTo>
                  <a:close/>
                </a:path>
                <a:path w="6612890" h="6997065">
                  <a:moveTo>
                    <a:pt x="146394" y="433131"/>
                  </a:moveTo>
                  <a:lnTo>
                    <a:pt x="197812" y="522031"/>
                  </a:lnTo>
                  <a:lnTo>
                    <a:pt x="108759" y="572831"/>
                  </a:lnTo>
                  <a:lnTo>
                    <a:pt x="57341" y="483931"/>
                  </a:lnTo>
                  <a:lnTo>
                    <a:pt x="146394" y="433131"/>
                  </a:lnTo>
                  <a:close/>
                </a:path>
                <a:path w="6612890" h="6997065">
                  <a:moveTo>
                    <a:pt x="479653" y="407731"/>
                  </a:moveTo>
                  <a:lnTo>
                    <a:pt x="527831" y="496631"/>
                  </a:lnTo>
                  <a:lnTo>
                    <a:pt x="444375" y="547431"/>
                  </a:lnTo>
                  <a:lnTo>
                    <a:pt x="396197" y="458531"/>
                  </a:lnTo>
                  <a:lnTo>
                    <a:pt x="479653" y="407731"/>
                  </a:lnTo>
                  <a:close/>
                </a:path>
                <a:path w="6612890" h="6997065">
                  <a:moveTo>
                    <a:pt x="813004" y="395031"/>
                  </a:moveTo>
                  <a:lnTo>
                    <a:pt x="858250" y="471231"/>
                  </a:lnTo>
                  <a:lnTo>
                    <a:pt x="779888" y="522031"/>
                  </a:lnTo>
                  <a:lnTo>
                    <a:pt x="734642" y="445831"/>
                  </a:lnTo>
                  <a:lnTo>
                    <a:pt x="813004" y="395031"/>
                  </a:lnTo>
                  <a:close/>
                </a:path>
                <a:path w="6612890" h="6997065">
                  <a:moveTo>
                    <a:pt x="275937" y="356931"/>
                  </a:moveTo>
                  <a:lnTo>
                    <a:pt x="326769" y="445831"/>
                  </a:lnTo>
                  <a:lnTo>
                    <a:pt x="238735" y="496631"/>
                  </a:lnTo>
                  <a:lnTo>
                    <a:pt x="187903" y="407731"/>
                  </a:lnTo>
                  <a:lnTo>
                    <a:pt x="275937" y="356931"/>
                  </a:lnTo>
                  <a:close/>
                </a:path>
                <a:path w="6612890" h="6997065">
                  <a:moveTo>
                    <a:pt x="609188" y="331531"/>
                  </a:moveTo>
                  <a:lnTo>
                    <a:pt x="656786" y="420431"/>
                  </a:lnTo>
                  <a:lnTo>
                    <a:pt x="574349" y="471231"/>
                  </a:lnTo>
                  <a:lnTo>
                    <a:pt x="526757" y="382331"/>
                  </a:lnTo>
                  <a:lnTo>
                    <a:pt x="609188" y="331531"/>
                  </a:lnTo>
                  <a:close/>
                </a:path>
                <a:path w="6612890" h="6997065">
                  <a:moveTo>
                    <a:pt x="942439" y="318831"/>
                  </a:moveTo>
                  <a:lnTo>
                    <a:pt x="986803" y="395031"/>
                  </a:lnTo>
                  <a:lnTo>
                    <a:pt x="909969" y="445831"/>
                  </a:lnTo>
                  <a:lnTo>
                    <a:pt x="865605" y="369631"/>
                  </a:lnTo>
                  <a:lnTo>
                    <a:pt x="942439" y="318831"/>
                  </a:lnTo>
                  <a:close/>
                </a:path>
                <a:path w="6612890" h="6997065">
                  <a:moveTo>
                    <a:pt x="72125" y="293431"/>
                  </a:moveTo>
                  <a:lnTo>
                    <a:pt x="125302" y="382331"/>
                  </a:lnTo>
                  <a:lnTo>
                    <a:pt x="33199" y="445831"/>
                  </a:lnTo>
                  <a:lnTo>
                    <a:pt x="0" y="382331"/>
                  </a:lnTo>
                  <a:lnTo>
                    <a:pt x="0" y="331531"/>
                  </a:lnTo>
                  <a:lnTo>
                    <a:pt x="72125" y="293431"/>
                  </a:lnTo>
                  <a:close/>
                </a:path>
                <a:path w="6612890" h="6997065">
                  <a:moveTo>
                    <a:pt x="405372" y="280731"/>
                  </a:moveTo>
                  <a:lnTo>
                    <a:pt x="455321" y="369631"/>
                  </a:lnTo>
                  <a:lnTo>
                    <a:pt x="368815" y="420431"/>
                  </a:lnTo>
                  <a:lnTo>
                    <a:pt x="318871" y="331531"/>
                  </a:lnTo>
                  <a:lnTo>
                    <a:pt x="405372" y="280731"/>
                  </a:lnTo>
                  <a:close/>
                </a:path>
                <a:path w="6612890" h="6997065">
                  <a:moveTo>
                    <a:pt x="738628" y="268031"/>
                  </a:moveTo>
                  <a:lnTo>
                    <a:pt x="785338" y="344231"/>
                  </a:lnTo>
                  <a:lnTo>
                    <a:pt x="704429" y="395031"/>
                  </a:lnTo>
                  <a:lnTo>
                    <a:pt x="657719" y="306131"/>
                  </a:lnTo>
                  <a:lnTo>
                    <a:pt x="738628" y="268031"/>
                  </a:lnTo>
                  <a:close/>
                </a:path>
                <a:path w="6612890" h="6997065">
                  <a:moveTo>
                    <a:pt x="201561" y="217231"/>
                  </a:moveTo>
                  <a:lnTo>
                    <a:pt x="253856" y="306131"/>
                  </a:lnTo>
                  <a:lnTo>
                    <a:pt x="163280" y="369631"/>
                  </a:lnTo>
                  <a:lnTo>
                    <a:pt x="110986" y="268031"/>
                  </a:lnTo>
                  <a:lnTo>
                    <a:pt x="201561" y="217231"/>
                  </a:lnTo>
                  <a:close/>
                </a:path>
                <a:path w="6612890" h="6997065">
                  <a:moveTo>
                    <a:pt x="534812" y="204531"/>
                  </a:moveTo>
                  <a:lnTo>
                    <a:pt x="583873" y="293431"/>
                  </a:lnTo>
                  <a:lnTo>
                    <a:pt x="498895" y="344231"/>
                  </a:lnTo>
                  <a:lnTo>
                    <a:pt x="449828" y="255331"/>
                  </a:lnTo>
                  <a:lnTo>
                    <a:pt x="534812" y="204531"/>
                  </a:lnTo>
                  <a:close/>
                </a:path>
                <a:path w="6612890" h="6997065">
                  <a:moveTo>
                    <a:pt x="868063" y="191831"/>
                  </a:moveTo>
                  <a:lnTo>
                    <a:pt x="913896" y="268031"/>
                  </a:lnTo>
                  <a:lnTo>
                    <a:pt x="834515" y="318831"/>
                  </a:lnTo>
                  <a:lnTo>
                    <a:pt x="788682" y="229931"/>
                  </a:lnTo>
                  <a:lnTo>
                    <a:pt x="868063" y="191831"/>
                  </a:lnTo>
                  <a:close/>
                </a:path>
                <a:path w="6612890" h="6997065">
                  <a:moveTo>
                    <a:pt x="330996" y="153731"/>
                  </a:moveTo>
                  <a:lnTo>
                    <a:pt x="382408" y="242631"/>
                  </a:lnTo>
                  <a:lnTo>
                    <a:pt x="293360" y="293431"/>
                  </a:lnTo>
                  <a:lnTo>
                    <a:pt x="241948" y="204531"/>
                  </a:lnTo>
                  <a:lnTo>
                    <a:pt x="330996" y="153731"/>
                  </a:lnTo>
                  <a:close/>
                </a:path>
                <a:path w="6612890" h="6997065">
                  <a:moveTo>
                    <a:pt x="0" y="166431"/>
                  </a:moveTo>
                  <a:lnTo>
                    <a:pt x="52792" y="255331"/>
                  </a:lnTo>
                  <a:lnTo>
                    <a:pt x="0" y="293431"/>
                  </a:lnTo>
                  <a:lnTo>
                    <a:pt x="0" y="166431"/>
                  </a:lnTo>
                  <a:close/>
                </a:path>
                <a:path w="6612890" h="6997065">
                  <a:moveTo>
                    <a:pt x="664246" y="128331"/>
                  </a:moveTo>
                  <a:lnTo>
                    <a:pt x="712430" y="217231"/>
                  </a:lnTo>
                  <a:lnTo>
                    <a:pt x="628974" y="268031"/>
                  </a:lnTo>
                  <a:lnTo>
                    <a:pt x="580796" y="179131"/>
                  </a:lnTo>
                  <a:lnTo>
                    <a:pt x="664246" y="128331"/>
                  </a:lnTo>
                  <a:close/>
                </a:path>
                <a:path w="6612890" h="6997065">
                  <a:moveTo>
                    <a:pt x="127286" y="90231"/>
                  </a:moveTo>
                  <a:lnTo>
                    <a:pt x="181345" y="179131"/>
                  </a:lnTo>
                  <a:lnTo>
                    <a:pt x="87719" y="242631"/>
                  </a:lnTo>
                  <a:lnTo>
                    <a:pt x="33660" y="141031"/>
                  </a:lnTo>
                  <a:lnTo>
                    <a:pt x="127286" y="90231"/>
                  </a:lnTo>
                  <a:close/>
                </a:path>
                <a:path w="6612890" h="6997065">
                  <a:moveTo>
                    <a:pt x="460430" y="77531"/>
                  </a:moveTo>
                  <a:lnTo>
                    <a:pt x="510966" y="166431"/>
                  </a:lnTo>
                  <a:lnTo>
                    <a:pt x="423441" y="217231"/>
                  </a:lnTo>
                  <a:lnTo>
                    <a:pt x="372905" y="128331"/>
                  </a:lnTo>
                  <a:lnTo>
                    <a:pt x="460430" y="77531"/>
                  </a:lnTo>
                  <a:close/>
                </a:path>
                <a:path w="6612890" h="6997065">
                  <a:moveTo>
                    <a:pt x="793681" y="64831"/>
                  </a:moveTo>
                  <a:lnTo>
                    <a:pt x="840983" y="141031"/>
                  </a:lnTo>
                  <a:lnTo>
                    <a:pt x="759061" y="191831"/>
                  </a:lnTo>
                  <a:lnTo>
                    <a:pt x="711760" y="102931"/>
                  </a:lnTo>
                  <a:lnTo>
                    <a:pt x="793681" y="64831"/>
                  </a:lnTo>
                  <a:close/>
                </a:path>
                <a:path w="6612890" h="6997065">
                  <a:moveTo>
                    <a:pt x="256727" y="14031"/>
                  </a:moveTo>
                  <a:lnTo>
                    <a:pt x="309904" y="102931"/>
                  </a:lnTo>
                  <a:lnTo>
                    <a:pt x="217795" y="166431"/>
                  </a:lnTo>
                  <a:lnTo>
                    <a:pt x="164617" y="64831"/>
                  </a:lnTo>
                  <a:lnTo>
                    <a:pt x="256727" y="14031"/>
                  </a:lnTo>
                  <a:close/>
                </a:path>
                <a:path w="6612890" h="6997065">
                  <a:moveTo>
                    <a:pt x="580456" y="1331"/>
                  </a:moveTo>
                  <a:lnTo>
                    <a:pt x="592867" y="1331"/>
                  </a:lnTo>
                  <a:lnTo>
                    <a:pt x="639121" y="90231"/>
                  </a:lnTo>
                  <a:lnTo>
                    <a:pt x="553633" y="141031"/>
                  </a:lnTo>
                  <a:lnTo>
                    <a:pt x="504276" y="52131"/>
                  </a:lnTo>
                  <a:lnTo>
                    <a:pt x="580456" y="1331"/>
                  </a:lnTo>
                  <a:close/>
                </a:path>
                <a:path w="6612890" h="6997065">
                  <a:moveTo>
                    <a:pt x="0" y="1331"/>
                  </a:moveTo>
                  <a:lnTo>
                    <a:pt x="81298" y="1331"/>
                  </a:lnTo>
                  <a:lnTo>
                    <a:pt x="108842" y="52131"/>
                  </a:lnTo>
                  <a:lnTo>
                    <a:pt x="12153" y="115631"/>
                  </a:lnTo>
                  <a:lnTo>
                    <a:pt x="0" y="90231"/>
                  </a:lnTo>
                  <a:lnTo>
                    <a:pt x="0" y="1331"/>
                  </a:lnTo>
                  <a:close/>
                </a:path>
                <a:path w="6612890" h="6997065">
                  <a:moveTo>
                    <a:pt x="302812" y="1331"/>
                  </a:moveTo>
                  <a:lnTo>
                    <a:pt x="422904" y="1331"/>
                  </a:lnTo>
                  <a:lnTo>
                    <a:pt x="438053" y="26731"/>
                  </a:lnTo>
                  <a:lnTo>
                    <a:pt x="347980" y="90231"/>
                  </a:lnTo>
                  <a:lnTo>
                    <a:pt x="302812" y="1331"/>
                  </a:lnTo>
                  <a:close/>
                </a:path>
                <a:path w="6612890" h="6997065">
                  <a:moveTo>
                    <a:pt x="653250" y="1331"/>
                  </a:moveTo>
                  <a:lnTo>
                    <a:pt x="764518" y="1331"/>
                  </a:lnTo>
                  <a:lnTo>
                    <a:pt x="767270" y="14031"/>
                  </a:lnTo>
                  <a:lnTo>
                    <a:pt x="683820" y="64831"/>
                  </a:lnTo>
                  <a:lnTo>
                    <a:pt x="653250" y="1331"/>
                  </a:lnTo>
                  <a:close/>
                </a:path>
                <a:path w="6612890" h="6997065">
                  <a:moveTo>
                    <a:pt x="133198" y="1331"/>
                  </a:moveTo>
                  <a:lnTo>
                    <a:pt x="177965" y="1331"/>
                  </a:lnTo>
                  <a:lnTo>
                    <a:pt x="144390" y="26731"/>
                  </a:lnTo>
                  <a:lnTo>
                    <a:pt x="133198" y="1331"/>
                  </a:lnTo>
                  <a:close/>
                </a:path>
                <a:path w="6612890" h="6997065">
                  <a:moveTo>
                    <a:pt x="2803114" y="3605564"/>
                  </a:moveTo>
                  <a:lnTo>
                    <a:pt x="2813984" y="3624393"/>
                  </a:lnTo>
                  <a:lnTo>
                    <a:pt x="2795154" y="3635262"/>
                  </a:lnTo>
                  <a:lnTo>
                    <a:pt x="2784286" y="3616438"/>
                  </a:lnTo>
                  <a:lnTo>
                    <a:pt x="2803114" y="3605564"/>
                  </a:lnTo>
                  <a:close/>
                </a:path>
                <a:path w="6612890" h="6997065">
                  <a:moveTo>
                    <a:pt x="2877704" y="3736529"/>
                  </a:moveTo>
                  <a:lnTo>
                    <a:pt x="2887696" y="3753830"/>
                  </a:lnTo>
                  <a:lnTo>
                    <a:pt x="2870395" y="3763822"/>
                  </a:lnTo>
                  <a:lnTo>
                    <a:pt x="2860403" y="3746515"/>
                  </a:lnTo>
                  <a:lnTo>
                    <a:pt x="2877704" y="3736529"/>
                  </a:lnTo>
                  <a:close/>
                </a:path>
                <a:path w="6612890" h="6997065">
                  <a:moveTo>
                    <a:pt x="2952192" y="3867902"/>
                  </a:moveTo>
                  <a:lnTo>
                    <a:pt x="2961006" y="3883166"/>
                  </a:lnTo>
                  <a:lnTo>
                    <a:pt x="2945742" y="3891979"/>
                  </a:lnTo>
                  <a:lnTo>
                    <a:pt x="2936929" y="3876716"/>
                  </a:lnTo>
                  <a:lnTo>
                    <a:pt x="2952192" y="3867902"/>
                  </a:lnTo>
                  <a:close/>
                </a:path>
                <a:path w="6612890" h="6997065">
                  <a:moveTo>
                    <a:pt x="3026788" y="3998861"/>
                  </a:moveTo>
                  <a:lnTo>
                    <a:pt x="3034725" y="4012603"/>
                  </a:lnTo>
                  <a:lnTo>
                    <a:pt x="3020983" y="4020534"/>
                  </a:lnTo>
                  <a:lnTo>
                    <a:pt x="3013046" y="4006792"/>
                  </a:lnTo>
                  <a:lnTo>
                    <a:pt x="3026788" y="3998861"/>
                  </a:lnTo>
                  <a:close/>
                </a:path>
                <a:path w="6612890" h="6997065">
                  <a:moveTo>
                    <a:pt x="3101383" y="4129826"/>
                  </a:moveTo>
                  <a:lnTo>
                    <a:pt x="3108437" y="4142039"/>
                  </a:lnTo>
                  <a:lnTo>
                    <a:pt x="3096224" y="4149094"/>
                  </a:lnTo>
                  <a:lnTo>
                    <a:pt x="3089169" y="4136880"/>
                  </a:lnTo>
                  <a:lnTo>
                    <a:pt x="3101383" y="4129826"/>
                  </a:lnTo>
                  <a:close/>
                </a:path>
                <a:path w="6612890" h="6997065">
                  <a:moveTo>
                    <a:pt x="3175865" y="4261193"/>
                  </a:moveTo>
                  <a:lnTo>
                    <a:pt x="3181741" y="4271369"/>
                  </a:lnTo>
                  <a:lnTo>
                    <a:pt x="3171565" y="4277245"/>
                  </a:lnTo>
                  <a:lnTo>
                    <a:pt x="3165690" y="4267069"/>
                  </a:lnTo>
                  <a:lnTo>
                    <a:pt x="3175865" y="4261193"/>
                  </a:lnTo>
                  <a:close/>
                </a:path>
                <a:path w="6612890" h="6997065">
                  <a:moveTo>
                    <a:pt x="3250573" y="4391755"/>
                  </a:moveTo>
                  <a:lnTo>
                    <a:pt x="3255862" y="4400919"/>
                  </a:lnTo>
                  <a:lnTo>
                    <a:pt x="3246705" y="4406202"/>
                  </a:lnTo>
                  <a:lnTo>
                    <a:pt x="3241416" y="4397039"/>
                  </a:lnTo>
                  <a:lnTo>
                    <a:pt x="3250573" y="4391755"/>
                  </a:lnTo>
                  <a:close/>
                </a:path>
                <a:path w="6612890" h="6997065">
                  <a:moveTo>
                    <a:pt x="3325274" y="4522317"/>
                  </a:moveTo>
                  <a:lnTo>
                    <a:pt x="3329971" y="4530456"/>
                  </a:lnTo>
                  <a:lnTo>
                    <a:pt x="3321833" y="4535159"/>
                  </a:lnTo>
                  <a:lnTo>
                    <a:pt x="3317136" y="4527020"/>
                  </a:lnTo>
                  <a:lnTo>
                    <a:pt x="3325274" y="4522317"/>
                  </a:lnTo>
                  <a:close/>
                </a:path>
                <a:path w="6612890" h="6997065">
                  <a:moveTo>
                    <a:pt x="3399976" y="4652880"/>
                  </a:moveTo>
                  <a:lnTo>
                    <a:pt x="3404093" y="4660005"/>
                  </a:lnTo>
                  <a:lnTo>
                    <a:pt x="3396967" y="4664121"/>
                  </a:lnTo>
                  <a:lnTo>
                    <a:pt x="3392850" y="4656996"/>
                  </a:lnTo>
                  <a:lnTo>
                    <a:pt x="3399976" y="4652880"/>
                  </a:lnTo>
                  <a:close/>
                </a:path>
                <a:path w="6612890" h="6997065">
                  <a:moveTo>
                    <a:pt x="3474571" y="4783844"/>
                  </a:moveTo>
                  <a:lnTo>
                    <a:pt x="3477805" y="4789442"/>
                  </a:lnTo>
                  <a:lnTo>
                    <a:pt x="3472208" y="4792676"/>
                  </a:lnTo>
                  <a:lnTo>
                    <a:pt x="3468974" y="4787072"/>
                  </a:lnTo>
                  <a:lnTo>
                    <a:pt x="3474571" y="4783844"/>
                  </a:lnTo>
                  <a:close/>
                </a:path>
                <a:path w="6612890" h="6997065">
                  <a:moveTo>
                    <a:pt x="3549273" y="4914406"/>
                  </a:moveTo>
                  <a:lnTo>
                    <a:pt x="3551915" y="4918985"/>
                  </a:lnTo>
                  <a:lnTo>
                    <a:pt x="3547336" y="4921632"/>
                  </a:lnTo>
                  <a:lnTo>
                    <a:pt x="3544694" y="4917048"/>
                  </a:lnTo>
                  <a:lnTo>
                    <a:pt x="3549273" y="4914406"/>
                  </a:lnTo>
                  <a:close/>
                </a:path>
                <a:path w="6612890" h="6997065">
                  <a:moveTo>
                    <a:pt x="3623975" y="5044968"/>
                  </a:moveTo>
                  <a:lnTo>
                    <a:pt x="3626036" y="5048534"/>
                  </a:lnTo>
                  <a:lnTo>
                    <a:pt x="3622471" y="5050589"/>
                  </a:lnTo>
                  <a:lnTo>
                    <a:pt x="3620409" y="5047024"/>
                  </a:lnTo>
                  <a:lnTo>
                    <a:pt x="3623975" y="5044968"/>
                  </a:lnTo>
                  <a:close/>
                </a:path>
                <a:path w="6612890" h="6997065">
                  <a:moveTo>
                    <a:pt x="3698676" y="5175530"/>
                  </a:moveTo>
                  <a:lnTo>
                    <a:pt x="3700146" y="5178077"/>
                  </a:lnTo>
                  <a:lnTo>
                    <a:pt x="3697599" y="5179546"/>
                  </a:lnTo>
                  <a:lnTo>
                    <a:pt x="3696130" y="5176999"/>
                  </a:lnTo>
                  <a:lnTo>
                    <a:pt x="3698676" y="5175530"/>
                  </a:lnTo>
                  <a:close/>
                </a:path>
                <a:path w="6612890" h="6997065">
                  <a:moveTo>
                    <a:pt x="3773377" y="5306092"/>
                  </a:moveTo>
                  <a:lnTo>
                    <a:pt x="3774261" y="5307626"/>
                  </a:lnTo>
                  <a:lnTo>
                    <a:pt x="3772738" y="5308503"/>
                  </a:lnTo>
                  <a:lnTo>
                    <a:pt x="3771856" y="5306975"/>
                  </a:lnTo>
                  <a:lnTo>
                    <a:pt x="3773377" y="5306092"/>
                  </a:lnTo>
                  <a:close/>
                </a:path>
                <a:path w="6612890" h="6997065">
                  <a:moveTo>
                    <a:pt x="2822538" y="3942414"/>
                  </a:moveTo>
                  <a:lnTo>
                    <a:pt x="2831648" y="3958187"/>
                  </a:lnTo>
                  <a:lnTo>
                    <a:pt x="2815875" y="3967291"/>
                  </a:lnTo>
                  <a:lnTo>
                    <a:pt x="2806765" y="3951518"/>
                  </a:lnTo>
                  <a:lnTo>
                    <a:pt x="2822538" y="3942414"/>
                  </a:lnTo>
                  <a:close/>
                </a:path>
                <a:path w="6612890" h="6997065">
                  <a:moveTo>
                    <a:pt x="2897133" y="4073379"/>
                  </a:moveTo>
                  <a:lnTo>
                    <a:pt x="2905360" y="4087624"/>
                  </a:lnTo>
                  <a:lnTo>
                    <a:pt x="2891115" y="4095851"/>
                  </a:lnTo>
                  <a:lnTo>
                    <a:pt x="2882888" y="4081606"/>
                  </a:lnTo>
                  <a:lnTo>
                    <a:pt x="2897133" y="4073379"/>
                  </a:lnTo>
                  <a:close/>
                </a:path>
                <a:path w="6612890" h="6997065">
                  <a:moveTo>
                    <a:pt x="2971734" y="4204338"/>
                  </a:moveTo>
                  <a:lnTo>
                    <a:pt x="2979079" y="4217060"/>
                  </a:lnTo>
                  <a:lnTo>
                    <a:pt x="2966356" y="4224405"/>
                  </a:lnTo>
                  <a:lnTo>
                    <a:pt x="2959011" y="4211682"/>
                  </a:lnTo>
                  <a:lnTo>
                    <a:pt x="2971734" y="4204338"/>
                  </a:lnTo>
                  <a:close/>
                </a:path>
                <a:path w="6612890" h="6997065">
                  <a:moveTo>
                    <a:pt x="3046217" y="4335705"/>
                  </a:moveTo>
                  <a:lnTo>
                    <a:pt x="3052389" y="4346396"/>
                  </a:lnTo>
                  <a:lnTo>
                    <a:pt x="3041703" y="4352562"/>
                  </a:lnTo>
                  <a:lnTo>
                    <a:pt x="3035532" y="4341877"/>
                  </a:lnTo>
                  <a:lnTo>
                    <a:pt x="3046217" y="4335705"/>
                  </a:lnTo>
                  <a:close/>
                </a:path>
                <a:path w="6612890" h="6997065">
                  <a:moveTo>
                    <a:pt x="3120812" y="4466670"/>
                  </a:moveTo>
                  <a:lnTo>
                    <a:pt x="3126101" y="4475833"/>
                  </a:lnTo>
                  <a:lnTo>
                    <a:pt x="3116944" y="4481122"/>
                  </a:lnTo>
                  <a:lnTo>
                    <a:pt x="3111655" y="4471959"/>
                  </a:lnTo>
                  <a:lnTo>
                    <a:pt x="3120812" y="4466670"/>
                  </a:lnTo>
                  <a:close/>
                </a:path>
                <a:path w="6612890" h="6997065">
                  <a:moveTo>
                    <a:pt x="3195514" y="4597238"/>
                  </a:moveTo>
                  <a:lnTo>
                    <a:pt x="3200217" y="4605376"/>
                  </a:lnTo>
                  <a:lnTo>
                    <a:pt x="3192073" y="4610073"/>
                  </a:lnTo>
                  <a:lnTo>
                    <a:pt x="3187376" y="4601935"/>
                  </a:lnTo>
                  <a:lnTo>
                    <a:pt x="3195514" y="4597238"/>
                  </a:lnTo>
                  <a:close/>
                </a:path>
                <a:path w="6612890" h="6997065">
                  <a:moveTo>
                    <a:pt x="3270215" y="4727800"/>
                  </a:moveTo>
                  <a:lnTo>
                    <a:pt x="3274332" y="4734925"/>
                  </a:lnTo>
                  <a:lnTo>
                    <a:pt x="3267206" y="4739036"/>
                  </a:lnTo>
                  <a:lnTo>
                    <a:pt x="3263090" y="4731910"/>
                  </a:lnTo>
                  <a:lnTo>
                    <a:pt x="3270215" y="4727800"/>
                  </a:lnTo>
                  <a:close/>
                </a:path>
                <a:path w="6612890" h="6997065">
                  <a:moveTo>
                    <a:pt x="3344811" y="4858759"/>
                  </a:moveTo>
                  <a:lnTo>
                    <a:pt x="3348045" y="4864362"/>
                  </a:lnTo>
                  <a:lnTo>
                    <a:pt x="3342447" y="4867590"/>
                  </a:lnTo>
                  <a:lnTo>
                    <a:pt x="3339213" y="4861993"/>
                  </a:lnTo>
                  <a:lnTo>
                    <a:pt x="3344811" y="4858759"/>
                  </a:lnTo>
                  <a:close/>
                </a:path>
                <a:path w="6612890" h="6997065">
                  <a:moveTo>
                    <a:pt x="3419512" y="4989321"/>
                  </a:moveTo>
                  <a:lnTo>
                    <a:pt x="3422160" y="4993905"/>
                  </a:lnTo>
                  <a:lnTo>
                    <a:pt x="3417575" y="4996547"/>
                  </a:lnTo>
                  <a:lnTo>
                    <a:pt x="3414934" y="4991968"/>
                  </a:lnTo>
                  <a:lnTo>
                    <a:pt x="3419512" y="4989321"/>
                  </a:lnTo>
                  <a:close/>
                </a:path>
                <a:path w="6612890" h="6997065">
                  <a:moveTo>
                    <a:pt x="3494214" y="5119883"/>
                  </a:moveTo>
                  <a:lnTo>
                    <a:pt x="3496275" y="5123449"/>
                  </a:lnTo>
                  <a:lnTo>
                    <a:pt x="3492710" y="5125510"/>
                  </a:lnTo>
                  <a:lnTo>
                    <a:pt x="3490649" y="5121944"/>
                  </a:lnTo>
                  <a:lnTo>
                    <a:pt x="3494214" y="5119883"/>
                  </a:lnTo>
                  <a:close/>
                </a:path>
                <a:path w="6612890" h="6997065">
                  <a:moveTo>
                    <a:pt x="3568921" y="5250445"/>
                  </a:moveTo>
                  <a:lnTo>
                    <a:pt x="3570391" y="5252992"/>
                  </a:lnTo>
                  <a:lnTo>
                    <a:pt x="3567844" y="5254461"/>
                  </a:lnTo>
                  <a:lnTo>
                    <a:pt x="3566375" y="5251914"/>
                  </a:lnTo>
                  <a:lnTo>
                    <a:pt x="3568921" y="5250445"/>
                  </a:lnTo>
                  <a:close/>
                </a:path>
                <a:path w="6612890" h="6997065">
                  <a:moveTo>
                    <a:pt x="3643617" y="5381013"/>
                  </a:moveTo>
                  <a:lnTo>
                    <a:pt x="3644500" y="5382541"/>
                  </a:lnTo>
                  <a:lnTo>
                    <a:pt x="3642978" y="5383424"/>
                  </a:lnTo>
                  <a:lnTo>
                    <a:pt x="3642095" y="5381890"/>
                  </a:lnTo>
                  <a:lnTo>
                    <a:pt x="3643617" y="5381013"/>
                  </a:lnTo>
                  <a:close/>
                </a:path>
                <a:path w="6612890" h="6997065">
                  <a:moveTo>
                    <a:pt x="2841975" y="4279258"/>
                  </a:moveTo>
                  <a:lnTo>
                    <a:pt x="2849320" y="4291981"/>
                  </a:lnTo>
                  <a:lnTo>
                    <a:pt x="2836597" y="4299325"/>
                  </a:lnTo>
                  <a:lnTo>
                    <a:pt x="2829252" y="4286603"/>
                  </a:lnTo>
                  <a:lnTo>
                    <a:pt x="2841975" y="4279258"/>
                  </a:lnTo>
                  <a:close/>
                </a:path>
                <a:path w="6612890" h="6997065">
                  <a:moveTo>
                    <a:pt x="2916571" y="4410223"/>
                  </a:moveTo>
                  <a:lnTo>
                    <a:pt x="2923033" y="4421417"/>
                  </a:lnTo>
                  <a:lnTo>
                    <a:pt x="2911838" y="4427879"/>
                  </a:lnTo>
                  <a:lnTo>
                    <a:pt x="2905376" y="4416685"/>
                  </a:lnTo>
                  <a:lnTo>
                    <a:pt x="2916571" y="4410223"/>
                  </a:lnTo>
                  <a:close/>
                </a:path>
                <a:path w="6612890" h="6997065">
                  <a:moveTo>
                    <a:pt x="2991059" y="4541584"/>
                  </a:moveTo>
                  <a:lnTo>
                    <a:pt x="2996348" y="4550747"/>
                  </a:lnTo>
                  <a:lnTo>
                    <a:pt x="2987185" y="4556037"/>
                  </a:lnTo>
                  <a:lnTo>
                    <a:pt x="2981896" y="4546874"/>
                  </a:lnTo>
                  <a:lnTo>
                    <a:pt x="2991059" y="4541584"/>
                  </a:lnTo>
                  <a:close/>
                </a:path>
                <a:path w="6612890" h="6997065">
                  <a:moveTo>
                    <a:pt x="3065761" y="4672152"/>
                  </a:moveTo>
                  <a:lnTo>
                    <a:pt x="3070464" y="4680290"/>
                  </a:lnTo>
                  <a:lnTo>
                    <a:pt x="3062314" y="4684993"/>
                  </a:lnTo>
                  <a:lnTo>
                    <a:pt x="3057617" y="4676855"/>
                  </a:lnTo>
                  <a:lnTo>
                    <a:pt x="3065761" y="4672152"/>
                  </a:lnTo>
                  <a:close/>
                </a:path>
                <a:path w="6612890" h="6997065">
                  <a:moveTo>
                    <a:pt x="3140456" y="4802714"/>
                  </a:moveTo>
                  <a:lnTo>
                    <a:pt x="3144573" y="4809839"/>
                  </a:lnTo>
                  <a:lnTo>
                    <a:pt x="3137447" y="4813956"/>
                  </a:lnTo>
                  <a:lnTo>
                    <a:pt x="3133337" y="4806831"/>
                  </a:lnTo>
                  <a:lnTo>
                    <a:pt x="3140456" y="4802714"/>
                  </a:lnTo>
                  <a:close/>
                </a:path>
                <a:path w="6612890" h="6997065">
                  <a:moveTo>
                    <a:pt x="3215164" y="4933276"/>
                  </a:moveTo>
                  <a:lnTo>
                    <a:pt x="3218688" y="4939383"/>
                  </a:lnTo>
                  <a:lnTo>
                    <a:pt x="3212582" y="4942907"/>
                  </a:lnTo>
                  <a:lnTo>
                    <a:pt x="3209057" y="4936800"/>
                  </a:lnTo>
                  <a:lnTo>
                    <a:pt x="3215164" y="4933276"/>
                  </a:lnTo>
                  <a:close/>
                </a:path>
                <a:path w="6612890" h="6997065">
                  <a:moveTo>
                    <a:pt x="3289753" y="5064241"/>
                  </a:moveTo>
                  <a:lnTo>
                    <a:pt x="3292400" y="5068819"/>
                  </a:lnTo>
                  <a:lnTo>
                    <a:pt x="3287816" y="5071467"/>
                  </a:lnTo>
                  <a:lnTo>
                    <a:pt x="3285174" y="5066883"/>
                  </a:lnTo>
                  <a:lnTo>
                    <a:pt x="3289753" y="5064241"/>
                  </a:lnTo>
                  <a:close/>
                </a:path>
                <a:path w="6612890" h="6997065">
                  <a:moveTo>
                    <a:pt x="3364454" y="5194803"/>
                  </a:moveTo>
                  <a:lnTo>
                    <a:pt x="3366516" y="5198369"/>
                  </a:lnTo>
                  <a:lnTo>
                    <a:pt x="3362956" y="5200424"/>
                  </a:lnTo>
                  <a:lnTo>
                    <a:pt x="3360895" y="5196858"/>
                  </a:lnTo>
                  <a:lnTo>
                    <a:pt x="3364454" y="5194803"/>
                  </a:lnTo>
                  <a:close/>
                </a:path>
                <a:path w="6612890" h="6997065">
                  <a:moveTo>
                    <a:pt x="3439162" y="5325365"/>
                  </a:moveTo>
                  <a:lnTo>
                    <a:pt x="3440631" y="5327906"/>
                  </a:lnTo>
                  <a:lnTo>
                    <a:pt x="3438084" y="5329375"/>
                  </a:lnTo>
                  <a:lnTo>
                    <a:pt x="3436615" y="5326834"/>
                  </a:lnTo>
                  <a:lnTo>
                    <a:pt x="3439162" y="5325365"/>
                  </a:lnTo>
                  <a:close/>
                </a:path>
                <a:path w="6612890" h="6997065">
                  <a:moveTo>
                    <a:pt x="3513864" y="5455927"/>
                  </a:moveTo>
                  <a:lnTo>
                    <a:pt x="3514746" y="5457455"/>
                  </a:lnTo>
                  <a:lnTo>
                    <a:pt x="3513218" y="5458338"/>
                  </a:lnTo>
                  <a:lnTo>
                    <a:pt x="3512335" y="5456810"/>
                  </a:lnTo>
                  <a:lnTo>
                    <a:pt x="3513864" y="5455927"/>
                  </a:lnTo>
                  <a:close/>
                </a:path>
                <a:path w="6612890" h="6997065">
                  <a:moveTo>
                    <a:pt x="2786809" y="4485142"/>
                  </a:moveTo>
                  <a:lnTo>
                    <a:pt x="2793272" y="4496331"/>
                  </a:lnTo>
                  <a:lnTo>
                    <a:pt x="2782077" y="4502793"/>
                  </a:lnTo>
                  <a:lnTo>
                    <a:pt x="2775615" y="4491604"/>
                  </a:lnTo>
                  <a:lnTo>
                    <a:pt x="2786809" y="4485142"/>
                  </a:lnTo>
                  <a:close/>
                </a:path>
                <a:path w="6612890" h="6997065">
                  <a:moveTo>
                    <a:pt x="2861405" y="4616101"/>
                  </a:moveTo>
                  <a:lnTo>
                    <a:pt x="2866990" y="4625767"/>
                  </a:lnTo>
                  <a:lnTo>
                    <a:pt x="2857317" y="4631353"/>
                  </a:lnTo>
                  <a:lnTo>
                    <a:pt x="2851738" y="4621681"/>
                  </a:lnTo>
                  <a:lnTo>
                    <a:pt x="2861405" y="4616101"/>
                  </a:lnTo>
                  <a:close/>
                </a:path>
                <a:path w="6612890" h="6997065">
                  <a:moveTo>
                    <a:pt x="2936106" y="4746663"/>
                  </a:moveTo>
                  <a:lnTo>
                    <a:pt x="2941099" y="4755317"/>
                  </a:lnTo>
                  <a:lnTo>
                    <a:pt x="2932452" y="4760310"/>
                  </a:lnTo>
                  <a:lnTo>
                    <a:pt x="2927459" y="4751656"/>
                  </a:lnTo>
                  <a:lnTo>
                    <a:pt x="2936106" y="4746663"/>
                  </a:lnTo>
                  <a:close/>
                </a:path>
                <a:path w="6612890" h="6997065">
                  <a:moveTo>
                    <a:pt x="3010808" y="4877225"/>
                  </a:moveTo>
                  <a:lnTo>
                    <a:pt x="3015215" y="4884860"/>
                  </a:lnTo>
                  <a:lnTo>
                    <a:pt x="3007580" y="4889267"/>
                  </a:lnTo>
                  <a:lnTo>
                    <a:pt x="3003173" y="4881632"/>
                  </a:lnTo>
                  <a:lnTo>
                    <a:pt x="3010808" y="4877225"/>
                  </a:lnTo>
                  <a:close/>
                </a:path>
                <a:path w="6612890" h="6997065">
                  <a:moveTo>
                    <a:pt x="3085403" y="5008196"/>
                  </a:moveTo>
                  <a:lnTo>
                    <a:pt x="3088928" y="5014297"/>
                  </a:lnTo>
                  <a:lnTo>
                    <a:pt x="3082821" y="5017821"/>
                  </a:lnTo>
                  <a:lnTo>
                    <a:pt x="3079297" y="5011720"/>
                  </a:lnTo>
                  <a:lnTo>
                    <a:pt x="3085403" y="5008196"/>
                  </a:lnTo>
                  <a:close/>
                </a:path>
                <a:path w="6612890" h="6997065">
                  <a:moveTo>
                    <a:pt x="3160105" y="5138758"/>
                  </a:moveTo>
                  <a:lnTo>
                    <a:pt x="3163043" y="5143846"/>
                  </a:lnTo>
                  <a:lnTo>
                    <a:pt x="3157955" y="5146784"/>
                  </a:lnTo>
                  <a:lnTo>
                    <a:pt x="3155017" y="5141696"/>
                  </a:lnTo>
                  <a:lnTo>
                    <a:pt x="3160105" y="5138758"/>
                  </a:lnTo>
                  <a:close/>
                </a:path>
                <a:path w="6612890" h="6997065">
                  <a:moveTo>
                    <a:pt x="3234807" y="5269320"/>
                  </a:moveTo>
                  <a:lnTo>
                    <a:pt x="3237158" y="5273389"/>
                  </a:lnTo>
                  <a:lnTo>
                    <a:pt x="3233083" y="5275741"/>
                  </a:lnTo>
                  <a:lnTo>
                    <a:pt x="3230737" y="5271672"/>
                  </a:lnTo>
                  <a:lnTo>
                    <a:pt x="3234807" y="5269320"/>
                  </a:lnTo>
                  <a:close/>
                </a:path>
                <a:path w="6612890" h="6997065">
                  <a:moveTo>
                    <a:pt x="3309513" y="5399882"/>
                  </a:moveTo>
                  <a:lnTo>
                    <a:pt x="3311273" y="5402932"/>
                  </a:lnTo>
                  <a:lnTo>
                    <a:pt x="3308222" y="5404697"/>
                  </a:lnTo>
                  <a:lnTo>
                    <a:pt x="3306457" y="5401641"/>
                  </a:lnTo>
                  <a:lnTo>
                    <a:pt x="3309513" y="5399882"/>
                  </a:lnTo>
                  <a:close/>
                </a:path>
                <a:path w="6612890" h="6997065">
                  <a:moveTo>
                    <a:pt x="3384216" y="5530444"/>
                  </a:moveTo>
                  <a:lnTo>
                    <a:pt x="3385389" y="5532476"/>
                  </a:lnTo>
                  <a:lnTo>
                    <a:pt x="3383351" y="5533649"/>
                  </a:lnTo>
                  <a:lnTo>
                    <a:pt x="3382178" y="5531623"/>
                  </a:lnTo>
                  <a:lnTo>
                    <a:pt x="3384216" y="5530444"/>
                  </a:lnTo>
                  <a:close/>
                </a:path>
                <a:path w="6612890" h="6997065">
                  <a:moveTo>
                    <a:pt x="2806350" y="4821578"/>
                  </a:moveTo>
                  <a:lnTo>
                    <a:pt x="2811343" y="4830231"/>
                  </a:lnTo>
                  <a:lnTo>
                    <a:pt x="2802689" y="4835230"/>
                  </a:lnTo>
                  <a:lnTo>
                    <a:pt x="2797696" y="4826577"/>
                  </a:lnTo>
                  <a:lnTo>
                    <a:pt x="2806350" y="4821578"/>
                  </a:lnTo>
                  <a:close/>
                </a:path>
                <a:path w="6612890" h="6997065">
                  <a:moveTo>
                    <a:pt x="2881046" y="4952146"/>
                  </a:moveTo>
                  <a:lnTo>
                    <a:pt x="2885453" y="4959774"/>
                  </a:lnTo>
                  <a:lnTo>
                    <a:pt x="2877819" y="4964181"/>
                  </a:lnTo>
                  <a:lnTo>
                    <a:pt x="2873412" y="4956552"/>
                  </a:lnTo>
                  <a:lnTo>
                    <a:pt x="2881046" y="4952146"/>
                  </a:lnTo>
                  <a:close/>
                </a:path>
                <a:path w="6612890" h="6997065">
                  <a:moveTo>
                    <a:pt x="2955647" y="5083110"/>
                  </a:moveTo>
                  <a:lnTo>
                    <a:pt x="2959172" y="5089211"/>
                  </a:lnTo>
                  <a:lnTo>
                    <a:pt x="2953065" y="5092741"/>
                  </a:lnTo>
                  <a:lnTo>
                    <a:pt x="2949541" y="5086634"/>
                  </a:lnTo>
                  <a:lnTo>
                    <a:pt x="2955647" y="5083110"/>
                  </a:lnTo>
                  <a:close/>
                </a:path>
                <a:path w="6612890" h="6997065">
                  <a:moveTo>
                    <a:pt x="3030343" y="5213672"/>
                  </a:moveTo>
                  <a:lnTo>
                    <a:pt x="3033281" y="5218760"/>
                  </a:lnTo>
                  <a:lnTo>
                    <a:pt x="3028193" y="5221698"/>
                  </a:lnTo>
                  <a:lnTo>
                    <a:pt x="3025255" y="5216610"/>
                  </a:lnTo>
                  <a:lnTo>
                    <a:pt x="3030343" y="5213672"/>
                  </a:lnTo>
                  <a:close/>
                </a:path>
                <a:path w="6612890" h="6997065">
                  <a:moveTo>
                    <a:pt x="3105051" y="5344234"/>
                  </a:moveTo>
                  <a:lnTo>
                    <a:pt x="3107396" y="5348304"/>
                  </a:lnTo>
                  <a:lnTo>
                    <a:pt x="3103327" y="5350655"/>
                  </a:lnTo>
                  <a:lnTo>
                    <a:pt x="3100981" y="5346586"/>
                  </a:lnTo>
                  <a:lnTo>
                    <a:pt x="3105051" y="5344234"/>
                  </a:lnTo>
                  <a:close/>
                </a:path>
                <a:path w="6612890" h="6997065">
                  <a:moveTo>
                    <a:pt x="3179752" y="5474797"/>
                  </a:moveTo>
                  <a:lnTo>
                    <a:pt x="3181511" y="5477853"/>
                  </a:lnTo>
                  <a:lnTo>
                    <a:pt x="3178461" y="5479612"/>
                  </a:lnTo>
                  <a:lnTo>
                    <a:pt x="3176702" y="5476562"/>
                  </a:lnTo>
                  <a:lnTo>
                    <a:pt x="3179752" y="5474797"/>
                  </a:lnTo>
                  <a:close/>
                </a:path>
                <a:path w="6612890" h="6997065">
                  <a:moveTo>
                    <a:pt x="3254454" y="5605364"/>
                  </a:moveTo>
                  <a:lnTo>
                    <a:pt x="3255627" y="5607390"/>
                  </a:lnTo>
                  <a:lnTo>
                    <a:pt x="3253589" y="5608569"/>
                  </a:lnTo>
                  <a:lnTo>
                    <a:pt x="3252416" y="5606537"/>
                  </a:lnTo>
                  <a:lnTo>
                    <a:pt x="3254454" y="5605364"/>
                  </a:lnTo>
                  <a:close/>
                </a:path>
                <a:path w="6612890" h="6997065">
                  <a:moveTo>
                    <a:pt x="2825993" y="5157621"/>
                  </a:moveTo>
                  <a:lnTo>
                    <a:pt x="2829813" y="5164243"/>
                  </a:lnTo>
                  <a:lnTo>
                    <a:pt x="2823197" y="5168057"/>
                  </a:lnTo>
                  <a:lnTo>
                    <a:pt x="2819377" y="5161441"/>
                  </a:lnTo>
                  <a:lnTo>
                    <a:pt x="2825993" y="5157621"/>
                  </a:lnTo>
                  <a:close/>
                </a:path>
                <a:path w="6612890" h="6997065">
                  <a:moveTo>
                    <a:pt x="2900588" y="5288586"/>
                  </a:moveTo>
                  <a:lnTo>
                    <a:pt x="2903526" y="5293673"/>
                  </a:lnTo>
                  <a:lnTo>
                    <a:pt x="2898438" y="5296611"/>
                  </a:lnTo>
                  <a:lnTo>
                    <a:pt x="2895500" y="5291523"/>
                  </a:lnTo>
                  <a:lnTo>
                    <a:pt x="2900588" y="5288586"/>
                  </a:lnTo>
                  <a:close/>
                </a:path>
                <a:path w="6612890" h="6997065">
                  <a:moveTo>
                    <a:pt x="2975290" y="5419153"/>
                  </a:moveTo>
                  <a:lnTo>
                    <a:pt x="2977635" y="5423223"/>
                  </a:lnTo>
                  <a:lnTo>
                    <a:pt x="2973566" y="5425568"/>
                  </a:lnTo>
                  <a:lnTo>
                    <a:pt x="2971221" y="5421499"/>
                  </a:lnTo>
                  <a:lnTo>
                    <a:pt x="2975290" y="5419153"/>
                  </a:lnTo>
                  <a:close/>
                </a:path>
                <a:path w="6612890" h="6997065">
                  <a:moveTo>
                    <a:pt x="3049992" y="5549716"/>
                  </a:moveTo>
                  <a:lnTo>
                    <a:pt x="3051757" y="5552766"/>
                  </a:lnTo>
                  <a:lnTo>
                    <a:pt x="3048701" y="5554531"/>
                  </a:lnTo>
                  <a:lnTo>
                    <a:pt x="3046941" y="5551475"/>
                  </a:lnTo>
                  <a:lnTo>
                    <a:pt x="3049992" y="5549716"/>
                  </a:lnTo>
                  <a:close/>
                </a:path>
                <a:path w="6612890" h="6997065">
                  <a:moveTo>
                    <a:pt x="3124693" y="5680278"/>
                  </a:moveTo>
                  <a:lnTo>
                    <a:pt x="3125866" y="5682309"/>
                  </a:lnTo>
                  <a:lnTo>
                    <a:pt x="3123828" y="5683482"/>
                  </a:lnTo>
                  <a:lnTo>
                    <a:pt x="3122655" y="5681456"/>
                  </a:lnTo>
                  <a:lnTo>
                    <a:pt x="3124693" y="5680278"/>
                  </a:lnTo>
                  <a:close/>
                </a:path>
                <a:path w="6612890" h="6997065">
                  <a:moveTo>
                    <a:pt x="3198376" y="5811432"/>
                  </a:moveTo>
                  <a:lnTo>
                    <a:pt x="3199742" y="5811432"/>
                  </a:lnTo>
                  <a:lnTo>
                    <a:pt x="3199987" y="5811859"/>
                  </a:lnTo>
                  <a:lnTo>
                    <a:pt x="3198623" y="5811859"/>
                  </a:lnTo>
                  <a:lnTo>
                    <a:pt x="3198376" y="5811432"/>
                  </a:lnTo>
                  <a:close/>
                </a:path>
                <a:path w="6612890" h="6997065">
                  <a:moveTo>
                    <a:pt x="2845534" y="5494068"/>
                  </a:moveTo>
                  <a:lnTo>
                    <a:pt x="2847880" y="5498137"/>
                  </a:lnTo>
                  <a:lnTo>
                    <a:pt x="2843811" y="5500489"/>
                  </a:lnTo>
                  <a:lnTo>
                    <a:pt x="2841459" y="5496420"/>
                  </a:lnTo>
                  <a:lnTo>
                    <a:pt x="2845534" y="5494068"/>
                  </a:lnTo>
                  <a:close/>
                </a:path>
                <a:path w="6612890" h="6997065">
                  <a:moveTo>
                    <a:pt x="2920231" y="5624630"/>
                  </a:moveTo>
                  <a:lnTo>
                    <a:pt x="2921996" y="5627686"/>
                  </a:lnTo>
                  <a:lnTo>
                    <a:pt x="2918939" y="5629446"/>
                  </a:lnTo>
                  <a:lnTo>
                    <a:pt x="2917180" y="5626395"/>
                  </a:lnTo>
                  <a:lnTo>
                    <a:pt x="2920231" y="5624630"/>
                  </a:lnTo>
                  <a:close/>
                </a:path>
                <a:path w="6612890" h="6997065">
                  <a:moveTo>
                    <a:pt x="2994932" y="5755198"/>
                  </a:moveTo>
                  <a:lnTo>
                    <a:pt x="2996105" y="5757224"/>
                  </a:lnTo>
                  <a:lnTo>
                    <a:pt x="2994074" y="5758402"/>
                  </a:lnTo>
                  <a:lnTo>
                    <a:pt x="2992901" y="5756371"/>
                  </a:lnTo>
                  <a:lnTo>
                    <a:pt x="2994932" y="5755198"/>
                  </a:lnTo>
                  <a:close/>
                </a:path>
                <a:path w="6612890" h="6997065">
                  <a:moveTo>
                    <a:pt x="3068621" y="5886347"/>
                  </a:moveTo>
                  <a:lnTo>
                    <a:pt x="3069979" y="5886347"/>
                  </a:lnTo>
                  <a:lnTo>
                    <a:pt x="3070226" y="5886773"/>
                  </a:lnTo>
                  <a:lnTo>
                    <a:pt x="3068868" y="5886773"/>
                  </a:lnTo>
                  <a:lnTo>
                    <a:pt x="3068621" y="5886347"/>
                  </a:lnTo>
                  <a:close/>
                </a:path>
                <a:path w="6612890" h="6997065">
                  <a:moveTo>
                    <a:pt x="2715774" y="5568982"/>
                  </a:moveTo>
                  <a:lnTo>
                    <a:pt x="2718119" y="5573051"/>
                  </a:lnTo>
                  <a:lnTo>
                    <a:pt x="2714050" y="5575403"/>
                  </a:lnTo>
                  <a:lnTo>
                    <a:pt x="2711699" y="5571334"/>
                  </a:lnTo>
                  <a:lnTo>
                    <a:pt x="2715774" y="5568982"/>
                  </a:lnTo>
                  <a:close/>
                </a:path>
                <a:path w="6612890" h="6997065">
                  <a:moveTo>
                    <a:pt x="2790475" y="5699544"/>
                  </a:moveTo>
                  <a:lnTo>
                    <a:pt x="2792241" y="5702600"/>
                  </a:lnTo>
                  <a:lnTo>
                    <a:pt x="2789184" y="5704365"/>
                  </a:lnTo>
                  <a:lnTo>
                    <a:pt x="2787419" y="5701309"/>
                  </a:lnTo>
                  <a:lnTo>
                    <a:pt x="2790475" y="5699544"/>
                  </a:lnTo>
                  <a:close/>
                </a:path>
                <a:path w="6612890" h="6997065">
                  <a:moveTo>
                    <a:pt x="2865177" y="5830112"/>
                  </a:moveTo>
                  <a:lnTo>
                    <a:pt x="2866350" y="5832144"/>
                  </a:lnTo>
                  <a:lnTo>
                    <a:pt x="2864319" y="5833316"/>
                  </a:lnTo>
                  <a:lnTo>
                    <a:pt x="2863146" y="5831285"/>
                  </a:lnTo>
                  <a:lnTo>
                    <a:pt x="2865177" y="5830112"/>
                  </a:lnTo>
                  <a:close/>
                </a:path>
                <a:path w="6612890" h="6997065">
                  <a:moveTo>
                    <a:pt x="2938860" y="5961260"/>
                  </a:moveTo>
                  <a:lnTo>
                    <a:pt x="2940216" y="5961260"/>
                  </a:lnTo>
                  <a:lnTo>
                    <a:pt x="2940465" y="5961693"/>
                  </a:lnTo>
                  <a:lnTo>
                    <a:pt x="2939109" y="5961693"/>
                  </a:lnTo>
                  <a:lnTo>
                    <a:pt x="2938860" y="5961260"/>
                  </a:lnTo>
                  <a:close/>
                </a:path>
                <a:path w="6612890" h="6997065">
                  <a:moveTo>
                    <a:pt x="2586013" y="5643903"/>
                  </a:moveTo>
                  <a:lnTo>
                    <a:pt x="2588364" y="5647972"/>
                  </a:lnTo>
                  <a:lnTo>
                    <a:pt x="2584289" y="5650324"/>
                  </a:lnTo>
                  <a:lnTo>
                    <a:pt x="2581938" y="5646254"/>
                  </a:lnTo>
                  <a:lnTo>
                    <a:pt x="2586013" y="5643903"/>
                  </a:lnTo>
                  <a:close/>
                </a:path>
                <a:path w="6612890" h="6997065">
                  <a:moveTo>
                    <a:pt x="2660714" y="5774465"/>
                  </a:moveTo>
                  <a:lnTo>
                    <a:pt x="2662480" y="5777515"/>
                  </a:lnTo>
                  <a:lnTo>
                    <a:pt x="2659430" y="5779280"/>
                  </a:lnTo>
                  <a:lnTo>
                    <a:pt x="2657664" y="5776224"/>
                  </a:lnTo>
                  <a:lnTo>
                    <a:pt x="2660714" y="5774465"/>
                  </a:lnTo>
                  <a:close/>
                </a:path>
                <a:path w="6612890" h="6997065">
                  <a:moveTo>
                    <a:pt x="2735422" y="5905027"/>
                  </a:moveTo>
                  <a:lnTo>
                    <a:pt x="2736595" y="5907059"/>
                  </a:lnTo>
                  <a:lnTo>
                    <a:pt x="2734557" y="5908231"/>
                  </a:lnTo>
                  <a:lnTo>
                    <a:pt x="2733384" y="5906206"/>
                  </a:lnTo>
                  <a:lnTo>
                    <a:pt x="2735422" y="5905027"/>
                  </a:lnTo>
                  <a:close/>
                </a:path>
                <a:path w="6612890" h="6997065">
                  <a:moveTo>
                    <a:pt x="2809105" y="6036181"/>
                  </a:moveTo>
                  <a:lnTo>
                    <a:pt x="2810458" y="6036181"/>
                  </a:lnTo>
                  <a:lnTo>
                    <a:pt x="2810705" y="6036608"/>
                  </a:lnTo>
                  <a:lnTo>
                    <a:pt x="2809352" y="6036608"/>
                  </a:lnTo>
                  <a:lnTo>
                    <a:pt x="2809105" y="6036181"/>
                  </a:lnTo>
                  <a:close/>
                </a:path>
                <a:path w="6612890" h="6997065">
                  <a:moveTo>
                    <a:pt x="2381557" y="5588256"/>
                  </a:moveTo>
                  <a:lnTo>
                    <a:pt x="2384494" y="5593343"/>
                  </a:lnTo>
                  <a:lnTo>
                    <a:pt x="2379407" y="5596281"/>
                  </a:lnTo>
                  <a:lnTo>
                    <a:pt x="2376469" y="5591193"/>
                  </a:lnTo>
                  <a:lnTo>
                    <a:pt x="2381557" y="5588256"/>
                  </a:lnTo>
                  <a:close/>
                </a:path>
                <a:path w="6612890" h="6997065">
                  <a:moveTo>
                    <a:pt x="2456252" y="5718818"/>
                  </a:moveTo>
                  <a:lnTo>
                    <a:pt x="2458604" y="5722887"/>
                  </a:lnTo>
                  <a:lnTo>
                    <a:pt x="2454534" y="5725238"/>
                  </a:lnTo>
                  <a:lnTo>
                    <a:pt x="2452183" y="5721169"/>
                  </a:lnTo>
                  <a:lnTo>
                    <a:pt x="2456252" y="5718818"/>
                  </a:lnTo>
                  <a:close/>
                </a:path>
                <a:path w="6612890" h="6997065">
                  <a:moveTo>
                    <a:pt x="2530959" y="5849380"/>
                  </a:moveTo>
                  <a:lnTo>
                    <a:pt x="2532719" y="5852436"/>
                  </a:lnTo>
                  <a:lnTo>
                    <a:pt x="2529668" y="5854195"/>
                  </a:lnTo>
                  <a:lnTo>
                    <a:pt x="2527903" y="5851145"/>
                  </a:lnTo>
                  <a:lnTo>
                    <a:pt x="2530959" y="5849380"/>
                  </a:lnTo>
                  <a:close/>
                </a:path>
                <a:path w="6612890" h="6997065">
                  <a:moveTo>
                    <a:pt x="2605662" y="5979948"/>
                  </a:moveTo>
                  <a:lnTo>
                    <a:pt x="2606835" y="5981973"/>
                  </a:lnTo>
                  <a:lnTo>
                    <a:pt x="2604797" y="5983152"/>
                  </a:lnTo>
                  <a:lnTo>
                    <a:pt x="2603624" y="5981120"/>
                  </a:lnTo>
                  <a:lnTo>
                    <a:pt x="2605662" y="5979948"/>
                  </a:lnTo>
                  <a:close/>
                </a:path>
                <a:path w="6612890" h="6997065">
                  <a:moveTo>
                    <a:pt x="2679345" y="6111096"/>
                  </a:moveTo>
                  <a:lnTo>
                    <a:pt x="2680703" y="6111096"/>
                  </a:lnTo>
                  <a:lnTo>
                    <a:pt x="2680950" y="6111523"/>
                  </a:lnTo>
                  <a:lnTo>
                    <a:pt x="2679590" y="6111523"/>
                  </a:lnTo>
                  <a:lnTo>
                    <a:pt x="2679345" y="6111096"/>
                  </a:lnTo>
                  <a:close/>
                </a:path>
                <a:path w="6612890" h="6997065">
                  <a:moveTo>
                    <a:pt x="2251795" y="5663170"/>
                  </a:moveTo>
                  <a:lnTo>
                    <a:pt x="2254733" y="5668258"/>
                  </a:lnTo>
                  <a:lnTo>
                    <a:pt x="2249645" y="5671195"/>
                  </a:lnTo>
                  <a:lnTo>
                    <a:pt x="2246707" y="5666108"/>
                  </a:lnTo>
                  <a:lnTo>
                    <a:pt x="2251795" y="5663170"/>
                  </a:lnTo>
                  <a:close/>
                </a:path>
                <a:path w="6612890" h="6997065">
                  <a:moveTo>
                    <a:pt x="2326497" y="5793732"/>
                  </a:moveTo>
                  <a:lnTo>
                    <a:pt x="2328848" y="5797801"/>
                  </a:lnTo>
                  <a:lnTo>
                    <a:pt x="2324773" y="5800153"/>
                  </a:lnTo>
                  <a:lnTo>
                    <a:pt x="2322428" y="5796084"/>
                  </a:lnTo>
                  <a:lnTo>
                    <a:pt x="2326497" y="5793732"/>
                  </a:lnTo>
                  <a:close/>
                </a:path>
                <a:path w="6612890" h="6997065">
                  <a:moveTo>
                    <a:pt x="2401198" y="5924300"/>
                  </a:moveTo>
                  <a:lnTo>
                    <a:pt x="2402958" y="5927350"/>
                  </a:lnTo>
                  <a:lnTo>
                    <a:pt x="2399907" y="5929115"/>
                  </a:lnTo>
                  <a:lnTo>
                    <a:pt x="2398142" y="5926059"/>
                  </a:lnTo>
                  <a:lnTo>
                    <a:pt x="2401198" y="5924300"/>
                  </a:lnTo>
                  <a:close/>
                </a:path>
                <a:path w="6612890" h="6997065">
                  <a:moveTo>
                    <a:pt x="2475900" y="6054862"/>
                  </a:moveTo>
                  <a:lnTo>
                    <a:pt x="2477073" y="6056894"/>
                  </a:lnTo>
                  <a:lnTo>
                    <a:pt x="2475036" y="6058066"/>
                  </a:lnTo>
                  <a:lnTo>
                    <a:pt x="2473863" y="6056041"/>
                  </a:lnTo>
                  <a:lnTo>
                    <a:pt x="2475900" y="6054862"/>
                  </a:lnTo>
                  <a:close/>
                </a:path>
                <a:path w="6612890" h="6997065">
                  <a:moveTo>
                    <a:pt x="2549589" y="6186010"/>
                  </a:moveTo>
                  <a:lnTo>
                    <a:pt x="2550940" y="6186010"/>
                  </a:lnTo>
                  <a:lnTo>
                    <a:pt x="2551189" y="6186443"/>
                  </a:lnTo>
                  <a:lnTo>
                    <a:pt x="2549838" y="6186443"/>
                  </a:lnTo>
                  <a:lnTo>
                    <a:pt x="2549589" y="6186010"/>
                  </a:lnTo>
                  <a:close/>
                </a:path>
                <a:path w="6612890" h="6997065">
                  <a:moveTo>
                    <a:pt x="2047439" y="5607120"/>
                  </a:moveTo>
                  <a:lnTo>
                    <a:pt x="2051259" y="5613742"/>
                  </a:lnTo>
                  <a:lnTo>
                    <a:pt x="2044643" y="5617563"/>
                  </a:lnTo>
                  <a:lnTo>
                    <a:pt x="2040823" y="5610941"/>
                  </a:lnTo>
                  <a:lnTo>
                    <a:pt x="2047439" y="5607120"/>
                  </a:lnTo>
                  <a:close/>
                </a:path>
                <a:path w="6612890" h="6997065">
                  <a:moveTo>
                    <a:pt x="2122034" y="5738091"/>
                  </a:moveTo>
                  <a:lnTo>
                    <a:pt x="2124972" y="5743179"/>
                  </a:lnTo>
                  <a:lnTo>
                    <a:pt x="2119884" y="5746116"/>
                  </a:lnTo>
                  <a:lnTo>
                    <a:pt x="2116946" y="5741029"/>
                  </a:lnTo>
                  <a:lnTo>
                    <a:pt x="2122034" y="5738091"/>
                  </a:lnTo>
                  <a:close/>
                </a:path>
                <a:path w="6612890" h="6997065">
                  <a:moveTo>
                    <a:pt x="2196736" y="5868653"/>
                  </a:moveTo>
                  <a:lnTo>
                    <a:pt x="2199087" y="5872722"/>
                  </a:lnTo>
                  <a:lnTo>
                    <a:pt x="2195012" y="5875074"/>
                  </a:lnTo>
                  <a:lnTo>
                    <a:pt x="2192666" y="5871004"/>
                  </a:lnTo>
                  <a:lnTo>
                    <a:pt x="2196736" y="5868653"/>
                  </a:lnTo>
                  <a:close/>
                </a:path>
                <a:path w="6612890" h="6997065">
                  <a:moveTo>
                    <a:pt x="2271443" y="5999215"/>
                  </a:moveTo>
                  <a:lnTo>
                    <a:pt x="2273202" y="6002265"/>
                  </a:lnTo>
                  <a:lnTo>
                    <a:pt x="2270146" y="6004030"/>
                  </a:lnTo>
                  <a:lnTo>
                    <a:pt x="2268387" y="6000980"/>
                  </a:lnTo>
                  <a:lnTo>
                    <a:pt x="2271443" y="5999215"/>
                  </a:lnTo>
                  <a:close/>
                </a:path>
                <a:path w="6612890" h="6997065">
                  <a:moveTo>
                    <a:pt x="2346139" y="6129783"/>
                  </a:moveTo>
                  <a:lnTo>
                    <a:pt x="2347312" y="6131808"/>
                  </a:lnTo>
                  <a:lnTo>
                    <a:pt x="2345281" y="6132981"/>
                  </a:lnTo>
                  <a:lnTo>
                    <a:pt x="2344108" y="6130956"/>
                  </a:lnTo>
                  <a:lnTo>
                    <a:pt x="2346139" y="6129783"/>
                  </a:lnTo>
                  <a:close/>
                </a:path>
                <a:path w="6612890" h="6997065">
                  <a:moveTo>
                    <a:pt x="2419828" y="6260931"/>
                  </a:moveTo>
                  <a:lnTo>
                    <a:pt x="2421180" y="6260931"/>
                  </a:lnTo>
                  <a:lnTo>
                    <a:pt x="2421427" y="6261358"/>
                  </a:lnTo>
                  <a:lnTo>
                    <a:pt x="2420075" y="6261358"/>
                  </a:lnTo>
                  <a:lnTo>
                    <a:pt x="2419828" y="6260931"/>
                  </a:lnTo>
                  <a:close/>
                </a:path>
                <a:path w="6612890" h="6997065">
                  <a:moveTo>
                    <a:pt x="1842977" y="5551478"/>
                  </a:moveTo>
                  <a:lnTo>
                    <a:pt x="1847384" y="5559107"/>
                  </a:lnTo>
                  <a:lnTo>
                    <a:pt x="1839749" y="5563514"/>
                  </a:lnTo>
                  <a:lnTo>
                    <a:pt x="1835342" y="5555885"/>
                  </a:lnTo>
                  <a:lnTo>
                    <a:pt x="1842977" y="5551478"/>
                  </a:lnTo>
                  <a:close/>
                </a:path>
                <a:path w="6612890" h="6997065">
                  <a:moveTo>
                    <a:pt x="1917679" y="5682040"/>
                  </a:moveTo>
                  <a:lnTo>
                    <a:pt x="1921499" y="5688656"/>
                  </a:lnTo>
                  <a:lnTo>
                    <a:pt x="1914883" y="5692477"/>
                  </a:lnTo>
                  <a:lnTo>
                    <a:pt x="1911063" y="5685861"/>
                  </a:lnTo>
                  <a:lnTo>
                    <a:pt x="1917679" y="5682040"/>
                  </a:lnTo>
                  <a:close/>
                </a:path>
                <a:path w="6612890" h="6997065">
                  <a:moveTo>
                    <a:pt x="1992274" y="5813005"/>
                  </a:moveTo>
                  <a:lnTo>
                    <a:pt x="1995212" y="5818093"/>
                  </a:lnTo>
                  <a:lnTo>
                    <a:pt x="1990124" y="5821031"/>
                  </a:lnTo>
                  <a:lnTo>
                    <a:pt x="1987186" y="5815943"/>
                  </a:lnTo>
                  <a:lnTo>
                    <a:pt x="1992274" y="5813005"/>
                  </a:lnTo>
                  <a:close/>
                </a:path>
                <a:path w="6612890" h="6997065">
                  <a:moveTo>
                    <a:pt x="2066981" y="5943567"/>
                  </a:moveTo>
                  <a:lnTo>
                    <a:pt x="2069327" y="5947636"/>
                  </a:lnTo>
                  <a:lnTo>
                    <a:pt x="2065252" y="5949988"/>
                  </a:lnTo>
                  <a:lnTo>
                    <a:pt x="2062906" y="5945919"/>
                  </a:lnTo>
                  <a:lnTo>
                    <a:pt x="2066981" y="5943567"/>
                  </a:lnTo>
                  <a:close/>
                </a:path>
                <a:path w="6612890" h="6997065">
                  <a:moveTo>
                    <a:pt x="2141683" y="6074129"/>
                  </a:moveTo>
                  <a:lnTo>
                    <a:pt x="2143442" y="6077186"/>
                  </a:lnTo>
                  <a:lnTo>
                    <a:pt x="2140391" y="6078945"/>
                  </a:lnTo>
                  <a:lnTo>
                    <a:pt x="2138632" y="6075895"/>
                  </a:lnTo>
                  <a:lnTo>
                    <a:pt x="2141683" y="6074129"/>
                  </a:lnTo>
                  <a:close/>
                </a:path>
                <a:path w="6612890" h="6997065">
                  <a:moveTo>
                    <a:pt x="2216385" y="6204697"/>
                  </a:moveTo>
                  <a:lnTo>
                    <a:pt x="2217558" y="6206723"/>
                  </a:lnTo>
                  <a:lnTo>
                    <a:pt x="2215520" y="6207901"/>
                  </a:lnTo>
                  <a:lnTo>
                    <a:pt x="2214347" y="6205870"/>
                  </a:lnTo>
                  <a:lnTo>
                    <a:pt x="2216385" y="6204697"/>
                  </a:lnTo>
                  <a:close/>
                </a:path>
                <a:path w="6612890" h="6997065">
                  <a:moveTo>
                    <a:pt x="2290068" y="6335846"/>
                  </a:moveTo>
                  <a:lnTo>
                    <a:pt x="2291418" y="6335846"/>
                  </a:lnTo>
                  <a:lnTo>
                    <a:pt x="2291667" y="6336278"/>
                  </a:lnTo>
                  <a:lnTo>
                    <a:pt x="2290317" y="6336278"/>
                  </a:lnTo>
                  <a:lnTo>
                    <a:pt x="2290068" y="6335846"/>
                  </a:lnTo>
                  <a:close/>
                </a:path>
                <a:path w="6612890" h="6997065">
                  <a:moveTo>
                    <a:pt x="1713216" y="5626393"/>
                  </a:moveTo>
                  <a:lnTo>
                    <a:pt x="1717623" y="5634028"/>
                  </a:lnTo>
                  <a:lnTo>
                    <a:pt x="1709995" y="5638435"/>
                  </a:lnTo>
                  <a:lnTo>
                    <a:pt x="1705588" y="5630800"/>
                  </a:lnTo>
                  <a:lnTo>
                    <a:pt x="1713216" y="5626393"/>
                  </a:lnTo>
                  <a:close/>
                </a:path>
                <a:path w="6612890" h="6997065">
                  <a:moveTo>
                    <a:pt x="1787924" y="5756955"/>
                  </a:moveTo>
                  <a:lnTo>
                    <a:pt x="1791744" y="5763577"/>
                  </a:lnTo>
                  <a:lnTo>
                    <a:pt x="1785128" y="5767392"/>
                  </a:lnTo>
                  <a:lnTo>
                    <a:pt x="1781308" y="5760776"/>
                  </a:lnTo>
                  <a:lnTo>
                    <a:pt x="1787924" y="5756955"/>
                  </a:lnTo>
                  <a:close/>
                </a:path>
                <a:path w="6612890" h="6997065">
                  <a:moveTo>
                    <a:pt x="1862513" y="5887926"/>
                  </a:moveTo>
                  <a:lnTo>
                    <a:pt x="1865451" y="5893014"/>
                  </a:lnTo>
                  <a:lnTo>
                    <a:pt x="1860363" y="5895952"/>
                  </a:lnTo>
                  <a:lnTo>
                    <a:pt x="1857425" y="5890864"/>
                  </a:lnTo>
                  <a:lnTo>
                    <a:pt x="1862513" y="5887926"/>
                  </a:lnTo>
                  <a:close/>
                </a:path>
                <a:path w="6612890" h="6997065">
                  <a:moveTo>
                    <a:pt x="1937220" y="6018488"/>
                  </a:moveTo>
                  <a:lnTo>
                    <a:pt x="1939566" y="6022557"/>
                  </a:lnTo>
                  <a:lnTo>
                    <a:pt x="1935496" y="6024903"/>
                  </a:lnTo>
                  <a:lnTo>
                    <a:pt x="1933151" y="6020833"/>
                  </a:lnTo>
                  <a:lnTo>
                    <a:pt x="1937220" y="6018488"/>
                  </a:lnTo>
                  <a:close/>
                </a:path>
                <a:path w="6612890" h="6997065">
                  <a:moveTo>
                    <a:pt x="2011921" y="6149050"/>
                  </a:moveTo>
                  <a:lnTo>
                    <a:pt x="2013681" y="6152100"/>
                  </a:lnTo>
                  <a:lnTo>
                    <a:pt x="2010630" y="6153865"/>
                  </a:lnTo>
                  <a:lnTo>
                    <a:pt x="2008871" y="6150809"/>
                  </a:lnTo>
                  <a:lnTo>
                    <a:pt x="2011921" y="6149050"/>
                  </a:lnTo>
                  <a:close/>
                </a:path>
                <a:path w="6612890" h="6997065">
                  <a:moveTo>
                    <a:pt x="2086624" y="6279612"/>
                  </a:moveTo>
                  <a:lnTo>
                    <a:pt x="2087797" y="6281644"/>
                  </a:lnTo>
                  <a:lnTo>
                    <a:pt x="2085759" y="6282817"/>
                  </a:lnTo>
                  <a:lnTo>
                    <a:pt x="2084586" y="6280791"/>
                  </a:lnTo>
                  <a:lnTo>
                    <a:pt x="2086624" y="6279612"/>
                  </a:lnTo>
                  <a:close/>
                </a:path>
                <a:path w="6612890" h="6997065">
                  <a:moveTo>
                    <a:pt x="2160306" y="6410766"/>
                  </a:moveTo>
                  <a:lnTo>
                    <a:pt x="2161672" y="6410766"/>
                  </a:lnTo>
                  <a:lnTo>
                    <a:pt x="2161918" y="6411193"/>
                  </a:lnTo>
                  <a:lnTo>
                    <a:pt x="2160553" y="6411193"/>
                  </a:lnTo>
                  <a:lnTo>
                    <a:pt x="2160306" y="6410766"/>
                  </a:lnTo>
                  <a:close/>
                </a:path>
                <a:path w="6612890" h="6997065">
                  <a:moveTo>
                    <a:pt x="1508760" y="5570746"/>
                  </a:moveTo>
                  <a:lnTo>
                    <a:pt x="1513753" y="5579400"/>
                  </a:lnTo>
                  <a:lnTo>
                    <a:pt x="1505105" y="5584399"/>
                  </a:lnTo>
                  <a:lnTo>
                    <a:pt x="1500106" y="5575745"/>
                  </a:lnTo>
                  <a:lnTo>
                    <a:pt x="1508760" y="5570746"/>
                  </a:lnTo>
                  <a:close/>
                </a:path>
                <a:path w="6612890" h="6997065">
                  <a:moveTo>
                    <a:pt x="1583461" y="5701309"/>
                  </a:moveTo>
                  <a:lnTo>
                    <a:pt x="1587868" y="5708943"/>
                  </a:lnTo>
                  <a:lnTo>
                    <a:pt x="1580240" y="5713350"/>
                  </a:lnTo>
                  <a:lnTo>
                    <a:pt x="1575833" y="5705715"/>
                  </a:lnTo>
                  <a:lnTo>
                    <a:pt x="1583461" y="5701309"/>
                  </a:lnTo>
                  <a:close/>
                </a:path>
                <a:path w="6612890" h="6997065">
                  <a:moveTo>
                    <a:pt x="1658056" y="5832279"/>
                  </a:moveTo>
                  <a:lnTo>
                    <a:pt x="1661581" y="5838380"/>
                  </a:lnTo>
                  <a:lnTo>
                    <a:pt x="1655475" y="5841910"/>
                  </a:lnTo>
                  <a:lnTo>
                    <a:pt x="1651950" y="5835803"/>
                  </a:lnTo>
                  <a:lnTo>
                    <a:pt x="1658056" y="5832279"/>
                  </a:lnTo>
                  <a:close/>
                </a:path>
                <a:path w="6612890" h="6997065">
                  <a:moveTo>
                    <a:pt x="1732758" y="5962841"/>
                  </a:moveTo>
                  <a:lnTo>
                    <a:pt x="1735696" y="5967929"/>
                  </a:lnTo>
                  <a:lnTo>
                    <a:pt x="1730608" y="5970867"/>
                  </a:lnTo>
                  <a:lnTo>
                    <a:pt x="1727671" y="5965779"/>
                  </a:lnTo>
                  <a:lnTo>
                    <a:pt x="1732758" y="5962841"/>
                  </a:lnTo>
                  <a:close/>
                </a:path>
                <a:path w="6612890" h="6997065">
                  <a:moveTo>
                    <a:pt x="1807466" y="6093403"/>
                  </a:moveTo>
                  <a:lnTo>
                    <a:pt x="1809811" y="6097473"/>
                  </a:lnTo>
                  <a:lnTo>
                    <a:pt x="1805742" y="6099824"/>
                  </a:lnTo>
                  <a:lnTo>
                    <a:pt x="1803391" y="6095755"/>
                  </a:lnTo>
                  <a:lnTo>
                    <a:pt x="1807466" y="6093403"/>
                  </a:lnTo>
                  <a:close/>
                </a:path>
                <a:path w="6612890" h="6997065">
                  <a:moveTo>
                    <a:pt x="1882162" y="6223966"/>
                  </a:moveTo>
                  <a:lnTo>
                    <a:pt x="1883927" y="6227022"/>
                  </a:lnTo>
                  <a:lnTo>
                    <a:pt x="1880871" y="6228781"/>
                  </a:lnTo>
                  <a:lnTo>
                    <a:pt x="1879112" y="6225731"/>
                  </a:lnTo>
                  <a:lnTo>
                    <a:pt x="1882162" y="6223966"/>
                  </a:lnTo>
                  <a:close/>
                </a:path>
                <a:path w="6612890" h="6997065">
                  <a:moveTo>
                    <a:pt x="1956863" y="6354533"/>
                  </a:moveTo>
                  <a:lnTo>
                    <a:pt x="1958036" y="6356559"/>
                  </a:lnTo>
                  <a:lnTo>
                    <a:pt x="1956005" y="6357738"/>
                  </a:lnTo>
                  <a:lnTo>
                    <a:pt x="1954832" y="6355706"/>
                  </a:lnTo>
                  <a:lnTo>
                    <a:pt x="1956863" y="6354533"/>
                  </a:lnTo>
                  <a:close/>
                </a:path>
                <a:path w="6612890" h="6997065">
                  <a:moveTo>
                    <a:pt x="1378897" y="5646070"/>
                  </a:moveTo>
                  <a:lnTo>
                    <a:pt x="1383594" y="5654209"/>
                  </a:lnTo>
                  <a:lnTo>
                    <a:pt x="1375450" y="5658912"/>
                  </a:lnTo>
                  <a:lnTo>
                    <a:pt x="1370747" y="5650773"/>
                  </a:lnTo>
                  <a:lnTo>
                    <a:pt x="1378897" y="5646070"/>
                  </a:lnTo>
                  <a:close/>
                </a:path>
                <a:path w="6612890" h="6997065">
                  <a:moveTo>
                    <a:pt x="1453593" y="5776632"/>
                  </a:moveTo>
                  <a:lnTo>
                    <a:pt x="1457710" y="5783758"/>
                  </a:lnTo>
                  <a:lnTo>
                    <a:pt x="1450591" y="5787868"/>
                  </a:lnTo>
                  <a:lnTo>
                    <a:pt x="1446474" y="5780743"/>
                  </a:lnTo>
                  <a:lnTo>
                    <a:pt x="1453593" y="5776632"/>
                  </a:lnTo>
                  <a:close/>
                </a:path>
                <a:path w="6612890" h="6997065">
                  <a:moveTo>
                    <a:pt x="1528295" y="5907194"/>
                  </a:moveTo>
                  <a:lnTo>
                    <a:pt x="1531819" y="5913301"/>
                  </a:lnTo>
                  <a:lnTo>
                    <a:pt x="1525719" y="5916825"/>
                  </a:lnTo>
                  <a:lnTo>
                    <a:pt x="1522194" y="5910719"/>
                  </a:lnTo>
                  <a:lnTo>
                    <a:pt x="1528295" y="5907194"/>
                  </a:lnTo>
                  <a:close/>
                </a:path>
                <a:path w="6612890" h="6997065">
                  <a:moveTo>
                    <a:pt x="1603002" y="6037756"/>
                  </a:moveTo>
                  <a:lnTo>
                    <a:pt x="1605940" y="6042844"/>
                  </a:lnTo>
                  <a:lnTo>
                    <a:pt x="1600852" y="6045782"/>
                  </a:lnTo>
                  <a:lnTo>
                    <a:pt x="1597915" y="6040694"/>
                  </a:lnTo>
                  <a:lnTo>
                    <a:pt x="1603002" y="6037756"/>
                  </a:lnTo>
                  <a:close/>
                </a:path>
                <a:path w="6612890" h="6997065">
                  <a:moveTo>
                    <a:pt x="1677704" y="6168319"/>
                  </a:moveTo>
                  <a:lnTo>
                    <a:pt x="1680050" y="6172388"/>
                  </a:lnTo>
                  <a:lnTo>
                    <a:pt x="1675980" y="6174739"/>
                  </a:lnTo>
                  <a:lnTo>
                    <a:pt x="1673629" y="6170670"/>
                  </a:lnTo>
                  <a:lnTo>
                    <a:pt x="1677704" y="6168319"/>
                  </a:lnTo>
                  <a:close/>
                </a:path>
                <a:path w="6612890" h="6997065">
                  <a:moveTo>
                    <a:pt x="1752406" y="6298881"/>
                  </a:moveTo>
                  <a:lnTo>
                    <a:pt x="1754171" y="6301937"/>
                  </a:lnTo>
                  <a:lnTo>
                    <a:pt x="1751115" y="6303702"/>
                  </a:lnTo>
                  <a:lnTo>
                    <a:pt x="1749349" y="6300646"/>
                  </a:lnTo>
                  <a:lnTo>
                    <a:pt x="1752406" y="6298881"/>
                  </a:lnTo>
                  <a:close/>
                </a:path>
                <a:path w="6612890" h="6997065">
                  <a:moveTo>
                    <a:pt x="1827107" y="6429448"/>
                  </a:moveTo>
                  <a:lnTo>
                    <a:pt x="1828280" y="6431480"/>
                  </a:lnTo>
                  <a:lnTo>
                    <a:pt x="1826249" y="6432653"/>
                  </a:lnTo>
                  <a:lnTo>
                    <a:pt x="1825076" y="6430621"/>
                  </a:lnTo>
                  <a:lnTo>
                    <a:pt x="1827107" y="6429448"/>
                  </a:lnTo>
                  <a:close/>
                </a:path>
                <a:path w="6612890" h="6997065">
                  <a:moveTo>
                    <a:pt x="1174434" y="5590424"/>
                  </a:moveTo>
                  <a:lnTo>
                    <a:pt x="1179724" y="5599587"/>
                  </a:lnTo>
                  <a:lnTo>
                    <a:pt x="1170561" y="5604876"/>
                  </a:lnTo>
                  <a:lnTo>
                    <a:pt x="1165272" y="5595713"/>
                  </a:lnTo>
                  <a:lnTo>
                    <a:pt x="1174434" y="5590424"/>
                  </a:lnTo>
                  <a:close/>
                </a:path>
                <a:path w="6612890" h="6997065">
                  <a:moveTo>
                    <a:pt x="1249135" y="5720986"/>
                  </a:moveTo>
                  <a:lnTo>
                    <a:pt x="1253833" y="5729124"/>
                  </a:lnTo>
                  <a:lnTo>
                    <a:pt x="1245694" y="5733827"/>
                  </a:lnTo>
                  <a:lnTo>
                    <a:pt x="1240991" y="5725689"/>
                  </a:lnTo>
                  <a:lnTo>
                    <a:pt x="1249135" y="5720986"/>
                  </a:lnTo>
                  <a:close/>
                </a:path>
                <a:path w="6612890" h="6997065">
                  <a:moveTo>
                    <a:pt x="1323838" y="5851548"/>
                  </a:moveTo>
                  <a:lnTo>
                    <a:pt x="1327954" y="5858673"/>
                  </a:lnTo>
                  <a:lnTo>
                    <a:pt x="1320829" y="5862790"/>
                  </a:lnTo>
                  <a:lnTo>
                    <a:pt x="1316712" y="5855664"/>
                  </a:lnTo>
                  <a:lnTo>
                    <a:pt x="1323838" y="5851548"/>
                  </a:lnTo>
                  <a:close/>
                </a:path>
                <a:path w="6612890" h="6997065">
                  <a:moveTo>
                    <a:pt x="1398433" y="5982512"/>
                  </a:moveTo>
                  <a:lnTo>
                    <a:pt x="1401667" y="5988110"/>
                  </a:lnTo>
                  <a:lnTo>
                    <a:pt x="1396070" y="5991344"/>
                  </a:lnTo>
                  <a:lnTo>
                    <a:pt x="1392836" y="5985741"/>
                  </a:lnTo>
                  <a:lnTo>
                    <a:pt x="1398433" y="5982512"/>
                  </a:lnTo>
                  <a:close/>
                </a:path>
                <a:path w="6612890" h="6997065">
                  <a:moveTo>
                    <a:pt x="1473135" y="6113074"/>
                  </a:moveTo>
                  <a:lnTo>
                    <a:pt x="1475776" y="6117653"/>
                  </a:lnTo>
                  <a:lnTo>
                    <a:pt x="1471198" y="6120301"/>
                  </a:lnTo>
                  <a:lnTo>
                    <a:pt x="1468556" y="6115716"/>
                  </a:lnTo>
                  <a:lnTo>
                    <a:pt x="1473135" y="6113074"/>
                  </a:lnTo>
                  <a:close/>
                </a:path>
                <a:path w="6612890" h="6997065">
                  <a:moveTo>
                    <a:pt x="1547831" y="6243636"/>
                  </a:moveTo>
                  <a:lnTo>
                    <a:pt x="1549892" y="6247202"/>
                  </a:lnTo>
                  <a:lnTo>
                    <a:pt x="1546332" y="6249258"/>
                  </a:lnTo>
                  <a:lnTo>
                    <a:pt x="1544271" y="6245692"/>
                  </a:lnTo>
                  <a:lnTo>
                    <a:pt x="1547831" y="6243636"/>
                  </a:lnTo>
                  <a:close/>
                </a:path>
                <a:path w="6612890" h="6997065">
                  <a:moveTo>
                    <a:pt x="1622538" y="6374198"/>
                  </a:moveTo>
                  <a:lnTo>
                    <a:pt x="1624007" y="6376745"/>
                  </a:lnTo>
                  <a:lnTo>
                    <a:pt x="1621460" y="6378214"/>
                  </a:lnTo>
                  <a:lnTo>
                    <a:pt x="1619991" y="6375667"/>
                  </a:lnTo>
                  <a:lnTo>
                    <a:pt x="1622538" y="6374198"/>
                  </a:lnTo>
                  <a:close/>
                </a:path>
                <a:path w="6612890" h="6997065">
                  <a:moveTo>
                    <a:pt x="1697240" y="6504760"/>
                  </a:moveTo>
                  <a:lnTo>
                    <a:pt x="1698122" y="6506294"/>
                  </a:lnTo>
                  <a:lnTo>
                    <a:pt x="1696594" y="6507177"/>
                  </a:lnTo>
                  <a:lnTo>
                    <a:pt x="1695712" y="6505643"/>
                  </a:lnTo>
                  <a:lnTo>
                    <a:pt x="1697240" y="6504760"/>
                  </a:lnTo>
                  <a:close/>
                </a:path>
                <a:path w="6612890" h="6997065">
                  <a:moveTo>
                    <a:pt x="1044673" y="5665339"/>
                  </a:moveTo>
                  <a:lnTo>
                    <a:pt x="1049962" y="5674502"/>
                  </a:lnTo>
                  <a:lnTo>
                    <a:pt x="1040805" y="5679791"/>
                  </a:lnTo>
                  <a:lnTo>
                    <a:pt x="1035516" y="5670628"/>
                  </a:lnTo>
                  <a:lnTo>
                    <a:pt x="1044673" y="5665339"/>
                  </a:lnTo>
                  <a:close/>
                </a:path>
                <a:path w="6612890" h="6997065">
                  <a:moveTo>
                    <a:pt x="1119375" y="5795907"/>
                  </a:moveTo>
                  <a:lnTo>
                    <a:pt x="1124078" y="5804045"/>
                  </a:lnTo>
                  <a:lnTo>
                    <a:pt x="1115934" y="5808742"/>
                  </a:lnTo>
                  <a:lnTo>
                    <a:pt x="1111237" y="5800604"/>
                  </a:lnTo>
                  <a:lnTo>
                    <a:pt x="1119375" y="5795907"/>
                  </a:lnTo>
                  <a:close/>
                </a:path>
                <a:path w="6612890" h="6997065">
                  <a:moveTo>
                    <a:pt x="1194076" y="5926469"/>
                  </a:moveTo>
                  <a:lnTo>
                    <a:pt x="1198193" y="5933594"/>
                  </a:lnTo>
                  <a:lnTo>
                    <a:pt x="1191068" y="5937704"/>
                  </a:lnTo>
                  <a:lnTo>
                    <a:pt x="1186951" y="5930579"/>
                  </a:lnTo>
                  <a:lnTo>
                    <a:pt x="1194076" y="5926469"/>
                  </a:lnTo>
                  <a:close/>
                </a:path>
                <a:path w="6612890" h="6997065">
                  <a:moveTo>
                    <a:pt x="1268672" y="6057427"/>
                  </a:moveTo>
                  <a:lnTo>
                    <a:pt x="1271906" y="6063031"/>
                  </a:lnTo>
                  <a:lnTo>
                    <a:pt x="1266308" y="6066259"/>
                  </a:lnTo>
                  <a:lnTo>
                    <a:pt x="1263074" y="6060661"/>
                  </a:lnTo>
                  <a:lnTo>
                    <a:pt x="1268672" y="6057427"/>
                  </a:lnTo>
                  <a:close/>
                </a:path>
                <a:path w="6612890" h="6997065">
                  <a:moveTo>
                    <a:pt x="1343373" y="6187990"/>
                  </a:moveTo>
                  <a:lnTo>
                    <a:pt x="1346021" y="6192574"/>
                  </a:lnTo>
                  <a:lnTo>
                    <a:pt x="1341436" y="6195216"/>
                  </a:lnTo>
                  <a:lnTo>
                    <a:pt x="1338795" y="6190637"/>
                  </a:lnTo>
                  <a:lnTo>
                    <a:pt x="1343373" y="6187990"/>
                  </a:lnTo>
                  <a:close/>
                </a:path>
                <a:path w="6612890" h="6997065">
                  <a:moveTo>
                    <a:pt x="1418075" y="6318552"/>
                  </a:moveTo>
                  <a:lnTo>
                    <a:pt x="1420137" y="6322117"/>
                  </a:lnTo>
                  <a:lnTo>
                    <a:pt x="1416571" y="6324179"/>
                  </a:lnTo>
                  <a:lnTo>
                    <a:pt x="1414510" y="6320613"/>
                  </a:lnTo>
                  <a:lnTo>
                    <a:pt x="1418075" y="6318552"/>
                  </a:lnTo>
                  <a:close/>
                </a:path>
                <a:path w="6612890" h="6997065">
                  <a:moveTo>
                    <a:pt x="1492777" y="6449119"/>
                  </a:moveTo>
                  <a:lnTo>
                    <a:pt x="1494246" y="6451660"/>
                  </a:lnTo>
                  <a:lnTo>
                    <a:pt x="1491699" y="6453129"/>
                  </a:lnTo>
                  <a:lnTo>
                    <a:pt x="1490230" y="6450588"/>
                  </a:lnTo>
                  <a:lnTo>
                    <a:pt x="1492777" y="6449119"/>
                  </a:lnTo>
                  <a:close/>
                </a:path>
                <a:path w="6612890" h="6997065">
                  <a:moveTo>
                    <a:pt x="1567478" y="6579681"/>
                  </a:moveTo>
                  <a:lnTo>
                    <a:pt x="1568361" y="6581210"/>
                  </a:lnTo>
                  <a:lnTo>
                    <a:pt x="1566839" y="6582092"/>
                  </a:lnTo>
                  <a:lnTo>
                    <a:pt x="1565956" y="6580558"/>
                  </a:lnTo>
                  <a:lnTo>
                    <a:pt x="1567478" y="6579681"/>
                  </a:lnTo>
                  <a:close/>
                </a:path>
                <a:path w="6612890" h="6997065">
                  <a:moveTo>
                    <a:pt x="840216" y="5609691"/>
                  </a:moveTo>
                  <a:lnTo>
                    <a:pt x="846092" y="5619873"/>
                  </a:lnTo>
                  <a:lnTo>
                    <a:pt x="835910" y="5625749"/>
                  </a:lnTo>
                  <a:lnTo>
                    <a:pt x="830034" y="5615567"/>
                  </a:lnTo>
                  <a:lnTo>
                    <a:pt x="840216" y="5609691"/>
                  </a:lnTo>
                  <a:close/>
                </a:path>
                <a:path w="6612890" h="6997065">
                  <a:moveTo>
                    <a:pt x="914805" y="5740656"/>
                  </a:moveTo>
                  <a:lnTo>
                    <a:pt x="919798" y="5749310"/>
                  </a:lnTo>
                  <a:lnTo>
                    <a:pt x="911144" y="5754303"/>
                  </a:lnTo>
                  <a:lnTo>
                    <a:pt x="906151" y="5745649"/>
                  </a:lnTo>
                  <a:lnTo>
                    <a:pt x="914805" y="5740656"/>
                  </a:lnTo>
                  <a:close/>
                </a:path>
                <a:path w="6612890" h="6997065">
                  <a:moveTo>
                    <a:pt x="989507" y="5871218"/>
                  </a:moveTo>
                  <a:lnTo>
                    <a:pt x="993914" y="5878853"/>
                  </a:lnTo>
                  <a:lnTo>
                    <a:pt x="986285" y="5883260"/>
                  </a:lnTo>
                  <a:lnTo>
                    <a:pt x="981878" y="5875625"/>
                  </a:lnTo>
                  <a:lnTo>
                    <a:pt x="989507" y="5871218"/>
                  </a:lnTo>
                  <a:close/>
                </a:path>
                <a:path w="6612890" h="6997065">
                  <a:moveTo>
                    <a:pt x="1064314" y="6001383"/>
                  </a:moveTo>
                  <a:lnTo>
                    <a:pt x="1068431" y="6008508"/>
                  </a:lnTo>
                  <a:lnTo>
                    <a:pt x="1061306" y="6012625"/>
                  </a:lnTo>
                  <a:lnTo>
                    <a:pt x="1057195" y="6005500"/>
                  </a:lnTo>
                  <a:lnTo>
                    <a:pt x="1064314" y="6001383"/>
                  </a:lnTo>
                  <a:close/>
                </a:path>
                <a:path w="6612890" h="6997065">
                  <a:moveTo>
                    <a:pt x="1138910" y="6132348"/>
                  </a:moveTo>
                  <a:lnTo>
                    <a:pt x="1142144" y="6137945"/>
                  </a:lnTo>
                  <a:lnTo>
                    <a:pt x="1136546" y="6141179"/>
                  </a:lnTo>
                  <a:lnTo>
                    <a:pt x="1133312" y="6135576"/>
                  </a:lnTo>
                  <a:lnTo>
                    <a:pt x="1138910" y="6132348"/>
                  </a:lnTo>
                  <a:close/>
                </a:path>
                <a:path w="6612890" h="6997065">
                  <a:moveTo>
                    <a:pt x="1213612" y="6262910"/>
                  </a:moveTo>
                  <a:lnTo>
                    <a:pt x="1216259" y="6267488"/>
                  </a:lnTo>
                  <a:lnTo>
                    <a:pt x="1211674" y="6270136"/>
                  </a:lnTo>
                  <a:lnTo>
                    <a:pt x="1209033" y="6265552"/>
                  </a:lnTo>
                  <a:lnTo>
                    <a:pt x="1213612" y="6262910"/>
                  </a:lnTo>
                  <a:close/>
                </a:path>
                <a:path w="6612890" h="6997065">
                  <a:moveTo>
                    <a:pt x="1288314" y="6393472"/>
                  </a:moveTo>
                  <a:lnTo>
                    <a:pt x="1290375" y="6397037"/>
                  </a:lnTo>
                  <a:lnTo>
                    <a:pt x="1286809" y="6399093"/>
                  </a:lnTo>
                  <a:lnTo>
                    <a:pt x="1284754" y="6395527"/>
                  </a:lnTo>
                  <a:lnTo>
                    <a:pt x="1288314" y="6393472"/>
                  </a:lnTo>
                  <a:close/>
                </a:path>
                <a:path w="6612890" h="6997065">
                  <a:moveTo>
                    <a:pt x="1363021" y="6524034"/>
                  </a:moveTo>
                  <a:lnTo>
                    <a:pt x="1364490" y="6526575"/>
                  </a:lnTo>
                  <a:lnTo>
                    <a:pt x="1361943" y="6528044"/>
                  </a:lnTo>
                  <a:lnTo>
                    <a:pt x="1360474" y="6525503"/>
                  </a:lnTo>
                  <a:lnTo>
                    <a:pt x="1363021" y="6524034"/>
                  </a:lnTo>
                  <a:close/>
                </a:path>
                <a:path w="6612890" h="6997065">
                  <a:moveTo>
                    <a:pt x="1437717" y="6654596"/>
                  </a:moveTo>
                  <a:lnTo>
                    <a:pt x="1438599" y="6656130"/>
                  </a:lnTo>
                  <a:lnTo>
                    <a:pt x="1437077" y="6657006"/>
                  </a:lnTo>
                  <a:lnTo>
                    <a:pt x="1436194" y="6655478"/>
                  </a:lnTo>
                  <a:lnTo>
                    <a:pt x="1437717" y="6654596"/>
                  </a:lnTo>
                  <a:close/>
                </a:path>
                <a:path w="6612890" h="6997065">
                  <a:moveTo>
                    <a:pt x="635859" y="5553647"/>
                  </a:moveTo>
                  <a:lnTo>
                    <a:pt x="642617" y="5565350"/>
                  </a:lnTo>
                  <a:lnTo>
                    <a:pt x="630908" y="5572109"/>
                  </a:lnTo>
                  <a:lnTo>
                    <a:pt x="624149" y="5560405"/>
                  </a:lnTo>
                  <a:lnTo>
                    <a:pt x="635859" y="5553647"/>
                  </a:lnTo>
                  <a:close/>
                </a:path>
                <a:path w="6612890" h="6997065">
                  <a:moveTo>
                    <a:pt x="710454" y="5684611"/>
                  </a:moveTo>
                  <a:lnTo>
                    <a:pt x="716330" y="5694787"/>
                  </a:lnTo>
                  <a:lnTo>
                    <a:pt x="706148" y="5700663"/>
                  </a:lnTo>
                  <a:lnTo>
                    <a:pt x="700272" y="5690487"/>
                  </a:lnTo>
                  <a:lnTo>
                    <a:pt x="710454" y="5684611"/>
                  </a:lnTo>
                  <a:close/>
                </a:path>
                <a:path w="6612890" h="6997065">
                  <a:moveTo>
                    <a:pt x="785043" y="5815570"/>
                  </a:moveTo>
                  <a:lnTo>
                    <a:pt x="790042" y="5824224"/>
                  </a:lnTo>
                  <a:lnTo>
                    <a:pt x="781395" y="5829217"/>
                  </a:lnTo>
                  <a:lnTo>
                    <a:pt x="776396" y="5820563"/>
                  </a:lnTo>
                  <a:lnTo>
                    <a:pt x="785043" y="5815570"/>
                  </a:lnTo>
                  <a:close/>
                </a:path>
                <a:path w="6612890" h="6997065">
                  <a:moveTo>
                    <a:pt x="859745" y="5946132"/>
                  </a:moveTo>
                  <a:lnTo>
                    <a:pt x="864152" y="5953767"/>
                  </a:lnTo>
                  <a:lnTo>
                    <a:pt x="856523" y="5958174"/>
                  </a:lnTo>
                  <a:lnTo>
                    <a:pt x="852116" y="5950539"/>
                  </a:lnTo>
                  <a:lnTo>
                    <a:pt x="859745" y="5946132"/>
                  </a:lnTo>
                  <a:close/>
                </a:path>
                <a:path w="6612890" h="6997065">
                  <a:moveTo>
                    <a:pt x="934452" y="6076700"/>
                  </a:moveTo>
                  <a:lnTo>
                    <a:pt x="938273" y="6083316"/>
                  </a:lnTo>
                  <a:lnTo>
                    <a:pt x="931651" y="6087136"/>
                  </a:lnTo>
                  <a:lnTo>
                    <a:pt x="927830" y="6080520"/>
                  </a:lnTo>
                  <a:lnTo>
                    <a:pt x="934452" y="6076700"/>
                  </a:lnTo>
                  <a:close/>
                </a:path>
                <a:path w="6612890" h="6997065">
                  <a:moveTo>
                    <a:pt x="1009047" y="6207665"/>
                  </a:moveTo>
                  <a:lnTo>
                    <a:pt x="1011985" y="6212752"/>
                  </a:lnTo>
                  <a:lnTo>
                    <a:pt x="1006897" y="6215690"/>
                  </a:lnTo>
                  <a:lnTo>
                    <a:pt x="1003960" y="6210602"/>
                  </a:lnTo>
                  <a:lnTo>
                    <a:pt x="1009047" y="6207665"/>
                  </a:lnTo>
                  <a:close/>
                </a:path>
                <a:path w="6612890" h="6997065">
                  <a:moveTo>
                    <a:pt x="1083749" y="6338227"/>
                  </a:moveTo>
                  <a:lnTo>
                    <a:pt x="1086100" y="6342302"/>
                  </a:lnTo>
                  <a:lnTo>
                    <a:pt x="1082025" y="6344653"/>
                  </a:lnTo>
                  <a:lnTo>
                    <a:pt x="1079674" y="6340578"/>
                  </a:lnTo>
                  <a:lnTo>
                    <a:pt x="1083749" y="6338227"/>
                  </a:lnTo>
                  <a:close/>
                </a:path>
                <a:path w="6612890" h="6997065">
                  <a:moveTo>
                    <a:pt x="1158445" y="6468795"/>
                  </a:moveTo>
                  <a:lnTo>
                    <a:pt x="1160210" y="6471845"/>
                  </a:lnTo>
                  <a:lnTo>
                    <a:pt x="1157160" y="6473604"/>
                  </a:lnTo>
                  <a:lnTo>
                    <a:pt x="1155394" y="6470554"/>
                  </a:lnTo>
                  <a:lnTo>
                    <a:pt x="1158445" y="6468795"/>
                  </a:lnTo>
                  <a:close/>
                </a:path>
                <a:path w="6612890" h="6997065">
                  <a:moveTo>
                    <a:pt x="1233153" y="6599357"/>
                  </a:moveTo>
                  <a:lnTo>
                    <a:pt x="1234326" y="6601394"/>
                  </a:lnTo>
                  <a:lnTo>
                    <a:pt x="1232288" y="6602567"/>
                  </a:lnTo>
                  <a:lnTo>
                    <a:pt x="1231115" y="6600529"/>
                  </a:lnTo>
                  <a:lnTo>
                    <a:pt x="1233153" y="6599357"/>
                  </a:lnTo>
                  <a:close/>
                </a:path>
                <a:path w="6612890" h="6997065">
                  <a:moveTo>
                    <a:pt x="1306836" y="6730505"/>
                  </a:moveTo>
                  <a:lnTo>
                    <a:pt x="1308194" y="6730505"/>
                  </a:lnTo>
                  <a:lnTo>
                    <a:pt x="1308441" y="6730931"/>
                  </a:lnTo>
                  <a:lnTo>
                    <a:pt x="1307083" y="6730931"/>
                  </a:lnTo>
                  <a:lnTo>
                    <a:pt x="1306836" y="6730505"/>
                  </a:lnTo>
                  <a:close/>
                </a:path>
                <a:path w="6612890" h="6997065">
                  <a:moveTo>
                    <a:pt x="505991" y="5628964"/>
                  </a:moveTo>
                  <a:lnTo>
                    <a:pt x="512453" y="5640158"/>
                  </a:lnTo>
                  <a:lnTo>
                    <a:pt x="501259" y="5646620"/>
                  </a:lnTo>
                  <a:lnTo>
                    <a:pt x="494796" y="5635426"/>
                  </a:lnTo>
                  <a:lnTo>
                    <a:pt x="505991" y="5628964"/>
                  </a:lnTo>
                  <a:close/>
                </a:path>
                <a:path w="6612890" h="6997065">
                  <a:moveTo>
                    <a:pt x="580586" y="5759928"/>
                  </a:moveTo>
                  <a:lnTo>
                    <a:pt x="586166" y="5769595"/>
                  </a:lnTo>
                  <a:lnTo>
                    <a:pt x="576499" y="5775174"/>
                  </a:lnTo>
                  <a:lnTo>
                    <a:pt x="570920" y="5765514"/>
                  </a:lnTo>
                  <a:lnTo>
                    <a:pt x="580586" y="5759928"/>
                  </a:lnTo>
                  <a:close/>
                </a:path>
                <a:path w="6612890" h="6997065">
                  <a:moveTo>
                    <a:pt x="655282" y="5890490"/>
                  </a:moveTo>
                  <a:lnTo>
                    <a:pt x="660282" y="5899144"/>
                  </a:lnTo>
                  <a:lnTo>
                    <a:pt x="651634" y="5904137"/>
                  </a:lnTo>
                  <a:lnTo>
                    <a:pt x="646635" y="5895484"/>
                  </a:lnTo>
                  <a:lnTo>
                    <a:pt x="655282" y="5890490"/>
                  </a:lnTo>
                  <a:close/>
                </a:path>
                <a:path w="6612890" h="6997065">
                  <a:moveTo>
                    <a:pt x="729990" y="6021052"/>
                  </a:moveTo>
                  <a:lnTo>
                    <a:pt x="734397" y="6028687"/>
                  </a:lnTo>
                  <a:lnTo>
                    <a:pt x="726762" y="6033094"/>
                  </a:lnTo>
                  <a:lnTo>
                    <a:pt x="722355" y="6025459"/>
                  </a:lnTo>
                  <a:lnTo>
                    <a:pt x="729990" y="6021052"/>
                  </a:lnTo>
                  <a:close/>
                </a:path>
                <a:path w="6612890" h="6997065">
                  <a:moveTo>
                    <a:pt x="804585" y="6152017"/>
                  </a:moveTo>
                  <a:lnTo>
                    <a:pt x="808109" y="6158124"/>
                  </a:lnTo>
                  <a:lnTo>
                    <a:pt x="802003" y="6161648"/>
                  </a:lnTo>
                  <a:lnTo>
                    <a:pt x="798479" y="6155541"/>
                  </a:lnTo>
                  <a:lnTo>
                    <a:pt x="804585" y="6152017"/>
                  </a:lnTo>
                  <a:close/>
                </a:path>
                <a:path w="6612890" h="6997065">
                  <a:moveTo>
                    <a:pt x="879287" y="6282579"/>
                  </a:moveTo>
                  <a:lnTo>
                    <a:pt x="882225" y="6287673"/>
                  </a:lnTo>
                  <a:lnTo>
                    <a:pt x="877137" y="6290611"/>
                  </a:lnTo>
                  <a:lnTo>
                    <a:pt x="874199" y="6285517"/>
                  </a:lnTo>
                  <a:lnTo>
                    <a:pt x="879287" y="6282579"/>
                  </a:lnTo>
                  <a:close/>
                </a:path>
                <a:path w="6612890" h="6997065">
                  <a:moveTo>
                    <a:pt x="953988" y="6413147"/>
                  </a:moveTo>
                  <a:lnTo>
                    <a:pt x="956340" y="6417216"/>
                  </a:lnTo>
                  <a:lnTo>
                    <a:pt x="952265" y="6419568"/>
                  </a:lnTo>
                  <a:lnTo>
                    <a:pt x="949913" y="6415498"/>
                  </a:lnTo>
                  <a:lnTo>
                    <a:pt x="953988" y="6413147"/>
                  </a:lnTo>
                  <a:close/>
                </a:path>
                <a:path w="6612890" h="6997065">
                  <a:moveTo>
                    <a:pt x="1028690" y="6543709"/>
                  </a:moveTo>
                  <a:lnTo>
                    <a:pt x="1030456" y="6546759"/>
                  </a:lnTo>
                  <a:lnTo>
                    <a:pt x="1027399" y="6548524"/>
                  </a:lnTo>
                  <a:lnTo>
                    <a:pt x="1025634" y="6545474"/>
                  </a:lnTo>
                  <a:lnTo>
                    <a:pt x="1028690" y="6543709"/>
                  </a:lnTo>
                  <a:close/>
                </a:path>
                <a:path w="6612890" h="6997065">
                  <a:moveTo>
                    <a:pt x="1103398" y="6674271"/>
                  </a:moveTo>
                  <a:lnTo>
                    <a:pt x="1104571" y="6676308"/>
                  </a:lnTo>
                  <a:lnTo>
                    <a:pt x="1102533" y="6677481"/>
                  </a:lnTo>
                  <a:lnTo>
                    <a:pt x="1101360" y="6675444"/>
                  </a:lnTo>
                  <a:lnTo>
                    <a:pt x="1103398" y="6674271"/>
                  </a:lnTo>
                  <a:close/>
                </a:path>
                <a:path w="6612890" h="6997065">
                  <a:moveTo>
                    <a:pt x="1177075" y="6805419"/>
                  </a:moveTo>
                  <a:lnTo>
                    <a:pt x="1178431" y="6805419"/>
                  </a:lnTo>
                  <a:lnTo>
                    <a:pt x="1178680" y="6805852"/>
                  </a:lnTo>
                  <a:lnTo>
                    <a:pt x="1177324" y="6805852"/>
                  </a:lnTo>
                  <a:lnTo>
                    <a:pt x="1177075" y="6805419"/>
                  </a:lnTo>
                  <a:close/>
                </a:path>
                <a:path w="6612890" h="6997065">
                  <a:moveTo>
                    <a:pt x="301635" y="5572914"/>
                  </a:moveTo>
                  <a:lnTo>
                    <a:pt x="308980" y="5585636"/>
                  </a:lnTo>
                  <a:lnTo>
                    <a:pt x="296257" y="5592981"/>
                  </a:lnTo>
                  <a:lnTo>
                    <a:pt x="288912" y="5580258"/>
                  </a:lnTo>
                  <a:lnTo>
                    <a:pt x="301635" y="5572914"/>
                  </a:lnTo>
                  <a:close/>
                </a:path>
                <a:path w="6612890" h="6997065">
                  <a:moveTo>
                    <a:pt x="376124" y="5704287"/>
                  </a:moveTo>
                  <a:lnTo>
                    <a:pt x="382295" y="5714972"/>
                  </a:lnTo>
                  <a:lnTo>
                    <a:pt x="371610" y="5721138"/>
                  </a:lnTo>
                  <a:lnTo>
                    <a:pt x="365438" y="5710453"/>
                  </a:lnTo>
                  <a:lnTo>
                    <a:pt x="376124" y="5704287"/>
                  </a:lnTo>
                  <a:close/>
                </a:path>
                <a:path w="6612890" h="6997065">
                  <a:moveTo>
                    <a:pt x="450719" y="5835246"/>
                  </a:moveTo>
                  <a:lnTo>
                    <a:pt x="456008" y="5844409"/>
                  </a:lnTo>
                  <a:lnTo>
                    <a:pt x="446851" y="5849692"/>
                  </a:lnTo>
                  <a:lnTo>
                    <a:pt x="441562" y="5840535"/>
                  </a:lnTo>
                  <a:lnTo>
                    <a:pt x="450719" y="5835246"/>
                  </a:lnTo>
                  <a:close/>
                </a:path>
                <a:path w="6612890" h="6997065">
                  <a:moveTo>
                    <a:pt x="525421" y="5965808"/>
                  </a:moveTo>
                  <a:lnTo>
                    <a:pt x="530124" y="5973952"/>
                  </a:lnTo>
                  <a:lnTo>
                    <a:pt x="521979" y="5978649"/>
                  </a:lnTo>
                  <a:lnTo>
                    <a:pt x="517283" y="5970511"/>
                  </a:lnTo>
                  <a:lnTo>
                    <a:pt x="525421" y="5965808"/>
                  </a:lnTo>
                  <a:close/>
                </a:path>
                <a:path w="6612890" h="6997065">
                  <a:moveTo>
                    <a:pt x="600122" y="6096370"/>
                  </a:moveTo>
                  <a:lnTo>
                    <a:pt x="604239" y="6103495"/>
                  </a:lnTo>
                  <a:lnTo>
                    <a:pt x="597113" y="6107612"/>
                  </a:lnTo>
                  <a:lnTo>
                    <a:pt x="592997" y="6100487"/>
                  </a:lnTo>
                  <a:lnTo>
                    <a:pt x="600122" y="6096370"/>
                  </a:lnTo>
                  <a:close/>
                </a:path>
                <a:path w="6612890" h="6997065">
                  <a:moveTo>
                    <a:pt x="674717" y="6227341"/>
                  </a:moveTo>
                  <a:lnTo>
                    <a:pt x="677951" y="6232938"/>
                  </a:lnTo>
                  <a:lnTo>
                    <a:pt x="672354" y="6236166"/>
                  </a:lnTo>
                  <a:lnTo>
                    <a:pt x="669120" y="6230569"/>
                  </a:lnTo>
                  <a:lnTo>
                    <a:pt x="674717" y="6227341"/>
                  </a:lnTo>
                  <a:close/>
                </a:path>
                <a:path w="6612890" h="6997065">
                  <a:moveTo>
                    <a:pt x="749425" y="6357903"/>
                  </a:moveTo>
                  <a:lnTo>
                    <a:pt x="752067" y="6362475"/>
                  </a:lnTo>
                  <a:lnTo>
                    <a:pt x="747482" y="6365123"/>
                  </a:lnTo>
                  <a:lnTo>
                    <a:pt x="744840" y="6360544"/>
                  </a:lnTo>
                  <a:lnTo>
                    <a:pt x="749425" y="6357903"/>
                  </a:lnTo>
                  <a:close/>
                </a:path>
                <a:path w="6612890" h="6997065">
                  <a:moveTo>
                    <a:pt x="824127" y="6488465"/>
                  </a:moveTo>
                  <a:lnTo>
                    <a:pt x="826182" y="6492024"/>
                  </a:lnTo>
                  <a:lnTo>
                    <a:pt x="822616" y="6494080"/>
                  </a:lnTo>
                  <a:lnTo>
                    <a:pt x="820561" y="6490520"/>
                  </a:lnTo>
                  <a:lnTo>
                    <a:pt x="824127" y="6488465"/>
                  </a:lnTo>
                  <a:close/>
                </a:path>
                <a:path w="6612890" h="6997065">
                  <a:moveTo>
                    <a:pt x="898822" y="6619027"/>
                  </a:moveTo>
                  <a:lnTo>
                    <a:pt x="900292" y="6621574"/>
                  </a:lnTo>
                  <a:lnTo>
                    <a:pt x="897751" y="6623043"/>
                  </a:lnTo>
                  <a:lnTo>
                    <a:pt x="896281" y="6620496"/>
                  </a:lnTo>
                  <a:lnTo>
                    <a:pt x="898822" y="6619027"/>
                  </a:lnTo>
                  <a:close/>
                </a:path>
                <a:path w="6612890" h="6997065">
                  <a:moveTo>
                    <a:pt x="973524" y="6749589"/>
                  </a:moveTo>
                  <a:lnTo>
                    <a:pt x="974407" y="6751117"/>
                  </a:lnTo>
                  <a:lnTo>
                    <a:pt x="972884" y="6751993"/>
                  </a:lnTo>
                  <a:lnTo>
                    <a:pt x="972002" y="6750465"/>
                  </a:lnTo>
                  <a:lnTo>
                    <a:pt x="973524" y="6749589"/>
                  </a:lnTo>
                  <a:close/>
                </a:path>
                <a:path w="6612890" h="6997065">
                  <a:moveTo>
                    <a:pt x="171767" y="5648238"/>
                  </a:moveTo>
                  <a:lnTo>
                    <a:pt x="178822" y="5660451"/>
                  </a:lnTo>
                  <a:lnTo>
                    <a:pt x="166608" y="5667499"/>
                  </a:lnTo>
                  <a:lnTo>
                    <a:pt x="159554" y="5655286"/>
                  </a:lnTo>
                  <a:lnTo>
                    <a:pt x="171767" y="5648238"/>
                  </a:lnTo>
                  <a:close/>
                </a:path>
                <a:path w="6612890" h="6997065">
                  <a:moveTo>
                    <a:pt x="246261" y="5779599"/>
                  </a:moveTo>
                  <a:lnTo>
                    <a:pt x="252137" y="5789775"/>
                  </a:lnTo>
                  <a:lnTo>
                    <a:pt x="241955" y="5795651"/>
                  </a:lnTo>
                  <a:lnTo>
                    <a:pt x="236079" y="5785475"/>
                  </a:lnTo>
                  <a:lnTo>
                    <a:pt x="246261" y="5779599"/>
                  </a:lnTo>
                  <a:close/>
                </a:path>
                <a:path w="6612890" h="6997065">
                  <a:moveTo>
                    <a:pt x="320850" y="5910564"/>
                  </a:moveTo>
                  <a:lnTo>
                    <a:pt x="325843" y="5919217"/>
                  </a:lnTo>
                  <a:lnTo>
                    <a:pt x="317189" y="5924210"/>
                  </a:lnTo>
                  <a:lnTo>
                    <a:pt x="312196" y="5915563"/>
                  </a:lnTo>
                  <a:lnTo>
                    <a:pt x="320850" y="5910564"/>
                  </a:lnTo>
                  <a:close/>
                </a:path>
                <a:path w="6612890" h="6997065">
                  <a:moveTo>
                    <a:pt x="395659" y="6040729"/>
                  </a:moveTo>
                  <a:lnTo>
                    <a:pt x="400361" y="6048867"/>
                  </a:lnTo>
                  <a:lnTo>
                    <a:pt x="392217" y="6053570"/>
                  </a:lnTo>
                  <a:lnTo>
                    <a:pt x="387520" y="6045426"/>
                  </a:lnTo>
                  <a:lnTo>
                    <a:pt x="395659" y="6040729"/>
                  </a:lnTo>
                  <a:close/>
                </a:path>
                <a:path w="6612890" h="6997065">
                  <a:moveTo>
                    <a:pt x="470359" y="6171291"/>
                  </a:moveTo>
                  <a:lnTo>
                    <a:pt x="474476" y="6178416"/>
                  </a:lnTo>
                  <a:lnTo>
                    <a:pt x="467351" y="6182527"/>
                  </a:lnTo>
                  <a:lnTo>
                    <a:pt x="463240" y="6175401"/>
                  </a:lnTo>
                  <a:lnTo>
                    <a:pt x="470359" y="6171291"/>
                  </a:lnTo>
                  <a:close/>
                </a:path>
                <a:path w="6612890" h="6997065">
                  <a:moveTo>
                    <a:pt x="544955" y="6302255"/>
                  </a:moveTo>
                  <a:lnTo>
                    <a:pt x="548189" y="6307853"/>
                  </a:lnTo>
                  <a:lnTo>
                    <a:pt x="542592" y="6311087"/>
                  </a:lnTo>
                  <a:lnTo>
                    <a:pt x="539363" y="6305489"/>
                  </a:lnTo>
                  <a:lnTo>
                    <a:pt x="544955" y="6302255"/>
                  </a:lnTo>
                  <a:close/>
                </a:path>
                <a:path w="6612890" h="6997065">
                  <a:moveTo>
                    <a:pt x="619662" y="6432817"/>
                  </a:moveTo>
                  <a:lnTo>
                    <a:pt x="622304" y="6437396"/>
                  </a:lnTo>
                  <a:lnTo>
                    <a:pt x="617720" y="6440037"/>
                  </a:lnTo>
                  <a:lnTo>
                    <a:pt x="615078" y="6435465"/>
                  </a:lnTo>
                  <a:lnTo>
                    <a:pt x="619662" y="6432817"/>
                  </a:lnTo>
                  <a:close/>
                </a:path>
                <a:path w="6612890" h="6997065">
                  <a:moveTo>
                    <a:pt x="694364" y="6563379"/>
                  </a:moveTo>
                  <a:lnTo>
                    <a:pt x="696419" y="6566939"/>
                  </a:lnTo>
                  <a:lnTo>
                    <a:pt x="692854" y="6569000"/>
                  </a:lnTo>
                  <a:lnTo>
                    <a:pt x="690799" y="6565440"/>
                  </a:lnTo>
                  <a:lnTo>
                    <a:pt x="694364" y="6563379"/>
                  </a:lnTo>
                  <a:close/>
                </a:path>
                <a:path w="6612890" h="6997065">
                  <a:moveTo>
                    <a:pt x="769066" y="6693941"/>
                  </a:moveTo>
                  <a:lnTo>
                    <a:pt x="770535" y="6696488"/>
                  </a:lnTo>
                  <a:lnTo>
                    <a:pt x="767994" y="6697957"/>
                  </a:lnTo>
                  <a:lnTo>
                    <a:pt x="766525" y="6695410"/>
                  </a:lnTo>
                  <a:lnTo>
                    <a:pt x="769066" y="6693941"/>
                  </a:lnTo>
                  <a:close/>
                </a:path>
                <a:path w="6612890" h="6997065">
                  <a:moveTo>
                    <a:pt x="843762" y="6824503"/>
                  </a:moveTo>
                  <a:lnTo>
                    <a:pt x="844644" y="6826031"/>
                  </a:lnTo>
                  <a:lnTo>
                    <a:pt x="843122" y="6826914"/>
                  </a:lnTo>
                  <a:lnTo>
                    <a:pt x="842239" y="6825386"/>
                  </a:lnTo>
                  <a:lnTo>
                    <a:pt x="843762" y="6824503"/>
                  </a:lnTo>
                  <a:close/>
                </a:path>
                <a:path w="6612890" h="6997065">
                  <a:moveTo>
                    <a:pt x="41905" y="5723555"/>
                  </a:moveTo>
                  <a:lnTo>
                    <a:pt x="48663" y="5735253"/>
                  </a:lnTo>
                  <a:lnTo>
                    <a:pt x="36953" y="5742011"/>
                  </a:lnTo>
                  <a:lnTo>
                    <a:pt x="30201" y="5730313"/>
                  </a:lnTo>
                  <a:lnTo>
                    <a:pt x="41905" y="5723555"/>
                  </a:lnTo>
                  <a:close/>
                </a:path>
                <a:path w="6612890" h="6997065">
                  <a:moveTo>
                    <a:pt x="116387" y="5854922"/>
                  </a:moveTo>
                  <a:lnTo>
                    <a:pt x="121972" y="5864589"/>
                  </a:lnTo>
                  <a:lnTo>
                    <a:pt x="112300" y="5870174"/>
                  </a:lnTo>
                  <a:lnTo>
                    <a:pt x="106720" y="5860502"/>
                  </a:lnTo>
                  <a:lnTo>
                    <a:pt x="116387" y="5854922"/>
                  </a:lnTo>
                  <a:close/>
                </a:path>
                <a:path w="6612890" h="6997065">
                  <a:moveTo>
                    <a:pt x="191095" y="5985484"/>
                  </a:moveTo>
                  <a:lnTo>
                    <a:pt x="196087" y="5994132"/>
                  </a:lnTo>
                  <a:lnTo>
                    <a:pt x="187440" y="5999125"/>
                  </a:lnTo>
                  <a:lnTo>
                    <a:pt x="182447" y="5990478"/>
                  </a:lnTo>
                  <a:lnTo>
                    <a:pt x="191095" y="5985484"/>
                  </a:lnTo>
                  <a:close/>
                </a:path>
                <a:path w="6612890" h="6997065">
                  <a:moveTo>
                    <a:pt x="265796" y="6116046"/>
                  </a:moveTo>
                  <a:lnTo>
                    <a:pt x="270203" y="6123681"/>
                  </a:lnTo>
                  <a:lnTo>
                    <a:pt x="262569" y="6128088"/>
                  </a:lnTo>
                  <a:lnTo>
                    <a:pt x="258162" y="6120453"/>
                  </a:lnTo>
                  <a:lnTo>
                    <a:pt x="265796" y="6116046"/>
                  </a:lnTo>
                  <a:close/>
                </a:path>
                <a:path w="6612890" h="6997065">
                  <a:moveTo>
                    <a:pt x="340498" y="6246608"/>
                  </a:moveTo>
                  <a:lnTo>
                    <a:pt x="344318" y="6253219"/>
                  </a:lnTo>
                  <a:lnTo>
                    <a:pt x="337697" y="6257039"/>
                  </a:lnTo>
                  <a:lnTo>
                    <a:pt x="333882" y="6250429"/>
                  </a:lnTo>
                  <a:lnTo>
                    <a:pt x="340498" y="6246608"/>
                  </a:lnTo>
                  <a:close/>
                </a:path>
                <a:path w="6612890" h="6997065">
                  <a:moveTo>
                    <a:pt x="415093" y="6377573"/>
                  </a:moveTo>
                  <a:lnTo>
                    <a:pt x="418031" y="6382661"/>
                  </a:lnTo>
                  <a:lnTo>
                    <a:pt x="412943" y="6385599"/>
                  </a:lnTo>
                  <a:lnTo>
                    <a:pt x="410005" y="6380511"/>
                  </a:lnTo>
                  <a:lnTo>
                    <a:pt x="415093" y="6377573"/>
                  </a:lnTo>
                  <a:close/>
                </a:path>
                <a:path w="6612890" h="6997065">
                  <a:moveTo>
                    <a:pt x="489795" y="6508135"/>
                  </a:moveTo>
                  <a:lnTo>
                    <a:pt x="492146" y="6512204"/>
                  </a:lnTo>
                  <a:lnTo>
                    <a:pt x="488071" y="6514556"/>
                  </a:lnTo>
                  <a:lnTo>
                    <a:pt x="485720" y="6510487"/>
                  </a:lnTo>
                  <a:lnTo>
                    <a:pt x="489795" y="6508135"/>
                  </a:lnTo>
                  <a:close/>
                </a:path>
                <a:path w="6612890" h="6997065">
                  <a:moveTo>
                    <a:pt x="564491" y="6638697"/>
                  </a:moveTo>
                  <a:lnTo>
                    <a:pt x="566256" y="6641753"/>
                  </a:lnTo>
                  <a:lnTo>
                    <a:pt x="563200" y="6643512"/>
                  </a:lnTo>
                  <a:lnTo>
                    <a:pt x="561441" y="6640462"/>
                  </a:lnTo>
                  <a:lnTo>
                    <a:pt x="564491" y="6638697"/>
                  </a:lnTo>
                  <a:close/>
                </a:path>
                <a:path w="6612890" h="6997065">
                  <a:moveTo>
                    <a:pt x="639198" y="6769259"/>
                  </a:moveTo>
                  <a:lnTo>
                    <a:pt x="640371" y="6771297"/>
                  </a:lnTo>
                  <a:lnTo>
                    <a:pt x="638333" y="6772475"/>
                  </a:lnTo>
                  <a:lnTo>
                    <a:pt x="637160" y="6770438"/>
                  </a:lnTo>
                  <a:lnTo>
                    <a:pt x="639198" y="6769259"/>
                  </a:lnTo>
                  <a:close/>
                </a:path>
                <a:path w="6612890" h="6997065">
                  <a:moveTo>
                    <a:pt x="712881" y="6900407"/>
                  </a:moveTo>
                  <a:lnTo>
                    <a:pt x="714237" y="6900407"/>
                  </a:lnTo>
                  <a:lnTo>
                    <a:pt x="714486" y="6900840"/>
                  </a:lnTo>
                  <a:lnTo>
                    <a:pt x="713130" y="6900840"/>
                  </a:lnTo>
                  <a:lnTo>
                    <a:pt x="712881" y="6900407"/>
                  </a:lnTo>
                  <a:close/>
                </a:path>
                <a:path w="6612890" h="6997065">
                  <a:moveTo>
                    <a:pt x="61226" y="6060796"/>
                  </a:moveTo>
                  <a:lnTo>
                    <a:pt x="65929" y="6068946"/>
                  </a:lnTo>
                  <a:lnTo>
                    <a:pt x="57785" y="6073649"/>
                  </a:lnTo>
                  <a:lnTo>
                    <a:pt x="53082" y="6065499"/>
                  </a:lnTo>
                  <a:lnTo>
                    <a:pt x="61226" y="6060796"/>
                  </a:lnTo>
                  <a:close/>
                </a:path>
                <a:path w="6612890" h="6997065">
                  <a:moveTo>
                    <a:pt x="135922" y="6191364"/>
                  </a:moveTo>
                  <a:lnTo>
                    <a:pt x="140039" y="6198489"/>
                  </a:lnTo>
                  <a:lnTo>
                    <a:pt x="132920" y="6202600"/>
                  </a:lnTo>
                  <a:lnTo>
                    <a:pt x="128803" y="6195475"/>
                  </a:lnTo>
                  <a:lnTo>
                    <a:pt x="135922" y="6191364"/>
                  </a:lnTo>
                  <a:close/>
                </a:path>
                <a:path w="6612890" h="6997065">
                  <a:moveTo>
                    <a:pt x="210630" y="6321926"/>
                  </a:moveTo>
                  <a:lnTo>
                    <a:pt x="214154" y="6328033"/>
                  </a:lnTo>
                  <a:lnTo>
                    <a:pt x="208048" y="6331557"/>
                  </a:lnTo>
                  <a:lnTo>
                    <a:pt x="204523" y="6325450"/>
                  </a:lnTo>
                  <a:lnTo>
                    <a:pt x="210630" y="6321926"/>
                  </a:lnTo>
                  <a:close/>
                </a:path>
                <a:path w="6612890" h="6997065">
                  <a:moveTo>
                    <a:pt x="285218" y="6452891"/>
                  </a:moveTo>
                  <a:lnTo>
                    <a:pt x="287866" y="6457475"/>
                  </a:lnTo>
                  <a:lnTo>
                    <a:pt x="283287" y="6460117"/>
                  </a:lnTo>
                  <a:lnTo>
                    <a:pt x="280646" y="6455533"/>
                  </a:lnTo>
                  <a:lnTo>
                    <a:pt x="285218" y="6452891"/>
                  </a:lnTo>
                  <a:close/>
                </a:path>
                <a:path w="6612890" h="6997065">
                  <a:moveTo>
                    <a:pt x="360032" y="6583050"/>
                  </a:moveTo>
                  <a:lnTo>
                    <a:pt x="362384" y="6587125"/>
                  </a:lnTo>
                  <a:lnTo>
                    <a:pt x="358309" y="6589477"/>
                  </a:lnTo>
                  <a:lnTo>
                    <a:pt x="355957" y="6585402"/>
                  </a:lnTo>
                  <a:lnTo>
                    <a:pt x="360032" y="6583050"/>
                  </a:lnTo>
                  <a:close/>
                </a:path>
                <a:path w="6612890" h="6997065">
                  <a:moveTo>
                    <a:pt x="434734" y="6713612"/>
                  </a:moveTo>
                  <a:lnTo>
                    <a:pt x="436499" y="6716668"/>
                  </a:lnTo>
                  <a:lnTo>
                    <a:pt x="433443" y="6718433"/>
                  </a:lnTo>
                  <a:lnTo>
                    <a:pt x="431678" y="6715377"/>
                  </a:lnTo>
                  <a:lnTo>
                    <a:pt x="434734" y="6713612"/>
                  </a:lnTo>
                  <a:close/>
                </a:path>
                <a:path w="6612890" h="6997065">
                  <a:moveTo>
                    <a:pt x="509436" y="6844180"/>
                  </a:moveTo>
                  <a:lnTo>
                    <a:pt x="510609" y="6846217"/>
                  </a:lnTo>
                  <a:lnTo>
                    <a:pt x="508577" y="6847390"/>
                  </a:lnTo>
                  <a:lnTo>
                    <a:pt x="507404" y="6845353"/>
                  </a:lnTo>
                  <a:lnTo>
                    <a:pt x="509436" y="6844180"/>
                  </a:lnTo>
                  <a:close/>
                </a:path>
                <a:path w="6612890" h="6997065">
                  <a:moveTo>
                    <a:pt x="6165" y="6266279"/>
                  </a:moveTo>
                  <a:lnTo>
                    <a:pt x="10282" y="6273405"/>
                  </a:lnTo>
                  <a:lnTo>
                    <a:pt x="3156" y="6277515"/>
                  </a:lnTo>
                  <a:lnTo>
                    <a:pt x="0" y="6272052"/>
                  </a:lnTo>
                  <a:lnTo>
                    <a:pt x="0" y="6269836"/>
                  </a:lnTo>
                  <a:lnTo>
                    <a:pt x="6165" y="6266279"/>
                  </a:lnTo>
                  <a:close/>
                </a:path>
                <a:path w="6612890" h="6997065">
                  <a:moveTo>
                    <a:pt x="80760" y="6397244"/>
                  </a:moveTo>
                  <a:lnTo>
                    <a:pt x="83994" y="6402841"/>
                  </a:lnTo>
                  <a:lnTo>
                    <a:pt x="78397" y="6406075"/>
                  </a:lnTo>
                  <a:lnTo>
                    <a:pt x="75163" y="6400478"/>
                  </a:lnTo>
                  <a:lnTo>
                    <a:pt x="80760" y="6397244"/>
                  </a:lnTo>
                  <a:close/>
                </a:path>
                <a:path w="6612890" h="6997065">
                  <a:moveTo>
                    <a:pt x="155462" y="6527806"/>
                  </a:moveTo>
                  <a:lnTo>
                    <a:pt x="158109" y="6532390"/>
                  </a:lnTo>
                  <a:lnTo>
                    <a:pt x="153531" y="6535032"/>
                  </a:lnTo>
                  <a:lnTo>
                    <a:pt x="150883" y="6530454"/>
                  </a:lnTo>
                  <a:lnTo>
                    <a:pt x="155462" y="6527806"/>
                  </a:lnTo>
                  <a:close/>
                </a:path>
                <a:path w="6612890" h="6997065">
                  <a:moveTo>
                    <a:pt x="230164" y="6658374"/>
                  </a:moveTo>
                  <a:lnTo>
                    <a:pt x="232219" y="6661934"/>
                  </a:lnTo>
                  <a:lnTo>
                    <a:pt x="228659" y="6663989"/>
                  </a:lnTo>
                  <a:lnTo>
                    <a:pt x="226604" y="6660429"/>
                  </a:lnTo>
                  <a:lnTo>
                    <a:pt x="230164" y="6658374"/>
                  </a:lnTo>
                  <a:close/>
                </a:path>
                <a:path w="6612890" h="6997065">
                  <a:moveTo>
                    <a:pt x="304865" y="6788936"/>
                  </a:moveTo>
                  <a:lnTo>
                    <a:pt x="306334" y="6791483"/>
                  </a:lnTo>
                  <a:lnTo>
                    <a:pt x="303793" y="6792952"/>
                  </a:lnTo>
                  <a:lnTo>
                    <a:pt x="302324" y="6790405"/>
                  </a:lnTo>
                  <a:lnTo>
                    <a:pt x="304865" y="6788936"/>
                  </a:lnTo>
                  <a:close/>
                </a:path>
                <a:path w="6612890" h="6997065">
                  <a:moveTo>
                    <a:pt x="379567" y="6919498"/>
                  </a:moveTo>
                  <a:lnTo>
                    <a:pt x="380450" y="6921020"/>
                  </a:lnTo>
                  <a:lnTo>
                    <a:pt x="378921" y="6921902"/>
                  </a:lnTo>
                  <a:lnTo>
                    <a:pt x="378039" y="6920380"/>
                  </a:lnTo>
                  <a:lnTo>
                    <a:pt x="379567" y="6919498"/>
                  </a:lnTo>
                  <a:close/>
                </a:path>
                <a:path w="6612890" h="6997065">
                  <a:moveTo>
                    <a:pt x="25593" y="6603123"/>
                  </a:moveTo>
                  <a:lnTo>
                    <a:pt x="27945" y="6607198"/>
                  </a:lnTo>
                  <a:lnTo>
                    <a:pt x="23876" y="6609544"/>
                  </a:lnTo>
                  <a:lnTo>
                    <a:pt x="21524" y="6605475"/>
                  </a:lnTo>
                  <a:lnTo>
                    <a:pt x="25593" y="6603123"/>
                  </a:lnTo>
                  <a:close/>
                </a:path>
                <a:path w="6612890" h="6997065">
                  <a:moveTo>
                    <a:pt x="100295" y="6733685"/>
                  </a:moveTo>
                  <a:lnTo>
                    <a:pt x="102061" y="6736747"/>
                  </a:lnTo>
                  <a:lnTo>
                    <a:pt x="99010" y="6738507"/>
                  </a:lnTo>
                  <a:lnTo>
                    <a:pt x="97245" y="6735450"/>
                  </a:lnTo>
                  <a:lnTo>
                    <a:pt x="100295" y="6733685"/>
                  </a:lnTo>
                  <a:close/>
                </a:path>
                <a:path w="6612890" h="6997065">
                  <a:moveTo>
                    <a:pt x="174996" y="6864253"/>
                  </a:moveTo>
                  <a:lnTo>
                    <a:pt x="176176" y="6866285"/>
                  </a:lnTo>
                  <a:lnTo>
                    <a:pt x="174138" y="6867463"/>
                  </a:lnTo>
                  <a:lnTo>
                    <a:pt x="172965" y="6865426"/>
                  </a:lnTo>
                  <a:lnTo>
                    <a:pt x="174996" y="6864253"/>
                  </a:lnTo>
                  <a:close/>
                </a:path>
                <a:path w="6612890" h="6997065">
                  <a:moveTo>
                    <a:pt x="249811" y="6994418"/>
                  </a:moveTo>
                  <a:lnTo>
                    <a:pt x="250688" y="6995940"/>
                  </a:lnTo>
                  <a:lnTo>
                    <a:pt x="249165" y="6996817"/>
                  </a:lnTo>
                  <a:lnTo>
                    <a:pt x="248283" y="6995295"/>
                  </a:lnTo>
                  <a:lnTo>
                    <a:pt x="249811" y="6994418"/>
                  </a:lnTo>
                  <a:close/>
                </a:path>
                <a:path w="6612890" h="6997065">
                  <a:moveTo>
                    <a:pt x="45240" y="6939168"/>
                  </a:moveTo>
                  <a:lnTo>
                    <a:pt x="46413" y="6941205"/>
                  </a:lnTo>
                  <a:lnTo>
                    <a:pt x="44376" y="6942378"/>
                  </a:lnTo>
                  <a:lnTo>
                    <a:pt x="43203" y="6940347"/>
                  </a:lnTo>
                  <a:lnTo>
                    <a:pt x="45240" y="6939168"/>
                  </a:lnTo>
                  <a:close/>
                </a:path>
              </a:pathLst>
            </a:custGeom>
            <a:solidFill>
              <a:srgbClr val="4574A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241" y="3963724"/>
              <a:ext cx="2343149" cy="1904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261" y="2294043"/>
            <a:ext cx="10870548" cy="75909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97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15"/>
              </a:spcBef>
            </a:pPr>
            <a:r>
              <a:rPr sz="5450" b="1" spc="50" dirty="0">
                <a:solidFill>
                  <a:srgbClr val="4574A6"/>
                </a:solidFill>
                <a:latin typeface="Tahoma"/>
                <a:cs typeface="Tahoma"/>
              </a:rPr>
              <a:t>PERSISTENT</a:t>
            </a:r>
            <a:r>
              <a:rPr sz="5450" b="1" spc="-4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5450" b="1" spc="285" dirty="0">
                <a:solidFill>
                  <a:srgbClr val="4574A6"/>
                </a:solidFill>
                <a:latin typeface="Tahoma"/>
                <a:cs typeface="Tahoma"/>
              </a:rPr>
              <a:t>MODEL</a:t>
            </a:r>
            <a:endParaRPr sz="545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4686498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5000823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741" y="5629473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42131" y="4500424"/>
            <a:ext cx="469455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230">
              <a:lnSpc>
                <a:spcPct val="114599"/>
              </a:lnSpc>
              <a:spcBef>
                <a:spcPts val="100"/>
              </a:spcBef>
            </a:pP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Identifies</a:t>
            </a:r>
            <a:r>
              <a:rPr sz="1800" b="1" spc="13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1800" b="1" spc="13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stored</a:t>
            </a:r>
            <a:r>
              <a:rPr sz="1800" b="1" spc="13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4574A6"/>
                </a:solidFill>
                <a:latin typeface="Tahoma"/>
                <a:cs typeface="Tahoma"/>
              </a:rPr>
              <a:t>permanently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Includes</a:t>
            </a:r>
            <a:r>
              <a:rPr sz="1800" b="1" spc="7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patient,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visit,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billing,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800" b="1" spc="8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574A6"/>
                </a:solidFill>
                <a:latin typeface="Tahoma"/>
                <a:cs typeface="Tahoma"/>
              </a:rPr>
              <a:t>user data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45" dirty="0">
                <a:solidFill>
                  <a:srgbClr val="4574A6"/>
                </a:solidFill>
                <a:latin typeface="Tahoma"/>
                <a:cs typeface="Tahoma"/>
              </a:rPr>
              <a:t>Ensures</a:t>
            </a:r>
            <a:r>
              <a:rPr sz="1800" b="1" spc="35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574A6"/>
                </a:solidFill>
                <a:latin typeface="Tahoma"/>
                <a:cs typeface="Tahoma"/>
              </a:rPr>
              <a:t>data</a:t>
            </a:r>
            <a:r>
              <a:rPr sz="180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4574A6"/>
                </a:solidFill>
                <a:latin typeface="Tahoma"/>
                <a:cs typeface="Tahoma"/>
              </a:rPr>
              <a:t>consistency</a:t>
            </a:r>
            <a:r>
              <a:rPr sz="180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4574A6"/>
                </a:solidFill>
                <a:latin typeface="Tahoma"/>
                <a:cs typeface="Tahoma"/>
              </a:rPr>
              <a:t>and</a:t>
            </a:r>
            <a:r>
              <a:rPr sz="1800" b="1" spc="40" dirty="0">
                <a:solidFill>
                  <a:srgbClr val="4574A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574A6"/>
                </a:solidFill>
                <a:latin typeface="Tahoma"/>
                <a:cs typeface="Tahoma"/>
              </a:rPr>
              <a:t>integrity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160" y="2262344"/>
            <a:ext cx="5031740" cy="1322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0" spc="-135" dirty="0"/>
              <a:t>Conclusion</a:t>
            </a:r>
            <a:endParaRPr sz="8500"/>
          </a:p>
        </p:txBody>
      </p:sp>
      <p:grpSp>
        <p:nvGrpSpPr>
          <p:cNvPr id="4" name="object 4"/>
          <p:cNvGrpSpPr/>
          <p:nvPr/>
        </p:nvGrpSpPr>
        <p:grpSpPr>
          <a:xfrm>
            <a:off x="1587123" y="4013834"/>
            <a:ext cx="114300" cy="2324100"/>
            <a:chOff x="1587123" y="4013834"/>
            <a:chExt cx="114300" cy="23241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123" y="4013834"/>
              <a:ext cx="114299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123" y="4566284"/>
              <a:ext cx="114299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123" y="5118734"/>
              <a:ext cx="114299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123" y="5671184"/>
              <a:ext cx="114299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123" y="6223634"/>
              <a:ext cx="114299" cy="1142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5680" y="3693610"/>
            <a:ext cx="13020675" cy="278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96085">
              <a:lnSpc>
                <a:spcPct val="125000"/>
              </a:lnSpc>
              <a:spcBef>
                <a:spcPts val="100"/>
              </a:spcBef>
            </a:pP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models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70" dirty="0">
                <a:solidFill>
                  <a:srgbClr val="FFFFFF"/>
                </a:solidFill>
                <a:latin typeface="Trebuchet MS"/>
                <a:cs typeface="Trebuchet MS"/>
              </a:rPr>
              <a:t>fully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55" dirty="0">
                <a:solidFill>
                  <a:srgbClr val="FFFFFF"/>
                </a:solidFill>
                <a:latin typeface="Trebuchet MS"/>
                <a:cs typeface="Trebuchet MS"/>
              </a:rPr>
              <a:t>integrated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hospital</a:t>
            </a:r>
            <a:r>
              <a:rPr sz="29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workflow </a:t>
            </a:r>
            <a:r>
              <a:rPr sz="2900" b="1" i="1" spc="190" dirty="0">
                <a:solidFill>
                  <a:srgbClr val="FFFFFF"/>
                </a:solidFill>
                <a:latin typeface="Trebuchet MS"/>
                <a:cs typeface="Trebuchet MS"/>
              </a:rPr>
              <a:t>Uses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165" dirty="0">
                <a:solidFill>
                  <a:srgbClr val="FFFFFF"/>
                </a:solidFill>
                <a:latin typeface="Trebuchet MS"/>
                <a:cs typeface="Trebuchet MS"/>
              </a:rPr>
              <a:t>UML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diagrams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8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60" dirty="0">
                <a:solidFill>
                  <a:srgbClr val="FFFFFF"/>
                </a:solidFill>
                <a:latin typeface="Trebuchet MS"/>
                <a:cs typeface="Trebuchet MS"/>
              </a:rPr>
              <a:t>document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900" b="1" i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behavior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9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structure </a:t>
            </a:r>
            <a:r>
              <a:rPr sz="2900" b="1" i="1" spc="120" dirty="0">
                <a:solidFill>
                  <a:srgbClr val="FFFFFF"/>
                </a:solidFill>
                <a:latin typeface="Trebuchet MS"/>
                <a:cs typeface="Trebuchet MS"/>
              </a:rPr>
              <a:t>Ensures</a:t>
            </a:r>
            <a:r>
              <a:rPr sz="2900" b="1" i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2900" b="1" i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140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2900" b="1" i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sz="2900" b="1" i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role-</a:t>
            </a:r>
            <a:r>
              <a:rPr sz="2900" b="1" i="1" spc="7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2900" b="1" i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29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Supports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essential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hospital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operations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7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90" dirty="0">
                <a:solidFill>
                  <a:srgbClr val="FFFFFF"/>
                </a:solidFill>
                <a:latin typeface="Trebuchet MS"/>
                <a:cs typeface="Trebuchet MS"/>
              </a:rPr>
              <a:t>scope-</a:t>
            </a:r>
            <a:r>
              <a:rPr sz="2900" b="1" i="1" spc="-65" dirty="0">
                <a:solidFill>
                  <a:srgbClr val="FFFFFF"/>
                </a:solidFill>
                <a:latin typeface="Trebuchet MS"/>
                <a:cs typeface="Trebuchet MS"/>
              </a:rPr>
              <a:t>limited</a:t>
            </a:r>
            <a:r>
              <a:rPr sz="29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implementation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Provides</a:t>
            </a:r>
            <a:r>
              <a:rPr sz="2900" b="1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foundation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900" b="1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55" dirty="0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expansion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900" b="1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2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r>
              <a:rPr sz="2900" b="1" i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b="1" i="1" spc="130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2192454"/>
            <a:ext cx="13715999" cy="2898069"/>
          </a:xfrm>
          <a:prstGeom prst="rect">
            <a:avLst/>
          </a:prstGeom>
        </p:spPr>
        <p:txBody>
          <a:bodyPr vert="horz" wrap="square" lIns="0" tIns="652621" rIns="0" bIns="0" rtlCol="0">
            <a:spAutoFit/>
          </a:bodyPr>
          <a:lstStyle/>
          <a:p>
            <a:pPr marL="4065270">
              <a:lnSpc>
                <a:spcPct val="100000"/>
              </a:lnSpc>
              <a:spcBef>
                <a:spcPts val="105"/>
              </a:spcBef>
            </a:pPr>
            <a:r>
              <a:rPr lang="en-US" spc="95" dirty="0" smtClean="0"/>
              <a:t>Thank You</a:t>
            </a:r>
            <a:endParaRPr spc="95" dirty="0"/>
          </a:p>
        </p:txBody>
      </p:sp>
      <p:sp>
        <p:nvSpPr>
          <p:cNvPr id="4" name="object 4"/>
          <p:cNvSpPr txBox="1"/>
          <p:nvPr/>
        </p:nvSpPr>
        <p:spPr>
          <a:xfrm>
            <a:off x="6623765" y="4902485"/>
            <a:ext cx="4443730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i="1" spc="-1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sz="29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i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900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i="1" spc="-10" dirty="0">
                <a:solidFill>
                  <a:srgbClr val="FFFFFF"/>
                </a:solidFill>
                <a:latin typeface="Arial"/>
                <a:cs typeface="Arial"/>
              </a:rPr>
              <a:t>Comments?</a:t>
            </a:r>
            <a:endParaRPr sz="2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5602" y="9655757"/>
            <a:ext cx="61601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Bahir</a:t>
            </a:r>
            <a:r>
              <a:rPr sz="20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Dar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Trebuchet MS"/>
                <a:cs typeface="Trebuchet MS"/>
              </a:rPr>
              <a:t>Institute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of</a:t>
            </a:r>
            <a:r>
              <a:rPr sz="20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Technology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540" dirty="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rebuchet MS"/>
                <a:cs typeface="Trebuchet MS"/>
              </a:rPr>
              <a:t>Faculty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of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694</Words>
  <Application>Microsoft Office PowerPoint</Application>
  <PresentationFormat>Custom</PresentationFormat>
  <Paragraphs>101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Lucida Sans Unicode</vt:lpstr>
      <vt:lpstr>Tahoma</vt:lpstr>
      <vt:lpstr>Trebuchet MS</vt:lpstr>
      <vt:lpstr>Verdana</vt:lpstr>
      <vt:lpstr>Office Theme</vt:lpstr>
      <vt:lpstr>Smart Hospital Management System</vt:lpstr>
      <vt:lpstr>BACKGROUND OF THE STUDY</vt:lpstr>
      <vt:lpstr>PROBLEM STATEMENT</vt:lpstr>
      <vt:lpstr>General Objective</vt:lpstr>
      <vt:lpstr>Specific Objectives</vt:lpstr>
      <vt:lpstr>Methodology</vt:lpstr>
      <vt:lpstr>FEASIBILITY STUDY</vt:lpstr>
      <vt:lpstr>BENEFICIARY</vt:lpstr>
      <vt:lpstr>SCOPE AND LIMITATION</vt:lpstr>
      <vt:lpstr>EXISTING SYSTEM</vt:lpstr>
      <vt:lpstr>PROPOSED SYSTEM</vt:lpstr>
      <vt:lpstr>1</vt:lpstr>
      <vt:lpstr>NON-FUNCTIONAL REQUIREMENT</vt:lpstr>
      <vt:lpstr>System Actors</vt:lpstr>
      <vt:lpstr>GENERAL USE CASE DIAGRAM</vt:lpstr>
      <vt:lpstr>ACTIVITY DIAGRAMS</vt:lpstr>
      <vt:lpstr>SEQUENCE DIAGRAMS</vt:lpstr>
      <vt:lpstr>CLASS MODEL DIAGRAM</vt:lpstr>
      <vt:lpstr>COMPONENT MODEL</vt:lpstr>
      <vt:lpstr>DEPLOYMENT MODEL</vt:lpstr>
      <vt:lpstr>PERSISTENT MODEL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SHMS</dc:title>
  <dc:creator>Abemelek Mesfin</dc:creator>
  <cp:keywords>DAG_jAPetGY,BAGM9pOgt1U,0</cp:keywords>
  <cp:lastModifiedBy>Abemelek Mesfin</cp:lastModifiedBy>
  <cp:revision>3</cp:revision>
  <dcterms:created xsi:type="dcterms:W3CDTF">2026-01-27T01:27:10Z</dcterms:created>
  <dcterms:modified xsi:type="dcterms:W3CDTF">2026-01-27T07:43:47Z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2026-01-27T00:00:00Z</vt:filetime>
  </property>
  <property fmtid="{D5CDD505-2E9C-101B-9397-08002B2CF9AE}" pid="5" name="Producer">
    <vt:lpwstr>Canva</vt:lpwstr>
  </property>
</Properties>
</file>